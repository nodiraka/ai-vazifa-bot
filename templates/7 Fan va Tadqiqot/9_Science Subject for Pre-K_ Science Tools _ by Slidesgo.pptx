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80" r:id="rId23"/>
    <p:sldId id="282" r:id="rId24"/>
    <p:sldId id="284" r:id="rId25"/>
    <p:sldId id="285" r:id="rId26"/>
    <p:sldId id="287" r:id="rId27"/>
    <p:sldId id="288" r:id="rId28"/>
    <p:sldId id="290" r:id="rId29"/>
  </p:sldIdLst>
  <p:sldSz cx="9144000" cy="5143500" type="screen16x9"/>
  <p:notesSz cx="6858000" cy="9144000"/>
  <p:embeddedFontLst>
    <p:embeddedFont>
      <p:font typeface="Nunito" panose="020B0604020202020204" charset="-52"/>
      <p:regular r:id="rId31"/>
      <p:bold r:id="rId32"/>
      <p:italic r:id="rId33"/>
      <p:boldItalic r:id="rId34"/>
    </p:embeddedFont>
    <p:embeddedFont>
      <p:font typeface="Viga" panose="020B0604020202020204" charset="0"/>
      <p:regular r:id="rId35"/>
    </p:embeddedFont>
    <p:embeddedFont>
      <p:font typeface="Poppins" panose="020B060402020202020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C2A73B8-0FD6-4E29-862E-15CFA4E63F9D}">
  <a:tblStyle styleId="{8C2A73B8-0FD6-4E29-862E-15CFA4E63F9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gf9a9186bc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9" name="Google Shape;1459;gf9a9186bc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gb1c2217c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6" name="Google Shape;1546;gb1c2217c3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gf9a6b3a98e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3" name="Google Shape;1563;gf9a6b3a98e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gb1c2217c3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8" name="Google Shape;1588;gb1c2217c3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Google Shape;1667;gb1c2217c3f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8" name="Google Shape;1668;gb1c2217c3f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8" name="Google Shape;1738;ga953684262_0_155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9" name="Google Shape;1739;ga953684262_0_155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gf6396629e9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4" name="Google Shape;1804;gf6396629e9_0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6" name="Google Shape;1866;gf6254d0d00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7" name="Google Shape;1867;gf6254d0d00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9" name="Google Shape;1909;gf6396629e9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0" name="Google Shape;1910;gf6396629e9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7" name="Google Shape;1977;gf6396629e9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8" name="Google Shape;1978;gf6396629e9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0" name="Google Shape;2040;gf6396629e9_0_3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1" name="Google Shape;2041;gf6396629e9_0_3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Google Shape;2067;gf6396629e9_0_1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8" name="Google Shape;2068;gf6396629e9_0_1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5" name="Google Shape;2105;gf6396629e9_0_1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6" name="Google Shape;2106;gf6396629e9_0_1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5" name="Google Shape;2205;gf6396629e9_0_13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6" name="Google Shape;2206;gf6396629e9_0_13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2" name="Google Shape;2302;gf6396629e9_0_13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3" name="Google Shape;2303;gf6396629e9_0_13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0" name="Google Shape;2330;gf6396629e9_0_13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1" name="Google Shape;2331;gf6396629e9_0_13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9" name="Google Shape;2429;gfa07f63d1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0" name="Google Shape;2430;gfa07f63d1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1" name="Google Shape;2471;gfa07f63d19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2" name="Google Shape;2472;gfa07f63d19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9" name="Google Shape;2579;gfa07f63d19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0" name="Google Shape;2580;gfa07f63d19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6" name="Google Shape;2606;gfa07f63d19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7" name="Google Shape;2607;gfa07f63d19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7" name="Google Shape;2677;gfa07f63d19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8" name="Google Shape;2678;gfa07f63d19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0" name="Google Shape;2840;gfaa031b513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1" name="Google Shape;2841;gfaa031b513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1" name="Google Shape;2991;gfaa031b513_0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2" name="Google Shape;2992;gfaa031b513_0_3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0" name="Google Shape;3110;gf6525064d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1" name="Google Shape;3111;gf6525064d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7" name="Google Shape;3227;gfaa031b513_0_3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8" name="Google Shape;3228;gfaa031b513_0_3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9" name="Google Shape;3319;gfaa031b513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0" name="Google Shape;3320;gfaa031b513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0" name="Google Shape;3370;gfaa031b513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1" name="Google Shape;3371;gfaa031b513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1" name="Google Shape;3451;gfaa031b513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2" name="Google Shape;3452;gfaa031b513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297012" y="26"/>
            <a:ext cx="9026337" cy="5143292"/>
            <a:chOff x="297012" y="26"/>
            <a:chExt cx="9026337" cy="5143292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711097" y="26"/>
              <a:ext cx="8612252" cy="5143292"/>
              <a:chOff x="532150" y="26"/>
              <a:chExt cx="8612252" cy="5143292"/>
            </a:xfrm>
          </p:grpSpPr>
          <p:sp>
            <p:nvSpPr>
              <p:cNvPr id="11" name="Google Shape;11;p2"/>
              <p:cNvSpPr/>
              <p:nvPr/>
            </p:nvSpPr>
            <p:spPr>
              <a:xfrm>
                <a:off x="1029044" y="26"/>
                <a:ext cx="17" cy="5143292"/>
              </a:xfrm>
              <a:custGeom>
                <a:avLst/>
                <a:gdLst/>
                <a:ahLst/>
                <a:cxnLst/>
                <a:rect l="l" t="t" r="r" b="b"/>
                <a:pathLst>
                  <a:path w="1" h="148532" fill="none" extrusionOk="0">
                    <a:moveTo>
                      <a:pt x="1" y="1"/>
                    </a:moveTo>
                    <a:lnTo>
                      <a:pt x="1" y="14853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12;p2"/>
              <p:cNvSpPr/>
              <p:nvPr/>
            </p:nvSpPr>
            <p:spPr>
              <a:xfrm>
                <a:off x="1525731" y="26"/>
                <a:ext cx="17" cy="5143292"/>
              </a:xfrm>
              <a:custGeom>
                <a:avLst/>
                <a:gdLst/>
                <a:ahLst/>
                <a:cxnLst/>
                <a:rect l="l" t="t" r="r" b="b"/>
                <a:pathLst>
                  <a:path w="1" h="148532" fill="none" extrusionOk="0">
                    <a:moveTo>
                      <a:pt x="0" y="1"/>
                    </a:moveTo>
                    <a:lnTo>
                      <a:pt x="0" y="14853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2022607" y="26"/>
                <a:ext cx="17" cy="5143292"/>
              </a:xfrm>
              <a:custGeom>
                <a:avLst/>
                <a:gdLst/>
                <a:ahLst/>
                <a:cxnLst/>
                <a:rect l="l" t="t" r="r" b="b"/>
                <a:pathLst>
                  <a:path w="1" h="148532" fill="none" extrusionOk="0">
                    <a:moveTo>
                      <a:pt x="1" y="1"/>
                    </a:moveTo>
                    <a:lnTo>
                      <a:pt x="1" y="14853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2519501" y="26"/>
                <a:ext cx="17" cy="5143292"/>
              </a:xfrm>
              <a:custGeom>
                <a:avLst/>
                <a:gdLst/>
                <a:ahLst/>
                <a:cxnLst/>
                <a:rect l="l" t="t" r="r" b="b"/>
                <a:pathLst>
                  <a:path w="1" h="148532" fill="none" extrusionOk="0">
                    <a:moveTo>
                      <a:pt x="0" y="1"/>
                    </a:moveTo>
                    <a:lnTo>
                      <a:pt x="0" y="14853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3016170" y="26"/>
                <a:ext cx="17" cy="5143292"/>
              </a:xfrm>
              <a:custGeom>
                <a:avLst/>
                <a:gdLst/>
                <a:ahLst/>
                <a:cxnLst/>
                <a:rect l="l" t="t" r="r" b="b"/>
                <a:pathLst>
                  <a:path w="1" h="148532" fill="none" extrusionOk="0">
                    <a:moveTo>
                      <a:pt x="1" y="1"/>
                    </a:moveTo>
                    <a:lnTo>
                      <a:pt x="1" y="14853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3513063" y="26"/>
                <a:ext cx="17" cy="5143292"/>
              </a:xfrm>
              <a:custGeom>
                <a:avLst/>
                <a:gdLst/>
                <a:ahLst/>
                <a:cxnLst/>
                <a:rect l="l" t="t" r="r" b="b"/>
                <a:pathLst>
                  <a:path w="1" h="148532" fill="none" extrusionOk="0">
                    <a:moveTo>
                      <a:pt x="1" y="1"/>
                    </a:moveTo>
                    <a:lnTo>
                      <a:pt x="1" y="14853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4009957" y="26"/>
                <a:ext cx="17" cy="5143292"/>
              </a:xfrm>
              <a:custGeom>
                <a:avLst/>
                <a:gdLst/>
                <a:ahLst/>
                <a:cxnLst/>
                <a:rect l="l" t="t" r="r" b="b"/>
                <a:pathLst>
                  <a:path w="1" h="148532" fill="none" extrusionOk="0">
                    <a:moveTo>
                      <a:pt x="0" y="1"/>
                    </a:moveTo>
                    <a:lnTo>
                      <a:pt x="0" y="14853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4506833" y="26"/>
                <a:ext cx="17" cy="5143292"/>
              </a:xfrm>
              <a:custGeom>
                <a:avLst/>
                <a:gdLst/>
                <a:ahLst/>
                <a:cxnLst/>
                <a:rect l="l" t="t" r="r" b="b"/>
                <a:pathLst>
                  <a:path w="1" h="148532" fill="none" extrusionOk="0">
                    <a:moveTo>
                      <a:pt x="1" y="1"/>
                    </a:moveTo>
                    <a:lnTo>
                      <a:pt x="1" y="14853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9" name="Google Shape;19;p2"/>
              <p:cNvGrpSpPr/>
              <p:nvPr/>
            </p:nvGrpSpPr>
            <p:grpSpPr>
              <a:xfrm>
                <a:off x="532150" y="161850"/>
                <a:ext cx="8612252" cy="4819800"/>
                <a:chOff x="532150" y="72525"/>
                <a:chExt cx="8612252" cy="4819800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532150" y="72525"/>
                  <a:ext cx="8612252" cy="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058" h="1" fill="none" extrusionOk="0">
                      <a:moveTo>
                        <a:pt x="264057" y="1"/>
                      </a:moveTo>
                      <a:lnTo>
                        <a:pt x="1" y="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532150" y="554470"/>
                  <a:ext cx="8612252" cy="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058" h="1" fill="none" extrusionOk="0">
                      <a:moveTo>
                        <a:pt x="264057" y="0"/>
                      </a:moveTo>
                      <a:lnTo>
                        <a:pt x="1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532150" y="1036398"/>
                  <a:ext cx="8612252" cy="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058" h="1" fill="none" extrusionOk="0">
                      <a:moveTo>
                        <a:pt x="264057" y="0"/>
                      </a:moveTo>
                      <a:lnTo>
                        <a:pt x="1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" name="Google Shape;23;p2"/>
                <p:cNvSpPr/>
                <p:nvPr/>
              </p:nvSpPr>
              <p:spPr>
                <a:xfrm>
                  <a:off x="532150" y="1518532"/>
                  <a:ext cx="8612252" cy="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058" h="1" fill="none" extrusionOk="0">
                      <a:moveTo>
                        <a:pt x="264057" y="1"/>
                      </a:moveTo>
                      <a:lnTo>
                        <a:pt x="1" y="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" name="Google Shape;24;p2"/>
                <p:cNvSpPr/>
                <p:nvPr/>
              </p:nvSpPr>
              <p:spPr>
                <a:xfrm>
                  <a:off x="532150" y="2000460"/>
                  <a:ext cx="8612252" cy="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058" h="1" fill="none" extrusionOk="0">
                      <a:moveTo>
                        <a:pt x="264057" y="1"/>
                      </a:moveTo>
                      <a:lnTo>
                        <a:pt x="1" y="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532150" y="2482405"/>
                  <a:ext cx="8612252" cy="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058" h="1" fill="none" extrusionOk="0">
                      <a:moveTo>
                        <a:pt x="264057" y="0"/>
                      </a:moveTo>
                      <a:lnTo>
                        <a:pt x="1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532150" y="2964373"/>
                  <a:ext cx="8612252" cy="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058" h="1" fill="none" extrusionOk="0">
                      <a:moveTo>
                        <a:pt x="264057" y="1"/>
                      </a:moveTo>
                      <a:lnTo>
                        <a:pt x="1" y="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532150" y="3446318"/>
                  <a:ext cx="8612252" cy="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058" h="1" fill="none" extrusionOk="0">
                      <a:moveTo>
                        <a:pt x="264057" y="0"/>
                      </a:moveTo>
                      <a:lnTo>
                        <a:pt x="1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" name="Google Shape;28;p2"/>
                <p:cNvSpPr/>
                <p:nvPr/>
              </p:nvSpPr>
              <p:spPr>
                <a:xfrm>
                  <a:off x="532150" y="3928246"/>
                  <a:ext cx="8612252" cy="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058" h="1" fill="none" extrusionOk="0">
                      <a:moveTo>
                        <a:pt x="264057" y="0"/>
                      </a:moveTo>
                      <a:lnTo>
                        <a:pt x="1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" name="Google Shape;29;p2"/>
                <p:cNvSpPr/>
                <p:nvPr/>
              </p:nvSpPr>
              <p:spPr>
                <a:xfrm>
                  <a:off x="532150" y="4410380"/>
                  <a:ext cx="8612252" cy="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058" h="1" fill="none" extrusionOk="0">
                      <a:moveTo>
                        <a:pt x="264057" y="1"/>
                      </a:moveTo>
                      <a:lnTo>
                        <a:pt x="1" y="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532150" y="4892308"/>
                  <a:ext cx="8612252" cy="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058" h="1" fill="none" extrusionOk="0">
                      <a:moveTo>
                        <a:pt x="264057" y="1"/>
                      </a:moveTo>
                      <a:lnTo>
                        <a:pt x="1" y="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1" name="Google Shape;31;p2"/>
              <p:cNvSpPr/>
              <p:nvPr/>
            </p:nvSpPr>
            <p:spPr>
              <a:xfrm>
                <a:off x="5003700" y="26"/>
                <a:ext cx="17" cy="5143292"/>
              </a:xfrm>
              <a:custGeom>
                <a:avLst/>
                <a:gdLst/>
                <a:ahLst/>
                <a:cxnLst/>
                <a:rect l="l" t="t" r="r" b="b"/>
                <a:pathLst>
                  <a:path w="1" h="148532" fill="none" extrusionOk="0">
                    <a:moveTo>
                      <a:pt x="0" y="1"/>
                    </a:moveTo>
                    <a:lnTo>
                      <a:pt x="0" y="14853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5500576" y="26"/>
                <a:ext cx="17" cy="5143292"/>
              </a:xfrm>
              <a:custGeom>
                <a:avLst/>
                <a:gdLst/>
                <a:ahLst/>
                <a:cxnLst/>
                <a:rect l="l" t="t" r="r" b="b"/>
                <a:pathLst>
                  <a:path w="1" h="148532" fill="none" extrusionOk="0">
                    <a:moveTo>
                      <a:pt x="1" y="1"/>
                    </a:moveTo>
                    <a:lnTo>
                      <a:pt x="1" y="14853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5997469" y="26"/>
                <a:ext cx="17" cy="5143292"/>
              </a:xfrm>
              <a:custGeom>
                <a:avLst/>
                <a:gdLst/>
                <a:ahLst/>
                <a:cxnLst/>
                <a:rect l="l" t="t" r="r" b="b"/>
                <a:pathLst>
                  <a:path w="1" h="148532" fill="none" extrusionOk="0">
                    <a:moveTo>
                      <a:pt x="1" y="1"/>
                    </a:moveTo>
                    <a:lnTo>
                      <a:pt x="1" y="14853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6494156" y="26"/>
                <a:ext cx="17" cy="5143292"/>
              </a:xfrm>
              <a:custGeom>
                <a:avLst/>
                <a:gdLst/>
                <a:ahLst/>
                <a:cxnLst/>
                <a:rect l="l" t="t" r="r" b="b"/>
                <a:pathLst>
                  <a:path w="1" h="148532" fill="none" extrusionOk="0">
                    <a:moveTo>
                      <a:pt x="0" y="1"/>
                    </a:moveTo>
                    <a:lnTo>
                      <a:pt x="0" y="14853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6991032" y="26"/>
                <a:ext cx="17" cy="5143292"/>
              </a:xfrm>
              <a:custGeom>
                <a:avLst/>
                <a:gdLst/>
                <a:ahLst/>
                <a:cxnLst/>
                <a:rect l="l" t="t" r="r" b="b"/>
                <a:pathLst>
                  <a:path w="1" h="148532" fill="none" extrusionOk="0">
                    <a:moveTo>
                      <a:pt x="1" y="1"/>
                    </a:moveTo>
                    <a:lnTo>
                      <a:pt x="1" y="14853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7487926" y="26"/>
                <a:ext cx="17" cy="5143292"/>
              </a:xfrm>
              <a:custGeom>
                <a:avLst/>
                <a:gdLst/>
                <a:ahLst/>
                <a:cxnLst/>
                <a:rect l="l" t="t" r="r" b="b"/>
                <a:pathLst>
                  <a:path w="1" h="148532" fill="none" extrusionOk="0">
                    <a:moveTo>
                      <a:pt x="0" y="1"/>
                    </a:moveTo>
                    <a:lnTo>
                      <a:pt x="0" y="14853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7984595" y="26"/>
                <a:ext cx="17" cy="5143292"/>
              </a:xfrm>
              <a:custGeom>
                <a:avLst/>
                <a:gdLst/>
                <a:ahLst/>
                <a:cxnLst/>
                <a:rect l="l" t="t" r="r" b="b"/>
                <a:pathLst>
                  <a:path w="1" h="148532" fill="none" extrusionOk="0">
                    <a:moveTo>
                      <a:pt x="1" y="1"/>
                    </a:moveTo>
                    <a:lnTo>
                      <a:pt x="1" y="14853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8481488" y="26"/>
                <a:ext cx="17" cy="5143292"/>
              </a:xfrm>
              <a:custGeom>
                <a:avLst/>
                <a:gdLst/>
                <a:ahLst/>
                <a:cxnLst/>
                <a:rect l="l" t="t" r="r" b="b"/>
                <a:pathLst>
                  <a:path w="1" h="148532" fill="none" extrusionOk="0">
                    <a:moveTo>
                      <a:pt x="1" y="1"/>
                    </a:moveTo>
                    <a:lnTo>
                      <a:pt x="1" y="14853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8978382" y="26"/>
                <a:ext cx="17" cy="5143292"/>
              </a:xfrm>
              <a:custGeom>
                <a:avLst/>
                <a:gdLst/>
                <a:ahLst/>
                <a:cxnLst/>
                <a:rect l="l" t="t" r="r" b="b"/>
                <a:pathLst>
                  <a:path w="1" h="148532" fill="none" extrusionOk="0">
                    <a:moveTo>
                      <a:pt x="0" y="1"/>
                    </a:moveTo>
                    <a:lnTo>
                      <a:pt x="0" y="14853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711098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41;p2"/>
            <p:cNvGrpSpPr/>
            <p:nvPr/>
          </p:nvGrpSpPr>
          <p:grpSpPr>
            <a:xfrm>
              <a:off x="297012" y="145150"/>
              <a:ext cx="132900" cy="4853200"/>
              <a:chOff x="194265" y="145150"/>
              <a:chExt cx="132900" cy="4853200"/>
            </a:xfrm>
          </p:grpSpPr>
          <p:sp>
            <p:nvSpPr>
              <p:cNvPr id="42" name="Google Shape;42;p2"/>
              <p:cNvSpPr/>
              <p:nvPr/>
            </p:nvSpPr>
            <p:spPr>
              <a:xfrm>
                <a:off x="194265" y="145150"/>
                <a:ext cx="132900" cy="1329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94265" y="617180"/>
                <a:ext cx="132900" cy="1329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94265" y="1089210"/>
                <a:ext cx="132900" cy="1329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194265" y="1561240"/>
                <a:ext cx="132900" cy="1329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194265" y="2033270"/>
                <a:ext cx="132900" cy="1329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194265" y="2505300"/>
                <a:ext cx="132900" cy="1329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194265" y="2977330"/>
                <a:ext cx="132900" cy="1329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194265" y="3449360"/>
                <a:ext cx="132900" cy="1329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194265" y="3921390"/>
                <a:ext cx="132900" cy="1329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194265" y="4393420"/>
                <a:ext cx="132900" cy="1329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194265" y="4865450"/>
                <a:ext cx="132900" cy="1329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3" name="Google Shape;53;p2"/>
            <p:cNvSpPr/>
            <p:nvPr/>
          </p:nvSpPr>
          <p:spPr>
            <a:xfrm rot="4878915">
              <a:off x="2659448" y="1617394"/>
              <a:ext cx="1047651" cy="4524847"/>
            </a:xfrm>
            <a:custGeom>
              <a:avLst/>
              <a:gdLst/>
              <a:ahLst/>
              <a:cxnLst/>
              <a:rect l="l" t="t" r="r" b="b"/>
              <a:pathLst>
                <a:path w="7109" h="12408" extrusionOk="0">
                  <a:moveTo>
                    <a:pt x="5585" y="1"/>
                  </a:moveTo>
                  <a:cubicBezTo>
                    <a:pt x="5116" y="1"/>
                    <a:pt x="4626" y="140"/>
                    <a:pt x="4286" y="361"/>
                  </a:cubicBezTo>
                  <a:cubicBezTo>
                    <a:pt x="3870" y="659"/>
                    <a:pt x="3524" y="1052"/>
                    <a:pt x="3274" y="1492"/>
                  </a:cubicBezTo>
                  <a:cubicBezTo>
                    <a:pt x="2691" y="2492"/>
                    <a:pt x="2191" y="3552"/>
                    <a:pt x="1798" y="4647"/>
                  </a:cubicBezTo>
                  <a:cubicBezTo>
                    <a:pt x="1548" y="5266"/>
                    <a:pt x="1322" y="5886"/>
                    <a:pt x="1131" y="6529"/>
                  </a:cubicBezTo>
                  <a:cubicBezTo>
                    <a:pt x="929" y="7183"/>
                    <a:pt x="750" y="7802"/>
                    <a:pt x="583" y="8481"/>
                  </a:cubicBezTo>
                  <a:cubicBezTo>
                    <a:pt x="417" y="9160"/>
                    <a:pt x="262" y="9838"/>
                    <a:pt x="155" y="10529"/>
                  </a:cubicBezTo>
                  <a:cubicBezTo>
                    <a:pt x="95" y="10850"/>
                    <a:pt x="48" y="11160"/>
                    <a:pt x="24" y="11482"/>
                  </a:cubicBezTo>
                  <a:cubicBezTo>
                    <a:pt x="0" y="11993"/>
                    <a:pt x="262" y="12255"/>
                    <a:pt x="750" y="12351"/>
                  </a:cubicBezTo>
                  <a:cubicBezTo>
                    <a:pt x="907" y="12389"/>
                    <a:pt x="1065" y="12408"/>
                    <a:pt x="1223" y="12408"/>
                  </a:cubicBezTo>
                  <a:cubicBezTo>
                    <a:pt x="1652" y="12408"/>
                    <a:pt x="2075" y="12270"/>
                    <a:pt x="2441" y="12017"/>
                  </a:cubicBezTo>
                  <a:cubicBezTo>
                    <a:pt x="2917" y="11636"/>
                    <a:pt x="3108" y="11017"/>
                    <a:pt x="3310" y="10469"/>
                  </a:cubicBezTo>
                  <a:cubicBezTo>
                    <a:pt x="3739" y="9326"/>
                    <a:pt x="4096" y="8160"/>
                    <a:pt x="4453" y="6993"/>
                  </a:cubicBezTo>
                  <a:cubicBezTo>
                    <a:pt x="4798" y="5886"/>
                    <a:pt x="5155" y="4778"/>
                    <a:pt x="5572" y="3707"/>
                  </a:cubicBezTo>
                  <a:cubicBezTo>
                    <a:pt x="5810" y="3123"/>
                    <a:pt x="6048" y="2540"/>
                    <a:pt x="6310" y="1968"/>
                  </a:cubicBezTo>
                  <a:cubicBezTo>
                    <a:pt x="6537" y="1468"/>
                    <a:pt x="7108" y="540"/>
                    <a:pt x="6382" y="171"/>
                  </a:cubicBezTo>
                  <a:cubicBezTo>
                    <a:pt x="6151" y="53"/>
                    <a:pt x="5872" y="1"/>
                    <a:pt x="5585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 rot="5736429">
              <a:off x="8603154" y="1126444"/>
              <a:ext cx="233371" cy="413799"/>
            </a:xfrm>
            <a:custGeom>
              <a:avLst/>
              <a:gdLst/>
              <a:ahLst/>
              <a:cxnLst/>
              <a:rect l="l" t="t" r="r" b="b"/>
              <a:pathLst>
                <a:path w="15538" h="27551" extrusionOk="0">
                  <a:moveTo>
                    <a:pt x="8994" y="2908"/>
                  </a:moveTo>
                  <a:cubicBezTo>
                    <a:pt x="10071" y="2908"/>
                    <a:pt x="11146" y="3372"/>
                    <a:pt x="12216" y="4301"/>
                  </a:cubicBezTo>
                  <a:cubicBezTo>
                    <a:pt x="12954" y="6658"/>
                    <a:pt x="12645" y="8706"/>
                    <a:pt x="11275" y="10444"/>
                  </a:cubicBezTo>
                  <a:cubicBezTo>
                    <a:pt x="9656" y="13147"/>
                    <a:pt x="9537" y="16469"/>
                    <a:pt x="8346" y="19445"/>
                  </a:cubicBezTo>
                  <a:cubicBezTo>
                    <a:pt x="7977" y="20386"/>
                    <a:pt x="7882" y="21660"/>
                    <a:pt x="7989" y="22934"/>
                  </a:cubicBezTo>
                  <a:cubicBezTo>
                    <a:pt x="7906" y="22898"/>
                    <a:pt x="7811" y="22874"/>
                    <a:pt x="7715" y="22863"/>
                  </a:cubicBezTo>
                  <a:cubicBezTo>
                    <a:pt x="6120" y="20422"/>
                    <a:pt x="5286" y="17588"/>
                    <a:pt x="4310" y="14862"/>
                  </a:cubicBezTo>
                  <a:cubicBezTo>
                    <a:pt x="3215" y="11766"/>
                    <a:pt x="3120" y="8444"/>
                    <a:pt x="4584" y="5479"/>
                  </a:cubicBezTo>
                  <a:cubicBezTo>
                    <a:pt x="6059" y="3765"/>
                    <a:pt x="7529" y="2908"/>
                    <a:pt x="8994" y="2908"/>
                  </a:cubicBezTo>
                  <a:close/>
                  <a:moveTo>
                    <a:pt x="8865" y="1"/>
                  </a:moveTo>
                  <a:cubicBezTo>
                    <a:pt x="8350" y="1"/>
                    <a:pt x="7821" y="91"/>
                    <a:pt x="7287" y="288"/>
                  </a:cubicBezTo>
                  <a:cubicBezTo>
                    <a:pt x="2250" y="2158"/>
                    <a:pt x="0" y="7218"/>
                    <a:pt x="1072" y="12421"/>
                  </a:cubicBezTo>
                  <a:cubicBezTo>
                    <a:pt x="1988" y="16862"/>
                    <a:pt x="3215" y="22791"/>
                    <a:pt x="7215" y="25625"/>
                  </a:cubicBezTo>
                  <a:cubicBezTo>
                    <a:pt x="7692" y="26530"/>
                    <a:pt x="8525" y="27042"/>
                    <a:pt x="9906" y="27494"/>
                  </a:cubicBezTo>
                  <a:cubicBezTo>
                    <a:pt x="10024" y="27532"/>
                    <a:pt x="10139" y="27550"/>
                    <a:pt x="10251" y="27550"/>
                  </a:cubicBezTo>
                  <a:cubicBezTo>
                    <a:pt x="11114" y="27550"/>
                    <a:pt x="11750" y="26499"/>
                    <a:pt x="11275" y="25708"/>
                  </a:cubicBezTo>
                  <a:cubicBezTo>
                    <a:pt x="9466" y="22708"/>
                    <a:pt x="11561" y="18457"/>
                    <a:pt x="12585" y="15540"/>
                  </a:cubicBezTo>
                  <a:cubicBezTo>
                    <a:pt x="13216" y="13742"/>
                    <a:pt x="13287" y="12064"/>
                    <a:pt x="14311" y="10325"/>
                  </a:cubicBezTo>
                  <a:cubicBezTo>
                    <a:pt x="14776" y="9539"/>
                    <a:pt x="15538" y="7837"/>
                    <a:pt x="15442" y="6896"/>
                  </a:cubicBezTo>
                  <a:cubicBezTo>
                    <a:pt x="15153" y="3998"/>
                    <a:pt x="12297" y="1"/>
                    <a:pt x="886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 rot="-5400000">
              <a:off x="1083476" y="4548189"/>
              <a:ext cx="381628" cy="279657"/>
            </a:xfrm>
            <a:custGeom>
              <a:avLst/>
              <a:gdLst/>
              <a:ahLst/>
              <a:cxnLst/>
              <a:rect l="l" t="t" r="r" b="b"/>
              <a:pathLst>
                <a:path w="25408" h="18619" extrusionOk="0">
                  <a:moveTo>
                    <a:pt x="8394" y="3051"/>
                  </a:moveTo>
                  <a:cubicBezTo>
                    <a:pt x="11252" y="3051"/>
                    <a:pt x="13593" y="4002"/>
                    <a:pt x="15777" y="5851"/>
                  </a:cubicBezTo>
                  <a:cubicBezTo>
                    <a:pt x="18313" y="8006"/>
                    <a:pt x="20670" y="11054"/>
                    <a:pt x="21837" y="14329"/>
                  </a:cubicBezTo>
                  <a:cubicBezTo>
                    <a:pt x="16598" y="11674"/>
                    <a:pt x="9204" y="13126"/>
                    <a:pt x="5180" y="7721"/>
                  </a:cubicBezTo>
                  <a:cubicBezTo>
                    <a:pt x="3049" y="4851"/>
                    <a:pt x="5299" y="3101"/>
                    <a:pt x="8133" y="3053"/>
                  </a:cubicBezTo>
                  <a:cubicBezTo>
                    <a:pt x="8220" y="3052"/>
                    <a:pt x="8308" y="3051"/>
                    <a:pt x="8394" y="3051"/>
                  </a:cubicBezTo>
                  <a:close/>
                  <a:moveTo>
                    <a:pt x="7144" y="1"/>
                  </a:moveTo>
                  <a:cubicBezTo>
                    <a:pt x="5425" y="1"/>
                    <a:pt x="3883" y="431"/>
                    <a:pt x="2882" y="1529"/>
                  </a:cubicBezTo>
                  <a:cubicBezTo>
                    <a:pt x="1" y="4708"/>
                    <a:pt x="2001" y="9447"/>
                    <a:pt x="5132" y="11674"/>
                  </a:cubicBezTo>
                  <a:cubicBezTo>
                    <a:pt x="7454" y="13317"/>
                    <a:pt x="10062" y="14305"/>
                    <a:pt x="12824" y="14948"/>
                  </a:cubicBezTo>
                  <a:cubicBezTo>
                    <a:pt x="15991" y="15686"/>
                    <a:pt x="19503" y="15603"/>
                    <a:pt x="22480" y="16984"/>
                  </a:cubicBezTo>
                  <a:cubicBezTo>
                    <a:pt x="22504" y="17127"/>
                    <a:pt x="22539" y="17269"/>
                    <a:pt x="22551" y="17412"/>
                  </a:cubicBezTo>
                  <a:cubicBezTo>
                    <a:pt x="22637" y="18283"/>
                    <a:pt x="23154" y="18619"/>
                    <a:pt x="23702" y="18619"/>
                  </a:cubicBezTo>
                  <a:cubicBezTo>
                    <a:pt x="24519" y="18619"/>
                    <a:pt x="25408" y="17872"/>
                    <a:pt x="25052" y="17031"/>
                  </a:cubicBezTo>
                  <a:cubicBezTo>
                    <a:pt x="24683" y="11674"/>
                    <a:pt x="20849" y="6768"/>
                    <a:pt x="16884" y="3423"/>
                  </a:cubicBezTo>
                  <a:cubicBezTo>
                    <a:pt x="15014" y="1841"/>
                    <a:pt x="10699" y="1"/>
                    <a:pt x="71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4124284" y="238450"/>
              <a:ext cx="413260" cy="416985"/>
            </a:xfrm>
            <a:custGeom>
              <a:avLst/>
              <a:gdLst/>
              <a:ahLst/>
              <a:cxnLst/>
              <a:rect l="l" t="t" r="r" b="b"/>
              <a:pathLst>
                <a:path w="27514" h="27762" extrusionOk="0">
                  <a:moveTo>
                    <a:pt x="9258" y="3049"/>
                  </a:moveTo>
                  <a:cubicBezTo>
                    <a:pt x="9906" y="3049"/>
                    <a:pt x="10551" y="3168"/>
                    <a:pt x="11145" y="3429"/>
                  </a:cubicBezTo>
                  <a:cubicBezTo>
                    <a:pt x="13919" y="4644"/>
                    <a:pt x="15812" y="7751"/>
                    <a:pt x="17241" y="10276"/>
                  </a:cubicBezTo>
                  <a:cubicBezTo>
                    <a:pt x="19003" y="13347"/>
                    <a:pt x="19955" y="16693"/>
                    <a:pt x="19217" y="20241"/>
                  </a:cubicBezTo>
                  <a:cubicBezTo>
                    <a:pt x="19098" y="20765"/>
                    <a:pt x="18943" y="21265"/>
                    <a:pt x="18729" y="21765"/>
                  </a:cubicBezTo>
                  <a:cubicBezTo>
                    <a:pt x="16157" y="16764"/>
                    <a:pt x="7632" y="12883"/>
                    <a:pt x="5060" y="8966"/>
                  </a:cubicBezTo>
                  <a:cubicBezTo>
                    <a:pt x="2982" y="5803"/>
                    <a:pt x="6153" y="3049"/>
                    <a:pt x="9258" y="3049"/>
                  </a:cubicBezTo>
                  <a:close/>
                  <a:moveTo>
                    <a:pt x="8834" y="0"/>
                  </a:moveTo>
                  <a:cubicBezTo>
                    <a:pt x="7866" y="0"/>
                    <a:pt x="6885" y="185"/>
                    <a:pt x="5906" y="584"/>
                  </a:cubicBezTo>
                  <a:cubicBezTo>
                    <a:pt x="1084" y="2548"/>
                    <a:pt x="0" y="7656"/>
                    <a:pt x="3084" y="11573"/>
                  </a:cubicBezTo>
                  <a:cubicBezTo>
                    <a:pt x="5025" y="14050"/>
                    <a:pt x="7489" y="15967"/>
                    <a:pt x="10013" y="17824"/>
                  </a:cubicBezTo>
                  <a:cubicBezTo>
                    <a:pt x="12942" y="19979"/>
                    <a:pt x="18145" y="22372"/>
                    <a:pt x="17443" y="26801"/>
                  </a:cubicBezTo>
                  <a:cubicBezTo>
                    <a:pt x="17364" y="27316"/>
                    <a:pt x="17816" y="27762"/>
                    <a:pt x="18247" y="27762"/>
                  </a:cubicBezTo>
                  <a:cubicBezTo>
                    <a:pt x="18464" y="27762"/>
                    <a:pt x="18676" y="27648"/>
                    <a:pt x="18812" y="27373"/>
                  </a:cubicBezTo>
                  <a:cubicBezTo>
                    <a:pt x="18991" y="27028"/>
                    <a:pt x="19134" y="26658"/>
                    <a:pt x="19241" y="26277"/>
                  </a:cubicBezTo>
                  <a:cubicBezTo>
                    <a:pt x="19277" y="26266"/>
                    <a:pt x="19312" y="26242"/>
                    <a:pt x="19348" y="26218"/>
                  </a:cubicBezTo>
                  <a:cubicBezTo>
                    <a:pt x="27514" y="19833"/>
                    <a:pt x="18864" y="0"/>
                    <a:pt x="88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57;p2"/>
          <p:cNvSpPr txBox="1">
            <a:spLocks noGrp="1"/>
          </p:cNvSpPr>
          <p:nvPr>
            <p:ph type="ctrTitle"/>
          </p:nvPr>
        </p:nvSpPr>
        <p:spPr>
          <a:xfrm>
            <a:off x="968547" y="1222688"/>
            <a:ext cx="4990200" cy="203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sz="4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sz="5200"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sz="5200"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sz="5200"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sz="5200"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sz="5200"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sz="5200"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sz="5200"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sz="52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2"/>
          <p:cNvSpPr txBox="1">
            <a:spLocks noGrp="1"/>
          </p:cNvSpPr>
          <p:nvPr>
            <p:ph type="subTitle" idx="1"/>
          </p:nvPr>
        </p:nvSpPr>
        <p:spPr>
          <a:xfrm>
            <a:off x="889547" y="3664551"/>
            <a:ext cx="4556100" cy="3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3"/>
          <p:cNvGrpSpPr/>
          <p:nvPr/>
        </p:nvGrpSpPr>
        <p:grpSpPr>
          <a:xfrm>
            <a:off x="711097" y="26"/>
            <a:ext cx="8612252" cy="5143292"/>
            <a:chOff x="532150" y="26"/>
            <a:chExt cx="8612252" cy="5143292"/>
          </a:xfrm>
        </p:grpSpPr>
        <p:sp>
          <p:nvSpPr>
            <p:cNvPr id="61" name="Google Shape;61;p3"/>
            <p:cNvSpPr/>
            <p:nvPr/>
          </p:nvSpPr>
          <p:spPr>
            <a:xfrm>
              <a:off x="1029044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1525731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2022607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2519501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3016170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3513063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4009957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4506833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9" name="Google Shape;69;p3"/>
            <p:cNvGrpSpPr/>
            <p:nvPr/>
          </p:nvGrpSpPr>
          <p:grpSpPr>
            <a:xfrm>
              <a:off x="532150" y="161850"/>
              <a:ext cx="8612252" cy="4819800"/>
              <a:chOff x="532150" y="72525"/>
              <a:chExt cx="8612252" cy="4819800"/>
            </a:xfrm>
          </p:grpSpPr>
          <p:sp>
            <p:nvSpPr>
              <p:cNvPr id="70" name="Google Shape;70;p3"/>
              <p:cNvSpPr/>
              <p:nvPr/>
            </p:nvSpPr>
            <p:spPr>
              <a:xfrm>
                <a:off x="532150" y="72525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3"/>
              <p:cNvSpPr/>
              <p:nvPr/>
            </p:nvSpPr>
            <p:spPr>
              <a:xfrm>
                <a:off x="532150" y="55447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532150" y="103639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532150" y="1518532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532150" y="200046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532150" y="2482405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532150" y="2964373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3"/>
              <p:cNvSpPr/>
              <p:nvPr/>
            </p:nvSpPr>
            <p:spPr>
              <a:xfrm>
                <a:off x="532150" y="344631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532150" y="3928246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532150" y="441038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532150" y="489230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1" name="Google Shape;81;p3"/>
            <p:cNvSpPr/>
            <p:nvPr/>
          </p:nvSpPr>
          <p:spPr>
            <a:xfrm>
              <a:off x="5003700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550057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5997469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649415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6991032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748792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7984595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8481488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8978382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" name="Google Shape;90;p3"/>
          <p:cNvGrpSpPr/>
          <p:nvPr/>
        </p:nvGrpSpPr>
        <p:grpSpPr>
          <a:xfrm>
            <a:off x="1358079" y="165077"/>
            <a:ext cx="7644413" cy="424501"/>
            <a:chOff x="1358079" y="165077"/>
            <a:chExt cx="7644413" cy="424501"/>
          </a:xfrm>
        </p:grpSpPr>
        <p:sp>
          <p:nvSpPr>
            <p:cNvPr id="91" name="Google Shape;91;p3"/>
            <p:cNvSpPr/>
            <p:nvPr/>
          </p:nvSpPr>
          <p:spPr>
            <a:xfrm rot="5736429">
              <a:off x="1458704" y="196469"/>
              <a:ext cx="233371" cy="413799"/>
            </a:xfrm>
            <a:custGeom>
              <a:avLst/>
              <a:gdLst/>
              <a:ahLst/>
              <a:cxnLst/>
              <a:rect l="l" t="t" r="r" b="b"/>
              <a:pathLst>
                <a:path w="15538" h="27551" extrusionOk="0">
                  <a:moveTo>
                    <a:pt x="8994" y="2908"/>
                  </a:moveTo>
                  <a:cubicBezTo>
                    <a:pt x="10071" y="2908"/>
                    <a:pt x="11146" y="3372"/>
                    <a:pt x="12216" y="4301"/>
                  </a:cubicBezTo>
                  <a:cubicBezTo>
                    <a:pt x="12954" y="6658"/>
                    <a:pt x="12645" y="8706"/>
                    <a:pt x="11275" y="10444"/>
                  </a:cubicBezTo>
                  <a:cubicBezTo>
                    <a:pt x="9656" y="13147"/>
                    <a:pt x="9537" y="16469"/>
                    <a:pt x="8346" y="19445"/>
                  </a:cubicBezTo>
                  <a:cubicBezTo>
                    <a:pt x="7977" y="20386"/>
                    <a:pt x="7882" y="21660"/>
                    <a:pt x="7989" y="22934"/>
                  </a:cubicBezTo>
                  <a:cubicBezTo>
                    <a:pt x="7906" y="22898"/>
                    <a:pt x="7811" y="22874"/>
                    <a:pt x="7715" y="22863"/>
                  </a:cubicBezTo>
                  <a:cubicBezTo>
                    <a:pt x="6120" y="20422"/>
                    <a:pt x="5286" y="17588"/>
                    <a:pt x="4310" y="14862"/>
                  </a:cubicBezTo>
                  <a:cubicBezTo>
                    <a:pt x="3215" y="11766"/>
                    <a:pt x="3120" y="8444"/>
                    <a:pt x="4584" y="5479"/>
                  </a:cubicBezTo>
                  <a:cubicBezTo>
                    <a:pt x="6059" y="3765"/>
                    <a:pt x="7529" y="2908"/>
                    <a:pt x="8994" y="2908"/>
                  </a:cubicBezTo>
                  <a:close/>
                  <a:moveTo>
                    <a:pt x="8865" y="1"/>
                  </a:moveTo>
                  <a:cubicBezTo>
                    <a:pt x="8350" y="1"/>
                    <a:pt x="7821" y="91"/>
                    <a:pt x="7287" y="288"/>
                  </a:cubicBezTo>
                  <a:cubicBezTo>
                    <a:pt x="2250" y="2158"/>
                    <a:pt x="0" y="7218"/>
                    <a:pt x="1072" y="12421"/>
                  </a:cubicBezTo>
                  <a:cubicBezTo>
                    <a:pt x="1988" y="16862"/>
                    <a:pt x="3215" y="22791"/>
                    <a:pt x="7215" y="25625"/>
                  </a:cubicBezTo>
                  <a:cubicBezTo>
                    <a:pt x="7692" y="26530"/>
                    <a:pt x="8525" y="27042"/>
                    <a:pt x="9906" y="27494"/>
                  </a:cubicBezTo>
                  <a:cubicBezTo>
                    <a:pt x="10024" y="27532"/>
                    <a:pt x="10139" y="27550"/>
                    <a:pt x="10251" y="27550"/>
                  </a:cubicBezTo>
                  <a:cubicBezTo>
                    <a:pt x="11114" y="27550"/>
                    <a:pt x="11750" y="26499"/>
                    <a:pt x="11275" y="25708"/>
                  </a:cubicBezTo>
                  <a:cubicBezTo>
                    <a:pt x="9466" y="22708"/>
                    <a:pt x="11561" y="18457"/>
                    <a:pt x="12585" y="15540"/>
                  </a:cubicBezTo>
                  <a:cubicBezTo>
                    <a:pt x="13216" y="13742"/>
                    <a:pt x="13287" y="12064"/>
                    <a:pt x="14311" y="10325"/>
                  </a:cubicBezTo>
                  <a:cubicBezTo>
                    <a:pt x="14776" y="9539"/>
                    <a:pt x="15538" y="7837"/>
                    <a:pt x="15442" y="6896"/>
                  </a:cubicBezTo>
                  <a:cubicBezTo>
                    <a:pt x="15153" y="3998"/>
                    <a:pt x="12297" y="1"/>
                    <a:pt x="886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3"/>
            <p:cNvSpPr/>
            <p:nvPr/>
          </p:nvSpPr>
          <p:spPr>
            <a:xfrm rot="-3313661">
              <a:off x="8651002" y="175472"/>
              <a:ext cx="236489" cy="403711"/>
            </a:xfrm>
            <a:custGeom>
              <a:avLst/>
              <a:gdLst/>
              <a:ahLst/>
              <a:cxnLst/>
              <a:rect l="l" t="t" r="r" b="b"/>
              <a:pathLst>
                <a:path w="19003" h="32440" extrusionOk="0">
                  <a:moveTo>
                    <a:pt x="13207" y="2777"/>
                  </a:moveTo>
                  <a:cubicBezTo>
                    <a:pt x="13954" y="2777"/>
                    <a:pt x="14675" y="3347"/>
                    <a:pt x="15264" y="4842"/>
                  </a:cubicBezTo>
                  <a:cubicBezTo>
                    <a:pt x="16490" y="7925"/>
                    <a:pt x="14788" y="10878"/>
                    <a:pt x="13633" y="13664"/>
                  </a:cubicBezTo>
                  <a:cubicBezTo>
                    <a:pt x="12144" y="17224"/>
                    <a:pt x="11025" y="20391"/>
                    <a:pt x="10668" y="23808"/>
                  </a:cubicBezTo>
                  <a:cubicBezTo>
                    <a:pt x="10513" y="23558"/>
                    <a:pt x="10370" y="23308"/>
                    <a:pt x="10239" y="23070"/>
                  </a:cubicBezTo>
                  <a:cubicBezTo>
                    <a:pt x="8025" y="18963"/>
                    <a:pt x="7906" y="12974"/>
                    <a:pt x="8632" y="8426"/>
                  </a:cubicBezTo>
                  <a:cubicBezTo>
                    <a:pt x="8816" y="7250"/>
                    <a:pt x="11115" y="2777"/>
                    <a:pt x="13207" y="2777"/>
                  </a:cubicBezTo>
                  <a:close/>
                  <a:moveTo>
                    <a:pt x="13026" y="0"/>
                  </a:moveTo>
                  <a:cubicBezTo>
                    <a:pt x="11652" y="0"/>
                    <a:pt x="10156" y="529"/>
                    <a:pt x="8692" y="1651"/>
                  </a:cubicBezTo>
                  <a:cubicBezTo>
                    <a:pt x="0" y="8295"/>
                    <a:pt x="7644" y="25951"/>
                    <a:pt x="12680" y="32190"/>
                  </a:cubicBezTo>
                  <a:cubicBezTo>
                    <a:pt x="12821" y="32367"/>
                    <a:pt x="12991" y="32440"/>
                    <a:pt x="13161" y="32440"/>
                  </a:cubicBezTo>
                  <a:cubicBezTo>
                    <a:pt x="13554" y="32440"/>
                    <a:pt x="13948" y="32053"/>
                    <a:pt x="13990" y="31655"/>
                  </a:cubicBezTo>
                  <a:cubicBezTo>
                    <a:pt x="14145" y="30154"/>
                    <a:pt x="13490" y="28559"/>
                    <a:pt x="12644" y="27035"/>
                  </a:cubicBezTo>
                  <a:cubicBezTo>
                    <a:pt x="12204" y="22868"/>
                    <a:pt x="15609" y="16260"/>
                    <a:pt x="17014" y="13426"/>
                  </a:cubicBezTo>
                  <a:cubicBezTo>
                    <a:pt x="18312" y="10819"/>
                    <a:pt x="19002" y="8140"/>
                    <a:pt x="18431" y="5223"/>
                  </a:cubicBezTo>
                  <a:cubicBezTo>
                    <a:pt x="17769" y="1884"/>
                    <a:pt x="15617" y="0"/>
                    <a:pt x="130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3"/>
          <p:cNvSpPr/>
          <p:nvPr/>
        </p:nvSpPr>
        <p:spPr>
          <a:xfrm>
            <a:off x="711098" y="26"/>
            <a:ext cx="17" cy="5143292"/>
          </a:xfrm>
          <a:custGeom>
            <a:avLst/>
            <a:gdLst/>
            <a:ahLst/>
            <a:cxnLst/>
            <a:rect l="l" t="t" r="r" b="b"/>
            <a:pathLst>
              <a:path w="1" h="148532" fill="none" extrusionOk="0">
                <a:moveTo>
                  <a:pt x="1" y="1"/>
                </a:moveTo>
                <a:lnTo>
                  <a:pt x="1" y="148531"/>
                </a:lnTo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" name="Google Shape;94;p3"/>
          <p:cNvGrpSpPr/>
          <p:nvPr/>
        </p:nvGrpSpPr>
        <p:grpSpPr>
          <a:xfrm>
            <a:off x="297012" y="145150"/>
            <a:ext cx="132900" cy="4853200"/>
            <a:chOff x="194265" y="145150"/>
            <a:chExt cx="132900" cy="4853200"/>
          </a:xfrm>
        </p:grpSpPr>
        <p:sp>
          <p:nvSpPr>
            <p:cNvPr id="95" name="Google Shape;95;p3"/>
            <p:cNvSpPr/>
            <p:nvPr/>
          </p:nvSpPr>
          <p:spPr>
            <a:xfrm>
              <a:off x="194265" y="14515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194265" y="61718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194265" y="108921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194265" y="156124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194265" y="203327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194265" y="250530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194265" y="297733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194265" y="344936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194265" y="392139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194265" y="439342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194265" y="486545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" name="Google Shape;106;p3"/>
          <p:cNvSpPr txBox="1">
            <a:spLocks noGrp="1"/>
          </p:cNvSpPr>
          <p:nvPr>
            <p:ph type="title"/>
          </p:nvPr>
        </p:nvSpPr>
        <p:spPr>
          <a:xfrm>
            <a:off x="1186375" y="2286000"/>
            <a:ext cx="4902600" cy="102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6500" b="1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7" name="Google Shape;107;p3"/>
          <p:cNvSpPr txBox="1">
            <a:spLocks noGrp="1"/>
          </p:cNvSpPr>
          <p:nvPr>
            <p:ph type="subTitle" idx="1"/>
          </p:nvPr>
        </p:nvSpPr>
        <p:spPr>
          <a:xfrm>
            <a:off x="1186375" y="3312600"/>
            <a:ext cx="4571100" cy="3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3"/>
          <p:cNvSpPr txBox="1">
            <a:spLocks noGrp="1"/>
          </p:cNvSpPr>
          <p:nvPr>
            <p:ph type="title" idx="2" hasCustomPrompt="1"/>
          </p:nvPr>
        </p:nvSpPr>
        <p:spPr>
          <a:xfrm>
            <a:off x="1017276" y="1038850"/>
            <a:ext cx="1778700" cy="101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4"/>
          <p:cNvGrpSpPr/>
          <p:nvPr/>
        </p:nvGrpSpPr>
        <p:grpSpPr>
          <a:xfrm>
            <a:off x="711097" y="26"/>
            <a:ext cx="8612252" cy="5143292"/>
            <a:chOff x="532150" y="26"/>
            <a:chExt cx="8612252" cy="5143292"/>
          </a:xfrm>
        </p:grpSpPr>
        <p:sp>
          <p:nvSpPr>
            <p:cNvPr id="111" name="Google Shape;111;p4"/>
            <p:cNvSpPr/>
            <p:nvPr/>
          </p:nvSpPr>
          <p:spPr>
            <a:xfrm>
              <a:off x="1029044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4"/>
            <p:cNvSpPr/>
            <p:nvPr/>
          </p:nvSpPr>
          <p:spPr>
            <a:xfrm>
              <a:off x="1525731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2022607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2519501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4"/>
            <p:cNvSpPr/>
            <p:nvPr/>
          </p:nvSpPr>
          <p:spPr>
            <a:xfrm>
              <a:off x="3016170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4"/>
            <p:cNvSpPr/>
            <p:nvPr/>
          </p:nvSpPr>
          <p:spPr>
            <a:xfrm>
              <a:off x="3513063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4"/>
            <p:cNvSpPr/>
            <p:nvPr/>
          </p:nvSpPr>
          <p:spPr>
            <a:xfrm>
              <a:off x="4009957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4"/>
            <p:cNvSpPr/>
            <p:nvPr/>
          </p:nvSpPr>
          <p:spPr>
            <a:xfrm>
              <a:off x="4506833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9" name="Google Shape;119;p4"/>
            <p:cNvGrpSpPr/>
            <p:nvPr/>
          </p:nvGrpSpPr>
          <p:grpSpPr>
            <a:xfrm>
              <a:off x="532150" y="161850"/>
              <a:ext cx="8612252" cy="4819800"/>
              <a:chOff x="532150" y="72525"/>
              <a:chExt cx="8612252" cy="4819800"/>
            </a:xfrm>
          </p:grpSpPr>
          <p:sp>
            <p:nvSpPr>
              <p:cNvPr id="120" name="Google Shape;120;p4"/>
              <p:cNvSpPr/>
              <p:nvPr/>
            </p:nvSpPr>
            <p:spPr>
              <a:xfrm>
                <a:off x="532150" y="72525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532150" y="55447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532150" y="103639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532150" y="1518532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532150" y="200046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4"/>
              <p:cNvSpPr/>
              <p:nvPr/>
            </p:nvSpPr>
            <p:spPr>
              <a:xfrm>
                <a:off x="532150" y="2482405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4"/>
              <p:cNvSpPr/>
              <p:nvPr/>
            </p:nvSpPr>
            <p:spPr>
              <a:xfrm>
                <a:off x="532150" y="2964373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532150" y="344631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532150" y="3928246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532150" y="441038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4"/>
              <p:cNvSpPr/>
              <p:nvPr/>
            </p:nvSpPr>
            <p:spPr>
              <a:xfrm>
                <a:off x="532150" y="489230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1" name="Google Shape;131;p4"/>
            <p:cNvSpPr/>
            <p:nvPr/>
          </p:nvSpPr>
          <p:spPr>
            <a:xfrm>
              <a:off x="5003700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550057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4"/>
            <p:cNvSpPr/>
            <p:nvPr/>
          </p:nvSpPr>
          <p:spPr>
            <a:xfrm>
              <a:off x="5997469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649415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4"/>
            <p:cNvSpPr/>
            <p:nvPr/>
          </p:nvSpPr>
          <p:spPr>
            <a:xfrm>
              <a:off x="6991032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748792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4"/>
            <p:cNvSpPr/>
            <p:nvPr/>
          </p:nvSpPr>
          <p:spPr>
            <a:xfrm>
              <a:off x="7984595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8481488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4"/>
            <p:cNvSpPr/>
            <p:nvPr/>
          </p:nvSpPr>
          <p:spPr>
            <a:xfrm>
              <a:off x="8978382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0" name="Google Shape;140;p4"/>
          <p:cNvSpPr/>
          <p:nvPr/>
        </p:nvSpPr>
        <p:spPr>
          <a:xfrm>
            <a:off x="711098" y="26"/>
            <a:ext cx="17" cy="5143292"/>
          </a:xfrm>
          <a:custGeom>
            <a:avLst/>
            <a:gdLst/>
            <a:ahLst/>
            <a:cxnLst/>
            <a:rect l="l" t="t" r="r" b="b"/>
            <a:pathLst>
              <a:path w="1" h="148532" fill="none" extrusionOk="0">
                <a:moveTo>
                  <a:pt x="1" y="1"/>
                </a:moveTo>
                <a:lnTo>
                  <a:pt x="1" y="148531"/>
                </a:lnTo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1" name="Google Shape;141;p4"/>
          <p:cNvGrpSpPr/>
          <p:nvPr/>
        </p:nvGrpSpPr>
        <p:grpSpPr>
          <a:xfrm>
            <a:off x="297012" y="145150"/>
            <a:ext cx="132900" cy="4853200"/>
            <a:chOff x="194265" y="145150"/>
            <a:chExt cx="132900" cy="4853200"/>
          </a:xfrm>
        </p:grpSpPr>
        <p:sp>
          <p:nvSpPr>
            <p:cNvPr id="142" name="Google Shape;142;p4"/>
            <p:cNvSpPr/>
            <p:nvPr/>
          </p:nvSpPr>
          <p:spPr>
            <a:xfrm>
              <a:off x="194265" y="14515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194265" y="61718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4"/>
            <p:cNvSpPr/>
            <p:nvPr/>
          </p:nvSpPr>
          <p:spPr>
            <a:xfrm>
              <a:off x="194265" y="108921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4"/>
            <p:cNvSpPr/>
            <p:nvPr/>
          </p:nvSpPr>
          <p:spPr>
            <a:xfrm>
              <a:off x="194265" y="156124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4"/>
            <p:cNvSpPr/>
            <p:nvPr/>
          </p:nvSpPr>
          <p:spPr>
            <a:xfrm>
              <a:off x="194265" y="203327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4"/>
            <p:cNvSpPr/>
            <p:nvPr/>
          </p:nvSpPr>
          <p:spPr>
            <a:xfrm>
              <a:off x="194265" y="250530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4"/>
            <p:cNvSpPr/>
            <p:nvPr/>
          </p:nvSpPr>
          <p:spPr>
            <a:xfrm>
              <a:off x="194265" y="297733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4"/>
            <p:cNvSpPr/>
            <p:nvPr/>
          </p:nvSpPr>
          <p:spPr>
            <a:xfrm>
              <a:off x="194265" y="344936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4"/>
            <p:cNvSpPr/>
            <p:nvPr/>
          </p:nvSpPr>
          <p:spPr>
            <a:xfrm>
              <a:off x="194265" y="392139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4"/>
            <p:cNvSpPr/>
            <p:nvPr/>
          </p:nvSpPr>
          <p:spPr>
            <a:xfrm>
              <a:off x="194265" y="439342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4"/>
            <p:cNvSpPr/>
            <p:nvPr/>
          </p:nvSpPr>
          <p:spPr>
            <a:xfrm>
              <a:off x="194265" y="486545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3" name="Google Shape;153;p4"/>
          <p:cNvSpPr txBox="1">
            <a:spLocks noGrp="1"/>
          </p:cNvSpPr>
          <p:nvPr>
            <p:ph type="title"/>
          </p:nvPr>
        </p:nvSpPr>
        <p:spPr>
          <a:xfrm>
            <a:off x="758775" y="405130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54" name="Google Shape;154;p4"/>
          <p:cNvSpPr txBox="1">
            <a:spLocks noGrp="1"/>
          </p:cNvSpPr>
          <p:nvPr>
            <p:ph type="body" idx="1"/>
          </p:nvPr>
        </p:nvSpPr>
        <p:spPr>
          <a:xfrm>
            <a:off x="713400" y="1038200"/>
            <a:ext cx="7717200" cy="36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grpSp>
        <p:nvGrpSpPr>
          <p:cNvPr id="155" name="Google Shape;155;p4"/>
          <p:cNvGrpSpPr/>
          <p:nvPr/>
        </p:nvGrpSpPr>
        <p:grpSpPr>
          <a:xfrm>
            <a:off x="802031" y="284275"/>
            <a:ext cx="7958438" cy="4788170"/>
            <a:chOff x="802031" y="284275"/>
            <a:chExt cx="7958438" cy="4788170"/>
          </a:xfrm>
        </p:grpSpPr>
        <p:sp>
          <p:nvSpPr>
            <p:cNvPr id="156" name="Google Shape;156;p4"/>
            <p:cNvSpPr/>
            <p:nvPr/>
          </p:nvSpPr>
          <p:spPr>
            <a:xfrm rot="-9912445" flipH="1">
              <a:off x="831409" y="4748696"/>
              <a:ext cx="381636" cy="279663"/>
            </a:xfrm>
            <a:custGeom>
              <a:avLst/>
              <a:gdLst/>
              <a:ahLst/>
              <a:cxnLst/>
              <a:rect l="l" t="t" r="r" b="b"/>
              <a:pathLst>
                <a:path w="25408" h="18619" extrusionOk="0">
                  <a:moveTo>
                    <a:pt x="8394" y="3051"/>
                  </a:moveTo>
                  <a:cubicBezTo>
                    <a:pt x="11252" y="3051"/>
                    <a:pt x="13593" y="4002"/>
                    <a:pt x="15777" y="5851"/>
                  </a:cubicBezTo>
                  <a:cubicBezTo>
                    <a:pt x="18313" y="8006"/>
                    <a:pt x="20670" y="11054"/>
                    <a:pt x="21837" y="14329"/>
                  </a:cubicBezTo>
                  <a:cubicBezTo>
                    <a:pt x="16598" y="11674"/>
                    <a:pt x="9204" y="13126"/>
                    <a:pt x="5180" y="7721"/>
                  </a:cubicBezTo>
                  <a:cubicBezTo>
                    <a:pt x="3049" y="4851"/>
                    <a:pt x="5299" y="3101"/>
                    <a:pt x="8133" y="3053"/>
                  </a:cubicBezTo>
                  <a:cubicBezTo>
                    <a:pt x="8220" y="3052"/>
                    <a:pt x="8308" y="3051"/>
                    <a:pt x="8394" y="3051"/>
                  </a:cubicBezTo>
                  <a:close/>
                  <a:moveTo>
                    <a:pt x="7144" y="1"/>
                  </a:moveTo>
                  <a:cubicBezTo>
                    <a:pt x="5425" y="1"/>
                    <a:pt x="3883" y="431"/>
                    <a:pt x="2882" y="1529"/>
                  </a:cubicBezTo>
                  <a:cubicBezTo>
                    <a:pt x="1" y="4708"/>
                    <a:pt x="2001" y="9447"/>
                    <a:pt x="5132" y="11674"/>
                  </a:cubicBezTo>
                  <a:cubicBezTo>
                    <a:pt x="7454" y="13317"/>
                    <a:pt x="10062" y="14305"/>
                    <a:pt x="12824" y="14948"/>
                  </a:cubicBezTo>
                  <a:cubicBezTo>
                    <a:pt x="15991" y="15686"/>
                    <a:pt x="19503" y="15603"/>
                    <a:pt x="22480" y="16984"/>
                  </a:cubicBezTo>
                  <a:cubicBezTo>
                    <a:pt x="22504" y="17127"/>
                    <a:pt x="22539" y="17269"/>
                    <a:pt x="22551" y="17412"/>
                  </a:cubicBezTo>
                  <a:cubicBezTo>
                    <a:pt x="22637" y="18283"/>
                    <a:pt x="23154" y="18619"/>
                    <a:pt x="23702" y="18619"/>
                  </a:cubicBezTo>
                  <a:cubicBezTo>
                    <a:pt x="24519" y="18619"/>
                    <a:pt x="25408" y="17872"/>
                    <a:pt x="25052" y="17031"/>
                  </a:cubicBezTo>
                  <a:cubicBezTo>
                    <a:pt x="24683" y="11674"/>
                    <a:pt x="20849" y="6768"/>
                    <a:pt x="16884" y="3423"/>
                  </a:cubicBezTo>
                  <a:cubicBezTo>
                    <a:pt x="15014" y="1841"/>
                    <a:pt x="10699" y="1"/>
                    <a:pt x="71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4"/>
            <p:cNvSpPr/>
            <p:nvPr/>
          </p:nvSpPr>
          <p:spPr>
            <a:xfrm>
              <a:off x="8347209" y="284275"/>
              <a:ext cx="413260" cy="416985"/>
            </a:xfrm>
            <a:custGeom>
              <a:avLst/>
              <a:gdLst/>
              <a:ahLst/>
              <a:cxnLst/>
              <a:rect l="l" t="t" r="r" b="b"/>
              <a:pathLst>
                <a:path w="27514" h="27762" extrusionOk="0">
                  <a:moveTo>
                    <a:pt x="9258" y="3049"/>
                  </a:moveTo>
                  <a:cubicBezTo>
                    <a:pt x="9906" y="3049"/>
                    <a:pt x="10551" y="3168"/>
                    <a:pt x="11145" y="3429"/>
                  </a:cubicBezTo>
                  <a:cubicBezTo>
                    <a:pt x="13919" y="4644"/>
                    <a:pt x="15812" y="7751"/>
                    <a:pt x="17241" y="10276"/>
                  </a:cubicBezTo>
                  <a:cubicBezTo>
                    <a:pt x="19003" y="13347"/>
                    <a:pt x="19955" y="16693"/>
                    <a:pt x="19217" y="20241"/>
                  </a:cubicBezTo>
                  <a:cubicBezTo>
                    <a:pt x="19098" y="20765"/>
                    <a:pt x="18943" y="21265"/>
                    <a:pt x="18729" y="21765"/>
                  </a:cubicBezTo>
                  <a:cubicBezTo>
                    <a:pt x="16157" y="16764"/>
                    <a:pt x="7632" y="12883"/>
                    <a:pt x="5060" y="8966"/>
                  </a:cubicBezTo>
                  <a:cubicBezTo>
                    <a:pt x="2982" y="5803"/>
                    <a:pt x="6153" y="3049"/>
                    <a:pt x="9258" y="3049"/>
                  </a:cubicBezTo>
                  <a:close/>
                  <a:moveTo>
                    <a:pt x="8834" y="0"/>
                  </a:moveTo>
                  <a:cubicBezTo>
                    <a:pt x="7866" y="0"/>
                    <a:pt x="6885" y="185"/>
                    <a:pt x="5906" y="584"/>
                  </a:cubicBezTo>
                  <a:cubicBezTo>
                    <a:pt x="1084" y="2548"/>
                    <a:pt x="0" y="7656"/>
                    <a:pt x="3084" y="11573"/>
                  </a:cubicBezTo>
                  <a:cubicBezTo>
                    <a:pt x="5025" y="14050"/>
                    <a:pt x="7489" y="15967"/>
                    <a:pt x="10013" y="17824"/>
                  </a:cubicBezTo>
                  <a:cubicBezTo>
                    <a:pt x="12942" y="19979"/>
                    <a:pt x="18145" y="22372"/>
                    <a:pt x="17443" y="26801"/>
                  </a:cubicBezTo>
                  <a:cubicBezTo>
                    <a:pt x="17364" y="27316"/>
                    <a:pt x="17816" y="27762"/>
                    <a:pt x="18247" y="27762"/>
                  </a:cubicBezTo>
                  <a:cubicBezTo>
                    <a:pt x="18464" y="27762"/>
                    <a:pt x="18676" y="27648"/>
                    <a:pt x="18812" y="27373"/>
                  </a:cubicBezTo>
                  <a:cubicBezTo>
                    <a:pt x="18991" y="27028"/>
                    <a:pt x="19134" y="26658"/>
                    <a:pt x="19241" y="26277"/>
                  </a:cubicBezTo>
                  <a:cubicBezTo>
                    <a:pt x="19277" y="26266"/>
                    <a:pt x="19312" y="26242"/>
                    <a:pt x="19348" y="26218"/>
                  </a:cubicBezTo>
                  <a:cubicBezTo>
                    <a:pt x="27514" y="19833"/>
                    <a:pt x="18864" y="0"/>
                    <a:pt x="883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5"/>
          <p:cNvGrpSpPr/>
          <p:nvPr/>
        </p:nvGrpSpPr>
        <p:grpSpPr>
          <a:xfrm>
            <a:off x="711097" y="26"/>
            <a:ext cx="8612252" cy="5143292"/>
            <a:chOff x="532150" y="26"/>
            <a:chExt cx="8612252" cy="5143292"/>
          </a:xfrm>
        </p:grpSpPr>
        <p:sp>
          <p:nvSpPr>
            <p:cNvPr id="160" name="Google Shape;160;p5"/>
            <p:cNvSpPr/>
            <p:nvPr/>
          </p:nvSpPr>
          <p:spPr>
            <a:xfrm>
              <a:off x="1029044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1525731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2022607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2519501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5"/>
            <p:cNvSpPr/>
            <p:nvPr/>
          </p:nvSpPr>
          <p:spPr>
            <a:xfrm>
              <a:off x="3016170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3513063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4009957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4506833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8" name="Google Shape;168;p5"/>
            <p:cNvGrpSpPr/>
            <p:nvPr/>
          </p:nvGrpSpPr>
          <p:grpSpPr>
            <a:xfrm>
              <a:off x="532150" y="161850"/>
              <a:ext cx="8612252" cy="4819800"/>
              <a:chOff x="532150" y="72525"/>
              <a:chExt cx="8612252" cy="4819800"/>
            </a:xfrm>
          </p:grpSpPr>
          <p:sp>
            <p:nvSpPr>
              <p:cNvPr id="169" name="Google Shape;169;p5"/>
              <p:cNvSpPr/>
              <p:nvPr/>
            </p:nvSpPr>
            <p:spPr>
              <a:xfrm>
                <a:off x="532150" y="72525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5"/>
              <p:cNvSpPr/>
              <p:nvPr/>
            </p:nvSpPr>
            <p:spPr>
              <a:xfrm>
                <a:off x="532150" y="55447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5"/>
              <p:cNvSpPr/>
              <p:nvPr/>
            </p:nvSpPr>
            <p:spPr>
              <a:xfrm>
                <a:off x="532150" y="103639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5"/>
              <p:cNvSpPr/>
              <p:nvPr/>
            </p:nvSpPr>
            <p:spPr>
              <a:xfrm>
                <a:off x="532150" y="1518532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5"/>
              <p:cNvSpPr/>
              <p:nvPr/>
            </p:nvSpPr>
            <p:spPr>
              <a:xfrm>
                <a:off x="532150" y="200046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5"/>
              <p:cNvSpPr/>
              <p:nvPr/>
            </p:nvSpPr>
            <p:spPr>
              <a:xfrm>
                <a:off x="532150" y="2482405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5"/>
              <p:cNvSpPr/>
              <p:nvPr/>
            </p:nvSpPr>
            <p:spPr>
              <a:xfrm>
                <a:off x="532150" y="2964373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5"/>
              <p:cNvSpPr/>
              <p:nvPr/>
            </p:nvSpPr>
            <p:spPr>
              <a:xfrm>
                <a:off x="532150" y="344631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5"/>
              <p:cNvSpPr/>
              <p:nvPr/>
            </p:nvSpPr>
            <p:spPr>
              <a:xfrm>
                <a:off x="532150" y="3928246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5"/>
              <p:cNvSpPr/>
              <p:nvPr/>
            </p:nvSpPr>
            <p:spPr>
              <a:xfrm>
                <a:off x="532150" y="441038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5"/>
              <p:cNvSpPr/>
              <p:nvPr/>
            </p:nvSpPr>
            <p:spPr>
              <a:xfrm>
                <a:off x="532150" y="489230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0" name="Google Shape;180;p5"/>
            <p:cNvSpPr/>
            <p:nvPr/>
          </p:nvSpPr>
          <p:spPr>
            <a:xfrm>
              <a:off x="5003700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5"/>
            <p:cNvSpPr/>
            <p:nvPr/>
          </p:nvSpPr>
          <p:spPr>
            <a:xfrm>
              <a:off x="550057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5"/>
            <p:cNvSpPr/>
            <p:nvPr/>
          </p:nvSpPr>
          <p:spPr>
            <a:xfrm>
              <a:off x="5997469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5"/>
            <p:cNvSpPr/>
            <p:nvPr/>
          </p:nvSpPr>
          <p:spPr>
            <a:xfrm>
              <a:off x="649415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5"/>
            <p:cNvSpPr/>
            <p:nvPr/>
          </p:nvSpPr>
          <p:spPr>
            <a:xfrm>
              <a:off x="6991032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5"/>
            <p:cNvSpPr/>
            <p:nvPr/>
          </p:nvSpPr>
          <p:spPr>
            <a:xfrm>
              <a:off x="748792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5"/>
            <p:cNvSpPr/>
            <p:nvPr/>
          </p:nvSpPr>
          <p:spPr>
            <a:xfrm>
              <a:off x="7984595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5"/>
            <p:cNvSpPr/>
            <p:nvPr/>
          </p:nvSpPr>
          <p:spPr>
            <a:xfrm>
              <a:off x="8481488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5"/>
            <p:cNvSpPr/>
            <p:nvPr/>
          </p:nvSpPr>
          <p:spPr>
            <a:xfrm>
              <a:off x="8978382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9" name="Google Shape;189;p5"/>
          <p:cNvGrpSpPr/>
          <p:nvPr/>
        </p:nvGrpSpPr>
        <p:grpSpPr>
          <a:xfrm>
            <a:off x="982084" y="358775"/>
            <a:ext cx="7799591" cy="4381373"/>
            <a:chOff x="982084" y="358775"/>
            <a:chExt cx="7799591" cy="4381373"/>
          </a:xfrm>
        </p:grpSpPr>
        <p:sp>
          <p:nvSpPr>
            <p:cNvPr id="190" name="Google Shape;190;p5"/>
            <p:cNvSpPr/>
            <p:nvPr/>
          </p:nvSpPr>
          <p:spPr>
            <a:xfrm rot="5736429">
              <a:off x="8447679" y="4396906"/>
              <a:ext cx="233371" cy="413799"/>
            </a:xfrm>
            <a:custGeom>
              <a:avLst/>
              <a:gdLst/>
              <a:ahLst/>
              <a:cxnLst/>
              <a:rect l="l" t="t" r="r" b="b"/>
              <a:pathLst>
                <a:path w="15538" h="27551" extrusionOk="0">
                  <a:moveTo>
                    <a:pt x="8994" y="2908"/>
                  </a:moveTo>
                  <a:cubicBezTo>
                    <a:pt x="10071" y="2908"/>
                    <a:pt x="11146" y="3372"/>
                    <a:pt x="12216" y="4301"/>
                  </a:cubicBezTo>
                  <a:cubicBezTo>
                    <a:pt x="12954" y="6658"/>
                    <a:pt x="12645" y="8706"/>
                    <a:pt x="11275" y="10444"/>
                  </a:cubicBezTo>
                  <a:cubicBezTo>
                    <a:pt x="9656" y="13147"/>
                    <a:pt x="9537" y="16469"/>
                    <a:pt x="8346" y="19445"/>
                  </a:cubicBezTo>
                  <a:cubicBezTo>
                    <a:pt x="7977" y="20386"/>
                    <a:pt x="7882" y="21660"/>
                    <a:pt x="7989" y="22934"/>
                  </a:cubicBezTo>
                  <a:cubicBezTo>
                    <a:pt x="7906" y="22898"/>
                    <a:pt x="7811" y="22874"/>
                    <a:pt x="7715" y="22863"/>
                  </a:cubicBezTo>
                  <a:cubicBezTo>
                    <a:pt x="6120" y="20422"/>
                    <a:pt x="5286" y="17588"/>
                    <a:pt x="4310" y="14862"/>
                  </a:cubicBezTo>
                  <a:cubicBezTo>
                    <a:pt x="3215" y="11766"/>
                    <a:pt x="3120" y="8444"/>
                    <a:pt x="4584" y="5479"/>
                  </a:cubicBezTo>
                  <a:cubicBezTo>
                    <a:pt x="6059" y="3765"/>
                    <a:pt x="7529" y="2908"/>
                    <a:pt x="8994" y="2908"/>
                  </a:cubicBezTo>
                  <a:close/>
                  <a:moveTo>
                    <a:pt x="8865" y="1"/>
                  </a:moveTo>
                  <a:cubicBezTo>
                    <a:pt x="8350" y="1"/>
                    <a:pt x="7821" y="91"/>
                    <a:pt x="7287" y="288"/>
                  </a:cubicBezTo>
                  <a:cubicBezTo>
                    <a:pt x="2250" y="2158"/>
                    <a:pt x="0" y="7218"/>
                    <a:pt x="1072" y="12421"/>
                  </a:cubicBezTo>
                  <a:cubicBezTo>
                    <a:pt x="1988" y="16862"/>
                    <a:pt x="3215" y="22791"/>
                    <a:pt x="7215" y="25625"/>
                  </a:cubicBezTo>
                  <a:cubicBezTo>
                    <a:pt x="7692" y="26530"/>
                    <a:pt x="8525" y="27042"/>
                    <a:pt x="9906" y="27494"/>
                  </a:cubicBezTo>
                  <a:cubicBezTo>
                    <a:pt x="10024" y="27532"/>
                    <a:pt x="10139" y="27550"/>
                    <a:pt x="10251" y="27550"/>
                  </a:cubicBezTo>
                  <a:cubicBezTo>
                    <a:pt x="11114" y="27550"/>
                    <a:pt x="11750" y="26499"/>
                    <a:pt x="11275" y="25708"/>
                  </a:cubicBezTo>
                  <a:cubicBezTo>
                    <a:pt x="9466" y="22708"/>
                    <a:pt x="11561" y="18457"/>
                    <a:pt x="12585" y="15540"/>
                  </a:cubicBezTo>
                  <a:cubicBezTo>
                    <a:pt x="13216" y="13742"/>
                    <a:pt x="13287" y="12064"/>
                    <a:pt x="14311" y="10325"/>
                  </a:cubicBezTo>
                  <a:cubicBezTo>
                    <a:pt x="14776" y="9539"/>
                    <a:pt x="15538" y="7837"/>
                    <a:pt x="15442" y="6896"/>
                  </a:cubicBezTo>
                  <a:cubicBezTo>
                    <a:pt x="15153" y="3998"/>
                    <a:pt x="12297" y="1"/>
                    <a:pt x="886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5"/>
            <p:cNvSpPr/>
            <p:nvPr/>
          </p:nvSpPr>
          <p:spPr>
            <a:xfrm>
              <a:off x="982084" y="358775"/>
              <a:ext cx="413260" cy="416985"/>
            </a:xfrm>
            <a:custGeom>
              <a:avLst/>
              <a:gdLst/>
              <a:ahLst/>
              <a:cxnLst/>
              <a:rect l="l" t="t" r="r" b="b"/>
              <a:pathLst>
                <a:path w="27514" h="27762" extrusionOk="0">
                  <a:moveTo>
                    <a:pt x="9258" y="3049"/>
                  </a:moveTo>
                  <a:cubicBezTo>
                    <a:pt x="9906" y="3049"/>
                    <a:pt x="10551" y="3168"/>
                    <a:pt x="11145" y="3429"/>
                  </a:cubicBezTo>
                  <a:cubicBezTo>
                    <a:pt x="13919" y="4644"/>
                    <a:pt x="15812" y="7751"/>
                    <a:pt x="17241" y="10276"/>
                  </a:cubicBezTo>
                  <a:cubicBezTo>
                    <a:pt x="19003" y="13347"/>
                    <a:pt x="19955" y="16693"/>
                    <a:pt x="19217" y="20241"/>
                  </a:cubicBezTo>
                  <a:cubicBezTo>
                    <a:pt x="19098" y="20765"/>
                    <a:pt x="18943" y="21265"/>
                    <a:pt x="18729" y="21765"/>
                  </a:cubicBezTo>
                  <a:cubicBezTo>
                    <a:pt x="16157" y="16764"/>
                    <a:pt x="7632" y="12883"/>
                    <a:pt x="5060" y="8966"/>
                  </a:cubicBezTo>
                  <a:cubicBezTo>
                    <a:pt x="2982" y="5803"/>
                    <a:pt x="6153" y="3049"/>
                    <a:pt x="9258" y="3049"/>
                  </a:cubicBezTo>
                  <a:close/>
                  <a:moveTo>
                    <a:pt x="8834" y="0"/>
                  </a:moveTo>
                  <a:cubicBezTo>
                    <a:pt x="7866" y="0"/>
                    <a:pt x="6885" y="185"/>
                    <a:pt x="5906" y="584"/>
                  </a:cubicBezTo>
                  <a:cubicBezTo>
                    <a:pt x="1084" y="2548"/>
                    <a:pt x="0" y="7656"/>
                    <a:pt x="3084" y="11573"/>
                  </a:cubicBezTo>
                  <a:cubicBezTo>
                    <a:pt x="5025" y="14050"/>
                    <a:pt x="7489" y="15967"/>
                    <a:pt x="10013" y="17824"/>
                  </a:cubicBezTo>
                  <a:cubicBezTo>
                    <a:pt x="12942" y="19979"/>
                    <a:pt x="18145" y="22372"/>
                    <a:pt x="17443" y="26801"/>
                  </a:cubicBezTo>
                  <a:cubicBezTo>
                    <a:pt x="17364" y="27316"/>
                    <a:pt x="17816" y="27762"/>
                    <a:pt x="18247" y="27762"/>
                  </a:cubicBezTo>
                  <a:cubicBezTo>
                    <a:pt x="18464" y="27762"/>
                    <a:pt x="18676" y="27648"/>
                    <a:pt x="18812" y="27373"/>
                  </a:cubicBezTo>
                  <a:cubicBezTo>
                    <a:pt x="18991" y="27028"/>
                    <a:pt x="19134" y="26658"/>
                    <a:pt x="19241" y="26277"/>
                  </a:cubicBezTo>
                  <a:cubicBezTo>
                    <a:pt x="19277" y="26266"/>
                    <a:pt x="19312" y="26242"/>
                    <a:pt x="19348" y="26218"/>
                  </a:cubicBezTo>
                  <a:cubicBezTo>
                    <a:pt x="27514" y="19833"/>
                    <a:pt x="18864" y="0"/>
                    <a:pt x="88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2" name="Google Shape;192;p5"/>
          <p:cNvSpPr/>
          <p:nvPr/>
        </p:nvSpPr>
        <p:spPr>
          <a:xfrm>
            <a:off x="711098" y="26"/>
            <a:ext cx="17" cy="5143292"/>
          </a:xfrm>
          <a:custGeom>
            <a:avLst/>
            <a:gdLst/>
            <a:ahLst/>
            <a:cxnLst/>
            <a:rect l="l" t="t" r="r" b="b"/>
            <a:pathLst>
              <a:path w="1" h="148532" fill="none" extrusionOk="0">
                <a:moveTo>
                  <a:pt x="1" y="1"/>
                </a:moveTo>
                <a:lnTo>
                  <a:pt x="1" y="148531"/>
                </a:lnTo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3" name="Google Shape;193;p5"/>
          <p:cNvGrpSpPr/>
          <p:nvPr/>
        </p:nvGrpSpPr>
        <p:grpSpPr>
          <a:xfrm>
            <a:off x="297012" y="145150"/>
            <a:ext cx="132900" cy="4853200"/>
            <a:chOff x="194265" y="145150"/>
            <a:chExt cx="132900" cy="4853200"/>
          </a:xfrm>
        </p:grpSpPr>
        <p:sp>
          <p:nvSpPr>
            <p:cNvPr id="194" name="Google Shape;194;p5"/>
            <p:cNvSpPr/>
            <p:nvPr/>
          </p:nvSpPr>
          <p:spPr>
            <a:xfrm>
              <a:off x="194265" y="14515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5"/>
            <p:cNvSpPr/>
            <p:nvPr/>
          </p:nvSpPr>
          <p:spPr>
            <a:xfrm>
              <a:off x="194265" y="61718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5"/>
            <p:cNvSpPr/>
            <p:nvPr/>
          </p:nvSpPr>
          <p:spPr>
            <a:xfrm>
              <a:off x="194265" y="108921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5"/>
            <p:cNvSpPr/>
            <p:nvPr/>
          </p:nvSpPr>
          <p:spPr>
            <a:xfrm>
              <a:off x="194265" y="156124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5"/>
            <p:cNvSpPr/>
            <p:nvPr/>
          </p:nvSpPr>
          <p:spPr>
            <a:xfrm>
              <a:off x="194265" y="203327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5"/>
            <p:cNvSpPr/>
            <p:nvPr/>
          </p:nvSpPr>
          <p:spPr>
            <a:xfrm>
              <a:off x="194265" y="250530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5"/>
            <p:cNvSpPr/>
            <p:nvPr/>
          </p:nvSpPr>
          <p:spPr>
            <a:xfrm>
              <a:off x="194265" y="297733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5"/>
            <p:cNvSpPr/>
            <p:nvPr/>
          </p:nvSpPr>
          <p:spPr>
            <a:xfrm>
              <a:off x="194265" y="344936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5"/>
            <p:cNvSpPr/>
            <p:nvPr/>
          </p:nvSpPr>
          <p:spPr>
            <a:xfrm>
              <a:off x="194265" y="392139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5"/>
            <p:cNvSpPr/>
            <p:nvPr/>
          </p:nvSpPr>
          <p:spPr>
            <a:xfrm>
              <a:off x="194265" y="439342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5"/>
            <p:cNvSpPr/>
            <p:nvPr/>
          </p:nvSpPr>
          <p:spPr>
            <a:xfrm>
              <a:off x="194265" y="486545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5" name="Google Shape;205;p5"/>
          <p:cNvSpPr txBox="1">
            <a:spLocks noGrp="1"/>
          </p:cNvSpPr>
          <p:nvPr>
            <p:ph type="body" idx="1"/>
          </p:nvPr>
        </p:nvSpPr>
        <p:spPr>
          <a:xfrm>
            <a:off x="1506125" y="2813825"/>
            <a:ext cx="2777100" cy="8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500">
                <a:solidFill>
                  <a:schemeClr val="dk1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06" name="Google Shape;206;p5"/>
          <p:cNvSpPr txBox="1">
            <a:spLocks noGrp="1"/>
          </p:cNvSpPr>
          <p:nvPr>
            <p:ph type="body" idx="2"/>
          </p:nvPr>
        </p:nvSpPr>
        <p:spPr>
          <a:xfrm>
            <a:off x="4860777" y="2813825"/>
            <a:ext cx="2777100" cy="8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500">
                <a:solidFill>
                  <a:schemeClr val="dk1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07" name="Google Shape;207;p5"/>
          <p:cNvSpPr txBox="1">
            <a:spLocks noGrp="1"/>
          </p:cNvSpPr>
          <p:nvPr>
            <p:ph type="title"/>
          </p:nvPr>
        </p:nvSpPr>
        <p:spPr>
          <a:xfrm>
            <a:off x="1506125" y="2458325"/>
            <a:ext cx="2777100" cy="35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 b="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08" name="Google Shape;208;p5"/>
          <p:cNvSpPr txBox="1">
            <a:spLocks noGrp="1"/>
          </p:cNvSpPr>
          <p:nvPr>
            <p:ph type="title" idx="3"/>
          </p:nvPr>
        </p:nvSpPr>
        <p:spPr>
          <a:xfrm>
            <a:off x="4860779" y="2458325"/>
            <a:ext cx="2777100" cy="35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 b="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09" name="Google Shape;209;p5"/>
          <p:cNvSpPr txBox="1">
            <a:spLocks noGrp="1"/>
          </p:cNvSpPr>
          <p:nvPr>
            <p:ph type="title" idx="4"/>
          </p:nvPr>
        </p:nvSpPr>
        <p:spPr>
          <a:xfrm>
            <a:off x="758775" y="405130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6"/>
          <p:cNvGrpSpPr/>
          <p:nvPr/>
        </p:nvGrpSpPr>
        <p:grpSpPr>
          <a:xfrm>
            <a:off x="711097" y="26"/>
            <a:ext cx="8612252" cy="5143292"/>
            <a:chOff x="532150" y="26"/>
            <a:chExt cx="8612252" cy="5143292"/>
          </a:xfrm>
        </p:grpSpPr>
        <p:sp>
          <p:nvSpPr>
            <p:cNvPr id="212" name="Google Shape;212;p6"/>
            <p:cNvSpPr/>
            <p:nvPr/>
          </p:nvSpPr>
          <p:spPr>
            <a:xfrm>
              <a:off x="1029044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6"/>
            <p:cNvSpPr/>
            <p:nvPr/>
          </p:nvSpPr>
          <p:spPr>
            <a:xfrm>
              <a:off x="1525731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6"/>
            <p:cNvSpPr/>
            <p:nvPr/>
          </p:nvSpPr>
          <p:spPr>
            <a:xfrm>
              <a:off x="2022607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6"/>
            <p:cNvSpPr/>
            <p:nvPr/>
          </p:nvSpPr>
          <p:spPr>
            <a:xfrm>
              <a:off x="2519501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6"/>
            <p:cNvSpPr/>
            <p:nvPr/>
          </p:nvSpPr>
          <p:spPr>
            <a:xfrm>
              <a:off x="3016170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6"/>
            <p:cNvSpPr/>
            <p:nvPr/>
          </p:nvSpPr>
          <p:spPr>
            <a:xfrm>
              <a:off x="3513063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6"/>
            <p:cNvSpPr/>
            <p:nvPr/>
          </p:nvSpPr>
          <p:spPr>
            <a:xfrm>
              <a:off x="4009957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6"/>
            <p:cNvSpPr/>
            <p:nvPr/>
          </p:nvSpPr>
          <p:spPr>
            <a:xfrm>
              <a:off x="4506833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0" name="Google Shape;220;p6"/>
            <p:cNvGrpSpPr/>
            <p:nvPr/>
          </p:nvGrpSpPr>
          <p:grpSpPr>
            <a:xfrm>
              <a:off x="532150" y="161850"/>
              <a:ext cx="8612252" cy="4819800"/>
              <a:chOff x="532150" y="72525"/>
              <a:chExt cx="8612252" cy="4819800"/>
            </a:xfrm>
          </p:grpSpPr>
          <p:sp>
            <p:nvSpPr>
              <p:cNvPr id="221" name="Google Shape;221;p6"/>
              <p:cNvSpPr/>
              <p:nvPr/>
            </p:nvSpPr>
            <p:spPr>
              <a:xfrm>
                <a:off x="532150" y="72525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6"/>
              <p:cNvSpPr/>
              <p:nvPr/>
            </p:nvSpPr>
            <p:spPr>
              <a:xfrm>
                <a:off x="532150" y="55447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6"/>
              <p:cNvSpPr/>
              <p:nvPr/>
            </p:nvSpPr>
            <p:spPr>
              <a:xfrm>
                <a:off x="532150" y="103639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6"/>
              <p:cNvSpPr/>
              <p:nvPr/>
            </p:nvSpPr>
            <p:spPr>
              <a:xfrm>
                <a:off x="532150" y="1518532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6"/>
              <p:cNvSpPr/>
              <p:nvPr/>
            </p:nvSpPr>
            <p:spPr>
              <a:xfrm>
                <a:off x="532150" y="200046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6"/>
              <p:cNvSpPr/>
              <p:nvPr/>
            </p:nvSpPr>
            <p:spPr>
              <a:xfrm>
                <a:off x="532150" y="2482405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6"/>
              <p:cNvSpPr/>
              <p:nvPr/>
            </p:nvSpPr>
            <p:spPr>
              <a:xfrm>
                <a:off x="532150" y="2964373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6"/>
              <p:cNvSpPr/>
              <p:nvPr/>
            </p:nvSpPr>
            <p:spPr>
              <a:xfrm>
                <a:off x="532150" y="344631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6"/>
              <p:cNvSpPr/>
              <p:nvPr/>
            </p:nvSpPr>
            <p:spPr>
              <a:xfrm>
                <a:off x="532150" y="3928246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6"/>
              <p:cNvSpPr/>
              <p:nvPr/>
            </p:nvSpPr>
            <p:spPr>
              <a:xfrm>
                <a:off x="532150" y="441038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6"/>
              <p:cNvSpPr/>
              <p:nvPr/>
            </p:nvSpPr>
            <p:spPr>
              <a:xfrm>
                <a:off x="532150" y="489230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2" name="Google Shape;232;p6"/>
            <p:cNvSpPr/>
            <p:nvPr/>
          </p:nvSpPr>
          <p:spPr>
            <a:xfrm>
              <a:off x="5003700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6"/>
            <p:cNvSpPr/>
            <p:nvPr/>
          </p:nvSpPr>
          <p:spPr>
            <a:xfrm>
              <a:off x="550057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6"/>
            <p:cNvSpPr/>
            <p:nvPr/>
          </p:nvSpPr>
          <p:spPr>
            <a:xfrm>
              <a:off x="5997469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6"/>
            <p:cNvSpPr/>
            <p:nvPr/>
          </p:nvSpPr>
          <p:spPr>
            <a:xfrm>
              <a:off x="649415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6"/>
            <p:cNvSpPr/>
            <p:nvPr/>
          </p:nvSpPr>
          <p:spPr>
            <a:xfrm>
              <a:off x="6991032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6"/>
            <p:cNvSpPr/>
            <p:nvPr/>
          </p:nvSpPr>
          <p:spPr>
            <a:xfrm>
              <a:off x="748792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6"/>
            <p:cNvSpPr/>
            <p:nvPr/>
          </p:nvSpPr>
          <p:spPr>
            <a:xfrm>
              <a:off x="7984595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6"/>
            <p:cNvSpPr/>
            <p:nvPr/>
          </p:nvSpPr>
          <p:spPr>
            <a:xfrm>
              <a:off x="8481488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6"/>
            <p:cNvSpPr/>
            <p:nvPr/>
          </p:nvSpPr>
          <p:spPr>
            <a:xfrm>
              <a:off x="8978382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1" name="Google Shape;241;p6"/>
          <p:cNvGrpSpPr/>
          <p:nvPr/>
        </p:nvGrpSpPr>
        <p:grpSpPr>
          <a:xfrm>
            <a:off x="741646" y="374671"/>
            <a:ext cx="7770138" cy="4590868"/>
            <a:chOff x="741646" y="374671"/>
            <a:chExt cx="7770138" cy="4590868"/>
          </a:xfrm>
        </p:grpSpPr>
        <p:sp>
          <p:nvSpPr>
            <p:cNvPr id="242" name="Google Shape;242;p6"/>
            <p:cNvSpPr/>
            <p:nvPr/>
          </p:nvSpPr>
          <p:spPr>
            <a:xfrm rot="-3150824">
              <a:off x="8186200" y="385407"/>
              <a:ext cx="215936" cy="382885"/>
            </a:xfrm>
            <a:custGeom>
              <a:avLst/>
              <a:gdLst/>
              <a:ahLst/>
              <a:cxnLst/>
              <a:rect l="l" t="t" r="r" b="b"/>
              <a:pathLst>
                <a:path w="15538" h="27551" extrusionOk="0">
                  <a:moveTo>
                    <a:pt x="8994" y="2908"/>
                  </a:moveTo>
                  <a:cubicBezTo>
                    <a:pt x="10071" y="2908"/>
                    <a:pt x="11146" y="3372"/>
                    <a:pt x="12216" y="4301"/>
                  </a:cubicBezTo>
                  <a:cubicBezTo>
                    <a:pt x="12954" y="6658"/>
                    <a:pt x="12645" y="8706"/>
                    <a:pt x="11275" y="10444"/>
                  </a:cubicBezTo>
                  <a:cubicBezTo>
                    <a:pt x="9656" y="13147"/>
                    <a:pt x="9537" y="16469"/>
                    <a:pt x="8346" y="19445"/>
                  </a:cubicBezTo>
                  <a:cubicBezTo>
                    <a:pt x="7977" y="20386"/>
                    <a:pt x="7882" y="21660"/>
                    <a:pt x="7989" y="22934"/>
                  </a:cubicBezTo>
                  <a:cubicBezTo>
                    <a:pt x="7906" y="22898"/>
                    <a:pt x="7811" y="22874"/>
                    <a:pt x="7715" y="22863"/>
                  </a:cubicBezTo>
                  <a:cubicBezTo>
                    <a:pt x="6120" y="20422"/>
                    <a:pt x="5286" y="17588"/>
                    <a:pt x="4310" y="14862"/>
                  </a:cubicBezTo>
                  <a:cubicBezTo>
                    <a:pt x="3215" y="11766"/>
                    <a:pt x="3120" y="8444"/>
                    <a:pt x="4584" y="5479"/>
                  </a:cubicBezTo>
                  <a:cubicBezTo>
                    <a:pt x="6059" y="3765"/>
                    <a:pt x="7529" y="2908"/>
                    <a:pt x="8994" y="2908"/>
                  </a:cubicBezTo>
                  <a:close/>
                  <a:moveTo>
                    <a:pt x="8865" y="1"/>
                  </a:moveTo>
                  <a:cubicBezTo>
                    <a:pt x="8350" y="1"/>
                    <a:pt x="7821" y="91"/>
                    <a:pt x="7287" y="288"/>
                  </a:cubicBezTo>
                  <a:cubicBezTo>
                    <a:pt x="2250" y="2158"/>
                    <a:pt x="0" y="7218"/>
                    <a:pt x="1072" y="12421"/>
                  </a:cubicBezTo>
                  <a:cubicBezTo>
                    <a:pt x="1988" y="16862"/>
                    <a:pt x="3215" y="22791"/>
                    <a:pt x="7215" y="25625"/>
                  </a:cubicBezTo>
                  <a:cubicBezTo>
                    <a:pt x="7692" y="26530"/>
                    <a:pt x="8525" y="27042"/>
                    <a:pt x="9906" y="27494"/>
                  </a:cubicBezTo>
                  <a:cubicBezTo>
                    <a:pt x="10024" y="27532"/>
                    <a:pt x="10139" y="27550"/>
                    <a:pt x="10251" y="27550"/>
                  </a:cubicBezTo>
                  <a:cubicBezTo>
                    <a:pt x="11114" y="27550"/>
                    <a:pt x="11750" y="26499"/>
                    <a:pt x="11275" y="25708"/>
                  </a:cubicBezTo>
                  <a:cubicBezTo>
                    <a:pt x="9466" y="22708"/>
                    <a:pt x="11561" y="18457"/>
                    <a:pt x="12585" y="15540"/>
                  </a:cubicBezTo>
                  <a:cubicBezTo>
                    <a:pt x="13216" y="13742"/>
                    <a:pt x="13287" y="12064"/>
                    <a:pt x="14311" y="10325"/>
                  </a:cubicBezTo>
                  <a:cubicBezTo>
                    <a:pt x="14776" y="9539"/>
                    <a:pt x="15538" y="7837"/>
                    <a:pt x="15442" y="6896"/>
                  </a:cubicBezTo>
                  <a:cubicBezTo>
                    <a:pt x="15153" y="3998"/>
                    <a:pt x="12297" y="1"/>
                    <a:pt x="886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6"/>
            <p:cNvSpPr/>
            <p:nvPr/>
          </p:nvSpPr>
          <p:spPr>
            <a:xfrm rot="-5005863">
              <a:off x="763976" y="4560589"/>
              <a:ext cx="382410" cy="385857"/>
            </a:xfrm>
            <a:custGeom>
              <a:avLst/>
              <a:gdLst/>
              <a:ahLst/>
              <a:cxnLst/>
              <a:rect l="l" t="t" r="r" b="b"/>
              <a:pathLst>
                <a:path w="27514" h="27762" extrusionOk="0">
                  <a:moveTo>
                    <a:pt x="9258" y="3049"/>
                  </a:moveTo>
                  <a:cubicBezTo>
                    <a:pt x="9906" y="3049"/>
                    <a:pt x="10551" y="3168"/>
                    <a:pt x="11145" y="3429"/>
                  </a:cubicBezTo>
                  <a:cubicBezTo>
                    <a:pt x="13919" y="4644"/>
                    <a:pt x="15812" y="7751"/>
                    <a:pt x="17241" y="10276"/>
                  </a:cubicBezTo>
                  <a:cubicBezTo>
                    <a:pt x="19003" y="13347"/>
                    <a:pt x="19955" y="16693"/>
                    <a:pt x="19217" y="20241"/>
                  </a:cubicBezTo>
                  <a:cubicBezTo>
                    <a:pt x="19098" y="20765"/>
                    <a:pt x="18943" y="21265"/>
                    <a:pt x="18729" y="21765"/>
                  </a:cubicBezTo>
                  <a:cubicBezTo>
                    <a:pt x="16157" y="16764"/>
                    <a:pt x="7632" y="12883"/>
                    <a:pt x="5060" y="8966"/>
                  </a:cubicBezTo>
                  <a:cubicBezTo>
                    <a:pt x="2982" y="5803"/>
                    <a:pt x="6153" y="3049"/>
                    <a:pt x="9258" y="3049"/>
                  </a:cubicBezTo>
                  <a:close/>
                  <a:moveTo>
                    <a:pt x="8834" y="0"/>
                  </a:moveTo>
                  <a:cubicBezTo>
                    <a:pt x="7866" y="0"/>
                    <a:pt x="6885" y="185"/>
                    <a:pt x="5906" y="584"/>
                  </a:cubicBezTo>
                  <a:cubicBezTo>
                    <a:pt x="1084" y="2548"/>
                    <a:pt x="0" y="7656"/>
                    <a:pt x="3084" y="11573"/>
                  </a:cubicBezTo>
                  <a:cubicBezTo>
                    <a:pt x="5025" y="14050"/>
                    <a:pt x="7489" y="15967"/>
                    <a:pt x="10013" y="17824"/>
                  </a:cubicBezTo>
                  <a:cubicBezTo>
                    <a:pt x="12942" y="19979"/>
                    <a:pt x="18145" y="22372"/>
                    <a:pt x="17443" y="26801"/>
                  </a:cubicBezTo>
                  <a:cubicBezTo>
                    <a:pt x="17364" y="27316"/>
                    <a:pt x="17816" y="27762"/>
                    <a:pt x="18247" y="27762"/>
                  </a:cubicBezTo>
                  <a:cubicBezTo>
                    <a:pt x="18464" y="27762"/>
                    <a:pt x="18676" y="27648"/>
                    <a:pt x="18812" y="27373"/>
                  </a:cubicBezTo>
                  <a:cubicBezTo>
                    <a:pt x="18991" y="27028"/>
                    <a:pt x="19134" y="26658"/>
                    <a:pt x="19241" y="26277"/>
                  </a:cubicBezTo>
                  <a:cubicBezTo>
                    <a:pt x="19277" y="26266"/>
                    <a:pt x="19312" y="26242"/>
                    <a:pt x="19348" y="26218"/>
                  </a:cubicBezTo>
                  <a:cubicBezTo>
                    <a:pt x="27514" y="19833"/>
                    <a:pt x="18864" y="0"/>
                    <a:pt x="88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4" name="Google Shape;244;p6"/>
          <p:cNvSpPr/>
          <p:nvPr/>
        </p:nvSpPr>
        <p:spPr>
          <a:xfrm>
            <a:off x="711098" y="26"/>
            <a:ext cx="17" cy="5143292"/>
          </a:xfrm>
          <a:custGeom>
            <a:avLst/>
            <a:gdLst/>
            <a:ahLst/>
            <a:cxnLst/>
            <a:rect l="l" t="t" r="r" b="b"/>
            <a:pathLst>
              <a:path w="1" h="148532" fill="none" extrusionOk="0">
                <a:moveTo>
                  <a:pt x="1" y="1"/>
                </a:moveTo>
                <a:lnTo>
                  <a:pt x="1" y="148531"/>
                </a:lnTo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5" name="Google Shape;245;p6"/>
          <p:cNvGrpSpPr/>
          <p:nvPr/>
        </p:nvGrpSpPr>
        <p:grpSpPr>
          <a:xfrm>
            <a:off x="297012" y="145150"/>
            <a:ext cx="132900" cy="4853200"/>
            <a:chOff x="194265" y="145150"/>
            <a:chExt cx="132900" cy="4853200"/>
          </a:xfrm>
        </p:grpSpPr>
        <p:sp>
          <p:nvSpPr>
            <p:cNvPr id="246" name="Google Shape;246;p6"/>
            <p:cNvSpPr/>
            <p:nvPr/>
          </p:nvSpPr>
          <p:spPr>
            <a:xfrm>
              <a:off x="194265" y="14515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6"/>
            <p:cNvSpPr/>
            <p:nvPr/>
          </p:nvSpPr>
          <p:spPr>
            <a:xfrm>
              <a:off x="194265" y="61718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6"/>
            <p:cNvSpPr/>
            <p:nvPr/>
          </p:nvSpPr>
          <p:spPr>
            <a:xfrm>
              <a:off x="194265" y="108921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6"/>
            <p:cNvSpPr/>
            <p:nvPr/>
          </p:nvSpPr>
          <p:spPr>
            <a:xfrm>
              <a:off x="194265" y="156124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6"/>
            <p:cNvSpPr/>
            <p:nvPr/>
          </p:nvSpPr>
          <p:spPr>
            <a:xfrm>
              <a:off x="194265" y="203327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6"/>
            <p:cNvSpPr/>
            <p:nvPr/>
          </p:nvSpPr>
          <p:spPr>
            <a:xfrm>
              <a:off x="194265" y="250530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6"/>
            <p:cNvSpPr/>
            <p:nvPr/>
          </p:nvSpPr>
          <p:spPr>
            <a:xfrm>
              <a:off x="194265" y="297733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6"/>
            <p:cNvSpPr/>
            <p:nvPr/>
          </p:nvSpPr>
          <p:spPr>
            <a:xfrm>
              <a:off x="194265" y="344936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6"/>
            <p:cNvSpPr/>
            <p:nvPr/>
          </p:nvSpPr>
          <p:spPr>
            <a:xfrm>
              <a:off x="194265" y="392139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6"/>
            <p:cNvSpPr/>
            <p:nvPr/>
          </p:nvSpPr>
          <p:spPr>
            <a:xfrm>
              <a:off x="194265" y="439342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6"/>
            <p:cNvSpPr/>
            <p:nvPr/>
          </p:nvSpPr>
          <p:spPr>
            <a:xfrm>
              <a:off x="194265" y="486545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7" name="Google Shape;257;p6"/>
          <p:cNvSpPr txBox="1">
            <a:spLocks noGrp="1"/>
          </p:cNvSpPr>
          <p:nvPr>
            <p:ph type="title"/>
          </p:nvPr>
        </p:nvSpPr>
        <p:spPr>
          <a:xfrm>
            <a:off x="758775" y="405130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iga"/>
              <a:buNone/>
              <a:defRPr sz="2800" b="1">
                <a:solidFill>
                  <a:schemeClr val="accent2"/>
                </a:solidFill>
                <a:latin typeface="Viga"/>
                <a:ea typeface="Viga"/>
                <a:cs typeface="Viga"/>
                <a:sym typeface="Vig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iga"/>
              <a:buNone/>
              <a:defRPr sz="2800" b="1">
                <a:solidFill>
                  <a:schemeClr val="dk1"/>
                </a:solidFill>
                <a:latin typeface="Viga"/>
                <a:ea typeface="Viga"/>
                <a:cs typeface="Viga"/>
                <a:sym typeface="Vig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iga"/>
              <a:buNone/>
              <a:defRPr sz="2800" b="1">
                <a:solidFill>
                  <a:schemeClr val="dk1"/>
                </a:solidFill>
                <a:latin typeface="Viga"/>
                <a:ea typeface="Viga"/>
                <a:cs typeface="Viga"/>
                <a:sym typeface="Vig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iga"/>
              <a:buNone/>
              <a:defRPr sz="2800" b="1">
                <a:solidFill>
                  <a:schemeClr val="dk1"/>
                </a:solidFill>
                <a:latin typeface="Viga"/>
                <a:ea typeface="Viga"/>
                <a:cs typeface="Viga"/>
                <a:sym typeface="Vig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iga"/>
              <a:buNone/>
              <a:defRPr sz="2800" b="1">
                <a:solidFill>
                  <a:schemeClr val="dk1"/>
                </a:solidFill>
                <a:latin typeface="Viga"/>
                <a:ea typeface="Viga"/>
                <a:cs typeface="Viga"/>
                <a:sym typeface="Vig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iga"/>
              <a:buNone/>
              <a:defRPr sz="2800" b="1">
                <a:solidFill>
                  <a:schemeClr val="dk1"/>
                </a:solidFill>
                <a:latin typeface="Viga"/>
                <a:ea typeface="Viga"/>
                <a:cs typeface="Viga"/>
                <a:sym typeface="Vig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iga"/>
              <a:buNone/>
              <a:defRPr sz="2800" b="1">
                <a:solidFill>
                  <a:schemeClr val="dk1"/>
                </a:solidFill>
                <a:latin typeface="Viga"/>
                <a:ea typeface="Viga"/>
                <a:cs typeface="Viga"/>
                <a:sym typeface="Vig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iga"/>
              <a:buNone/>
              <a:defRPr sz="2800" b="1">
                <a:solidFill>
                  <a:schemeClr val="dk1"/>
                </a:solidFill>
                <a:latin typeface="Viga"/>
                <a:ea typeface="Viga"/>
                <a:cs typeface="Viga"/>
                <a:sym typeface="Vig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iga"/>
              <a:buNone/>
              <a:defRPr sz="2800" b="1">
                <a:solidFill>
                  <a:schemeClr val="dk1"/>
                </a:solidFill>
                <a:latin typeface="Viga"/>
                <a:ea typeface="Viga"/>
                <a:cs typeface="Viga"/>
                <a:sym typeface="Vig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oogle Shape;259;p7"/>
          <p:cNvGrpSpPr/>
          <p:nvPr/>
        </p:nvGrpSpPr>
        <p:grpSpPr>
          <a:xfrm>
            <a:off x="711097" y="26"/>
            <a:ext cx="8612252" cy="5143292"/>
            <a:chOff x="532150" y="26"/>
            <a:chExt cx="8612252" cy="5143292"/>
          </a:xfrm>
        </p:grpSpPr>
        <p:sp>
          <p:nvSpPr>
            <p:cNvPr id="260" name="Google Shape;260;p7"/>
            <p:cNvSpPr/>
            <p:nvPr/>
          </p:nvSpPr>
          <p:spPr>
            <a:xfrm>
              <a:off x="1029044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7"/>
            <p:cNvSpPr/>
            <p:nvPr/>
          </p:nvSpPr>
          <p:spPr>
            <a:xfrm>
              <a:off x="1525731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7"/>
            <p:cNvSpPr/>
            <p:nvPr/>
          </p:nvSpPr>
          <p:spPr>
            <a:xfrm>
              <a:off x="2022607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7"/>
            <p:cNvSpPr/>
            <p:nvPr/>
          </p:nvSpPr>
          <p:spPr>
            <a:xfrm>
              <a:off x="2519501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7"/>
            <p:cNvSpPr/>
            <p:nvPr/>
          </p:nvSpPr>
          <p:spPr>
            <a:xfrm>
              <a:off x="3016170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7"/>
            <p:cNvSpPr/>
            <p:nvPr/>
          </p:nvSpPr>
          <p:spPr>
            <a:xfrm>
              <a:off x="3513063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7"/>
            <p:cNvSpPr/>
            <p:nvPr/>
          </p:nvSpPr>
          <p:spPr>
            <a:xfrm>
              <a:off x="4009957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7"/>
            <p:cNvSpPr/>
            <p:nvPr/>
          </p:nvSpPr>
          <p:spPr>
            <a:xfrm>
              <a:off x="4506833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8" name="Google Shape;268;p7"/>
            <p:cNvGrpSpPr/>
            <p:nvPr/>
          </p:nvGrpSpPr>
          <p:grpSpPr>
            <a:xfrm>
              <a:off x="532150" y="161850"/>
              <a:ext cx="8612252" cy="4819800"/>
              <a:chOff x="532150" y="72525"/>
              <a:chExt cx="8612252" cy="4819800"/>
            </a:xfrm>
          </p:grpSpPr>
          <p:sp>
            <p:nvSpPr>
              <p:cNvPr id="269" name="Google Shape;269;p7"/>
              <p:cNvSpPr/>
              <p:nvPr/>
            </p:nvSpPr>
            <p:spPr>
              <a:xfrm>
                <a:off x="532150" y="72525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7"/>
              <p:cNvSpPr/>
              <p:nvPr/>
            </p:nvSpPr>
            <p:spPr>
              <a:xfrm>
                <a:off x="532150" y="55447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7"/>
              <p:cNvSpPr/>
              <p:nvPr/>
            </p:nvSpPr>
            <p:spPr>
              <a:xfrm>
                <a:off x="532150" y="103639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7"/>
              <p:cNvSpPr/>
              <p:nvPr/>
            </p:nvSpPr>
            <p:spPr>
              <a:xfrm>
                <a:off x="532150" y="1518532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7"/>
              <p:cNvSpPr/>
              <p:nvPr/>
            </p:nvSpPr>
            <p:spPr>
              <a:xfrm>
                <a:off x="532150" y="200046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7"/>
              <p:cNvSpPr/>
              <p:nvPr/>
            </p:nvSpPr>
            <p:spPr>
              <a:xfrm>
                <a:off x="532150" y="2482405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7"/>
              <p:cNvSpPr/>
              <p:nvPr/>
            </p:nvSpPr>
            <p:spPr>
              <a:xfrm>
                <a:off x="532150" y="2964373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7"/>
              <p:cNvSpPr/>
              <p:nvPr/>
            </p:nvSpPr>
            <p:spPr>
              <a:xfrm>
                <a:off x="532150" y="344631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7"/>
              <p:cNvSpPr/>
              <p:nvPr/>
            </p:nvSpPr>
            <p:spPr>
              <a:xfrm>
                <a:off x="532150" y="3928246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7"/>
              <p:cNvSpPr/>
              <p:nvPr/>
            </p:nvSpPr>
            <p:spPr>
              <a:xfrm>
                <a:off x="532150" y="441038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7"/>
              <p:cNvSpPr/>
              <p:nvPr/>
            </p:nvSpPr>
            <p:spPr>
              <a:xfrm>
                <a:off x="532150" y="489230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80" name="Google Shape;280;p7"/>
            <p:cNvSpPr/>
            <p:nvPr/>
          </p:nvSpPr>
          <p:spPr>
            <a:xfrm>
              <a:off x="5003700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7"/>
            <p:cNvSpPr/>
            <p:nvPr/>
          </p:nvSpPr>
          <p:spPr>
            <a:xfrm>
              <a:off x="550057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7"/>
            <p:cNvSpPr/>
            <p:nvPr/>
          </p:nvSpPr>
          <p:spPr>
            <a:xfrm>
              <a:off x="5997469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7"/>
            <p:cNvSpPr/>
            <p:nvPr/>
          </p:nvSpPr>
          <p:spPr>
            <a:xfrm>
              <a:off x="649415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7"/>
            <p:cNvSpPr/>
            <p:nvPr/>
          </p:nvSpPr>
          <p:spPr>
            <a:xfrm>
              <a:off x="6991032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7"/>
            <p:cNvSpPr/>
            <p:nvPr/>
          </p:nvSpPr>
          <p:spPr>
            <a:xfrm>
              <a:off x="748792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7"/>
            <p:cNvSpPr/>
            <p:nvPr/>
          </p:nvSpPr>
          <p:spPr>
            <a:xfrm>
              <a:off x="7984595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7"/>
            <p:cNvSpPr/>
            <p:nvPr/>
          </p:nvSpPr>
          <p:spPr>
            <a:xfrm>
              <a:off x="8481488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7"/>
            <p:cNvSpPr/>
            <p:nvPr/>
          </p:nvSpPr>
          <p:spPr>
            <a:xfrm>
              <a:off x="8978382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9" name="Google Shape;289;p7"/>
          <p:cNvSpPr/>
          <p:nvPr/>
        </p:nvSpPr>
        <p:spPr>
          <a:xfrm rot="3039213">
            <a:off x="1364130" y="307685"/>
            <a:ext cx="233373" cy="413803"/>
          </a:xfrm>
          <a:custGeom>
            <a:avLst/>
            <a:gdLst/>
            <a:ahLst/>
            <a:cxnLst/>
            <a:rect l="l" t="t" r="r" b="b"/>
            <a:pathLst>
              <a:path w="15538" h="27551" extrusionOk="0">
                <a:moveTo>
                  <a:pt x="8994" y="2908"/>
                </a:moveTo>
                <a:cubicBezTo>
                  <a:pt x="10071" y="2908"/>
                  <a:pt x="11146" y="3372"/>
                  <a:pt x="12216" y="4301"/>
                </a:cubicBezTo>
                <a:cubicBezTo>
                  <a:pt x="12954" y="6658"/>
                  <a:pt x="12645" y="8706"/>
                  <a:pt x="11275" y="10444"/>
                </a:cubicBezTo>
                <a:cubicBezTo>
                  <a:pt x="9656" y="13147"/>
                  <a:pt x="9537" y="16469"/>
                  <a:pt x="8346" y="19445"/>
                </a:cubicBezTo>
                <a:cubicBezTo>
                  <a:pt x="7977" y="20386"/>
                  <a:pt x="7882" y="21660"/>
                  <a:pt x="7989" y="22934"/>
                </a:cubicBezTo>
                <a:cubicBezTo>
                  <a:pt x="7906" y="22898"/>
                  <a:pt x="7811" y="22874"/>
                  <a:pt x="7715" y="22863"/>
                </a:cubicBezTo>
                <a:cubicBezTo>
                  <a:pt x="6120" y="20422"/>
                  <a:pt x="5286" y="17588"/>
                  <a:pt x="4310" y="14862"/>
                </a:cubicBezTo>
                <a:cubicBezTo>
                  <a:pt x="3215" y="11766"/>
                  <a:pt x="3120" y="8444"/>
                  <a:pt x="4584" y="5479"/>
                </a:cubicBezTo>
                <a:cubicBezTo>
                  <a:pt x="6059" y="3765"/>
                  <a:pt x="7529" y="2908"/>
                  <a:pt x="8994" y="2908"/>
                </a:cubicBezTo>
                <a:close/>
                <a:moveTo>
                  <a:pt x="8865" y="1"/>
                </a:moveTo>
                <a:cubicBezTo>
                  <a:pt x="8350" y="1"/>
                  <a:pt x="7821" y="91"/>
                  <a:pt x="7287" y="288"/>
                </a:cubicBezTo>
                <a:cubicBezTo>
                  <a:pt x="2250" y="2158"/>
                  <a:pt x="0" y="7218"/>
                  <a:pt x="1072" y="12421"/>
                </a:cubicBezTo>
                <a:cubicBezTo>
                  <a:pt x="1988" y="16862"/>
                  <a:pt x="3215" y="22791"/>
                  <a:pt x="7215" y="25625"/>
                </a:cubicBezTo>
                <a:cubicBezTo>
                  <a:pt x="7692" y="26530"/>
                  <a:pt x="8525" y="27042"/>
                  <a:pt x="9906" y="27494"/>
                </a:cubicBezTo>
                <a:cubicBezTo>
                  <a:pt x="10024" y="27532"/>
                  <a:pt x="10139" y="27550"/>
                  <a:pt x="10251" y="27550"/>
                </a:cubicBezTo>
                <a:cubicBezTo>
                  <a:pt x="11114" y="27550"/>
                  <a:pt x="11750" y="26499"/>
                  <a:pt x="11275" y="25708"/>
                </a:cubicBezTo>
                <a:cubicBezTo>
                  <a:pt x="9466" y="22708"/>
                  <a:pt x="11561" y="18457"/>
                  <a:pt x="12585" y="15540"/>
                </a:cubicBezTo>
                <a:cubicBezTo>
                  <a:pt x="13216" y="13742"/>
                  <a:pt x="13287" y="12064"/>
                  <a:pt x="14311" y="10325"/>
                </a:cubicBezTo>
                <a:cubicBezTo>
                  <a:pt x="14776" y="9539"/>
                  <a:pt x="15538" y="7837"/>
                  <a:pt x="15442" y="6896"/>
                </a:cubicBezTo>
                <a:cubicBezTo>
                  <a:pt x="15153" y="3998"/>
                  <a:pt x="12297" y="1"/>
                  <a:pt x="886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7"/>
          <p:cNvSpPr/>
          <p:nvPr/>
        </p:nvSpPr>
        <p:spPr>
          <a:xfrm rot="-3313706">
            <a:off x="1183990" y="4373549"/>
            <a:ext cx="297387" cy="507670"/>
          </a:xfrm>
          <a:custGeom>
            <a:avLst/>
            <a:gdLst/>
            <a:ahLst/>
            <a:cxnLst/>
            <a:rect l="l" t="t" r="r" b="b"/>
            <a:pathLst>
              <a:path w="19003" h="32440" extrusionOk="0">
                <a:moveTo>
                  <a:pt x="13207" y="2777"/>
                </a:moveTo>
                <a:cubicBezTo>
                  <a:pt x="13954" y="2777"/>
                  <a:pt x="14675" y="3347"/>
                  <a:pt x="15264" y="4842"/>
                </a:cubicBezTo>
                <a:cubicBezTo>
                  <a:pt x="16490" y="7925"/>
                  <a:pt x="14788" y="10878"/>
                  <a:pt x="13633" y="13664"/>
                </a:cubicBezTo>
                <a:cubicBezTo>
                  <a:pt x="12144" y="17224"/>
                  <a:pt x="11025" y="20391"/>
                  <a:pt x="10668" y="23808"/>
                </a:cubicBezTo>
                <a:cubicBezTo>
                  <a:pt x="10513" y="23558"/>
                  <a:pt x="10370" y="23308"/>
                  <a:pt x="10239" y="23070"/>
                </a:cubicBezTo>
                <a:cubicBezTo>
                  <a:pt x="8025" y="18963"/>
                  <a:pt x="7906" y="12974"/>
                  <a:pt x="8632" y="8426"/>
                </a:cubicBezTo>
                <a:cubicBezTo>
                  <a:pt x="8816" y="7250"/>
                  <a:pt x="11115" y="2777"/>
                  <a:pt x="13207" y="2777"/>
                </a:cubicBezTo>
                <a:close/>
                <a:moveTo>
                  <a:pt x="13026" y="0"/>
                </a:moveTo>
                <a:cubicBezTo>
                  <a:pt x="11652" y="0"/>
                  <a:pt x="10156" y="529"/>
                  <a:pt x="8692" y="1651"/>
                </a:cubicBezTo>
                <a:cubicBezTo>
                  <a:pt x="0" y="8295"/>
                  <a:pt x="7644" y="25951"/>
                  <a:pt x="12680" y="32190"/>
                </a:cubicBezTo>
                <a:cubicBezTo>
                  <a:pt x="12821" y="32367"/>
                  <a:pt x="12991" y="32440"/>
                  <a:pt x="13161" y="32440"/>
                </a:cubicBezTo>
                <a:cubicBezTo>
                  <a:pt x="13554" y="32440"/>
                  <a:pt x="13948" y="32053"/>
                  <a:pt x="13990" y="31655"/>
                </a:cubicBezTo>
                <a:cubicBezTo>
                  <a:pt x="14145" y="30154"/>
                  <a:pt x="13490" y="28559"/>
                  <a:pt x="12644" y="27035"/>
                </a:cubicBezTo>
                <a:cubicBezTo>
                  <a:pt x="12204" y="22868"/>
                  <a:pt x="15609" y="16260"/>
                  <a:pt x="17014" y="13426"/>
                </a:cubicBezTo>
                <a:cubicBezTo>
                  <a:pt x="18312" y="10819"/>
                  <a:pt x="19002" y="8140"/>
                  <a:pt x="18431" y="5223"/>
                </a:cubicBezTo>
                <a:cubicBezTo>
                  <a:pt x="17769" y="1884"/>
                  <a:pt x="15617" y="0"/>
                  <a:pt x="1302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7"/>
          <p:cNvSpPr/>
          <p:nvPr/>
        </p:nvSpPr>
        <p:spPr>
          <a:xfrm>
            <a:off x="711098" y="26"/>
            <a:ext cx="17" cy="5143292"/>
          </a:xfrm>
          <a:custGeom>
            <a:avLst/>
            <a:gdLst/>
            <a:ahLst/>
            <a:cxnLst/>
            <a:rect l="l" t="t" r="r" b="b"/>
            <a:pathLst>
              <a:path w="1" h="148532" fill="none" extrusionOk="0">
                <a:moveTo>
                  <a:pt x="1" y="1"/>
                </a:moveTo>
                <a:lnTo>
                  <a:pt x="1" y="148531"/>
                </a:lnTo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2" name="Google Shape;292;p7"/>
          <p:cNvGrpSpPr/>
          <p:nvPr/>
        </p:nvGrpSpPr>
        <p:grpSpPr>
          <a:xfrm>
            <a:off x="297012" y="145150"/>
            <a:ext cx="132900" cy="4853200"/>
            <a:chOff x="194265" y="145150"/>
            <a:chExt cx="132900" cy="4853200"/>
          </a:xfrm>
        </p:grpSpPr>
        <p:sp>
          <p:nvSpPr>
            <p:cNvPr id="293" name="Google Shape;293;p7"/>
            <p:cNvSpPr/>
            <p:nvPr/>
          </p:nvSpPr>
          <p:spPr>
            <a:xfrm>
              <a:off x="194265" y="14515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7"/>
            <p:cNvSpPr/>
            <p:nvPr/>
          </p:nvSpPr>
          <p:spPr>
            <a:xfrm>
              <a:off x="194265" y="61718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7"/>
            <p:cNvSpPr/>
            <p:nvPr/>
          </p:nvSpPr>
          <p:spPr>
            <a:xfrm>
              <a:off x="194265" y="108921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7"/>
            <p:cNvSpPr/>
            <p:nvPr/>
          </p:nvSpPr>
          <p:spPr>
            <a:xfrm>
              <a:off x="194265" y="156124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7"/>
            <p:cNvSpPr/>
            <p:nvPr/>
          </p:nvSpPr>
          <p:spPr>
            <a:xfrm>
              <a:off x="194265" y="203327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7"/>
            <p:cNvSpPr/>
            <p:nvPr/>
          </p:nvSpPr>
          <p:spPr>
            <a:xfrm>
              <a:off x="194265" y="250530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7"/>
            <p:cNvSpPr/>
            <p:nvPr/>
          </p:nvSpPr>
          <p:spPr>
            <a:xfrm>
              <a:off x="194265" y="297733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7"/>
            <p:cNvSpPr/>
            <p:nvPr/>
          </p:nvSpPr>
          <p:spPr>
            <a:xfrm>
              <a:off x="194265" y="344936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7"/>
            <p:cNvSpPr/>
            <p:nvPr/>
          </p:nvSpPr>
          <p:spPr>
            <a:xfrm>
              <a:off x="194265" y="392139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7"/>
            <p:cNvSpPr/>
            <p:nvPr/>
          </p:nvSpPr>
          <p:spPr>
            <a:xfrm>
              <a:off x="194265" y="439342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7"/>
            <p:cNvSpPr/>
            <p:nvPr/>
          </p:nvSpPr>
          <p:spPr>
            <a:xfrm>
              <a:off x="194265" y="486545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4" name="Google Shape;304;p7"/>
          <p:cNvSpPr txBox="1">
            <a:spLocks noGrp="1"/>
          </p:cNvSpPr>
          <p:nvPr>
            <p:ph type="title"/>
          </p:nvPr>
        </p:nvSpPr>
        <p:spPr>
          <a:xfrm>
            <a:off x="1039375" y="1137750"/>
            <a:ext cx="4728600" cy="55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5" name="Google Shape;305;p7"/>
          <p:cNvSpPr txBox="1">
            <a:spLocks noGrp="1"/>
          </p:cNvSpPr>
          <p:nvPr>
            <p:ph type="body" idx="1"/>
          </p:nvPr>
        </p:nvSpPr>
        <p:spPr>
          <a:xfrm>
            <a:off x="1039375" y="1696650"/>
            <a:ext cx="4728600" cy="23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500"/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Clr>
                <a:srgbClr val="5F5B52"/>
              </a:buClr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5F5B52"/>
              </a:buClr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rgbClr val="5F5B52"/>
              </a:buClr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5F5B52"/>
              </a:buClr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5F5B52"/>
              </a:buClr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rgbClr val="5F5B52"/>
              </a:buClr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rgbClr val="5F5B52"/>
              </a:buClr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rgbClr val="5F5B52"/>
              </a:buClr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" name="Google Shape;307;p8"/>
          <p:cNvGrpSpPr/>
          <p:nvPr/>
        </p:nvGrpSpPr>
        <p:grpSpPr>
          <a:xfrm>
            <a:off x="711097" y="26"/>
            <a:ext cx="8612252" cy="5143292"/>
            <a:chOff x="532150" y="26"/>
            <a:chExt cx="8612252" cy="5143292"/>
          </a:xfrm>
        </p:grpSpPr>
        <p:sp>
          <p:nvSpPr>
            <p:cNvPr id="308" name="Google Shape;308;p8"/>
            <p:cNvSpPr/>
            <p:nvPr/>
          </p:nvSpPr>
          <p:spPr>
            <a:xfrm>
              <a:off x="1029044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8"/>
            <p:cNvSpPr/>
            <p:nvPr/>
          </p:nvSpPr>
          <p:spPr>
            <a:xfrm>
              <a:off x="1525731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8"/>
            <p:cNvSpPr/>
            <p:nvPr/>
          </p:nvSpPr>
          <p:spPr>
            <a:xfrm>
              <a:off x="2022607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8"/>
            <p:cNvSpPr/>
            <p:nvPr/>
          </p:nvSpPr>
          <p:spPr>
            <a:xfrm>
              <a:off x="2519501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8"/>
            <p:cNvSpPr/>
            <p:nvPr/>
          </p:nvSpPr>
          <p:spPr>
            <a:xfrm>
              <a:off x="3016170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8"/>
            <p:cNvSpPr/>
            <p:nvPr/>
          </p:nvSpPr>
          <p:spPr>
            <a:xfrm>
              <a:off x="3513063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8"/>
            <p:cNvSpPr/>
            <p:nvPr/>
          </p:nvSpPr>
          <p:spPr>
            <a:xfrm>
              <a:off x="4009957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8"/>
            <p:cNvSpPr/>
            <p:nvPr/>
          </p:nvSpPr>
          <p:spPr>
            <a:xfrm>
              <a:off x="4506833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16" name="Google Shape;316;p8"/>
            <p:cNvGrpSpPr/>
            <p:nvPr/>
          </p:nvGrpSpPr>
          <p:grpSpPr>
            <a:xfrm>
              <a:off x="532150" y="161850"/>
              <a:ext cx="8612252" cy="4819800"/>
              <a:chOff x="532150" y="72525"/>
              <a:chExt cx="8612252" cy="4819800"/>
            </a:xfrm>
          </p:grpSpPr>
          <p:sp>
            <p:nvSpPr>
              <p:cNvPr id="317" name="Google Shape;317;p8"/>
              <p:cNvSpPr/>
              <p:nvPr/>
            </p:nvSpPr>
            <p:spPr>
              <a:xfrm>
                <a:off x="532150" y="72525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8"/>
              <p:cNvSpPr/>
              <p:nvPr/>
            </p:nvSpPr>
            <p:spPr>
              <a:xfrm>
                <a:off x="532150" y="55447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8"/>
              <p:cNvSpPr/>
              <p:nvPr/>
            </p:nvSpPr>
            <p:spPr>
              <a:xfrm>
                <a:off x="532150" y="103639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8"/>
              <p:cNvSpPr/>
              <p:nvPr/>
            </p:nvSpPr>
            <p:spPr>
              <a:xfrm>
                <a:off x="532150" y="1518532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8"/>
              <p:cNvSpPr/>
              <p:nvPr/>
            </p:nvSpPr>
            <p:spPr>
              <a:xfrm>
                <a:off x="532150" y="200046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8"/>
              <p:cNvSpPr/>
              <p:nvPr/>
            </p:nvSpPr>
            <p:spPr>
              <a:xfrm>
                <a:off x="532150" y="2482405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8"/>
              <p:cNvSpPr/>
              <p:nvPr/>
            </p:nvSpPr>
            <p:spPr>
              <a:xfrm>
                <a:off x="532150" y="2964373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8"/>
              <p:cNvSpPr/>
              <p:nvPr/>
            </p:nvSpPr>
            <p:spPr>
              <a:xfrm>
                <a:off x="532150" y="344631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8"/>
              <p:cNvSpPr/>
              <p:nvPr/>
            </p:nvSpPr>
            <p:spPr>
              <a:xfrm>
                <a:off x="532150" y="3928246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8"/>
              <p:cNvSpPr/>
              <p:nvPr/>
            </p:nvSpPr>
            <p:spPr>
              <a:xfrm>
                <a:off x="532150" y="441038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8"/>
              <p:cNvSpPr/>
              <p:nvPr/>
            </p:nvSpPr>
            <p:spPr>
              <a:xfrm>
                <a:off x="532150" y="489230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28" name="Google Shape;328;p8"/>
            <p:cNvSpPr/>
            <p:nvPr/>
          </p:nvSpPr>
          <p:spPr>
            <a:xfrm>
              <a:off x="5003700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8"/>
            <p:cNvSpPr/>
            <p:nvPr/>
          </p:nvSpPr>
          <p:spPr>
            <a:xfrm>
              <a:off x="550057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8"/>
            <p:cNvSpPr/>
            <p:nvPr/>
          </p:nvSpPr>
          <p:spPr>
            <a:xfrm>
              <a:off x="5997469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8"/>
            <p:cNvSpPr/>
            <p:nvPr/>
          </p:nvSpPr>
          <p:spPr>
            <a:xfrm>
              <a:off x="649415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8"/>
            <p:cNvSpPr/>
            <p:nvPr/>
          </p:nvSpPr>
          <p:spPr>
            <a:xfrm>
              <a:off x="6991032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8"/>
            <p:cNvSpPr/>
            <p:nvPr/>
          </p:nvSpPr>
          <p:spPr>
            <a:xfrm>
              <a:off x="748792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8"/>
            <p:cNvSpPr/>
            <p:nvPr/>
          </p:nvSpPr>
          <p:spPr>
            <a:xfrm>
              <a:off x="7984595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8"/>
            <p:cNvSpPr/>
            <p:nvPr/>
          </p:nvSpPr>
          <p:spPr>
            <a:xfrm>
              <a:off x="8481488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8"/>
            <p:cNvSpPr/>
            <p:nvPr/>
          </p:nvSpPr>
          <p:spPr>
            <a:xfrm>
              <a:off x="8978382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7" name="Google Shape;337;p8"/>
          <p:cNvGrpSpPr/>
          <p:nvPr/>
        </p:nvGrpSpPr>
        <p:grpSpPr>
          <a:xfrm>
            <a:off x="1237587" y="885850"/>
            <a:ext cx="6903188" cy="2961707"/>
            <a:chOff x="1237587" y="885850"/>
            <a:chExt cx="6903188" cy="2961707"/>
          </a:xfrm>
        </p:grpSpPr>
        <p:sp>
          <p:nvSpPr>
            <p:cNvPr id="338" name="Google Shape;338;p8"/>
            <p:cNvSpPr/>
            <p:nvPr/>
          </p:nvSpPr>
          <p:spPr>
            <a:xfrm rot="5736429">
              <a:off x="7806779" y="1535869"/>
              <a:ext cx="233371" cy="413799"/>
            </a:xfrm>
            <a:custGeom>
              <a:avLst/>
              <a:gdLst/>
              <a:ahLst/>
              <a:cxnLst/>
              <a:rect l="l" t="t" r="r" b="b"/>
              <a:pathLst>
                <a:path w="15538" h="27551" extrusionOk="0">
                  <a:moveTo>
                    <a:pt x="8994" y="2908"/>
                  </a:moveTo>
                  <a:cubicBezTo>
                    <a:pt x="10071" y="2908"/>
                    <a:pt x="11146" y="3372"/>
                    <a:pt x="12216" y="4301"/>
                  </a:cubicBezTo>
                  <a:cubicBezTo>
                    <a:pt x="12954" y="6658"/>
                    <a:pt x="12645" y="8706"/>
                    <a:pt x="11275" y="10444"/>
                  </a:cubicBezTo>
                  <a:cubicBezTo>
                    <a:pt x="9656" y="13147"/>
                    <a:pt x="9537" y="16469"/>
                    <a:pt x="8346" y="19445"/>
                  </a:cubicBezTo>
                  <a:cubicBezTo>
                    <a:pt x="7977" y="20386"/>
                    <a:pt x="7882" y="21660"/>
                    <a:pt x="7989" y="22934"/>
                  </a:cubicBezTo>
                  <a:cubicBezTo>
                    <a:pt x="7906" y="22898"/>
                    <a:pt x="7811" y="22874"/>
                    <a:pt x="7715" y="22863"/>
                  </a:cubicBezTo>
                  <a:cubicBezTo>
                    <a:pt x="6120" y="20422"/>
                    <a:pt x="5286" y="17588"/>
                    <a:pt x="4310" y="14862"/>
                  </a:cubicBezTo>
                  <a:cubicBezTo>
                    <a:pt x="3215" y="11766"/>
                    <a:pt x="3120" y="8444"/>
                    <a:pt x="4584" y="5479"/>
                  </a:cubicBezTo>
                  <a:cubicBezTo>
                    <a:pt x="6059" y="3765"/>
                    <a:pt x="7529" y="2908"/>
                    <a:pt x="8994" y="2908"/>
                  </a:cubicBezTo>
                  <a:close/>
                  <a:moveTo>
                    <a:pt x="8865" y="1"/>
                  </a:moveTo>
                  <a:cubicBezTo>
                    <a:pt x="8350" y="1"/>
                    <a:pt x="7821" y="91"/>
                    <a:pt x="7287" y="288"/>
                  </a:cubicBezTo>
                  <a:cubicBezTo>
                    <a:pt x="2250" y="2158"/>
                    <a:pt x="0" y="7218"/>
                    <a:pt x="1072" y="12421"/>
                  </a:cubicBezTo>
                  <a:cubicBezTo>
                    <a:pt x="1988" y="16862"/>
                    <a:pt x="3215" y="22791"/>
                    <a:pt x="7215" y="25625"/>
                  </a:cubicBezTo>
                  <a:cubicBezTo>
                    <a:pt x="7692" y="26530"/>
                    <a:pt x="8525" y="27042"/>
                    <a:pt x="9906" y="27494"/>
                  </a:cubicBezTo>
                  <a:cubicBezTo>
                    <a:pt x="10024" y="27532"/>
                    <a:pt x="10139" y="27550"/>
                    <a:pt x="10251" y="27550"/>
                  </a:cubicBezTo>
                  <a:cubicBezTo>
                    <a:pt x="11114" y="27550"/>
                    <a:pt x="11750" y="26499"/>
                    <a:pt x="11275" y="25708"/>
                  </a:cubicBezTo>
                  <a:cubicBezTo>
                    <a:pt x="9466" y="22708"/>
                    <a:pt x="11561" y="18457"/>
                    <a:pt x="12585" y="15540"/>
                  </a:cubicBezTo>
                  <a:cubicBezTo>
                    <a:pt x="13216" y="13742"/>
                    <a:pt x="13287" y="12064"/>
                    <a:pt x="14311" y="10325"/>
                  </a:cubicBezTo>
                  <a:cubicBezTo>
                    <a:pt x="14776" y="9539"/>
                    <a:pt x="15538" y="7837"/>
                    <a:pt x="15442" y="6896"/>
                  </a:cubicBezTo>
                  <a:cubicBezTo>
                    <a:pt x="15153" y="3998"/>
                    <a:pt x="12297" y="1"/>
                    <a:pt x="886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8"/>
            <p:cNvSpPr/>
            <p:nvPr/>
          </p:nvSpPr>
          <p:spPr>
            <a:xfrm rot="-5400000">
              <a:off x="1186601" y="3516914"/>
              <a:ext cx="381628" cy="279657"/>
            </a:xfrm>
            <a:custGeom>
              <a:avLst/>
              <a:gdLst/>
              <a:ahLst/>
              <a:cxnLst/>
              <a:rect l="l" t="t" r="r" b="b"/>
              <a:pathLst>
                <a:path w="25408" h="18619" extrusionOk="0">
                  <a:moveTo>
                    <a:pt x="8394" y="3051"/>
                  </a:moveTo>
                  <a:cubicBezTo>
                    <a:pt x="11252" y="3051"/>
                    <a:pt x="13593" y="4002"/>
                    <a:pt x="15777" y="5851"/>
                  </a:cubicBezTo>
                  <a:cubicBezTo>
                    <a:pt x="18313" y="8006"/>
                    <a:pt x="20670" y="11054"/>
                    <a:pt x="21837" y="14329"/>
                  </a:cubicBezTo>
                  <a:cubicBezTo>
                    <a:pt x="16598" y="11674"/>
                    <a:pt x="9204" y="13126"/>
                    <a:pt x="5180" y="7721"/>
                  </a:cubicBezTo>
                  <a:cubicBezTo>
                    <a:pt x="3049" y="4851"/>
                    <a:pt x="5299" y="3101"/>
                    <a:pt x="8133" y="3053"/>
                  </a:cubicBezTo>
                  <a:cubicBezTo>
                    <a:pt x="8220" y="3052"/>
                    <a:pt x="8308" y="3051"/>
                    <a:pt x="8394" y="3051"/>
                  </a:cubicBezTo>
                  <a:close/>
                  <a:moveTo>
                    <a:pt x="7144" y="1"/>
                  </a:moveTo>
                  <a:cubicBezTo>
                    <a:pt x="5425" y="1"/>
                    <a:pt x="3883" y="431"/>
                    <a:pt x="2882" y="1529"/>
                  </a:cubicBezTo>
                  <a:cubicBezTo>
                    <a:pt x="1" y="4708"/>
                    <a:pt x="2001" y="9447"/>
                    <a:pt x="5132" y="11674"/>
                  </a:cubicBezTo>
                  <a:cubicBezTo>
                    <a:pt x="7454" y="13317"/>
                    <a:pt x="10062" y="14305"/>
                    <a:pt x="12824" y="14948"/>
                  </a:cubicBezTo>
                  <a:cubicBezTo>
                    <a:pt x="15991" y="15686"/>
                    <a:pt x="19503" y="15603"/>
                    <a:pt x="22480" y="16984"/>
                  </a:cubicBezTo>
                  <a:cubicBezTo>
                    <a:pt x="22504" y="17127"/>
                    <a:pt x="22539" y="17269"/>
                    <a:pt x="22551" y="17412"/>
                  </a:cubicBezTo>
                  <a:cubicBezTo>
                    <a:pt x="22637" y="18283"/>
                    <a:pt x="23154" y="18619"/>
                    <a:pt x="23702" y="18619"/>
                  </a:cubicBezTo>
                  <a:cubicBezTo>
                    <a:pt x="24519" y="18619"/>
                    <a:pt x="25408" y="17872"/>
                    <a:pt x="25052" y="17031"/>
                  </a:cubicBezTo>
                  <a:cubicBezTo>
                    <a:pt x="24683" y="11674"/>
                    <a:pt x="20849" y="6768"/>
                    <a:pt x="16884" y="3423"/>
                  </a:cubicBezTo>
                  <a:cubicBezTo>
                    <a:pt x="15014" y="1841"/>
                    <a:pt x="10699" y="1"/>
                    <a:pt x="71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8"/>
            <p:cNvSpPr/>
            <p:nvPr/>
          </p:nvSpPr>
          <p:spPr>
            <a:xfrm>
              <a:off x="6963134" y="885850"/>
              <a:ext cx="413260" cy="416985"/>
            </a:xfrm>
            <a:custGeom>
              <a:avLst/>
              <a:gdLst/>
              <a:ahLst/>
              <a:cxnLst/>
              <a:rect l="l" t="t" r="r" b="b"/>
              <a:pathLst>
                <a:path w="27514" h="27762" extrusionOk="0">
                  <a:moveTo>
                    <a:pt x="9258" y="3049"/>
                  </a:moveTo>
                  <a:cubicBezTo>
                    <a:pt x="9906" y="3049"/>
                    <a:pt x="10551" y="3168"/>
                    <a:pt x="11145" y="3429"/>
                  </a:cubicBezTo>
                  <a:cubicBezTo>
                    <a:pt x="13919" y="4644"/>
                    <a:pt x="15812" y="7751"/>
                    <a:pt x="17241" y="10276"/>
                  </a:cubicBezTo>
                  <a:cubicBezTo>
                    <a:pt x="19003" y="13347"/>
                    <a:pt x="19955" y="16693"/>
                    <a:pt x="19217" y="20241"/>
                  </a:cubicBezTo>
                  <a:cubicBezTo>
                    <a:pt x="19098" y="20765"/>
                    <a:pt x="18943" y="21265"/>
                    <a:pt x="18729" y="21765"/>
                  </a:cubicBezTo>
                  <a:cubicBezTo>
                    <a:pt x="16157" y="16764"/>
                    <a:pt x="7632" y="12883"/>
                    <a:pt x="5060" y="8966"/>
                  </a:cubicBezTo>
                  <a:cubicBezTo>
                    <a:pt x="2982" y="5803"/>
                    <a:pt x="6153" y="3049"/>
                    <a:pt x="9258" y="3049"/>
                  </a:cubicBezTo>
                  <a:close/>
                  <a:moveTo>
                    <a:pt x="8834" y="0"/>
                  </a:moveTo>
                  <a:cubicBezTo>
                    <a:pt x="7866" y="0"/>
                    <a:pt x="6885" y="185"/>
                    <a:pt x="5906" y="584"/>
                  </a:cubicBezTo>
                  <a:cubicBezTo>
                    <a:pt x="1084" y="2548"/>
                    <a:pt x="0" y="7656"/>
                    <a:pt x="3084" y="11573"/>
                  </a:cubicBezTo>
                  <a:cubicBezTo>
                    <a:pt x="5025" y="14050"/>
                    <a:pt x="7489" y="15967"/>
                    <a:pt x="10013" y="17824"/>
                  </a:cubicBezTo>
                  <a:cubicBezTo>
                    <a:pt x="12942" y="19979"/>
                    <a:pt x="18145" y="22372"/>
                    <a:pt x="17443" y="26801"/>
                  </a:cubicBezTo>
                  <a:cubicBezTo>
                    <a:pt x="17364" y="27316"/>
                    <a:pt x="17816" y="27762"/>
                    <a:pt x="18247" y="27762"/>
                  </a:cubicBezTo>
                  <a:cubicBezTo>
                    <a:pt x="18464" y="27762"/>
                    <a:pt x="18676" y="27648"/>
                    <a:pt x="18812" y="27373"/>
                  </a:cubicBezTo>
                  <a:cubicBezTo>
                    <a:pt x="18991" y="27028"/>
                    <a:pt x="19134" y="26658"/>
                    <a:pt x="19241" y="26277"/>
                  </a:cubicBezTo>
                  <a:cubicBezTo>
                    <a:pt x="19277" y="26266"/>
                    <a:pt x="19312" y="26242"/>
                    <a:pt x="19348" y="26218"/>
                  </a:cubicBezTo>
                  <a:cubicBezTo>
                    <a:pt x="27514" y="19833"/>
                    <a:pt x="18864" y="0"/>
                    <a:pt x="88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1" name="Google Shape;341;p8"/>
          <p:cNvSpPr/>
          <p:nvPr/>
        </p:nvSpPr>
        <p:spPr>
          <a:xfrm>
            <a:off x="711098" y="26"/>
            <a:ext cx="17" cy="5143292"/>
          </a:xfrm>
          <a:custGeom>
            <a:avLst/>
            <a:gdLst/>
            <a:ahLst/>
            <a:cxnLst/>
            <a:rect l="l" t="t" r="r" b="b"/>
            <a:pathLst>
              <a:path w="1" h="148532" fill="none" extrusionOk="0">
                <a:moveTo>
                  <a:pt x="1" y="1"/>
                </a:moveTo>
                <a:lnTo>
                  <a:pt x="1" y="148531"/>
                </a:lnTo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2" name="Google Shape;342;p8"/>
          <p:cNvGrpSpPr/>
          <p:nvPr/>
        </p:nvGrpSpPr>
        <p:grpSpPr>
          <a:xfrm>
            <a:off x="297012" y="145150"/>
            <a:ext cx="132900" cy="4853200"/>
            <a:chOff x="194265" y="145150"/>
            <a:chExt cx="132900" cy="4853200"/>
          </a:xfrm>
        </p:grpSpPr>
        <p:sp>
          <p:nvSpPr>
            <p:cNvPr id="343" name="Google Shape;343;p8"/>
            <p:cNvSpPr/>
            <p:nvPr/>
          </p:nvSpPr>
          <p:spPr>
            <a:xfrm>
              <a:off x="194265" y="14515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8"/>
            <p:cNvSpPr/>
            <p:nvPr/>
          </p:nvSpPr>
          <p:spPr>
            <a:xfrm>
              <a:off x="194265" y="61718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8"/>
            <p:cNvSpPr/>
            <p:nvPr/>
          </p:nvSpPr>
          <p:spPr>
            <a:xfrm>
              <a:off x="194265" y="108921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8"/>
            <p:cNvSpPr/>
            <p:nvPr/>
          </p:nvSpPr>
          <p:spPr>
            <a:xfrm>
              <a:off x="194265" y="156124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8"/>
            <p:cNvSpPr/>
            <p:nvPr/>
          </p:nvSpPr>
          <p:spPr>
            <a:xfrm>
              <a:off x="194265" y="203327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8"/>
            <p:cNvSpPr/>
            <p:nvPr/>
          </p:nvSpPr>
          <p:spPr>
            <a:xfrm>
              <a:off x="194265" y="250530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8"/>
            <p:cNvSpPr/>
            <p:nvPr/>
          </p:nvSpPr>
          <p:spPr>
            <a:xfrm>
              <a:off x="194265" y="297733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8"/>
            <p:cNvSpPr/>
            <p:nvPr/>
          </p:nvSpPr>
          <p:spPr>
            <a:xfrm>
              <a:off x="194265" y="344936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8"/>
            <p:cNvSpPr/>
            <p:nvPr/>
          </p:nvSpPr>
          <p:spPr>
            <a:xfrm>
              <a:off x="194265" y="392139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8"/>
            <p:cNvSpPr/>
            <p:nvPr/>
          </p:nvSpPr>
          <p:spPr>
            <a:xfrm>
              <a:off x="194265" y="439342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8"/>
            <p:cNvSpPr/>
            <p:nvPr/>
          </p:nvSpPr>
          <p:spPr>
            <a:xfrm>
              <a:off x="194265" y="486545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4" name="Google Shape;354;p8"/>
          <p:cNvSpPr txBox="1">
            <a:spLocks noGrp="1"/>
          </p:cNvSpPr>
          <p:nvPr>
            <p:ph type="title"/>
          </p:nvPr>
        </p:nvSpPr>
        <p:spPr>
          <a:xfrm>
            <a:off x="1767600" y="1857178"/>
            <a:ext cx="5608800" cy="22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73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48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355" name="Google Shape;355;p8"/>
          <p:cNvSpPr txBox="1">
            <a:spLocks noGrp="1"/>
          </p:cNvSpPr>
          <p:nvPr>
            <p:ph type="subTitle" idx="1"/>
          </p:nvPr>
        </p:nvSpPr>
        <p:spPr>
          <a:xfrm>
            <a:off x="1767650" y="4060375"/>
            <a:ext cx="5608800" cy="37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7" name="Google Shape;357;p9"/>
          <p:cNvGrpSpPr/>
          <p:nvPr/>
        </p:nvGrpSpPr>
        <p:grpSpPr>
          <a:xfrm>
            <a:off x="711097" y="26"/>
            <a:ext cx="8612252" cy="5143292"/>
            <a:chOff x="532150" y="26"/>
            <a:chExt cx="8612252" cy="5143292"/>
          </a:xfrm>
        </p:grpSpPr>
        <p:sp>
          <p:nvSpPr>
            <p:cNvPr id="358" name="Google Shape;358;p9"/>
            <p:cNvSpPr/>
            <p:nvPr/>
          </p:nvSpPr>
          <p:spPr>
            <a:xfrm>
              <a:off x="1029044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9"/>
            <p:cNvSpPr/>
            <p:nvPr/>
          </p:nvSpPr>
          <p:spPr>
            <a:xfrm>
              <a:off x="1525731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9"/>
            <p:cNvSpPr/>
            <p:nvPr/>
          </p:nvSpPr>
          <p:spPr>
            <a:xfrm>
              <a:off x="2022607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9"/>
            <p:cNvSpPr/>
            <p:nvPr/>
          </p:nvSpPr>
          <p:spPr>
            <a:xfrm>
              <a:off x="2519501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9"/>
            <p:cNvSpPr/>
            <p:nvPr/>
          </p:nvSpPr>
          <p:spPr>
            <a:xfrm>
              <a:off x="3016170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9"/>
            <p:cNvSpPr/>
            <p:nvPr/>
          </p:nvSpPr>
          <p:spPr>
            <a:xfrm>
              <a:off x="3513063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9"/>
            <p:cNvSpPr/>
            <p:nvPr/>
          </p:nvSpPr>
          <p:spPr>
            <a:xfrm>
              <a:off x="4009957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9"/>
            <p:cNvSpPr/>
            <p:nvPr/>
          </p:nvSpPr>
          <p:spPr>
            <a:xfrm>
              <a:off x="4506833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6" name="Google Shape;366;p9"/>
            <p:cNvGrpSpPr/>
            <p:nvPr/>
          </p:nvGrpSpPr>
          <p:grpSpPr>
            <a:xfrm>
              <a:off x="532150" y="161850"/>
              <a:ext cx="8612252" cy="4819800"/>
              <a:chOff x="532150" y="72525"/>
              <a:chExt cx="8612252" cy="4819800"/>
            </a:xfrm>
          </p:grpSpPr>
          <p:sp>
            <p:nvSpPr>
              <p:cNvPr id="367" name="Google Shape;367;p9"/>
              <p:cNvSpPr/>
              <p:nvPr/>
            </p:nvSpPr>
            <p:spPr>
              <a:xfrm>
                <a:off x="532150" y="72525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68;p9"/>
              <p:cNvSpPr/>
              <p:nvPr/>
            </p:nvSpPr>
            <p:spPr>
              <a:xfrm>
                <a:off x="532150" y="55447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9"/>
              <p:cNvSpPr/>
              <p:nvPr/>
            </p:nvSpPr>
            <p:spPr>
              <a:xfrm>
                <a:off x="532150" y="103639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370;p9"/>
              <p:cNvSpPr/>
              <p:nvPr/>
            </p:nvSpPr>
            <p:spPr>
              <a:xfrm>
                <a:off x="532150" y="1518532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9"/>
              <p:cNvSpPr/>
              <p:nvPr/>
            </p:nvSpPr>
            <p:spPr>
              <a:xfrm>
                <a:off x="532150" y="200046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9"/>
              <p:cNvSpPr/>
              <p:nvPr/>
            </p:nvSpPr>
            <p:spPr>
              <a:xfrm>
                <a:off x="532150" y="2482405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Google Shape;373;p9"/>
              <p:cNvSpPr/>
              <p:nvPr/>
            </p:nvSpPr>
            <p:spPr>
              <a:xfrm>
                <a:off x="532150" y="2964373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9"/>
              <p:cNvSpPr/>
              <p:nvPr/>
            </p:nvSpPr>
            <p:spPr>
              <a:xfrm>
                <a:off x="532150" y="344631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9"/>
              <p:cNvSpPr/>
              <p:nvPr/>
            </p:nvSpPr>
            <p:spPr>
              <a:xfrm>
                <a:off x="532150" y="3928246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9"/>
              <p:cNvSpPr/>
              <p:nvPr/>
            </p:nvSpPr>
            <p:spPr>
              <a:xfrm>
                <a:off x="532150" y="441038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9"/>
              <p:cNvSpPr/>
              <p:nvPr/>
            </p:nvSpPr>
            <p:spPr>
              <a:xfrm>
                <a:off x="532150" y="489230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78" name="Google Shape;378;p9"/>
            <p:cNvSpPr/>
            <p:nvPr/>
          </p:nvSpPr>
          <p:spPr>
            <a:xfrm>
              <a:off x="5003700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9"/>
            <p:cNvSpPr/>
            <p:nvPr/>
          </p:nvSpPr>
          <p:spPr>
            <a:xfrm>
              <a:off x="550057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9"/>
            <p:cNvSpPr/>
            <p:nvPr/>
          </p:nvSpPr>
          <p:spPr>
            <a:xfrm>
              <a:off x="5997469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9"/>
            <p:cNvSpPr/>
            <p:nvPr/>
          </p:nvSpPr>
          <p:spPr>
            <a:xfrm>
              <a:off x="649415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9"/>
            <p:cNvSpPr/>
            <p:nvPr/>
          </p:nvSpPr>
          <p:spPr>
            <a:xfrm>
              <a:off x="6991032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9"/>
            <p:cNvSpPr/>
            <p:nvPr/>
          </p:nvSpPr>
          <p:spPr>
            <a:xfrm>
              <a:off x="748792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9"/>
            <p:cNvSpPr/>
            <p:nvPr/>
          </p:nvSpPr>
          <p:spPr>
            <a:xfrm>
              <a:off x="7984595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9"/>
            <p:cNvSpPr/>
            <p:nvPr/>
          </p:nvSpPr>
          <p:spPr>
            <a:xfrm>
              <a:off x="8481488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9"/>
            <p:cNvSpPr/>
            <p:nvPr/>
          </p:nvSpPr>
          <p:spPr>
            <a:xfrm>
              <a:off x="8978382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7" name="Google Shape;387;p9"/>
          <p:cNvGrpSpPr/>
          <p:nvPr/>
        </p:nvGrpSpPr>
        <p:grpSpPr>
          <a:xfrm>
            <a:off x="2202379" y="599400"/>
            <a:ext cx="6337440" cy="4164823"/>
            <a:chOff x="2202379" y="599400"/>
            <a:chExt cx="6337440" cy="4164823"/>
          </a:xfrm>
        </p:grpSpPr>
        <p:sp>
          <p:nvSpPr>
            <p:cNvPr id="388" name="Google Shape;388;p9"/>
            <p:cNvSpPr/>
            <p:nvPr/>
          </p:nvSpPr>
          <p:spPr>
            <a:xfrm rot="5736429">
              <a:off x="2303004" y="4420981"/>
              <a:ext cx="233371" cy="413799"/>
            </a:xfrm>
            <a:custGeom>
              <a:avLst/>
              <a:gdLst/>
              <a:ahLst/>
              <a:cxnLst/>
              <a:rect l="l" t="t" r="r" b="b"/>
              <a:pathLst>
                <a:path w="15538" h="27551" extrusionOk="0">
                  <a:moveTo>
                    <a:pt x="8994" y="2908"/>
                  </a:moveTo>
                  <a:cubicBezTo>
                    <a:pt x="10071" y="2908"/>
                    <a:pt x="11146" y="3372"/>
                    <a:pt x="12216" y="4301"/>
                  </a:cubicBezTo>
                  <a:cubicBezTo>
                    <a:pt x="12954" y="6658"/>
                    <a:pt x="12645" y="8706"/>
                    <a:pt x="11275" y="10444"/>
                  </a:cubicBezTo>
                  <a:cubicBezTo>
                    <a:pt x="9656" y="13147"/>
                    <a:pt x="9537" y="16469"/>
                    <a:pt x="8346" y="19445"/>
                  </a:cubicBezTo>
                  <a:cubicBezTo>
                    <a:pt x="7977" y="20386"/>
                    <a:pt x="7882" y="21660"/>
                    <a:pt x="7989" y="22934"/>
                  </a:cubicBezTo>
                  <a:cubicBezTo>
                    <a:pt x="7906" y="22898"/>
                    <a:pt x="7811" y="22874"/>
                    <a:pt x="7715" y="22863"/>
                  </a:cubicBezTo>
                  <a:cubicBezTo>
                    <a:pt x="6120" y="20422"/>
                    <a:pt x="5286" y="17588"/>
                    <a:pt x="4310" y="14862"/>
                  </a:cubicBezTo>
                  <a:cubicBezTo>
                    <a:pt x="3215" y="11766"/>
                    <a:pt x="3120" y="8444"/>
                    <a:pt x="4584" y="5479"/>
                  </a:cubicBezTo>
                  <a:cubicBezTo>
                    <a:pt x="6059" y="3765"/>
                    <a:pt x="7529" y="2908"/>
                    <a:pt x="8994" y="2908"/>
                  </a:cubicBezTo>
                  <a:close/>
                  <a:moveTo>
                    <a:pt x="8865" y="1"/>
                  </a:moveTo>
                  <a:cubicBezTo>
                    <a:pt x="8350" y="1"/>
                    <a:pt x="7821" y="91"/>
                    <a:pt x="7287" y="288"/>
                  </a:cubicBezTo>
                  <a:cubicBezTo>
                    <a:pt x="2250" y="2158"/>
                    <a:pt x="0" y="7218"/>
                    <a:pt x="1072" y="12421"/>
                  </a:cubicBezTo>
                  <a:cubicBezTo>
                    <a:pt x="1988" y="16862"/>
                    <a:pt x="3215" y="22791"/>
                    <a:pt x="7215" y="25625"/>
                  </a:cubicBezTo>
                  <a:cubicBezTo>
                    <a:pt x="7692" y="26530"/>
                    <a:pt x="8525" y="27042"/>
                    <a:pt x="9906" y="27494"/>
                  </a:cubicBezTo>
                  <a:cubicBezTo>
                    <a:pt x="10024" y="27532"/>
                    <a:pt x="10139" y="27550"/>
                    <a:pt x="10251" y="27550"/>
                  </a:cubicBezTo>
                  <a:cubicBezTo>
                    <a:pt x="11114" y="27550"/>
                    <a:pt x="11750" y="26499"/>
                    <a:pt x="11275" y="25708"/>
                  </a:cubicBezTo>
                  <a:cubicBezTo>
                    <a:pt x="9466" y="22708"/>
                    <a:pt x="11561" y="18457"/>
                    <a:pt x="12585" y="15540"/>
                  </a:cubicBezTo>
                  <a:cubicBezTo>
                    <a:pt x="13216" y="13742"/>
                    <a:pt x="13287" y="12064"/>
                    <a:pt x="14311" y="10325"/>
                  </a:cubicBezTo>
                  <a:cubicBezTo>
                    <a:pt x="14776" y="9539"/>
                    <a:pt x="15538" y="7837"/>
                    <a:pt x="15442" y="6896"/>
                  </a:cubicBezTo>
                  <a:cubicBezTo>
                    <a:pt x="15153" y="3998"/>
                    <a:pt x="12297" y="1"/>
                    <a:pt x="88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9"/>
            <p:cNvSpPr/>
            <p:nvPr/>
          </p:nvSpPr>
          <p:spPr>
            <a:xfrm>
              <a:off x="8126559" y="599400"/>
              <a:ext cx="413260" cy="416985"/>
            </a:xfrm>
            <a:custGeom>
              <a:avLst/>
              <a:gdLst/>
              <a:ahLst/>
              <a:cxnLst/>
              <a:rect l="l" t="t" r="r" b="b"/>
              <a:pathLst>
                <a:path w="27514" h="27762" extrusionOk="0">
                  <a:moveTo>
                    <a:pt x="9258" y="3049"/>
                  </a:moveTo>
                  <a:cubicBezTo>
                    <a:pt x="9906" y="3049"/>
                    <a:pt x="10551" y="3168"/>
                    <a:pt x="11145" y="3429"/>
                  </a:cubicBezTo>
                  <a:cubicBezTo>
                    <a:pt x="13919" y="4644"/>
                    <a:pt x="15812" y="7751"/>
                    <a:pt x="17241" y="10276"/>
                  </a:cubicBezTo>
                  <a:cubicBezTo>
                    <a:pt x="19003" y="13347"/>
                    <a:pt x="19955" y="16693"/>
                    <a:pt x="19217" y="20241"/>
                  </a:cubicBezTo>
                  <a:cubicBezTo>
                    <a:pt x="19098" y="20765"/>
                    <a:pt x="18943" y="21265"/>
                    <a:pt x="18729" y="21765"/>
                  </a:cubicBezTo>
                  <a:cubicBezTo>
                    <a:pt x="16157" y="16764"/>
                    <a:pt x="7632" y="12883"/>
                    <a:pt x="5060" y="8966"/>
                  </a:cubicBezTo>
                  <a:cubicBezTo>
                    <a:pt x="2982" y="5803"/>
                    <a:pt x="6153" y="3049"/>
                    <a:pt x="9258" y="3049"/>
                  </a:cubicBezTo>
                  <a:close/>
                  <a:moveTo>
                    <a:pt x="8834" y="0"/>
                  </a:moveTo>
                  <a:cubicBezTo>
                    <a:pt x="7866" y="0"/>
                    <a:pt x="6885" y="185"/>
                    <a:pt x="5906" y="584"/>
                  </a:cubicBezTo>
                  <a:cubicBezTo>
                    <a:pt x="1084" y="2548"/>
                    <a:pt x="0" y="7656"/>
                    <a:pt x="3084" y="11573"/>
                  </a:cubicBezTo>
                  <a:cubicBezTo>
                    <a:pt x="5025" y="14050"/>
                    <a:pt x="7489" y="15967"/>
                    <a:pt x="10013" y="17824"/>
                  </a:cubicBezTo>
                  <a:cubicBezTo>
                    <a:pt x="12942" y="19979"/>
                    <a:pt x="18145" y="22372"/>
                    <a:pt x="17443" y="26801"/>
                  </a:cubicBezTo>
                  <a:cubicBezTo>
                    <a:pt x="17364" y="27316"/>
                    <a:pt x="17816" y="27762"/>
                    <a:pt x="18247" y="27762"/>
                  </a:cubicBezTo>
                  <a:cubicBezTo>
                    <a:pt x="18464" y="27762"/>
                    <a:pt x="18676" y="27648"/>
                    <a:pt x="18812" y="27373"/>
                  </a:cubicBezTo>
                  <a:cubicBezTo>
                    <a:pt x="18991" y="27028"/>
                    <a:pt x="19134" y="26658"/>
                    <a:pt x="19241" y="26277"/>
                  </a:cubicBezTo>
                  <a:cubicBezTo>
                    <a:pt x="19277" y="26266"/>
                    <a:pt x="19312" y="26242"/>
                    <a:pt x="19348" y="26218"/>
                  </a:cubicBezTo>
                  <a:cubicBezTo>
                    <a:pt x="27514" y="19833"/>
                    <a:pt x="18864" y="0"/>
                    <a:pt x="88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0" name="Google Shape;390;p9"/>
          <p:cNvSpPr/>
          <p:nvPr/>
        </p:nvSpPr>
        <p:spPr>
          <a:xfrm>
            <a:off x="711098" y="26"/>
            <a:ext cx="17" cy="5143292"/>
          </a:xfrm>
          <a:custGeom>
            <a:avLst/>
            <a:gdLst/>
            <a:ahLst/>
            <a:cxnLst/>
            <a:rect l="l" t="t" r="r" b="b"/>
            <a:pathLst>
              <a:path w="1" h="148532" fill="none" extrusionOk="0">
                <a:moveTo>
                  <a:pt x="1" y="1"/>
                </a:moveTo>
                <a:lnTo>
                  <a:pt x="1" y="148531"/>
                </a:lnTo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1" name="Google Shape;391;p9"/>
          <p:cNvGrpSpPr/>
          <p:nvPr/>
        </p:nvGrpSpPr>
        <p:grpSpPr>
          <a:xfrm>
            <a:off x="297012" y="145150"/>
            <a:ext cx="132900" cy="4853200"/>
            <a:chOff x="194265" y="145150"/>
            <a:chExt cx="132900" cy="4853200"/>
          </a:xfrm>
        </p:grpSpPr>
        <p:sp>
          <p:nvSpPr>
            <p:cNvPr id="392" name="Google Shape;392;p9"/>
            <p:cNvSpPr/>
            <p:nvPr/>
          </p:nvSpPr>
          <p:spPr>
            <a:xfrm>
              <a:off x="194265" y="14515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9"/>
            <p:cNvSpPr/>
            <p:nvPr/>
          </p:nvSpPr>
          <p:spPr>
            <a:xfrm>
              <a:off x="194265" y="61718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9"/>
            <p:cNvSpPr/>
            <p:nvPr/>
          </p:nvSpPr>
          <p:spPr>
            <a:xfrm>
              <a:off x="194265" y="108921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9"/>
            <p:cNvSpPr/>
            <p:nvPr/>
          </p:nvSpPr>
          <p:spPr>
            <a:xfrm>
              <a:off x="194265" y="156124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9"/>
            <p:cNvSpPr/>
            <p:nvPr/>
          </p:nvSpPr>
          <p:spPr>
            <a:xfrm>
              <a:off x="194265" y="203327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9"/>
            <p:cNvSpPr/>
            <p:nvPr/>
          </p:nvSpPr>
          <p:spPr>
            <a:xfrm>
              <a:off x="194265" y="250530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9"/>
            <p:cNvSpPr/>
            <p:nvPr/>
          </p:nvSpPr>
          <p:spPr>
            <a:xfrm>
              <a:off x="194265" y="297733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9"/>
            <p:cNvSpPr/>
            <p:nvPr/>
          </p:nvSpPr>
          <p:spPr>
            <a:xfrm>
              <a:off x="194265" y="344936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9"/>
            <p:cNvSpPr/>
            <p:nvPr/>
          </p:nvSpPr>
          <p:spPr>
            <a:xfrm>
              <a:off x="194265" y="392139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9"/>
            <p:cNvSpPr/>
            <p:nvPr/>
          </p:nvSpPr>
          <p:spPr>
            <a:xfrm>
              <a:off x="194265" y="439342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9"/>
            <p:cNvSpPr/>
            <p:nvPr/>
          </p:nvSpPr>
          <p:spPr>
            <a:xfrm>
              <a:off x="194265" y="486545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3" name="Google Shape;403;p9"/>
          <p:cNvSpPr txBox="1">
            <a:spLocks noGrp="1"/>
          </p:cNvSpPr>
          <p:nvPr>
            <p:ph type="title"/>
          </p:nvPr>
        </p:nvSpPr>
        <p:spPr>
          <a:xfrm>
            <a:off x="3733800" y="1680188"/>
            <a:ext cx="4620600" cy="10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200"/>
              <a:buNone/>
              <a:defRPr sz="68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4" name="Google Shape;404;p9"/>
          <p:cNvSpPr txBox="1">
            <a:spLocks noGrp="1"/>
          </p:cNvSpPr>
          <p:nvPr>
            <p:ph type="subTitle" idx="1"/>
          </p:nvPr>
        </p:nvSpPr>
        <p:spPr>
          <a:xfrm>
            <a:off x="3733700" y="2747300"/>
            <a:ext cx="4620600" cy="6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" name="Google Shape;459;p13"/>
          <p:cNvGrpSpPr/>
          <p:nvPr/>
        </p:nvGrpSpPr>
        <p:grpSpPr>
          <a:xfrm>
            <a:off x="711097" y="26"/>
            <a:ext cx="8612252" cy="5143292"/>
            <a:chOff x="532150" y="26"/>
            <a:chExt cx="8612252" cy="5143292"/>
          </a:xfrm>
        </p:grpSpPr>
        <p:sp>
          <p:nvSpPr>
            <p:cNvPr id="460" name="Google Shape;460;p13"/>
            <p:cNvSpPr/>
            <p:nvPr/>
          </p:nvSpPr>
          <p:spPr>
            <a:xfrm>
              <a:off x="1029044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3"/>
            <p:cNvSpPr/>
            <p:nvPr/>
          </p:nvSpPr>
          <p:spPr>
            <a:xfrm>
              <a:off x="1525731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3"/>
            <p:cNvSpPr/>
            <p:nvPr/>
          </p:nvSpPr>
          <p:spPr>
            <a:xfrm>
              <a:off x="2022607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3"/>
            <p:cNvSpPr/>
            <p:nvPr/>
          </p:nvSpPr>
          <p:spPr>
            <a:xfrm>
              <a:off x="2519501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3"/>
            <p:cNvSpPr/>
            <p:nvPr/>
          </p:nvSpPr>
          <p:spPr>
            <a:xfrm>
              <a:off x="3016170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3"/>
            <p:cNvSpPr/>
            <p:nvPr/>
          </p:nvSpPr>
          <p:spPr>
            <a:xfrm>
              <a:off x="3513063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3"/>
            <p:cNvSpPr/>
            <p:nvPr/>
          </p:nvSpPr>
          <p:spPr>
            <a:xfrm>
              <a:off x="4009957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3"/>
            <p:cNvSpPr/>
            <p:nvPr/>
          </p:nvSpPr>
          <p:spPr>
            <a:xfrm>
              <a:off x="4506833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8" name="Google Shape;468;p13"/>
            <p:cNvGrpSpPr/>
            <p:nvPr/>
          </p:nvGrpSpPr>
          <p:grpSpPr>
            <a:xfrm>
              <a:off x="532150" y="161850"/>
              <a:ext cx="8612252" cy="4819800"/>
              <a:chOff x="532150" y="72525"/>
              <a:chExt cx="8612252" cy="4819800"/>
            </a:xfrm>
          </p:grpSpPr>
          <p:sp>
            <p:nvSpPr>
              <p:cNvPr id="469" name="Google Shape;469;p13"/>
              <p:cNvSpPr/>
              <p:nvPr/>
            </p:nvSpPr>
            <p:spPr>
              <a:xfrm>
                <a:off x="532150" y="72525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13"/>
              <p:cNvSpPr/>
              <p:nvPr/>
            </p:nvSpPr>
            <p:spPr>
              <a:xfrm>
                <a:off x="532150" y="55447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Google Shape;471;p13"/>
              <p:cNvSpPr/>
              <p:nvPr/>
            </p:nvSpPr>
            <p:spPr>
              <a:xfrm>
                <a:off x="532150" y="103639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472;p13"/>
              <p:cNvSpPr/>
              <p:nvPr/>
            </p:nvSpPr>
            <p:spPr>
              <a:xfrm>
                <a:off x="532150" y="1518532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13"/>
              <p:cNvSpPr/>
              <p:nvPr/>
            </p:nvSpPr>
            <p:spPr>
              <a:xfrm>
                <a:off x="532150" y="200046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13"/>
              <p:cNvSpPr/>
              <p:nvPr/>
            </p:nvSpPr>
            <p:spPr>
              <a:xfrm>
                <a:off x="532150" y="2482405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13"/>
              <p:cNvSpPr/>
              <p:nvPr/>
            </p:nvSpPr>
            <p:spPr>
              <a:xfrm>
                <a:off x="532150" y="2964373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13"/>
              <p:cNvSpPr/>
              <p:nvPr/>
            </p:nvSpPr>
            <p:spPr>
              <a:xfrm>
                <a:off x="532150" y="344631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13"/>
              <p:cNvSpPr/>
              <p:nvPr/>
            </p:nvSpPr>
            <p:spPr>
              <a:xfrm>
                <a:off x="532150" y="3928246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13"/>
              <p:cNvSpPr/>
              <p:nvPr/>
            </p:nvSpPr>
            <p:spPr>
              <a:xfrm>
                <a:off x="532150" y="441038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13"/>
              <p:cNvSpPr/>
              <p:nvPr/>
            </p:nvSpPr>
            <p:spPr>
              <a:xfrm>
                <a:off x="532150" y="489230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80" name="Google Shape;480;p13"/>
            <p:cNvSpPr/>
            <p:nvPr/>
          </p:nvSpPr>
          <p:spPr>
            <a:xfrm>
              <a:off x="5003700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13"/>
            <p:cNvSpPr/>
            <p:nvPr/>
          </p:nvSpPr>
          <p:spPr>
            <a:xfrm>
              <a:off x="550057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13"/>
            <p:cNvSpPr/>
            <p:nvPr/>
          </p:nvSpPr>
          <p:spPr>
            <a:xfrm>
              <a:off x="5997469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13"/>
            <p:cNvSpPr/>
            <p:nvPr/>
          </p:nvSpPr>
          <p:spPr>
            <a:xfrm>
              <a:off x="649415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13"/>
            <p:cNvSpPr/>
            <p:nvPr/>
          </p:nvSpPr>
          <p:spPr>
            <a:xfrm>
              <a:off x="6991032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13"/>
            <p:cNvSpPr/>
            <p:nvPr/>
          </p:nvSpPr>
          <p:spPr>
            <a:xfrm>
              <a:off x="748792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13"/>
            <p:cNvSpPr/>
            <p:nvPr/>
          </p:nvSpPr>
          <p:spPr>
            <a:xfrm>
              <a:off x="7984595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13"/>
            <p:cNvSpPr/>
            <p:nvPr/>
          </p:nvSpPr>
          <p:spPr>
            <a:xfrm>
              <a:off x="8481488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13"/>
            <p:cNvSpPr/>
            <p:nvPr/>
          </p:nvSpPr>
          <p:spPr>
            <a:xfrm>
              <a:off x="8978382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9" name="Google Shape;489;p13"/>
          <p:cNvGrpSpPr/>
          <p:nvPr/>
        </p:nvGrpSpPr>
        <p:grpSpPr>
          <a:xfrm>
            <a:off x="982084" y="358775"/>
            <a:ext cx="7799591" cy="4561891"/>
            <a:chOff x="982084" y="358775"/>
            <a:chExt cx="7799591" cy="4561891"/>
          </a:xfrm>
        </p:grpSpPr>
        <p:sp>
          <p:nvSpPr>
            <p:cNvPr id="490" name="Google Shape;490;p13"/>
            <p:cNvSpPr/>
            <p:nvPr/>
          </p:nvSpPr>
          <p:spPr>
            <a:xfrm rot="5736429">
              <a:off x="8447679" y="4396906"/>
              <a:ext cx="233371" cy="413799"/>
            </a:xfrm>
            <a:custGeom>
              <a:avLst/>
              <a:gdLst/>
              <a:ahLst/>
              <a:cxnLst/>
              <a:rect l="l" t="t" r="r" b="b"/>
              <a:pathLst>
                <a:path w="15538" h="27551" extrusionOk="0">
                  <a:moveTo>
                    <a:pt x="8994" y="2908"/>
                  </a:moveTo>
                  <a:cubicBezTo>
                    <a:pt x="10071" y="2908"/>
                    <a:pt x="11146" y="3372"/>
                    <a:pt x="12216" y="4301"/>
                  </a:cubicBezTo>
                  <a:cubicBezTo>
                    <a:pt x="12954" y="6658"/>
                    <a:pt x="12645" y="8706"/>
                    <a:pt x="11275" y="10444"/>
                  </a:cubicBezTo>
                  <a:cubicBezTo>
                    <a:pt x="9656" y="13147"/>
                    <a:pt x="9537" y="16469"/>
                    <a:pt x="8346" y="19445"/>
                  </a:cubicBezTo>
                  <a:cubicBezTo>
                    <a:pt x="7977" y="20386"/>
                    <a:pt x="7882" y="21660"/>
                    <a:pt x="7989" y="22934"/>
                  </a:cubicBezTo>
                  <a:cubicBezTo>
                    <a:pt x="7906" y="22898"/>
                    <a:pt x="7811" y="22874"/>
                    <a:pt x="7715" y="22863"/>
                  </a:cubicBezTo>
                  <a:cubicBezTo>
                    <a:pt x="6120" y="20422"/>
                    <a:pt x="5286" y="17588"/>
                    <a:pt x="4310" y="14862"/>
                  </a:cubicBezTo>
                  <a:cubicBezTo>
                    <a:pt x="3215" y="11766"/>
                    <a:pt x="3120" y="8444"/>
                    <a:pt x="4584" y="5479"/>
                  </a:cubicBezTo>
                  <a:cubicBezTo>
                    <a:pt x="6059" y="3765"/>
                    <a:pt x="7529" y="2908"/>
                    <a:pt x="8994" y="2908"/>
                  </a:cubicBezTo>
                  <a:close/>
                  <a:moveTo>
                    <a:pt x="8865" y="1"/>
                  </a:moveTo>
                  <a:cubicBezTo>
                    <a:pt x="8350" y="1"/>
                    <a:pt x="7821" y="91"/>
                    <a:pt x="7287" y="288"/>
                  </a:cubicBezTo>
                  <a:cubicBezTo>
                    <a:pt x="2250" y="2158"/>
                    <a:pt x="0" y="7218"/>
                    <a:pt x="1072" y="12421"/>
                  </a:cubicBezTo>
                  <a:cubicBezTo>
                    <a:pt x="1988" y="16862"/>
                    <a:pt x="3215" y="22791"/>
                    <a:pt x="7215" y="25625"/>
                  </a:cubicBezTo>
                  <a:cubicBezTo>
                    <a:pt x="7692" y="26530"/>
                    <a:pt x="8525" y="27042"/>
                    <a:pt x="9906" y="27494"/>
                  </a:cubicBezTo>
                  <a:cubicBezTo>
                    <a:pt x="10024" y="27532"/>
                    <a:pt x="10139" y="27550"/>
                    <a:pt x="10251" y="27550"/>
                  </a:cubicBezTo>
                  <a:cubicBezTo>
                    <a:pt x="11114" y="27550"/>
                    <a:pt x="11750" y="26499"/>
                    <a:pt x="11275" y="25708"/>
                  </a:cubicBezTo>
                  <a:cubicBezTo>
                    <a:pt x="9466" y="22708"/>
                    <a:pt x="11561" y="18457"/>
                    <a:pt x="12585" y="15540"/>
                  </a:cubicBezTo>
                  <a:cubicBezTo>
                    <a:pt x="13216" y="13742"/>
                    <a:pt x="13287" y="12064"/>
                    <a:pt x="14311" y="10325"/>
                  </a:cubicBezTo>
                  <a:cubicBezTo>
                    <a:pt x="14776" y="9539"/>
                    <a:pt x="15538" y="7837"/>
                    <a:pt x="15442" y="6896"/>
                  </a:cubicBezTo>
                  <a:cubicBezTo>
                    <a:pt x="15153" y="3998"/>
                    <a:pt x="12297" y="1"/>
                    <a:pt x="886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13"/>
            <p:cNvSpPr/>
            <p:nvPr/>
          </p:nvSpPr>
          <p:spPr>
            <a:xfrm rot="-4210840">
              <a:off x="1594629" y="4553924"/>
              <a:ext cx="381620" cy="279651"/>
            </a:xfrm>
            <a:custGeom>
              <a:avLst/>
              <a:gdLst/>
              <a:ahLst/>
              <a:cxnLst/>
              <a:rect l="l" t="t" r="r" b="b"/>
              <a:pathLst>
                <a:path w="25408" h="18619" extrusionOk="0">
                  <a:moveTo>
                    <a:pt x="8394" y="3051"/>
                  </a:moveTo>
                  <a:cubicBezTo>
                    <a:pt x="11252" y="3051"/>
                    <a:pt x="13593" y="4002"/>
                    <a:pt x="15777" y="5851"/>
                  </a:cubicBezTo>
                  <a:cubicBezTo>
                    <a:pt x="18313" y="8006"/>
                    <a:pt x="20670" y="11054"/>
                    <a:pt x="21837" y="14329"/>
                  </a:cubicBezTo>
                  <a:cubicBezTo>
                    <a:pt x="16598" y="11674"/>
                    <a:pt x="9204" y="13126"/>
                    <a:pt x="5180" y="7721"/>
                  </a:cubicBezTo>
                  <a:cubicBezTo>
                    <a:pt x="3049" y="4851"/>
                    <a:pt x="5299" y="3101"/>
                    <a:pt x="8133" y="3053"/>
                  </a:cubicBezTo>
                  <a:cubicBezTo>
                    <a:pt x="8220" y="3052"/>
                    <a:pt x="8308" y="3051"/>
                    <a:pt x="8394" y="3051"/>
                  </a:cubicBezTo>
                  <a:close/>
                  <a:moveTo>
                    <a:pt x="7144" y="1"/>
                  </a:moveTo>
                  <a:cubicBezTo>
                    <a:pt x="5425" y="1"/>
                    <a:pt x="3883" y="431"/>
                    <a:pt x="2882" y="1529"/>
                  </a:cubicBezTo>
                  <a:cubicBezTo>
                    <a:pt x="1" y="4708"/>
                    <a:pt x="2001" y="9447"/>
                    <a:pt x="5132" y="11674"/>
                  </a:cubicBezTo>
                  <a:cubicBezTo>
                    <a:pt x="7454" y="13317"/>
                    <a:pt x="10062" y="14305"/>
                    <a:pt x="12824" y="14948"/>
                  </a:cubicBezTo>
                  <a:cubicBezTo>
                    <a:pt x="15991" y="15686"/>
                    <a:pt x="19503" y="15603"/>
                    <a:pt x="22480" y="16984"/>
                  </a:cubicBezTo>
                  <a:cubicBezTo>
                    <a:pt x="22504" y="17127"/>
                    <a:pt x="22539" y="17269"/>
                    <a:pt x="22551" y="17412"/>
                  </a:cubicBezTo>
                  <a:cubicBezTo>
                    <a:pt x="22637" y="18283"/>
                    <a:pt x="23154" y="18619"/>
                    <a:pt x="23702" y="18619"/>
                  </a:cubicBezTo>
                  <a:cubicBezTo>
                    <a:pt x="24519" y="18619"/>
                    <a:pt x="25408" y="17872"/>
                    <a:pt x="25052" y="17031"/>
                  </a:cubicBezTo>
                  <a:cubicBezTo>
                    <a:pt x="24683" y="11674"/>
                    <a:pt x="20849" y="6768"/>
                    <a:pt x="16884" y="3423"/>
                  </a:cubicBezTo>
                  <a:cubicBezTo>
                    <a:pt x="15014" y="1841"/>
                    <a:pt x="10699" y="1"/>
                    <a:pt x="71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13"/>
            <p:cNvSpPr/>
            <p:nvPr/>
          </p:nvSpPr>
          <p:spPr>
            <a:xfrm>
              <a:off x="982084" y="358775"/>
              <a:ext cx="413260" cy="416985"/>
            </a:xfrm>
            <a:custGeom>
              <a:avLst/>
              <a:gdLst/>
              <a:ahLst/>
              <a:cxnLst/>
              <a:rect l="l" t="t" r="r" b="b"/>
              <a:pathLst>
                <a:path w="27514" h="27762" extrusionOk="0">
                  <a:moveTo>
                    <a:pt x="9258" y="3049"/>
                  </a:moveTo>
                  <a:cubicBezTo>
                    <a:pt x="9906" y="3049"/>
                    <a:pt x="10551" y="3168"/>
                    <a:pt x="11145" y="3429"/>
                  </a:cubicBezTo>
                  <a:cubicBezTo>
                    <a:pt x="13919" y="4644"/>
                    <a:pt x="15812" y="7751"/>
                    <a:pt x="17241" y="10276"/>
                  </a:cubicBezTo>
                  <a:cubicBezTo>
                    <a:pt x="19003" y="13347"/>
                    <a:pt x="19955" y="16693"/>
                    <a:pt x="19217" y="20241"/>
                  </a:cubicBezTo>
                  <a:cubicBezTo>
                    <a:pt x="19098" y="20765"/>
                    <a:pt x="18943" y="21265"/>
                    <a:pt x="18729" y="21765"/>
                  </a:cubicBezTo>
                  <a:cubicBezTo>
                    <a:pt x="16157" y="16764"/>
                    <a:pt x="7632" y="12883"/>
                    <a:pt x="5060" y="8966"/>
                  </a:cubicBezTo>
                  <a:cubicBezTo>
                    <a:pt x="2982" y="5803"/>
                    <a:pt x="6153" y="3049"/>
                    <a:pt x="9258" y="3049"/>
                  </a:cubicBezTo>
                  <a:close/>
                  <a:moveTo>
                    <a:pt x="8834" y="0"/>
                  </a:moveTo>
                  <a:cubicBezTo>
                    <a:pt x="7866" y="0"/>
                    <a:pt x="6885" y="185"/>
                    <a:pt x="5906" y="584"/>
                  </a:cubicBezTo>
                  <a:cubicBezTo>
                    <a:pt x="1084" y="2548"/>
                    <a:pt x="0" y="7656"/>
                    <a:pt x="3084" y="11573"/>
                  </a:cubicBezTo>
                  <a:cubicBezTo>
                    <a:pt x="5025" y="14050"/>
                    <a:pt x="7489" y="15967"/>
                    <a:pt x="10013" y="17824"/>
                  </a:cubicBezTo>
                  <a:cubicBezTo>
                    <a:pt x="12942" y="19979"/>
                    <a:pt x="18145" y="22372"/>
                    <a:pt x="17443" y="26801"/>
                  </a:cubicBezTo>
                  <a:cubicBezTo>
                    <a:pt x="17364" y="27316"/>
                    <a:pt x="17816" y="27762"/>
                    <a:pt x="18247" y="27762"/>
                  </a:cubicBezTo>
                  <a:cubicBezTo>
                    <a:pt x="18464" y="27762"/>
                    <a:pt x="18676" y="27648"/>
                    <a:pt x="18812" y="27373"/>
                  </a:cubicBezTo>
                  <a:cubicBezTo>
                    <a:pt x="18991" y="27028"/>
                    <a:pt x="19134" y="26658"/>
                    <a:pt x="19241" y="26277"/>
                  </a:cubicBezTo>
                  <a:cubicBezTo>
                    <a:pt x="19277" y="26266"/>
                    <a:pt x="19312" y="26242"/>
                    <a:pt x="19348" y="26218"/>
                  </a:cubicBezTo>
                  <a:cubicBezTo>
                    <a:pt x="27514" y="19833"/>
                    <a:pt x="18864" y="0"/>
                    <a:pt x="88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3" name="Google Shape;493;p13"/>
          <p:cNvSpPr/>
          <p:nvPr/>
        </p:nvSpPr>
        <p:spPr>
          <a:xfrm>
            <a:off x="711098" y="26"/>
            <a:ext cx="17" cy="5143292"/>
          </a:xfrm>
          <a:custGeom>
            <a:avLst/>
            <a:gdLst/>
            <a:ahLst/>
            <a:cxnLst/>
            <a:rect l="l" t="t" r="r" b="b"/>
            <a:pathLst>
              <a:path w="1" h="148532" fill="none" extrusionOk="0">
                <a:moveTo>
                  <a:pt x="1" y="1"/>
                </a:moveTo>
                <a:lnTo>
                  <a:pt x="1" y="148531"/>
                </a:lnTo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4" name="Google Shape;494;p13"/>
          <p:cNvGrpSpPr/>
          <p:nvPr/>
        </p:nvGrpSpPr>
        <p:grpSpPr>
          <a:xfrm>
            <a:off x="297012" y="145150"/>
            <a:ext cx="132900" cy="4853200"/>
            <a:chOff x="194265" y="145150"/>
            <a:chExt cx="132900" cy="4853200"/>
          </a:xfrm>
        </p:grpSpPr>
        <p:sp>
          <p:nvSpPr>
            <p:cNvPr id="495" name="Google Shape;495;p13"/>
            <p:cNvSpPr/>
            <p:nvPr/>
          </p:nvSpPr>
          <p:spPr>
            <a:xfrm>
              <a:off x="194265" y="14515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13"/>
            <p:cNvSpPr/>
            <p:nvPr/>
          </p:nvSpPr>
          <p:spPr>
            <a:xfrm>
              <a:off x="194265" y="61718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13"/>
            <p:cNvSpPr/>
            <p:nvPr/>
          </p:nvSpPr>
          <p:spPr>
            <a:xfrm>
              <a:off x="194265" y="108921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13"/>
            <p:cNvSpPr/>
            <p:nvPr/>
          </p:nvSpPr>
          <p:spPr>
            <a:xfrm>
              <a:off x="194265" y="156124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13"/>
            <p:cNvSpPr/>
            <p:nvPr/>
          </p:nvSpPr>
          <p:spPr>
            <a:xfrm>
              <a:off x="194265" y="203327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13"/>
            <p:cNvSpPr/>
            <p:nvPr/>
          </p:nvSpPr>
          <p:spPr>
            <a:xfrm>
              <a:off x="194265" y="250530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13"/>
            <p:cNvSpPr/>
            <p:nvPr/>
          </p:nvSpPr>
          <p:spPr>
            <a:xfrm>
              <a:off x="194265" y="297733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13"/>
            <p:cNvSpPr/>
            <p:nvPr/>
          </p:nvSpPr>
          <p:spPr>
            <a:xfrm>
              <a:off x="194265" y="344936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13"/>
            <p:cNvSpPr/>
            <p:nvPr/>
          </p:nvSpPr>
          <p:spPr>
            <a:xfrm>
              <a:off x="194265" y="392139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13"/>
            <p:cNvSpPr/>
            <p:nvPr/>
          </p:nvSpPr>
          <p:spPr>
            <a:xfrm>
              <a:off x="194265" y="439342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13"/>
            <p:cNvSpPr/>
            <p:nvPr/>
          </p:nvSpPr>
          <p:spPr>
            <a:xfrm>
              <a:off x="194265" y="486545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6" name="Google Shape;506;p13"/>
          <p:cNvSpPr txBox="1">
            <a:spLocks noGrp="1"/>
          </p:cNvSpPr>
          <p:nvPr>
            <p:ph type="title"/>
          </p:nvPr>
        </p:nvSpPr>
        <p:spPr>
          <a:xfrm>
            <a:off x="758775" y="405130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07" name="Google Shape;507;p13"/>
          <p:cNvSpPr txBox="1">
            <a:spLocks noGrp="1"/>
          </p:cNvSpPr>
          <p:nvPr>
            <p:ph type="title" idx="2"/>
          </p:nvPr>
        </p:nvSpPr>
        <p:spPr>
          <a:xfrm>
            <a:off x="1929575" y="1489613"/>
            <a:ext cx="2589900" cy="44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 b="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08" name="Google Shape;508;p13"/>
          <p:cNvSpPr txBox="1">
            <a:spLocks noGrp="1"/>
          </p:cNvSpPr>
          <p:nvPr>
            <p:ph type="title" idx="3"/>
          </p:nvPr>
        </p:nvSpPr>
        <p:spPr>
          <a:xfrm>
            <a:off x="1929575" y="1938413"/>
            <a:ext cx="2589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509" name="Google Shape;509;p13"/>
          <p:cNvSpPr txBox="1">
            <a:spLocks noGrp="1"/>
          </p:cNvSpPr>
          <p:nvPr>
            <p:ph type="title" idx="4" hasCustomPrompt="1"/>
          </p:nvPr>
        </p:nvSpPr>
        <p:spPr>
          <a:xfrm>
            <a:off x="4598200" y="1808616"/>
            <a:ext cx="950700" cy="39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10" name="Google Shape;510;p13"/>
          <p:cNvSpPr txBox="1">
            <a:spLocks noGrp="1"/>
          </p:cNvSpPr>
          <p:nvPr>
            <p:ph type="title" idx="5"/>
          </p:nvPr>
        </p:nvSpPr>
        <p:spPr>
          <a:xfrm>
            <a:off x="5575250" y="1489613"/>
            <a:ext cx="2589900" cy="44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 b="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11" name="Google Shape;511;p13"/>
          <p:cNvSpPr txBox="1">
            <a:spLocks noGrp="1"/>
          </p:cNvSpPr>
          <p:nvPr>
            <p:ph type="title" idx="6"/>
          </p:nvPr>
        </p:nvSpPr>
        <p:spPr>
          <a:xfrm>
            <a:off x="5575250" y="1938425"/>
            <a:ext cx="2589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512" name="Google Shape;512;p13"/>
          <p:cNvSpPr txBox="1">
            <a:spLocks noGrp="1"/>
          </p:cNvSpPr>
          <p:nvPr>
            <p:ph type="title" idx="7" hasCustomPrompt="1"/>
          </p:nvPr>
        </p:nvSpPr>
        <p:spPr>
          <a:xfrm>
            <a:off x="978849" y="3328477"/>
            <a:ext cx="950700" cy="39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13" name="Google Shape;513;p13"/>
          <p:cNvSpPr txBox="1">
            <a:spLocks noGrp="1"/>
          </p:cNvSpPr>
          <p:nvPr>
            <p:ph type="title" idx="8"/>
          </p:nvPr>
        </p:nvSpPr>
        <p:spPr>
          <a:xfrm>
            <a:off x="1929575" y="3016475"/>
            <a:ext cx="2589900" cy="44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 b="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14" name="Google Shape;514;p13"/>
          <p:cNvSpPr txBox="1">
            <a:spLocks noGrp="1"/>
          </p:cNvSpPr>
          <p:nvPr>
            <p:ph type="title" idx="9"/>
          </p:nvPr>
        </p:nvSpPr>
        <p:spPr>
          <a:xfrm>
            <a:off x="1929575" y="3465275"/>
            <a:ext cx="2589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515" name="Google Shape;515;p13"/>
          <p:cNvSpPr txBox="1">
            <a:spLocks noGrp="1"/>
          </p:cNvSpPr>
          <p:nvPr>
            <p:ph type="title" idx="13" hasCustomPrompt="1"/>
          </p:nvPr>
        </p:nvSpPr>
        <p:spPr>
          <a:xfrm>
            <a:off x="4598200" y="3328477"/>
            <a:ext cx="950700" cy="39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16" name="Google Shape;516;p13"/>
          <p:cNvSpPr txBox="1">
            <a:spLocks noGrp="1"/>
          </p:cNvSpPr>
          <p:nvPr>
            <p:ph type="title" idx="14"/>
          </p:nvPr>
        </p:nvSpPr>
        <p:spPr>
          <a:xfrm>
            <a:off x="5575250" y="3016475"/>
            <a:ext cx="2589900" cy="44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 b="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17" name="Google Shape;517;p13"/>
          <p:cNvSpPr txBox="1">
            <a:spLocks noGrp="1"/>
          </p:cNvSpPr>
          <p:nvPr>
            <p:ph type="title" idx="15"/>
          </p:nvPr>
        </p:nvSpPr>
        <p:spPr>
          <a:xfrm>
            <a:off x="5575250" y="3465275"/>
            <a:ext cx="2589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518" name="Google Shape;518;p13"/>
          <p:cNvSpPr txBox="1">
            <a:spLocks noGrp="1"/>
          </p:cNvSpPr>
          <p:nvPr>
            <p:ph type="title" idx="16" hasCustomPrompt="1"/>
          </p:nvPr>
        </p:nvSpPr>
        <p:spPr>
          <a:xfrm>
            <a:off x="978849" y="1808616"/>
            <a:ext cx="950700" cy="39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"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3" name="Google Shape;623;p16"/>
          <p:cNvGrpSpPr/>
          <p:nvPr/>
        </p:nvGrpSpPr>
        <p:grpSpPr>
          <a:xfrm>
            <a:off x="711097" y="26"/>
            <a:ext cx="8612252" cy="5143292"/>
            <a:chOff x="532150" y="26"/>
            <a:chExt cx="8612252" cy="5143292"/>
          </a:xfrm>
        </p:grpSpPr>
        <p:sp>
          <p:nvSpPr>
            <p:cNvPr id="624" name="Google Shape;624;p16"/>
            <p:cNvSpPr/>
            <p:nvPr/>
          </p:nvSpPr>
          <p:spPr>
            <a:xfrm>
              <a:off x="1029044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16"/>
            <p:cNvSpPr/>
            <p:nvPr/>
          </p:nvSpPr>
          <p:spPr>
            <a:xfrm>
              <a:off x="1525731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16"/>
            <p:cNvSpPr/>
            <p:nvPr/>
          </p:nvSpPr>
          <p:spPr>
            <a:xfrm>
              <a:off x="2022607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16"/>
            <p:cNvSpPr/>
            <p:nvPr/>
          </p:nvSpPr>
          <p:spPr>
            <a:xfrm>
              <a:off x="2519501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6"/>
            <p:cNvSpPr/>
            <p:nvPr/>
          </p:nvSpPr>
          <p:spPr>
            <a:xfrm>
              <a:off x="3016170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16"/>
            <p:cNvSpPr/>
            <p:nvPr/>
          </p:nvSpPr>
          <p:spPr>
            <a:xfrm>
              <a:off x="3513063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16"/>
            <p:cNvSpPr/>
            <p:nvPr/>
          </p:nvSpPr>
          <p:spPr>
            <a:xfrm>
              <a:off x="4009957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16"/>
            <p:cNvSpPr/>
            <p:nvPr/>
          </p:nvSpPr>
          <p:spPr>
            <a:xfrm>
              <a:off x="4506833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32" name="Google Shape;632;p16"/>
            <p:cNvGrpSpPr/>
            <p:nvPr/>
          </p:nvGrpSpPr>
          <p:grpSpPr>
            <a:xfrm>
              <a:off x="532150" y="161850"/>
              <a:ext cx="8612252" cy="4819800"/>
              <a:chOff x="532150" y="72525"/>
              <a:chExt cx="8612252" cy="4819800"/>
            </a:xfrm>
          </p:grpSpPr>
          <p:sp>
            <p:nvSpPr>
              <p:cNvPr id="633" name="Google Shape;633;p16"/>
              <p:cNvSpPr/>
              <p:nvPr/>
            </p:nvSpPr>
            <p:spPr>
              <a:xfrm>
                <a:off x="532150" y="72525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Google Shape;634;p16"/>
              <p:cNvSpPr/>
              <p:nvPr/>
            </p:nvSpPr>
            <p:spPr>
              <a:xfrm>
                <a:off x="532150" y="55447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16"/>
              <p:cNvSpPr/>
              <p:nvPr/>
            </p:nvSpPr>
            <p:spPr>
              <a:xfrm>
                <a:off x="532150" y="103639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636;p16"/>
              <p:cNvSpPr/>
              <p:nvPr/>
            </p:nvSpPr>
            <p:spPr>
              <a:xfrm>
                <a:off x="532150" y="1518532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16"/>
              <p:cNvSpPr/>
              <p:nvPr/>
            </p:nvSpPr>
            <p:spPr>
              <a:xfrm>
                <a:off x="532150" y="200046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16"/>
              <p:cNvSpPr/>
              <p:nvPr/>
            </p:nvSpPr>
            <p:spPr>
              <a:xfrm>
                <a:off x="532150" y="2482405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Google Shape;639;p16"/>
              <p:cNvSpPr/>
              <p:nvPr/>
            </p:nvSpPr>
            <p:spPr>
              <a:xfrm>
                <a:off x="532150" y="2964373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Google Shape;640;p16"/>
              <p:cNvSpPr/>
              <p:nvPr/>
            </p:nvSpPr>
            <p:spPr>
              <a:xfrm>
                <a:off x="532150" y="344631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16"/>
              <p:cNvSpPr/>
              <p:nvPr/>
            </p:nvSpPr>
            <p:spPr>
              <a:xfrm>
                <a:off x="532150" y="3928246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16"/>
              <p:cNvSpPr/>
              <p:nvPr/>
            </p:nvSpPr>
            <p:spPr>
              <a:xfrm>
                <a:off x="532150" y="441038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643;p16"/>
              <p:cNvSpPr/>
              <p:nvPr/>
            </p:nvSpPr>
            <p:spPr>
              <a:xfrm>
                <a:off x="532150" y="489230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44" name="Google Shape;644;p16"/>
            <p:cNvSpPr/>
            <p:nvPr/>
          </p:nvSpPr>
          <p:spPr>
            <a:xfrm>
              <a:off x="5003700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16"/>
            <p:cNvSpPr/>
            <p:nvPr/>
          </p:nvSpPr>
          <p:spPr>
            <a:xfrm>
              <a:off x="550057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16"/>
            <p:cNvSpPr/>
            <p:nvPr/>
          </p:nvSpPr>
          <p:spPr>
            <a:xfrm>
              <a:off x="5997469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16"/>
            <p:cNvSpPr/>
            <p:nvPr/>
          </p:nvSpPr>
          <p:spPr>
            <a:xfrm>
              <a:off x="649415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16"/>
            <p:cNvSpPr/>
            <p:nvPr/>
          </p:nvSpPr>
          <p:spPr>
            <a:xfrm>
              <a:off x="6991032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16"/>
            <p:cNvSpPr/>
            <p:nvPr/>
          </p:nvSpPr>
          <p:spPr>
            <a:xfrm>
              <a:off x="748792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16"/>
            <p:cNvSpPr/>
            <p:nvPr/>
          </p:nvSpPr>
          <p:spPr>
            <a:xfrm>
              <a:off x="7984595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16"/>
            <p:cNvSpPr/>
            <p:nvPr/>
          </p:nvSpPr>
          <p:spPr>
            <a:xfrm>
              <a:off x="8481488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16"/>
            <p:cNvSpPr/>
            <p:nvPr/>
          </p:nvSpPr>
          <p:spPr>
            <a:xfrm>
              <a:off x="8978382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3" name="Google Shape;653;p16"/>
          <p:cNvGrpSpPr/>
          <p:nvPr/>
        </p:nvGrpSpPr>
        <p:grpSpPr>
          <a:xfrm>
            <a:off x="1065581" y="650892"/>
            <a:ext cx="7021168" cy="1132928"/>
            <a:chOff x="1065581" y="650892"/>
            <a:chExt cx="7021168" cy="1132928"/>
          </a:xfrm>
        </p:grpSpPr>
        <p:sp>
          <p:nvSpPr>
            <p:cNvPr id="654" name="Google Shape;654;p16"/>
            <p:cNvSpPr/>
            <p:nvPr/>
          </p:nvSpPr>
          <p:spPr>
            <a:xfrm rot="-9912445" flipH="1">
              <a:off x="1094959" y="1460071"/>
              <a:ext cx="381636" cy="279663"/>
            </a:xfrm>
            <a:custGeom>
              <a:avLst/>
              <a:gdLst/>
              <a:ahLst/>
              <a:cxnLst/>
              <a:rect l="l" t="t" r="r" b="b"/>
              <a:pathLst>
                <a:path w="25408" h="18619" extrusionOk="0">
                  <a:moveTo>
                    <a:pt x="8394" y="3051"/>
                  </a:moveTo>
                  <a:cubicBezTo>
                    <a:pt x="11252" y="3051"/>
                    <a:pt x="13593" y="4002"/>
                    <a:pt x="15777" y="5851"/>
                  </a:cubicBezTo>
                  <a:cubicBezTo>
                    <a:pt x="18313" y="8006"/>
                    <a:pt x="20670" y="11054"/>
                    <a:pt x="21837" y="14329"/>
                  </a:cubicBezTo>
                  <a:cubicBezTo>
                    <a:pt x="16598" y="11674"/>
                    <a:pt x="9204" y="13126"/>
                    <a:pt x="5180" y="7721"/>
                  </a:cubicBezTo>
                  <a:cubicBezTo>
                    <a:pt x="3049" y="4851"/>
                    <a:pt x="5299" y="3101"/>
                    <a:pt x="8133" y="3053"/>
                  </a:cubicBezTo>
                  <a:cubicBezTo>
                    <a:pt x="8220" y="3052"/>
                    <a:pt x="8308" y="3051"/>
                    <a:pt x="8394" y="3051"/>
                  </a:cubicBezTo>
                  <a:close/>
                  <a:moveTo>
                    <a:pt x="7144" y="1"/>
                  </a:moveTo>
                  <a:cubicBezTo>
                    <a:pt x="5425" y="1"/>
                    <a:pt x="3883" y="431"/>
                    <a:pt x="2882" y="1529"/>
                  </a:cubicBezTo>
                  <a:cubicBezTo>
                    <a:pt x="1" y="4708"/>
                    <a:pt x="2001" y="9447"/>
                    <a:pt x="5132" y="11674"/>
                  </a:cubicBezTo>
                  <a:cubicBezTo>
                    <a:pt x="7454" y="13317"/>
                    <a:pt x="10062" y="14305"/>
                    <a:pt x="12824" y="14948"/>
                  </a:cubicBezTo>
                  <a:cubicBezTo>
                    <a:pt x="15991" y="15686"/>
                    <a:pt x="19503" y="15603"/>
                    <a:pt x="22480" y="16984"/>
                  </a:cubicBezTo>
                  <a:cubicBezTo>
                    <a:pt x="22504" y="17127"/>
                    <a:pt x="22539" y="17269"/>
                    <a:pt x="22551" y="17412"/>
                  </a:cubicBezTo>
                  <a:cubicBezTo>
                    <a:pt x="22637" y="18283"/>
                    <a:pt x="23154" y="18619"/>
                    <a:pt x="23702" y="18619"/>
                  </a:cubicBezTo>
                  <a:cubicBezTo>
                    <a:pt x="24519" y="18619"/>
                    <a:pt x="25408" y="17872"/>
                    <a:pt x="25052" y="17031"/>
                  </a:cubicBezTo>
                  <a:cubicBezTo>
                    <a:pt x="24683" y="11674"/>
                    <a:pt x="20849" y="6768"/>
                    <a:pt x="16884" y="3423"/>
                  </a:cubicBezTo>
                  <a:cubicBezTo>
                    <a:pt x="15014" y="1841"/>
                    <a:pt x="10699" y="1"/>
                    <a:pt x="71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16"/>
            <p:cNvSpPr/>
            <p:nvPr/>
          </p:nvSpPr>
          <p:spPr>
            <a:xfrm rot="6544819">
              <a:off x="7615529" y="705833"/>
              <a:ext cx="413266" cy="416991"/>
            </a:xfrm>
            <a:custGeom>
              <a:avLst/>
              <a:gdLst/>
              <a:ahLst/>
              <a:cxnLst/>
              <a:rect l="l" t="t" r="r" b="b"/>
              <a:pathLst>
                <a:path w="27514" h="27762" extrusionOk="0">
                  <a:moveTo>
                    <a:pt x="9258" y="3049"/>
                  </a:moveTo>
                  <a:cubicBezTo>
                    <a:pt x="9906" y="3049"/>
                    <a:pt x="10551" y="3168"/>
                    <a:pt x="11145" y="3429"/>
                  </a:cubicBezTo>
                  <a:cubicBezTo>
                    <a:pt x="13919" y="4644"/>
                    <a:pt x="15812" y="7751"/>
                    <a:pt x="17241" y="10276"/>
                  </a:cubicBezTo>
                  <a:cubicBezTo>
                    <a:pt x="19003" y="13347"/>
                    <a:pt x="19955" y="16693"/>
                    <a:pt x="19217" y="20241"/>
                  </a:cubicBezTo>
                  <a:cubicBezTo>
                    <a:pt x="19098" y="20765"/>
                    <a:pt x="18943" y="21265"/>
                    <a:pt x="18729" y="21765"/>
                  </a:cubicBezTo>
                  <a:cubicBezTo>
                    <a:pt x="16157" y="16764"/>
                    <a:pt x="7632" y="12883"/>
                    <a:pt x="5060" y="8966"/>
                  </a:cubicBezTo>
                  <a:cubicBezTo>
                    <a:pt x="2982" y="5803"/>
                    <a:pt x="6153" y="3049"/>
                    <a:pt x="9258" y="3049"/>
                  </a:cubicBezTo>
                  <a:close/>
                  <a:moveTo>
                    <a:pt x="8834" y="0"/>
                  </a:moveTo>
                  <a:cubicBezTo>
                    <a:pt x="7866" y="0"/>
                    <a:pt x="6885" y="185"/>
                    <a:pt x="5906" y="584"/>
                  </a:cubicBezTo>
                  <a:cubicBezTo>
                    <a:pt x="1084" y="2548"/>
                    <a:pt x="0" y="7656"/>
                    <a:pt x="3084" y="11573"/>
                  </a:cubicBezTo>
                  <a:cubicBezTo>
                    <a:pt x="5025" y="14050"/>
                    <a:pt x="7489" y="15967"/>
                    <a:pt x="10013" y="17824"/>
                  </a:cubicBezTo>
                  <a:cubicBezTo>
                    <a:pt x="12942" y="19979"/>
                    <a:pt x="18145" y="22372"/>
                    <a:pt x="17443" y="26801"/>
                  </a:cubicBezTo>
                  <a:cubicBezTo>
                    <a:pt x="17364" y="27316"/>
                    <a:pt x="17816" y="27762"/>
                    <a:pt x="18247" y="27762"/>
                  </a:cubicBezTo>
                  <a:cubicBezTo>
                    <a:pt x="18464" y="27762"/>
                    <a:pt x="18676" y="27648"/>
                    <a:pt x="18812" y="27373"/>
                  </a:cubicBezTo>
                  <a:cubicBezTo>
                    <a:pt x="18991" y="27028"/>
                    <a:pt x="19134" y="26658"/>
                    <a:pt x="19241" y="26277"/>
                  </a:cubicBezTo>
                  <a:cubicBezTo>
                    <a:pt x="19277" y="26266"/>
                    <a:pt x="19312" y="26242"/>
                    <a:pt x="19348" y="26218"/>
                  </a:cubicBezTo>
                  <a:cubicBezTo>
                    <a:pt x="27514" y="19833"/>
                    <a:pt x="18864" y="0"/>
                    <a:pt x="88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6" name="Google Shape;656;p16"/>
          <p:cNvSpPr/>
          <p:nvPr/>
        </p:nvSpPr>
        <p:spPr>
          <a:xfrm>
            <a:off x="711098" y="26"/>
            <a:ext cx="17" cy="5143292"/>
          </a:xfrm>
          <a:custGeom>
            <a:avLst/>
            <a:gdLst/>
            <a:ahLst/>
            <a:cxnLst/>
            <a:rect l="l" t="t" r="r" b="b"/>
            <a:pathLst>
              <a:path w="1" h="148532" fill="none" extrusionOk="0">
                <a:moveTo>
                  <a:pt x="1" y="1"/>
                </a:moveTo>
                <a:lnTo>
                  <a:pt x="1" y="148531"/>
                </a:lnTo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7" name="Google Shape;657;p16"/>
          <p:cNvGrpSpPr/>
          <p:nvPr/>
        </p:nvGrpSpPr>
        <p:grpSpPr>
          <a:xfrm>
            <a:off x="297012" y="145150"/>
            <a:ext cx="132900" cy="4853200"/>
            <a:chOff x="194265" y="145150"/>
            <a:chExt cx="132900" cy="4853200"/>
          </a:xfrm>
        </p:grpSpPr>
        <p:sp>
          <p:nvSpPr>
            <p:cNvPr id="658" name="Google Shape;658;p16"/>
            <p:cNvSpPr/>
            <p:nvPr/>
          </p:nvSpPr>
          <p:spPr>
            <a:xfrm>
              <a:off x="194265" y="14515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16"/>
            <p:cNvSpPr/>
            <p:nvPr/>
          </p:nvSpPr>
          <p:spPr>
            <a:xfrm>
              <a:off x="194265" y="61718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16"/>
            <p:cNvSpPr/>
            <p:nvPr/>
          </p:nvSpPr>
          <p:spPr>
            <a:xfrm>
              <a:off x="194265" y="108921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16"/>
            <p:cNvSpPr/>
            <p:nvPr/>
          </p:nvSpPr>
          <p:spPr>
            <a:xfrm>
              <a:off x="194265" y="156124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16"/>
            <p:cNvSpPr/>
            <p:nvPr/>
          </p:nvSpPr>
          <p:spPr>
            <a:xfrm>
              <a:off x="194265" y="203327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16"/>
            <p:cNvSpPr/>
            <p:nvPr/>
          </p:nvSpPr>
          <p:spPr>
            <a:xfrm>
              <a:off x="194265" y="250530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16"/>
            <p:cNvSpPr/>
            <p:nvPr/>
          </p:nvSpPr>
          <p:spPr>
            <a:xfrm>
              <a:off x="194265" y="297733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16"/>
            <p:cNvSpPr/>
            <p:nvPr/>
          </p:nvSpPr>
          <p:spPr>
            <a:xfrm>
              <a:off x="194265" y="344936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16"/>
            <p:cNvSpPr/>
            <p:nvPr/>
          </p:nvSpPr>
          <p:spPr>
            <a:xfrm>
              <a:off x="194265" y="392139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16"/>
            <p:cNvSpPr/>
            <p:nvPr/>
          </p:nvSpPr>
          <p:spPr>
            <a:xfrm>
              <a:off x="194265" y="439342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16"/>
            <p:cNvSpPr/>
            <p:nvPr/>
          </p:nvSpPr>
          <p:spPr>
            <a:xfrm>
              <a:off x="194265" y="486545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9" name="Google Shape;669;p16"/>
          <p:cNvSpPr txBox="1">
            <a:spLocks noGrp="1"/>
          </p:cNvSpPr>
          <p:nvPr>
            <p:ph type="title"/>
          </p:nvPr>
        </p:nvSpPr>
        <p:spPr>
          <a:xfrm>
            <a:off x="2217000" y="3798600"/>
            <a:ext cx="4710000" cy="4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5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0" name="Google Shape;670;p16"/>
          <p:cNvSpPr txBox="1">
            <a:spLocks noGrp="1"/>
          </p:cNvSpPr>
          <p:nvPr>
            <p:ph type="title" idx="2"/>
          </p:nvPr>
        </p:nvSpPr>
        <p:spPr>
          <a:xfrm>
            <a:off x="2217300" y="2381100"/>
            <a:ext cx="4709400" cy="14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300" b="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2" name="Google Shape;672;p17"/>
          <p:cNvGrpSpPr/>
          <p:nvPr/>
        </p:nvGrpSpPr>
        <p:grpSpPr>
          <a:xfrm>
            <a:off x="711097" y="26"/>
            <a:ext cx="8612252" cy="5143292"/>
            <a:chOff x="532150" y="26"/>
            <a:chExt cx="8612252" cy="5143292"/>
          </a:xfrm>
        </p:grpSpPr>
        <p:sp>
          <p:nvSpPr>
            <p:cNvPr id="673" name="Google Shape;673;p17"/>
            <p:cNvSpPr/>
            <p:nvPr/>
          </p:nvSpPr>
          <p:spPr>
            <a:xfrm>
              <a:off x="1029044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17"/>
            <p:cNvSpPr/>
            <p:nvPr/>
          </p:nvSpPr>
          <p:spPr>
            <a:xfrm>
              <a:off x="1525731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17"/>
            <p:cNvSpPr/>
            <p:nvPr/>
          </p:nvSpPr>
          <p:spPr>
            <a:xfrm>
              <a:off x="2022607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17"/>
            <p:cNvSpPr/>
            <p:nvPr/>
          </p:nvSpPr>
          <p:spPr>
            <a:xfrm>
              <a:off x="2519501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17"/>
            <p:cNvSpPr/>
            <p:nvPr/>
          </p:nvSpPr>
          <p:spPr>
            <a:xfrm>
              <a:off x="3016170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17"/>
            <p:cNvSpPr/>
            <p:nvPr/>
          </p:nvSpPr>
          <p:spPr>
            <a:xfrm>
              <a:off x="3513063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17"/>
            <p:cNvSpPr/>
            <p:nvPr/>
          </p:nvSpPr>
          <p:spPr>
            <a:xfrm>
              <a:off x="4009957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7"/>
            <p:cNvSpPr/>
            <p:nvPr/>
          </p:nvSpPr>
          <p:spPr>
            <a:xfrm>
              <a:off x="4506833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81" name="Google Shape;681;p17"/>
            <p:cNvGrpSpPr/>
            <p:nvPr/>
          </p:nvGrpSpPr>
          <p:grpSpPr>
            <a:xfrm>
              <a:off x="532150" y="161850"/>
              <a:ext cx="8612252" cy="4819800"/>
              <a:chOff x="532150" y="72525"/>
              <a:chExt cx="8612252" cy="4819800"/>
            </a:xfrm>
          </p:grpSpPr>
          <p:sp>
            <p:nvSpPr>
              <p:cNvPr id="682" name="Google Shape;682;p17"/>
              <p:cNvSpPr/>
              <p:nvPr/>
            </p:nvSpPr>
            <p:spPr>
              <a:xfrm>
                <a:off x="532150" y="72525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683;p17"/>
              <p:cNvSpPr/>
              <p:nvPr/>
            </p:nvSpPr>
            <p:spPr>
              <a:xfrm>
                <a:off x="532150" y="55447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17"/>
              <p:cNvSpPr/>
              <p:nvPr/>
            </p:nvSpPr>
            <p:spPr>
              <a:xfrm>
                <a:off x="532150" y="103639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17"/>
              <p:cNvSpPr/>
              <p:nvPr/>
            </p:nvSpPr>
            <p:spPr>
              <a:xfrm>
                <a:off x="532150" y="1518532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17"/>
              <p:cNvSpPr/>
              <p:nvPr/>
            </p:nvSpPr>
            <p:spPr>
              <a:xfrm>
                <a:off x="532150" y="200046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687;p17"/>
              <p:cNvSpPr/>
              <p:nvPr/>
            </p:nvSpPr>
            <p:spPr>
              <a:xfrm>
                <a:off x="532150" y="2482405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688;p17"/>
              <p:cNvSpPr/>
              <p:nvPr/>
            </p:nvSpPr>
            <p:spPr>
              <a:xfrm>
                <a:off x="532150" y="2964373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689;p17"/>
              <p:cNvSpPr/>
              <p:nvPr/>
            </p:nvSpPr>
            <p:spPr>
              <a:xfrm>
                <a:off x="532150" y="344631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17"/>
              <p:cNvSpPr/>
              <p:nvPr/>
            </p:nvSpPr>
            <p:spPr>
              <a:xfrm>
                <a:off x="532150" y="3928246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17"/>
              <p:cNvSpPr/>
              <p:nvPr/>
            </p:nvSpPr>
            <p:spPr>
              <a:xfrm>
                <a:off x="532150" y="441038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Google Shape;692;p17"/>
              <p:cNvSpPr/>
              <p:nvPr/>
            </p:nvSpPr>
            <p:spPr>
              <a:xfrm>
                <a:off x="532150" y="489230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93" name="Google Shape;693;p17"/>
            <p:cNvSpPr/>
            <p:nvPr/>
          </p:nvSpPr>
          <p:spPr>
            <a:xfrm>
              <a:off x="5003700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17"/>
            <p:cNvSpPr/>
            <p:nvPr/>
          </p:nvSpPr>
          <p:spPr>
            <a:xfrm>
              <a:off x="550057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17"/>
            <p:cNvSpPr/>
            <p:nvPr/>
          </p:nvSpPr>
          <p:spPr>
            <a:xfrm>
              <a:off x="5997469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17"/>
            <p:cNvSpPr/>
            <p:nvPr/>
          </p:nvSpPr>
          <p:spPr>
            <a:xfrm>
              <a:off x="649415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7"/>
            <p:cNvSpPr/>
            <p:nvPr/>
          </p:nvSpPr>
          <p:spPr>
            <a:xfrm>
              <a:off x="6991032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7"/>
            <p:cNvSpPr/>
            <p:nvPr/>
          </p:nvSpPr>
          <p:spPr>
            <a:xfrm>
              <a:off x="748792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7"/>
            <p:cNvSpPr/>
            <p:nvPr/>
          </p:nvSpPr>
          <p:spPr>
            <a:xfrm>
              <a:off x="7984595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7"/>
            <p:cNvSpPr/>
            <p:nvPr/>
          </p:nvSpPr>
          <p:spPr>
            <a:xfrm>
              <a:off x="8481488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7"/>
            <p:cNvSpPr/>
            <p:nvPr/>
          </p:nvSpPr>
          <p:spPr>
            <a:xfrm>
              <a:off x="8978382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2" name="Google Shape;702;p17"/>
          <p:cNvGrpSpPr/>
          <p:nvPr/>
        </p:nvGrpSpPr>
        <p:grpSpPr>
          <a:xfrm>
            <a:off x="3935956" y="370167"/>
            <a:ext cx="4339868" cy="4083528"/>
            <a:chOff x="3935956" y="370167"/>
            <a:chExt cx="4339868" cy="4083528"/>
          </a:xfrm>
        </p:grpSpPr>
        <p:sp>
          <p:nvSpPr>
            <p:cNvPr id="703" name="Google Shape;703;p17"/>
            <p:cNvSpPr/>
            <p:nvPr/>
          </p:nvSpPr>
          <p:spPr>
            <a:xfrm rot="-9912445" flipH="1">
              <a:off x="3965334" y="4129946"/>
              <a:ext cx="381636" cy="279663"/>
            </a:xfrm>
            <a:custGeom>
              <a:avLst/>
              <a:gdLst/>
              <a:ahLst/>
              <a:cxnLst/>
              <a:rect l="l" t="t" r="r" b="b"/>
              <a:pathLst>
                <a:path w="25408" h="18619" extrusionOk="0">
                  <a:moveTo>
                    <a:pt x="8394" y="3051"/>
                  </a:moveTo>
                  <a:cubicBezTo>
                    <a:pt x="11252" y="3051"/>
                    <a:pt x="13593" y="4002"/>
                    <a:pt x="15777" y="5851"/>
                  </a:cubicBezTo>
                  <a:cubicBezTo>
                    <a:pt x="18313" y="8006"/>
                    <a:pt x="20670" y="11054"/>
                    <a:pt x="21837" y="14329"/>
                  </a:cubicBezTo>
                  <a:cubicBezTo>
                    <a:pt x="16598" y="11674"/>
                    <a:pt x="9204" y="13126"/>
                    <a:pt x="5180" y="7721"/>
                  </a:cubicBezTo>
                  <a:cubicBezTo>
                    <a:pt x="3049" y="4851"/>
                    <a:pt x="5299" y="3101"/>
                    <a:pt x="8133" y="3053"/>
                  </a:cubicBezTo>
                  <a:cubicBezTo>
                    <a:pt x="8220" y="3052"/>
                    <a:pt x="8308" y="3051"/>
                    <a:pt x="8394" y="3051"/>
                  </a:cubicBezTo>
                  <a:close/>
                  <a:moveTo>
                    <a:pt x="7144" y="1"/>
                  </a:moveTo>
                  <a:cubicBezTo>
                    <a:pt x="5425" y="1"/>
                    <a:pt x="3883" y="431"/>
                    <a:pt x="2882" y="1529"/>
                  </a:cubicBezTo>
                  <a:cubicBezTo>
                    <a:pt x="1" y="4708"/>
                    <a:pt x="2001" y="9447"/>
                    <a:pt x="5132" y="11674"/>
                  </a:cubicBezTo>
                  <a:cubicBezTo>
                    <a:pt x="7454" y="13317"/>
                    <a:pt x="10062" y="14305"/>
                    <a:pt x="12824" y="14948"/>
                  </a:cubicBezTo>
                  <a:cubicBezTo>
                    <a:pt x="15991" y="15686"/>
                    <a:pt x="19503" y="15603"/>
                    <a:pt x="22480" y="16984"/>
                  </a:cubicBezTo>
                  <a:cubicBezTo>
                    <a:pt x="22504" y="17127"/>
                    <a:pt x="22539" y="17269"/>
                    <a:pt x="22551" y="17412"/>
                  </a:cubicBezTo>
                  <a:cubicBezTo>
                    <a:pt x="22637" y="18283"/>
                    <a:pt x="23154" y="18619"/>
                    <a:pt x="23702" y="18619"/>
                  </a:cubicBezTo>
                  <a:cubicBezTo>
                    <a:pt x="24519" y="18619"/>
                    <a:pt x="25408" y="17872"/>
                    <a:pt x="25052" y="17031"/>
                  </a:cubicBezTo>
                  <a:cubicBezTo>
                    <a:pt x="24683" y="11674"/>
                    <a:pt x="20849" y="6768"/>
                    <a:pt x="16884" y="3423"/>
                  </a:cubicBezTo>
                  <a:cubicBezTo>
                    <a:pt x="15014" y="1841"/>
                    <a:pt x="10699" y="1"/>
                    <a:pt x="71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7"/>
            <p:cNvSpPr/>
            <p:nvPr/>
          </p:nvSpPr>
          <p:spPr>
            <a:xfrm rot="6544819">
              <a:off x="7804604" y="425108"/>
              <a:ext cx="413266" cy="416991"/>
            </a:xfrm>
            <a:custGeom>
              <a:avLst/>
              <a:gdLst/>
              <a:ahLst/>
              <a:cxnLst/>
              <a:rect l="l" t="t" r="r" b="b"/>
              <a:pathLst>
                <a:path w="27514" h="27762" extrusionOk="0">
                  <a:moveTo>
                    <a:pt x="9258" y="3049"/>
                  </a:moveTo>
                  <a:cubicBezTo>
                    <a:pt x="9906" y="3049"/>
                    <a:pt x="10551" y="3168"/>
                    <a:pt x="11145" y="3429"/>
                  </a:cubicBezTo>
                  <a:cubicBezTo>
                    <a:pt x="13919" y="4644"/>
                    <a:pt x="15812" y="7751"/>
                    <a:pt x="17241" y="10276"/>
                  </a:cubicBezTo>
                  <a:cubicBezTo>
                    <a:pt x="19003" y="13347"/>
                    <a:pt x="19955" y="16693"/>
                    <a:pt x="19217" y="20241"/>
                  </a:cubicBezTo>
                  <a:cubicBezTo>
                    <a:pt x="19098" y="20765"/>
                    <a:pt x="18943" y="21265"/>
                    <a:pt x="18729" y="21765"/>
                  </a:cubicBezTo>
                  <a:cubicBezTo>
                    <a:pt x="16157" y="16764"/>
                    <a:pt x="7632" y="12883"/>
                    <a:pt x="5060" y="8966"/>
                  </a:cubicBezTo>
                  <a:cubicBezTo>
                    <a:pt x="2982" y="5803"/>
                    <a:pt x="6153" y="3049"/>
                    <a:pt x="9258" y="3049"/>
                  </a:cubicBezTo>
                  <a:close/>
                  <a:moveTo>
                    <a:pt x="8834" y="0"/>
                  </a:moveTo>
                  <a:cubicBezTo>
                    <a:pt x="7866" y="0"/>
                    <a:pt x="6885" y="185"/>
                    <a:pt x="5906" y="584"/>
                  </a:cubicBezTo>
                  <a:cubicBezTo>
                    <a:pt x="1084" y="2548"/>
                    <a:pt x="0" y="7656"/>
                    <a:pt x="3084" y="11573"/>
                  </a:cubicBezTo>
                  <a:cubicBezTo>
                    <a:pt x="5025" y="14050"/>
                    <a:pt x="7489" y="15967"/>
                    <a:pt x="10013" y="17824"/>
                  </a:cubicBezTo>
                  <a:cubicBezTo>
                    <a:pt x="12942" y="19979"/>
                    <a:pt x="18145" y="22372"/>
                    <a:pt x="17443" y="26801"/>
                  </a:cubicBezTo>
                  <a:cubicBezTo>
                    <a:pt x="17364" y="27316"/>
                    <a:pt x="17816" y="27762"/>
                    <a:pt x="18247" y="27762"/>
                  </a:cubicBezTo>
                  <a:cubicBezTo>
                    <a:pt x="18464" y="27762"/>
                    <a:pt x="18676" y="27648"/>
                    <a:pt x="18812" y="27373"/>
                  </a:cubicBezTo>
                  <a:cubicBezTo>
                    <a:pt x="18991" y="27028"/>
                    <a:pt x="19134" y="26658"/>
                    <a:pt x="19241" y="26277"/>
                  </a:cubicBezTo>
                  <a:cubicBezTo>
                    <a:pt x="19277" y="26266"/>
                    <a:pt x="19312" y="26242"/>
                    <a:pt x="19348" y="26218"/>
                  </a:cubicBezTo>
                  <a:cubicBezTo>
                    <a:pt x="27514" y="19833"/>
                    <a:pt x="18864" y="0"/>
                    <a:pt x="88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5" name="Google Shape;705;p17"/>
          <p:cNvSpPr/>
          <p:nvPr/>
        </p:nvSpPr>
        <p:spPr>
          <a:xfrm>
            <a:off x="711098" y="26"/>
            <a:ext cx="17" cy="5143292"/>
          </a:xfrm>
          <a:custGeom>
            <a:avLst/>
            <a:gdLst/>
            <a:ahLst/>
            <a:cxnLst/>
            <a:rect l="l" t="t" r="r" b="b"/>
            <a:pathLst>
              <a:path w="1" h="148532" fill="none" extrusionOk="0">
                <a:moveTo>
                  <a:pt x="1" y="1"/>
                </a:moveTo>
                <a:lnTo>
                  <a:pt x="1" y="148531"/>
                </a:lnTo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6" name="Google Shape;706;p17"/>
          <p:cNvGrpSpPr/>
          <p:nvPr/>
        </p:nvGrpSpPr>
        <p:grpSpPr>
          <a:xfrm>
            <a:off x="297012" y="145150"/>
            <a:ext cx="132900" cy="4853200"/>
            <a:chOff x="194265" y="145150"/>
            <a:chExt cx="132900" cy="4853200"/>
          </a:xfrm>
        </p:grpSpPr>
        <p:sp>
          <p:nvSpPr>
            <p:cNvPr id="707" name="Google Shape;707;p17"/>
            <p:cNvSpPr/>
            <p:nvPr/>
          </p:nvSpPr>
          <p:spPr>
            <a:xfrm>
              <a:off x="194265" y="14515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17"/>
            <p:cNvSpPr/>
            <p:nvPr/>
          </p:nvSpPr>
          <p:spPr>
            <a:xfrm>
              <a:off x="194265" y="61718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7"/>
            <p:cNvSpPr/>
            <p:nvPr/>
          </p:nvSpPr>
          <p:spPr>
            <a:xfrm>
              <a:off x="194265" y="108921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7"/>
            <p:cNvSpPr/>
            <p:nvPr/>
          </p:nvSpPr>
          <p:spPr>
            <a:xfrm>
              <a:off x="194265" y="156124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17"/>
            <p:cNvSpPr/>
            <p:nvPr/>
          </p:nvSpPr>
          <p:spPr>
            <a:xfrm>
              <a:off x="194265" y="203327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17"/>
            <p:cNvSpPr/>
            <p:nvPr/>
          </p:nvSpPr>
          <p:spPr>
            <a:xfrm>
              <a:off x="194265" y="250530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17"/>
            <p:cNvSpPr/>
            <p:nvPr/>
          </p:nvSpPr>
          <p:spPr>
            <a:xfrm>
              <a:off x="194265" y="297733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17"/>
            <p:cNvSpPr/>
            <p:nvPr/>
          </p:nvSpPr>
          <p:spPr>
            <a:xfrm>
              <a:off x="194265" y="344936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17"/>
            <p:cNvSpPr/>
            <p:nvPr/>
          </p:nvSpPr>
          <p:spPr>
            <a:xfrm>
              <a:off x="194265" y="392139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17"/>
            <p:cNvSpPr/>
            <p:nvPr/>
          </p:nvSpPr>
          <p:spPr>
            <a:xfrm>
              <a:off x="194265" y="439342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17"/>
            <p:cNvSpPr/>
            <p:nvPr/>
          </p:nvSpPr>
          <p:spPr>
            <a:xfrm>
              <a:off x="194265" y="486545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8" name="Google Shape;718;p17"/>
          <p:cNvSpPr txBox="1">
            <a:spLocks noGrp="1"/>
          </p:cNvSpPr>
          <p:nvPr>
            <p:ph type="title"/>
          </p:nvPr>
        </p:nvSpPr>
        <p:spPr>
          <a:xfrm>
            <a:off x="4849550" y="1165700"/>
            <a:ext cx="3207000" cy="184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000">
                <a:solidFill>
                  <a:schemeClr val="accen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19" name="Google Shape;719;p17"/>
          <p:cNvSpPr txBox="1">
            <a:spLocks noGrp="1"/>
          </p:cNvSpPr>
          <p:nvPr>
            <p:ph type="subTitle" idx="1"/>
          </p:nvPr>
        </p:nvSpPr>
        <p:spPr>
          <a:xfrm>
            <a:off x="4849300" y="3020725"/>
            <a:ext cx="3207000" cy="9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00">
                <a:solidFill>
                  <a:schemeClr val="dk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7"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1" name="Google Shape;721;p18"/>
          <p:cNvGrpSpPr/>
          <p:nvPr/>
        </p:nvGrpSpPr>
        <p:grpSpPr>
          <a:xfrm>
            <a:off x="711097" y="26"/>
            <a:ext cx="8612252" cy="5143292"/>
            <a:chOff x="532150" y="26"/>
            <a:chExt cx="8612252" cy="5143292"/>
          </a:xfrm>
        </p:grpSpPr>
        <p:sp>
          <p:nvSpPr>
            <p:cNvPr id="722" name="Google Shape;722;p18"/>
            <p:cNvSpPr/>
            <p:nvPr/>
          </p:nvSpPr>
          <p:spPr>
            <a:xfrm>
              <a:off x="1029044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8"/>
            <p:cNvSpPr/>
            <p:nvPr/>
          </p:nvSpPr>
          <p:spPr>
            <a:xfrm>
              <a:off x="1525731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8"/>
            <p:cNvSpPr/>
            <p:nvPr/>
          </p:nvSpPr>
          <p:spPr>
            <a:xfrm>
              <a:off x="2022607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8"/>
            <p:cNvSpPr/>
            <p:nvPr/>
          </p:nvSpPr>
          <p:spPr>
            <a:xfrm>
              <a:off x="2519501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8"/>
            <p:cNvSpPr/>
            <p:nvPr/>
          </p:nvSpPr>
          <p:spPr>
            <a:xfrm>
              <a:off x="3016170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18"/>
            <p:cNvSpPr/>
            <p:nvPr/>
          </p:nvSpPr>
          <p:spPr>
            <a:xfrm>
              <a:off x="3513063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18"/>
            <p:cNvSpPr/>
            <p:nvPr/>
          </p:nvSpPr>
          <p:spPr>
            <a:xfrm>
              <a:off x="4009957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18"/>
            <p:cNvSpPr/>
            <p:nvPr/>
          </p:nvSpPr>
          <p:spPr>
            <a:xfrm>
              <a:off x="4506833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30" name="Google Shape;730;p18"/>
            <p:cNvGrpSpPr/>
            <p:nvPr/>
          </p:nvGrpSpPr>
          <p:grpSpPr>
            <a:xfrm>
              <a:off x="532150" y="161850"/>
              <a:ext cx="8612252" cy="4819800"/>
              <a:chOff x="532150" y="72525"/>
              <a:chExt cx="8612252" cy="4819800"/>
            </a:xfrm>
          </p:grpSpPr>
          <p:sp>
            <p:nvSpPr>
              <p:cNvPr id="731" name="Google Shape;731;p18"/>
              <p:cNvSpPr/>
              <p:nvPr/>
            </p:nvSpPr>
            <p:spPr>
              <a:xfrm>
                <a:off x="532150" y="72525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732;p18"/>
              <p:cNvSpPr/>
              <p:nvPr/>
            </p:nvSpPr>
            <p:spPr>
              <a:xfrm>
                <a:off x="532150" y="55447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Google Shape;733;p18"/>
              <p:cNvSpPr/>
              <p:nvPr/>
            </p:nvSpPr>
            <p:spPr>
              <a:xfrm>
                <a:off x="532150" y="103639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Google Shape;734;p18"/>
              <p:cNvSpPr/>
              <p:nvPr/>
            </p:nvSpPr>
            <p:spPr>
              <a:xfrm>
                <a:off x="532150" y="1518532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735;p18"/>
              <p:cNvSpPr/>
              <p:nvPr/>
            </p:nvSpPr>
            <p:spPr>
              <a:xfrm>
                <a:off x="532150" y="200046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736;p18"/>
              <p:cNvSpPr/>
              <p:nvPr/>
            </p:nvSpPr>
            <p:spPr>
              <a:xfrm>
                <a:off x="532150" y="2482405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Google Shape;737;p18"/>
              <p:cNvSpPr/>
              <p:nvPr/>
            </p:nvSpPr>
            <p:spPr>
              <a:xfrm>
                <a:off x="532150" y="2964373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Google Shape;738;p18"/>
              <p:cNvSpPr/>
              <p:nvPr/>
            </p:nvSpPr>
            <p:spPr>
              <a:xfrm>
                <a:off x="532150" y="344631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739;p18"/>
              <p:cNvSpPr/>
              <p:nvPr/>
            </p:nvSpPr>
            <p:spPr>
              <a:xfrm>
                <a:off x="532150" y="3928246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740;p18"/>
              <p:cNvSpPr/>
              <p:nvPr/>
            </p:nvSpPr>
            <p:spPr>
              <a:xfrm>
                <a:off x="532150" y="441038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18"/>
              <p:cNvSpPr/>
              <p:nvPr/>
            </p:nvSpPr>
            <p:spPr>
              <a:xfrm>
                <a:off x="532150" y="489230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42" name="Google Shape;742;p18"/>
            <p:cNvSpPr/>
            <p:nvPr/>
          </p:nvSpPr>
          <p:spPr>
            <a:xfrm>
              <a:off x="5003700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8"/>
            <p:cNvSpPr/>
            <p:nvPr/>
          </p:nvSpPr>
          <p:spPr>
            <a:xfrm>
              <a:off x="550057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8"/>
            <p:cNvSpPr/>
            <p:nvPr/>
          </p:nvSpPr>
          <p:spPr>
            <a:xfrm>
              <a:off x="5997469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8"/>
            <p:cNvSpPr/>
            <p:nvPr/>
          </p:nvSpPr>
          <p:spPr>
            <a:xfrm>
              <a:off x="649415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18"/>
            <p:cNvSpPr/>
            <p:nvPr/>
          </p:nvSpPr>
          <p:spPr>
            <a:xfrm>
              <a:off x="6991032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18"/>
            <p:cNvSpPr/>
            <p:nvPr/>
          </p:nvSpPr>
          <p:spPr>
            <a:xfrm>
              <a:off x="748792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18"/>
            <p:cNvSpPr/>
            <p:nvPr/>
          </p:nvSpPr>
          <p:spPr>
            <a:xfrm>
              <a:off x="7984595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18"/>
            <p:cNvSpPr/>
            <p:nvPr/>
          </p:nvSpPr>
          <p:spPr>
            <a:xfrm>
              <a:off x="8481488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18"/>
            <p:cNvSpPr/>
            <p:nvPr/>
          </p:nvSpPr>
          <p:spPr>
            <a:xfrm>
              <a:off x="8978382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1" name="Google Shape;751;p18"/>
          <p:cNvGrpSpPr/>
          <p:nvPr/>
        </p:nvGrpSpPr>
        <p:grpSpPr>
          <a:xfrm>
            <a:off x="943450" y="306971"/>
            <a:ext cx="7875250" cy="4672156"/>
            <a:chOff x="943450" y="306971"/>
            <a:chExt cx="7875250" cy="4672156"/>
          </a:xfrm>
        </p:grpSpPr>
        <p:sp>
          <p:nvSpPr>
            <p:cNvPr id="752" name="Google Shape;752;p18"/>
            <p:cNvSpPr/>
            <p:nvPr/>
          </p:nvSpPr>
          <p:spPr>
            <a:xfrm rot="3455549">
              <a:off x="8398955" y="4490427"/>
              <a:ext cx="281976" cy="481360"/>
            </a:xfrm>
            <a:custGeom>
              <a:avLst/>
              <a:gdLst/>
              <a:ahLst/>
              <a:cxnLst/>
              <a:rect l="l" t="t" r="r" b="b"/>
              <a:pathLst>
                <a:path w="19003" h="32440" extrusionOk="0">
                  <a:moveTo>
                    <a:pt x="13207" y="2777"/>
                  </a:moveTo>
                  <a:cubicBezTo>
                    <a:pt x="13954" y="2777"/>
                    <a:pt x="14675" y="3347"/>
                    <a:pt x="15264" y="4842"/>
                  </a:cubicBezTo>
                  <a:cubicBezTo>
                    <a:pt x="16490" y="7925"/>
                    <a:pt x="14788" y="10878"/>
                    <a:pt x="13633" y="13664"/>
                  </a:cubicBezTo>
                  <a:cubicBezTo>
                    <a:pt x="12144" y="17224"/>
                    <a:pt x="11025" y="20391"/>
                    <a:pt x="10668" y="23808"/>
                  </a:cubicBezTo>
                  <a:cubicBezTo>
                    <a:pt x="10513" y="23558"/>
                    <a:pt x="10370" y="23308"/>
                    <a:pt x="10239" y="23070"/>
                  </a:cubicBezTo>
                  <a:cubicBezTo>
                    <a:pt x="8025" y="18963"/>
                    <a:pt x="7906" y="12974"/>
                    <a:pt x="8632" y="8426"/>
                  </a:cubicBezTo>
                  <a:cubicBezTo>
                    <a:pt x="8816" y="7250"/>
                    <a:pt x="11115" y="2777"/>
                    <a:pt x="13207" y="2777"/>
                  </a:cubicBezTo>
                  <a:close/>
                  <a:moveTo>
                    <a:pt x="13026" y="0"/>
                  </a:moveTo>
                  <a:cubicBezTo>
                    <a:pt x="11652" y="0"/>
                    <a:pt x="10156" y="529"/>
                    <a:pt x="8692" y="1651"/>
                  </a:cubicBezTo>
                  <a:cubicBezTo>
                    <a:pt x="0" y="8295"/>
                    <a:pt x="7644" y="25951"/>
                    <a:pt x="12680" y="32190"/>
                  </a:cubicBezTo>
                  <a:cubicBezTo>
                    <a:pt x="12821" y="32367"/>
                    <a:pt x="12991" y="32440"/>
                    <a:pt x="13161" y="32440"/>
                  </a:cubicBezTo>
                  <a:cubicBezTo>
                    <a:pt x="13554" y="32440"/>
                    <a:pt x="13948" y="32053"/>
                    <a:pt x="13990" y="31655"/>
                  </a:cubicBezTo>
                  <a:cubicBezTo>
                    <a:pt x="14145" y="30154"/>
                    <a:pt x="13490" y="28559"/>
                    <a:pt x="12644" y="27035"/>
                  </a:cubicBezTo>
                  <a:cubicBezTo>
                    <a:pt x="12204" y="22868"/>
                    <a:pt x="15609" y="16260"/>
                    <a:pt x="17014" y="13426"/>
                  </a:cubicBezTo>
                  <a:cubicBezTo>
                    <a:pt x="18312" y="10819"/>
                    <a:pt x="19002" y="8140"/>
                    <a:pt x="18431" y="5223"/>
                  </a:cubicBezTo>
                  <a:cubicBezTo>
                    <a:pt x="17769" y="1884"/>
                    <a:pt x="15617" y="0"/>
                    <a:pt x="130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18"/>
            <p:cNvSpPr/>
            <p:nvPr/>
          </p:nvSpPr>
          <p:spPr>
            <a:xfrm>
              <a:off x="943450" y="306971"/>
              <a:ext cx="414404" cy="303629"/>
            </a:xfrm>
            <a:custGeom>
              <a:avLst/>
              <a:gdLst/>
              <a:ahLst/>
              <a:cxnLst/>
              <a:rect l="l" t="t" r="r" b="b"/>
              <a:pathLst>
                <a:path w="25408" h="18619" extrusionOk="0">
                  <a:moveTo>
                    <a:pt x="8394" y="3051"/>
                  </a:moveTo>
                  <a:cubicBezTo>
                    <a:pt x="11252" y="3051"/>
                    <a:pt x="13593" y="4002"/>
                    <a:pt x="15777" y="5851"/>
                  </a:cubicBezTo>
                  <a:cubicBezTo>
                    <a:pt x="18313" y="8006"/>
                    <a:pt x="20670" y="11054"/>
                    <a:pt x="21837" y="14329"/>
                  </a:cubicBezTo>
                  <a:cubicBezTo>
                    <a:pt x="16598" y="11674"/>
                    <a:pt x="9204" y="13126"/>
                    <a:pt x="5180" y="7721"/>
                  </a:cubicBezTo>
                  <a:cubicBezTo>
                    <a:pt x="3049" y="4851"/>
                    <a:pt x="5299" y="3101"/>
                    <a:pt x="8133" y="3053"/>
                  </a:cubicBezTo>
                  <a:cubicBezTo>
                    <a:pt x="8220" y="3052"/>
                    <a:pt x="8308" y="3051"/>
                    <a:pt x="8394" y="3051"/>
                  </a:cubicBezTo>
                  <a:close/>
                  <a:moveTo>
                    <a:pt x="7144" y="1"/>
                  </a:moveTo>
                  <a:cubicBezTo>
                    <a:pt x="5425" y="1"/>
                    <a:pt x="3883" y="431"/>
                    <a:pt x="2882" y="1529"/>
                  </a:cubicBezTo>
                  <a:cubicBezTo>
                    <a:pt x="1" y="4708"/>
                    <a:pt x="2001" y="9447"/>
                    <a:pt x="5132" y="11674"/>
                  </a:cubicBezTo>
                  <a:cubicBezTo>
                    <a:pt x="7454" y="13317"/>
                    <a:pt x="10062" y="14305"/>
                    <a:pt x="12824" y="14948"/>
                  </a:cubicBezTo>
                  <a:cubicBezTo>
                    <a:pt x="15991" y="15686"/>
                    <a:pt x="19503" y="15603"/>
                    <a:pt x="22480" y="16984"/>
                  </a:cubicBezTo>
                  <a:cubicBezTo>
                    <a:pt x="22504" y="17127"/>
                    <a:pt x="22539" y="17269"/>
                    <a:pt x="22551" y="17412"/>
                  </a:cubicBezTo>
                  <a:cubicBezTo>
                    <a:pt x="22637" y="18283"/>
                    <a:pt x="23154" y="18619"/>
                    <a:pt x="23702" y="18619"/>
                  </a:cubicBezTo>
                  <a:cubicBezTo>
                    <a:pt x="24519" y="18619"/>
                    <a:pt x="25408" y="17872"/>
                    <a:pt x="25052" y="17031"/>
                  </a:cubicBezTo>
                  <a:cubicBezTo>
                    <a:pt x="24683" y="11674"/>
                    <a:pt x="20849" y="6768"/>
                    <a:pt x="16884" y="3423"/>
                  </a:cubicBezTo>
                  <a:cubicBezTo>
                    <a:pt x="15014" y="1841"/>
                    <a:pt x="10699" y="1"/>
                    <a:pt x="714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4" name="Google Shape;754;p18"/>
          <p:cNvSpPr/>
          <p:nvPr/>
        </p:nvSpPr>
        <p:spPr>
          <a:xfrm>
            <a:off x="711098" y="26"/>
            <a:ext cx="17" cy="5143292"/>
          </a:xfrm>
          <a:custGeom>
            <a:avLst/>
            <a:gdLst/>
            <a:ahLst/>
            <a:cxnLst/>
            <a:rect l="l" t="t" r="r" b="b"/>
            <a:pathLst>
              <a:path w="1" h="148532" fill="none" extrusionOk="0">
                <a:moveTo>
                  <a:pt x="1" y="1"/>
                </a:moveTo>
                <a:lnTo>
                  <a:pt x="1" y="148531"/>
                </a:lnTo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5" name="Google Shape;755;p18"/>
          <p:cNvGrpSpPr/>
          <p:nvPr/>
        </p:nvGrpSpPr>
        <p:grpSpPr>
          <a:xfrm>
            <a:off x="297012" y="145150"/>
            <a:ext cx="132900" cy="4853200"/>
            <a:chOff x="194265" y="145150"/>
            <a:chExt cx="132900" cy="4853200"/>
          </a:xfrm>
        </p:grpSpPr>
        <p:sp>
          <p:nvSpPr>
            <p:cNvPr id="756" name="Google Shape;756;p18"/>
            <p:cNvSpPr/>
            <p:nvPr/>
          </p:nvSpPr>
          <p:spPr>
            <a:xfrm>
              <a:off x="194265" y="14515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18"/>
            <p:cNvSpPr/>
            <p:nvPr/>
          </p:nvSpPr>
          <p:spPr>
            <a:xfrm>
              <a:off x="194265" y="61718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18"/>
            <p:cNvSpPr/>
            <p:nvPr/>
          </p:nvSpPr>
          <p:spPr>
            <a:xfrm>
              <a:off x="194265" y="108921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18"/>
            <p:cNvSpPr/>
            <p:nvPr/>
          </p:nvSpPr>
          <p:spPr>
            <a:xfrm>
              <a:off x="194265" y="156124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18"/>
            <p:cNvSpPr/>
            <p:nvPr/>
          </p:nvSpPr>
          <p:spPr>
            <a:xfrm>
              <a:off x="194265" y="203327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18"/>
            <p:cNvSpPr/>
            <p:nvPr/>
          </p:nvSpPr>
          <p:spPr>
            <a:xfrm>
              <a:off x="194265" y="250530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18"/>
            <p:cNvSpPr/>
            <p:nvPr/>
          </p:nvSpPr>
          <p:spPr>
            <a:xfrm>
              <a:off x="194265" y="297733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18"/>
            <p:cNvSpPr/>
            <p:nvPr/>
          </p:nvSpPr>
          <p:spPr>
            <a:xfrm>
              <a:off x="194265" y="344936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18"/>
            <p:cNvSpPr/>
            <p:nvPr/>
          </p:nvSpPr>
          <p:spPr>
            <a:xfrm>
              <a:off x="194265" y="392139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8"/>
            <p:cNvSpPr/>
            <p:nvPr/>
          </p:nvSpPr>
          <p:spPr>
            <a:xfrm>
              <a:off x="194265" y="439342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18"/>
            <p:cNvSpPr/>
            <p:nvPr/>
          </p:nvSpPr>
          <p:spPr>
            <a:xfrm>
              <a:off x="194265" y="486545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7" name="Google Shape;767;p18"/>
          <p:cNvSpPr txBox="1">
            <a:spLocks noGrp="1"/>
          </p:cNvSpPr>
          <p:nvPr>
            <p:ph type="title"/>
          </p:nvPr>
        </p:nvSpPr>
        <p:spPr>
          <a:xfrm>
            <a:off x="758775" y="405130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1_1"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9" name="Google Shape;769;p19"/>
          <p:cNvGrpSpPr/>
          <p:nvPr/>
        </p:nvGrpSpPr>
        <p:grpSpPr>
          <a:xfrm>
            <a:off x="711097" y="26"/>
            <a:ext cx="8612252" cy="5143292"/>
            <a:chOff x="532150" y="26"/>
            <a:chExt cx="8612252" cy="5143292"/>
          </a:xfrm>
        </p:grpSpPr>
        <p:sp>
          <p:nvSpPr>
            <p:cNvPr id="770" name="Google Shape;770;p19"/>
            <p:cNvSpPr/>
            <p:nvPr/>
          </p:nvSpPr>
          <p:spPr>
            <a:xfrm>
              <a:off x="1029044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19"/>
            <p:cNvSpPr/>
            <p:nvPr/>
          </p:nvSpPr>
          <p:spPr>
            <a:xfrm>
              <a:off x="1525731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19"/>
            <p:cNvSpPr/>
            <p:nvPr/>
          </p:nvSpPr>
          <p:spPr>
            <a:xfrm>
              <a:off x="2022607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19"/>
            <p:cNvSpPr/>
            <p:nvPr/>
          </p:nvSpPr>
          <p:spPr>
            <a:xfrm>
              <a:off x="2519501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19"/>
            <p:cNvSpPr/>
            <p:nvPr/>
          </p:nvSpPr>
          <p:spPr>
            <a:xfrm>
              <a:off x="3016170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19"/>
            <p:cNvSpPr/>
            <p:nvPr/>
          </p:nvSpPr>
          <p:spPr>
            <a:xfrm>
              <a:off x="3513063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19"/>
            <p:cNvSpPr/>
            <p:nvPr/>
          </p:nvSpPr>
          <p:spPr>
            <a:xfrm>
              <a:off x="4009957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19"/>
            <p:cNvSpPr/>
            <p:nvPr/>
          </p:nvSpPr>
          <p:spPr>
            <a:xfrm>
              <a:off x="4506833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78" name="Google Shape;778;p19"/>
            <p:cNvGrpSpPr/>
            <p:nvPr/>
          </p:nvGrpSpPr>
          <p:grpSpPr>
            <a:xfrm>
              <a:off x="532150" y="161850"/>
              <a:ext cx="8612252" cy="4819800"/>
              <a:chOff x="532150" y="72525"/>
              <a:chExt cx="8612252" cy="4819800"/>
            </a:xfrm>
          </p:grpSpPr>
          <p:sp>
            <p:nvSpPr>
              <p:cNvPr id="779" name="Google Shape;779;p19"/>
              <p:cNvSpPr/>
              <p:nvPr/>
            </p:nvSpPr>
            <p:spPr>
              <a:xfrm>
                <a:off x="532150" y="72525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Google Shape;780;p19"/>
              <p:cNvSpPr/>
              <p:nvPr/>
            </p:nvSpPr>
            <p:spPr>
              <a:xfrm>
                <a:off x="532150" y="55447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19"/>
              <p:cNvSpPr/>
              <p:nvPr/>
            </p:nvSpPr>
            <p:spPr>
              <a:xfrm>
                <a:off x="532150" y="103639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19"/>
              <p:cNvSpPr/>
              <p:nvPr/>
            </p:nvSpPr>
            <p:spPr>
              <a:xfrm>
                <a:off x="532150" y="1518532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Google Shape;783;p19"/>
              <p:cNvSpPr/>
              <p:nvPr/>
            </p:nvSpPr>
            <p:spPr>
              <a:xfrm>
                <a:off x="532150" y="200046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19"/>
              <p:cNvSpPr/>
              <p:nvPr/>
            </p:nvSpPr>
            <p:spPr>
              <a:xfrm>
                <a:off x="532150" y="2482405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19"/>
              <p:cNvSpPr/>
              <p:nvPr/>
            </p:nvSpPr>
            <p:spPr>
              <a:xfrm>
                <a:off x="532150" y="2964373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19"/>
              <p:cNvSpPr/>
              <p:nvPr/>
            </p:nvSpPr>
            <p:spPr>
              <a:xfrm>
                <a:off x="532150" y="344631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19"/>
              <p:cNvSpPr/>
              <p:nvPr/>
            </p:nvSpPr>
            <p:spPr>
              <a:xfrm>
                <a:off x="532150" y="3928246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19"/>
              <p:cNvSpPr/>
              <p:nvPr/>
            </p:nvSpPr>
            <p:spPr>
              <a:xfrm>
                <a:off x="532150" y="441038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19"/>
              <p:cNvSpPr/>
              <p:nvPr/>
            </p:nvSpPr>
            <p:spPr>
              <a:xfrm>
                <a:off x="532150" y="489230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90" name="Google Shape;790;p19"/>
            <p:cNvSpPr/>
            <p:nvPr/>
          </p:nvSpPr>
          <p:spPr>
            <a:xfrm>
              <a:off x="5003700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9"/>
            <p:cNvSpPr/>
            <p:nvPr/>
          </p:nvSpPr>
          <p:spPr>
            <a:xfrm>
              <a:off x="550057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9"/>
            <p:cNvSpPr/>
            <p:nvPr/>
          </p:nvSpPr>
          <p:spPr>
            <a:xfrm>
              <a:off x="5997469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9"/>
            <p:cNvSpPr/>
            <p:nvPr/>
          </p:nvSpPr>
          <p:spPr>
            <a:xfrm>
              <a:off x="649415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9"/>
            <p:cNvSpPr/>
            <p:nvPr/>
          </p:nvSpPr>
          <p:spPr>
            <a:xfrm>
              <a:off x="6991032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19"/>
            <p:cNvSpPr/>
            <p:nvPr/>
          </p:nvSpPr>
          <p:spPr>
            <a:xfrm>
              <a:off x="748792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9"/>
            <p:cNvSpPr/>
            <p:nvPr/>
          </p:nvSpPr>
          <p:spPr>
            <a:xfrm>
              <a:off x="7984595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9"/>
            <p:cNvSpPr/>
            <p:nvPr/>
          </p:nvSpPr>
          <p:spPr>
            <a:xfrm>
              <a:off x="8481488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9"/>
            <p:cNvSpPr/>
            <p:nvPr/>
          </p:nvSpPr>
          <p:spPr>
            <a:xfrm>
              <a:off x="8978382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9" name="Google Shape;799;p19"/>
          <p:cNvSpPr/>
          <p:nvPr/>
        </p:nvSpPr>
        <p:spPr>
          <a:xfrm>
            <a:off x="711098" y="26"/>
            <a:ext cx="17" cy="5143292"/>
          </a:xfrm>
          <a:custGeom>
            <a:avLst/>
            <a:gdLst/>
            <a:ahLst/>
            <a:cxnLst/>
            <a:rect l="l" t="t" r="r" b="b"/>
            <a:pathLst>
              <a:path w="1" h="148532" fill="none" extrusionOk="0">
                <a:moveTo>
                  <a:pt x="1" y="1"/>
                </a:moveTo>
                <a:lnTo>
                  <a:pt x="1" y="148531"/>
                </a:lnTo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0" name="Google Shape;800;p19"/>
          <p:cNvGrpSpPr/>
          <p:nvPr/>
        </p:nvGrpSpPr>
        <p:grpSpPr>
          <a:xfrm>
            <a:off x="297012" y="145150"/>
            <a:ext cx="132900" cy="4853200"/>
            <a:chOff x="194265" y="145150"/>
            <a:chExt cx="132900" cy="4853200"/>
          </a:xfrm>
        </p:grpSpPr>
        <p:sp>
          <p:nvSpPr>
            <p:cNvPr id="801" name="Google Shape;801;p19"/>
            <p:cNvSpPr/>
            <p:nvPr/>
          </p:nvSpPr>
          <p:spPr>
            <a:xfrm>
              <a:off x="194265" y="14515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9"/>
            <p:cNvSpPr/>
            <p:nvPr/>
          </p:nvSpPr>
          <p:spPr>
            <a:xfrm>
              <a:off x="194265" y="61718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9"/>
            <p:cNvSpPr/>
            <p:nvPr/>
          </p:nvSpPr>
          <p:spPr>
            <a:xfrm>
              <a:off x="194265" y="108921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9"/>
            <p:cNvSpPr/>
            <p:nvPr/>
          </p:nvSpPr>
          <p:spPr>
            <a:xfrm>
              <a:off x="194265" y="156124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9"/>
            <p:cNvSpPr/>
            <p:nvPr/>
          </p:nvSpPr>
          <p:spPr>
            <a:xfrm>
              <a:off x="194265" y="203327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9"/>
            <p:cNvSpPr/>
            <p:nvPr/>
          </p:nvSpPr>
          <p:spPr>
            <a:xfrm>
              <a:off x="194265" y="250530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19"/>
            <p:cNvSpPr/>
            <p:nvPr/>
          </p:nvSpPr>
          <p:spPr>
            <a:xfrm>
              <a:off x="194265" y="297733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19"/>
            <p:cNvSpPr/>
            <p:nvPr/>
          </p:nvSpPr>
          <p:spPr>
            <a:xfrm>
              <a:off x="194265" y="344936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19"/>
            <p:cNvSpPr/>
            <p:nvPr/>
          </p:nvSpPr>
          <p:spPr>
            <a:xfrm>
              <a:off x="194265" y="392139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9"/>
            <p:cNvSpPr/>
            <p:nvPr/>
          </p:nvSpPr>
          <p:spPr>
            <a:xfrm>
              <a:off x="194265" y="439342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9"/>
            <p:cNvSpPr/>
            <p:nvPr/>
          </p:nvSpPr>
          <p:spPr>
            <a:xfrm>
              <a:off x="194265" y="486545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2" name="Google Shape;812;p19"/>
          <p:cNvSpPr txBox="1">
            <a:spLocks noGrp="1"/>
          </p:cNvSpPr>
          <p:nvPr>
            <p:ph type="title" hasCustomPrompt="1"/>
          </p:nvPr>
        </p:nvSpPr>
        <p:spPr>
          <a:xfrm>
            <a:off x="2468025" y="2058428"/>
            <a:ext cx="4745100" cy="68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813" name="Google Shape;813;p19"/>
          <p:cNvSpPr txBox="1">
            <a:spLocks noGrp="1"/>
          </p:cNvSpPr>
          <p:nvPr>
            <p:ph type="subTitle" idx="1"/>
          </p:nvPr>
        </p:nvSpPr>
        <p:spPr>
          <a:xfrm>
            <a:off x="2471600" y="2742428"/>
            <a:ext cx="4738200" cy="34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4" name="Google Shape;814;p19"/>
          <p:cNvSpPr txBox="1">
            <a:spLocks noGrp="1"/>
          </p:cNvSpPr>
          <p:nvPr>
            <p:ph type="title" idx="2" hasCustomPrompt="1"/>
          </p:nvPr>
        </p:nvSpPr>
        <p:spPr>
          <a:xfrm>
            <a:off x="2468025" y="633328"/>
            <a:ext cx="4745100" cy="68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815" name="Google Shape;815;p19"/>
          <p:cNvSpPr txBox="1">
            <a:spLocks noGrp="1"/>
          </p:cNvSpPr>
          <p:nvPr>
            <p:ph type="subTitle" idx="3"/>
          </p:nvPr>
        </p:nvSpPr>
        <p:spPr>
          <a:xfrm>
            <a:off x="2471600" y="1317328"/>
            <a:ext cx="4738200" cy="34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6" name="Google Shape;816;p19"/>
          <p:cNvSpPr txBox="1">
            <a:spLocks noGrp="1"/>
          </p:cNvSpPr>
          <p:nvPr>
            <p:ph type="title" idx="4" hasCustomPrompt="1"/>
          </p:nvPr>
        </p:nvSpPr>
        <p:spPr>
          <a:xfrm>
            <a:off x="2468025" y="3483528"/>
            <a:ext cx="4745100" cy="68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817" name="Google Shape;817;p19"/>
          <p:cNvSpPr txBox="1">
            <a:spLocks noGrp="1"/>
          </p:cNvSpPr>
          <p:nvPr>
            <p:ph type="subTitle" idx="5"/>
          </p:nvPr>
        </p:nvSpPr>
        <p:spPr>
          <a:xfrm>
            <a:off x="2471600" y="4167578"/>
            <a:ext cx="4738200" cy="34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_1_1"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" name="Google Shape;819;p20"/>
          <p:cNvGrpSpPr/>
          <p:nvPr/>
        </p:nvGrpSpPr>
        <p:grpSpPr>
          <a:xfrm>
            <a:off x="711097" y="26"/>
            <a:ext cx="8612252" cy="5143292"/>
            <a:chOff x="532150" y="26"/>
            <a:chExt cx="8612252" cy="5143292"/>
          </a:xfrm>
        </p:grpSpPr>
        <p:sp>
          <p:nvSpPr>
            <p:cNvPr id="820" name="Google Shape;820;p20"/>
            <p:cNvSpPr/>
            <p:nvPr/>
          </p:nvSpPr>
          <p:spPr>
            <a:xfrm>
              <a:off x="1029044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0"/>
            <p:cNvSpPr/>
            <p:nvPr/>
          </p:nvSpPr>
          <p:spPr>
            <a:xfrm>
              <a:off x="1525731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0"/>
            <p:cNvSpPr/>
            <p:nvPr/>
          </p:nvSpPr>
          <p:spPr>
            <a:xfrm>
              <a:off x="2022607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0"/>
            <p:cNvSpPr/>
            <p:nvPr/>
          </p:nvSpPr>
          <p:spPr>
            <a:xfrm>
              <a:off x="2519501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0"/>
            <p:cNvSpPr/>
            <p:nvPr/>
          </p:nvSpPr>
          <p:spPr>
            <a:xfrm>
              <a:off x="3016170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0"/>
            <p:cNvSpPr/>
            <p:nvPr/>
          </p:nvSpPr>
          <p:spPr>
            <a:xfrm>
              <a:off x="3513063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0"/>
            <p:cNvSpPr/>
            <p:nvPr/>
          </p:nvSpPr>
          <p:spPr>
            <a:xfrm>
              <a:off x="4009957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0"/>
            <p:cNvSpPr/>
            <p:nvPr/>
          </p:nvSpPr>
          <p:spPr>
            <a:xfrm>
              <a:off x="4506833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28" name="Google Shape;828;p20"/>
            <p:cNvGrpSpPr/>
            <p:nvPr/>
          </p:nvGrpSpPr>
          <p:grpSpPr>
            <a:xfrm>
              <a:off x="532150" y="161850"/>
              <a:ext cx="8612252" cy="4819800"/>
              <a:chOff x="532150" y="72525"/>
              <a:chExt cx="8612252" cy="4819800"/>
            </a:xfrm>
          </p:grpSpPr>
          <p:sp>
            <p:nvSpPr>
              <p:cNvPr id="829" name="Google Shape;829;p20"/>
              <p:cNvSpPr/>
              <p:nvPr/>
            </p:nvSpPr>
            <p:spPr>
              <a:xfrm>
                <a:off x="532150" y="72525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20"/>
              <p:cNvSpPr/>
              <p:nvPr/>
            </p:nvSpPr>
            <p:spPr>
              <a:xfrm>
                <a:off x="532150" y="55447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20"/>
              <p:cNvSpPr/>
              <p:nvPr/>
            </p:nvSpPr>
            <p:spPr>
              <a:xfrm>
                <a:off x="532150" y="103639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20"/>
              <p:cNvSpPr/>
              <p:nvPr/>
            </p:nvSpPr>
            <p:spPr>
              <a:xfrm>
                <a:off x="532150" y="1518532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20"/>
              <p:cNvSpPr/>
              <p:nvPr/>
            </p:nvSpPr>
            <p:spPr>
              <a:xfrm>
                <a:off x="532150" y="200046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20"/>
              <p:cNvSpPr/>
              <p:nvPr/>
            </p:nvSpPr>
            <p:spPr>
              <a:xfrm>
                <a:off x="532150" y="2482405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20"/>
              <p:cNvSpPr/>
              <p:nvPr/>
            </p:nvSpPr>
            <p:spPr>
              <a:xfrm>
                <a:off x="532150" y="2964373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20"/>
              <p:cNvSpPr/>
              <p:nvPr/>
            </p:nvSpPr>
            <p:spPr>
              <a:xfrm>
                <a:off x="532150" y="344631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20"/>
              <p:cNvSpPr/>
              <p:nvPr/>
            </p:nvSpPr>
            <p:spPr>
              <a:xfrm>
                <a:off x="532150" y="3928246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20"/>
              <p:cNvSpPr/>
              <p:nvPr/>
            </p:nvSpPr>
            <p:spPr>
              <a:xfrm>
                <a:off x="532150" y="441038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20"/>
              <p:cNvSpPr/>
              <p:nvPr/>
            </p:nvSpPr>
            <p:spPr>
              <a:xfrm>
                <a:off x="532150" y="489230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40" name="Google Shape;840;p20"/>
            <p:cNvSpPr/>
            <p:nvPr/>
          </p:nvSpPr>
          <p:spPr>
            <a:xfrm>
              <a:off x="5003700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20"/>
            <p:cNvSpPr/>
            <p:nvPr/>
          </p:nvSpPr>
          <p:spPr>
            <a:xfrm>
              <a:off x="550057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20"/>
            <p:cNvSpPr/>
            <p:nvPr/>
          </p:nvSpPr>
          <p:spPr>
            <a:xfrm>
              <a:off x="5997469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20"/>
            <p:cNvSpPr/>
            <p:nvPr/>
          </p:nvSpPr>
          <p:spPr>
            <a:xfrm>
              <a:off x="649415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0"/>
            <p:cNvSpPr/>
            <p:nvPr/>
          </p:nvSpPr>
          <p:spPr>
            <a:xfrm>
              <a:off x="6991032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0"/>
            <p:cNvSpPr/>
            <p:nvPr/>
          </p:nvSpPr>
          <p:spPr>
            <a:xfrm>
              <a:off x="748792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0"/>
            <p:cNvSpPr/>
            <p:nvPr/>
          </p:nvSpPr>
          <p:spPr>
            <a:xfrm>
              <a:off x="7984595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0"/>
            <p:cNvSpPr/>
            <p:nvPr/>
          </p:nvSpPr>
          <p:spPr>
            <a:xfrm>
              <a:off x="8481488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0"/>
            <p:cNvSpPr/>
            <p:nvPr/>
          </p:nvSpPr>
          <p:spPr>
            <a:xfrm>
              <a:off x="8978382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9" name="Google Shape;849;p20"/>
          <p:cNvGrpSpPr/>
          <p:nvPr/>
        </p:nvGrpSpPr>
        <p:grpSpPr>
          <a:xfrm>
            <a:off x="856050" y="539703"/>
            <a:ext cx="7574539" cy="3700984"/>
            <a:chOff x="856050" y="539703"/>
            <a:chExt cx="7574539" cy="3700984"/>
          </a:xfrm>
        </p:grpSpPr>
        <p:sp>
          <p:nvSpPr>
            <p:cNvPr id="850" name="Google Shape;850;p20"/>
            <p:cNvSpPr/>
            <p:nvPr/>
          </p:nvSpPr>
          <p:spPr>
            <a:xfrm rot="3039213">
              <a:off x="1868305" y="628510"/>
              <a:ext cx="233373" cy="413803"/>
            </a:xfrm>
            <a:custGeom>
              <a:avLst/>
              <a:gdLst/>
              <a:ahLst/>
              <a:cxnLst/>
              <a:rect l="l" t="t" r="r" b="b"/>
              <a:pathLst>
                <a:path w="15538" h="27551" extrusionOk="0">
                  <a:moveTo>
                    <a:pt x="8994" y="2908"/>
                  </a:moveTo>
                  <a:cubicBezTo>
                    <a:pt x="10071" y="2908"/>
                    <a:pt x="11146" y="3372"/>
                    <a:pt x="12216" y="4301"/>
                  </a:cubicBezTo>
                  <a:cubicBezTo>
                    <a:pt x="12954" y="6658"/>
                    <a:pt x="12645" y="8706"/>
                    <a:pt x="11275" y="10444"/>
                  </a:cubicBezTo>
                  <a:cubicBezTo>
                    <a:pt x="9656" y="13147"/>
                    <a:pt x="9537" y="16469"/>
                    <a:pt x="8346" y="19445"/>
                  </a:cubicBezTo>
                  <a:cubicBezTo>
                    <a:pt x="7977" y="20386"/>
                    <a:pt x="7882" y="21660"/>
                    <a:pt x="7989" y="22934"/>
                  </a:cubicBezTo>
                  <a:cubicBezTo>
                    <a:pt x="7906" y="22898"/>
                    <a:pt x="7811" y="22874"/>
                    <a:pt x="7715" y="22863"/>
                  </a:cubicBezTo>
                  <a:cubicBezTo>
                    <a:pt x="6120" y="20422"/>
                    <a:pt x="5286" y="17588"/>
                    <a:pt x="4310" y="14862"/>
                  </a:cubicBezTo>
                  <a:cubicBezTo>
                    <a:pt x="3215" y="11766"/>
                    <a:pt x="3120" y="8444"/>
                    <a:pt x="4584" y="5479"/>
                  </a:cubicBezTo>
                  <a:cubicBezTo>
                    <a:pt x="6059" y="3765"/>
                    <a:pt x="7529" y="2908"/>
                    <a:pt x="8994" y="2908"/>
                  </a:cubicBezTo>
                  <a:close/>
                  <a:moveTo>
                    <a:pt x="8865" y="1"/>
                  </a:moveTo>
                  <a:cubicBezTo>
                    <a:pt x="8350" y="1"/>
                    <a:pt x="7821" y="91"/>
                    <a:pt x="7287" y="288"/>
                  </a:cubicBezTo>
                  <a:cubicBezTo>
                    <a:pt x="2250" y="2158"/>
                    <a:pt x="0" y="7218"/>
                    <a:pt x="1072" y="12421"/>
                  </a:cubicBezTo>
                  <a:cubicBezTo>
                    <a:pt x="1988" y="16862"/>
                    <a:pt x="3215" y="22791"/>
                    <a:pt x="7215" y="25625"/>
                  </a:cubicBezTo>
                  <a:cubicBezTo>
                    <a:pt x="7692" y="26530"/>
                    <a:pt x="8525" y="27042"/>
                    <a:pt x="9906" y="27494"/>
                  </a:cubicBezTo>
                  <a:cubicBezTo>
                    <a:pt x="10024" y="27532"/>
                    <a:pt x="10139" y="27550"/>
                    <a:pt x="10251" y="27550"/>
                  </a:cubicBezTo>
                  <a:cubicBezTo>
                    <a:pt x="11114" y="27550"/>
                    <a:pt x="11750" y="26499"/>
                    <a:pt x="11275" y="25708"/>
                  </a:cubicBezTo>
                  <a:cubicBezTo>
                    <a:pt x="9466" y="22708"/>
                    <a:pt x="11561" y="18457"/>
                    <a:pt x="12585" y="15540"/>
                  </a:cubicBezTo>
                  <a:cubicBezTo>
                    <a:pt x="13216" y="13742"/>
                    <a:pt x="13287" y="12064"/>
                    <a:pt x="14311" y="10325"/>
                  </a:cubicBezTo>
                  <a:cubicBezTo>
                    <a:pt x="14776" y="9539"/>
                    <a:pt x="15538" y="7837"/>
                    <a:pt x="15442" y="6896"/>
                  </a:cubicBezTo>
                  <a:cubicBezTo>
                    <a:pt x="15153" y="3998"/>
                    <a:pt x="12297" y="1"/>
                    <a:pt x="88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0"/>
            <p:cNvSpPr/>
            <p:nvPr/>
          </p:nvSpPr>
          <p:spPr>
            <a:xfrm rot="-3313706">
              <a:off x="1000665" y="2517249"/>
              <a:ext cx="297387" cy="507670"/>
            </a:xfrm>
            <a:custGeom>
              <a:avLst/>
              <a:gdLst/>
              <a:ahLst/>
              <a:cxnLst/>
              <a:rect l="l" t="t" r="r" b="b"/>
              <a:pathLst>
                <a:path w="19003" h="32440" extrusionOk="0">
                  <a:moveTo>
                    <a:pt x="13207" y="2777"/>
                  </a:moveTo>
                  <a:cubicBezTo>
                    <a:pt x="13954" y="2777"/>
                    <a:pt x="14675" y="3347"/>
                    <a:pt x="15264" y="4842"/>
                  </a:cubicBezTo>
                  <a:cubicBezTo>
                    <a:pt x="16490" y="7925"/>
                    <a:pt x="14788" y="10878"/>
                    <a:pt x="13633" y="13664"/>
                  </a:cubicBezTo>
                  <a:cubicBezTo>
                    <a:pt x="12144" y="17224"/>
                    <a:pt x="11025" y="20391"/>
                    <a:pt x="10668" y="23808"/>
                  </a:cubicBezTo>
                  <a:cubicBezTo>
                    <a:pt x="10513" y="23558"/>
                    <a:pt x="10370" y="23308"/>
                    <a:pt x="10239" y="23070"/>
                  </a:cubicBezTo>
                  <a:cubicBezTo>
                    <a:pt x="8025" y="18963"/>
                    <a:pt x="7906" y="12974"/>
                    <a:pt x="8632" y="8426"/>
                  </a:cubicBezTo>
                  <a:cubicBezTo>
                    <a:pt x="8816" y="7250"/>
                    <a:pt x="11115" y="2777"/>
                    <a:pt x="13207" y="2777"/>
                  </a:cubicBezTo>
                  <a:close/>
                  <a:moveTo>
                    <a:pt x="13026" y="0"/>
                  </a:moveTo>
                  <a:cubicBezTo>
                    <a:pt x="11652" y="0"/>
                    <a:pt x="10156" y="529"/>
                    <a:pt x="8692" y="1651"/>
                  </a:cubicBezTo>
                  <a:cubicBezTo>
                    <a:pt x="0" y="8295"/>
                    <a:pt x="7644" y="25951"/>
                    <a:pt x="12680" y="32190"/>
                  </a:cubicBezTo>
                  <a:cubicBezTo>
                    <a:pt x="12821" y="32367"/>
                    <a:pt x="12991" y="32440"/>
                    <a:pt x="13161" y="32440"/>
                  </a:cubicBezTo>
                  <a:cubicBezTo>
                    <a:pt x="13554" y="32440"/>
                    <a:pt x="13948" y="32053"/>
                    <a:pt x="13990" y="31655"/>
                  </a:cubicBezTo>
                  <a:cubicBezTo>
                    <a:pt x="14145" y="30154"/>
                    <a:pt x="13490" y="28559"/>
                    <a:pt x="12644" y="27035"/>
                  </a:cubicBezTo>
                  <a:cubicBezTo>
                    <a:pt x="12204" y="22868"/>
                    <a:pt x="15609" y="16260"/>
                    <a:pt x="17014" y="13426"/>
                  </a:cubicBezTo>
                  <a:cubicBezTo>
                    <a:pt x="18312" y="10819"/>
                    <a:pt x="19002" y="8140"/>
                    <a:pt x="18431" y="5223"/>
                  </a:cubicBezTo>
                  <a:cubicBezTo>
                    <a:pt x="17769" y="1884"/>
                    <a:pt x="15617" y="0"/>
                    <a:pt x="1302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0"/>
            <p:cNvSpPr/>
            <p:nvPr/>
          </p:nvSpPr>
          <p:spPr>
            <a:xfrm rot="5849436">
              <a:off x="3315343" y="3806363"/>
              <a:ext cx="297369" cy="507639"/>
            </a:xfrm>
            <a:custGeom>
              <a:avLst/>
              <a:gdLst/>
              <a:ahLst/>
              <a:cxnLst/>
              <a:rect l="l" t="t" r="r" b="b"/>
              <a:pathLst>
                <a:path w="19003" h="32440" extrusionOk="0">
                  <a:moveTo>
                    <a:pt x="13207" y="2777"/>
                  </a:moveTo>
                  <a:cubicBezTo>
                    <a:pt x="13954" y="2777"/>
                    <a:pt x="14675" y="3347"/>
                    <a:pt x="15264" y="4842"/>
                  </a:cubicBezTo>
                  <a:cubicBezTo>
                    <a:pt x="16490" y="7925"/>
                    <a:pt x="14788" y="10878"/>
                    <a:pt x="13633" y="13664"/>
                  </a:cubicBezTo>
                  <a:cubicBezTo>
                    <a:pt x="12144" y="17224"/>
                    <a:pt x="11025" y="20391"/>
                    <a:pt x="10668" y="23808"/>
                  </a:cubicBezTo>
                  <a:cubicBezTo>
                    <a:pt x="10513" y="23558"/>
                    <a:pt x="10370" y="23308"/>
                    <a:pt x="10239" y="23070"/>
                  </a:cubicBezTo>
                  <a:cubicBezTo>
                    <a:pt x="8025" y="18963"/>
                    <a:pt x="7906" y="12974"/>
                    <a:pt x="8632" y="8426"/>
                  </a:cubicBezTo>
                  <a:cubicBezTo>
                    <a:pt x="8816" y="7250"/>
                    <a:pt x="11115" y="2777"/>
                    <a:pt x="13207" y="2777"/>
                  </a:cubicBezTo>
                  <a:close/>
                  <a:moveTo>
                    <a:pt x="13026" y="0"/>
                  </a:moveTo>
                  <a:cubicBezTo>
                    <a:pt x="11652" y="0"/>
                    <a:pt x="10156" y="529"/>
                    <a:pt x="8692" y="1651"/>
                  </a:cubicBezTo>
                  <a:cubicBezTo>
                    <a:pt x="0" y="8295"/>
                    <a:pt x="7644" y="25951"/>
                    <a:pt x="12680" y="32190"/>
                  </a:cubicBezTo>
                  <a:cubicBezTo>
                    <a:pt x="12821" y="32367"/>
                    <a:pt x="12991" y="32440"/>
                    <a:pt x="13161" y="32440"/>
                  </a:cubicBezTo>
                  <a:cubicBezTo>
                    <a:pt x="13554" y="32440"/>
                    <a:pt x="13948" y="32053"/>
                    <a:pt x="13990" y="31655"/>
                  </a:cubicBezTo>
                  <a:cubicBezTo>
                    <a:pt x="14145" y="30154"/>
                    <a:pt x="13490" y="28559"/>
                    <a:pt x="12644" y="27035"/>
                  </a:cubicBezTo>
                  <a:cubicBezTo>
                    <a:pt x="12204" y="22868"/>
                    <a:pt x="15609" y="16260"/>
                    <a:pt x="17014" y="13426"/>
                  </a:cubicBezTo>
                  <a:cubicBezTo>
                    <a:pt x="18312" y="10819"/>
                    <a:pt x="19002" y="8140"/>
                    <a:pt x="18431" y="5223"/>
                  </a:cubicBezTo>
                  <a:cubicBezTo>
                    <a:pt x="17769" y="1884"/>
                    <a:pt x="15617" y="0"/>
                    <a:pt x="130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0"/>
            <p:cNvSpPr/>
            <p:nvPr/>
          </p:nvSpPr>
          <p:spPr>
            <a:xfrm rot="5849436">
              <a:off x="8010868" y="466388"/>
              <a:ext cx="297369" cy="507639"/>
            </a:xfrm>
            <a:custGeom>
              <a:avLst/>
              <a:gdLst/>
              <a:ahLst/>
              <a:cxnLst/>
              <a:rect l="l" t="t" r="r" b="b"/>
              <a:pathLst>
                <a:path w="19003" h="32440" extrusionOk="0">
                  <a:moveTo>
                    <a:pt x="13207" y="2777"/>
                  </a:moveTo>
                  <a:cubicBezTo>
                    <a:pt x="13954" y="2777"/>
                    <a:pt x="14675" y="3347"/>
                    <a:pt x="15264" y="4842"/>
                  </a:cubicBezTo>
                  <a:cubicBezTo>
                    <a:pt x="16490" y="7925"/>
                    <a:pt x="14788" y="10878"/>
                    <a:pt x="13633" y="13664"/>
                  </a:cubicBezTo>
                  <a:cubicBezTo>
                    <a:pt x="12144" y="17224"/>
                    <a:pt x="11025" y="20391"/>
                    <a:pt x="10668" y="23808"/>
                  </a:cubicBezTo>
                  <a:cubicBezTo>
                    <a:pt x="10513" y="23558"/>
                    <a:pt x="10370" y="23308"/>
                    <a:pt x="10239" y="23070"/>
                  </a:cubicBezTo>
                  <a:cubicBezTo>
                    <a:pt x="8025" y="18963"/>
                    <a:pt x="7906" y="12974"/>
                    <a:pt x="8632" y="8426"/>
                  </a:cubicBezTo>
                  <a:cubicBezTo>
                    <a:pt x="8816" y="7250"/>
                    <a:pt x="11115" y="2777"/>
                    <a:pt x="13207" y="2777"/>
                  </a:cubicBezTo>
                  <a:close/>
                  <a:moveTo>
                    <a:pt x="13026" y="0"/>
                  </a:moveTo>
                  <a:cubicBezTo>
                    <a:pt x="11652" y="0"/>
                    <a:pt x="10156" y="529"/>
                    <a:pt x="8692" y="1651"/>
                  </a:cubicBezTo>
                  <a:cubicBezTo>
                    <a:pt x="0" y="8295"/>
                    <a:pt x="7644" y="25951"/>
                    <a:pt x="12680" y="32190"/>
                  </a:cubicBezTo>
                  <a:cubicBezTo>
                    <a:pt x="12821" y="32367"/>
                    <a:pt x="12991" y="32440"/>
                    <a:pt x="13161" y="32440"/>
                  </a:cubicBezTo>
                  <a:cubicBezTo>
                    <a:pt x="13554" y="32440"/>
                    <a:pt x="13948" y="32053"/>
                    <a:pt x="13990" y="31655"/>
                  </a:cubicBezTo>
                  <a:cubicBezTo>
                    <a:pt x="14145" y="30154"/>
                    <a:pt x="13490" y="28559"/>
                    <a:pt x="12644" y="27035"/>
                  </a:cubicBezTo>
                  <a:cubicBezTo>
                    <a:pt x="12204" y="22868"/>
                    <a:pt x="15609" y="16260"/>
                    <a:pt x="17014" y="13426"/>
                  </a:cubicBezTo>
                  <a:cubicBezTo>
                    <a:pt x="18312" y="10819"/>
                    <a:pt x="19002" y="8140"/>
                    <a:pt x="18431" y="5223"/>
                  </a:cubicBezTo>
                  <a:cubicBezTo>
                    <a:pt x="17769" y="1884"/>
                    <a:pt x="15617" y="0"/>
                    <a:pt x="130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4" name="Google Shape;854;p20"/>
          <p:cNvSpPr/>
          <p:nvPr/>
        </p:nvSpPr>
        <p:spPr>
          <a:xfrm>
            <a:off x="711098" y="26"/>
            <a:ext cx="17" cy="5143292"/>
          </a:xfrm>
          <a:custGeom>
            <a:avLst/>
            <a:gdLst/>
            <a:ahLst/>
            <a:cxnLst/>
            <a:rect l="l" t="t" r="r" b="b"/>
            <a:pathLst>
              <a:path w="1" h="148532" fill="none" extrusionOk="0">
                <a:moveTo>
                  <a:pt x="1" y="1"/>
                </a:moveTo>
                <a:lnTo>
                  <a:pt x="1" y="148531"/>
                </a:lnTo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5" name="Google Shape;855;p20"/>
          <p:cNvGrpSpPr/>
          <p:nvPr/>
        </p:nvGrpSpPr>
        <p:grpSpPr>
          <a:xfrm>
            <a:off x="297012" y="145150"/>
            <a:ext cx="132900" cy="4853200"/>
            <a:chOff x="194265" y="145150"/>
            <a:chExt cx="132900" cy="4853200"/>
          </a:xfrm>
        </p:grpSpPr>
        <p:sp>
          <p:nvSpPr>
            <p:cNvPr id="856" name="Google Shape;856;p20"/>
            <p:cNvSpPr/>
            <p:nvPr/>
          </p:nvSpPr>
          <p:spPr>
            <a:xfrm>
              <a:off x="194265" y="14515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0"/>
            <p:cNvSpPr/>
            <p:nvPr/>
          </p:nvSpPr>
          <p:spPr>
            <a:xfrm>
              <a:off x="194265" y="61718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0"/>
            <p:cNvSpPr/>
            <p:nvPr/>
          </p:nvSpPr>
          <p:spPr>
            <a:xfrm>
              <a:off x="194265" y="108921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0"/>
            <p:cNvSpPr/>
            <p:nvPr/>
          </p:nvSpPr>
          <p:spPr>
            <a:xfrm>
              <a:off x="194265" y="156124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0"/>
            <p:cNvSpPr/>
            <p:nvPr/>
          </p:nvSpPr>
          <p:spPr>
            <a:xfrm>
              <a:off x="194265" y="203327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20"/>
            <p:cNvSpPr/>
            <p:nvPr/>
          </p:nvSpPr>
          <p:spPr>
            <a:xfrm>
              <a:off x="194265" y="250530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20"/>
            <p:cNvSpPr/>
            <p:nvPr/>
          </p:nvSpPr>
          <p:spPr>
            <a:xfrm>
              <a:off x="194265" y="297733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20"/>
            <p:cNvSpPr/>
            <p:nvPr/>
          </p:nvSpPr>
          <p:spPr>
            <a:xfrm>
              <a:off x="194265" y="344936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20"/>
            <p:cNvSpPr/>
            <p:nvPr/>
          </p:nvSpPr>
          <p:spPr>
            <a:xfrm>
              <a:off x="194265" y="392139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20"/>
            <p:cNvSpPr/>
            <p:nvPr/>
          </p:nvSpPr>
          <p:spPr>
            <a:xfrm>
              <a:off x="194265" y="439342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20"/>
            <p:cNvSpPr/>
            <p:nvPr/>
          </p:nvSpPr>
          <p:spPr>
            <a:xfrm>
              <a:off x="194265" y="486545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7" name="Google Shape;867;p20"/>
          <p:cNvSpPr txBox="1">
            <a:spLocks noGrp="1"/>
          </p:cNvSpPr>
          <p:nvPr>
            <p:ph type="title"/>
          </p:nvPr>
        </p:nvSpPr>
        <p:spPr>
          <a:xfrm>
            <a:off x="4104650" y="1485150"/>
            <a:ext cx="4326000" cy="79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200"/>
              <a:buNone/>
              <a:defRPr sz="4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68" name="Google Shape;868;p20"/>
          <p:cNvSpPr txBox="1">
            <a:spLocks noGrp="1"/>
          </p:cNvSpPr>
          <p:nvPr>
            <p:ph type="subTitle" idx="1"/>
          </p:nvPr>
        </p:nvSpPr>
        <p:spPr>
          <a:xfrm>
            <a:off x="4104650" y="2281950"/>
            <a:ext cx="4326000" cy="13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2"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9" name="Google Shape;919;p22"/>
          <p:cNvGrpSpPr/>
          <p:nvPr/>
        </p:nvGrpSpPr>
        <p:grpSpPr>
          <a:xfrm>
            <a:off x="711097" y="26"/>
            <a:ext cx="8612252" cy="5143292"/>
            <a:chOff x="532150" y="26"/>
            <a:chExt cx="8612252" cy="5143292"/>
          </a:xfrm>
        </p:grpSpPr>
        <p:sp>
          <p:nvSpPr>
            <p:cNvPr id="920" name="Google Shape;920;p22"/>
            <p:cNvSpPr/>
            <p:nvPr/>
          </p:nvSpPr>
          <p:spPr>
            <a:xfrm>
              <a:off x="1029044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22"/>
            <p:cNvSpPr/>
            <p:nvPr/>
          </p:nvSpPr>
          <p:spPr>
            <a:xfrm>
              <a:off x="1525731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22"/>
            <p:cNvSpPr/>
            <p:nvPr/>
          </p:nvSpPr>
          <p:spPr>
            <a:xfrm>
              <a:off x="2022607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22"/>
            <p:cNvSpPr/>
            <p:nvPr/>
          </p:nvSpPr>
          <p:spPr>
            <a:xfrm>
              <a:off x="2519501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22"/>
            <p:cNvSpPr/>
            <p:nvPr/>
          </p:nvSpPr>
          <p:spPr>
            <a:xfrm>
              <a:off x="3016170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22"/>
            <p:cNvSpPr/>
            <p:nvPr/>
          </p:nvSpPr>
          <p:spPr>
            <a:xfrm>
              <a:off x="3513063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22"/>
            <p:cNvSpPr/>
            <p:nvPr/>
          </p:nvSpPr>
          <p:spPr>
            <a:xfrm>
              <a:off x="4009957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22"/>
            <p:cNvSpPr/>
            <p:nvPr/>
          </p:nvSpPr>
          <p:spPr>
            <a:xfrm>
              <a:off x="4506833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8" name="Google Shape;928;p22"/>
            <p:cNvGrpSpPr/>
            <p:nvPr/>
          </p:nvGrpSpPr>
          <p:grpSpPr>
            <a:xfrm>
              <a:off x="532150" y="161850"/>
              <a:ext cx="8612252" cy="4819800"/>
              <a:chOff x="532150" y="72525"/>
              <a:chExt cx="8612252" cy="4819800"/>
            </a:xfrm>
          </p:grpSpPr>
          <p:sp>
            <p:nvSpPr>
              <p:cNvPr id="929" name="Google Shape;929;p22"/>
              <p:cNvSpPr/>
              <p:nvPr/>
            </p:nvSpPr>
            <p:spPr>
              <a:xfrm>
                <a:off x="532150" y="72525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22"/>
              <p:cNvSpPr/>
              <p:nvPr/>
            </p:nvSpPr>
            <p:spPr>
              <a:xfrm>
                <a:off x="532150" y="55447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22"/>
              <p:cNvSpPr/>
              <p:nvPr/>
            </p:nvSpPr>
            <p:spPr>
              <a:xfrm>
                <a:off x="532150" y="103639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22"/>
              <p:cNvSpPr/>
              <p:nvPr/>
            </p:nvSpPr>
            <p:spPr>
              <a:xfrm>
                <a:off x="532150" y="1518532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22"/>
              <p:cNvSpPr/>
              <p:nvPr/>
            </p:nvSpPr>
            <p:spPr>
              <a:xfrm>
                <a:off x="532150" y="200046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22"/>
              <p:cNvSpPr/>
              <p:nvPr/>
            </p:nvSpPr>
            <p:spPr>
              <a:xfrm>
                <a:off x="532150" y="2482405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22"/>
              <p:cNvSpPr/>
              <p:nvPr/>
            </p:nvSpPr>
            <p:spPr>
              <a:xfrm>
                <a:off x="532150" y="2964373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22"/>
              <p:cNvSpPr/>
              <p:nvPr/>
            </p:nvSpPr>
            <p:spPr>
              <a:xfrm>
                <a:off x="532150" y="344631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22"/>
              <p:cNvSpPr/>
              <p:nvPr/>
            </p:nvSpPr>
            <p:spPr>
              <a:xfrm>
                <a:off x="532150" y="3928246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22"/>
              <p:cNvSpPr/>
              <p:nvPr/>
            </p:nvSpPr>
            <p:spPr>
              <a:xfrm>
                <a:off x="532150" y="441038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22"/>
              <p:cNvSpPr/>
              <p:nvPr/>
            </p:nvSpPr>
            <p:spPr>
              <a:xfrm>
                <a:off x="532150" y="489230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40" name="Google Shape;940;p22"/>
            <p:cNvSpPr/>
            <p:nvPr/>
          </p:nvSpPr>
          <p:spPr>
            <a:xfrm>
              <a:off x="5003700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22"/>
            <p:cNvSpPr/>
            <p:nvPr/>
          </p:nvSpPr>
          <p:spPr>
            <a:xfrm>
              <a:off x="550057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22"/>
            <p:cNvSpPr/>
            <p:nvPr/>
          </p:nvSpPr>
          <p:spPr>
            <a:xfrm>
              <a:off x="5997469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22"/>
            <p:cNvSpPr/>
            <p:nvPr/>
          </p:nvSpPr>
          <p:spPr>
            <a:xfrm>
              <a:off x="649415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22"/>
            <p:cNvSpPr/>
            <p:nvPr/>
          </p:nvSpPr>
          <p:spPr>
            <a:xfrm>
              <a:off x="6991032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22"/>
            <p:cNvSpPr/>
            <p:nvPr/>
          </p:nvSpPr>
          <p:spPr>
            <a:xfrm>
              <a:off x="748792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22"/>
            <p:cNvSpPr/>
            <p:nvPr/>
          </p:nvSpPr>
          <p:spPr>
            <a:xfrm>
              <a:off x="7984595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22"/>
            <p:cNvSpPr/>
            <p:nvPr/>
          </p:nvSpPr>
          <p:spPr>
            <a:xfrm>
              <a:off x="8481488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22"/>
            <p:cNvSpPr/>
            <p:nvPr/>
          </p:nvSpPr>
          <p:spPr>
            <a:xfrm>
              <a:off x="8978382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9" name="Google Shape;949;p22"/>
          <p:cNvGrpSpPr/>
          <p:nvPr/>
        </p:nvGrpSpPr>
        <p:grpSpPr>
          <a:xfrm>
            <a:off x="996354" y="599400"/>
            <a:ext cx="7520540" cy="4140736"/>
            <a:chOff x="996354" y="599400"/>
            <a:chExt cx="7520540" cy="4140736"/>
          </a:xfrm>
        </p:grpSpPr>
        <p:sp>
          <p:nvSpPr>
            <p:cNvPr id="950" name="Google Shape;950;p22"/>
            <p:cNvSpPr/>
            <p:nvPr/>
          </p:nvSpPr>
          <p:spPr>
            <a:xfrm rot="5736429">
              <a:off x="1096979" y="4396894"/>
              <a:ext cx="233371" cy="413799"/>
            </a:xfrm>
            <a:custGeom>
              <a:avLst/>
              <a:gdLst/>
              <a:ahLst/>
              <a:cxnLst/>
              <a:rect l="l" t="t" r="r" b="b"/>
              <a:pathLst>
                <a:path w="15538" h="27551" extrusionOk="0">
                  <a:moveTo>
                    <a:pt x="8994" y="2908"/>
                  </a:moveTo>
                  <a:cubicBezTo>
                    <a:pt x="10071" y="2908"/>
                    <a:pt x="11146" y="3372"/>
                    <a:pt x="12216" y="4301"/>
                  </a:cubicBezTo>
                  <a:cubicBezTo>
                    <a:pt x="12954" y="6658"/>
                    <a:pt x="12645" y="8706"/>
                    <a:pt x="11275" y="10444"/>
                  </a:cubicBezTo>
                  <a:cubicBezTo>
                    <a:pt x="9656" y="13147"/>
                    <a:pt x="9537" y="16469"/>
                    <a:pt x="8346" y="19445"/>
                  </a:cubicBezTo>
                  <a:cubicBezTo>
                    <a:pt x="7977" y="20386"/>
                    <a:pt x="7882" y="21660"/>
                    <a:pt x="7989" y="22934"/>
                  </a:cubicBezTo>
                  <a:cubicBezTo>
                    <a:pt x="7906" y="22898"/>
                    <a:pt x="7811" y="22874"/>
                    <a:pt x="7715" y="22863"/>
                  </a:cubicBezTo>
                  <a:cubicBezTo>
                    <a:pt x="6120" y="20422"/>
                    <a:pt x="5286" y="17588"/>
                    <a:pt x="4310" y="14862"/>
                  </a:cubicBezTo>
                  <a:cubicBezTo>
                    <a:pt x="3215" y="11766"/>
                    <a:pt x="3120" y="8444"/>
                    <a:pt x="4584" y="5479"/>
                  </a:cubicBezTo>
                  <a:cubicBezTo>
                    <a:pt x="6059" y="3765"/>
                    <a:pt x="7529" y="2908"/>
                    <a:pt x="8994" y="2908"/>
                  </a:cubicBezTo>
                  <a:close/>
                  <a:moveTo>
                    <a:pt x="8865" y="1"/>
                  </a:moveTo>
                  <a:cubicBezTo>
                    <a:pt x="8350" y="1"/>
                    <a:pt x="7821" y="91"/>
                    <a:pt x="7287" y="288"/>
                  </a:cubicBezTo>
                  <a:cubicBezTo>
                    <a:pt x="2250" y="2158"/>
                    <a:pt x="0" y="7218"/>
                    <a:pt x="1072" y="12421"/>
                  </a:cubicBezTo>
                  <a:cubicBezTo>
                    <a:pt x="1988" y="16862"/>
                    <a:pt x="3215" y="22791"/>
                    <a:pt x="7215" y="25625"/>
                  </a:cubicBezTo>
                  <a:cubicBezTo>
                    <a:pt x="7692" y="26530"/>
                    <a:pt x="8525" y="27042"/>
                    <a:pt x="9906" y="27494"/>
                  </a:cubicBezTo>
                  <a:cubicBezTo>
                    <a:pt x="10024" y="27532"/>
                    <a:pt x="10139" y="27550"/>
                    <a:pt x="10251" y="27550"/>
                  </a:cubicBezTo>
                  <a:cubicBezTo>
                    <a:pt x="11114" y="27550"/>
                    <a:pt x="11750" y="26499"/>
                    <a:pt x="11275" y="25708"/>
                  </a:cubicBezTo>
                  <a:cubicBezTo>
                    <a:pt x="9466" y="22708"/>
                    <a:pt x="11561" y="18457"/>
                    <a:pt x="12585" y="15540"/>
                  </a:cubicBezTo>
                  <a:cubicBezTo>
                    <a:pt x="13216" y="13742"/>
                    <a:pt x="13287" y="12064"/>
                    <a:pt x="14311" y="10325"/>
                  </a:cubicBezTo>
                  <a:cubicBezTo>
                    <a:pt x="14776" y="9539"/>
                    <a:pt x="15538" y="7837"/>
                    <a:pt x="15442" y="6896"/>
                  </a:cubicBezTo>
                  <a:cubicBezTo>
                    <a:pt x="15153" y="3998"/>
                    <a:pt x="12297" y="1"/>
                    <a:pt x="88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22"/>
            <p:cNvSpPr/>
            <p:nvPr/>
          </p:nvSpPr>
          <p:spPr>
            <a:xfrm>
              <a:off x="8103634" y="599400"/>
              <a:ext cx="413260" cy="416985"/>
            </a:xfrm>
            <a:custGeom>
              <a:avLst/>
              <a:gdLst/>
              <a:ahLst/>
              <a:cxnLst/>
              <a:rect l="l" t="t" r="r" b="b"/>
              <a:pathLst>
                <a:path w="27514" h="27762" extrusionOk="0">
                  <a:moveTo>
                    <a:pt x="9258" y="3049"/>
                  </a:moveTo>
                  <a:cubicBezTo>
                    <a:pt x="9906" y="3049"/>
                    <a:pt x="10551" y="3168"/>
                    <a:pt x="11145" y="3429"/>
                  </a:cubicBezTo>
                  <a:cubicBezTo>
                    <a:pt x="13919" y="4644"/>
                    <a:pt x="15812" y="7751"/>
                    <a:pt x="17241" y="10276"/>
                  </a:cubicBezTo>
                  <a:cubicBezTo>
                    <a:pt x="19003" y="13347"/>
                    <a:pt x="19955" y="16693"/>
                    <a:pt x="19217" y="20241"/>
                  </a:cubicBezTo>
                  <a:cubicBezTo>
                    <a:pt x="19098" y="20765"/>
                    <a:pt x="18943" y="21265"/>
                    <a:pt x="18729" y="21765"/>
                  </a:cubicBezTo>
                  <a:cubicBezTo>
                    <a:pt x="16157" y="16764"/>
                    <a:pt x="7632" y="12883"/>
                    <a:pt x="5060" y="8966"/>
                  </a:cubicBezTo>
                  <a:cubicBezTo>
                    <a:pt x="2982" y="5803"/>
                    <a:pt x="6153" y="3049"/>
                    <a:pt x="9258" y="3049"/>
                  </a:cubicBezTo>
                  <a:close/>
                  <a:moveTo>
                    <a:pt x="8834" y="0"/>
                  </a:moveTo>
                  <a:cubicBezTo>
                    <a:pt x="7866" y="0"/>
                    <a:pt x="6885" y="185"/>
                    <a:pt x="5906" y="584"/>
                  </a:cubicBezTo>
                  <a:cubicBezTo>
                    <a:pt x="1084" y="2548"/>
                    <a:pt x="0" y="7656"/>
                    <a:pt x="3084" y="11573"/>
                  </a:cubicBezTo>
                  <a:cubicBezTo>
                    <a:pt x="5025" y="14050"/>
                    <a:pt x="7489" y="15967"/>
                    <a:pt x="10013" y="17824"/>
                  </a:cubicBezTo>
                  <a:cubicBezTo>
                    <a:pt x="12942" y="19979"/>
                    <a:pt x="18145" y="22372"/>
                    <a:pt x="17443" y="26801"/>
                  </a:cubicBezTo>
                  <a:cubicBezTo>
                    <a:pt x="17364" y="27316"/>
                    <a:pt x="17816" y="27762"/>
                    <a:pt x="18247" y="27762"/>
                  </a:cubicBezTo>
                  <a:cubicBezTo>
                    <a:pt x="18464" y="27762"/>
                    <a:pt x="18676" y="27648"/>
                    <a:pt x="18812" y="27373"/>
                  </a:cubicBezTo>
                  <a:cubicBezTo>
                    <a:pt x="18991" y="27028"/>
                    <a:pt x="19134" y="26658"/>
                    <a:pt x="19241" y="26277"/>
                  </a:cubicBezTo>
                  <a:cubicBezTo>
                    <a:pt x="19277" y="26266"/>
                    <a:pt x="19312" y="26242"/>
                    <a:pt x="19348" y="26218"/>
                  </a:cubicBezTo>
                  <a:cubicBezTo>
                    <a:pt x="27514" y="19833"/>
                    <a:pt x="18864" y="0"/>
                    <a:pt x="88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2" name="Google Shape;952;p22"/>
          <p:cNvSpPr/>
          <p:nvPr/>
        </p:nvSpPr>
        <p:spPr>
          <a:xfrm>
            <a:off x="711098" y="26"/>
            <a:ext cx="17" cy="5143292"/>
          </a:xfrm>
          <a:custGeom>
            <a:avLst/>
            <a:gdLst/>
            <a:ahLst/>
            <a:cxnLst/>
            <a:rect l="l" t="t" r="r" b="b"/>
            <a:pathLst>
              <a:path w="1" h="148532" fill="none" extrusionOk="0">
                <a:moveTo>
                  <a:pt x="1" y="1"/>
                </a:moveTo>
                <a:lnTo>
                  <a:pt x="1" y="148531"/>
                </a:lnTo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53" name="Google Shape;953;p22"/>
          <p:cNvGrpSpPr/>
          <p:nvPr/>
        </p:nvGrpSpPr>
        <p:grpSpPr>
          <a:xfrm>
            <a:off x="297012" y="145150"/>
            <a:ext cx="132900" cy="4853200"/>
            <a:chOff x="194265" y="145150"/>
            <a:chExt cx="132900" cy="4853200"/>
          </a:xfrm>
        </p:grpSpPr>
        <p:sp>
          <p:nvSpPr>
            <p:cNvPr id="954" name="Google Shape;954;p22"/>
            <p:cNvSpPr/>
            <p:nvPr/>
          </p:nvSpPr>
          <p:spPr>
            <a:xfrm>
              <a:off x="194265" y="14515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22"/>
            <p:cNvSpPr/>
            <p:nvPr/>
          </p:nvSpPr>
          <p:spPr>
            <a:xfrm>
              <a:off x="194265" y="61718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22"/>
            <p:cNvSpPr/>
            <p:nvPr/>
          </p:nvSpPr>
          <p:spPr>
            <a:xfrm>
              <a:off x="194265" y="108921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22"/>
            <p:cNvSpPr/>
            <p:nvPr/>
          </p:nvSpPr>
          <p:spPr>
            <a:xfrm>
              <a:off x="194265" y="156124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22"/>
            <p:cNvSpPr/>
            <p:nvPr/>
          </p:nvSpPr>
          <p:spPr>
            <a:xfrm>
              <a:off x="194265" y="203327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22"/>
            <p:cNvSpPr/>
            <p:nvPr/>
          </p:nvSpPr>
          <p:spPr>
            <a:xfrm>
              <a:off x="194265" y="250530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22"/>
            <p:cNvSpPr/>
            <p:nvPr/>
          </p:nvSpPr>
          <p:spPr>
            <a:xfrm>
              <a:off x="194265" y="297733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22"/>
            <p:cNvSpPr/>
            <p:nvPr/>
          </p:nvSpPr>
          <p:spPr>
            <a:xfrm>
              <a:off x="194265" y="344936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22"/>
            <p:cNvSpPr/>
            <p:nvPr/>
          </p:nvSpPr>
          <p:spPr>
            <a:xfrm>
              <a:off x="194265" y="392139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22"/>
            <p:cNvSpPr/>
            <p:nvPr/>
          </p:nvSpPr>
          <p:spPr>
            <a:xfrm>
              <a:off x="194265" y="439342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22"/>
            <p:cNvSpPr/>
            <p:nvPr/>
          </p:nvSpPr>
          <p:spPr>
            <a:xfrm>
              <a:off x="194265" y="486545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5" name="Google Shape;965;p22"/>
          <p:cNvSpPr txBox="1">
            <a:spLocks noGrp="1"/>
          </p:cNvSpPr>
          <p:nvPr>
            <p:ph type="title"/>
          </p:nvPr>
        </p:nvSpPr>
        <p:spPr>
          <a:xfrm>
            <a:off x="758775" y="405130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66" name="Google Shape;966;p22"/>
          <p:cNvSpPr txBox="1">
            <a:spLocks noGrp="1"/>
          </p:cNvSpPr>
          <p:nvPr>
            <p:ph type="title" idx="2" hasCustomPrompt="1"/>
          </p:nvPr>
        </p:nvSpPr>
        <p:spPr>
          <a:xfrm>
            <a:off x="4249332" y="1818850"/>
            <a:ext cx="1095000" cy="5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67" name="Google Shape;967;p22"/>
          <p:cNvSpPr txBox="1">
            <a:spLocks noGrp="1"/>
          </p:cNvSpPr>
          <p:nvPr>
            <p:ph type="title" idx="3"/>
          </p:nvPr>
        </p:nvSpPr>
        <p:spPr>
          <a:xfrm>
            <a:off x="3678649" y="2631509"/>
            <a:ext cx="2236200" cy="35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 b="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68" name="Google Shape;968;p22"/>
          <p:cNvSpPr txBox="1">
            <a:spLocks noGrp="1"/>
          </p:cNvSpPr>
          <p:nvPr>
            <p:ph type="title" idx="4"/>
          </p:nvPr>
        </p:nvSpPr>
        <p:spPr>
          <a:xfrm>
            <a:off x="3678647" y="2986709"/>
            <a:ext cx="22362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969" name="Google Shape;969;p22"/>
          <p:cNvSpPr txBox="1">
            <a:spLocks noGrp="1"/>
          </p:cNvSpPr>
          <p:nvPr>
            <p:ph type="title" idx="5" hasCustomPrompt="1"/>
          </p:nvPr>
        </p:nvSpPr>
        <p:spPr>
          <a:xfrm>
            <a:off x="1733737" y="1818850"/>
            <a:ext cx="1095000" cy="5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0" name="Google Shape;970;p22"/>
          <p:cNvSpPr txBox="1">
            <a:spLocks noGrp="1"/>
          </p:cNvSpPr>
          <p:nvPr>
            <p:ph type="title" idx="6"/>
          </p:nvPr>
        </p:nvSpPr>
        <p:spPr>
          <a:xfrm>
            <a:off x="1163094" y="2631509"/>
            <a:ext cx="2236200" cy="35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 b="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1" name="Google Shape;971;p22"/>
          <p:cNvSpPr txBox="1">
            <a:spLocks noGrp="1"/>
          </p:cNvSpPr>
          <p:nvPr>
            <p:ph type="title" idx="7"/>
          </p:nvPr>
        </p:nvSpPr>
        <p:spPr>
          <a:xfrm>
            <a:off x="1163050" y="2986709"/>
            <a:ext cx="22362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972" name="Google Shape;972;p22"/>
          <p:cNvSpPr txBox="1">
            <a:spLocks noGrp="1"/>
          </p:cNvSpPr>
          <p:nvPr>
            <p:ph type="title" idx="8" hasCustomPrompt="1"/>
          </p:nvPr>
        </p:nvSpPr>
        <p:spPr>
          <a:xfrm>
            <a:off x="6764927" y="1818850"/>
            <a:ext cx="1095000" cy="5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3" name="Google Shape;973;p22"/>
          <p:cNvSpPr txBox="1">
            <a:spLocks noGrp="1"/>
          </p:cNvSpPr>
          <p:nvPr>
            <p:ph type="title" idx="9"/>
          </p:nvPr>
        </p:nvSpPr>
        <p:spPr>
          <a:xfrm>
            <a:off x="6194247" y="2631509"/>
            <a:ext cx="2236200" cy="35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 b="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4" name="Google Shape;974;p22"/>
          <p:cNvSpPr txBox="1">
            <a:spLocks noGrp="1"/>
          </p:cNvSpPr>
          <p:nvPr>
            <p:ph type="title" idx="13"/>
          </p:nvPr>
        </p:nvSpPr>
        <p:spPr>
          <a:xfrm>
            <a:off x="6194245" y="2986709"/>
            <a:ext cx="22362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2_2"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6" name="Google Shape;976;p23"/>
          <p:cNvGrpSpPr/>
          <p:nvPr/>
        </p:nvGrpSpPr>
        <p:grpSpPr>
          <a:xfrm>
            <a:off x="711097" y="26"/>
            <a:ext cx="8612252" cy="5143292"/>
            <a:chOff x="532150" y="26"/>
            <a:chExt cx="8612252" cy="5143292"/>
          </a:xfrm>
        </p:grpSpPr>
        <p:sp>
          <p:nvSpPr>
            <p:cNvPr id="977" name="Google Shape;977;p23"/>
            <p:cNvSpPr/>
            <p:nvPr/>
          </p:nvSpPr>
          <p:spPr>
            <a:xfrm>
              <a:off x="1029044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23"/>
            <p:cNvSpPr/>
            <p:nvPr/>
          </p:nvSpPr>
          <p:spPr>
            <a:xfrm>
              <a:off x="1525731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23"/>
            <p:cNvSpPr/>
            <p:nvPr/>
          </p:nvSpPr>
          <p:spPr>
            <a:xfrm>
              <a:off x="2022607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23"/>
            <p:cNvSpPr/>
            <p:nvPr/>
          </p:nvSpPr>
          <p:spPr>
            <a:xfrm>
              <a:off x="2519501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23"/>
            <p:cNvSpPr/>
            <p:nvPr/>
          </p:nvSpPr>
          <p:spPr>
            <a:xfrm>
              <a:off x="3016170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23"/>
            <p:cNvSpPr/>
            <p:nvPr/>
          </p:nvSpPr>
          <p:spPr>
            <a:xfrm>
              <a:off x="3513063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23"/>
            <p:cNvSpPr/>
            <p:nvPr/>
          </p:nvSpPr>
          <p:spPr>
            <a:xfrm>
              <a:off x="4009957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23"/>
            <p:cNvSpPr/>
            <p:nvPr/>
          </p:nvSpPr>
          <p:spPr>
            <a:xfrm>
              <a:off x="4506833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85" name="Google Shape;985;p23"/>
            <p:cNvGrpSpPr/>
            <p:nvPr/>
          </p:nvGrpSpPr>
          <p:grpSpPr>
            <a:xfrm>
              <a:off x="532150" y="161850"/>
              <a:ext cx="8612252" cy="4819800"/>
              <a:chOff x="532150" y="72525"/>
              <a:chExt cx="8612252" cy="4819800"/>
            </a:xfrm>
          </p:grpSpPr>
          <p:sp>
            <p:nvSpPr>
              <p:cNvPr id="986" name="Google Shape;986;p23"/>
              <p:cNvSpPr/>
              <p:nvPr/>
            </p:nvSpPr>
            <p:spPr>
              <a:xfrm>
                <a:off x="532150" y="72525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987;p23"/>
              <p:cNvSpPr/>
              <p:nvPr/>
            </p:nvSpPr>
            <p:spPr>
              <a:xfrm>
                <a:off x="532150" y="55447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23"/>
              <p:cNvSpPr/>
              <p:nvPr/>
            </p:nvSpPr>
            <p:spPr>
              <a:xfrm>
                <a:off x="532150" y="103639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23"/>
              <p:cNvSpPr/>
              <p:nvPr/>
            </p:nvSpPr>
            <p:spPr>
              <a:xfrm>
                <a:off x="532150" y="1518532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23"/>
              <p:cNvSpPr/>
              <p:nvPr/>
            </p:nvSpPr>
            <p:spPr>
              <a:xfrm>
                <a:off x="532150" y="200046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23"/>
              <p:cNvSpPr/>
              <p:nvPr/>
            </p:nvSpPr>
            <p:spPr>
              <a:xfrm>
                <a:off x="532150" y="2482405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23"/>
              <p:cNvSpPr/>
              <p:nvPr/>
            </p:nvSpPr>
            <p:spPr>
              <a:xfrm>
                <a:off x="532150" y="2964373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23"/>
              <p:cNvSpPr/>
              <p:nvPr/>
            </p:nvSpPr>
            <p:spPr>
              <a:xfrm>
                <a:off x="532150" y="344631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23"/>
              <p:cNvSpPr/>
              <p:nvPr/>
            </p:nvSpPr>
            <p:spPr>
              <a:xfrm>
                <a:off x="532150" y="3928246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23"/>
              <p:cNvSpPr/>
              <p:nvPr/>
            </p:nvSpPr>
            <p:spPr>
              <a:xfrm>
                <a:off x="532150" y="441038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23"/>
              <p:cNvSpPr/>
              <p:nvPr/>
            </p:nvSpPr>
            <p:spPr>
              <a:xfrm>
                <a:off x="532150" y="489230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97" name="Google Shape;997;p23"/>
            <p:cNvSpPr/>
            <p:nvPr/>
          </p:nvSpPr>
          <p:spPr>
            <a:xfrm>
              <a:off x="5003700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23"/>
            <p:cNvSpPr/>
            <p:nvPr/>
          </p:nvSpPr>
          <p:spPr>
            <a:xfrm>
              <a:off x="550057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23"/>
            <p:cNvSpPr/>
            <p:nvPr/>
          </p:nvSpPr>
          <p:spPr>
            <a:xfrm>
              <a:off x="5997469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23"/>
            <p:cNvSpPr/>
            <p:nvPr/>
          </p:nvSpPr>
          <p:spPr>
            <a:xfrm>
              <a:off x="649415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23"/>
            <p:cNvSpPr/>
            <p:nvPr/>
          </p:nvSpPr>
          <p:spPr>
            <a:xfrm>
              <a:off x="6991032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23"/>
            <p:cNvSpPr/>
            <p:nvPr/>
          </p:nvSpPr>
          <p:spPr>
            <a:xfrm>
              <a:off x="748792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23"/>
            <p:cNvSpPr/>
            <p:nvPr/>
          </p:nvSpPr>
          <p:spPr>
            <a:xfrm>
              <a:off x="7984595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23"/>
            <p:cNvSpPr/>
            <p:nvPr/>
          </p:nvSpPr>
          <p:spPr>
            <a:xfrm>
              <a:off x="8481488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23"/>
            <p:cNvSpPr/>
            <p:nvPr/>
          </p:nvSpPr>
          <p:spPr>
            <a:xfrm>
              <a:off x="8978382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6" name="Google Shape;1006;p23"/>
          <p:cNvGrpSpPr/>
          <p:nvPr/>
        </p:nvGrpSpPr>
        <p:grpSpPr>
          <a:xfrm>
            <a:off x="853900" y="223450"/>
            <a:ext cx="7948519" cy="4539414"/>
            <a:chOff x="853900" y="223450"/>
            <a:chExt cx="7948519" cy="4539414"/>
          </a:xfrm>
        </p:grpSpPr>
        <p:sp>
          <p:nvSpPr>
            <p:cNvPr id="1007" name="Google Shape;1007;p23"/>
            <p:cNvSpPr/>
            <p:nvPr/>
          </p:nvSpPr>
          <p:spPr>
            <a:xfrm>
              <a:off x="1531575" y="223450"/>
              <a:ext cx="222240" cy="379386"/>
            </a:xfrm>
            <a:custGeom>
              <a:avLst/>
              <a:gdLst/>
              <a:ahLst/>
              <a:cxnLst/>
              <a:rect l="l" t="t" r="r" b="b"/>
              <a:pathLst>
                <a:path w="19003" h="32440" extrusionOk="0">
                  <a:moveTo>
                    <a:pt x="13207" y="2777"/>
                  </a:moveTo>
                  <a:cubicBezTo>
                    <a:pt x="13954" y="2777"/>
                    <a:pt x="14675" y="3347"/>
                    <a:pt x="15264" y="4842"/>
                  </a:cubicBezTo>
                  <a:cubicBezTo>
                    <a:pt x="16490" y="7925"/>
                    <a:pt x="14788" y="10878"/>
                    <a:pt x="13633" y="13664"/>
                  </a:cubicBezTo>
                  <a:cubicBezTo>
                    <a:pt x="12144" y="17224"/>
                    <a:pt x="11025" y="20391"/>
                    <a:pt x="10668" y="23808"/>
                  </a:cubicBezTo>
                  <a:cubicBezTo>
                    <a:pt x="10513" y="23558"/>
                    <a:pt x="10370" y="23308"/>
                    <a:pt x="10239" y="23070"/>
                  </a:cubicBezTo>
                  <a:cubicBezTo>
                    <a:pt x="8025" y="18963"/>
                    <a:pt x="7906" y="12974"/>
                    <a:pt x="8632" y="8426"/>
                  </a:cubicBezTo>
                  <a:cubicBezTo>
                    <a:pt x="8816" y="7250"/>
                    <a:pt x="11115" y="2777"/>
                    <a:pt x="13207" y="2777"/>
                  </a:cubicBezTo>
                  <a:close/>
                  <a:moveTo>
                    <a:pt x="13026" y="0"/>
                  </a:moveTo>
                  <a:cubicBezTo>
                    <a:pt x="11652" y="0"/>
                    <a:pt x="10156" y="529"/>
                    <a:pt x="8692" y="1651"/>
                  </a:cubicBezTo>
                  <a:cubicBezTo>
                    <a:pt x="0" y="8295"/>
                    <a:pt x="7644" y="25951"/>
                    <a:pt x="12680" y="32190"/>
                  </a:cubicBezTo>
                  <a:cubicBezTo>
                    <a:pt x="12821" y="32367"/>
                    <a:pt x="12991" y="32440"/>
                    <a:pt x="13161" y="32440"/>
                  </a:cubicBezTo>
                  <a:cubicBezTo>
                    <a:pt x="13554" y="32440"/>
                    <a:pt x="13948" y="32053"/>
                    <a:pt x="13990" y="31655"/>
                  </a:cubicBezTo>
                  <a:cubicBezTo>
                    <a:pt x="14145" y="30154"/>
                    <a:pt x="13490" y="28559"/>
                    <a:pt x="12644" y="27035"/>
                  </a:cubicBezTo>
                  <a:cubicBezTo>
                    <a:pt x="12204" y="22868"/>
                    <a:pt x="15609" y="16260"/>
                    <a:pt x="17014" y="13426"/>
                  </a:cubicBezTo>
                  <a:cubicBezTo>
                    <a:pt x="18312" y="10819"/>
                    <a:pt x="19002" y="8140"/>
                    <a:pt x="18431" y="5223"/>
                  </a:cubicBezTo>
                  <a:cubicBezTo>
                    <a:pt x="17769" y="1884"/>
                    <a:pt x="15617" y="0"/>
                    <a:pt x="130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23"/>
            <p:cNvSpPr/>
            <p:nvPr/>
          </p:nvSpPr>
          <p:spPr>
            <a:xfrm rot="7754092">
              <a:off x="8422682" y="3112827"/>
              <a:ext cx="252661" cy="448003"/>
            </a:xfrm>
            <a:custGeom>
              <a:avLst/>
              <a:gdLst/>
              <a:ahLst/>
              <a:cxnLst/>
              <a:rect l="l" t="t" r="r" b="b"/>
              <a:pathLst>
                <a:path w="15538" h="27551" extrusionOk="0">
                  <a:moveTo>
                    <a:pt x="8994" y="2908"/>
                  </a:moveTo>
                  <a:cubicBezTo>
                    <a:pt x="10071" y="2908"/>
                    <a:pt x="11146" y="3372"/>
                    <a:pt x="12216" y="4301"/>
                  </a:cubicBezTo>
                  <a:cubicBezTo>
                    <a:pt x="12954" y="6658"/>
                    <a:pt x="12645" y="8706"/>
                    <a:pt x="11275" y="10444"/>
                  </a:cubicBezTo>
                  <a:cubicBezTo>
                    <a:pt x="9656" y="13147"/>
                    <a:pt x="9537" y="16469"/>
                    <a:pt x="8346" y="19445"/>
                  </a:cubicBezTo>
                  <a:cubicBezTo>
                    <a:pt x="7977" y="20386"/>
                    <a:pt x="7882" y="21660"/>
                    <a:pt x="7989" y="22934"/>
                  </a:cubicBezTo>
                  <a:cubicBezTo>
                    <a:pt x="7906" y="22898"/>
                    <a:pt x="7811" y="22874"/>
                    <a:pt x="7715" y="22863"/>
                  </a:cubicBezTo>
                  <a:cubicBezTo>
                    <a:pt x="6120" y="20422"/>
                    <a:pt x="5286" y="17588"/>
                    <a:pt x="4310" y="14862"/>
                  </a:cubicBezTo>
                  <a:cubicBezTo>
                    <a:pt x="3215" y="11766"/>
                    <a:pt x="3120" y="8444"/>
                    <a:pt x="4584" y="5479"/>
                  </a:cubicBezTo>
                  <a:cubicBezTo>
                    <a:pt x="6059" y="3765"/>
                    <a:pt x="7529" y="2908"/>
                    <a:pt x="8994" y="2908"/>
                  </a:cubicBezTo>
                  <a:close/>
                  <a:moveTo>
                    <a:pt x="8865" y="1"/>
                  </a:moveTo>
                  <a:cubicBezTo>
                    <a:pt x="8350" y="1"/>
                    <a:pt x="7821" y="91"/>
                    <a:pt x="7287" y="288"/>
                  </a:cubicBezTo>
                  <a:cubicBezTo>
                    <a:pt x="2250" y="2158"/>
                    <a:pt x="0" y="7218"/>
                    <a:pt x="1072" y="12421"/>
                  </a:cubicBezTo>
                  <a:cubicBezTo>
                    <a:pt x="1988" y="16862"/>
                    <a:pt x="3215" y="22791"/>
                    <a:pt x="7215" y="25625"/>
                  </a:cubicBezTo>
                  <a:cubicBezTo>
                    <a:pt x="7692" y="26530"/>
                    <a:pt x="8525" y="27042"/>
                    <a:pt x="9906" y="27494"/>
                  </a:cubicBezTo>
                  <a:cubicBezTo>
                    <a:pt x="10024" y="27532"/>
                    <a:pt x="10139" y="27550"/>
                    <a:pt x="10251" y="27550"/>
                  </a:cubicBezTo>
                  <a:cubicBezTo>
                    <a:pt x="11114" y="27550"/>
                    <a:pt x="11750" y="26499"/>
                    <a:pt x="11275" y="25708"/>
                  </a:cubicBezTo>
                  <a:cubicBezTo>
                    <a:pt x="9466" y="22708"/>
                    <a:pt x="11561" y="18457"/>
                    <a:pt x="12585" y="15540"/>
                  </a:cubicBezTo>
                  <a:cubicBezTo>
                    <a:pt x="13216" y="13742"/>
                    <a:pt x="13287" y="12064"/>
                    <a:pt x="14311" y="10325"/>
                  </a:cubicBezTo>
                  <a:cubicBezTo>
                    <a:pt x="14776" y="9539"/>
                    <a:pt x="15538" y="7837"/>
                    <a:pt x="15442" y="6896"/>
                  </a:cubicBezTo>
                  <a:cubicBezTo>
                    <a:pt x="15153" y="3998"/>
                    <a:pt x="12297" y="1"/>
                    <a:pt x="88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23"/>
            <p:cNvSpPr/>
            <p:nvPr/>
          </p:nvSpPr>
          <p:spPr>
            <a:xfrm>
              <a:off x="853900" y="4342825"/>
              <a:ext cx="416287" cy="420039"/>
            </a:xfrm>
            <a:custGeom>
              <a:avLst/>
              <a:gdLst/>
              <a:ahLst/>
              <a:cxnLst/>
              <a:rect l="l" t="t" r="r" b="b"/>
              <a:pathLst>
                <a:path w="27514" h="27762" extrusionOk="0">
                  <a:moveTo>
                    <a:pt x="9258" y="3049"/>
                  </a:moveTo>
                  <a:cubicBezTo>
                    <a:pt x="9906" y="3049"/>
                    <a:pt x="10551" y="3168"/>
                    <a:pt x="11145" y="3429"/>
                  </a:cubicBezTo>
                  <a:cubicBezTo>
                    <a:pt x="13919" y="4644"/>
                    <a:pt x="15812" y="7751"/>
                    <a:pt x="17241" y="10276"/>
                  </a:cubicBezTo>
                  <a:cubicBezTo>
                    <a:pt x="19003" y="13347"/>
                    <a:pt x="19955" y="16693"/>
                    <a:pt x="19217" y="20241"/>
                  </a:cubicBezTo>
                  <a:cubicBezTo>
                    <a:pt x="19098" y="20765"/>
                    <a:pt x="18943" y="21265"/>
                    <a:pt x="18729" y="21765"/>
                  </a:cubicBezTo>
                  <a:cubicBezTo>
                    <a:pt x="16157" y="16764"/>
                    <a:pt x="7632" y="12883"/>
                    <a:pt x="5060" y="8966"/>
                  </a:cubicBezTo>
                  <a:cubicBezTo>
                    <a:pt x="2982" y="5803"/>
                    <a:pt x="6153" y="3049"/>
                    <a:pt x="9258" y="3049"/>
                  </a:cubicBezTo>
                  <a:close/>
                  <a:moveTo>
                    <a:pt x="8834" y="0"/>
                  </a:moveTo>
                  <a:cubicBezTo>
                    <a:pt x="7866" y="0"/>
                    <a:pt x="6885" y="185"/>
                    <a:pt x="5906" y="584"/>
                  </a:cubicBezTo>
                  <a:cubicBezTo>
                    <a:pt x="1084" y="2548"/>
                    <a:pt x="0" y="7656"/>
                    <a:pt x="3084" y="11573"/>
                  </a:cubicBezTo>
                  <a:cubicBezTo>
                    <a:pt x="5025" y="14050"/>
                    <a:pt x="7489" y="15967"/>
                    <a:pt x="10013" y="17824"/>
                  </a:cubicBezTo>
                  <a:cubicBezTo>
                    <a:pt x="12942" y="19979"/>
                    <a:pt x="18145" y="22372"/>
                    <a:pt x="17443" y="26801"/>
                  </a:cubicBezTo>
                  <a:cubicBezTo>
                    <a:pt x="17364" y="27316"/>
                    <a:pt x="17816" y="27762"/>
                    <a:pt x="18247" y="27762"/>
                  </a:cubicBezTo>
                  <a:cubicBezTo>
                    <a:pt x="18464" y="27762"/>
                    <a:pt x="18676" y="27648"/>
                    <a:pt x="18812" y="27373"/>
                  </a:cubicBezTo>
                  <a:cubicBezTo>
                    <a:pt x="18991" y="27028"/>
                    <a:pt x="19134" y="26658"/>
                    <a:pt x="19241" y="26277"/>
                  </a:cubicBezTo>
                  <a:cubicBezTo>
                    <a:pt x="19277" y="26266"/>
                    <a:pt x="19312" y="26242"/>
                    <a:pt x="19348" y="26218"/>
                  </a:cubicBezTo>
                  <a:cubicBezTo>
                    <a:pt x="27514" y="19833"/>
                    <a:pt x="18864" y="0"/>
                    <a:pt x="883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0" name="Google Shape;1010;p23"/>
          <p:cNvSpPr/>
          <p:nvPr/>
        </p:nvSpPr>
        <p:spPr>
          <a:xfrm>
            <a:off x="711098" y="26"/>
            <a:ext cx="17" cy="5143292"/>
          </a:xfrm>
          <a:custGeom>
            <a:avLst/>
            <a:gdLst/>
            <a:ahLst/>
            <a:cxnLst/>
            <a:rect l="l" t="t" r="r" b="b"/>
            <a:pathLst>
              <a:path w="1" h="148532" fill="none" extrusionOk="0">
                <a:moveTo>
                  <a:pt x="1" y="1"/>
                </a:moveTo>
                <a:lnTo>
                  <a:pt x="1" y="148531"/>
                </a:lnTo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11" name="Google Shape;1011;p23"/>
          <p:cNvGrpSpPr/>
          <p:nvPr/>
        </p:nvGrpSpPr>
        <p:grpSpPr>
          <a:xfrm>
            <a:off x="297012" y="145150"/>
            <a:ext cx="132900" cy="4853200"/>
            <a:chOff x="194265" y="145150"/>
            <a:chExt cx="132900" cy="4853200"/>
          </a:xfrm>
        </p:grpSpPr>
        <p:sp>
          <p:nvSpPr>
            <p:cNvPr id="1012" name="Google Shape;1012;p23"/>
            <p:cNvSpPr/>
            <p:nvPr/>
          </p:nvSpPr>
          <p:spPr>
            <a:xfrm>
              <a:off x="194265" y="14515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23"/>
            <p:cNvSpPr/>
            <p:nvPr/>
          </p:nvSpPr>
          <p:spPr>
            <a:xfrm>
              <a:off x="194265" y="61718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23"/>
            <p:cNvSpPr/>
            <p:nvPr/>
          </p:nvSpPr>
          <p:spPr>
            <a:xfrm>
              <a:off x="194265" y="108921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23"/>
            <p:cNvSpPr/>
            <p:nvPr/>
          </p:nvSpPr>
          <p:spPr>
            <a:xfrm>
              <a:off x="194265" y="156124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23"/>
            <p:cNvSpPr/>
            <p:nvPr/>
          </p:nvSpPr>
          <p:spPr>
            <a:xfrm>
              <a:off x="194265" y="203327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23"/>
            <p:cNvSpPr/>
            <p:nvPr/>
          </p:nvSpPr>
          <p:spPr>
            <a:xfrm>
              <a:off x="194265" y="250530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23"/>
            <p:cNvSpPr/>
            <p:nvPr/>
          </p:nvSpPr>
          <p:spPr>
            <a:xfrm>
              <a:off x="194265" y="297733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23"/>
            <p:cNvSpPr/>
            <p:nvPr/>
          </p:nvSpPr>
          <p:spPr>
            <a:xfrm>
              <a:off x="194265" y="344936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23"/>
            <p:cNvSpPr/>
            <p:nvPr/>
          </p:nvSpPr>
          <p:spPr>
            <a:xfrm>
              <a:off x="194265" y="392139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23"/>
            <p:cNvSpPr/>
            <p:nvPr/>
          </p:nvSpPr>
          <p:spPr>
            <a:xfrm>
              <a:off x="194265" y="439342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23"/>
            <p:cNvSpPr/>
            <p:nvPr/>
          </p:nvSpPr>
          <p:spPr>
            <a:xfrm>
              <a:off x="194265" y="486545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3" name="Google Shape;1023;p23"/>
          <p:cNvSpPr txBox="1">
            <a:spLocks noGrp="1"/>
          </p:cNvSpPr>
          <p:nvPr>
            <p:ph type="title"/>
          </p:nvPr>
        </p:nvSpPr>
        <p:spPr>
          <a:xfrm>
            <a:off x="758775" y="405130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24" name="Google Shape;1024;p23"/>
          <p:cNvSpPr txBox="1">
            <a:spLocks noGrp="1"/>
          </p:cNvSpPr>
          <p:nvPr>
            <p:ph type="title" idx="2"/>
          </p:nvPr>
        </p:nvSpPr>
        <p:spPr>
          <a:xfrm>
            <a:off x="3769291" y="2851250"/>
            <a:ext cx="1743300" cy="7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025" name="Google Shape;1025;p23"/>
          <p:cNvSpPr txBox="1">
            <a:spLocks noGrp="1"/>
          </p:cNvSpPr>
          <p:nvPr>
            <p:ph type="title" idx="3"/>
          </p:nvPr>
        </p:nvSpPr>
        <p:spPr>
          <a:xfrm>
            <a:off x="1479700" y="3569125"/>
            <a:ext cx="1743300" cy="7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026" name="Google Shape;1026;p23"/>
          <p:cNvSpPr txBox="1">
            <a:spLocks noGrp="1"/>
          </p:cNvSpPr>
          <p:nvPr>
            <p:ph type="title" idx="4"/>
          </p:nvPr>
        </p:nvSpPr>
        <p:spPr>
          <a:xfrm>
            <a:off x="6058688" y="3569125"/>
            <a:ext cx="1743300" cy="7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027" name="Google Shape;1027;p23"/>
          <p:cNvSpPr txBox="1">
            <a:spLocks noGrp="1"/>
          </p:cNvSpPr>
          <p:nvPr>
            <p:ph type="title" idx="5" hasCustomPrompt="1"/>
          </p:nvPr>
        </p:nvSpPr>
        <p:spPr>
          <a:xfrm>
            <a:off x="1637525" y="2334513"/>
            <a:ext cx="1427700" cy="63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8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28" name="Google Shape;1028;p23"/>
          <p:cNvSpPr txBox="1">
            <a:spLocks noGrp="1"/>
          </p:cNvSpPr>
          <p:nvPr>
            <p:ph type="title" idx="6" hasCustomPrompt="1"/>
          </p:nvPr>
        </p:nvSpPr>
        <p:spPr>
          <a:xfrm>
            <a:off x="3927051" y="1616642"/>
            <a:ext cx="1427700" cy="63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8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29" name="Google Shape;1029;p23"/>
          <p:cNvSpPr txBox="1">
            <a:spLocks noGrp="1"/>
          </p:cNvSpPr>
          <p:nvPr>
            <p:ph type="title" idx="7" hasCustomPrompt="1"/>
          </p:nvPr>
        </p:nvSpPr>
        <p:spPr>
          <a:xfrm>
            <a:off x="6216387" y="2334523"/>
            <a:ext cx="1427700" cy="63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8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2_1">
    <p:spTree>
      <p:nvGrpSpPr>
        <p:cNvPr id="1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1" name="Google Shape;1031;p24"/>
          <p:cNvGrpSpPr/>
          <p:nvPr/>
        </p:nvGrpSpPr>
        <p:grpSpPr>
          <a:xfrm>
            <a:off x="711097" y="26"/>
            <a:ext cx="8612252" cy="5143292"/>
            <a:chOff x="532150" y="26"/>
            <a:chExt cx="8612252" cy="5143292"/>
          </a:xfrm>
        </p:grpSpPr>
        <p:sp>
          <p:nvSpPr>
            <p:cNvPr id="1032" name="Google Shape;1032;p24"/>
            <p:cNvSpPr/>
            <p:nvPr/>
          </p:nvSpPr>
          <p:spPr>
            <a:xfrm>
              <a:off x="1029044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24"/>
            <p:cNvSpPr/>
            <p:nvPr/>
          </p:nvSpPr>
          <p:spPr>
            <a:xfrm>
              <a:off x="1525731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24"/>
            <p:cNvSpPr/>
            <p:nvPr/>
          </p:nvSpPr>
          <p:spPr>
            <a:xfrm>
              <a:off x="2022607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24"/>
            <p:cNvSpPr/>
            <p:nvPr/>
          </p:nvSpPr>
          <p:spPr>
            <a:xfrm>
              <a:off x="2519501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24"/>
            <p:cNvSpPr/>
            <p:nvPr/>
          </p:nvSpPr>
          <p:spPr>
            <a:xfrm>
              <a:off x="3016170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24"/>
            <p:cNvSpPr/>
            <p:nvPr/>
          </p:nvSpPr>
          <p:spPr>
            <a:xfrm>
              <a:off x="3513063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24"/>
            <p:cNvSpPr/>
            <p:nvPr/>
          </p:nvSpPr>
          <p:spPr>
            <a:xfrm>
              <a:off x="4009957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24"/>
            <p:cNvSpPr/>
            <p:nvPr/>
          </p:nvSpPr>
          <p:spPr>
            <a:xfrm>
              <a:off x="4506833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40" name="Google Shape;1040;p24"/>
            <p:cNvGrpSpPr/>
            <p:nvPr/>
          </p:nvGrpSpPr>
          <p:grpSpPr>
            <a:xfrm>
              <a:off x="532150" y="161850"/>
              <a:ext cx="8612252" cy="4819800"/>
              <a:chOff x="532150" y="72525"/>
              <a:chExt cx="8612252" cy="4819800"/>
            </a:xfrm>
          </p:grpSpPr>
          <p:sp>
            <p:nvSpPr>
              <p:cNvPr id="1041" name="Google Shape;1041;p24"/>
              <p:cNvSpPr/>
              <p:nvPr/>
            </p:nvSpPr>
            <p:spPr>
              <a:xfrm>
                <a:off x="532150" y="72525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24"/>
              <p:cNvSpPr/>
              <p:nvPr/>
            </p:nvSpPr>
            <p:spPr>
              <a:xfrm>
                <a:off x="532150" y="55447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24"/>
              <p:cNvSpPr/>
              <p:nvPr/>
            </p:nvSpPr>
            <p:spPr>
              <a:xfrm>
                <a:off x="532150" y="103639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24"/>
              <p:cNvSpPr/>
              <p:nvPr/>
            </p:nvSpPr>
            <p:spPr>
              <a:xfrm>
                <a:off x="532150" y="1518532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24"/>
              <p:cNvSpPr/>
              <p:nvPr/>
            </p:nvSpPr>
            <p:spPr>
              <a:xfrm>
                <a:off x="532150" y="200046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24"/>
              <p:cNvSpPr/>
              <p:nvPr/>
            </p:nvSpPr>
            <p:spPr>
              <a:xfrm>
                <a:off x="532150" y="2482405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24"/>
              <p:cNvSpPr/>
              <p:nvPr/>
            </p:nvSpPr>
            <p:spPr>
              <a:xfrm>
                <a:off x="532150" y="2964373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24"/>
              <p:cNvSpPr/>
              <p:nvPr/>
            </p:nvSpPr>
            <p:spPr>
              <a:xfrm>
                <a:off x="532150" y="344631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24"/>
              <p:cNvSpPr/>
              <p:nvPr/>
            </p:nvSpPr>
            <p:spPr>
              <a:xfrm>
                <a:off x="532150" y="3928246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24"/>
              <p:cNvSpPr/>
              <p:nvPr/>
            </p:nvSpPr>
            <p:spPr>
              <a:xfrm>
                <a:off x="532150" y="441038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24"/>
              <p:cNvSpPr/>
              <p:nvPr/>
            </p:nvSpPr>
            <p:spPr>
              <a:xfrm>
                <a:off x="532150" y="489230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52" name="Google Shape;1052;p24"/>
            <p:cNvSpPr/>
            <p:nvPr/>
          </p:nvSpPr>
          <p:spPr>
            <a:xfrm>
              <a:off x="5003700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24"/>
            <p:cNvSpPr/>
            <p:nvPr/>
          </p:nvSpPr>
          <p:spPr>
            <a:xfrm>
              <a:off x="550057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24"/>
            <p:cNvSpPr/>
            <p:nvPr/>
          </p:nvSpPr>
          <p:spPr>
            <a:xfrm>
              <a:off x="5997469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24"/>
            <p:cNvSpPr/>
            <p:nvPr/>
          </p:nvSpPr>
          <p:spPr>
            <a:xfrm>
              <a:off x="649415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24"/>
            <p:cNvSpPr/>
            <p:nvPr/>
          </p:nvSpPr>
          <p:spPr>
            <a:xfrm>
              <a:off x="6991032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24"/>
            <p:cNvSpPr/>
            <p:nvPr/>
          </p:nvSpPr>
          <p:spPr>
            <a:xfrm>
              <a:off x="748792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24"/>
            <p:cNvSpPr/>
            <p:nvPr/>
          </p:nvSpPr>
          <p:spPr>
            <a:xfrm>
              <a:off x="7984595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24"/>
            <p:cNvSpPr/>
            <p:nvPr/>
          </p:nvSpPr>
          <p:spPr>
            <a:xfrm>
              <a:off x="8481488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24"/>
            <p:cNvSpPr/>
            <p:nvPr/>
          </p:nvSpPr>
          <p:spPr>
            <a:xfrm>
              <a:off x="8978382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1" name="Google Shape;1061;p24"/>
          <p:cNvGrpSpPr/>
          <p:nvPr/>
        </p:nvGrpSpPr>
        <p:grpSpPr>
          <a:xfrm>
            <a:off x="961332" y="156239"/>
            <a:ext cx="7818667" cy="4843001"/>
            <a:chOff x="961332" y="156239"/>
            <a:chExt cx="7818667" cy="4843001"/>
          </a:xfrm>
        </p:grpSpPr>
        <p:sp>
          <p:nvSpPr>
            <p:cNvPr id="1062" name="Google Shape;1062;p24"/>
            <p:cNvSpPr/>
            <p:nvPr/>
          </p:nvSpPr>
          <p:spPr>
            <a:xfrm rot="-2357566" flipH="1">
              <a:off x="1006747" y="245471"/>
              <a:ext cx="381652" cy="279675"/>
            </a:xfrm>
            <a:custGeom>
              <a:avLst/>
              <a:gdLst/>
              <a:ahLst/>
              <a:cxnLst/>
              <a:rect l="l" t="t" r="r" b="b"/>
              <a:pathLst>
                <a:path w="25408" h="18619" extrusionOk="0">
                  <a:moveTo>
                    <a:pt x="8394" y="3051"/>
                  </a:moveTo>
                  <a:cubicBezTo>
                    <a:pt x="11252" y="3051"/>
                    <a:pt x="13593" y="4002"/>
                    <a:pt x="15777" y="5851"/>
                  </a:cubicBezTo>
                  <a:cubicBezTo>
                    <a:pt x="18313" y="8006"/>
                    <a:pt x="20670" y="11054"/>
                    <a:pt x="21837" y="14329"/>
                  </a:cubicBezTo>
                  <a:cubicBezTo>
                    <a:pt x="16598" y="11674"/>
                    <a:pt x="9204" y="13126"/>
                    <a:pt x="5180" y="7721"/>
                  </a:cubicBezTo>
                  <a:cubicBezTo>
                    <a:pt x="3049" y="4851"/>
                    <a:pt x="5299" y="3101"/>
                    <a:pt x="8133" y="3053"/>
                  </a:cubicBezTo>
                  <a:cubicBezTo>
                    <a:pt x="8220" y="3052"/>
                    <a:pt x="8308" y="3051"/>
                    <a:pt x="8394" y="3051"/>
                  </a:cubicBezTo>
                  <a:close/>
                  <a:moveTo>
                    <a:pt x="7144" y="1"/>
                  </a:moveTo>
                  <a:cubicBezTo>
                    <a:pt x="5425" y="1"/>
                    <a:pt x="3883" y="431"/>
                    <a:pt x="2882" y="1529"/>
                  </a:cubicBezTo>
                  <a:cubicBezTo>
                    <a:pt x="1" y="4708"/>
                    <a:pt x="2001" y="9447"/>
                    <a:pt x="5132" y="11674"/>
                  </a:cubicBezTo>
                  <a:cubicBezTo>
                    <a:pt x="7454" y="13317"/>
                    <a:pt x="10062" y="14305"/>
                    <a:pt x="12824" y="14948"/>
                  </a:cubicBezTo>
                  <a:cubicBezTo>
                    <a:pt x="15991" y="15686"/>
                    <a:pt x="19503" y="15603"/>
                    <a:pt x="22480" y="16984"/>
                  </a:cubicBezTo>
                  <a:cubicBezTo>
                    <a:pt x="22504" y="17127"/>
                    <a:pt x="22539" y="17269"/>
                    <a:pt x="22551" y="17412"/>
                  </a:cubicBezTo>
                  <a:cubicBezTo>
                    <a:pt x="22637" y="18283"/>
                    <a:pt x="23154" y="18619"/>
                    <a:pt x="23702" y="18619"/>
                  </a:cubicBezTo>
                  <a:cubicBezTo>
                    <a:pt x="24519" y="18619"/>
                    <a:pt x="25408" y="17872"/>
                    <a:pt x="25052" y="17031"/>
                  </a:cubicBezTo>
                  <a:cubicBezTo>
                    <a:pt x="24683" y="11674"/>
                    <a:pt x="20849" y="6768"/>
                    <a:pt x="16884" y="3423"/>
                  </a:cubicBezTo>
                  <a:cubicBezTo>
                    <a:pt x="15014" y="1841"/>
                    <a:pt x="10699" y="1"/>
                    <a:pt x="71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24"/>
            <p:cNvSpPr/>
            <p:nvPr/>
          </p:nvSpPr>
          <p:spPr>
            <a:xfrm rot="6544819">
              <a:off x="8308779" y="4527308"/>
              <a:ext cx="413266" cy="416991"/>
            </a:xfrm>
            <a:custGeom>
              <a:avLst/>
              <a:gdLst/>
              <a:ahLst/>
              <a:cxnLst/>
              <a:rect l="l" t="t" r="r" b="b"/>
              <a:pathLst>
                <a:path w="27514" h="27762" extrusionOk="0">
                  <a:moveTo>
                    <a:pt x="9258" y="3049"/>
                  </a:moveTo>
                  <a:cubicBezTo>
                    <a:pt x="9906" y="3049"/>
                    <a:pt x="10551" y="3168"/>
                    <a:pt x="11145" y="3429"/>
                  </a:cubicBezTo>
                  <a:cubicBezTo>
                    <a:pt x="13919" y="4644"/>
                    <a:pt x="15812" y="7751"/>
                    <a:pt x="17241" y="10276"/>
                  </a:cubicBezTo>
                  <a:cubicBezTo>
                    <a:pt x="19003" y="13347"/>
                    <a:pt x="19955" y="16693"/>
                    <a:pt x="19217" y="20241"/>
                  </a:cubicBezTo>
                  <a:cubicBezTo>
                    <a:pt x="19098" y="20765"/>
                    <a:pt x="18943" y="21265"/>
                    <a:pt x="18729" y="21765"/>
                  </a:cubicBezTo>
                  <a:cubicBezTo>
                    <a:pt x="16157" y="16764"/>
                    <a:pt x="7632" y="12883"/>
                    <a:pt x="5060" y="8966"/>
                  </a:cubicBezTo>
                  <a:cubicBezTo>
                    <a:pt x="2982" y="5803"/>
                    <a:pt x="6153" y="3049"/>
                    <a:pt x="9258" y="3049"/>
                  </a:cubicBezTo>
                  <a:close/>
                  <a:moveTo>
                    <a:pt x="8834" y="0"/>
                  </a:moveTo>
                  <a:cubicBezTo>
                    <a:pt x="7866" y="0"/>
                    <a:pt x="6885" y="185"/>
                    <a:pt x="5906" y="584"/>
                  </a:cubicBezTo>
                  <a:cubicBezTo>
                    <a:pt x="1084" y="2548"/>
                    <a:pt x="0" y="7656"/>
                    <a:pt x="3084" y="11573"/>
                  </a:cubicBezTo>
                  <a:cubicBezTo>
                    <a:pt x="5025" y="14050"/>
                    <a:pt x="7489" y="15967"/>
                    <a:pt x="10013" y="17824"/>
                  </a:cubicBezTo>
                  <a:cubicBezTo>
                    <a:pt x="12942" y="19979"/>
                    <a:pt x="18145" y="22372"/>
                    <a:pt x="17443" y="26801"/>
                  </a:cubicBezTo>
                  <a:cubicBezTo>
                    <a:pt x="17364" y="27316"/>
                    <a:pt x="17816" y="27762"/>
                    <a:pt x="18247" y="27762"/>
                  </a:cubicBezTo>
                  <a:cubicBezTo>
                    <a:pt x="18464" y="27762"/>
                    <a:pt x="18676" y="27648"/>
                    <a:pt x="18812" y="27373"/>
                  </a:cubicBezTo>
                  <a:cubicBezTo>
                    <a:pt x="18991" y="27028"/>
                    <a:pt x="19134" y="26658"/>
                    <a:pt x="19241" y="26277"/>
                  </a:cubicBezTo>
                  <a:cubicBezTo>
                    <a:pt x="19277" y="26266"/>
                    <a:pt x="19312" y="26242"/>
                    <a:pt x="19348" y="26218"/>
                  </a:cubicBezTo>
                  <a:cubicBezTo>
                    <a:pt x="27514" y="19833"/>
                    <a:pt x="18864" y="0"/>
                    <a:pt x="88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4" name="Google Shape;1064;p24"/>
          <p:cNvSpPr/>
          <p:nvPr/>
        </p:nvSpPr>
        <p:spPr>
          <a:xfrm>
            <a:off x="711098" y="26"/>
            <a:ext cx="17" cy="5143292"/>
          </a:xfrm>
          <a:custGeom>
            <a:avLst/>
            <a:gdLst/>
            <a:ahLst/>
            <a:cxnLst/>
            <a:rect l="l" t="t" r="r" b="b"/>
            <a:pathLst>
              <a:path w="1" h="148532" fill="none" extrusionOk="0">
                <a:moveTo>
                  <a:pt x="1" y="1"/>
                </a:moveTo>
                <a:lnTo>
                  <a:pt x="1" y="148531"/>
                </a:lnTo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65" name="Google Shape;1065;p24"/>
          <p:cNvGrpSpPr/>
          <p:nvPr/>
        </p:nvGrpSpPr>
        <p:grpSpPr>
          <a:xfrm>
            <a:off x="297012" y="145150"/>
            <a:ext cx="132900" cy="4853200"/>
            <a:chOff x="194265" y="145150"/>
            <a:chExt cx="132900" cy="4853200"/>
          </a:xfrm>
        </p:grpSpPr>
        <p:sp>
          <p:nvSpPr>
            <p:cNvPr id="1066" name="Google Shape;1066;p24"/>
            <p:cNvSpPr/>
            <p:nvPr/>
          </p:nvSpPr>
          <p:spPr>
            <a:xfrm>
              <a:off x="194265" y="14515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24"/>
            <p:cNvSpPr/>
            <p:nvPr/>
          </p:nvSpPr>
          <p:spPr>
            <a:xfrm>
              <a:off x="194265" y="61718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24"/>
            <p:cNvSpPr/>
            <p:nvPr/>
          </p:nvSpPr>
          <p:spPr>
            <a:xfrm>
              <a:off x="194265" y="108921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24"/>
            <p:cNvSpPr/>
            <p:nvPr/>
          </p:nvSpPr>
          <p:spPr>
            <a:xfrm>
              <a:off x="194265" y="156124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24"/>
            <p:cNvSpPr/>
            <p:nvPr/>
          </p:nvSpPr>
          <p:spPr>
            <a:xfrm>
              <a:off x="194265" y="203327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24"/>
            <p:cNvSpPr/>
            <p:nvPr/>
          </p:nvSpPr>
          <p:spPr>
            <a:xfrm>
              <a:off x="194265" y="250530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24"/>
            <p:cNvSpPr/>
            <p:nvPr/>
          </p:nvSpPr>
          <p:spPr>
            <a:xfrm>
              <a:off x="194265" y="297733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24"/>
            <p:cNvSpPr/>
            <p:nvPr/>
          </p:nvSpPr>
          <p:spPr>
            <a:xfrm>
              <a:off x="194265" y="344936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24"/>
            <p:cNvSpPr/>
            <p:nvPr/>
          </p:nvSpPr>
          <p:spPr>
            <a:xfrm>
              <a:off x="194265" y="392139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24"/>
            <p:cNvSpPr/>
            <p:nvPr/>
          </p:nvSpPr>
          <p:spPr>
            <a:xfrm>
              <a:off x="194265" y="439342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24"/>
            <p:cNvSpPr/>
            <p:nvPr/>
          </p:nvSpPr>
          <p:spPr>
            <a:xfrm>
              <a:off x="194265" y="486545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7" name="Google Shape;1077;p24"/>
          <p:cNvSpPr txBox="1">
            <a:spLocks noGrp="1"/>
          </p:cNvSpPr>
          <p:nvPr>
            <p:ph type="title"/>
          </p:nvPr>
        </p:nvSpPr>
        <p:spPr>
          <a:xfrm>
            <a:off x="758775" y="405130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78" name="Google Shape;1078;p24"/>
          <p:cNvSpPr txBox="1">
            <a:spLocks noGrp="1"/>
          </p:cNvSpPr>
          <p:nvPr>
            <p:ph type="title" idx="2"/>
          </p:nvPr>
        </p:nvSpPr>
        <p:spPr>
          <a:xfrm>
            <a:off x="5499596" y="1512850"/>
            <a:ext cx="2931000" cy="44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 b="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079" name="Google Shape;1079;p24"/>
          <p:cNvSpPr txBox="1">
            <a:spLocks noGrp="1"/>
          </p:cNvSpPr>
          <p:nvPr>
            <p:ph type="title" idx="3"/>
          </p:nvPr>
        </p:nvSpPr>
        <p:spPr>
          <a:xfrm>
            <a:off x="5499546" y="1958675"/>
            <a:ext cx="2931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080" name="Google Shape;1080;p24"/>
          <p:cNvSpPr txBox="1">
            <a:spLocks noGrp="1"/>
          </p:cNvSpPr>
          <p:nvPr>
            <p:ph type="title" idx="4"/>
          </p:nvPr>
        </p:nvSpPr>
        <p:spPr>
          <a:xfrm>
            <a:off x="1573075" y="1512850"/>
            <a:ext cx="2931000" cy="44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 b="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081" name="Google Shape;1081;p24"/>
          <p:cNvSpPr txBox="1">
            <a:spLocks noGrp="1"/>
          </p:cNvSpPr>
          <p:nvPr>
            <p:ph type="title" idx="5"/>
          </p:nvPr>
        </p:nvSpPr>
        <p:spPr>
          <a:xfrm>
            <a:off x="1573025" y="1958675"/>
            <a:ext cx="2931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082" name="Google Shape;1082;p24"/>
          <p:cNvSpPr txBox="1">
            <a:spLocks noGrp="1"/>
          </p:cNvSpPr>
          <p:nvPr>
            <p:ph type="title" idx="6"/>
          </p:nvPr>
        </p:nvSpPr>
        <p:spPr>
          <a:xfrm>
            <a:off x="5499596" y="3094388"/>
            <a:ext cx="2931000" cy="44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 b="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083" name="Google Shape;1083;p24"/>
          <p:cNvSpPr txBox="1">
            <a:spLocks noGrp="1"/>
          </p:cNvSpPr>
          <p:nvPr>
            <p:ph type="title" idx="7"/>
          </p:nvPr>
        </p:nvSpPr>
        <p:spPr>
          <a:xfrm>
            <a:off x="5499548" y="3540188"/>
            <a:ext cx="2931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084" name="Google Shape;1084;p24"/>
          <p:cNvSpPr txBox="1">
            <a:spLocks noGrp="1"/>
          </p:cNvSpPr>
          <p:nvPr>
            <p:ph type="title" idx="8"/>
          </p:nvPr>
        </p:nvSpPr>
        <p:spPr>
          <a:xfrm>
            <a:off x="1573075" y="3094388"/>
            <a:ext cx="2931000" cy="44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 b="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085" name="Google Shape;1085;p24"/>
          <p:cNvSpPr txBox="1">
            <a:spLocks noGrp="1"/>
          </p:cNvSpPr>
          <p:nvPr>
            <p:ph type="title" idx="9"/>
          </p:nvPr>
        </p:nvSpPr>
        <p:spPr>
          <a:xfrm>
            <a:off x="1573025" y="3540188"/>
            <a:ext cx="2931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3">
    <p:spTree>
      <p:nvGrpSpPr>
        <p:cNvPr id="1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7" name="Google Shape;1087;p25"/>
          <p:cNvGrpSpPr/>
          <p:nvPr/>
        </p:nvGrpSpPr>
        <p:grpSpPr>
          <a:xfrm>
            <a:off x="711097" y="26"/>
            <a:ext cx="8612252" cy="5143292"/>
            <a:chOff x="532150" y="26"/>
            <a:chExt cx="8612252" cy="5143292"/>
          </a:xfrm>
        </p:grpSpPr>
        <p:sp>
          <p:nvSpPr>
            <p:cNvPr id="1088" name="Google Shape;1088;p25"/>
            <p:cNvSpPr/>
            <p:nvPr/>
          </p:nvSpPr>
          <p:spPr>
            <a:xfrm>
              <a:off x="1029044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25"/>
            <p:cNvSpPr/>
            <p:nvPr/>
          </p:nvSpPr>
          <p:spPr>
            <a:xfrm>
              <a:off x="1525731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25"/>
            <p:cNvSpPr/>
            <p:nvPr/>
          </p:nvSpPr>
          <p:spPr>
            <a:xfrm>
              <a:off x="2022607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25"/>
            <p:cNvSpPr/>
            <p:nvPr/>
          </p:nvSpPr>
          <p:spPr>
            <a:xfrm>
              <a:off x="2519501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25"/>
            <p:cNvSpPr/>
            <p:nvPr/>
          </p:nvSpPr>
          <p:spPr>
            <a:xfrm>
              <a:off x="3016170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25"/>
            <p:cNvSpPr/>
            <p:nvPr/>
          </p:nvSpPr>
          <p:spPr>
            <a:xfrm>
              <a:off x="3513063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25"/>
            <p:cNvSpPr/>
            <p:nvPr/>
          </p:nvSpPr>
          <p:spPr>
            <a:xfrm>
              <a:off x="4009957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25"/>
            <p:cNvSpPr/>
            <p:nvPr/>
          </p:nvSpPr>
          <p:spPr>
            <a:xfrm>
              <a:off x="4506833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96" name="Google Shape;1096;p25"/>
            <p:cNvGrpSpPr/>
            <p:nvPr/>
          </p:nvGrpSpPr>
          <p:grpSpPr>
            <a:xfrm>
              <a:off x="532150" y="161850"/>
              <a:ext cx="8612252" cy="4819800"/>
              <a:chOff x="532150" y="72525"/>
              <a:chExt cx="8612252" cy="4819800"/>
            </a:xfrm>
          </p:grpSpPr>
          <p:sp>
            <p:nvSpPr>
              <p:cNvPr id="1097" name="Google Shape;1097;p25"/>
              <p:cNvSpPr/>
              <p:nvPr/>
            </p:nvSpPr>
            <p:spPr>
              <a:xfrm>
                <a:off x="532150" y="72525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25"/>
              <p:cNvSpPr/>
              <p:nvPr/>
            </p:nvSpPr>
            <p:spPr>
              <a:xfrm>
                <a:off x="532150" y="55447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25"/>
              <p:cNvSpPr/>
              <p:nvPr/>
            </p:nvSpPr>
            <p:spPr>
              <a:xfrm>
                <a:off x="532150" y="103639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25"/>
              <p:cNvSpPr/>
              <p:nvPr/>
            </p:nvSpPr>
            <p:spPr>
              <a:xfrm>
                <a:off x="532150" y="1518532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25"/>
              <p:cNvSpPr/>
              <p:nvPr/>
            </p:nvSpPr>
            <p:spPr>
              <a:xfrm>
                <a:off x="532150" y="200046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25"/>
              <p:cNvSpPr/>
              <p:nvPr/>
            </p:nvSpPr>
            <p:spPr>
              <a:xfrm>
                <a:off x="532150" y="2482405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25"/>
              <p:cNvSpPr/>
              <p:nvPr/>
            </p:nvSpPr>
            <p:spPr>
              <a:xfrm>
                <a:off x="532150" y="2964373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25"/>
              <p:cNvSpPr/>
              <p:nvPr/>
            </p:nvSpPr>
            <p:spPr>
              <a:xfrm>
                <a:off x="532150" y="344631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25"/>
              <p:cNvSpPr/>
              <p:nvPr/>
            </p:nvSpPr>
            <p:spPr>
              <a:xfrm>
                <a:off x="532150" y="3928246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25"/>
              <p:cNvSpPr/>
              <p:nvPr/>
            </p:nvSpPr>
            <p:spPr>
              <a:xfrm>
                <a:off x="532150" y="441038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25"/>
              <p:cNvSpPr/>
              <p:nvPr/>
            </p:nvSpPr>
            <p:spPr>
              <a:xfrm>
                <a:off x="532150" y="489230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08" name="Google Shape;1108;p25"/>
            <p:cNvSpPr/>
            <p:nvPr/>
          </p:nvSpPr>
          <p:spPr>
            <a:xfrm>
              <a:off x="5003700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25"/>
            <p:cNvSpPr/>
            <p:nvPr/>
          </p:nvSpPr>
          <p:spPr>
            <a:xfrm>
              <a:off x="550057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25"/>
            <p:cNvSpPr/>
            <p:nvPr/>
          </p:nvSpPr>
          <p:spPr>
            <a:xfrm>
              <a:off x="5997469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25"/>
            <p:cNvSpPr/>
            <p:nvPr/>
          </p:nvSpPr>
          <p:spPr>
            <a:xfrm>
              <a:off x="649415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25"/>
            <p:cNvSpPr/>
            <p:nvPr/>
          </p:nvSpPr>
          <p:spPr>
            <a:xfrm>
              <a:off x="6991032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25"/>
            <p:cNvSpPr/>
            <p:nvPr/>
          </p:nvSpPr>
          <p:spPr>
            <a:xfrm>
              <a:off x="748792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25"/>
            <p:cNvSpPr/>
            <p:nvPr/>
          </p:nvSpPr>
          <p:spPr>
            <a:xfrm>
              <a:off x="7984595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25"/>
            <p:cNvSpPr/>
            <p:nvPr/>
          </p:nvSpPr>
          <p:spPr>
            <a:xfrm>
              <a:off x="8481488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25"/>
            <p:cNvSpPr/>
            <p:nvPr/>
          </p:nvSpPr>
          <p:spPr>
            <a:xfrm>
              <a:off x="8978382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7" name="Google Shape;1117;p25"/>
          <p:cNvGrpSpPr/>
          <p:nvPr/>
        </p:nvGrpSpPr>
        <p:grpSpPr>
          <a:xfrm>
            <a:off x="922140" y="154525"/>
            <a:ext cx="8000971" cy="4807053"/>
            <a:chOff x="922140" y="154525"/>
            <a:chExt cx="8000971" cy="4807053"/>
          </a:xfrm>
        </p:grpSpPr>
        <p:sp>
          <p:nvSpPr>
            <p:cNvPr id="1118" name="Google Shape;1118;p25"/>
            <p:cNvSpPr/>
            <p:nvPr/>
          </p:nvSpPr>
          <p:spPr>
            <a:xfrm rot="4497900">
              <a:off x="8457906" y="4463157"/>
              <a:ext cx="319941" cy="546171"/>
            </a:xfrm>
            <a:custGeom>
              <a:avLst/>
              <a:gdLst/>
              <a:ahLst/>
              <a:cxnLst/>
              <a:rect l="l" t="t" r="r" b="b"/>
              <a:pathLst>
                <a:path w="19003" h="32440" extrusionOk="0">
                  <a:moveTo>
                    <a:pt x="13207" y="2777"/>
                  </a:moveTo>
                  <a:cubicBezTo>
                    <a:pt x="13954" y="2777"/>
                    <a:pt x="14675" y="3347"/>
                    <a:pt x="15264" y="4842"/>
                  </a:cubicBezTo>
                  <a:cubicBezTo>
                    <a:pt x="16490" y="7925"/>
                    <a:pt x="14788" y="10878"/>
                    <a:pt x="13633" y="13664"/>
                  </a:cubicBezTo>
                  <a:cubicBezTo>
                    <a:pt x="12144" y="17224"/>
                    <a:pt x="11025" y="20391"/>
                    <a:pt x="10668" y="23808"/>
                  </a:cubicBezTo>
                  <a:cubicBezTo>
                    <a:pt x="10513" y="23558"/>
                    <a:pt x="10370" y="23308"/>
                    <a:pt x="10239" y="23070"/>
                  </a:cubicBezTo>
                  <a:cubicBezTo>
                    <a:pt x="8025" y="18963"/>
                    <a:pt x="7906" y="12974"/>
                    <a:pt x="8632" y="8426"/>
                  </a:cubicBezTo>
                  <a:cubicBezTo>
                    <a:pt x="8816" y="7250"/>
                    <a:pt x="11115" y="2777"/>
                    <a:pt x="13207" y="2777"/>
                  </a:cubicBezTo>
                  <a:close/>
                  <a:moveTo>
                    <a:pt x="13026" y="0"/>
                  </a:moveTo>
                  <a:cubicBezTo>
                    <a:pt x="11652" y="0"/>
                    <a:pt x="10156" y="529"/>
                    <a:pt x="8692" y="1651"/>
                  </a:cubicBezTo>
                  <a:cubicBezTo>
                    <a:pt x="0" y="8295"/>
                    <a:pt x="7644" y="25951"/>
                    <a:pt x="12680" y="32190"/>
                  </a:cubicBezTo>
                  <a:cubicBezTo>
                    <a:pt x="12821" y="32367"/>
                    <a:pt x="12991" y="32440"/>
                    <a:pt x="13161" y="32440"/>
                  </a:cubicBezTo>
                  <a:cubicBezTo>
                    <a:pt x="13554" y="32440"/>
                    <a:pt x="13948" y="32053"/>
                    <a:pt x="13990" y="31655"/>
                  </a:cubicBezTo>
                  <a:cubicBezTo>
                    <a:pt x="14145" y="30154"/>
                    <a:pt x="13490" y="28559"/>
                    <a:pt x="12644" y="27035"/>
                  </a:cubicBezTo>
                  <a:cubicBezTo>
                    <a:pt x="12204" y="22868"/>
                    <a:pt x="15609" y="16260"/>
                    <a:pt x="17014" y="13426"/>
                  </a:cubicBezTo>
                  <a:cubicBezTo>
                    <a:pt x="18312" y="10819"/>
                    <a:pt x="19002" y="8140"/>
                    <a:pt x="18431" y="5223"/>
                  </a:cubicBezTo>
                  <a:cubicBezTo>
                    <a:pt x="17769" y="1884"/>
                    <a:pt x="15617" y="0"/>
                    <a:pt x="130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25"/>
            <p:cNvSpPr/>
            <p:nvPr/>
          </p:nvSpPr>
          <p:spPr>
            <a:xfrm rot="1660460">
              <a:off x="1008999" y="186568"/>
              <a:ext cx="244974" cy="434372"/>
            </a:xfrm>
            <a:custGeom>
              <a:avLst/>
              <a:gdLst/>
              <a:ahLst/>
              <a:cxnLst/>
              <a:rect l="l" t="t" r="r" b="b"/>
              <a:pathLst>
                <a:path w="15538" h="27551" extrusionOk="0">
                  <a:moveTo>
                    <a:pt x="8994" y="2908"/>
                  </a:moveTo>
                  <a:cubicBezTo>
                    <a:pt x="10071" y="2908"/>
                    <a:pt x="11146" y="3372"/>
                    <a:pt x="12216" y="4301"/>
                  </a:cubicBezTo>
                  <a:cubicBezTo>
                    <a:pt x="12954" y="6658"/>
                    <a:pt x="12645" y="8706"/>
                    <a:pt x="11275" y="10444"/>
                  </a:cubicBezTo>
                  <a:cubicBezTo>
                    <a:pt x="9656" y="13147"/>
                    <a:pt x="9537" y="16469"/>
                    <a:pt x="8346" y="19445"/>
                  </a:cubicBezTo>
                  <a:cubicBezTo>
                    <a:pt x="7977" y="20386"/>
                    <a:pt x="7882" y="21660"/>
                    <a:pt x="7989" y="22934"/>
                  </a:cubicBezTo>
                  <a:cubicBezTo>
                    <a:pt x="7906" y="22898"/>
                    <a:pt x="7811" y="22874"/>
                    <a:pt x="7715" y="22863"/>
                  </a:cubicBezTo>
                  <a:cubicBezTo>
                    <a:pt x="6120" y="20422"/>
                    <a:pt x="5286" y="17588"/>
                    <a:pt x="4310" y="14862"/>
                  </a:cubicBezTo>
                  <a:cubicBezTo>
                    <a:pt x="3215" y="11766"/>
                    <a:pt x="3120" y="8444"/>
                    <a:pt x="4584" y="5479"/>
                  </a:cubicBezTo>
                  <a:cubicBezTo>
                    <a:pt x="6059" y="3765"/>
                    <a:pt x="7529" y="2908"/>
                    <a:pt x="8994" y="2908"/>
                  </a:cubicBezTo>
                  <a:close/>
                  <a:moveTo>
                    <a:pt x="8865" y="1"/>
                  </a:moveTo>
                  <a:cubicBezTo>
                    <a:pt x="8350" y="1"/>
                    <a:pt x="7821" y="91"/>
                    <a:pt x="7287" y="288"/>
                  </a:cubicBezTo>
                  <a:cubicBezTo>
                    <a:pt x="2250" y="2158"/>
                    <a:pt x="0" y="7218"/>
                    <a:pt x="1072" y="12421"/>
                  </a:cubicBezTo>
                  <a:cubicBezTo>
                    <a:pt x="1988" y="16862"/>
                    <a:pt x="3215" y="22791"/>
                    <a:pt x="7215" y="25625"/>
                  </a:cubicBezTo>
                  <a:cubicBezTo>
                    <a:pt x="7692" y="26530"/>
                    <a:pt x="8525" y="27042"/>
                    <a:pt x="9906" y="27494"/>
                  </a:cubicBezTo>
                  <a:cubicBezTo>
                    <a:pt x="10024" y="27532"/>
                    <a:pt x="10139" y="27550"/>
                    <a:pt x="10251" y="27550"/>
                  </a:cubicBezTo>
                  <a:cubicBezTo>
                    <a:pt x="11114" y="27550"/>
                    <a:pt x="11750" y="26499"/>
                    <a:pt x="11275" y="25708"/>
                  </a:cubicBezTo>
                  <a:cubicBezTo>
                    <a:pt x="9466" y="22708"/>
                    <a:pt x="11561" y="18457"/>
                    <a:pt x="12585" y="15540"/>
                  </a:cubicBezTo>
                  <a:cubicBezTo>
                    <a:pt x="13216" y="13742"/>
                    <a:pt x="13287" y="12064"/>
                    <a:pt x="14311" y="10325"/>
                  </a:cubicBezTo>
                  <a:cubicBezTo>
                    <a:pt x="14776" y="9539"/>
                    <a:pt x="15538" y="7837"/>
                    <a:pt x="15442" y="6896"/>
                  </a:cubicBezTo>
                  <a:cubicBezTo>
                    <a:pt x="15153" y="3998"/>
                    <a:pt x="12297" y="1"/>
                    <a:pt x="88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0" name="Google Shape;1120;p25"/>
          <p:cNvSpPr/>
          <p:nvPr/>
        </p:nvSpPr>
        <p:spPr>
          <a:xfrm>
            <a:off x="711098" y="26"/>
            <a:ext cx="17" cy="5143292"/>
          </a:xfrm>
          <a:custGeom>
            <a:avLst/>
            <a:gdLst/>
            <a:ahLst/>
            <a:cxnLst/>
            <a:rect l="l" t="t" r="r" b="b"/>
            <a:pathLst>
              <a:path w="1" h="148532" fill="none" extrusionOk="0">
                <a:moveTo>
                  <a:pt x="1" y="1"/>
                </a:moveTo>
                <a:lnTo>
                  <a:pt x="1" y="148531"/>
                </a:lnTo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21" name="Google Shape;1121;p25"/>
          <p:cNvGrpSpPr/>
          <p:nvPr/>
        </p:nvGrpSpPr>
        <p:grpSpPr>
          <a:xfrm>
            <a:off x="297012" y="145150"/>
            <a:ext cx="132900" cy="4853200"/>
            <a:chOff x="194265" y="145150"/>
            <a:chExt cx="132900" cy="4853200"/>
          </a:xfrm>
        </p:grpSpPr>
        <p:sp>
          <p:nvSpPr>
            <p:cNvPr id="1122" name="Google Shape;1122;p25"/>
            <p:cNvSpPr/>
            <p:nvPr/>
          </p:nvSpPr>
          <p:spPr>
            <a:xfrm>
              <a:off x="194265" y="14515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25"/>
            <p:cNvSpPr/>
            <p:nvPr/>
          </p:nvSpPr>
          <p:spPr>
            <a:xfrm>
              <a:off x="194265" y="61718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25"/>
            <p:cNvSpPr/>
            <p:nvPr/>
          </p:nvSpPr>
          <p:spPr>
            <a:xfrm>
              <a:off x="194265" y="108921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25"/>
            <p:cNvSpPr/>
            <p:nvPr/>
          </p:nvSpPr>
          <p:spPr>
            <a:xfrm>
              <a:off x="194265" y="156124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25"/>
            <p:cNvSpPr/>
            <p:nvPr/>
          </p:nvSpPr>
          <p:spPr>
            <a:xfrm>
              <a:off x="194265" y="203327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25"/>
            <p:cNvSpPr/>
            <p:nvPr/>
          </p:nvSpPr>
          <p:spPr>
            <a:xfrm>
              <a:off x="194265" y="250530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25"/>
            <p:cNvSpPr/>
            <p:nvPr/>
          </p:nvSpPr>
          <p:spPr>
            <a:xfrm>
              <a:off x="194265" y="297733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25"/>
            <p:cNvSpPr/>
            <p:nvPr/>
          </p:nvSpPr>
          <p:spPr>
            <a:xfrm>
              <a:off x="194265" y="344936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25"/>
            <p:cNvSpPr/>
            <p:nvPr/>
          </p:nvSpPr>
          <p:spPr>
            <a:xfrm>
              <a:off x="194265" y="392139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25"/>
            <p:cNvSpPr/>
            <p:nvPr/>
          </p:nvSpPr>
          <p:spPr>
            <a:xfrm>
              <a:off x="194265" y="439342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25"/>
            <p:cNvSpPr/>
            <p:nvPr/>
          </p:nvSpPr>
          <p:spPr>
            <a:xfrm>
              <a:off x="194265" y="486545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33" name="Google Shape;1133;p25"/>
          <p:cNvSpPr txBox="1">
            <a:spLocks noGrp="1"/>
          </p:cNvSpPr>
          <p:nvPr>
            <p:ph type="title"/>
          </p:nvPr>
        </p:nvSpPr>
        <p:spPr>
          <a:xfrm>
            <a:off x="758775" y="405130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3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134" name="Google Shape;1134;p25"/>
          <p:cNvSpPr txBox="1">
            <a:spLocks noGrp="1"/>
          </p:cNvSpPr>
          <p:nvPr>
            <p:ph type="title" idx="2"/>
          </p:nvPr>
        </p:nvSpPr>
        <p:spPr>
          <a:xfrm>
            <a:off x="3349575" y="1741956"/>
            <a:ext cx="2445000" cy="34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200" b="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135" name="Google Shape;1135;p25"/>
          <p:cNvSpPr txBox="1">
            <a:spLocks noGrp="1"/>
          </p:cNvSpPr>
          <p:nvPr>
            <p:ph type="title" idx="3"/>
          </p:nvPr>
        </p:nvSpPr>
        <p:spPr>
          <a:xfrm>
            <a:off x="3349512" y="2091755"/>
            <a:ext cx="2445000" cy="67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136" name="Google Shape;1136;p25"/>
          <p:cNvSpPr txBox="1">
            <a:spLocks noGrp="1"/>
          </p:cNvSpPr>
          <p:nvPr>
            <p:ph type="title" idx="4"/>
          </p:nvPr>
        </p:nvSpPr>
        <p:spPr>
          <a:xfrm>
            <a:off x="727200" y="1741956"/>
            <a:ext cx="2445000" cy="34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200" b="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137" name="Google Shape;1137;p25"/>
          <p:cNvSpPr txBox="1">
            <a:spLocks noGrp="1"/>
          </p:cNvSpPr>
          <p:nvPr>
            <p:ph type="title" idx="5"/>
          </p:nvPr>
        </p:nvSpPr>
        <p:spPr>
          <a:xfrm>
            <a:off x="727200" y="2091755"/>
            <a:ext cx="2445000" cy="67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138" name="Google Shape;1138;p25"/>
          <p:cNvSpPr txBox="1">
            <a:spLocks noGrp="1"/>
          </p:cNvSpPr>
          <p:nvPr>
            <p:ph type="title" idx="6"/>
          </p:nvPr>
        </p:nvSpPr>
        <p:spPr>
          <a:xfrm>
            <a:off x="5971700" y="1741956"/>
            <a:ext cx="2445000" cy="34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200" b="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139" name="Google Shape;1139;p25"/>
          <p:cNvSpPr txBox="1">
            <a:spLocks noGrp="1"/>
          </p:cNvSpPr>
          <p:nvPr>
            <p:ph type="title" idx="7"/>
          </p:nvPr>
        </p:nvSpPr>
        <p:spPr>
          <a:xfrm>
            <a:off x="5971700" y="2091755"/>
            <a:ext cx="2445000" cy="67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140" name="Google Shape;1140;p25"/>
          <p:cNvSpPr txBox="1">
            <a:spLocks noGrp="1"/>
          </p:cNvSpPr>
          <p:nvPr>
            <p:ph type="title" idx="8"/>
          </p:nvPr>
        </p:nvSpPr>
        <p:spPr>
          <a:xfrm>
            <a:off x="3349575" y="3498153"/>
            <a:ext cx="2445000" cy="34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200" b="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141" name="Google Shape;1141;p25"/>
          <p:cNvSpPr txBox="1">
            <a:spLocks noGrp="1"/>
          </p:cNvSpPr>
          <p:nvPr>
            <p:ph type="title" idx="9"/>
          </p:nvPr>
        </p:nvSpPr>
        <p:spPr>
          <a:xfrm>
            <a:off x="3349512" y="3847952"/>
            <a:ext cx="2445000" cy="67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142" name="Google Shape;1142;p25"/>
          <p:cNvSpPr txBox="1">
            <a:spLocks noGrp="1"/>
          </p:cNvSpPr>
          <p:nvPr>
            <p:ph type="title" idx="13"/>
          </p:nvPr>
        </p:nvSpPr>
        <p:spPr>
          <a:xfrm>
            <a:off x="727200" y="3498153"/>
            <a:ext cx="2445000" cy="34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200" b="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143" name="Google Shape;1143;p25"/>
          <p:cNvSpPr txBox="1">
            <a:spLocks noGrp="1"/>
          </p:cNvSpPr>
          <p:nvPr>
            <p:ph type="title" idx="14"/>
          </p:nvPr>
        </p:nvSpPr>
        <p:spPr>
          <a:xfrm>
            <a:off x="727200" y="3847952"/>
            <a:ext cx="2445000" cy="67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144" name="Google Shape;1144;p25"/>
          <p:cNvSpPr txBox="1">
            <a:spLocks noGrp="1"/>
          </p:cNvSpPr>
          <p:nvPr>
            <p:ph type="title" idx="15"/>
          </p:nvPr>
        </p:nvSpPr>
        <p:spPr>
          <a:xfrm>
            <a:off x="5971700" y="3498153"/>
            <a:ext cx="2445000" cy="34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200" b="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145" name="Google Shape;1145;p25"/>
          <p:cNvSpPr txBox="1">
            <a:spLocks noGrp="1"/>
          </p:cNvSpPr>
          <p:nvPr>
            <p:ph type="title" idx="16"/>
          </p:nvPr>
        </p:nvSpPr>
        <p:spPr>
          <a:xfrm>
            <a:off x="5971700" y="3847952"/>
            <a:ext cx="2445000" cy="67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6">
    <p:spTree>
      <p:nvGrpSpPr>
        <p:cNvPr id="1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7" name="Google Shape;1147;p26"/>
          <p:cNvGrpSpPr/>
          <p:nvPr/>
        </p:nvGrpSpPr>
        <p:grpSpPr>
          <a:xfrm>
            <a:off x="711097" y="26"/>
            <a:ext cx="8612252" cy="5143292"/>
            <a:chOff x="532150" y="26"/>
            <a:chExt cx="8612252" cy="5143292"/>
          </a:xfrm>
        </p:grpSpPr>
        <p:sp>
          <p:nvSpPr>
            <p:cNvPr id="1148" name="Google Shape;1148;p26"/>
            <p:cNvSpPr/>
            <p:nvPr/>
          </p:nvSpPr>
          <p:spPr>
            <a:xfrm>
              <a:off x="1029044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26"/>
            <p:cNvSpPr/>
            <p:nvPr/>
          </p:nvSpPr>
          <p:spPr>
            <a:xfrm>
              <a:off x="1525731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26"/>
            <p:cNvSpPr/>
            <p:nvPr/>
          </p:nvSpPr>
          <p:spPr>
            <a:xfrm>
              <a:off x="2022607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26"/>
            <p:cNvSpPr/>
            <p:nvPr/>
          </p:nvSpPr>
          <p:spPr>
            <a:xfrm>
              <a:off x="2519501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26"/>
            <p:cNvSpPr/>
            <p:nvPr/>
          </p:nvSpPr>
          <p:spPr>
            <a:xfrm>
              <a:off x="3016170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26"/>
            <p:cNvSpPr/>
            <p:nvPr/>
          </p:nvSpPr>
          <p:spPr>
            <a:xfrm>
              <a:off x="3513063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26"/>
            <p:cNvSpPr/>
            <p:nvPr/>
          </p:nvSpPr>
          <p:spPr>
            <a:xfrm>
              <a:off x="4009957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26"/>
            <p:cNvSpPr/>
            <p:nvPr/>
          </p:nvSpPr>
          <p:spPr>
            <a:xfrm>
              <a:off x="4506833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56" name="Google Shape;1156;p26"/>
            <p:cNvGrpSpPr/>
            <p:nvPr/>
          </p:nvGrpSpPr>
          <p:grpSpPr>
            <a:xfrm>
              <a:off x="532150" y="161850"/>
              <a:ext cx="8612252" cy="4819800"/>
              <a:chOff x="532150" y="72525"/>
              <a:chExt cx="8612252" cy="4819800"/>
            </a:xfrm>
          </p:grpSpPr>
          <p:sp>
            <p:nvSpPr>
              <p:cNvPr id="1157" name="Google Shape;1157;p26"/>
              <p:cNvSpPr/>
              <p:nvPr/>
            </p:nvSpPr>
            <p:spPr>
              <a:xfrm>
                <a:off x="532150" y="72525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26"/>
              <p:cNvSpPr/>
              <p:nvPr/>
            </p:nvSpPr>
            <p:spPr>
              <a:xfrm>
                <a:off x="532150" y="55447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26"/>
              <p:cNvSpPr/>
              <p:nvPr/>
            </p:nvSpPr>
            <p:spPr>
              <a:xfrm>
                <a:off x="532150" y="103639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26"/>
              <p:cNvSpPr/>
              <p:nvPr/>
            </p:nvSpPr>
            <p:spPr>
              <a:xfrm>
                <a:off x="532150" y="1518532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26"/>
              <p:cNvSpPr/>
              <p:nvPr/>
            </p:nvSpPr>
            <p:spPr>
              <a:xfrm>
                <a:off x="532150" y="200046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Google Shape;1162;p26"/>
              <p:cNvSpPr/>
              <p:nvPr/>
            </p:nvSpPr>
            <p:spPr>
              <a:xfrm>
                <a:off x="532150" y="2482405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26"/>
              <p:cNvSpPr/>
              <p:nvPr/>
            </p:nvSpPr>
            <p:spPr>
              <a:xfrm>
                <a:off x="532150" y="2964373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26"/>
              <p:cNvSpPr/>
              <p:nvPr/>
            </p:nvSpPr>
            <p:spPr>
              <a:xfrm>
                <a:off x="532150" y="344631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26"/>
              <p:cNvSpPr/>
              <p:nvPr/>
            </p:nvSpPr>
            <p:spPr>
              <a:xfrm>
                <a:off x="532150" y="3928246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26"/>
              <p:cNvSpPr/>
              <p:nvPr/>
            </p:nvSpPr>
            <p:spPr>
              <a:xfrm>
                <a:off x="532150" y="441038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26"/>
              <p:cNvSpPr/>
              <p:nvPr/>
            </p:nvSpPr>
            <p:spPr>
              <a:xfrm>
                <a:off x="532150" y="489230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68" name="Google Shape;1168;p26"/>
            <p:cNvSpPr/>
            <p:nvPr/>
          </p:nvSpPr>
          <p:spPr>
            <a:xfrm>
              <a:off x="5003700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26"/>
            <p:cNvSpPr/>
            <p:nvPr/>
          </p:nvSpPr>
          <p:spPr>
            <a:xfrm>
              <a:off x="550057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26"/>
            <p:cNvSpPr/>
            <p:nvPr/>
          </p:nvSpPr>
          <p:spPr>
            <a:xfrm>
              <a:off x="5997469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26"/>
            <p:cNvSpPr/>
            <p:nvPr/>
          </p:nvSpPr>
          <p:spPr>
            <a:xfrm>
              <a:off x="649415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26"/>
            <p:cNvSpPr/>
            <p:nvPr/>
          </p:nvSpPr>
          <p:spPr>
            <a:xfrm>
              <a:off x="6991032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26"/>
            <p:cNvSpPr/>
            <p:nvPr/>
          </p:nvSpPr>
          <p:spPr>
            <a:xfrm>
              <a:off x="748792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26"/>
            <p:cNvSpPr/>
            <p:nvPr/>
          </p:nvSpPr>
          <p:spPr>
            <a:xfrm>
              <a:off x="7984595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26"/>
            <p:cNvSpPr/>
            <p:nvPr/>
          </p:nvSpPr>
          <p:spPr>
            <a:xfrm>
              <a:off x="8481488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26"/>
            <p:cNvSpPr/>
            <p:nvPr/>
          </p:nvSpPr>
          <p:spPr>
            <a:xfrm>
              <a:off x="8978382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7" name="Google Shape;1177;p26"/>
          <p:cNvGrpSpPr/>
          <p:nvPr/>
        </p:nvGrpSpPr>
        <p:grpSpPr>
          <a:xfrm>
            <a:off x="848548" y="1037500"/>
            <a:ext cx="6551269" cy="3595208"/>
            <a:chOff x="848548" y="1037500"/>
            <a:chExt cx="6551269" cy="3595208"/>
          </a:xfrm>
        </p:grpSpPr>
        <p:sp>
          <p:nvSpPr>
            <p:cNvPr id="1178" name="Google Shape;1178;p26"/>
            <p:cNvSpPr/>
            <p:nvPr/>
          </p:nvSpPr>
          <p:spPr>
            <a:xfrm rot="5069993">
              <a:off x="7016754" y="962386"/>
              <a:ext cx="274098" cy="467912"/>
            </a:xfrm>
            <a:custGeom>
              <a:avLst/>
              <a:gdLst/>
              <a:ahLst/>
              <a:cxnLst/>
              <a:rect l="l" t="t" r="r" b="b"/>
              <a:pathLst>
                <a:path w="19003" h="32440" extrusionOk="0">
                  <a:moveTo>
                    <a:pt x="13207" y="2777"/>
                  </a:moveTo>
                  <a:cubicBezTo>
                    <a:pt x="13954" y="2777"/>
                    <a:pt x="14675" y="3347"/>
                    <a:pt x="15264" y="4842"/>
                  </a:cubicBezTo>
                  <a:cubicBezTo>
                    <a:pt x="16490" y="7925"/>
                    <a:pt x="14788" y="10878"/>
                    <a:pt x="13633" y="13664"/>
                  </a:cubicBezTo>
                  <a:cubicBezTo>
                    <a:pt x="12144" y="17224"/>
                    <a:pt x="11025" y="20391"/>
                    <a:pt x="10668" y="23808"/>
                  </a:cubicBezTo>
                  <a:cubicBezTo>
                    <a:pt x="10513" y="23558"/>
                    <a:pt x="10370" y="23308"/>
                    <a:pt x="10239" y="23070"/>
                  </a:cubicBezTo>
                  <a:cubicBezTo>
                    <a:pt x="8025" y="18963"/>
                    <a:pt x="7906" y="12974"/>
                    <a:pt x="8632" y="8426"/>
                  </a:cubicBezTo>
                  <a:cubicBezTo>
                    <a:pt x="8816" y="7250"/>
                    <a:pt x="11115" y="2777"/>
                    <a:pt x="13207" y="2777"/>
                  </a:cubicBezTo>
                  <a:close/>
                  <a:moveTo>
                    <a:pt x="13026" y="0"/>
                  </a:moveTo>
                  <a:cubicBezTo>
                    <a:pt x="11652" y="0"/>
                    <a:pt x="10156" y="529"/>
                    <a:pt x="8692" y="1651"/>
                  </a:cubicBezTo>
                  <a:cubicBezTo>
                    <a:pt x="0" y="8295"/>
                    <a:pt x="7644" y="25951"/>
                    <a:pt x="12680" y="32190"/>
                  </a:cubicBezTo>
                  <a:cubicBezTo>
                    <a:pt x="12821" y="32367"/>
                    <a:pt x="12991" y="32440"/>
                    <a:pt x="13161" y="32440"/>
                  </a:cubicBezTo>
                  <a:cubicBezTo>
                    <a:pt x="13554" y="32440"/>
                    <a:pt x="13948" y="32053"/>
                    <a:pt x="13990" y="31655"/>
                  </a:cubicBezTo>
                  <a:cubicBezTo>
                    <a:pt x="14145" y="30154"/>
                    <a:pt x="13490" y="28559"/>
                    <a:pt x="12644" y="27035"/>
                  </a:cubicBezTo>
                  <a:cubicBezTo>
                    <a:pt x="12204" y="22868"/>
                    <a:pt x="15609" y="16260"/>
                    <a:pt x="17014" y="13426"/>
                  </a:cubicBezTo>
                  <a:cubicBezTo>
                    <a:pt x="18312" y="10819"/>
                    <a:pt x="19002" y="8140"/>
                    <a:pt x="18431" y="5223"/>
                  </a:cubicBezTo>
                  <a:cubicBezTo>
                    <a:pt x="17769" y="1884"/>
                    <a:pt x="15617" y="0"/>
                    <a:pt x="130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26"/>
            <p:cNvSpPr/>
            <p:nvPr/>
          </p:nvSpPr>
          <p:spPr>
            <a:xfrm rot="-4333465">
              <a:off x="965766" y="4247394"/>
              <a:ext cx="235903" cy="418288"/>
            </a:xfrm>
            <a:custGeom>
              <a:avLst/>
              <a:gdLst/>
              <a:ahLst/>
              <a:cxnLst/>
              <a:rect l="l" t="t" r="r" b="b"/>
              <a:pathLst>
                <a:path w="15538" h="27551" extrusionOk="0">
                  <a:moveTo>
                    <a:pt x="8994" y="2908"/>
                  </a:moveTo>
                  <a:cubicBezTo>
                    <a:pt x="10071" y="2908"/>
                    <a:pt x="11146" y="3372"/>
                    <a:pt x="12216" y="4301"/>
                  </a:cubicBezTo>
                  <a:cubicBezTo>
                    <a:pt x="12954" y="6658"/>
                    <a:pt x="12645" y="8706"/>
                    <a:pt x="11275" y="10444"/>
                  </a:cubicBezTo>
                  <a:cubicBezTo>
                    <a:pt x="9656" y="13147"/>
                    <a:pt x="9537" y="16469"/>
                    <a:pt x="8346" y="19445"/>
                  </a:cubicBezTo>
                  <a:cubicBezTo>
                    <a:pt x="7977" y="20386"/>
                    <a:pt x="7882" y="21660"/>
                    <a:pt x="7989" y="22934"/>
                  </a:cubicBezTo>
                  <a:cubicBezTo>
                    <a:pt x="7906" y="22898"/>
                    <a:pt x="7811" y="22874"/>
                    <a:pt x="7715" y="22863"/>
                  </a:cubicBezTo>
                  <a:cubicBezTo>
                    <a:pt x="6120" y="20422"/>
                    <a:pt x="5286" y="17588"/>
                    <a:pt x="4310" y="14862"/>
                  </a:cubicBezTo>
                  <a:cubicBezTo>
                    <a:pt x="3215" y="11766"/>
                    <a:pt x="3120" y="8444"/>
                    <a:pt x="4584" y="5479"/>
                  </a:cubicBezTo>
                  <a:cubicBezTo>
                    <a:pt x="6059" y="3765"/>
                    <a:pt x="7529" y="2908"/>
                    <a:pt x="8994" y="2908"/>
                  </a:cubicBezTo>
                  <a:close/>
                  <a:moveTo>
                    <a:pt x="8865" y="1"/>
                  </a:moveTo>
                  <a:cubicBezTo>
                    <a:pt x="8350" y="1"/>
                    <a:pt x="7821" y="91"/>
                    <a:pt x="7287" y="288"/>
                  </a:cubicBezTo>
                  <a:cubicBezTo>
                    <a:pt x="2250" y="2158"/>
                    <a:pt x="0" y="7218"/>
                    <a:pt x="1072" y="12421"/>
                  </a:cubicBezTo>
                  <a:cubicBezTo>
                    <a:pt x="1988" y="16862"/>
                    <a:pt x="3215" y="22791"/>
                    <a:pt x="7215" y="25625"/>
                  </a:cubicBezTo>
                  <a:cubicBezTo>
                    <a:pt x="7692" y="26530"/>
                    <a:pt x="8525" y="27042"/>
                    <a:pt x="9906" y="27494"/>
                  </a:cubicBezTo>
                  <a:cubicBezTo>
                    <a:pt x="10024" y="27532"/>
                    <a:pt x="10139" y="27550"/>
                    <a:pt x="10251" y="27550"/>
                  </a:cubicBezTo>
                  <a:cubicBezTo>
                    <a:pt x="11114" y="27550"/>
                    <a:pt x="11750" y="26499"/>
                    <a:pt x="11275" y="25708"/>
                  </a:cubicBezTo>
                  <a:cubicBezTo>
                    <a:pt x="9466" y="22708"/>
                    <a:pt x="11561" y="18457"/>
                    <a:pt x="12585" y="15540"/>
                  </a:cubicBezTo>
                  <a:cubicBezTo>
                    <a:pt x="13216" y="13742"/>
                    <a:pt x="13287" y="12064"/>
                    <a:pt x="14311" y="10325"/>
                  </a:cubicBezTo>
                  <a:cubicBezTo>
                    <a:pt x="14776" y="9539"/>
                    <a:pt x="15538" y="7837"/>
                    <a:pt x="15442" y="6896"/>
                  </a:cubicBezTo>
                  <a:cubicBezTo>
                    <a:pt x="15153" y="3998"/>
                    <a:pt x="12297" y="1"/>
                    <a:pt x="88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26"/>
            <p:cNvSpPr/>
            <p:nvPr/>
          </p:nvSpPr>
          <p:spPr>
            <a:xfrm>
              <a:off x="2168650" y="1414851"/>
              <a:ext cx="420208" cy="423995"/>
            </a:xfrm>
            <a:custGeom>
              <a:avLst/>
              <a:gdLst/>
              <a:ahLst/>
              <a:cxnLst/>
              <a:rect l="l" t="t" r="r" b="b"/>
              <a:pathLst>
                <a:path w="27514" h="27762" extrusionOk="0">
                  <a:moveTo>
                    <a:pt x="9258" y="3049"/>
                  </a:moveTo>
                  <a:cubicBezTo>
                    <a:pt x="9906" y="3049"/>
                    <a:pt x="10551" y="3168"/>
                    <a:pt x="11145" y="3429"/>
                  </a:cubicBezTo>
                  <a:cubicBezTo>
                    <a:pt x="13919" y="4644"/>
                    <a:pt x="15812" y="7751"/>
                    <a:pt x="17241" y="10276"/>
                  </a:cubicBezTo>
                  <a:cubicBezTo>
                    <a:pt x="19003" y="13347"/>
                    <a:pt x="19955" y="16693"/>
                    <a:pt x="19217" y="20241"/>
                  </a:cubicBezTo>
                  <a:cubicBezTo>
                    <a:pt x="19098" y="20765"/>
                    <a:pt x="18943" y="21265"/>
                    <a:pt x="18729" y="21765"/>
                  </a:cubicBezTo>
                  <a:cubicBezTo>
                    <a:pt x="16157" y="16764"/>
                    <a:pt x="7632" y="12883"/>
                    <a:pt x="5060" y="8966"/>
                  </a:cubicBezTo>
                  <a:cubicBezTo>
                    <a:pt x="2982" y="5803"/>
                    <a:pt x="6153" y="3049"/>
                    <a:pt x="9258" y="3049"/>
                  </a:cubicBezTo>
                  <a:close/>
                  <a:moveTo>
                    <a:pt x="8834" y="0"/>
                  </a:moveTo>
                  <a:cubicBezTo>
                    <a:pt x="7866" y="0"/>
                    <a:pt x="6885" y="185"/>
                    <a:pt x="5906" y="584"/>
                  </a:cubicBezTo>
                  <a:cubicBezTo>
                    <a:pt x="1084" y="2548"/>
                    <a:pt x="0" y="7656"/>
                    <a:pt x="3084" y="11573"/>
                  </a:cubicBezTo>
                  <a:cubicBezTo>
                    <a:pt x="5025" y="14050"/>
                    <a:pt x="7489" y="15967"/>
                    <a:pt x="10013" y="17824"/>
                  </a:cubicBezTo>
                  <a:cubicBezTo>
                    <a:pt x="12942" y="19979"/>
                    <a:pt x="18145" y="22372"/>
                    <a:pt x="17443" y="26801"/>
                  </a:cubicBezTo>
                  <a:cubicBezTo>
                    <a:pt x="17364" y="27316"/>
                    <a:pt x="17816" y="27762"/>
                    <a:pt x="18247" y="27762"/>
                  </a:cubicBezTo>
                  <a:cubicBezTo>
                    <a:pt x="18464" y="27762"/>
                    <a:pt x="18676" y="27648"/>
                    <a:pt x="18812" y="27373"/>
                  </a:cubicBezTo>
                  <a:cubicBezTo>
                    <a:pt x="18991" y="27028"/>
                    <a:pt x="19134" y="26658"/>
                    <a:pt x="19241" y="26277"/>
                  </a:cubicBezTo>
                  <a:cubicBezTo>
                    <a:pt x="19277" y="26266"/>
                    <a:pt x="19312" y="26242"/>
                    <a:pt x="19348" y="26218"/>
                  </a:cubicBezTo>
                  <a:cubicBezTo>
                    <a:pt x="27514" y="19833"/>
                    <a:pt x="18864" y="0"/>
                    <a:pt x="883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81" name="Google Shape;1181;p26"/>
          <p:cNvSpPr/>
          <p:nvPr/>
        </p:nvSpPr>
        <p:spPr>
          <a:xfrm>
            <a:off x="711098" y="26"/>
            <a:ext cx="17" cy="5143292"/>
          </a:xfrm>
          <a:custGeom>
            <a:avLst/>
            <a:gdLst/>
            <a:ahLst/>
            <a:cxnLst/>
            <a:rect l="l" t="t" r="r" b="b"/>
            <a:pathLst>
              <a:path w="1" h="148532" fill="none" extrusionOk="0">
                <a:moveTo>
                  <a:pt x="1" y="1"/>
                </a:moveTo>
                <a:lnTo>
                  <a:pt x="1" y="148531"/>
                </a:lnTo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82" name="Google Shape;1182;p26"/>
          <p:cNvGrpSpPr/>
          <p:nvPr/>
        </p:nvGrpSpPr>
        <p:grpSpPr>
          <a:xfrm>
            <a:off x="297012" y="145150"/>
            <a:ext cx="132900" cy="4853200"/>
            <a:chOff x="194265" y="145150"/>
            <a:chExt cx="132900" cy="4853200"/>
          </a:xfrm>
        </p:grpSpPr>
        <p:sp>
          <p:nvSpPr>
            <p:cNvPr id="1183" name="Google Shape;1183;p26"/>
            <p:cNvSpPr/>
            <p:nvPr/>
          </p:nvSpPr>
          <p:spPr>
            <a:xfrm>
              <a:off x="194265" y="14515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26"/>
            <p:cNvSpPr/>
            <p:nvPr/>
          </p:nvSpPr>
          <p:spPr>
            <a:xfrm>
              <a:off x="194265" y="61718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26"/>
            <p:cNvSpPr/>
            <p:nvPr/>
          </p:nvSpPr>
          <p:spPr>
            <a:xfrm>
              <a:off x="194265" y="108921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26"/>
            <p:cNvSpPr/>
            <p:nvPr/>
          </p:nvSpPr>
          <p:spPr>
            <a:xfrm>
              <a:off x="194265" y="156124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26"/>
            <p:cNvSpPr/>
            <p:nvPr/>
          </p:nvSpPr>
          <p:spPr>
            <a:xfrm>
              <a:off x="194265" y="203327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26"/>
            <p:cNvSpPr/>
            <p:nvPr/>
          </p:nvSpPr>
          <p:spPr>
            <a:xfrm>
              <a:off x="194265" y="250530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26"/>
            <p:cNvSpPr/>
            <p:nvPr/>
          </p:nvSpPr>
          <p:spPr>
            <a:xfrm>
              <a:off x="194265" y="297733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26"/>
            <p:cNvSpPr/>
            <p:nvPr/>
          </p:nvSpPr>
          <p:spPr>
            <a:xfrm>
              <a:off x="194265" y="344936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26"/>
            <p:cNvSpPr/>
            <p:nvPr/>
          </p:nvSpPr>
          <p:spPr>
            <a:xfrm>
              <a:off x="194265" y="392139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26"/>
            <p:cNvSpPr/>
            <p:nvPr/>
          </p:nvSpPr>
          <p:spPr>
            <a:xfrm>
              <a:off x="194265" y="439342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26"/>
            <p:cNvSpPr/>
            <p:nvPr/>
          </p:nvSpPr>
          <p:spPr>
            <a:xfrm>
              <a:off x="194265" y="486545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4" name="Google Shape;1194;p26"/>
          <p:cNvSpPr txBox="1">
            <a:spLocks noGrp="1"/>
          </p:cNvSpPr>
          <p:nvPr>
            <p:ph type="title"/>
          </p:nvPr>
        </p:nvSpPr>
        <p:spPr>
          <a:xfrm>
            <a:off x="758775" y="405130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195" name="Google Shape;1195;p26"/>
          <p:cNvSpPr txBox="1">
            <a:spLocks noGrp="1"/>
          </p:cNvSpPr>
          <p:nvPr>
            <p:ph type="subTitle" idx="1"/>
          </p:nvPr>
        </p:nvSpPr>
        <p:spPr>
          <a:xfrm>
            <a:off x="1115750" y="2298500"/>
            <a:ext cx="2895900" cy="13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6_2">
    <p:spTree>
      <p:nvGrpSpPr>
        <p:cNvPr id="1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7" name="Google Shape;1197;p27"/>
          <p:cNvGrpSpPr/>
          <p:nvPr/>
        </p:nvGrpSpPr>
        <p:grpSpPr>
          <a:xfrm>
            <a:off x="711097" y="26"/>
            <a:ext cx="8612252" cy="5143292"/>
            <a:chOff x="532150" y="26"/>
            <a:chExt cx="8612252" cy="5143292"/>
          </a:xfrm>
        </p:grpSpPr>
        <p:sp>
          <p:nvSpPr>
            <p:cNvPr id="1198" name="Google Shape;1198;p27"/>
            <p:cNvSpPr/>
            <p:nvPr/>
          </p:nvSpPr>
          <p:spPr>
            <a:xfrm>
              <a:off x="1029044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27"/>
            <p:cNvSpPr/>
            <p:nvPr/>
          </p:nvSpPr>
          <p:spPr>
            <a:xfrm>
              <a:off x="1525731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27"/>
            <p:cNvSpPr/>
            <p:nvPr/>
          </p:nvSpPr>
          <p:spPr>
            <a:xfrm>
              <a:off x="2022607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27"/>
            <p:cNvSpPr/>
            <p:nvPr/>
          </p:nvSpPr>
          <p:spPr>
            <a:xfrm>
              <a:off x="2519501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27"/>
            <p:cNvSpPr/>
            <p:nvPr/>
          </p:nvSpPr>
          <p:spPr>
            <a:xfrm>
              <a:off x="3016170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27"/>
            <p:cNvSpPr/>
            <p:nvPr/>
          </p:nvSpPr>
          <p:spPr>
            <a:xfrm>
              <a:off x="3513063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27"/>
            <p:cNvSpPr/>
            <p:nvPr/>
          </p:nvSpPr>
          <p:spPr>
            <a:xfrm>
              <a:off x="4009957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27"/>
            <p:cNvSpPr/>
            <p:nvPr/>
          </p:nvSpPr>
          <p:spPr>
            <a:xfrm>
              <a:off x="4506833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06" name="Google Shape;1206;p27"/>
            <p:cNvGrpSpPr/>
            <p:nvPr/>
          </p:nvGrpSpPr>
          <p:grpSpPr>
            <a:xfrm>
              <a:off x="532150" y="161850"/>
              <a:ext cx="8612252" cy="4819800"/>
              <a:chOff x="532150" y="72525"/>
              <a:chExt cx="8612252" cy="4819800"/>
            </a:xfrm>
          </p:grpSpPr>
          <p:sp>
            <p:nvSpPr>
              <p:cNvPr id="1207" name="Google Shape;1207;p27"/>
              <p:cNvSpPr/>
              <p:nvPr/>
            </p:nvSpPr>
            <p:spPr>
              <a:xfrm>
                <a:off x="532150" y="72525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Google Shape;1208;p27"/>
              <p:cNvSpPr/>
              <p:nvPr/>
            </p:nvSpPr>
            <p:spPr>
              <a:xfrm>
                <a:off x="532150" y="55447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Google Shape;1209;p27"/>
              <p:cNvSpPr/>
              <p:nvPr/>
            </p:nvSpPr>
            <p:spPr>
              <a:xfrm>
                <a:off x="532150" y="103639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27"/>
              <p:cNvSpPr/>
              <p:nvPr/>
            </p:nvSpPr>
            <p:spPr>
              <a:xfrm>
                <a:off x="532150" y="1518532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27"/>
              <p:cNvSpPr/>
              <p:nvPr/>
            </p:nvSpPr>
            <p:spPr>
              <a:xfrm>
                <a:off x="532150" y="200046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27"/>
              <p:cNvSpPr/>
              <p:nvPr/>
            </p:nvSpPr>
            <p:spPr>
              <a:xfrm>
                <a:off x="532150" y="2482405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Google Shape;1213;p27"/>
              <p:cNvSpPr/>
              <p:nvPr/>
            </p:nvSpPr>
            <p:spPr>
              <a:xfrm>
                <a:off x="532150" y="2964373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27"/>
              <p:cNvSpPr/>
              <p:nvPr/>
            </p:nvSpPr>
            <p:spPr>
              <a:xfrm>
                <a:off x="532150" y="344631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27"/>
              <p:cNvSpPr/>
              <p:nvPr/>
            </p:nvSpPr>
            <p:spPr>
              <a:xfrm>
                <a:off x="532150" y="3928246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27"/>
              <p:cNvSpPr/>
              <p:nvPr/>
            </p:nvSpPr>
            <p:spPr>
              <a:xfrm>
                <a:off x="532150" y="441038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27"/>
              <p:cNvSpPr/>
              <p:nvPr/>
            </p:nvSpPr>
            <p:spPr>
              <a:xfrm>
                <a:off x="532150" y="489230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18" name="Google Shape;1218;p27"/>
            <p:cNvSpPr/>
            <p:nvPr/>
          </p:nvSpPr>
          <p:spPr>
            <a:xfrm>
              <a:off x="5003700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27"/>
            <p:cNvSpPr/>
            <p:nvPr/>
          </p:nvSpPr>
          <p:spPr>
            <a:xfrm>
              <a:off x="550057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27"/>
            <p:cNvSpPr/>
            <p:nvPr/>
          </p:nvSpPr>
          <p:spPr>
            <a:xfrm>
              <a:off x="5997469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27"/>
            <p:cNvSpPr/>
            <p:nvPr/>
          </p:nvSpPr>
          <p:spPr>
            <a:xfrm>
              <a:off x="649415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27"/>
            <p:cNvSpPr/>
            <p:nvPr/>
          </p:nvSpPr>
          <p:spPr>
            <a:xfrm>
              <a:off x="6991032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27"/>
            <p:cNvSpPr/>
            <p:nvPr/>
          </p:nvSpPr>
          <p:spPr>
            <a:xfrm>
              <a:off x="748792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27"/>
            <p:cNvSpPr/>
            <p:nvPr/>
          </p:nvSpPr>
          <p:spPr>
            <a:xfrm>
              <a:off x="7984595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27"/>
            <p:cNvSpPr/>
            <p:nvPr/>
          </p:nvSpPr>
          <p:spPr>
            <a:xfrm>
              <a:off x="8481488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27"/>
            <p:cNvSpPr/>
            <p:nvPr/>
          </p:nvSpPr>
          <p:spPr>
            <a:xfrm>
              <a:off x="8978382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7" name="Google Shape;1227;p27"/>
          <p:cNvGrpSpPr/>
          <p:nvPr/>
        </p:nvGrpSpPr>
        <p:grpSpPr>
          <a:xfrm flipH="1">
            <a:off x="1667848" y="1037500"/>
            <a:ext cx="6551269" cy="3595208"/>
            <a:chOff x="848548" y="1037500"/>
            <a:chExt cx="6551269" cy="3595208"/>
          </a:xfrm>
        </p:grpSpPr>
        <p:sp>
          <p:nvSpPr>
            <p:cNvPr id="1228" name="Google Shape;1228;p27"/>
            <p:cNvSpPr/>
            <p:nvPr/>
          </p:nvSpPr>
          <p:spPr>
            <a:xfrm rot="5069993">
              <a:off x="7016754" y="962386"/>
              <a:ext cx="274098" cy="467912"/>
            </a:xfrm>
            <a:custGeom>
              <a:avLst/>
              <a:gdLst/>
              <a:ahLst/>
              <a:cxnLst/>
              <a:rect l="l" t="t" r="r" b="b"/>
              <a:pathLst>
                <a:path w="19003" h="32440" extrusionOk="0">
                  <a:moveTo>
                    <a:pt x="13207" y="2777"/>
                  </a:moveTo>
                  <a:cubicBezTo>
                    <a:pt x="13954" y="2777"/>
                    <a:pt x="14675" y="3347"/>
                    <a:pt x="15264" y="4842"/>
                  </a:cubicBezTo>
                  <a:cubicBezTo>
                    <a:pt x="16490" y="7925"/>
                    <a:pt x="14788" y="10878"/>
                    <a:pt x="13633" y="13664"/>
                  </a:cubicBezTo>
                  <a:cubicBezTo>
                    <a:pt x="12144" y="17224"/>
                    <a:pt x="11025" y="20391"/>
                    <a:pt x="10668" y="23808"/>
                  </a:cubicBezTo>
                  <a:cubicBezTo>
                    <a:pt x="10513" y="23558"/>
                    <a:pt x="10370" y="23308"/>
                    <a:pt x="10239" y="23070"/>
                  </a:cubicBezTo>
                  <a:cubicBezTo>
                    <a:pt x="8025" y="18963"/>
                    <a:pt x="7906" y="12974"/>
                    <a:pt x="8632" y="8426"/>
                  </a:cubicBezTo>
                  <a:cubicBezTo>
                    <a:pt x="8816" y="7250"/>
                    <a:pt x="11115" y="2777"/>
                    <a:pt x="13207" y="2777"/>
                  </a:cubicBezTo>
                  <a:close/>
                  <a:moveTo>
                    <a:pt x="13026" y="0"/>
                  </a:moveTo>
                  <a:cubicBezTo>
                    <a:pt x="11652" y="0"/>
                    <a:pt x="10156" y="529"/>
                    <a:pt x="8692" y="1651"/>
                  </a:cubicBezTo>
                  <a:cubicBezTo>
                    <a:pt x="0" y="8295"/>
                    <a:pt x="7644" y="25951"/>
                    <a:pt x="12680" y="32190"/>
                  </a:cubicBezTo>
                  <a:cubicBezTo>
                    <a:pt x="12821" y="32367"/>
                    <a:pt x="12991" y="32440"/>
                    <a:pt x="13161" y="32440"/>
                  </a:cubicBezTo>
                  <a:cubicBezTo>
                    <a:pt x="13554" y="32440"/>
                    <a:pt x="13948" y="32053"/>
                    <a:pt x="13990" y="31655"/>
                  </a:cubicBezTo>
                  <a:cubicBezTo>
                    <a:pt x="14145" y="30154"/>
                    <a:pt x="13490" y="28559"/>
                    <a:pt x="12644" y="27035"/>
                  </a:cubicBezTo>
                  <a:cubicBezTo>
                    <a:pt x="12204" y="22868"/>
                    <a:pt x="15609" y="16260"/>
                    <a:pt x="17014" y="13426"/>
                  </a:cubicBezTo>
                  <a:cubicBezTo>
                    <a:pt x="18312" y="10819"/>
                    <a:pt x="19002" y="8140"/>
                    <a:pt x="18431" y="5223"/>
                  </a:cubicBezTo>
                  <a:cubicBezTo>
                    <a:pt x="17769" y="1884"/>
                    <a:pt x="15617" y="0"/>
                    <a:pt x="130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27"/>
            <p:cNvSpPr/>
            <p:nvPr/>
          </p:nvSpPr>
          <p:spPr>
            <a:xfrm rot="-4333465">
              <a:off x="965766" y="4247394"/>
              <a:ext cx="235903" cy="418288"/>
            </a:xfrm>
            <a:custGeom>
              <a:avLst/>
              <a:gdLst/>
              <a:ahLst/>
              <a:cxnLst/>
              <a:rect l="l" t="t" r="r" b="b"/>
              <a:pathLst>
                <a:path w="15538" h="27551" extrusionOk="0">
                  <a:moveTo>
                    <a:pt x="8994" y="2908"/>
                  </a:moveTo>
                  <a:cubicBezTo>
                    <a:pt x="10071" y="2908"/>
                    <a:pt x="11146" y="3372"/>
                    <a:pt x="12216" y="4301"/>
                  </a:cubicBezTo>
                  <a:cubicBezTo>
                    <a:pt x="12954" y="6658"/>
                    <a:pt x="12645" y="8706"/>
                    <a:pt x="11275" y="10444"/>
                  </a:cubicBezTo>
                  <a:cubicBezTo>
                    <a:pt x="9656" y="13147"/>
                    <a:pt x="9537" y="16469"/>
                    <a:pt x="8346" y="19445"/>
                  </a:cubicBezTo>
                  <a:cubicBezTo>
                    <a:pt x="7977" y="20386"/>
                    <a:pt x="7882" y="21660"/>
                    <a:pt x="7989" y="22934"/>
                  </a:cubicBezTo>
                  <a:cubicBezTo>
                    <a:pt x="7906" y="22898"/>
                    <a:pt x="7811" y="22874"/>
                    <a:pt x="7715" y="22863"/>
                  </a:cubicBezTo>
                  <a:cubicBezTo>
                    <a:pt x="6120" y="20422"/>
                    <a:pt x="5286" y="17588"/>
                    <a:pt x="4310" y="14862"/>
                  </a:cubicBezTo>
                  <a:cubicBezTo>
                    <a:pt x="3215" y="11766"/>
                    <a:pt x="3120" y="8444"/>
                    <a:pt x="4584" y="5479"/>
                  </a:cubicBezTo>
                  <a:cubicBezTo>
                    <a:pt x="6059" y="3765"/>
                    <a:pt x="7529" y="2908"/>
                    <a:pt x="8994" y="2908"/>
                  </a:cubicBezTo>
                  <a:close/>
                  <a:moveTo>
                    <a:pt x="8865" y="1"/>
                  </a:moveTo>
                  <a:cubicBezTo>
                    <a:pt x="8350" y="1"/>
                    <a:pt x="7821" y="91"/>
                    <a:pt x="7287" y="288"/>
                  </a:cubicBezTo>
                  <a:cubicBezTo>
                    <a:pt x="2250" y="2158"/>
                    <a:pt x="0" y="7218"/>
                    <a:pt x="1072" y="12421"/>
                  </a:cubicBezTo>
                  <a:cubicBezTo>
                    <a:pt x="1988" y="16862"/>
                    <a:pt x="3215" y="22791"/>
                    <a:pt x="7215" y="25625"/>
                  </a:cubicBezTo>
                  <a:cubicBezTo>
                    <a:pt x="7692" y="26530"/>
                    <a:pt x="8525" y="27042"/>
                    <a:pt x="9906" y="27494"/>
                  </a:cubicBezTo>
                  <a:cubicBezTo>
                    <a:pt x="10024" y="27532"/>
                    <a:pt x="10139" y="27550"/>
                    <a:pt x="10251" y="27550"/>
                  </a:cubicBezTo>
                  <a:cubicBezTo>
                    <a:pt x="11114" y="27550"/>
                    <a:pt x="11750" y="26499"/>
                    <a:pt x="11275" y="25708"/>
                  </a:cubicBezTo>
                  <a:cubicBezTo>
                    <a:pt x="9466" y="22708"/>
                    <a:pt x="11561" y="18457"/>
                    <a:pt x="12585" y="15540"/>
                  </a:cubicBezTo>
                  <a:cubicBezTo>
                    <a:pt x="13216" y="13742"/>
                    <a:pt x="13287" y="12064"/>
                    <a:pt x="14311" y="10325"/>
                  </a:cubicBezTo>
                  <a:cubicBezTo>
                    <a:pt x="14776" y="9539"/>
                    <a:pt x="15538" y="7837"/>
                    <a:pt x="15442" y="6896"/>
                  </a:cubicBezTo>
                  <a:cubicBezTo>
                    <a:pt x="15153" y="3998"/>
                    <a:pt x="12297" y="1"/>
                    <a:pt x="88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27"/>
            <p:cNvSpPr/>
            <p:nvPr/>
          </p:nvSpPr>
          <p:spPr>
            <a:xfrm>
              <a:off x="2168650" y="1414851"/>
              <a:ext cx="420208" cy="423995"/>
            </a:xfrm>
            <a:custGeom>
              <a:avLst/>
              <a:gdLst/>
              <a:ahLst/>
              <a:cxnLst/>
              <a:rect l="l" t="t" r="r" b="b"/>
              <a:pathLst>
                <a:path w="27514" h="27762" extrusionOk="0">
                  <a:moveTo>
                    <a:pt x="9258" y="3049"/>
                  </a:moveTo>
                  <a:cubicBezTo>
                    <a:pt x="9906" y="3049"/>
                    <a:pt x="10551" y="3168"/>
                    <a:pt x="11145" y="3429"/>
                  </a:cubicBezTo>
                  <a:cubicBezTo>
                    <a:pt x="13919" y="4644"/>
                    <a:pt x="15812" y="7751"/>
                    <a:pt x="17241" y="10276"/>
                  </a:cubicBezTo>
                  <a:cubicBezTo>
                    <a:pt x="19003" y="13347"/>
                    <a:pt x="19955" y="16693"/>
                    <a:pt x="19217" y="20241"/>
                  </a:cubicBezTo>
                  <a:cubicBezTo>
                    <a:pt x="19098" y="20765"/>
                    <a:pt x="18943" y="21265"/>
                    <a:pt x="18729" y="21765"/>
                  </a:cubicBezTo>
                  <a:cubicBezTo>
                    <a:pt x="16157" y="16764"/>
                    <a:pt x="7632" y="12883"/>
                    <a:pt x="5060" y="8966"/>
                  </a:cubicBezTo>
                  <a:cubicBezTo>
                    <a:pt x="2982" y="5803"/>
                    <a:pt x="6153" y="3049"/>
                    <a:pt x="9258" y="3049"/>
                  </a:cubicBezTo>
                  <a:close/>
                  <a:moveTo>
                    <a:pt x="8834" y="0"/>
                  </a:moveTo>
                  <a:cubicBezTo>
                    <a:pt x="7866" y="0"/>
                    <a:pt x="6885" y="185"/>
                    <a:pt x="5906" y="584"/>
                  </a:cubicBezTo>
                  <a:cubicBezTo>
                    <a:pt x="1084" y="2548"/>
                    <a:pt x="0" y="7656"/>
                    <a:pt x="3084" y="11573"/>
                  </a:cubicBezTo>
                  <a:cubicBezTo>
                    <a:pt x="5025" y="14050"/>
                    <a:pt x="7489" y="15967"/>
                    <a:pt x="10013" y="17824"/>
                  </a:cubicBezTo>
                  <a:cubicBezTo>
                    <a:pt x="12942" y="19979"/>
                    <a:pt x="18145" y="22372"/>
                    <a:pt x="17443" y="26801"/>
                  </a:cubicBezTo>
                  <a:cubicBezTo>
                    <a:pt x="17364" y="27316"/>
                    <a:pt x="17816" y="27762"/>
                    <a:pt x="18247" y="27762"/>
                  </a:cubicBezTo>
                  <a:cubicBezTo>
                    <a:pt x="18464" y="27762"/>
                    <a:pt x="18676" y="27648"/>
                    <a:pt x="18812" y="27373"/>
                  </a:cubicBezTo>
                  <a:cubicBezTo>
                    <a:pt x="18991" y="27028"/>
                    <a:pt x="19134" y="26658"/>
                    <a:pt x="19241" y="26277"/>
                  </a:cubicBezTo>
                  <a:cubicBezTo>
                    <a:pt x="19277" y="26266"/>
                    <a:pt x="19312" y="26242"/>
                    <a:pt x="19348" y="26218"/>
                  </a:cubicBezTo>
                  <a:cubicBezTo>
                    <a:pt x="27514" y="19833"/>
                    <a:pt x="18864" y="0"/>
                    <a:pt x="88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31" name="Google Shape;1231;p27"/>
          <p:cNvSpPr/>
          <p:nvPr/>
        </p:nvSpPr>
        <p:spPr>
          <a:xfrm>
            <a:off x="711098" y="26"/>
            <a:ext cx="17" cy="5143292"/>
          </a:xfrm>
          <a:custGeom>
            <a:avLst/>
            <a:gdLst/>
            <a:ahLst/>
            <a:cxnLst/>
            <a:rect l="l" t="t" r="r" b="b"/>
            <a:pathLst>
              <a:path w="1" h="148532" fill="none" extrusionOk="0">
                <a:moveTo>
                  <a:pt x="1" y="1"/>
                </a:moveTo>
                <a:lnTo>
                  <a:pt x="1" y="148531"/>
                </a:lnTo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32" name="Google Shape;1232;p27"/>
          <p:cNvGrpSpPr/>
          <p:nvPr/>
        </p:nvGrpSpPr>
        <p:grpSpPr>
          <a:xfrm>
            <a:off x="297012" y="145150"/>
            <a:ext cx="132900" cy="4853200"/>
            <a:chOff x="194265" y="145150"/>
            <a:chExt cx="132900" cy="4853200"/>
          </a:xfrm>
        </p:grpSpPr>
        <p:sp>
          <p:nvSpPr>
            <p:cNvPr id="1233" name="Google Shape;1233;p27"/>
            <p:cNvSpPr/>
            <p:nvPr/>
          </p:nvSpPr>
          <p:spPr>
            <a:xfrm>
              <a:off x="194265" y="14515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27"/>
            <p:cNvSpPr/>
            <p:nvPr/>
          </p:nvSpPr>
          <p:spPr>
            <a:xfrm>
              <a:off x="194265" y="61718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27"/>
            <p:cNvSpPr/>
            <p:nvPr/>
          </p:nvSpPr>
          <p:spPr>
            <a:xfrm>
              <a:off x="194265" y="108921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27"/>
            <p:cNvSpPr/>
            <p:nvPr/>
          </p:nvSpPr>
          <p:spPr>
            <a:xfrm>
              <a:off x="194265" y="156124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27"/>
            <p:cNvSpPr/>
            <p:nvPr/>
          </p:nvSpPr>
          <p:spPr>
            <a:xfrm>
              <a:off x="194265" y="203327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27"/>
            <p:cNvSpPr/>
            <p:nvPr/>
          </p:nvSpPr>
          <p:spPr>
            <a:xfrm>
              <a:off x="194265" y="250530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27"/>
            <p:cNvSpPr/>
            <p:nvPr/>
          </p:nvSpPr>
          <p:spPr>
            <a:xfrm>
              <a:off x="194265" y="297733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27"/>
            <p:cNvSpPr/>
            <p:nvPr/>
          </p:nvSpPr>
          <p:spPr>
            <a:xfrm>
              <a:off x="194265" y="344936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27"/>
            <p:cNvSpPr/>
            <p:nvPr/>
          </p:nvSpPr>
          <p:spPr>
            <a:xfrm>
              <a:off x="194265" y="392139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27"/>
            <p:cNvSpPr/>
            <p:nvPr/>
          </p:nvSpPr>
          <p:spPr>
            <a:xfrm>
              <a:off x="194265" y="439342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27"/>
            <p:cNvSpPr/>
            <p:nvPr/>
          </p:nvSpPr>
          <p:spPr>
            <a:xfrm>
              <a:off x="194265" y="486545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44" name="Google Shape;1244;p27"/>
          <p:cNvSpPr txBox="1">
            <a:spLocks noGrp="1"/>
          </p:cNvSpPr>
          <p:nvPr>
            <p:ph type="title"/>
          </p:nvPr>
        </p:nvSpPr>
        <p:spPr>
          <a:xfrm>
            <a:off x="758775" y="405130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245" name="Google Shape;1245;p27"/>
          <p:cNvSpPr txBox="1">
            <a:spLocks noGrp="1"/>
          </p:cNvSpPr>
          <p:nvPr>
            <p:ph type="subTitle" idx="1"/>
          </p:nvPr>
        </p:nvSpPr>
        <p:spPr>
          <a:xfrm>
            <a:off x="4900800" y="2298500"/>
            <a:ext cx="2908200" cy="13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5">
    <p:spTree>
      <p:nvGrpSpPr>
        <p:cNvPr id="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2" name="Google Shape;1302;p29"/>
          <p:cNvGrpSpPr/>
          <p:nvPr/>
        </p:nvGrpSpPr>
        <p:grpSpPr>
          <a:xfrm>
            <a:off x="711097" y="26"/>
            <a:ext cx="8612252" cy="5143292"/>
            <a:chOff x="532150" y="26"/>
            <a:chExt cx="8612252" cy="5143292"/>
          </a:xfrm>
        </p:grpSpPr>
        <p:sp>
          <p:nvSpPr>
            <p:cNvPr id="1303" name="Google Shape;1303;p29"/>
            <p:cNvSpPr/>
            <p:nvPr/>
          </p:nvSpPr>
          <p:spPr>
            <a:xfrm>
              <a:off x="1029044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29"/>
            <p:cNvSpPr/>
            <p:nvPr/>
          </p:nvSpPr>
          <p:spPr>
            <a:xfrm>
              <a:off x="1525731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29"/>
            <p:cNvSpPr/>
            <p:nvPr/>
          </p:nvSpPr>
          <p:spPr>
            <a:xfrm>
              <a:off x="2022607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29"/>
            <p:cNvSpPr/>
            <p:nvPr/>
          </p:nvSpPr>
          <p:spPr>
            <a:xfrm>
              <a:off x="2519501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29"/>
            <p:cNvSpPr/>
            <p:nvPr/>
          </p:nvSpPr>
          <p:spPr>
            <a:xfrm>
              <a:off x="3016170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29"/>
            <p:cNvSpPr/>
            <p:nvPr/>
          </p:nvSpPr>
          <p:spPr>
            <a:xfrm>
              <a:off x="3513063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29"/>
            <p:cNvSpPr/>
            <p:nvPr/>
          </p:nvSpPr>
          <p:spPr>
            <a:xfrm>
              <a:off x="4009957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29"/>
            <p:cNvSpPr/>
            <p:nvPr/>
          </p:nvSpPr>
          <p:spPr>
            <a:xfrm>
              <a:off x="4506833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11" name="Google Shape;1311;p29"/>
            <p:cNvGrpSpPr/>
            <p:nvPr/>
          </p:nvGrpSpPr>
          <p:grpSpPr>
            <a:xfrm>
              <a:off x="532150" y="161850"/>
              <a:ext cx="8612252" cy="4819800"/>
              <a:chOff x="532150" y="72525"/>
              <a:chExt cx="8612252" cy="4819800"/>
            </a:xfrm>
          </p:grpSpPr>
          <p:sp>
            <p:nvSpPr>
              <p:cNvPr id="1312" name="Google Shape;1312;p29"/>
              <p:cNvSpPr/>
              <p:nvPr/>
            </p:nvSpPr>
            <p:spPr>
              <a:xfrm>
                <a:off x="532150" y="72525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Google Shape;1313;p29"/>
              <p:cNvSpPr/>
              <p:nvPr/>
            </p:nvSpPr>
            <p:spPr>
              <a:xfrm>
                <a:off x="532150" y="55447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29"/>
              <p:cNvSpPr/>
              <p:nvPr/>
            </p:nvSpPr>
            <p:spPr>
              <a:xfrm>
                <a:off x="532150" y="103639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Google Shape;1315;p29"/>
              <p:cNvSpPr/>
              <p:nvPr/>
            </p:nvSpPr>
            <p:spPr>
              <a:xfrm>
                <a:off x="532150" y="1518532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29"/>
              <p:cNvSpPr/>
              <p:nvPr/>
            </p:nvSpPr>
            <p:spPr>
              <a:xfrm>
                <a:off x="532150" y="200046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29"/>
              <p:cNvSpPr/>
              <p:nvPr/>
            </p:nvSpPr>
            <p:spPr>
              <a:xfrm>
                <a:off x="532150" y="2482405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29"/>
              <p:cNvSpPr/>
              <p:nvPr/>
            </p:nvSpPr>
            <p:spPr>
              <a:xfrm>
                <a:off x="532150" y="2964373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29"/>
              <p:cNvSpPr/>
              <p:nvPr/>
            </p:nvSpPr>
            <p:spPr>
              <a:xfrm>
                <a:off x="532150" y="344631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Google Shape;1320;p29"/>
              <p:cNvSpPr/>
              <p:nvPr/>
            </p:nvSpPr>
            <p:spPr>
              <a:xfrm>
                <a:off x="532150" y="3928246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Google Shape;1321;p29"/>
              <p:cNvSpPr/>
              <p:nvPr/>
            </p:nvSpPr>
            <p:spPr>
              <a:xfrm>
                <a:off x="532150" y="441038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Google Shape;1322;p29"/>
              <p:cNvSpPr/>
              <p:nvPr/>
            </p:nvSpPr>
            <p:spPr>
              <a:xfrm>
                <a:off x="532150" y="489230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23" name="Google Shape;1323;p29"/>
            <p:cNvSpPr/>
            <p:nvPr/>
          </p:nvSpPr>
          <p:spPr>
            <a:xfrm>
              <a:off x="5003700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9"/>
            <p:cNvSpPr/>
            <p:nvPr/>
          </p:nvSpPr>
          <p:spPr>
            <a:xfrm>
              <a:off x="550057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9"/>
            <p:cNvSpPr/>
            <p:nvPr/>
          </p:nvSpPr>
          <p:spPr>
            <a:xfrm>
              <a:off x="5997469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29"/>
            <p:cNvSpPr/>
            <p:nvPr/>
          </p:nvSpPr>
          <p:spPr>
            <a:xfrm>
              <a:off x="649415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29"/>
            <p:cNvSpPr/>
            <p:nvPr/>
          </p:nvSpPr>
          <p:spPr>
            <a:xfrm>
              <a:off x="6991032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29"/>
            <p:cNvSpPr/>
            <p:nvPr/>
          </p:nvSpPr>
          <p:spPr>
            <a:xfrm>
              <a:off x="748792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29"/>
            <p:cNvSpPr/>
            <p:nvPr/>
          </p:nvSpPr>
          <p:spPr>
            <a:xfrm>
              <a:off x="7984595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29"/>
            <p:cNvSpPr/>
            <p:nvPr/>
          </p:nvSpPr>
          <p:spPr>
            <a:xfrm>
              <a:off x="8481488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29"/>
            <p:cNvSpPr/>
            <p:nvPr/>
          </p:nvSpPr>
          <p:spPr>
            <a:xfrm>
              <a:off x="8978382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2" name="Google Shape;1332;p29"/>
          <p:cNvGrpSpPr/>
          <p:nvPr/>
        </p:nvGrpSpPr>
        <p:grpSpPr>
          <a:xfrm>
            <a:off x="900924" y="240660"/>
            <a:ext cx="7951431" cy="4691783"/>
            <a:chOff x="900924" y="240660"/>
            <a:chExt cx="7951431" cy="4691783"/>
          </a:xfrm>
        </p:grpSpPr>
        <p:sp>
          <p:nvSpPr>
            <p:cNvPr id="1333" name="Google Shape;1333;p29"/>
            <p:cNvSpPr/>
            <p:nvPr/>
          </p:nvSpPr>
          <p:spPr>
            <a:xfrm>
              <a:off x="1648572" y="539700"/>
              <a:ext cx="224948" cy="384008"/>
            </a:xfrm>
            <a:custGeom>
              <a:avLst/>
              <a:gdLst/>
              <a:ahLst/>
              <a:cxnLst/>
              <a:rect l="l" t="t" r="r" b="b"/>
              <a:pathLst>
                <a:path w="19003" h="32440" extrusionOk="0">
                  <a:moveTo>
                    <a:pt x="13207" y="2777"/>
                  </a:moveTo>
                  <a:cubicBezTo>
                    <a:pt x="13954" y="2777"/>
                    <a:pt x="14675" y="3347"/>
                    <a:pt x="15264" y="4842"/>
                  </a:cubicBezTo>
                  <a:cubicBezTo>
                    <a:pt x="16490" y="7925"/>
                    <a:pt x="14788" y="10878"/>
                    <a:pt x="13633" y="13664"/>
                  </a:cubicBezTo>
                  <a:cubicBezTo>
                    <a:pt x="12144" y="17224"/>
                    <a:pt x="11025" y="20391"/>
                    <a:pt x="10668" y="23808"/>
                  </a:cubicBezTo>
                  <a:cubicBezTo>
                    <a:pt x="10513" y="23558"/>
                    <a:pt x="10370" y="23308"/>
                    <a:pt x="10239" y="23070"/>
                  </a:cubicBezTo>
                  <a:cubicBezTo>
                    <a:pt x="8025" y="18963"/>
                    <a:pt x="7906" y="12974"/>
                    <a:pt x="8632" y="8426"/>
                  </a:cubicBezTo>
                  <a:cubicBezTo>
                    <a:pt x="8816" y="7250"/>
                    <a:pt x="11115" y="2777"/>
                    <a:pt x="13207" y="2777"/>
                  </a:cubicBezTo>
                  <a:close/>
                  <a:moveTo>
                    <a:pt x="13026" y="0"/>
                  </a:moveTo>
                  <a:cubicBezTo>
                    <a:pt x="11652" y="0"/>
                    <a:pt x="10156" y="529"/>
                    <a:pt x="8692" y="1651"/>
                  </a:cubicBezTo>
                  <a:cubicBezTo>
                    <a:pt x="0" y="8295"/>
                    <a:pt x="7644" y="25951"/>
                    <a:pt x="12680" y="32190"/>
                  </a:cubicBezTo>
                  <a:cubicBezTo>
                    <a:pt x="12821" y="32367"/>
                    <a:pt x="12991" y="32440"/>
                    <a:pt x="13161" y="32440"/>
                  </a:cubicBezTo>
                  <a:cubicBezTo>
                    <a:pt x="13554" y="32440"/>
                    <a:pt x="13948" y="32053"/>
                    <a:pt x="13990" y="31655"/>
                  </a:cubicBezTo>
                  <a:cubicBezTo>
                    <a:pt x="14145" y="30154"/>
                    <a:pt x="13490" y="28559"/>
                    <a:pt x="12644" y="27035"/>
                  </a:cubicBezTo>
                  <a:cubicBezTo>
                    <a:pt x="12204" y="22868"/>
                    <a:pt x="15609" y="16260"/>
                    <a:pt x="17014" y="13426"/>
                  </a:cubicBezTo>
                  <a:cubicBezTo>
                    <a:pt x="18312" y="10819"/>
                    <a:pt x="19002" y="8140"/>
                    <a:pt x="18431" y="5223"/>
                  </a:cubicBezTo>
                  <a:cubicBezTo>
                    <a:pt x="17769" y="1884"/>
                    <a:pt x="15617" y="0"/>
                    <a:pt x="130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9"/>
            <p:cNvSpPr/>
            <p:nvPr/>
          </p:nvSpPr>
          <p:spPr>
            <a:xfrm rot="2700000">
              <a:off x="8580065" y="257927"/>
              <a:ext cx="183923" cy="326120"/>
            </a:xfrm>
            <a:custGeom>
              <a:avLst/>
              <a:gdLst/>
              <a:ahLst/>
              <a:cxnLst/>
              <a:rect l="l" t="t" r="r" b="b"/>
              <a:pathLst>
                <a:path w="15538" h="27551" extrusionOk="0">
                  <a:moveTo>
                    <a:pt x="8994" y="2908"/>
                  </a:moveTo>
                  <a:cubicBezTo>
                    <a:pt x="10071" y="2908"/>
                    <a:pt x="11146" y="3372"/>
                    <a:pt x="12216" y="4301"/>
                  </a:cubicBezTo>
                  <a:cubicBezTo>
                    <a:pt x="12954" y="6658"/>
                    <a:pt x="12645" y="8706"/>
                    <a:pt x="11275" y="10444"/>
                  </a:cubicBezTo>
                  <a:cubicBezTo>
                    <a:pt x="9656" y="13147"/>
                    <a:pt x="9537" y="16469"/>
                    <a:pt x="8346" y="19445"/>
                  </a:cubicBezTo>
                  <a:cubicBezTo>
                    <a:pt x="7977" y="20386"/>
                    <a:pt x="7882" y="21660"/>
                    <a:pt x="7989" y="22934"/>
                  </a:cubicBezTo>
                  <a:cubicBezTo>
                    <a:pt x="7906" y="22898"/>
                    <a:pt x="7811" y="22874"/>
                    <a:pt x="7715" y="22863"/>
                  </a:cubicBezTo>
                  <a:cubicBezTo>
                    <a:pt x="6120" y="20422"/>
                    <a:pt x="5286" y="17588"/>
                    <a:pt x="4310" y="14862"/>
                  </a:cubicBezTo>
                  <a:cubicBezTo>
                    <a:pt x="3215" y="11766"/>
                    <a:pt x="3120" y="8444"/>
                    <a:pt x="4584" y="5479"/>
                  </a:cubicBezTo>
                  <a:cubicBezTo>
                    <a:pt x="6059" y="3765"/>
                    <a:pt x="7529" y="2908"/>
                    <a:pt x="8994" y="2908"/>
                  </a:cubicBezTo>
                  <a:close/>
                  <a:moveTo>
                    <a:pt x="8865" y="1"/>
                  </a:moveTo>
                  <a:cubicBezTo>
                    <a:pt x="8350" y="1"/>
                    <a:pt x="7821" y="91"/>
                    <a:pt x="7287" y="288"/>
                  </a:cubicBezTo>
                  <a:cubicBezTo>
                    <a:pt x="2250" y="2158"/>
                    <a:pt x="0" y="7218"/>
                    <a:pt x="1072" y="12421"/>
                  </a:cubicBezTo>
                  <a:cubicBezTo>
                    <a:pt x="1988" y="16862"/>
                    <a:pt x="3215" y="22791"/>
                    <a:pt x="7215" y="25625"/>
                  </a:cubicBezTo>
                  <a:cubicBezTo>
                    <a:pt x="7692" y="26530"/>
                    <a:pt x="8525" y="27042"/>
                    <a:pt x="9906" y="27494"/>
                  </a:cubicBezTo>
                  <a:cubicBezTo>
                    <a:pt x="10024" y="27532"/>
                    <a:pt x="10139" y="27550"/>
                    <a:pt x="10251" y="27550"/>
                  </a:cubicBezTo>
                  <a:cubicBezTo>
                    <a:pt x="11114" y="27550"/>
                    <a:pt x="11750" y="26499"/>
                    <a:pt x="11275" y="25708"/>
                  </a:cubicBezTo>
                  <a:cubicBezTo>
                    <a:pt x="9466" y="22708"/>
                    <a:pt x="11561" y="18457"/>
                    <a:pt x="12585" y="15540"/>
                  </a:cubicBezTo>
                  <a:cubicBezTo>
                    <a:pt x="13216" y="13742"/>
                    <a:pt x="13287" y="12064"/>
                    <a:pt x="14311" y="10325"/>
                  </a:cubicBezTo>
                  <a:cubicBezTo>
                    <a:pt x="14776" y="9539"/>
                    <a:pt x="15538" y="7837"/>
                    <a:pt x="15442" y="6896"/>
                  </a:cubicBezTo>
                  <a:cubicBezTo>
                    <a:pt x="15153" y="3998"/>
                    <a:pt x="12297" y="1"/>
                    <a:pt x="88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9"/>
            <p:cNvSpPr/>
            <p:nvPr/>
          </p:nvSpPr>
          <p:spPr>
            <a:xfrm>
              <a:off x="900924" y="4603810"/>
              <a:ext cx="325697" cy="328633"/>
            </a:xfrm>
            <a:custGeom>
              <a:avLst/>
              <a:gdLst/>
              <a:ahLst/>
              <a:cxnLst/>
              <a:rect l="l" t="t" r="r" b="b"/>
              <a:pathLst>
                <a:path w="27514" h="27762" extrusionOk="0">
                  <a:moveTo>
                    <a:pt x="9258" y="3049"/>
                  </a:moveTo>
                  <a:cubicBezTo>
                    <a:pt x="9906" y="3049"/>
                    <a:pt x="10551" y="3168"/>
                    <a:pt x="11145" y="3429"/>
                  </a:cubicBezTo>
                  <a:cubicBezTo>
                    <a:pt x="13919" y="4644"/>
                    <a:pt x="15812" y="7751"/>
                    <a:pt x="17241" y="10276"/>
                  </a:cubicBezTo>
                  <a:cubicBezTo>
                    <a:pt x="19003" y="13347"/>
                    <a:pt x="19955" y="16693"/>
                    <a:pt x="19217" y="20241"/>
                  </a:cubicBezTo>
                  <a:cubicBezTo>
                    <a:pt x="19098" y="20765"/>
                    <a:pt x="18943" y="21265"/>
                    <a:pt x="18729" y="21765"/>
                  </a:cubicBezTo>
                  <a:cubicBezTo>
                    <a:pt x="16157" y="16764"/>
                    <a:pt x="7632" y="12883"/>
                    <a:pt x="5060" y="8966"/>
                  </a:cubicBezTo>
                  <a:cubicBezTo>
                    <a:pt x="2982" y="5803"/>
                    <a:pt x="6153" y="3049"/>
                    <a:pt x="9258" y="3049"/>
                  </a:cubicBezTo>
                  <a:close/>
                  <a:moveTo>
                    <a:pt x="8834" y="0"/>
                  </a:moveTo>
                  <a:cubicBezTo>
                    <a:pt x="7866" y="0"/>
                    <a:pt x="6885" y="185"/>
                    <a:pt x="5906" y="584"/>
                  </a:cubicBezTo>
                  <a:cubicBezTo>
                    <a:pt x="1084" y="2548"/>
                    <a:pt x="0" y="7656"/>
                    <a:pt x="3084" y="11573"/>
                  </a:cubicBezTo>
                  <a:cubicBezTo>
                    <a:pt x="5025" y="14050"/>
                    <a:pt x="7489" y="15967"/>
                    <a:pt x="10013" y="17824"/>
                  </a:cubicBezTo>
                  <a:cubicBezTo>
                    <a:pt x="12942" y="19979"/>
                    <a:pt x="18145" y="22372"/>
                    <a:pt x="17443" y="26801"/>
                  </a:cubicBezTo>
                  <a:cubicBezTo>
                    <a:pt x="17364" y="27316"/>
                    <a:pt x="17816" y="27762"/>
                    <a:pt x="18247" y="27762"/>
                  </a:cubicBezTo>
                  <a:cubicBezTo>
                    <a:pt x="18464" y="27762"/>
                    <a:pt x="18676" y="27648"/>
                    <a:pt x="18812" y="27373"/>
                  </a:cubicBezTo>
                  <a:cubicBezTo>
                    <a:pt x="18991" y="27028"/>
                    <a:pt x="19134" y="26658"/>
                    <a:pt x="19241" y="26277"/>
                  </a:cubicBezTo>
                  <a:cubicBezTo>
                    <a:pt x="19277" y="26266"/>
                    <a:pt x="19312" y="26242"/>
                    <a:pt x="19348" y="26218"/>
                  </a:cubicBezTo>
                  <a:cubicBezTo>
                    <a:pt x="27514" y="19833"/>
                    <a:pt x="18864" y="0"/>
                    <a:pt x="883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9"/>
            <p:cNvSpPr/>
            <p:nvPr/>
          </p:nvSpPr>
          <p:spPr>
            <a:xfrm rot="5144931">
              <a:off x="8517944" y="4538198"/>
              <a:ext cx="224949" cy="384011"/>
            </a:xfrm>
            <a:custGeom>
              <a:avLst/>
              <a:gdLst/>
              <a:ahLst/>
              <a:cxnLst/>
              <a:rect l="l" t="t" r="r" b="b"/>
              <a:pathLst>
                <a:path w="19003" h="32440" extrusionOk="0">
                  <a:moveTo>
                    <a:pt x="13207" y="2777"/>
                  </a:moveTo>
                  <a:cubicBezTo>
                    <a:pt x="13954" y="2777"/>
                    <a:pt x="14675" y="3347"/>
                    <a:pt x="15264" y="4842"/>
                  </a:cubicBezTo>
                  <a:cubicBezTo>
                    <a:pt x="16490" y="7925"/>
                    <a:pt x="14788" y="10878"/>
                    <a:pt x="13633" y="13664"/>
                  </a:cubicBezTo>
                  <a:cubicBezTo>
                    <a:pt x="12144" y="17224"/>
                    <a:pt x="11025" y="20391"/>
                    <a:pt x="10668" y="23808"/>
                  </a:cubicBezTo>
                  <a:cubicBezTo>
                    <a:pt x="10513" y="23558"/>
                    <a:pt x="10370" y="23308"/>
                    <a:pt x="10239" y="23070"/>
                  </a:cubicBezTo>
                  <a:cubicBezTo>
                    <a:pt x="8025" y="18963"/>
                    <a:pt x="7906" y="12974"/>
                    <a:pt x="8632" y="8426"/>
                  </a:cubicBezTo>
                  <a:cubicBezTo>
                    <a:pt x="8816" y="7250"/>
                    <a:pt x="11115" y="2777"/>
                    <a:pt x="13207" y="2777"/>
                  </a:cubicBezTo>
                  <a:close/>
                  <a:moveTo>
                    <a:pt x="13026" y="0"/>
                  </a:moveTo>
                  <a:cubicBezTo>
                    <a:pt x="11652" y="0"/>
                    <a:pt x="10156" y="529"/>
                    <a:pt x="8692" y="1651"/>
                  </a:cubicBezTo>
                  <a:cubicBezTo>
                    <a:pt x="0" y="8295"/>
                    <a:pt x="7644" y="25951"/>
                    <a:pt x="12680" y="32190"/>
                  </a:cubicBezTo>
                  <a:cubicBezTo>
                    <a:pt x="12821" y="32367"/>
                    <a:pt x="12991" y="32440"/>
                    <a:pt x="13161" y="32440"/>
                  </a:cubicBezTo>
                  <a:cubicBezTo>
                    <a:pt x="13554" y="32440"/>
                    <a:pt x="13948" y="32053"/>
                    <a:pt x="13990" y="31655"/>
                  </a:cubicBezTo>
                  <a:cubicBezTo>
                    <a:pt x="14145" y="30154"/>
                    <a:pt x="13490" y="28559"/>
                    <a:pt x="12644" y="27035"/>
                  </a:cubicBezTo>
                  <a:cubicBezTo>
                    <a:pt x="12204" y="22868"/>
                    <a:pt x="15609" y="16260"/>
                    <a:pt x="17014" y="13426"/>
                  </a:cubicBezTo>
                  <a:cubicBezTo>
                    <a:pt x="18312" y="10819"/>
                    <a:pt x="19002" y="8140"/>
                    <a:pt x="18431" y="5223"/>
                  </a:cubicBezTo>
                  <a:cubicBezTo>
                    <a:pt x="17769" y="1884"/>
                    <a:pt x="15617" y="0"/>
                    <a:pt x="130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37" name="Google Shape;1337;p29"/>
          <p:cNvSpPr/>
          <p:nvPr/>
        </p:nvSpPr>
        <p:spPr>
          <a:xfrm>
            <a:off x="711098" y="26"/>
            <a:ext cx="17" cy="5143292"/>
          </a:xfrm>
          <a:custGeom>
            <a:avLst/>
            <a:gdLst/>
            <a:ahLst/>
            <a:cxnLst/>
            <a:rect l="l" t="t" r="r" b="b"/>
            <a:pathLst>
              <a:path w="1" h="148532" fill="none" extrusionOk="0">
                <a:moveTo>
                  <a:pt x="1" y="1"/>
                </a:moveTo>
                <a:lnTo>
                  <a:pt x="1" y="148531"/>
                </a:lnTo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38" name="Google Shape;1338;p29"/>
          <p:cNvGrpSpPr/>
          <p:nvPr/>
        </p:nvGrpSpPr>
        <p:grpSpPr>
          <a:xfrm>
            <a:off x="297012" y="145150"/>
            <a:ext cx="132900" cy="4853200"/>
            <a:chOff x="194265" y="145150"/>
            <a:chExt cx="132900" cy="4853200"/>
          </a:xfrm>
        </p:grpSpPr>
        <p:sp>
          <p:nvSpPr>
            <p:cNvPr id="1339" name="Google Shape;1339;p29"/>
            <p:cNvSpPr/>
            <p:nvPr/>
          </p:nvSpPr>
          <p:spPr>
            <a:xfrm>
              <a:off x="194265" y="14515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9"/>
            <p:cNvSpPr/>
            <p:nvPr/>
          </p:nvSpPr>
          <p:spPr>
            <a:xfrm>
              <a:off x="194265" y="61718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9"/>
            <p:cNvSpPr/>
            <p:nvPr/>
          </p:nvSpPr>
          <p:spPr>
            <a:xfrm>
              <a:off x="194265" y="108921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9"/>
            <p:cNvSpPr/>
            <p:nvPr/>
          </p:nvSpPr>
          <p:spPr>
            <a:xfrm>
              <a:off x="194265" y="156124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29"/>
            <p:cNvSpPr/>
            <p:nvPr/>
          </p:nvSpPr>
          <p:spPr>
            <a:xfrm>
              <a:off x="194265" y="203327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29"/>
            <p:cNvSpPr/>
            <p:nvPr/>
          </p:nvSpPr>
          <p:spPr>
            <a:xfrm>
              <a:off x="194265" y="250530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9"/>
            <p:cNvSpPr/>
            <p:nvPr/>
          </p:nvSpPr>
          <p:spPr>
            <a:xfrm>
              <a:off x="194265" y="297733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9"/>
            <p:cNvSpPr/>
            <p:nvPr/>
          </p:nvSpPr>
          <p:spPr>
            <a:xfrm>
              <a:off x="194265" y="344936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9"/>
            <p:cNvSpPr/>
            <p:nvPr/>
          </p:nvSpPr>
          <p:spPr>
            <a:xfrm>
              <a:off x="194265" y="392139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29"/>
            <p:cNvSpPr/>
            <p:nvPr/>
          </p:nvSpPr>
          <p:spPr>
            <a:xfrm>
              <a:off x="194265" y="439342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29"/>
            <p:cNvSpPr/>
            <p:nvPr/>
          </p:nvSpPr>
          <p:spPr>
            <a:xfrm>
              <a:off x="194265" y="486545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50" name="Google Shape;1350;p29"/>
          <p:cNvSpPr txBox="1">
            <a:spLocks noGrp="1"/>
          </p:cNvSpPr>
          <p:nvPr>
            <p:ph type="ctrTitle"/>
          </p:nvPr>
        </p:nvSpPr>
        <p:spPr>
          <a:xfrm>
            <a:off x="2288000" y="584075"/>
            <a:ext cx="4568100" cy="101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82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1351" name="Google Shape;1351;p29"/>
          <p:cNvSpPr txBox="1">
            <a:spLocks noGrp="1"/>
          </p:cNvSpPr>
          <p:nvPr>
            <p:ph type="subTitle" idx="1"/>
          </p:nvPr>
        </p:nvSpPr>
        <p:spPr>
          <a:xfrm>
            <a:off x="2288000" y="1600100"/>
            <a:ext cx="4568100" cy="4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352" name="Google Shape;1352;p29"/>
          <p:cNvSpPr txBox="1"/>
          <p:nvPr/>
        </p:nvSpPr>
        <p:spPr>
          <a:xfrm>
            <a:off x="2755550" y="3471966"/>
            <a:ext cx="3632700" cy="7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CREDITS: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2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including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53" name="Google Shape;1353;p29"/>
          <p:cNvSpPr txBox="1">
            <a:spLocks noGrp="1"/>
          </p:cNvSpPr>
          <p:nvPr>
            <p:ph type="subTitle" idx="2"/>
          </p:nvPr>
        </p:nvSpPr>
        <p:spPr>
          <a:xfrm>
            <a:off x="2757325" y="2022506"/>
            <a:ext cx="3629400" cy="74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5_1">
    <p:spTree>
      <p:nvGrpSpPr>
        <p:cNvPr id="1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5" name="Google Shape;1355;p30"/>
          <p:cNvGrpSpPr/>
          <p:nvPr/>
        </p:nvGrpSpPr>
        <p:grpSpPr>
          <a:xfrm>
            <a:off x="711097" y="26"/>
            <a:ext cx="8612252" cy="5143292"/>
            <a:chOff x="532150" y="26"/>
            <a:chExt cx="8612252" cy="5143292"/>
          </a:xfrm>
        </p:grpSpPr>
        <p:sp>
          <p:nvSpPr>
            <p:cNvPr id="1356" name="Google Shape;1356;p30"/>
            <p:cNvSpPr/>
            <p:nvPr/>
          </p:nvSpPr>
          <p:spPr>
            <a:xfrm>
              <a:off x="1029044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30"/>
            <p:cNvSpPr/>
            <p:nvPr/>
          </p:nvSpPr>
          <p:spPr>
            <a:xfrm>
              <a:off x="1525731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30"/>
            <p:cNvSpPr/>
            <p:nvPr/>
          </p:nvSpPr>
          <p:spPr>
            <a:xfrm>
              <a:off x="2022607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30"/>
            <p:cNvSpPr/>
            <p:nvPr/>
          </p:nvSpPr>
          <p:spPr>
            <a:xfrm>
              <a:off x="2519501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30"/>
            <p:cNvSpPr/>
            <p:nvPr/>
          </p:nvSpPr>
          <p:spPr>
            <a:xfrm>
              <a:off x="3016170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30"/>
            <p:cNvSpPr/>
            <p:nvPr/>
          </p:nvSpPr>
          <p:spPr>
            <a:xfrm>
              <a:off x="3513063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30"/>
            <p:cNvSpPr/>
            <p:nvPr/>
          </p:nvSpPr>
          <p:spPr>
            <a:xfrm>
              <a:off x="4009957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30"/>
            <p:cNvSpPr/>
            <p:nvPr/>
          </p:nvSpPr>
          <p:spPr>
            <a:xfrm>
              <a:off x="4506833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64" name="Google Shape;1364;p30"/>
            <p:cNvGrpSpPr/>
            <p:nvPr/>
          </p:nvGrpSpPr>
          <p:grpSpPr>
            <a:xfrm>
              <a:off x="532150" y="161850"/>
              <a:ext cx="8612252" cy="4819800"/>
              <a:chOff x="532150" y="72525"/>
              <a:chExt cx="8612252" cy="4819800"/>
            </a:xfrm>
          </p:grpSpPr>
          <p:sp>
            <p:nvSpPr>
              <p:cNvPr id="1365" name="Google Shape;1365;p30"/>
              <p:cNvSpPr/>
              <p:nvPr/>
            </p:nvSpPr>
            <p:spPr>
              <a:xfrm>
                <a:off x="532150" y="72525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30"/>
              <p:cNvSpPr/>
              <p:nvPr/>
            </p:nvSpPr>
            <p:spPr>
              <a:xfrm>
                <a:off x="532150" y="55447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Google Shape;1367;p30"/>
              <p:cNvSpPr/>
              <p:nvPr/>
            </p:nvSpPr>
            <p:spPr>
              <a:xfrm>
                <a:off x="532150" y="103639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Google Shape;1368;p30"/>
              <p:cNvSpPr/>
              <p:nvPr/>
            </p:nvSpPr>
            <p:spPr>
              <a:xfrm>
                <a:off x="532150" y="1518532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30"/>
              <p:cNvSpPr/>
              <p:nvPr/>
            </p:nvSpPr>
            <p:spPr>
              <a:xfrm>
                <a:off x="532150" y="200046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30"/>
              <p:cNvSpPr/>
              <p:nvPr/>
            </p:nvSpPr>
            <p:spPr>
              <a:xfrm>
                <a:off x="532150" y="2482405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30"/>
              <p:cNvSpPr/>
              <p:nvPr/>
            </p:nvSpPr>
            <p:spPr>
              <a:xfrm>
                <a:off x="532150" y="2964373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30"/>
              <p:cNvSpPr/>
              <p:nvPr/>
            </p:nvSpPr>
            <p:spPr>
              <a:xfrm>
                <a:off x="532150" y="344631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30"/>
              <p:cNvSpPr/>
              <p:nvPr/>
            </p:nvSpPr>
            <p:spPr>
              <a:xfrm>
                <a:off x="532150" y="3928246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30"/>
              <p:cNvSpPr/>
              <p:nvPr/>
            </p:nvSpPr>
            <p:spPr>
              <a:xfrm>
                <a:off x="532150" y="4410380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Google Shape;1375;p30"/>
              <p:cNvSpPr/>
              <p:nvPr/>
            </p:nvSpPr>
            <p:spPr>
              <a:xfrm>
                <a:off x="532150" y="4892308"/>
                <a:ext cx="8612252" cy="17"/>
              </a:xfrm>
              <a:custGeom>
                <a:avLst/>
                <a:gdLst/>
                <a:ahLst/>
                <a:cxnLst/>
                <a:rect l="l" t="t" r="r" b="b"/>
                <a:pathLst>
                  <a:path w="264058" h="1" fill="none" extrusionOk="0">
                    <a:moveTo>
                      <a:pt x="264057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76" name="Google Shape;1376;p30"/>
            <p:cNvSpPr/>
            <p:nvPr/>
          </p:nvSpPr>
          <p:spPr>
            <a:xfrm>
              <a:off x="5003700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30"/>
            <p:cNvSpPr/>
            <p:nvPr/>
          </p:nvSpPr>
          <p:spPr>
            <a:xfrm>
              <a:off x="550057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30"/>
            <p:cNvSpPr/>
            <p:nvPr/>
          </p:nvSpPr>
          <p:spPr>
            <a:xfrm>
              <a:off x="5997469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30"/>
            <p:cNvSpPr/>
            <p:nvPr/>
          </p:nvSpPr>
          <p:spPr>
            <a:xfrm>
              <a:off x="649415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30"/>
            <p:cNvSpPr/>
            <p:nvPr/>
          </p:nvSpPr>
          <p:spPr>
            <a:xfrm>
              <a:off x="6991032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30"/>
            <p:cNvSpPr/>
            <p:nvPr/>
          </p:nvSpPr>
          <p:spPr>
            <a:xfrm>
              <a:off x="7487926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30"/>
            <p:cNvSpPr/>
            <p:nvPr/>
          </p:nvSpPr>
          <p:spPr>
            <a:xfrm>
              <a:off x="7984595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30"/>
            <p:cNvSpPr/>
            <p:nvPr/>
          </p:nvSpPr>
          <p:spPr>
            <a:xfrm>
              <a:off x="8481488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30"/>
            <p:cNvSpPr/>
            <p:nvPr/>
          </p:nvSpPr>
          <p:spPr>
            <a:xfrm>
              <a:off x="8978382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0" y="1"/>
                  </a:moveTo>
                  <a:lnTo>
                    <a:pt x="0" y="14853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5" name="Google Shape;1385;p30"/>
          <p:cNvGrpSpPr/>
          <p:nvPr/>
        </p:nvGrpSpPr>
        <p:grpSpPr>
          <a:xfrm>
            <a:off x="848548" y="513226"/>
            <a:ext cx="6551269" cy="4119482"/>
            <a:chOff x="848548" y="513226"/>
            <a:chExt cx="6551269" cy="4119482"/>
          </a:xfrm>
        </p:grpSpPr>
        <p:sp>
          <p:nvSpPr>
            <p:cNvPr id="1386" name="Google Shape;1386;p30"/>
            <p:cNvSpPr/>
            <p:nvPr/>
          </p:nvSpPr>
          <p:spPr>
            <a:xfrm rot="5069993">
              <a:off x="7016754" y="962386"/>
              <a:ext cx="274098" cy="467912"/>
            </a:xfrm>
            <a:custGeom>
              <a:avLst/>
              <a:gdLst/>
              <a:ahLst/>
              <a:cxnLst/>
              <a:rect l="l" t="t" r="r" b="b"/>
              <a:pathLst>
                <a:path w="19003" h="32440" extrusionOk="0">
                  <a:moveTo>
                    <a:pt x="13207" y="2777"/>
                  </a:moveTo>
                  <a:cubicBezTo>
                    <a:pt x="13954" y="2777"/>
                    <a:pt x="14675" y="3347"/>
                    <a:pt x="15264" y="4842"/>
                  </a:cubicBezTo>
                  <a:cubicBezTo>
                    <a:pt x="16490" y="7925"/>
                    <a:pt x="14788" y="10878"/>
                    <a:pt x="13633" y="13664"/>
                  </a:cubicBezTo>
                  <a:cubicBezTo>
                    <a:pt x="12144" y="17224"/>
                    <a:pt x="11025" y="20391"/>
                    <a:pt x="10668" y="23808"/>
                  </a:cubicBezTo>
                  <a:cubicBezTo>
                    <a:pt x="10513" y="23558"/>
                    <a:pt x="10370" y="23308"/>
                    <a:pt x="10239" y="23070"/>
                  </a:cubicBezTo>
                  <a:cubicBezTo>
                    <a:pt x="8025" y="18963"/>
                    <a:pt x="7906" y="12974"/>
                    <a:pt x="8632" y="8426"/>
                  </a:cubicBezTo>
                  <a:cubicBezTo>
                    <a:pt x="8816" y="7250"/>
                    <a:pt x="11115" y="2777"/>
                    <a:pt x="13207" y="2777"/>
                  </a:cubicBezTo>
                  <a:close/>
                  <a:moveTo>
                    <a:pt x="13026" y="0"/>
                  </a:moveTo>
                  <a:cubicBezTo>
                    <a:pt x="11652" y="0"/>
                    <a:pt x="10156" y="529"/>
                    <a:pt x="8692" y="1651"/>
                  </a:cubicBezTo>
                  <a:cubicBezTo>
                    <a:pt x="0" y="8295"/>
                    <a:pt x="7644" y="25951"/>
                    <a:pt x="12680" y="32190"/>
                  </a:cubicBezTo>
                  <a:cubicBezTo>
                    <a:pt x="12821" y="32367"/>
                    <a:pt x="12991" y="32440"/>
                    <a:pt x="13161" y="32440"/>
                  </a:cubicBezTo>
                  <a:cubicBezTo>
                    <a:pt x="13554" y="32440"/>
                    <a:pt x="13948" y="32053"/>
                    <a:pt x="13990" y="31655"/>
                  </a:cubicBezTo>
                  <a:cubicBezTo>
                    <a:pt x="14145" y="30154"/>
                    <a:pt x="13490" y="28559"/>
                    <a:pt x="12644" y="27035"/>
                  </a:cubicBezTo>
                  <a:cubicBezTo>
                    <a:pt x="12204" y="22868"/>
                    <a:pt x="15609" y="16260"/>
                    <a:pt x="17014" y="13426"/>
                  </a:cubicBezTo>
                  <a:cubicBezTo>
                    <a:pt x="18312" y="10819"/>
                    <a:pt x="19002" y="8140"/>
                    <a:pt x="18431" y="5223"/>
                  </a:cubicBezTo>
                  <a:cubicBezTo>
                    <a:pt x="17769" y="1884"/>
                    <a:pt x="15617" y="0"/>
                    <a:pt x="130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30"/>
            <p:cNvSpPr/>
            <p:nvPr/>
          </p:nvSpPr>
          <p:spPr>
            <a:xfrm rot="-4333465">
              <a:off x="965766" y="4247394"/>
              <a:ext cx="235903" cy="418288"/>
            </a:xfrm>
            <a:custGeom>
              <a:avLst/>
              <a:gdLst/>
              <a:ahLst/>
              <a:cxnLst/>
              <a:rect l="l" t="t" r="r" b="b"/>
              <a:pathLst>
                <a:path w="15538" h="27551" extrusionOk="0">
                  <a:moveTo>
                    <a:pt x="8994" y="2908"/>
                  </a:moveTo>
                  <a:cubicBezTo>
                    <a:pt x="10071" y="2908"/>
                    <a:pt x="11146" y="3372"/>
                    <a:pt x="12216" y="4301"/>
                  </a:cubicBezTo>
                  <a:cubicBezTo>
                    <a:pt x="12954" y="6658"/>
                    <a:pt x="12645" y="8706"/>
                    <a:pt x="11275" y="10444"/>
                  </a:cubicBezTo>
                  <a:cubicBezTo>
                    <a:pt x="9656" y="13147"/>
                    <a:pt x="9537" y="16469"/>
                    <a:pt x="8346" y="19445"/>
                  </a:cubicBezTo>
                  <a:cubicBezTo>
                    <a:pt x="7977" y="20386"/>
                    <a:pt x="7882" y="21660"/>
                    <a:pt x="7989" y="22934"/>
                  </a:cubicBezTo>
                  <a:cubicBezTo>
                    <a:pt x="7906" y="22898"/>
                    <a:pt x="7811" y="22874"/>
                    <a:pt x="7715" y="22863"/>
                  </a:cubicBezTo>
                  <a:cubicBezTo>
                    <a:pt x="6120" y="20422"/>
                    <a:pt x="5286" y="17588"/>
                    <a:pt x="4310" y="14862"/>
                  </a:cubicBezTo>
                  <a:cubicBezTo>
                    <a:pt x="3215" y="11766"/>
                    <a:pt x="3120" y="8444"/>
                    <a:pt x="4584" y="5479"/>
                  </a:cubicBezTo>
                  <a:cubicBezTo>
                    <a:pt x="6059" y="3765"/>
                    <a:pt x="7529" y="2908"/>
                    <a:pt x="8994" y="2908"/>
                  </a:cubicBezTo>
                  <a:close/>
                  <a:moveTo>
                    <a:pt x="8865" y="1"/>
                  </a:moveTo>
                  <a:cubicBezTo>
                    <a:pt x="8350" y="1"/>
                    <a:pt x="7821" y="91"/>
                    <a:pt x="7287" y="288"/>
                  </a:cubicBezTo>
                  <a:cubicBezTo>
                    <a:pt x="2250" y="2158"/>
                    <a:pt x="0" y="7218"/>
                    <a:pt x="1072" y="12421"/>
                  </a:cubicBezTo>
                  <a:cubicBezTo>
                    <a:pt x="1988" y="16862"/>
                    <a:pt x="3215" y="22791"/>
                    <a:pt x="7215" y="25625"/>
                  </a:cubicBezTo>
                  <a:cubicBezTo>
                    <a:pt x="7692" y="26530"/>
                    <a:pt x="8525" y="27042"/>
                    <a:pt x="9906" y="27494"/>
                  </a:cubicBezTo>
                  <a:cubicBezTo>
                    <a:pt x="10024" y="27532"/>
                    <a:pt x="10139" y="27550"/>
                    <a:pt x="10251" y="27550"/>
                  </a:cubicBezTo>
                  <a:cubicBezTo>
                    <a:pt x="11114" y="27550"/>
                    <a:pt x="11750" y="26499"/>
                    <a:pt x="11275" y="25708"/>
                  </a:cubicBezTo>
                  <a:cubicBezTo>
                    <a:pt x="9466" y="22708"/>
                    <a:pt x="11561" y="18457"/>
                    <a:pt x="12585" y="15540"/>
                  </a:cubicBezTo>
                  <a:cubicBezTo>
                    <a:pt x="13216" y="13742"/>
                    <a:pt x="13287" y="12064"/>
                    <a:pt x="14311" y="10325"/>
                  </a:cubicBezTo>
                  <a:cubicBezTo>
                    <a:pt x="14776" y="9539"/>
                    <a:pt x="15538" y="7837"/>
                    <a:pt x="15442" y="6896"/>
                  </a:cubicBezTo>
                  <a:cubicBezTo>
                    <a:pt x="15153" y="3998"/>
                    <a:pt x="12297" y="1"/>
                    <a:pt x="88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30"/>
            <p:cNvSpPr/>
            <p:nvPr/>
          </p:nvSpPr>
          <p:spPr>
            <a:xfrm>
              <a:off x="898675" y="513226"/>
              <a:ext cx="420208" cy="423995"/>
            </a:xfrm>
            <a:custGeom>
              <a:avLst/>
              <a:gdLst/>
              <a:ahLst/>
              <a:cxnLst/>
              <a:rect l="l" t="t" r="r" b="b"/>
              <a:pathLst>
                <a:path w="27514" h="27762" extrusionOk="0">
                  <a:moveTo>
                    <a:pt x="9258" y="3049"/>
                  </a:moveTo>
                  <a:cubicBezTo>
                    <a:pt x="9906" y="3049"/>
                    <a:pt x="10551" y="3168"/>
                    <a:pt x="11145" y="3429"/>
                  </a:cubicBezTo>
                  <a:cubicBezTo>
                    <a:pt x="13919" y="4644"/>
                    <a:pt x="15812" y="7751"/>
                    <a:pt x="17241" y="10276"/>
                  </a:cubicBezTo>
                  <a:cubicBezTo>
                    <a:pt x="19003" y="13347"/>
                    <a:pt x="19955" y="16693"/>
                    <a:pt x="19217" y="20241"/>
                  </a:cubicBezTo>
                  <a:cubicBezTo>
                    <a:pt x="19098" y="20765"/>
                    <a:pt x="18943" y="21265"/>
                    <a:pt x="18729" y="21765"/>
                  </a:cubicBezTo>
                  <a:cubicBezTo>
                    <a:pt x="16157" y="16764"/>
                    <a:pt x="7632" y="12883"/>
                    <a:pt x="5060" y="8966"/>
                  </a:cubicBezTo>
                  <a:cubicBezTo>
                    <a:pt x="2982" y="5803"/>
                    <a:pt x="6153" y="3049"/>
                    <a:pt x="9258" y="3049"/>
                  </a:cubicBezTo>
                  <a:close/>
                  <a:moveTo>
                    <a:pt x="8834" y="0"/>
                  </a:moveTo>
                  <a:cubicBezTo>
                    <a:pt x="7866" y="0"/>
                    <a:pt x="6885" y="185"/>
                    <a:pt x="5906" y="584"/>
                  </a:cubicBezTo>
                  <a:cubicBezTo>
                    <a:pt x="1084" y="2548"/>
                    <a:pt x="0" y="7656"/>
                    <a:pt x="3084" y="11573"/>
                  </a:cubicBezTo>
                  <a:cubicBezTo>
                    <a:pt x="5025" y="14050"/>
                    <a:pt x="7489" y="15967"/>
                    <a:pt x="10013" y="17824"/>
                  </a:cubicBezTo>
                  <a:cubicBezTo>
                    <a:pt x="12942" y="19979"/>
                    <a:pt x="18145" y="22372"/>
                    <a:pt x="17443" y="26801"/>
                  </a:cubicBezTo>
                  <a:cubicBezTo>
                    <a:pt x="17364" y="27316"/>
                    <a:pt x="17816" y="27762"/>
                    <a:pt x="18247" y="27762"/>
                  </a:cubicBezTo>
                  <a:cubicBezTo>
                    <a:pt x="18464" y="27762"/>
                    <a:pt x="18676" y="27648"/>
                    <a:pt x="18812" y="27373"/>
                  </a:cubicBezTo>
                  <a:cubicBezTo>
                    <a:pt x="18991" y="27028"/>
                    <a:pt x="19134" y="26658"/>
                    <a:pt x="19241" y="26277"/>
                  </a:cubicBezTo>
                  <a:cubicBezTo>
                    <a:pt x="19277" y="26266"/>
                    <a:pt x="19312" y="26242"/>
                    <a:pt x="19348" y="26218"/>
                  </a:cubicBezTo>
                  <a:cubicBezTo>
                    <a:pt x="27514" y="19833"/>
                    <a:pt x="18864" y="0"/>
                    <a:pt x="883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89" name="Google Shape;1389;p30"/>
          <p:cNvSpPr/>
          <p:nvPr/>
        </p:nvSpPr>
        <p:spPr>
          <a:xfrm>
            <a:off x="711098" y="26"/>
            <a:ext cx="17" cy="5143292"/>
          </a:xfrm>
          <a:custGeom>
            <a:avLst/>
            <a:gdLst/>
            <a:ahLst/>
            <a:cxnLst/>
            <a:rect l="l" t="t" r="r" b="b"/>
            <a:pathLst>
              <a:path w="1" h="148532" fill="none" extrusionOk="0">
                <a:moveTo>
                  <a:pt x="1" y="1"/>
                </a:moveTo>
                <a:lnTo>
                  <a:pt x="1" y="148531"/>
                </a:lnTo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90" name="Google Shape;1390;p30"/>
          <p:cNvGrpSpPr/>
          <p:nvPr/>
        </p:nvGrpSpPr>
        <p:grpSpPr>
          <a:xfrm>
            <a:off x="297012" y="145150"/>
            <a:ext cx="132900" cy="4853200"/>
            <a:chOff x="194265" y="145150"/>
            <a:chExt cx="132900" cy="4853200"/>
          </a:xfrm>
        </p:grpSpPr>
        <p:sp>
          <p:nvSpPr>
            <p:cNvPr id="1391" name="Google Shape;1391;p30"/>
            <p:cNvSpPr/>
            <p:nvPr/>
          </p:nvSpPr>
          <p:spPr>
            <a:xfrm>
              <a:off x="194265" y="14515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30"/>
            <p:cNvSpPr/>
            <p:nvPr/>
          </p:nvSpPr>
          <p:spPr>
            <a:xfrm>
              <a:off x="194265" y="61718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30"/>
            <p:cNvSpPr/>
            <p:nvPr/>
          </p:nvSpPr>
          <p:spPr>
            <a:xfrm>
              <a:off x="194265" y="108921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30"/>
            <p:cNvSpPr/>
            <p:nvPr/>
          </p:nvSpPr>
          <p:spPr>
            <a:xfrm>
              <a:off x="194265" y="156124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30"/>
            <p:cNvSpPr/>
            <p:nvPr/>
          </p:nvSpPr>
          <p:spPr>
            <a:xfrm>
              <a:off x="194265" y="203327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30"/>
            <p:cNvSpPr/>
            <p:nvPr/>
          </p:nvSpPr>
          <p:spPr>
            <a:xfrm>
              <a:off x="194265" y="250530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30"/>
            <p:cNvSpPr/>
            <p:nvPr/>
          </p:nvSpPr>
          <p:spPr>
            <a:xfrm>
              <a:off x="194265" y="297733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30"/>
            <p:cNvSpPr/>
            <p:nvPr/>
          </p:nvSpPr>
          <p:spPr>
            <a:xfrm>
              <a:off x="194265" y="344936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30"/>
            <p:cNvSpPr/>
            <p:nvPr/>
          </p:nvSpPr>
          <p:spPr>
            <a:xfrm>
              <a:off x="194265" y="392139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30"/>
            <p:cNvSpPr/>
            <p:nvPr/>
          </p:nvSpPr>
          <p:spPr>
            <a:xfrm>
              <a:off x="194265" y="439342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30"/>
            <p:cNvSpPr/>
            <p:nvPr/>
          </p:nvSpPr>
          <p:spPr>
            <a:xfrm>
              <a:off x="194265" y="4865450"/>
              <a:ext cx="132900" cy="13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5_1_1">
    <p:spTree>
      <p:nvGrpSpPr>
        <p:cNvPr id="1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3" name="Google Shape;1403;p31"/>
          <p:cNvGrpSpPr/>
          <p:nvPr/>
        </p:nvGrpSpPr>
        <p:grpSpPr>
          <a:xfrm>
            <a:off x="297012" y="26"/>
            <a:ext cx="9026337" cy="5143292"/>
            <a:chOff x="297012" y="26"/>
            <a:chExt cx="9026337" cy="5143292"/>
          </a:xfrm>
        </p:grpSpPr>
        <p:grpSp>
          <p:nvGrpSpPr>
            <p:cNvPr id="1404" name="Google Shape;1404;p31"/>
            <p:cNvGrpSpPr/>
            <p:nvPr/>
          </p:nvGrpSpPr>
          <p:grpSpPr>
            <a:xfrm>
              <a:off x="711097" y="26"/>
              <a:ext cx="8612252" cy="5143292"/>
              <a:chOff x="532150" y="26"/>
              <a:chExt cx="8612252" cy="5143292"/>
            </a:xfrm>
          </p:grpSpPr>
          <p:sp>
            <p:nvSpPr>
              <p:cNvPr id="1405" name="Google Shape;1405;p31"/>
              <p:cNvSpPr/>
              <p:nvPr/>
            </p:nvSpPr>
            <p:spPr>
              <a:xfrm>
                <a:off x="1029044" y="26"/>
                <a:ext cx="17" cy="5143292"/>
              </a:xfrm>
              <a:custGeom>
                <a:avLst/>
                <a:gdLst/>
                <a:ahLst/>
                <a:cxnLst/>
                <a:rect l="l" t="t" r="r" b="b"/>
                <a:pathLst>
                  <a:path w="1" h="148532" fill="none" extrusionOk="0">
                    <a:moveTo>
                      <a:pt x="1" y="1"/>
                    </a:moveTo>
                    <a:lnTo>
                      <a:pt x="1" y="14853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Google Shape;1406;p31"/>
              <p:cNvSpPr/>
              <p:nvPr/>
            </p:nvSpPr>
            <p:spPr>
              <a:xfrm>
                <a:off x="1525731" y="26"/>
                <a:ext cx="17" cy="5143292"/>
              </a:xfrm>
              <a:custGeom>
                <a:avLst/>
                <a:gdLst/>
                <a:ahLst/>
                <a:cxnLst/>
                <a:rect l="l" t="t" r="r" b="b"/>
                <a:pathLst>
                  <a:path w="1" h="148532" fill="none" extrusionOk="0">
                    <a:moveTo>
                      <a:pt x="0" y="1"/>
                    </a:moveTo>
                    <a:lnTo>
                      <a:pt x="0" y="14853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Google Shape;1407;p31"/>
              <p:cNvSpPr/>
              <p:nvPr/>
            </p:nvSpPr>
            <p:spPr>
              <a:xfrm>
                <a:off x="2022607" y="26"/>
                <a:ext cx="17" cy="5143292"/>
              </a:xfrm>
              <a:custGeom>
                <a:avLst/>
                <a:gdLst/>
                <a:ahLst/>
                <a:cxnLst/>
                <a:rect l="l" t="t" r="r" b="b"/>
                <a:pathLst>
                  <a:path w="1" h="148532" fill="none" extrusionOk="0">
                    <a:moveTo>
                      <a:pt x="1" y="1"/>
                    </a:moveTo>
                    <a:lnTo>
                      <a:pt x="1" y="14853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31"/>
              <p:cNvSpPr/>
              <p:nvPr/>
            </p:nvSpPr>
            <p:spPr>
              <a:xfrm>
                <a:off x="2519501" y="26"/>
                <a:ext cx="17" cy="5143292"/>
              </a:xfrm>
              <a:custGeom>
                <a:avLst/>
                <a:gdLst/>
                <a:ahLst/>
                <a:cxnLst/>
                <a:rect l="l" t="t" r="r" b="b"/>
                <a:pathLst>
                  <a:path w="1" h="148532" fill="none" extrusionOk="0">
                    <a:moveTo>
                      <a:pt x="0" y="1"/>
                    </a:moveTo>
                    <a:lnTo>
                      <a:pt x="0" y="14853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31"/>
              <p:cNvSpPr/>
              <p:nvPr/>
            </p:nvSpPr>
            <p:spPr>
              <a:xfrm>
                <a:off x="3016170" y="26"/>
                <a:ext cx="17" cy="5143292"/>
              </a:xfrm>
              <a:custGeom>
                <a:avLst/>
                <a:gdLst/>
                <a:ahLst/>
                <a:cxnLst/>
                <a:rect l="l" t="t" r="r" b="b"/>
                <a:pathLst>
                  <a:path w="1" h="148532" fill="none" extrusionOk="0">
                    <a:moveTo>
                      <a:pt x="1" y="1"/>
                    </a:moveTo>
                    <a:lnTo>
                      <a:pt x="1" y="14853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31"/>
              <p:cNvSpPr/>
              <p:nvPr/>
            </p:nvSpPr>
            <p:spPr>
              <a:xfrm>
                <a:off x="3513063" y="26"/>
                <a:ext cx="17" cy="5143292"/>
              </a:xfrm>
              <a:custGeom>
                <a:avLst/>
                <a:gdLst/>
                <a:ahLst/>
                <a:cxnLst/>
                <a:rect l="l" t="t" r="r" b="b"/>
                <a:pathLst>
                  <a:path w="1" h="148532" fill="none" extrusionOk="0">
                    <a:moveTo>
                      <a:pt x="1" y="1"/>
                    </a:moveTo>
                    <a:lnTo>
                      <a:pt x="1" y="14853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Google Shape;1411;p31"/>
              <p:cNvSpPr/>
              <p:nvPr/>
            </p:nvSpPr>
            <p:spPr>
              <a:xfrm>
                <a:off x="4009957" y="26"/>
                <a:ext cx="17" cy="5143292"/>
              </a:xfrm>
              <a:custGeom>
                <a:avLst/>
                <a:gdLst/>
                <a:ahLst/>
                <a:cxnLst/>
                <a:rect l="l" t="t" r="r" b="b"/>
                <a:pathLst>
                  <a:path w="1" h="148532" fill="none" extrusionOk="0">
                    <a:moveTo>
                      <a:pt x="0" y="1"/>
                    </a:moveTo>
                    <a:lnTo>
                      <a:pt x="0" y="14853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Google Shape;1412;p31"/>
              <p:cNvSpPr/>
              <p:nvPr/>
            </p:nvSpPr>
            <p:spPr>
              <a:xfrm>
                <a:off x="4506833" y="26"/>
                <a:ext cx="17" cy="5143292"/>
              </a:xfrm>
              <a:custGeom>
                <a:avLst/>
                <a:gdLst/>
                <a:ahLst/>
                <a:cxnLst/>
                <a:rect l="l" t="t" r="r" b="b"/>
                <a:pathLst>
                  <a:path w="1" h="148532" fill="none" extrusionOk="0">
                    <a:moveTo>
                      <a:pt x="1" y="1"/>
                    </a:moveTo>
                    <a:lnTo>
                      <a:pt x="1" y="14853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413" name="Google Shape;1413;p31"/>
              <p:cNvGrpSpPr/>
              <p:nvPr/>
            </p:nvGrpSpPr>
            <p:grpSpPr>
              <a:xfrm>
                <a:off x="532150" y="161850"/>
                <a:ext cx="8612252" cy="4819800"/>
                <a:chOff x="532150" y="72525"/>
                <a:chExt cx="8612252" cy="4819800"/>
              </a:xfrm>
            </p:grpSpPr>
            <p:sp>
              <p:nvSpPr>
                <p:cNvPr id="1414" name="Google Shape;1414;p31"/>
                <p:cNvSpPr/>
                <p:nvPr/>
              </p:nvSpPr>
              <p:spPr>
                <a:xfrm>
                  <a:off x="532150" y="72525"/>
                  <a:ext cx="8612252" cy="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058" h="1" fill="none" extrusionOk="0">
                      <a:moveTo>
                        <a:pt x="264057" y="1"/>
                      </a:moveTo>
                      <a:lnTo>
                        <a:pt x="1" y="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5" name="Google Shape;1415;p31"/>
                <p:cNvSpPr/>
                <p:nvPr/>
              </p:nvSpPr>
              <p:spPr>
                <a:xfrm>
                  <a:off x="532150" y="554470"/>
                  <a:ext cx="8612252" cy="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058" h="1" fill="none" extrusionOk="0">
                      <a:moveTo>
                        <a:pt x="264057" y="0"/>
                      </a:moveTo>
                      <a:lnTo>
                        <a:pt x="1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6" name="Google Shape;1416;p31"/>
                <p:cNvSpPr/>
                <p:nvPr/>
              </p:nvSpPr>
              <p:spPr>
                <a:xfrm>
                  <a:off x="532150" y="1036398"/>
                  <a:ext cx="8612252" cy="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058" h="1" fill="none" extrusionOk="0">
                      <a:moveTo>
                        <a:pt x="264057" y="0"/>
                      </a:moveTo>
                      <a:lnTo>
                        <a:pt x="1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7" name="Google Shape;1417;p31"/>
                <p:cNvSpPr/>
                <p:nvPr/>
              </p:nvSpPr>
              <p:spPr>
                <a:xfrm>
                  <a:off x="532150" y="1518532"/>
                  <a:ext cx="8612252" cy="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058" h="1" fill="none" extrusionOk="0">
                      <a:moveTo>
                        <a:pt x="264057" y="1"/>
                      </a:moveTo>
                      <a:lnTo>
                        <a:pt x="1" y="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8" name="Google Shape;1418;p31"/>
                <p:cNvSpPr/>
                <p:nvPr/>
              </p:nvSpPr>
              <p:spPr>
                <a:xfrm>
                  <a:off x="532150" y="2000460"/>
                  <a:ext cx="8612252" cy="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058" h="1" fill="none" extrusionOk="0">
                      <a:moveTo>
                        <a:pt x="264057" y="1"/>
                      </a:moveTo>
                      <a:lnTo>
                        <a:pt x="1" y="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9" name="Google Shape;1419;p31"/>
                <p:cNvSpPr/>
                <p:nvPr/>
              </p:nvSpPr>
              <p:spPr>
                <a:xfrm>
                  <a:off x="532150" y="2482405"/>
                  <a:ext cx="8612252" cy="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058" h="1" fill="none" extrusionOk="0">
                      <a:moveTo>
                        <a:pt x="264057" y="0"/>
                      </a:moveTo>
                      <a:lnTo>
                        <a:pt x="1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0" name="Google Shape;1420;p31"/>
                <p:cNvSpPr/>
                <p:nvPr/>
              </p:nvSpPr>
              <p:spPr>
                <a:xfrm>
                  <a:off x="532150" y="2964373"/>
                  <a:ext cx="8612252" cy="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058" h="1" fill="none" extrusionOk="0">
                      <a:moveTo>
                        <a:pt x="264057" y="1"/>
                      </a:moveTo>
                      <a:lnTo>
                        <a:pt x="1" y="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1" name="Google Shape;1421;p31"/>
                <p:cNvSpPr/>
                <p:nvPr/>
              </p:nvSpPr>
              <p:spPr>
                <a:xfrm>
                  <a:off x="532150" y="3446318"/>
                  <a:ext cx="8612252" cy="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058" h="1" fill="none" extrusionOk="0">
                      <a:moveTo>
                        <a:pt x="264057" y="0"/>
                      </a:moveTo>
                      <a:lnTo>
                        <a:pt x="1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2" name="Google Shape;1422;p31"/>
                <p:cNvSpPr/>
                <p:nvPr/>
              </p:nvSpPr>
              <p:spPr>
                <a:xfrm>
                  <a:off x="532150" y="3928246"/>
                  <a:ext cx="8612252" cy="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058" h="1" fill="none" extrusionOk="0">
                      <a:moveTo>
                        <a:pt x="264057" y="0"/>
                      </a:moveTo>
                      <a:lnTo>
                        <a:pt x="1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3" name="Google Shape;1423;p31"/>
                <p:cNvSpPr/>
                <p:nvPr/>
              </p:nvSpPr>
              <p:spPr>
                <a:xfrm>
                  <a:off x="532150" y="4410380"/>
                  <a:ext cx="8612252" cy="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058" h="1" fill="none" extrusionOk="0">
                      <a:moveTo>
                        <a:pt x="264057" y="1"/>
                      </a:moveTo>
                      <a:lnTo>
                        <a:pt x="1" y="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4" name="Google Shape;1424;p31"/>
                <p:cNvSpPr/>
                <p:nvPr/>
              </p:nvSpPr>
              <p:spPr>
                <a:xfrm>
                  <a:off x="532150" y="4892308"/>
                  <a:ext cx="8612252" cy="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058" h="1" fill="none" extrusionOk="0">
                      <a:moveTo>
                        <a:pt x="264057" y="1"/>
                      </a:moveTo>
                      <a:lnTo>
                        <a:pt x="1" y="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425" name="Google Shape;1425;p31"/>
              <p:cNvSpPr/>
              <p:nvPr/>
            </p:nvSpPr>
            <p:spPr>
              <a:xfrm>
                <a:off x="5003700" y="26"/>
                <a:ext cx="17" cy="5143292"/>
              </a:xfrm>
              <a:custGeom>
                <a:avLst/>
                <a:gdLst/>
                <a:ahLst/>
                <a:cxnLst/>
                <a:rect l="l" t="t" r="r" b="b"/>
                <a:pathLst>
                  <a:path w="1" h="148532" fill="none" extrusionOk="0">
                    <a:moveTo>
                      <a:pt x="0" y="1"/>
                    </a:moveTo>
                    <a:lnTo>
                      <a:pt x="0" y="14853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31"/>
              <p:cNvSpPr/>
              <p:nvPr/>
            </p:nvSpPr>
            <p:spPr>
              <a:xfrm>
                <a:off x="5500576" y="26"/>
                <a:ext cx="17" cy="5143292"/>
              </a:xfrm>
              <a:custGeom>
                <a:avLst/>
                <a:gdLst/>
                <a:ahLst/>
                <a:cxnLst/>
                <a:rect l="l" t="t" r="r" b="b"/>
                <a:pathLst>
                  <a:path w="1" h="148532" fill="none" extrusionOk="0">
                    <a:moveTo>
                      <a:pt x="1" y="1"/>
                    </a:moveTo>
                    <a:lnTo>
                      <a:pt x="1" y="14853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31"/>
              <p:cNvSpPr/>
              <p:nvPr/>
            </p:nvSpPr>
            <p:spPr>
              <a:xfrm>
                <a:off x="5997469" y="26"/>
                <a:ext cx="17" cy="5143292"/>
              </a:xfrm>
              <a:custGeom>
                <a:avLst/>
                <a:gdLst/>
                <a:ahLst/>
                <a:cxnLst/>
                <a:rect l="l" t="t" r="r" b="b"/>
                <a:pathLst>
                  <a:path w="1" h="148532" fill="none" extrusionOk="0">
                    <a:moveTo>
                      <a:pt x="1" y="1"/>
                    </a:moveTo>
                    <a:lnTo>
                      <a:pt x="1" y="14853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31"/>
              <p:cNvSpPr/>
              <p:nvPr/>
            </p:nvSpPr>
            <p:spPr>
              <a:xfrm>
                <a:off x="6494156" y="26"/>
                <a:ext cx="17" cy="5143292"/>
              </a:xfrm>
              <a:custGeom>
                <a:avLst/>
                <a:gdLst/>
                <a:ahLst/>
                <a:cxnLst/>
                <a:rect l="l" t="t" r="r" b="b"/>
                <a:pathLst>
                  <a:path w="1" h="148532" fill="none" extrusionOk="0">
                    <a:moveTo>
                      <a:pt x="0" y="1"/>
                    </a:moveTo>
                    <a:lnTo>
                      <a:pt x="0" y="14853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31"/>
              <p:cNvSpPr/>
              <p:nvPr/>
            </p:nvSpPr>
            <p:spPr>
              <a:xfrm>
                <a:off x="6991032" y="26"/>
                <a:ext cx="17" cy="5143292"/>
              </a:xfrm>
              <a:custGeom>
                <a:avLst/>
                <a:gdLst/>
                <a:ahLst/>
                <a:cxnLst/>
                <a:rect l="l" t="t" r="r" b="b"/>
                <a:pathLst>
                  <a:path w="1" h="148532" fill="none" extrusionOk="0">
                    <a:moveTo>
                      <a:pt x="1" y="1"/>
                    </a:moveTo>
                    <a:lnTo>
                      <a:pt x="1" y="14853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31"/>
              <p:cNvSpPr/>
              <p:nvPr/>
            </p:nvSpPr>
            <p:spPr>
              <a:xfrm>
                <a:off x="7487926" y="26"/>
                <a:ext cx="17" cy="5143292"/>
              </a:xfrm>
              <a:custGeom>
                <a:avLst/>
                <a:gdLst/>
                <a:ahLst/>
                <a:cxnLst/>
                <a:rect l="l" t="t" r="r" b="b"/>
                <a:pathLst>
                  <a:path w="1" h="148532" fill="none" extrusionOk="0">
                    <a:moveTo>
                      <a:pt x="0" y="1"/>
                    </a:moveTo>
                    <a:lnTo>
                      <a:pt x="0" y="14853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31"/>
              <p:cNvSpPr/>
              <p:nvPr/>
            </p:nvSpPr>
            <p:spPr>
              <a:xfrm>
                <a:off x="7984595" y="26"/>
                <a:ext cx="17" cy="5143292"/>
              </a:xfrm>
              <a:custGeom>
                <a:avLst/>
                <a:gdLst/>
                <a:ahLst/>
                <a:cxnLst/>
                <a:rect l="l" t="t" r="r" b="b"/>
                <a:pathLst>
                  <a:path w="1" h="148532" fill="none" extrusionOk="0">
                    <a:moveTo>
                      <a:pt x="1" y="1"/>
                    </a:moveTo>
                    <a:lnTo>
                      <a:pt x="1" y="14853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31"/>
              <p:cNvSpPr/>
              <p:nvPr/>
            </p:nvSpPr>
            <p:spPr>
              <a:xfrm>
                <a:off x="8481488" y="26"/>
                <a:ext cx="17" cy="5143292"/>
              </a:xfrm>
              <a:custGeom>
                <a:avLst/>
                <a:gdLst/>
                <a:ahLst/>
                <a:cxnLst/>
                <a:rect l="l" t="t" r="r" b="b"/>
                <a:pathLst>
                  <a:path w="1" h="148532" fill="none" extrusionOk="0">
                    <a:moveTo>
                      <a:pt x="1" y="1"/>
                    </a:moveTo>
                    <a:lnTo>
                      <a:pt x="1" y="14853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31"/>
              <p:cNvSpPr/>
              <p:nvPr/>
            </p:nvSpPr>
            <p:spPr>
              <a:xfrm>
                <a:off x="8978382" y="26"/>
                <a:ext cx="17" cy="5143292"/>
              </a:xfrm>
              <a:custGeom>
                <a:avLst/>
                <a:gdLst/>
                <a:ahLst/>
                <a:cxnLst/>
                <a:rect l="l" t="t" r="r" b="b"/>
                <a:pathLst>
                  <a:path w="1" h="148532" fill="none" extrusionOk="0">
                    <a:moveTo>
                      <a:pt x="0" y="1"/>
                    </a:moveTo>
                    <a:lnTo>
                      <a:pt x="0" y="14853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4" name="Google Shape;1434;p31"/>
            <p:cNvGrpSpPr/>
            <p:nvPr/>
          </p:nvGrpSpPr>
          <p:grpSpPr>
            <a:xfrm>
              <a:off x="853900" y="643800"/>
              <a:ext cx="7948519" cy="4119064"/>
              <a:chOff x="853900" y="643800"/>
              <a:chExt cx="7948519" cy="4119064"/>
            </a:xfrm>
          </p:grpSpPr>
          <p:sp>
            <p:nvSpPr>
              <p:cNvPr id="1435" name="Google Shape;1435;p31"/>
              <p:cNvSpPr/>
              <p:nvPr/>
            </p:nvSpPr>
            <p:spPr>
              <a:xfrm>
                <a:off x="7515850" y="643800"/>
                <a:ext cx="222240" cy="379386"/>
              </a:xfrm>
              <a:custGeom>
                <a:avLst/>
                <a:gdLst/>
                <a:ahLst/>
                <a:cxnLst/>
                <a:rect l="l" t="t" r="r" b="b"/>
                <a:pathLst>
                  <a:path w="19003" h="32440" extrusionOk="0">
                    <a:moveTo>
                      <a:pt x="13207" y="2777"/>
                    </a:moveTo>
                    <a:cubicBezTo>
                      <a:pt x="13954" y="2777"/>
                      <a:pt x="14675" y="3347"/>
                      <a:pt x="15264" y="4842"/>
                    </a:cubicBezTo>
                    <a:cubicBezTo>
                      <a:pt x="16490" y="7925"/>
                      <a:pt x="14788" y="10878"/>
                      <a:pt x="13633" y="13664"/>
                    </a:cubicBezTo>
                    <a:cubicBezTo>
                      <a:pt x="12144" y="17224"/>
                      <a:pt x="11025" y="20391"/>
                      <a:pt x="10668" y="23808"/>
                    </a:cubicBezTo>
                    <a:cubicBezTo>
                      <a:pt x="10513" y="23558"/>
                      <a:pt x="10370" y="23308"/>
                      <a:pt x="10239" y="23070"/>
                    </a:cubicBezTo>
                    <a:cubicBezTo>
                      <a:pt x="8025" y="18963"/>
                      <a:pt x="7906" y="12974"/>
                      <a:pt x="8632" y="8426"/>
                    </a:cubicBezTo>
                    <a:cubicBezTo>
                      <a:pt x="8816" y="7250"/>
                      <a:pt x="11115" y="2777"/>
                      <a:pt x="13207" y="2777"/>
                    </a:cubicBezTo>
                    <a:close/>
                    <a:moveTo>
                      <a:pt x="13026" y="0"/>
                    </a:moveTo>
                    <a:cubicBezTo>
                      <a:pt x="11652" y="0"/>
                      <a:pt x="10156" y="529"/>
                      <a:pt x="8692" y="1651"/>
                    </a:cubicBezTo>
                    <a:cubicBezTo>
                      <a:pt x="0" y="8295"/>
                      <a:pt x="7644" y="25951"/>
                      <a:pt x="12680" y="32190"/>
                    </a:cubicBezTo>
                    <a:cubicBezTo>
                      <a:pt x="12821" y="32367"/>
                      <a:pt x="12991" y="32440"/>
                      <a:pt x="13161" y="32440"/>
                    </a:cubicBezTo>
                    <a:cubicBezTo>
                      <a:pt x="13554" y="32440"/>
                      <a:pt x="13948" y="32053"/>
                      <a:pt x="13990" y="31655"/>
                    </a:cubicBezTo>
                    <a:cubicBezTo>
                      <a:pt x="14145" y="30154"/>
                      <a:pt x="13490" y="28559"/>
                      <a:pt x="12644" y="27035"/>
                    </a:cubicBezTo>
                    <a:cubicBezTo>
                      <a:pt x="12204" y="22868"/>
                      <a:pt x="15609" y="16260"/>
                      <a:pt x="17014" y="13426"/>
                    </a:cubicBezTo>
                    <a:cubicBezTo>
                      <a:pt x="18312" y="10819"/>
                      <a:pt x="19002" y="8140"/>
                      <a:pt x="18431" y="5223"/>
                    </a:cubicBezTo>
                    <a:cubicBezTo>
                      <a:pt x="17769" y="1884"/>
                      <a:pt x="15617" y="0"/>
                      <a:pt x="1302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31"/>
              <p:cNvSpPr/>
              <p:nvPr/>
            </p:nvSpPr>
            <p:spPr>
              <a:xfrm rot="7754092">
                <a:off x="8422682" y="3112827"/>
                <a:ext cx="252661" cy="448003"/>
              </a:xfrm>
              <a:custGeom>
                <a:avLst/>
                <a:gdLst/>
                <a:ahLst/>
                <a:cxnLst/>
                <a:rect l="l" t="t" r="r" b="b"/>
                <a:pathLst>
                  <a:path w="15538" h="27551" extrusionOk="0">
                    <a:moveTo>
                      <a:pt x="8994" y="2908"/>
                    </a:moveTo>
                    <a:cubicBezTo>
                      <a:pt x="10071" y="2908"/>
                      <a:pt x="11146" y="3372"/>
                      <a:pt x="12216" y="4301"/>
                    </a:cubicBezTo>
                    <a:cubicBezTo>
                      <a:pt x="12954" y="6658"/>
                      <a:pt x="12645" y="8706"/>
                      <a:pt x="11275" y="10444"/>
                    </a:cubicBezTo>
                    <a:cubicBezTo>
                      <a:pt x="9656" y="13147"/>
                      <a:pt x="9537" y="16469"/>
                      <a:pt x="8346" y="19445"/>
                    </a:cubicBezTo>
                    <a:cubicBezTo>
                      <a:pt x="7977" y="20386"/>
                      <a:pt x="7882" y="21660"/>
                      <a:pt x="7989" y="22934"/>
                    </a:cubicBezTo>
                    <a:cubicBezTo>
                      <a:pt x="7906" y="22898"/>
                      <a:pt x="7811" y="22874"/>
                      <a:pt x="7715" y="22863"/>
                    </a:cubicBezTo>
                    <a:cubicBezTo>
                      <a:pt x="6120" y="20422"/>
                      <a:pt x="5286" y="17588"/>
                      <a:pt x="4310" y="14862"/>
                    </a:cubicBezTo>
                    <a:cubicBezTo>
                      <a:pt x="3215" y="11766"/>
                      <a:pt x="3120" y="8444"/>
                      <a:pt x="4584" y="5479"/>
                    </a:cubicBezTo>
                    <a:cubicBezTo>
                      <a:pt x="6059" y="3765"/>
                      <a:pt x="7529" y="2908"/>
                      <a:pt x="8994" y="2908"/>
                    </a:cubicBezTo>
                    <a:close/>
                    <a:moveTo>
                      <a:pt x="8865" y="1"/>
                    </a:moveTo>
                    <a:cubicBezTo>
                      <a:pt x="8350" y="1"/>
                      <a:pt x="7821" y="91"/>
                      <a:pt x="7287" y="288"/>
                    </a:cubicBezTo>
                    <a:cubicBezTo>
                      <a:pt x="2250" y="2158"/>
                      <a:pt x="0" y="7218"/>
                      <a:pt x="1072" y="12421"/>
                    </a:cubicBezTo>
                    <a:cubicBezTo>
                      <a:pt x="1988" y="16862"/>
                      <a:pt x="3215" y="22791"/>
                      <a:pt x="7215" y="25625"/>
                    </a:cubicBezTo>
                    <a:cubicBezTo>
                      <a:pt x="7692" y="26530"/>
                      <a:pt x="8525" y="27042"/>
                      <a:pt x="9906" y="27494"/>
                    </a:cubicBezTo>
                    <a:cubicBezTo>
                      <a:pt x="10024" y="27532"/>
                      <a:pt x="10139" y="27550"/>
                      <a:pt x="10251" y="27550"/>
                    </a:cubicBezTo>
                    <a:cubicBezTo>
                      <a:pt x="11114" y="27550"/>
                      <a:pt x="11750" y="26499"/>
                      <a:pt x="11275" y="25708"/>
                    </a:cubicBezTo>
                    <a:cubicBezTo>
                      <a:pt x="9466" y="22708"/>
                      <a:pt x="11561" y="18457"/>
                      <a:pt x="12585" y="15540"/>
                    </a:cubicBezTo>
                    <a:cubicBezTo>
                      <a:pt x="13216" y="13742"/>
                      <a:pt x="13287" y="12064"/>
                      <a:pt x="14311" y="10325"/>
                    </a:cubicBezTo>
                    <a:cubicBezTo>
                      <a:pt x="14776" y="9539"/>
                      <a:pt x="15538" y="7837"/>
                      <a:pt x="15442" y="6896"/>
                    </a:cubicBezTo>
                    <a:cubicBezTo>
                      <a:pt x="15153" y="3998"/>
                      <a:pt x="12297" y="1"/>
                      <a:pt x="886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31"/>
              <p:cNvSpPr/>
              <p:nvPr/>
            </p:nvSpPr>
            <p:spPr>
              <a:xfrm>
                <a:off x="853900" y="4342825"/>
                <a:ext cx="416287" cy="420039"/>
              </a:xfrm>
              <a:custGeom>
                <a:avLst/>
                <a:gdLst/>
                <a:ahLst/>
                <a:cxnLst/>
                <a:rect l="l" t="t" r="r" b="b"/>
                <a:pathLst>
                  <a:path w="27514" h="27762" extrusionOk="0">
                    <a:moveTo>
                      <a:pt x="9258" y="3049"/>
                    </a:moveTo>
                    <a:cubicBezTo>
                      <a:pt x="9906" y="3049"/>
                      <a:pt x="10551" y="3168"/>
                      <a:pt x="11145" y="3429"/>
                    </a:cubicBezTo>
                    <a:cubicBezTo>
                      <a:pt x="13919" y="4644"/>
                      <a:pt x="15812" y="7751"/>
                      <a:pt x="17241" y="10276"/>
                    </a:cubicBezTo>
                    <a:cubicBezTo>
                      <a:pt x="19003" y="13347"/>
                      <a:pt x="19955" y="16693"/>
                      <a:pt x="19217" y="20241"/>
                    </a:cubicBezTo>
                    <a:cubicBezTo>
                      <a:pt x="19098" y="20765"/>
                      <a:pt x="18943" y="21265"/>
                      <a:pt x="18729" y="21765"/>
                    </a:cubicBezTo>
                    <a:cubicBezTo>
                      <a:pt x="16157" y="16764"/>
                      <a:pt x="7632" y="12883"/>
                      <a:pt x="5060" y="8966"/>
                    </a:cubicBezTo>
                    <a:cubicBezTo>
                      <a:pt x="2982" y="5803"/>
                      <a:pt x="6153" y="3049"/>
                      <a:pt x="9258" y="3049"/>
                    </a:cubicBezTo>
                    <a:close/>
                    <a:moveTo>
                      <a:pt x="8834" y="0"/>
                    </a:moveTo>
                    <a:cubicBezTo>
                      <a:pt x="7866" y="0"/>
                      <a:pt x="6885" y="185"/>
                      <a:pt x="5906" y="584"/>
                    </a:cubicBezTo>
                    <a:cubicBezTo>
                      <a:pt x="1084" y="2548"/>
                      <a:pt x="0" y="7656"/>
                      <a:pt x="3084" y="11573"/>
                    </a:cubicBezTo>
                    <a:cubicBezTo>
                      <a:pt x="5025" y="14050"/>
                      <a:pt x="7489" y="15967"/>
                      <a:pt x="10013" y="17824"/>
                    </a:cubicBezTo>
                    <a:cubicBezTo>
                      <a:pt x="12942" y="19979"/>
                      <a:pt x="18145" y="22372"/>
                      <a:pt x="17443" y="26801"/>
                    </a:cubicBezTo>
                    <a:cubicBezTo>
                      <a:pt x="17364" y="27316"/>
                      <a:pt x="17816" y="27762"/>
                      <a:pt x="18247" y="27762"/>
                    </a:cubicBezTo>
                    <a:cubicBezTo>
                      <a:pt x="18464" y="27762"/>
                      <a:pt x="18676" y="27648"/>
                      <a:pt x="18812" y="27373"/>
                    </a:cubicBezTo>
                    <a:cubicBezTo>
                      <a:pt x="18991" y="27028"/>
                      <a:pt x="19134" y="26658"/>
                      <a:pt x="19241" y="26277"/>
                    </a:cubicBezTo>
                    <a:cubicBezTo>
                      <a:pt x="19277" y="26266"/>
                      <a:pt x="19312" y="26242"/>
                      <a:pt x="19348" y="26218"/>
                    </a:cubicBezTo>
                    <a:cubicBezTo>
                      <a:pt x="27514" y="19833"/>
                      <a:pt x="18864" y="0"/>
                      <a:pt x="883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38" name="Google Shape;1438;p31"/>
            <p:cNvSpPr/>
            <p:nvPr/>
          </p:nvSpPr>
          <p:spPr>
            <a:xfrm>
              <a:off x="711098" y="26"/>
              <a:ext cx="17" cy="5143292"/>
            </a:xfrm>
            <a:custGeom>
              <a:avLst/>
              <a:gdLst/>
              <a:ahLst/>
              <a:cxnLst/>
              <a:rect l="l" t="t" r="r" b="b"/>
              <a:pathLst>
                <a:path w="1" h="148532" fill="none" extrusionOk="0">
                  <a:moveTo>
                    <a:pt x="1" y="1"/>
                  </a:moveTo>
                  <a:lnTo>
                    <a:pt x="1" y="148531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39" name="Google Shape;1439;p31"/>
            <p:cNvGrpSpPr/>
            <p:nvPr/>
          </p:nvGrpSpPr>
          <p:grpSpPr>
            <a:xfrm>
              <a:off x="297012" y="145150"/>
              <a:ext cx="132900" cy="4853200"/>
              <a:chOff x="194265" y="145150"/>
              <a:chExt cx="132900" cy="4853200"/>
            </a:xfrm>
          </p:grpSpPr>
          <p:sp>
            <p:nvSpPr>
              <p:cNvPr id="1440" name="Google Shape;1440;p31"/>
              <p:cNvSpPr/>
              <p:nvPr/>
            </p:nvSpPr>
            <p:spPr>
              <a:xfrm>
                <a:off x="194265" y="145150"/>
                <a:ext cx="132900" cy="1329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31"/>
              <p:cNvSpPr/>
              <p:nvPr/>
            </p:nvSpPr>
            <p:spPr>
              <a:xfrm>
                <a:off x="194265" y="617180"/>
                <a:ext cx="132900" cy="1329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31"/>
              <p:cNvSpPr/>
              <p:nvPr/>
            </p:nvSpPr>
            <p:spPr>
              <a:xfrm>
                <a:off x="194265" y="1089210"/>
                <a:ext cx="132900" cy="1329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31"/>
              <p:cNvSpPr/>
              <p:nvPr/>
            </p:nvSpPr>
            <p:spPr>
              <a:xfrm>
                <a:off x="194265" y="1561240"/>
                <a:ext cx="132900" cy="1329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31"/>
              <p:cNvSpPr/>
              <p:nvPr/>
            </p:nvSpPr>
            <p:spPr>
              <a:xfrm>
                <a:off x="194265" y="2033270"/>
                <a:ext cx="132900" cy="1329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31"/>
              <p:cNvSpPr/>
              <p:nvPr/>
            </p:nvSpPr>
            <p:spPr>
              <a:xfrm>
                <a:off x="194265" y="2505300"/>
                <a:ext cx="132900" cy="1329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31"/>
              <p:cNvSpPr/>
              <p:nvPr/>
            </p:nvSpPr>
            <p:spPr>
              <a:xfrm>
                <a:off x="194265" y="2977330"/>
                <a:ext cx="132900" cy="1329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31"/>
              <p:cNvSpPr/>
              <p:nvPr/>
            </p:nvSpPr>
            <p:spPr>
              <a:xfrm>
                <a:off x="194265" y="3449360"/>
                <a:ext cx="132900" cy="1329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31"/>
              <p:cNvSpPr/>
              <p:nvPr/>
            </p:nvSpPr>
            <p:spPr>
              <a:xfrm>
                <a:off x="194265" y="3921390"/>
                <a:ext cx="132900" cy="1329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31"/>
              <p:cNvSpPr/>
              <p:nvPr/>
            </p:nvSpPr>
            <p:spPr>
              <a:xfrm>
                <a:off x="194265" y="4393420"/>
                <a:ext cx="132900" cy="1329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31"/>
              <p:cNvSpPr/>
              <p:nvPr/>
            </p:nvSpPr>
            <p:spPr>
              <a:xfrm>
                <a:off x="194265" y="4865450"/>
                <a:ext cx="132900" cy="1329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58775" y="405130"/>
            <a:ext cx="7626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iga"/>
              <a:buNone/>
              <a:defRPr sz="2800" b="1">
                <a:solidFill>
                  <a:schemeClr val="dk1"/>
                </a:solidFill>
                <a:latin typeface="Viga"/>
                <a:ea typeface="Viga"/>
                <a:cs typeface="Viga"/>
                <a:sym typeface="Vig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iga"/>
              <a:buNone/>
              <a:defRPr sz="2800" b="1">
                <a:solidFill>
                  <a:schemeClr val="dk1"/>
                </a:solidFill>
                <a:latin typeface="Viga"/>
                <a:ea typeface="Viga"/>
                <a:cs typeface="Viga"/>
                <a:sym typeface="Vig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iga"/>
              <a:buNone/>
              <a:defRPr sz="2800" b="1">
                <a:solidFill>
                  <a:schemeClr val="dk1"/>
                </a:solidFill>
                <a:latin typeface="Viga"/>
                <a:ea typeface="Viga"/>
                <a:cs typeface="Viga"/>
                <a:sym typeface="Vig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iga"/>
              <a:buNone/>
              <a:defRPr sz="2800" b="1">
                <a:solidFill>
                  <a:schemeClr val="dk1"/>
                </a:solidFill>
                <a:latin typeface="Viga"/>
                <a:ea typeface="Viga"/>
                <a:cs typeface="Viga"/>
                <a:sym typeface="Vig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iga"/>
              <a:buNone/>
              <a:defRPr sz="2800" b="1">
                <a:solidFill>
                  <a:schemeClr val="dk1"/>
                </a:solidFill>
                <a:latin typeface="Viga"/>
                <a:ea typeface="Viga"/>
                <a:cs typeface="Viga"/>
                <a:sym typeface="Vig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iga"/>
              <a:buNone/>
              <a:defRPr sz="2800" b="1">
                <a:solidFill>
                  <a:schemeClr val="dk1"/>
                </a:solidFill>
                <a:latin typeface="Viga"/>
                <a:ea typeface="Viga"/>
                <a:cs typeface="Viga"/>
                <a:sym typeface="Vig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iga"/>
              <a:buNone/>
              <a:defRPr sz="2800" b="1">
                <a:solidFill>
                  <a:schemeClr val="dk1"/>
                </a:solidFill>
                <a:latin typeface="Viga"/>
                <a:ea typeface="Viga"/>
                <a:cs typeface="Viga"/>
                <a:sym typeface="Vig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iga"/>
              <a:buNone/>
              <a:defRPr sz="2800" b="1">
                <a:solidFill>
                  <a:schemeClr val="dk1"/>
                </a:solidFill>
                <a:latin typeface="Viga"/>
                <a:ea typeface="Viga"/>
                <a:cs typeface="Viga"/>
                <a:sym typeface="Vig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iga"/>
              <a:buNone/>
              <a:defRPr sz="2800" b="1">
                <a:solidFill>
                  <a:schemeClr val="dk1"/>
                </a:solidFill>
                <a:latin typeface="Viga"/>
                <a:ea typeface="Viga"/>
                <a:cs typeface="Viga"/>
                <a:sym typeface="Vig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58775" y="1434450"/>
            <a:ext cx="7626300" cy="31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8" r:id="rId9"/>
    <p:sldLayoutId id="2147483659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8" r:id="rId16"/>
    <p:sldLayoutId id="2147483669" r:id="rId17"/>
    <p:sldLayoutId id="2147483670" r:id="rId18"/>
    <p:sldLayoutId id="2147483671" r:id="rId19"/>
    <p:sldLayoutId id="2147483672" r:id="rId20"/>
    <p:sldLayoutId id="2147483673" r:id="rId21"/>
    <p:sldLayoutId id="2147483675" r:id="rId22"/>
    <p:sldLayoutId id="2147483676" r:id="rId23"/>
    <p:sldLayoutId id="2147483677" r:id="rId2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7" Type="http://schemas.openxmlformats.org/officeDocument/2006/relationships/hyperlink" Target="https://storyset.com/?utm_source=slidesgo_template&amp;utm_medium=referral-link&amp;utm_campaign=slidesgo_contents_of_this_template&amp;utm_term=storyset&amp;utm_content=storyse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slide" Target="slide28.xml"/><Relationship Id="rId5" Type="http://schemas.openxmlformats.org/officeDocument/2006/relationships/hyperlink" Target="http://bit.ly/33VAFh3" TargetMode="External"/><Relationship Id="rId4" Type="http://schemas.openxmlformats.org/officeDocument/2006/relationships/hyperlink" Target="http://bit.ly/30B07Gq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.png"/><Relationship Id="rId4" Type="http://schemas.openxmlformats.org/officeDocument/2006/relationships/hyperlink" Target="https://docs.google.com/spreadsheets/d/1PPKNONsFbx6STx6ogrTiSpx1mE9UNdDQqrAdcVDIApY/copy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p35"/>
          <p:cNvSpPr txBox="1">
            <a:spLocks noGrp="1"/>
          </p:cNvSpPr>
          <p:nvPr>
            <p:ph type="ctrTitle"/>
          </p:nvPr>
        </p:nvSpPr>
        <p:spPr>
          <a:xfrm>
            <a:off x="968547" y="1222688"/>
            <a:ext cx="4990200" cy="2034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Science Subject </a:t>
            </a:r>
            <a:endParaRPr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for Pre-K: </a:t>
            </a:r>
            <a:endParaRPr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Science Tools</a:t>
            </a:r>
            <a:endParaRPr>
              <a:solidFill>
                <a:schemeClr val="accent2"/>
              </a:solidFill>
            </a:endParaRPr>
          </a:p>
        </p:txBody>
      </p:sp>
      <p:grpSp>
        <p:nvGrpSpPr>
          <p:cNvPr id="1462" name="Google Shape;1462;p35"/>
          <p:cNvGrpSpPr/>
          <p:nvPr/>
        </p:nvGrpSpPr>
        <p:grpSpPr>
          <a:xfrm rot="-1184546">
            <a:off x="5455126" y="1999428"/>
            <a:ext cx="893702" cy="840497"/>
            <a:chOff x="2811050" y="2858075"/>
            <a:chExt cx="694150" cy="652825"/>
          </a:xfrm>
        </p:grpSpPr>
        <p:sp>
          <p:nvSpPr>
            <p:cNvPr id="1463" name="Google Shape;1463;p35"/>
            <p:cNvSpPr/>
            <p:nvPr/>
          </p:nvSpPr>
          <p:spPr>
            <a:xfrm>
              <a:off x="2883075" y="2983225"/>
              <a:ext cx="611125" cy="470125"/>
            </a:xfrm>
            <a:custGeom>
              <a:avLst/>
              <a:gdLst/>
              <a:ahLst/>
              <a:cxnLst/>
              <a:rect l="l" t="t" r="r" b="b"/>
              <a:pathLst>
                <a:path w="24445" h="18805" extrusionOk="0">
                  <a:moveTo>
                    <a:pt x="21777" y="1"/>
                  </a:moveTo>
                  <a:cubicBezTo>
                    <a:pt x="20480" y="799"/>
                    <a:pt x="19206" y="1644"/>
                    <a:pt x="17932" y="2477"/>
                  </a:cubicBezTo>
                  <a:cubicBezTo>
                    <a:pt x="17575" y="2704"/>
                    <a:pt x="17229" y="2942"/>
                    <a:pt x="16884" y="3168"/>
                  </a:cubicBezTo>
                  <a:cubicBezTo>
                    <a:pt x="16824" y="3192"/>
                    <a:pt x="16777" y="3227"/>
                    <a:pt x="16741" y="3251"/>
                  </a:cubicBezTo>
                  <a:cubicBezTo>
                    <a:pt x="18146" y="5430"/>
                    <a:pt x="18265" y="8192"/>
                    <a:pt x="17063" y="10490"/>
                  </a:cubicBezTo>
                  <a:cubicBezTo>
                    <a:pt x="17063" y="10490"/>
                    <a:pt x="17051" y="10502"/>
                    <a:pt x="17051" y="10502"/>
                  </a:cubicBezTo>
                  <a:cubicBezTo>
                    <a:pt x="16848" y="10883"/>
                    <a:pt x="16622" y="11252"/>
                    <a:pt x="16360" y="11586"/>
                  </a:cubicBezTo>
                  <a:cubicBezTo>
                    <a:pt x="15634" y="12526"/>
                    <a:pt x="14669" y="13288"/>
                    <a:pt x="13491" y="13550"/>
                  </a:cubicBezTo>
                  <a:cubicBezTo>
                    <a:pt x="13014" y="13657"/>
                    <a:pt x="12531" y="13709"/>
                    <a:pt x="12049" y="13709"/>
                  </a:cubicBezTo>
                  <a:cubicBezTo>
                    <a:pt x="11289" y="13709"/>
                    <a:pt x="10533" y="13579"/>
                    <a:pt x="9812" y="13324"/>
                  </a:cubicBezTo>
                  <a:cubicBezTo>
                    <a:pt x="7526" y="12479"/>
                    <a:pt x="6454" y="10109"/>
                    <a:pt x="6299" y="7799"/>
                  </a:cubicBezTo>
                  <a:cubicBezTo>
                    <a:pt x="6287" y="7621"/>
                    <a:pt x="6276" y="7442"/>
                    <a:pt x="6276" y="7264"/>
                  </a:cubicBezTo>
                  <a:cubicBezTo>
                    <a:pt x="4597" y="6978"/>
                    <a:pt x="2918" y="6692"/>
                    <a:pt x="1239" y="6418"/>
                  </a:cubicBezTo>
                  <a:lnTo>
                    <a:pt x="596" y="6311"/>
                  </a:lnTo>
                  <a:cubicBezTo>
                    <a:pt x="430" y="6264"/>
                    <a:pt x="251" y="6240"/>
                    <a:pt x="72" y="6228"/>
                  </a:cubicBezTo>
                  <a:lnTo>
                    <a:pt x="72" y="6383"/>
                  </a:lnTo>
                  <a:cubicBezTo>
                    <a:pt x="1" y="8550"/>
                    <a:pt x="191" y="10776"/>
                    <a:pt x="965" y="12824"/>
                  </a:cubicBezTo>
                  <a:cubicBezTo>
                    <a:pt x="1656" y="14657"/>
                    <a:pt x="2978" y="16181"/>
                    <a:pt x="4692" y="17146"/>
                  </a:cubicBezTo>
                  <a:cubicBezTo>
                    <a:pt x="6430" y="18098"/>
                    <a:pt x="8359" y="18658"/>
                    <a:pt x="10347" y="18777"/>
                  </a:cubicBezTo>
                  <a:cubicBezTo>
                    <a:pt x="10643" y="18795"/>
                    <a:pt x="10939" y="18805"/>
                    <a:pt x="11235" y="18805"/>
                  </a:cubicBezTo>
                  <a:cubicBezTo>
                    <a:pt x="14754" y="18805"/>
                    <a:pt x="18255" y="17499"/>
                    <a:pt x="20682" y="14896"/>
                  </a:cubicBezTo>
                  <a:cubicBezTo>
                    <a:pt x="23123" y="12288"/>
                    <a:pt x="24444" y="8526"/>
                    <a:pt x="23849" y="4978"/>
                  </a:cubicBezTo>
                  <a:cubicBezTo>
                    <a:pt x="23552" y="3168"/>
                    <a:pt x="22790" y="1489"/>
                    <a:pt x="217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35"/>
            <p:cNvSpPr/>
            <p:nvPr/>
          </p:nvSpPr>
          <p:spPr>
            <a:xfrm>
              <a:off x="3201875" y="2872200"/>
              <a:ext cx="221475" cy="184575"/>
            </a:xfrm>
            <a:custGeom>
              <a:avLst/>
              <a:gdLst/>
              <a:ahLst/>
              <a:cxnLst/>
              <a:rect l="l" t="t" r="r" b="b"/>
              <a:pathLst>
                <a:path w="8859" h="7383" extrusionOk="0">
                  <a:moveTo>
                    <a:pt x="4715" y="1"/>
                  </a:moveTo>
                  <a:cubicBezTo>
                    <a:pt x="3096" y="1442"/>
                    <a:pt x="1429" y="2858"/>
                    <a:pt x="1" y="4501"/>
                  </a:cubicBezTo>
                  <a:cubicBezTo>
                    <a:pt x="501" y="4799"/>
                    <a:pt x="1024" y="5013"/>
                    <a:pt x="1513" y="5299"/>
                  </a:cubicBezTo>
                  <a:cubicBezTo>
                    <a:pt x="2048" y="5621"/>
                    <a:pt x="2537" y="5990"/>
                    <a:pt x="2977" y="6430"/>
                  </a:cubicBezTo>
                  <a:cubicBezTo>
                    <a:pt x="3263" y="6728"/>
                    <a:pt x="3537" y="7037"/>
                    <a:pt x="3775" y="7383"/>
                  </a:cubicBezTo>
                  <a:cubicBezTo>
                    <a:pt x="4037" y="7192"/>
                    <a:pt x="4334" y="7037"/>
                    <a:pt x="4608" y="6871"/>
                  </a:cubicBezTo>
                  <a:cubicBezTo>
                    <a:pt x="6025" y="5990"/>
                    <a:pt x="7454" y="5121"/>
                    <a:pt x="8859" y="4204"/>
                  </a:cubicBezTo>
                  <a:cubicBezTo>
                    <a:pt x="7716" y="2644"/>
                    <a:pt x="6347" y="1263"/>
                    <a:pt x="4799" y="96"/>
                  </a:cubicBezTo>
                  <a:cubicBezTo>
                    <a:pt x="4763" y="72"/>
                    <a:pt x="4739" y="37"/>
                    <a:pt x="4715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35"/>
            <p:cNvSpPr/>
            <p:nvPr/>
          </p:nvSpPr>
          <p:spPr>
            <a:xfrm>
              <a:off x="3283125" y="3078475"/>
              <a:ext cx="37550" cy="133975"/>
            </a:xfrm>
            <a:custGeom>
              <a:avLst/>
              <a:gdLst/>
              <a:ahLst/>
              <a:cxnLst/>
              <a:rect l="l" t="t" r="r" b="b"/>
              <a:pathLst>
                <a:path w="1502" h="5359" extrusionOk="0">
                  <a:moveTo>
                    <a:pt x="394" y="1"/>
                  </a:moveTo>
                  <a:cubicBezTo>
                    <a:pt x="382" y="156"/>
                    <a:pt x="370" y="299"/>
                    <a:pt x="358" y="453"/>
                  </a:cubicBezTo>
                  <a:lnTo>
                    <a:pt x="203" y="1692"/>
                  </a:lnTo>
                  <a:cubicBezTo>
                    <a:pt x="168" y="2001"/>
                    <a:pt x="144" y="2370"/>
                    <a:pt x="1" y="2632"/>
                  </a:cubicBezTo>
                  <a:cubicBezTo>
                    <a:pt x="489" y="3477"/>
                    <a:pt x="822" y="4394"/>
                    <a:pt x="989" y="5359"/>
                  </a:cubicBezTo>
                  <a:cubicBezTo>
                    <a:pt x="1501" y="3728"/>
                    <a:pt x="1370" y="1953"/>
                    <a:pt x="620" y="406"/>
                  </a:cubicBezTo>
                  <a:cubicBezTo>
                    <a:pt x="549" y="275"/>
                    <a:pt x="477" y="144"/>
                    <a:pt x="394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35"/>
            <p:cNvSpPr/>
            <p:nvPr/>
          </p:nvSpPr>
          <p:spPr>
            <a:xfrm>
              <a:off x="3182525" y="2993650"/>
              <a:ext cx="103600" cy="139625"/>
            </a:xfrm>
            <a:custGeom>
              <a:avLst/>
              <a:gdLst/>
              <a:ahLst/>
              <a:cxnLst/>
              <a:rect l="l" t="t" r="r" b="b"/>
              <a:pathLst>
                <a:path w="4144" h="5585" extrusionOk="0">
                  <a:moveTo>
                    <a:pt x="274" y="1"/>
                  </a:moveTo>
                  <a:cubicBezTo>
                    <a:pt x="251" y="394"/>
                    <a:pt x="144" y="798"/>
                    <a:pt x="96" y="1167"/>
                  </a:cubicBezTo>
                  <a:cubicBezTo>
                    <a:pt x="48" y="1596"/>
                    <a:pt x="24" y="2013"/>
                    <a:pt x="1" y="2441"/>
                  </a:cubicBezTo>
                  <a:cubicBezTo>
                    <a:pt x="1537" y="3084"/>
                    <a:pt x="2834" y="4180"/>
                    <a:pt x="3739" y="5585"/>
                  </a:cubicBezTo>
                  <a:cubicBezTo>
                    <a:pt x="3763" y="5323"/>
                    <a:pt x="3823" y="5073"/>
                    <a:pt x="3846" y="4835"/>
                  </a:cubicBezTo>
                  <a:lnTo>
                    <a:pt x="4037" y="3537"/>
                  </a:lnTo>
                  <a:cubicBezTo>
                    <a:pt x="4049" y="3346"/>
                    <a:pt x="4084" y="3156"/>
                    <a:pt x="4144" y="2977"/>
                  </a:cubicBezTo>
                  <a:cubicBezTo>
                    <a:pt x="3775" y="2418"/>
                    <a:pt x="3311" y="1929"/>
                    <a:pt x="2799" y="1513"/>
                  </a:cubicBezTo>
                  <a:cubicBezTo>
                    <a:pt x="2406" y="1203"/>
                    <a:pt x="1989" y="929"/>
                    <a:pt x="1537" y="715"/>
                  </a:cubicBezTo>
                  <a:cubicBezTo>
                    <a:pt x="1096" y="513"/>
                    <a:pt x="667" y="286"/>
                    <a:pt x="274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35"/>
            <p:cNvSpPr/>
            <p:nvPr/>
          </p:nvSpPr>
          <p:spPr>
            <a:xfrm>
              <a:off x="2823850" y="3149025"/>
              <a:ext cx="494725" cy="347500"/>
            </a:xfrm>
            <a:custGeom>
              <a:avLst/>
              <a:gdLst/>
              <a:ahLst/>
              <a:cxnLst/>
              <a:rect l="l" t="t" r="r" b="b"/>
              <a:pathLst>
                <a:path w="19789" h="13900" extrusionOk="0">
                  <a:moveTo>
                    <a:pt x="1929" y="1"/>
                  </a:moveTo>
                  <a:cubicBezTo>
                    <a:pt x="1787" y="144"/>
                    <a:pt x="1644" y="274"/>
                    <a:pt x="1489" y="429"/>
                  </a:cubicBezTo>
                  <a:cubicBezTo>
                    <a:pt x="989" y="929"/>
                    <a:pt x="513" y="1453"/>
                    <a:pt x="1" y="1941"/>
                  </a:cubicBezTo>
                  <a:lnTo>
                    <a:pt x="1" y="2037"/>
                  </a:lnTo>
                  <a:cubicBezTo>
                    <a:pt x="179" y="4835"/>
                    <a:pt x="1036" y="7609"/>
                    <a:pt x="2775" y="9847"/>
                  </a:cubicBezTo>
                  <a:cubicBezTo>
                    <a:pt x="4430" y="11990"/>
                    <a:pt x="6871" y="13407"/>
                    <a:pt x="9561" y="13764"/>
                  </a:cubicBezTo>
                  <a:cubicBezTo>
                    <a:pt x="10240" y="13855"/>
                    <a:pt x="10922" y="13900"/>
                    <a:pt x="11601" y="13900"/>
                  </a:cubicBezTo>
                  <a:cubicBezTo>
                    <a:pt x="14481" y="13900"/>
                    <a:pt x="17322" y="13091"/>
                    <a:pt x="19789" y="11550"/>
                  </a:cubicBezTo>
                  <a:lnTo>
                    <a:pt x="19789" y="11550"/>
                  </a:lnTo>
                  <a:cubicBezTo>
                    <a:pt x="17875" y="12423"/>
                    <a:pt x="15802" y="12870"/>
                    <a:pt x="13719" y="12870"/>
                  </a:cubicBezTo>
                  <a:cubicBezTo>
                    <a:pt x="12847" y="12870"/>
                    <a:pt x="11973" y="12791"/>
                    <a:pt x="11109" y="12633"/>
                  </a:cubicBezTo>
                  <a:cubicBezTo>
                    <a:pt x="9061" y="12276"/>
                    <a:pt x="7013" y="11478"/>
                    <a:pt x="5406" y="10157"/>
                  </a:cubicBezTo>
                  <a:cubicBezTo>
                    <a:pt x="3823" y="8883"/>
                    <a:pt x="2834" y="7037"/>
                    <a:pt x="2358" y="5085"/>
                  </a:cubicBezTo>
                  <a:cubicBezTo>
                    <a:pt x="1977" y="3418"/>
                    <a:pt x="1834" y="1703"/>
                    <a:pt x="1929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35"/>
            <p:cNvSpPr/>
            <p:nvPr/>
          </p:nvSpPr>
          <p:spPr>
            <a:xfrm>
              <a:off x="2885175" y="2973700"/>
              <a:ext cx="186650" cy="181900"/>
            </a:xfrm>
            <a:custGeom>
              <a:avLst/>
              <a:gdLst/>
              <a:ahLst/>
              <a:cxnLst/>
              <a:rect l="l" t="t" r="r" b="b"/>
              <a:pathLst>
                <a:path w="7466" h="7276" extrusionOk="0">
                  <a:moveTo>
                    <a:pt x="1465" y="1"/>
                  </a:moveTo>
                  <a:cubicBezTo>
                    <a:pt x="1453" y="13"/>
                    <a:pt x="1429" y="37"/>
                    <a:pt x="1417" y="60"/>
                  </a:cubicBezTo>
                  <a:cubicBezTo>
                    <a:pt x="512" y="2001"/>
                    <a:pt x="107" y="4168"/>
                    <a:pt x="0" y="6311"/>
                  </a:cubicBezTo>
                  <a:cubicBezTo>
                    <a:pt x="48" y="6311"/>
                    <a:pt x="107" y="6335"/>
                    <a:pt x="143" y="6335"/>
                  </a:cubicBezTo>
                  <a:lnTo>
                    <a:pt x="798" y="6442"/>
                  </a:lnTo>
                  <a:lnTo>
                    <a:pt x="6180" y="7276"/>
                  </a:lnTo>
                  <a:cubicBezTo>
                    <a:pt x="6203" y="6228"/>
                    <a:pt x="6311" y="5168"/>
                    <a:pt x="6501" y="4132"/>
                  </a:cubicBezTo>
                  <a:cubicBezTo>
                    <a:pt x="6715" y="2894"/>
                    <a:pt x="7037" y="1680"/>
                    <a:pt x="7466" y="501"/>
                  </a:cubicBezTo>
                  <a:cubicBezTo>
                    <a:pt x="5465" y="453"/>
                    <a:pt x="3441" y="346"/>
                    <a:pt x="1465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35"/>
            <p:cNvSpPr/>
            <p:nvPr/>
          </p:nvSpPr>
          <p:spPr>
            <a:xfrm>
              <a:off x="2822650" y="2981150"/>
              <a:ext cx="92300" cy="208375"/>
            </a:xfrm>
            <a:custGeom>
              <a:avLst/>
              <a:gdLst/>
              <a:ahLst/>
              <a:cxnLst/>
              <a:rect l="l" t="t" r="r" b="b"/>
              <a:pathLst>
                <a:path w="3692" h="8335" extrusionOk="0">
                  <a:moveTo>
                    <a:pt x="3692" y="1"/>
                  </a:moveTo>
                  <a:lnTo>
                    <a:pt x="3692" y="1"/>
                  </a:lnTo>
                  <a:cubicBezTo>
                    <a:pt x="3156" y="560"/>
                    <a:pt x="2585" y="1096"/>
                    <a:pt x="2025" y="1620"/>
                  </a:cubicBezTo>
                  <a:cubicBezTo>
                    <a:pt x="1430" y="2179"/>
                    <a:pt x="525" y="2799"/>
                    <a:pt x="334" y="3644"/>
                  </a:cubicBezTo>
                  <a:cubicBezTo>
                    <a:pt x="168" y="4477"/>
                    <a:pt x="72" y="5323"/>
                    <a:pt x="49" y="6168"/>
                  </a:cubicBezTo>
                  <a:cubicBezTo>
                    <a:pt x="1" y="6894"/>
                    <a:pt x="1" y="7621"/>
                    <a:pt x="37" y="8335"/>
                  </a:cubicBezTo>
                  <a:cubicBezTo>
                    <a:pt x="465" y="7811"/>
                    <a:pt x="930" y="7311"/>
                    <a:pt x="1430" y="6847"/>
                  </a:cubicBezTo>
                  <a:lnTo>
                    <a:pt x="1894" y="6418"/>
                  </a:lnTo>
                  <a:cubicBezTo>
                    <a:pt x="1918" y="6394"/>
                    <a:pt x="1954" y="6358"/>
                    <a:pt x="1989" y="6323"/>
                  </a:cubicBezTo>
                  <a:cubicBezTo>
                    <a:pt x="2001" y="6085"/>
                    <a:pt x="2025" y="5846"/>
                    <a:pt x="2037" y="5620"/>
                  </a:cubicBezTo>
                  <a:cubicBezTo>
                    <a:pt x="2216" y="3644"/>
                    <a:pt x="2728" y="1727"/>
                    <a:pt x="3692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35"/>
            <p:cNvSpPr/>
            <p:nvPr/>
          </p:nvSpPr>
          <p:spPr>
            <a:xfrm>
              <a:off x="2811050" y="2858075"/>
              <a:ext cx="694150" cy="652825"/>
            </a:xfrm>
            <a:custGeom>
              <a:avLst/>
              <a:gdLst/>
              <a:ahLst/>
              <a:cxnLst/>
              <a:rect l="l" t="t" r="r" b="b"/>
              <a:pathLst>
                <a:path w="27766" h="26113" extrusionOk="0">
                  <a:moveTo>
                    <a:pt x="20348" y="566"/>
                  </a:moveTo>
                  <a:cubicBezTo>
                    <a:pt x="20372" y="602"/>
                    <a:pt x="20396" y="637"/>
                    <a:pt x="20432" y="661"/>
                  </a:cubicBezTo>
                  <a:cubicBezTo>
                    <a:pt x="21980" y="1828"/>
                    <a:pt x="23349" y="3209"/>
                    <a:pt x="24492" y="4769"/>
                  </a:cubicBezTo>
                  <a:cubicBezTo>
                    <a:pt x="23087" y="5686"/>
                    <a:pt x="21658" y="6555"/>
                    <a:pt x="20241" y="7436"/>
                  </a:cubicBezTo>
                  <a:cubicBezTo>
                    <a:pt x="19967" y="7602"/>
                    <a:pt x="19670" y="7757"/>
                    <a:pt x="19408" y="7948"/>
                  </a:cubicBezTo>
                  <a:cubicBezTo>
                    <a:pt x="19170" y="7602"/>
                    <a:pt x="18896" y="7293"/>
                    <a:pt x="18610" y="6995"/>
                  </a:cubicBezTo>
                  <a:cubicBezTo>
                    <a:pt x="18170" y="6555"/>
                    <a:pt x="17681" y="6186"/>
                    <a:pt x="17146" y="5864"/>
                  </a:cubicBezTo>
                  <a:cubicBezTo>
                    <a:pt x="16657" y="5578"/>
                    <a:pt x="16134" y="5364"/>
                    <a:pt x="15634" y="5066"/>
                  </a:cubicBezTo>
                  <a:cubicBezTo>
                    <a:pt x="17062" y="3435"/>
                    <a:pt x="18729" y="2007"/>
                    <a:pt x="20348" y="566"/>
                  </a:cubicBezTo>
                  <a:close/>
                  <a:moveTo>
                    <a:pt x="15145" y="5424"/>
                  </a:moveTo>
                  <a:cubicBezTo>
                    <a:pt x="15538" y="5709"/>
                    <a:pt x="15967" y="5936"/>
                    <a:pt x="16407" y="6138"/>
                  </a:cubicBezTo>
                  <a:cubicBezTo>
                    <a:pt x="16848" y="6352"/>
                    <a:pt x="17277" y="6626"/>
                    <a:pt x="17670" y="6936"/>
                  </a:cubicBezTo>
                  <a:cubicBezTo>
                    <a:pt x="18181" y="7352"/>
                    <a:pt x="18634" y="7841"/>
                    <a:pt x="19015" y="8400"/>
                  </a:cubicBezTo>
                  <a:cubicBezTo>
                    <a:pt x="18955" y="8579"/>
                    <a:pt x="18920" y="8769"/>
                    <a:pt x="18908" y="8960"/>
                  </a:cubicBezTo>
                  <a:lnTo>
                    <a:pt x="18717" y="10269"/>
                  </a:lnTo>
                  <a:cubicBezTo>
                    <a:pt x="18682" y="10496"/>
                    <a:pt x="18622" y="10758"/>
                    <a:pt x="18610" y="11008"/>
                  </a:cubicBezTo>
                  <a:cubicBezTo>
                    <a:pt x="17705" y="9603"/>
                    <a:pt x="16407" y="8507"/>
                    <a:pt x="14872" y="7864"/>
                  </a:cubicBezTo>
                  <a:cubicBezTo>
                    <a:pt x="14883" y="7448"/>
                    <a:pt x="14907" y="7019"/>
                    <a:pt x="14967" y="6590"/>
                  </a:cubicBezTo>
                  <a:cubicBezTo>
                    <a:pt x="15014" y="6221"/>
                    <a:pt x="15122" y="5817"/>
                    <a:pt x="15145" y="5424"/>
                  </a:cubicBezTo>
                  <a:close/>
                  <a:moveTo>
                    <a:pt x="4442" y="4626"/>
                  </a:moveTo>
                  <a:cubicBezTo>
                    <a:pt x="6406" y="4971"/>
                    <a:pt x="8430" y="5078"/>
                    <a:pt x="10431" y="5126"/>
                  </a:cubicBezTo>
                  <a:cubicBezTo>
                    <a:pt x="10014" y="6305"/>
                    <a:pt x="9692" y="7531"/>
                    <a:pt x="9478" y="8769"/>
                  </a:cubicBezTo>
                  <a:lnTo>
                    <a:pt x="9466" y="8757"/>
                  </a:lnTo>
                  <a:cubicBezTo>
                    <a:pt x="9276" y="9793"/>
                    <a:pt x="9168" y="10853"/>
                    <a:pt x="9157" y="11901"/>
                  </a:cubicBezTo>
                  <a:lnTo>
                    <a:pt x="3763" y="11055"/>
                  </a:lnTo>
                  <a:lnTo>
                    <a:pt x="3120" y="10948"/>
                  </a:lnTo>
                  <a:cubicBezTo>
                    <a:pt x="3072" y="10948"/>
                    <a:pt x="3013" y="10936"/>
                    <a:pt x="2965" y="10924"/>
                  </a:cubicBezTo>
                  <a:cubicBezTo>
                    <a:pt x="3084" y="8793"/>
                    <a:pt x="3477" y="6626"/>
                    <a:pt x="4382" y="4674"/>
                  </a:cubicBezTo>
                  <a:cubicBezTo>
                    <a:pt x="4394" y="4662"/>
                    <a:pt x="4418" y="4638"/>
                    <a:pt x="4442" y="4626"/>
                  </a:cubicBezTo>
                  <a:close/>
                  <a:moveTo>
                    <a:pt x="4156" y="4924"/>
                  </a:moveTo>
                  <a:lnTo>
                    <a:pt x="4156" y="4924"/>
                  </a:lnTo>
                  <a:cubicBezTo>
                    <a:pt x="3203" y="6650"/>
                    <a:pt x="2691" y="8579"/>
                    <a:pt x="2513" y="10543"/>
                  </a:cubicBezTo>
                  <a:lnTo>
                    <a:pt x="2501" y="10543"/>
                  </a:lnTo>
                  <a:cubicBezTo>
                    <a:pt x="2489" y="10781"/>
                    <a:pt x="2465" y="11008"/>
                    <a:pt x="2453" y="11258"/>
                  </a:cubicBezTo>
                  <a:cubicBezTo>
                    <a:pt x="2418" y="11293"/>
                    <a:pt x="2394" y="11329"/>
                    <a:pt x="2358" y="11353"/>
                  </a:cubicBezTo>
                  <a:lnTo>
                    <a:pt x="1906" y="11782"/>
                  </a:lnTo>
                  <a:cubicBezTo>
                    <a:pt x="1406" y="12246"/>
                    <a:pt x="941" y="12746"/>
                    <a:pt x="501" y="13270"/>
                  </a:cubicBezTo>
                  <a:cubicBezTo>
                    <a:pt x="477" y="12555"/>
                    <a:pt x="477" y="11829"/>
                    <a:pt x="513" y="11103"/>
                  </a:cubicBezTo>
                  <a:cubicBezTo>
                    <a:pt x="536" y="10258"/>
                    <a:pt x="632" y="9412"/>
                    <a:pt x="798" y="8579"/>
                  </a:cubicBezTo>
                  <a:cubicBezTo>
                    <a:pt x="1001" y="7745"/>
                    <a:pt x="1906" y="7114"/>
                    <a:pt x="2501" y="6555"/>
                  </a:cubicBezTo>
                  <a:cubicBezTo>
                    <a:pt x="3061" y="6019"/>
                    <a:pt x="3620" y="5483"/>
                    <a:pt x="4156" y="4924"/>
                  </a:cubicBezTo>
                  <a:close/>
                  <a:moveTo>
                    <a:pt x="19289" y="8817"/>
                  </a:moveTo>
                  <a:cubicBezTo>
                    <a:pt x="19360" y="8960"/>
                    <a:pt x="19432" y="9091"/>
                    <a:pt x="19503" y="9222"/>
                  </a:cubicBezTo>
                  <a:cubicBezTo>
                    <a:pt x="20253" y="10769"/>
                    <a:pt x="20384" y="12544"/>
                    <a:pt x="19872" y="14175"/>
                  </a:cubicBezTo>
                  <a:cubicBezTo>
                    <a:pt x="19705" y="13210"/>
                    <a:pt x="19372" y="12293"/>
                    <a:pt x="18884" y="11448"/>
                  </a:cubicBezTo>
                  <a:cubicBezTo>
                    <a:pt x="19039" y="11186"/>
                    <a:pt x="19051" y="10805"/>
                    <a:pt x="19086" y="10508"/>
                  </a:cubicBezTo>
                  <a:lnTo>
                    <a:pt x="19241" y="9269"/>
                  </a:lnTo>
                  <a:cubicBezTo>
                    <a:pt x="19253" y="9115"/>
                    <a:pt x="19265" y="8972"/>
                    <a:pt x="19289" y="8817"/>
                  </a:cubicBezTo>
                  <a:close/>
                  <a:moveTo>
                    <a:pt x="24647" y="4995"/>
                  </a:moveTo>
                  <a:cubicBezTo>
                    <a:pt x="25671" y="6495"/>
                    <a:pt x="26433" y="8174"/>
                    <a:pt x="26730" y="9984"/>
                  </a:cubicBezTo>
                  <a:cubicBezTo>
                    <a:pt x="27325" y="13532"/>
                    <a:pt x="26004" y="17294"/>
                    <a:pt x="23563" y="19902"/>
                  </a:cubicBezTo>
                  <a:cubicBezTo>
                    <a:pt x="21136" y="22505"/>
                    <a:pt x="17635" y="23811"/>
                    <a:pt x="14106" y="23811"/>
                  </a:cubicBezTo>
                  <a:cubicBezTo>
                    <a:pt x="13810" y="23811"/>
                    <a:pt x="13513" y="23801"/>
                    <a:pt x="13217" y="23783"/>
                  </a:cubicBezTo>
                  <a:cubicBezTo>
                    <a:pt x="11228" y="23664"/>
                    <a:pt x="9299" y="23104"/>
                    <a:pt x="7561" y="22140"/>
                  </a:cubicBezTo>
                  <a:cubicBezTo>
                    <a:pt x="5847" y="21187"/>
                    <a:pt x="4525" y="19663"/>
                    <a:pt x="3834" y="17830"/>
                  </a:cubicBezTo>
                  <a:cubicBezTo>
                    <a:pt x="3061" y="15782"/>
                    <a:pt x="2870" y="13556"/>
                    <a:pt x="2941" y="11389"/>
                  </a:cubicBezTo>
                  <a:lnTo>
                    <a:pt x="2941" y="11234"/>
                  </a:lnTo>
                  <a:cubicBezTo>
                    <a:pt x="3120" y="11234"/>
                    <a:pt x="3299" y="11258"/>
                    <a:pt x="3465" y="11305"/>
                  </a:cubicBezTo>
                  <a:lnTo>
                    <a:pt x="4120" y="11412"/>
                  </a:lnTo>
                  <a:cubicBezTo>
                    <a:pt x="5799" y="11698"/>
                    <a:pt x="7466" y="11972"/>
                    <a:pt x="9145" y="12258"/>
                  </a:cubicBezTo>
                  <a:cubicBezTo>
                    <a:pt x="9145" y="12448"/>
                    <a:pt x="9157" y="12627"/>
                    <a:pt x="9168" y="12805"/>
                  </a:cubicBezTo>
                  <a:cubicBezTo>
                    <a:pt x="9335" y="15103"/>
                    <a:pt x="10407" y="17485"/>
                    <a:pt x="12693" y="18330"/>
                  </a:cubicBezTo>
                  <a:cubicBezTo>
                    <a:pt x="13414" y="18585"/>
                    <a:pt x="14170" y="18715"/>
                    <a:pt x="14927" y="18715"/>
                  </a:cubicBezTo>
                  <a:cubicBezTo>
                    <a:pt x="15408" y="18715"/>
                    <a:pt x="15888" y="18663"/>
                    <a:pt x="16360" y="18556"/>
                  </a:cubicBezTo>
                  <a:cubicBezTo>
                    <a:pt x="17539" y="18294"/>
                    <a:pt x="18515" y="17532"/>
                    <a:pt x="19241" y="16592"/>
                  </a:cubicBezTo>
                  <a:cubicBezTo>
                    <a:pt x="19491" y="16246"/>
                    <a:pt x="19729" y="15889"/>
                    <a:pt x="19920" y="15508"/>
                  </a:cubicBezTo>
                  <a:cubicBezTo>
                    <a:pt x="19932" y="15496"/>
                    <a:pt x="19932" y="15496"/>
                    <a:pt x="19932" y="15484"/>
                  </a:cubicBezTo>
                  <a:cubicBezTo>
                    <a:pt x="21134" y="13198"/>
                    <a:pt x="21015" y="10436"/>
                    <a:pt x="19610" y="8257"/>
                  </a:cubicBezTo>
                  <a:cubicBezTo>
                    <a:pt x="19658" y="8233"/>
                    <a:pt x="19705" y="8198"/>
                    <a:pt x="19753" y="8162"/>
                  </a:cubicBezTo>
                  <a:cubicBezTo>
                    <a:pt x="20110" y="7936"/>
                    <a:pt x="20456" y="7710"/>
                    <a:pt x="20801" y="7483"/>
                  </a:cubicBezTo>
                  <a:cubicBezTo>
                    <a:pt x="22075" y="6638"/>
                    <a:pt x="23349" y="5805"/>
                    <a:pt x="24647" y="4995"/>
                  </a:cubicBezTo>
                  <a:close/>
                  <a:moveTo>
                    <a:pt x="2441" y="11639"/>
                  </a:moveTo>
                  <a:lnTo>
                    <a:pt x="2441" y="11639"/>
                  </a:lnTo>
                  <a:cubicBezTo>
                    <a:pt x="2334" y="13353"/>
                    <a:pt x="2489" y="15068"/>
                    <a:pt x="2870" y="16735"/>
                  </a:cubicBezTo>
                  <a:cubicBezTo>
                    <a:pt x="3346" y="18675"/>
                    <a:pt x="4335" y="20533"/>
                    <a:pt x="5906" y="21807"/>
                  </a:cubicBezTo>
                  <a:cubicBezTo>
                    <a:pt x="7525" y="23116"/>
                    <a:pt x="9585" y="23914"/>
                    <a:pt x="11621" y="24283"/>
                  </a:cubicBezTo>
                  <a:cubicBezTo>
                    <a:pt x="12479" y="24436"/>
                    <a:pt x="13344" y="24512"/>
                    <a:pt x="14206" y="24512"/>
                  </a:cubicBezTo>
                  <a:cubicBezTo>
                    <a:pt x="16300" y="24512"/>
                    <a:pt x="18378" y="24065"/>
                    <a:pt x="20301" y="23188"/>
                  </a:cubicBezTo>
                  <a:lnTo>
                    <a:pt x="20301" y="23188"/>
                  </a:lnTo>
                  <a:cubicBezTo>
                    <a:pt x="17834" y="24729"/>
                    <a:pt x="14993" y="25538"/>
                    <a:pt x="12113" y="25538"/>
                  </a:cubicBezTo>
                  <a:cubicBezTo>
                    <a:pt x="11434" y="25538"/>
                    <a:pt x="10752" y="25493"/>
                    <a:pt x="10073" y="25402"/>
                  </a:cubicBezTo>
                  <a:cubicBezTo>
                    <a:pt x="7383" y="25045"/>
                    <a:pt x="4942" y="23640"/>
                    <a:pt x="3275" y="21485"/>
                  </a:cubicBezTo>
                  <a:cubicBezTo>
                    <a:pt x="1537" y="19259"/>
                    <a:pt x="691" y="16484"/>
                    <a:pt x="513" y="13687"/>
                  </a:cubicBezTo>
                  <a:lnTo>
                    <a:pt x="513" y="13591"/>
                  </a:lnTo>
                  <a:cubicBezTo>
                    <a:pt x="1025" y="13103"/>
                    <a:pt x="1501" y="12567"/>
                    <a:pt x="2001" y="12067"/>
                  </a:cubicBezTo>
                  <a:cubicBezTo>
                    <a:pt x="2144" y="11924"/>
                    <a:pt x="2287" y="11793"/>
                    <a:pt x="2441" y="11639"/>
                  </a:cubicBezTo>
                  <a:close/>
                  <a:moveTo>
                    <a:pt x="20406" y="1"/>
                  </a:moveTo>
                  <a:cubicBezTo>
                    <a:pt x="20354" y="1"/>
                    <a:pt x="20302" y="19"/>
                    <a:pt x="20253" y="54"/>
                  </a:cubicBezTo>
                  <a:cubicBezTo>
                    <a:pt x="18360" y="1518"/>
                    <a:pt x="16729" y="3257"/>
                    <a:pt x="15003" y="4924"/>
                  </a:cubicBezTo>
                  <a:cubicBezTo>
                    <a:pt x="14967" y="4971"/>
                    <a:pt x="14943" y="5019"/>
                    <a:pt x="14931" y="5078"/>
                  </a:cubicBezTo>
                  <a:cubicBezTo>
                    <a:pt x="14919" y="5090"/>
                    <a:pt x="14907" y="5090"/>
                    <a:pt x="14895" y="5114"/>
                  </a:cubicBezTo>
                  <a:cubicBezTo>
                    <a:pt x="14657" y="5519"/>
                    <a:pt x="14610" y="6067"/>
                    <a:pt x="14526" y="6531"/>
                  </a:cubicBezTo>
                  <a:cubicBezTo>
                    <a:pt x="14443" y="7019"/>
                    <a:pt x="14395" y="7519"/>
                    <a:pt x="14360" y="8019"/>
                  </a:cubicBezTo>
                  <a:cubicBezTo>
                    <a:pt x="14360" y="8126"/>
                    <a:pt x="14431" y="8222"/>
                    <a:pt x="14538" y="8257"/>
                  </a:cubicBezTo>
                  <a:cubicBezTo>
                    <a:pt x="15991" y="8829"/>
                    <a:pt x="17241" y="9829"/>
                    <a:pt x="18134" y="11103"/>
                  </a:cubicBezTo>
                  <a:cubicBezTo>
                    <a:pt x="18920" y="12246"/>
                    <a:pt x="19408" y="13567"/>
                    <a:pt x="19563" y="14949"/>
                  </a:cubicBezTo>
                  <a:cubicBezTo>
                    <a:pt x="19491" y="15103"/>
                    <a:pt x="19420" y="15246"/>
                    <a:pt x="19348" y="15389"/>
                  </a:cubicBezTo>
                  <a:cubicBezTo>
                    <a:pt x="18824" y="16342"/>
                    <a:pt x="18086" y="17211"/>
                    <a:pt x="17110" y="17699"/>
                  </a:cubicBezTo>
                  <a:cubicBezTo>
                    <a:pt x="16459" y="18028"/>
                    <a:pt x="15709" y="18159"/>
                    <a:pt x="14963" y="18159"/>
                  </a:cubicBezTo>
                  <a:cubicBezTo>
                    <a:pt x="14494" y="18159"/>
                    <a:pt x="14027" y="18108"/>
                    <a:pt x="13586" y="18020"/>
                  </a:cubicBezTo>
                  <a:cubicBezTo>
                    <a:pt x="11181" y="17544"/>
                    <a:pt x="9895" y="15389"/>
                    <a:pt x="9669" y="13079"/>
                  </a:cubicBezTo>
                  <a:cubicBezTo>
                    <a:pt x="9418" y="10329"/>
                    <a:pt x="10109" y="7460"/>
                    <a:pt x="11109" y="4912"/>
                  </a:cubicBezTo>
                  <a:cubicBezTo>
                    <a:pt x="11157" y="4733"/>
                    <a:pt x="11014" y="4554"/>
                    <a:pt x="10835" y="4554"/>
                  </a:cubicBezTo>
                  <a:cubicBezTo>
                    <a:pt x="10677" y="4556"/>
                    <a:pt x="10519" y="4557"/>
                    <a:pt x="10361" y="4557"/>
                  </a:cubicBezTo>
                  <a:cubicBezTo>
                    <a:pt x="8413" y="4557"/>
                    <a:pt x="6475" y="4428"/>
                    <a:pt x="4537" y="4340"/>
                  </a:cubicBezTo>
                  <a:lnTo>
                    <a:pt x="4549" y="4304"/>
                  </a:lnTo>
                  <a:cubicBezTo>
                    <a:pt x="4557" y="4288"/>
                    <a:pt x="4542" y="4271"/>
                    <a:pt x="4528" y="4271"/>
                  </a:cubicBezTo>
                  <a:cubicBezTo>
                    <a:pt x="4522" y="4271"/>
                    <a:pt x="4517" y="4274"/>
                    <a:pt x="4513" y="4281"/>
                  </a:cubicBezTo>
                  <a:cubicBezTo>
                    <a:pt x="4501" y="4293"/>
                    <a:pt x="4501" y="4316"/>
                    <a:pt x="4489" y="4328"/>
                  </a:cubicBezTo>
                  <a:lnTo>
                    <a:pt x="4477" y="4328"/>
                  </a:lnTo>
                  <a:cubicBezTo>
                    <a:pt x="4430" y="4328"/>
                    <a:pt x="4394" y="4352"/>
                    <a:pt x="4370" y="4388"/>
                  </a:cubicBezTo>
                  <a:cubicBezTo>
                    <a:pt x="4346" y="4388"/>
                    <a:pt x="4311" y="4400"/>
                    <a:pt x="4299" y="4423"/>
                  </a:cubicBezTo>
                  <a:cubicBezTo>
                    <a:pt x="3620" y="4971"/>
                    <a:pt x="2989" y="5590"/>
                    <a:pt x="2346" y="6186"/>
                  </a:cubicBezTo>
                  <a:cubicBezTo>
                    <a:pt x="1787" y="6709"/>
                    <a:pt x="1084" y="7221"/>
                    <a:pt x="667" y="7864"/>
                  </a:cubicBezTo>
                  <a:cubicBezTo>
                    <a:pt x="286" y="8460"/>
                    <a:pt x="274" y="9269"/>
                    <a:pt x="191" y="9948"/>
                  </a:cubicBezTo>
                  <a:cubicBezTo>
                    <a:pt x="96" y="10758"/>
                    <a:pt x="36" y="11567"/>
                    <a:pt x="24" y="12389"/>
                  </a:cubicBezTo>
                  <a:cubicBezTo>
                    <a:pt x="1" y="15377"/>
                    <a:pt x="655" y="18437"/>
                    <a:pt x="2310" y="20961"/>
                  </a:cubicBezTo>
                  <a:cubicBezTo>
                    <a:pt x="3799" y="23247"/>
                    <a:pt x="5989" y="24986"/>
                    <a:pt x="8645" y="25676"/>
                  </a:cubicBezTo>
                  <a:cubicBezTo>
                    <a:pt x="9791" y="25972"/>
                    <a:pt x="10978" y="26112"/>
                    <a:pt x="12168" y="26112"/>
                  </a:cubicBezTo>
                  <a:cubicBezTo>
                    <a:pt x="13759" y="26112"/>
                    <a:pt x="15354" y="25860"/>
                    <a:pt x="16860" y="25390"/>
                  </a:cubicBezTo>
                  <a:cubicBezTo>
                    <a:pt x="19241" y="24652"/>
                    <a:pt x="21384" y="23331"/>
                    <a:pt x="23004" y="21473"/>
                  </a:cubicBezTo>
                  <a:cubicBezTo>
                    <a:pt x="23027" y="21461"/>
                    <a:pt x="23039" y="21437"/>
                    <a:pt x="23051" y="21426"/>
                  </a:cubicBezTo>
                  <a:cubicBezTo>
                    <a:pt x="25992" y="18961"/>
                    <a:pt x="27766" y="15091"/>
                    <a:pt x="27611" y="11258"/>
                  </a:cubicBezTo>
                  <a:cubicBezTo>
                    <a:pt x="27456" y="7150"/>
                    <a:pt x="25039" y="3566"/>
                    <a:pt x="21968" y="1006"/>
                  </a:cubicBezTo>
                  <a:cubicBezTo>
                    <a:pt x="21575" y="685"/>
                    <a:pt x="21182" y="375"/>
                    <a:pt x="20777" y="90"/>
                  </a:cubicBezTo>
                  <a:cubicBezTo>
                    <a:pt x="20724" y="45"/>
                    <a:pt x="20658" y="21"/>
                    <a:pt x="20589" y="21"/>
                  </a:cubicBezTo>
                  <a:cubicBezTo>
                    <a:pt x="20564" y="21"/>
                    <a:pt x="20540" y="24"/>
                    <a:pt x="20515" y="30"/>
                  </a:cubicBezTo>
                  <a:cubicBezTo>
                    <a:pt x="20480" y="10"/>
                    <a:pt x="20443" y="1"/>
                    <a:pt x="204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1" name="Google Shape;1471;p35"/>
          <p:cNvGrpSpPr/>
          <p:nvPr/>
        </p:nvGrpSpPr>
        <p:grpSpPr>
          <a:xfrm rot="-1400146">
            <a:off x="7340825" y="2730250"/>
            <a:ext cx="1228312" cy="1931168"/>
            <a:chOff x="1201350" y="4128725"/>
            <a:chExt cx="933175" cy="1467150"/>
          </a:xfrm>
        </p:grpSpPr>
        <p:sp>
          <p:nvSpPr>
            <p:cNvPr id="1472" name="Google Shape;1472;p35"/>
            <p:cNvSpPr/>
            <p:nvPr/>
          </p:nvSpPr>
          <p:spPr>
            <a:xfrm>
              <a:off x="1201350" y="4139600"/>
              <a:ext cx="920675" cy="1439150"/>
            </a:xfrm>
            <a:custGeom>
              <a:avLst/>
              <a:gdLst/>
              <a:ahLst/>
              <a:cxnLst/>
              <a:rect l="l" t="t" r="r" b="b"/>
              <a:pathLst>
                <a:path w="36827" h="57566" extrusionOk="0">
                  <a:moveTo>
                    <a:pt x="19097" y="23076"/>
                  </a:moveTo>
                  <a:cubicBezTo>
                    <a:pt x="19508" y="23076"/>
                    <a:pt x="19929" y="23260"/>
                    <a:pt x="20265" y="23476"/>
                  </a:cubicBezTo>
                  <a:cubicBezTo>
                    <a:pt x="21218" y="24059"/>
                    <a:pt x="21313" y="25440"/>
                    <a:pt x="20539" y="26202"/>
                  </a:cubicBezTo>
                  <a:cubicBezTo>
                    <a:pt x="20163" y="26573"/>
                    <a:pt x="19656" y="26752"/>
                    <a:pt x="19149" y="26752"/>
                  </a:cubicBezTo>
                  <a:cubicBezTo>
                    <a:pt x="18499" y="26752"/>
                    <a:pt x="17848" y="26460"/>
                    <a:pt x="17467" y="25905"/>
                  </a:cubicBezTo>
                  <a:cubicBezTo>
                    <a:pt x="16848" y="24976"/>
                    <a:pt x="17408" y="23881"/>
                    <a:pt x="18265" y="23369"/>
                  </a:cubicBezTo>
                  <a:cubicBezTo>
                    <a:pt x="18348" y="23321"/>
                    <a:pt x="18420" y="23262"/>
                    <a:pt x="18515" y="23226"/>
                  </a:cubicBezTo>
                  <a:cubicBezTo>
                    <a:pt x="18699" y="23120"/>
                    <a:pt x="18897" y="23076"/>
                    <a:pt x="19097" y="23076"/>
                  </a:cubicBezTo>
                  <a:close/>
                  <a:moveTo>
                    <a:pt x="22712" y="27501"/>
                  </a:moveTo>
                  <a:cubicBezTo>
                    <a:pt x="23323" y="27501"/>
                    <a:pt x="23926" y="27683"/>
                    <a:pt x="24444" y="28036"/>
                  </a:cubicBezTo>
                  <a:cubicBezTo>
                    <a:pt x="25218" y="28584"/>
                    <a:pt x="25730" y="29524"/>
                    <a:pt x="26135" y="30358"/>
                  </a:cubicBezTo>
                  <a:cubicBezTo>
                    <a:pt x="26564" y="31227"/>
                    <a:pt x="26814" y="32191"/>
                    <a:pt x="26587" y="33156"/>
                  </a:cubicBezTo>
                  <a:cubicBezTo>
                    <a:pt x="26397" y="33894"/>
                    <a:pt x="25921" y="34584"/>
                    <a:pt x="25182" y="34870"/>
                  </a:cubicBezTo>
                  <a:cubicBezTo>
                    <a:pt x="24937" y="34957"/>
                    <a:pt x="24682" y="35000"/>
                    <a:pt x="24430" y="35000"/>
                  </a:cubicBezTo>
                  <a:cubicBezTo>
                    <a:pt x="23889" y="35000"/>
                    <a:pt x="23358" y="34803"/>
                    <a:pt x="22944" y="34430"/>
                  </a:cubicBezTo>
                  <a:cubicBezTo>
                    <a:pt x="22575" y="34073"/>
                    <a:pt x="22349" y="33596"/>
                    <a:pt x="21932" y="33287"/>
                  </a:cubicBezTo>
                  <a:cubicBezTo>
                    <a:pt x="21539" y="33001"/>
                    <a:pt x="21063" y="32858"/>
                    <a:pt x="20646" y="32620"/>
                  </a:cubicBezTo>
                  <a:cubicBezTo>
                    <a:pt x="19944" y="32251"/>
                    <a:pt x="19491" y="31548"/>
                    <a:pt x="19432" y="30763"/>
                  </a:cubicBezTo>
                  <a:cubicBezTo>
                    <a:pt x="19384" y="30024"/>
                    <a:pt x="19646" y="29298"/>
                    <a:pt x="20170" y="28774"/>
                  </a:cubicBezTo>
                  <a:cubicBezTo>
                    <a:pt x="20551" y="28274"/>
                    <a:pt x="21063" y="27905"/>
                    <a:pt x="21646" y="27691"/>
                  </a:cubicBezTo>
                  <a:cubicBezTo>
                    <a:pt x="21994" y="27563"/>
                    <a:pt x="22354" y="27501"/>
                    <a:pt x="22712" y="27501"/>
                  </a:cubicBezTo>
                  <a:close/>
                  <a:moveTo>
                    <a:pt x="9115" y="31274"/>
                  </a:moveTo>
                  <a:cubicBezTo>
                    <a:pt x="10186" y="31274"/>
                    <a:pt x="11191" y="31700"/>
                    <a:pt x="12157" y="32156"/>
                  </a:cubicBezTo>
                  <a:cubicBezTo>
                    <a:pt x="14372" y="33168"/>
                    <a:pt x="16491" y="34370"/>
                    <a:pt x="18741" y="35287"/>
                  </a:cubicBezTo>
                  <a:cubicBezTo>
                    <a:pt x="21027" y="36216"/>
                    <a:pt x="23408" y="36811"/>
                    <a:pt x="25885" y="36823"/>
                  </a:cubicBezTo>
                  <a:cubicBezTo>
                    <a:pt x="25914" y="36823"/>
                    <a:pt x="25943" y="36823"/>
                    <a:pt x="25972" y="36823"/>
                  </a:cubicBezTo>
                  <a:cubicBezTo>
                    <a:pt x="28371" y="36823"/>
                    <a:pt x="30745" y="36335"/>
                    <a:pt x="32945" y="35394"/>
                  </a:cubicBezTo>
                  <a:cubicBezTo>
                    <a:pt x="32979" y="35381"/>
                    <a:pt x="33017" y="35375"/>
                    <a:pt x="33054" y="35375"/>
                  </a:cubicBezTo>
                  <a:cubicBezTo>
                    <a:pt x="33120" y="35375"/>
                    <a:pt x="33185" y="35396"/>
                    <a:pt x="33231" y="35442"/>
                  </a:cubicBezTo>
                  <a:cubicBezTo>
                    <a:pt x="33266" y="35420"/>
                    <a:pt x="33307" y="35409"/>
                    <a:pt x="33349" y="35409"/>
                  </a:cubicBezTo>
                  <a:cubicBezTo>
                    <a:pt x="33421" y="35409"/>
                    <a:pt x="33495" y="35441"/>
                    <a:pt x="33541" y="35501"/>
                  </a:cubicBezTo>
                  <a:cubicBezTo>
                    <a:pt x="34779" y="37287"/>
                    <a:pt x="35124" y="39502"/>
                    <a:pt x="35207" y="41633"/>
                  </a:cubicBezTo>
                  <a:cubicBezTo>
                    <a:pt x="35315" y="43931"/>
                    <a:pt x="35219" y="46372"/>
                    <a:pt x="34207" y="48491"/>
                  </a:cubicBezTo>
                  <a:cubicBezTo>
                    <a:pt x="33374" y="50241"/>
                    <a:pt x="31957" y="51622"/>
                    <a:pt x="30385" y="52741"/>
                  </a:cubicBezTo>
                  <a:cubicBezTo>
                    <a:pt x="28719" y="53944"/>
                    <a:pt x="26897" y="55051"/>
                    <a:pt x="24956" y="55754"/>
                  </a:cubicBezTo>
                  <a:cubicBezTo>
                    <a:pt x="23339" y="56331"/>
                    <a:pt x="21644" y="56551"/>
                    <a:pt x="19940" y="56551"/>
                  </a:cubicBezTo>
                  <a:cubicBezTo>
                    <a:pt x="19537" y="56551"/>
                    <a:pt x="19133" y="56539"/>
                    <a:pt x="18729" y="56516"/>
                  </a:cubicBezTo>
                  <a:cubicBezTo>
                    <a:pt x="16527" y="56409"/>
                    <a:pt x="14348" y="56039"/>
                    <a:pt x="12240" y="55420"/>
                  </a:cubicBezTo>
                  <a:cubicBezTo>
                    <a:pt x="8526" y="54325"/>
                    <a:pt x="4954" y="52003"/>
                    <a:pt x="3370" y="48336"/>
                  </a:cubicBezTo>
                  <a:cubicBezTo>
                    <a:pt x="1965" y="45062"/>
                    <a:pt x="2168" y="41085"/>
                    <a:pt x="3275" y="37716"/>
                  </a:cubicBezTo>
                  <a:cubicBezTo>
                    <a:pt x="3811" y="35668"/>
                    <a:pt x="4549" y="33632"/>
                    <a:pt x="6275" y="32310"/>
                  </a:cubicBezTo>
                  <a:cubicBezTo>
                    <a:pt x="7002" y="31727"/>
                    <a:pt x="7871" y="31370"/>
                    <a:pt x="8799" y="31286"/>
                  </a:cubicBezTo>
                  <a:cubicBezTo>
                    <a:pt x="8905" y="31278"/>
                    <a:pt x="9010" y="31274"/>
                    <a:pt x="9115" y="31274"/>
                  </a:cubicBezTo>
                  <a:close/>
                  <a:moveTo>
                    <a:pt x="20418" y="1"/>
                  </a:moveTo>
                  <a:cubicBezTo>
                    <a:pt x="20313" y="1"/>
                    <a:pt x="20221" y="9"/>
                    <a:pt x="20170" y="33"/>
                  </a:cubicBezTo>
                  <a:cubicBezTo>
                    <a:pt x="19777" y="223"/>
                    <a:pt x="20134" y="1021"/>
                    <a:pt x="20289" y="1259"/>
                  </a:cubicBezTo>
                  <a:cubicBezTo>
                    <a:pt x="20515" y="1580"/>
                    <a:pt x="20837" y="1830"/>
                    <a:pt x="20979" y="2211"/>
                  </a:cubicBezTo>
                  <a:cubicBezTo>
                    <a:pt x="21087" y="2509"/>
                    <a:pt x="21134" y="2831"/>
                    <a:pt x="21099" y="3140"/>
                  </a:cubicBezTo>
                  <a:cubicBezTo>
                    <a:pt x="21063" y="4069"/>
                    <a:pt x="20825" y="5009"/>
                    <a:pt x="20694" y="5926"/>
                  </a:cubicBezTo>
                  <a:cubicBezTo>
                    <a:pt x="20396" y="7903"/>
                    <a:pt x="20158" y="9879"/>
                    <a:pt x="19932" y="11867"/>
                  </a:cubicBezTo>
                  <a:cubicBezTo>
                    <a:pt x="19729" y="13820"/>
                    <a:pt x="19551" y="15785"/>
                    <a:pt x="19396" y="17737"/>
                  </a:cubicBezTo>
                  <a:cubicBezTo>
                    <a:pt x="19360" y="18261"/>
                    <a:pt x="19325" y="18785"/>
                    <a:pt x="19289" y="19309"/>
                  </a:cubicBezTo>
                  <a:cubicBezTo>
                    <a:pt x="19253" y="19761"/>
                    <a:pt x="19265" y="20249"/>
                    <a:pt x="19158" y="20690"/>
                  </a:cubicBezTo>
                  <a:cubicBezTo>
                    <a:pt x="19134" y="20809"/>
                    <a:pt x="19086" y="20916"/>
                    <a:pt x="19027" y="21023"/>
                  </a:cubicBezTo>
                  <a:cubicBezTo>
                    <a:pt x="19039" y="21071"/>
                    <a:pt x="19015" y="21119"/>
                    <a:pt x="18967" y="21142"/>
                  </a:cubicBezTo>
                  <a:cubicBezTo>
                    <a:pt x="18955" y="21142"/>
                    <a:pt x="18944" y="21142"/>
                    <a:pt x="18944" y="21154"/>
                  </a:cubicBezTo>
                  <a:cubicBezTo>
                    <a:pt x="18792" y="21338"/>
                    <a:pt x="18572" y="21443"/>
                    <a:pt x="18337" y="21443"/>
                  </a:cubicBezTo>
                  <a:cubicBezTo>
                    <a:pt x="18313" y="21443"/>
                    <a:pt x="18289" y="21442"/>
                    <a:pt x="18265" y="21440"/>
                  </a:cubicBezTo>
                  <a:cubicBezTo>
                    <a:pt x="15014" y="22881"/>
                    <a:pt x="11966" y="24667"/>
                    <a:pt x="9288" y="27036"/>
                  </a:cubicBezTo>
                  <a:cubicBezTo>
                    <a:pt x="4132" y="31596"/>
                    <a:pt x="1" y="38430"/>
                    <a:pt x="1346" y="45550"/>
                  </a:cubicBezTo>
                  <a:cubicBezTo>
                    <a:pt x="1953" y="48812"/>
                    <a:pt x="3834" y="51706"/>
                    <a:pt x="6573" y="53611"/>
                  </a:cubicBezTo>
                  <a:cubicBezTo>
                    <a:pt x="10351" y="56279"/>
                    <a:pt x="15088" y="57566"/>
                    <a:pt x="19753" y="57566"/>
                  </a:cubicBezTo>
                  <a:cubicBezTo>
                    <a:pt x="21541" y="57566"/>
                    <a:pt x="23319" y="57377"/>
                    <a:pt x="25028" y="57004"/>
                  </a:cubicBezTo>
                  <a:cubicBezTo>
                    <a:pt x="27552" y="56456"/>
                    <a:pt x="30028" y="55492"/>
                    <a:pt x="31993" y="53825"/>
                  </a:cubicBezTo>
                  <a:cubicBezTo>
                    <a:pt x="34386" y="51789"/>
                    <a:pt x="35862" y="48801"/>
                    <a:pt x="36350" y="45705"/>
                  </a:cubicBezTo>
                  <a:cubicBezTo>
                    <a:pt x="36827" y="42597"/>
                    <a:pt x="36362" y="39395"/>
                    <a:pt x="35303" y="36442"/>
                  </a:cubicBezTo>
                  <a:cubicBezTo>
                    <a:pt x="33600" y="31691"/>
                    <a:pt x="30445" y="27607"/>
                    <a:pt x="26647" y="24238"/>
                  </a:cubicBezTo>
                  <a:cubicBezTo>
                    <a:pt x="25873" y="23678"/>
                    <a:pt x="25123" y="23083"/>
                    <a:pt x="24385" y="22488"/>
                  </a:cubicBezTo>
                  <a:cubicBezTo>
                    <a:pt x="23754" y="21988"/>
                    <a:pt x="22873" y="21476"/>
                    <a:pt x="22551" y="20690"/>
                  </a:cubicBezTo>
                  <a:cubicBezTo>
                    <a:pt x="22206" y="19845"/>
                    <a:pt x="22527" y="18749"/>
                    <a:pt x="22646" y="17880"/>
                  </a:cubicBezTo>
                  <a:cubicBezTo>
                    <a:pt x="22801" y="16773"/>
                    <a:pt x="22956" y="15665"/>
                    <a:pt x="23123" y="14558"/>
                  </a:cubicBezTo>
                  <a:cubicBezTo>
                    <a:pt x="23420" y="12570"/>
                    <a:pt x="23742" y="10582"/>
                    <a:pt x="24087" y="8605"/>
                  </a:cubicBezTo>
                  <a:cubicBezTo>
                    <a:pt x="24408" y="6688"/>
                    <a:pt x="24694" y="4759"/>
                    <a:pt x="25111" y="2854"/>
                  </a:cubicBezTo>
                  <a:cubicBezTo>
                    <a:pt x="25278" y="2092"/>
                    <a:pt x="25623" y="1795"/>
                    <a:pt x="26278" y="1461"/>
                  </a:cubicBezTo>
                  <a:cubicBezTo>
                    <a:pt x="26611" y="1295"/>
                    <a:pt x="26837" y="985"/>
                    <a:pt x="26480" y="687"/>
                  </a:cubicBezTo>
                  <a:cubicBezTo>
                    <a:pt x="26325" y="568"/>
                    <a:pt x="26159" y="473"/>
                    <a:pt x="25968" y="426"/>
                  </a:cubicBezTo>
                  <a:cubicBezTo>
                    <a:pt x="25575" y="318"/>
                    <a:pt x="25159" y="259"/>
                    <a:pt x="24742" y="247"/>
                  </a:cubicBezTo>
                  <a:cubicBezTo>
                    <a:pt x="23766" y="187"/>
                    <a:pt x="22777" y="140"/>
                    <a:pt x="21801" y="80"/>
                  </a:cubicBezTo>
                  <a:cubicBezTo>
                    <a:pt x="21539" y="68"/>
                    <a:pt x="21277" y="33"/>
                    <a:pt x="21015" y="33"/>
                  </a:cubicBezTo>
                  <a:cubicBezTo>
                    <a:pt x="20896" y="33"/>
                    <a:pt x="20629" y="1"/>
                    <a:pt x="20418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35"/>
            <p:cNvSpPr/>
            <p:nvPr/>
          </p:nvSpPr>
          <p:spPr>
            <a:xfrm>
              <a:off x="1260600" y="4963425"/>
              <a:ext cx="809050" cy="576075"/>
            </a:xfrm>
            <a:custGeom>
              <a:avLst/>
              <a:gdLst/>
              <a:ahLst/>
              <a:cxnLst/>
              <a:rect l="l" t="t" r="r" b="b"/>
              <a:pathLst>
                <a:path w="32362" h="23043" extrusionOk="0">
                  <a:moveTo>
                    <a:pt x="3881" y="0"/>
                  </a:moveTo>
                  <a:cubicBezTo>
                    <a:pt x="2381" y="1274"/>
                    <a:pt x="1643" y="3167"/>
                    <a:pt x="1024" y="5013"/>
                  </a:cubicBezTo>
                  <a:cubicBezTo>
                    <a:pt x="441" y="8811"/>
                    <a:pt x="0" y="12764"/>
                    <a:pt x="2036" y="16240"/>
                  </a:cubicBezTo>
                  <a:cubicBezTo>
                    <a:pt x="4024" y="19646"/>
                    <a:pt x="7799" y="21515"/>
                    <a:pt x="11525" y="22348"/>
                  </a:cubicBezTo>
                  <a:cubicBezTo>
                    <a:pt x="13398" y="22761"/>
                    <a:pt x="15347" y="23043"/>
                    <a:pt x="17280" y="23043"/>
                  </a:cubicBezTo>
                  <a:cubicBezTo>
                    <a:pt x="19475" y="23043"/>
                    <a:pt x="21650" y="22679"/>
                    <a:pt x="23670" y="21729"/>
                  </a:cubicBezTo>
                  <a:cubicBezTo>
                    <a:pt x="25396" y="20920"/>
                    <a:pt x="27015" y="19896"/>
                    <a:pt x="28504" y="18681"/>
                  </a:cubicBezTo>
                  <a:cubicBezTo>
                    <a:pt x="30028" y="17443"/>
                    <a:pt x="31230" y="15919"/>
                    <a:pt x="31802" y="14002"/>
                  </a:cubicBezTo>
                  <a:cubicBezTo>
                    <a:pt x="32349" y="12121"/>
                    <a:pt x="32361" y="10061"/>
                    <a:pt x="32242" y="8120"/>
                  </a:cubicBezTo>
                  <a:cubicBezTo>
                    <a:pt x="32123" y="6358"/>
                    <a:pt x="31778" y="4656"/>
                    <a:pt x="30921" y="3120"/>
                  </a:cubicBezTo>
                  <a:cubicBezTo>
                    <a:pt x="30313" y="3929"/>
                    <a:pt x="29361" y="4560"/>
                    <a:pt x="28504" y="5084"/>
                  </a:cubicBezTo>
                  <a:cubicBezTo>
                    <a:pt x="27599" y="5632"/>
                    <a:pt x="26622" y="6073"/>
                    <a:pt x="25610" y="6394"/>
                  </a:cubicBezTo>
                  <a:cubicBezTo>
                    <a:pt x="23646" y="7049"/>
                    <a:pt x="21562" y="7311"/>
                    <a:pt x="19491" y="7311"/>
                  </a:cubicBezTo>
                  <a:cubicBezTo>
                    <a:pt x="19445" y="7311"/>
                    <a:pt x="19400" y="7311"/>
                    <a:pt x="19355" y="7311"/>
                  </a:cubicBezTo>
                  <a:cubicBezTo>
                    <a:pt x="17138" y="7311"/>
                    <a:pt x="14934" y="7025"/>
                    <a:pt x="12799" y="6465"/>
                  </a:cubicBezTo>
                  <a:cubicBezTo>
                    <a:pt x="10751" y="5894"/>
                    <a:pt x="8811" y="4977"/>
                    <a:pt x="7072" y="3739"/>
                  </a:cubicBezTo>
                  <a:cubicBezTo>
                    <a:pt x="5715" y="2798"/>
                    <a:pt x="4417" y="1596"/>
                    <a:pt x="3881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35"/>
            <p:cNvSpPr/>
            <p:nvPr/>
          </p:nvSpPr>
          <p:spPr>
            <a:xfrm>
              <a:off x="1360600" y="4933325"/>
              <a:ext cx="654275" cy="204600"/>
            </a:xfrm>
            <a:custGeom>
              <a:avLst/>
              <a:gdLst/>
              <a:ahLst/>
              <a:cxnLst/>
              <a:rect l="l" t="t" r="r" b="b"/>
              <a:pathLst>
                <a:path w="26171" h="8184" extrusionOk="0">
                  <a:moveTo>
                    <a:pt x="2804" y="1"/>
                  </a:moveTo>
                  <a:cubicBezTo>
                    <a:pt x="1795" y="1"/>
                    <a:pt x="814" y="446"/>
                    <a:pt x="36" y="1061"/>
                  </a:cubicBezTo>
                  <a:lnTo>
                    <a:pt x="1" y="1097"/>
                  </a:lnTo>
                  <a:cubicBezTo>
                    <a:pt x="822" y="2931"/>
                    <a:pt x="2406" y="4193"/>
                    <a:pt x="4096" y="5217"/>
                  </a:cubicBezTo>
                  <a:cubicBezTo>
                    <a:pt x="5906" y="6348"/>
                    <a:pt x="7894" y="7169"/>
                    <a:pt x="9978" y="7634"/>
                  </a:cubicBezTo>
                  <a:cubicBezTo>
                    <a:pt x="11715" y="8005"/>
                    <a:pt x="13476" y="8183"/>
                    <a:pt x="15248" y="8183"/>
                  </a:cubicBezTo>
                  <a:cubicBezTo>
                    <a:pt x="15638" y="8183"/>
                    <a:pt x="16028" y="8175"/>
                    <a:pt x="16419" y="8158"/>
                  </a:cubicBezTo>
                  <a:cubicBezTo>
                    <a:pt x="18396" y="8074"/>
                    <a:pt x="20336" y="7658"/>
                    <a:pt x="22170" y="6931"/>
                  </a:cubicBezTo>
                  <a:cubicBezTo>
                    <a:pt x="22991" y="6586"/>
                    <a:pt x="23777" y="6169"/>
                    <a:pt x="24527" y="5693"/>
                  </a:cubicBezTo>
                  <a:cubicBezTo>
                    <a:pt x="25099" y="5288"/>
                    <a:pt x="25647" y="4860"/>
                    <a:pt x="26170" y="4395"/>
                  </a:cubicBezTo>
                  <a:lnTo>
                    <a:pt x="26170" y="4395"/>
                  </a:lnTo>
                  <a:cubicBezTo>
                    <a:pt x="24177" y="5161"/>
                    <a:pt x="22056" y="5554"/>
                    <a:pt x="19918" y="5554"/>
                  </a:cubicBezTo>
                  <a:cubicBezTo>
                    <a:pt x="19795" y="5554"/>
                    <a:pt x="19673" y="5553"/>
                    <a:pt x="19551" y="5550"/>
                  </a:cubicBezTo>
                  <a:cubicBezTo>
                    <a:pt x="17253" y="5502"/>
                    <a:pt x="15038" y="4979"/>
                    <a:pt x="12907" y="4145"/>
                  </a:cubicBezTo>
                  <a:cubicBezTo>
                    <a:pt x="10716" y="3276"/>
                    <a:pt x="8621" y="2145"/>
                    <a:pt x="6478" y="1157"/>
                  </a:cubicBezTo>
                  <a:cubicBezTo>
                    <a:pt x="5346" y="633"/>
                    <a:pt x="4144" y="26"/>
                    <a:pt x="2882" y="2"/>
                  </a:cubicBezTo>
                  <a:cubicBezTo>
                    <a:pt x="2856" y="1"/>
                    <a:pt x="2830" y="1"/>
                    <a:pt x="28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35"/>
            <p:cNvSpPr/>
            <p:nvPr/>
          </p:nvSpPr>
          <p:spPr>
            <a:xfrm>
              <a:off x="1675856" y="4832036"/>
              <a:ext cx="186296" cy="175815"/>
            </a:xfrm>
            <a:custGeom>
              <a:avLst/>
              <a:gdLst/>
              <a:ahLst/>
              <a:cxnLst/>
              <a:rect l="l" t="t" r="r" b="b"/>
              <a:pathLst>
                <a:path w="7050" h="6654" extrusionOk="0">
                  <a:moveTo>
                    <a:pt x="3416" y="1"/>
                  </a:moveTo>
                  <a:cubicBezTo>
                    <a:pt x="3261" y="1"/>
                    <a:pt x="3106" y="14"/>
                    <a:pt x="2953" y="42"/>
                  </a:cubicBezTo>
                  <a:cubicBezTo>
                    <a:pt x="1465" y="459"/>
                    <a:pt x="1" y="1887"/>
                    <a:pt x="822" y="3519"/>
                  </a:cubicBezTo>
                  <a:cubicBezTo>
                    <a:pt x="1167" y="4221"/>
                    <a:pt x="1941" y="4447"/>
                    <a:pt x="2584" y="4769"/>
                  </a:cubicBezTo>
                  <a:cubicBezTo>
                    <a:pt x="3215" y="5102"/>
                    <a:pt x="3513" y="5590"/>
                    <a:pt x="3977" y="6102"/>
                  </a:cubicBezTo>
                  <a:cubicBezTo>
                    <a:pt x="4308" y="6460"/>
                    <a:pt x="4781" y="6654"/>
                    <a:pt x="5251" y="6654"/>
                  </a:cubicBezTo>
                  <a:cubicBezTo>
                    <a:pt x="5608" y="6654"/>
                    <a:pt x="5963" y="6541"/>
                    <a:pt x="6251" y="6305"/>
                  </a:cubicBezTo>
                  <a:cubicBezTo>
                    <a:pt x="6811" y="5864"/>
                    <a:pt x="7049" y="5114"/>
                    <a:pt x="7025" y="4423"/>
                  </a:cubicBezTo>
                  <a:cubicBezTo>
                    <a:pt x="7002" y="3578"/>
                    <a:pt x="6621" y="2792"/>
                    <a:pt x="6204" y="2054"/>
                  </a:cubicBezTo>
                  <a:cubicBezTo>
                    <a:pt x="5775" y="1328"/>
                    <a:pt x="5311" y="590"/>
                    <a:pt x="4513" y="232"/>
                  </a:cubicBezTo>
                  <a:cubicBezTo>
                    <a:pt x="4167" y="81"/>
                    <a:pt x="3792" y="1"/>
                    <a:pt x="3416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35"/>
            <p:cNvSpPr/>
            <p:nvPr/>
          </p:nvSpPr>
          <p:spPr>
            <a:xfrm>
              <a:off x="1628814" y="4720663"/>
              <a:ext cx="98208" cy="83626"/>
            </a:xfrm>
            <a:custGeom>
              <a:avLst/>
              <a:gdLst/>
              <a:ahLst/>
              <a:cxnLst/>
              <a:rect l="l" t="t" r="r" b="b"/>
              <a:pathLst>
                <a:path w="3477" h="2961" extrusionOk="0">
                  <a:moveTo>
                    <a:pt x="1707" y="0"/>
                  </a:moveTo>
                  <a:cubicBezTo>
                    <a:pt x="1494" y="0"/>
                    <a:pt x="1282" y="55"/>
                    <a:pt x="1084" y="184"/>
                  </a:cubicBezTo>
                  <a:cubicBezTo>
                    <a:pt x="774" y="374"/>
                    <a:pt x="500" y="624"/>
                    <a:pt x="262" y="910"/>
                  </a:cubicBezTo>
                  <a:cubicBezTo>
                    <a:pt x="0" y="1386"/>
                    <a:pt x="72" y="1994"/>
                    <a:pt x="441" y="2398"/>
                  </a:cubicBezTo>
                  <a:cubicBezTo>
                    <a:pt x="766" y="2768"/>
                    <a:pt x="1252" y="2961"/>
                    <a:pt x="1737" y="2961"/>
                  </a:cubicBezTo>
                  <a:cubicBezTo>
                    <a:pt x="2158" y="2961"/>
                    <a:pt x="2578" y="2816"/>
                    <a:pt x="2893" y="2517"/>
                  </a:cubicBezTo>
                  <a:cubicBezTo>
                    <a:pt x="3477" y="1958"/>
                    <a:pt x="3453" y="898"/>
                    <a:pt x="2774" y="398"/>
                  </a:cubicBezTo>
                  <a:cubicBezTo>
                    <a:pt x="2463" y="170"/>
                    <a:pt x="2083" y="0"/>
                    <a:pt x="1707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35"/>
            <p:cNvSpPr/>
            <p:nvPr/>
          </p:nvSpPr>
          <p:spPr>
            <a:xfrm>
              <a:off x="1201350" y="4128725"/>
              <a:ext cx="933175" cy="1467150"/>
            </a:xfrm>
            <a:custGeom>
              <a:avLst/>
              <a:gdLst/>
              <a:ahLst/>
              <a:cxnLst/>
              <a:rect l="l" t="t" r="r" b="b"/>
              <a:pathLst>
                <a:path w="37327" h="58686" extrusionOk="0">
                  <a:moveTo>
                    <a:pt x="20418" y="442"/>
                  </a:moveTo>
                  <a:cubicBezTo>
                    <a:pt x="20629" y="442"/>
                    <a:pt x="20896" y="480"/>
                    <a:pt x="21015" y="480"/>
                  </a:cubicBezTo>
                  <a:cubicBezTo>
                    <a:pt x="21277" y="480"/>
                    <a:pt x="21539" y="503"/>
                    <a:pt x="21801" y="515"/>
                  </a:cubicBezTo>
                  <a:cubicBezTo>
                    <a:pt x="22789" y="575"/>
                    <a:pt x="23766" y="622"/>
                    <a:pt x="24742" y="694"/>
                  </a:cubicBezTo>
                  <a:cubicBezTo>
                    <a:pt x="25159" y="694"/>
                    <a:pt x="25575" y="753"/>
                    <a:pt x="25968" y="861"/>
                  </a:cubicBezTo>
                  <a:cubicBezTo>
                    <a:pt x="26159" y="920"/>
                    <a:pt x="26325" y="1003"/>
                    <a:pt x="26480" y="1122"/>
                  </a:cubicBezTo>
                  <a:cubicBezTo>
                    <a:pt x="26837" y="1432"/>
                    <a:pt x="26611" y="1730"/>
                    <a:pt x="26278" y="1896"/>
                  </a:cubicBezTo>
                  <a:cubicBezTo>
                    <a:pt x="25623" y="2242"/>
                    <a:pt x="25278" y="2527"/>
                    <a:pt x="25111" y="3289"/>
                  </a:cubicBezTo>
                  <a:cubicBezTo>
                    <a:pt x="24694" y="5194"/>
                    <a:pt x="24408" y="7123"/>
                    <a:pt x="24087" y="9040"/>
                  </a:cubicBezTo>
                  <a:cubicBezTo>
                    <a:pt x="23742" y="11028"/>
                    <a:pt x="23432" y="13017"/>
                    <a:pt x="23135" y="14993"/>
                  </a:cubicBezTo>
                  <a:cubicBezTo>
                    <a:pt x="22968" y="16100"/>
                    <a:pt x="22801" y="17220"/>
                    <a:pt x="22658" y="18327"/>
                  </a:cubicBezTo>
                  <a:cubicBezTo>
                    <a:pt x="22539" y="19184"/>
                    <a:pt x="22206" y="20291"/>
                    <a:pt x="22551" y="21137"/>
                  </a:cubicBezTo>
                  <a:cubicBezTo>
                    <a:pt x="22873" y="21911"/>
                    <a:pt x="23754" y="22423"/>
                    <a:pt x="24385" y="22935"/>
                  </a:cubicBezTo>
                  <a:cubicBezTo>
                    <a:pt x="25123" y="23530"/>
                    <a:pt x="25873" y="24125"/>
                    <a:pt x="26647" y="24673"/>
                  </a:cubicBezTo>
                  <a:cubicBezTo>
                    <a:pt x="30445" y="28042"/>
                    <a:pt x="33600" y="32114"/>
                    <a:pt x="35303" y="36877"/>
                  </a:cubicBezTo>
                  <a:cubicBezTo>
                    <a:pt x="36362" y="39830"/>
                    <a:pt x="36827" y="43032"/>
                    <a:pt x="36350" y="46140"/>
                  </a:cubicBezTo>
                  <a:cubicBezTo>
                    <a:pt x="35862" y="49236"/>
                    <a:pt x="34386" y="52224"/>
                    <a:pt x="31993" y="54272"/>
                  </a:cubicBezTo>
                  <a:cubicBezTo>
                    <a:pt x="30028" y="55939"/>
                    <a:pt x="27552" y="56903"/>
                    <a:pt x="25040" y="57451"/>
                  </a:cubicBezTo>
                  <a:cubicBezTo>
                    <a:pt x="23327" y="57824"/>
                    <a:pt x="21547" y="58013"/>
                    <a:pt x="19758" y="58013"/>
                  </a:cubicBezTo>
                  <a:cubicBezTo>
                    <a:pt x="15088" y="58013"/>
                    <a:pt x="10351" y="56726"/>
                    <a:pt x="6573" y="54058"/>
                  </a:cubicBezTo>
                  <a:cubicBezTo>
                    <a:pt x="3834" y="52153"/>
                    <a:pt x="1965" y="49259"/>
                    <a:pt x="1346" y="45997"/>
                  </a:cubicBezTo>
                  <a:cubicBezTo>
                    <a:pt x="1" y="38877"/>
                    <a:pt x="4132" y="32043"/>
                    <a:pt x="9288" y="27483"/>
                  </a:cubicBezTo>
                  <a:cubicBezTo>
                    <a:pt x="11966" y="25113"/>
                    <a:pt x="15014" y="23328"/>
                    <a:pt x="18265" y="21887"/>
                  </a:cubicBezTo>
                  <a:cubicBezTo>
                    <a:pt x="18289" y="21889"/>
                    <a:pt x="18313" y="21890"/>
                    <a:pt x="18337" y="21890"/>
                  </a:cubicBezTo>
                  <a:cubicBezTo>
                    <a:pt x="18572" y="21890"/>
                    <a:pt x="18792" y="21785"/>
                    <a:pt x="18944" y="21601"/>
                  </a:cubicBezTo>
                  <a:cubicBezTo>
                    <a:pt x="18944" y="21589"/>
                    <a:pt x="18955" y="21589"/>
                    <a:pt x="18967" y="21589"/>
                  </a:cubicBezTo>
                  <a:cubicBezTo>
                    <a:pt x="19015" y="21565"/>
                    <a:pt x="19039" y="21518"/>
                    <a:pt x="19027" y="21470"/>
                  </a:cubicBezTo>
                  <a:cubicBezTo>
                    <a:pt x="19086" y="21363"/>
                    <a:pt x="19134" y="21256"/>
                    <a:pt x="19158" y="21137"/>
                  </a:cubicBezTo>
                  <a:cubicBezTo>
                    <a:pt x="19265" y="20696"/>
                    <a:pt x="19253" y="20208"/>
                    <a:pt x="19289" y="19756"/>
                  </a:cubicBezTo>
                  <a:cubicBezTo>
                    <a:pt x="19336" y="19232"/>
                    <a:pt x="19360" y="18708"/>
                    <a:pt x="19408" y="18184"/>
                  </a:cubicBezTo>
                  <a:cubicBezTo>
                    <a:pt x="19551" y="16231"/>
                    <a:pt x="19729" y="14267"/>
                    <a:pt x="19932" y="12314"/>
                  </a:cubicBezTo>
                  <a:cubicBezTo>
                    <a:pt x="20158" y="10326"/>
                    <a:pt x="20396" y="8338"/>
                    <a:pt x="20694" y="6361"/>
                  </a:cubicBezTo>
                  <a:cubicBezTo>
                    <a:pt x="20837" y="5444"/>
                    <a:pt x="21063" y="4504"/>
                    <a:pt x="21110" y="3587"/>
                  </a:cubicBezTo>
                  <a:cubicBezTo>
                    <a:pt x="21134" y="3266"/>
                    <a:pt x="21087" y="2956"/>
                    <a:pt x="20979" y="2658"/>
                  </a:cubicBezTo>
                  <a:cubicBezTo>
                    <a:pt x="20825" y="2277"/>
                    <a:pt x="20515" y="2027"/>
                    <a:pt x="20289" y="1694"/>
                  </a:cubicBezTo>
                  <a:cubicBezTo>
                    <a:pt x="20134" y="1456"/>
                    <a:pt x="19777" y="658"/>
                    <a:pt x="20170" y="480"/>
                  </a:cubicBezTo>
                  <a:cubicBezTo>
                    <a:pt x="20221" y="452"/>
                    <a:pt x="20313" y="442"/>
                    <a:pt x="20418" y="442"/>
                  </a:cubicBezTo>
                  <a:close/>
                  <a:moveTo>
                    <a:pt x="20235" y="0"/>
                  </a:moveTo>
                  <a:cubicBezTo>
                    <a:pt x="19887" y="0"/>
                    <a:pt x="19594" y="101"/>
                    <a:pt x="19503" y="563"/>
                  </a:cubicBezTo>
                  <a:cubicBezTo>
                    <a:pt x="19360" y="1337"/>
                    <a:pt x="19729" y="1920"/>
                    <a:pt x="20206" y="2480"/>
                  </a:cubicBezTo>
                  <a:cubicBezTo>
                    <a:pt x="20825" y="3230"/>
                    <a:pt x="20444" y="4361"/>
                    <a:pt x="20325" y="5230"/>
                  </a:cubicBezTo>
                  <a:cubicBezTo>
                    <a:pt x="20170" y="6242"/>
                    <a:pt x="20039" y="7242"/>
                    <a:pt x="19908" y="8254"/>
                  </a:cubicBezTo>
                  <a:cubicBezTo>
                    <a:pt x="19622" y="10469"/>
                    <a:pt x="19384" y="12671"/>
                    <a:pt x="19182" y="14898"/>
                  </a:cubicBezTo>
                  <a:cubicBezTo>
                    <a:pt x="19086" y="16041"/>
                    <a:pt x="18991" y="17184"/>
                    <a:pt x="18920" y="18327"/>
                  </a:cubicBezTo>
                  <a:cubicBezTo>
                    <a:pt x="18872" y="18875"/>
                    <a:pt x="18836" y="19434"/>
                    <a:pt x="18813" y="19994"/>
                  </a:cubicBezTo>
                  <a:cubicBezTo>
                    <a:pt x="18801" y="20375"/>
                    <a:pt x="18848" y="21077"/>
                    <a:pt x="18598" y="21458"/>
                  </a:cubicBezTo>
                  <a:cubicBezTo>
                    <a:pt x="15372" y="22482"/>
                    <a:pt x="12383" y="24256"/>
                    <a:pt x="9764" y="26399"/>
                  </a:cubicBezTo>
                  <a:cubicBezTo>
                    <a:pt x="7002" y="28685"/>
                    <a:pt x="4585" y="31448"/>
                    <a:pt x="2870" y="34627"/>
                  </a:cubicBezTo>
                  <a:cubicBezTo>
                    <a:pt x="1156" y="37806"/>
                    <a:pt x="239" y="41425"/>
                    <a:pt x="656" y="45033"/>
                  </a:cubicBezTo>
                  <a:cubicBezTo>
                    <a:pt x="1048" y="48450"/>
                    <a:pt x="2632" y="51557"/>
                    <a:pt x="5263" y="53772"/>
                  </a:cubicBezTo>
                  <a:cubicBezTo>
                    <a:pt x="8049" y="56117"/>
                    <a:pt x="11716" y="57487"/>
                    <a:pt x="15241" y="58213"/>
                  </a:cubicBezTo>
                  <a:cubicBezTo>
                    <a:pt x="16750" y="58522"/>
                    <a:pt x="18348" y="58685"/>
                    <a:pt x="19966" y="58685"/>
                  </a:cubicBezTo>
                  <a:cubicBezTo>
                    <a:pt x="25518" y="58685"/>
                    <a:pt x="31302" y="56759"/>
                    <a:pt x="34529" y="52176"/>
                  </a:cubicBezTo>
                  <a:cubicBezTo>
                    <a:pt x="35065" y="51414"/>
                    <a:pt x="35517" y="50593"/>
                    <a:pt x="35886" y="49736"/>
                  </a:cubicBezTo>
                  <a:cubicBezTo>
                    <a:pt x="37089" y="46926"/>
                    <a:pt x="37327" y="43771"/>
                    <a:pt x="36839" y="40758"/>
                  </a:cubicBezTo>
                  <a:cubicBezTo>
                    <a:pt x="36696" y="39865"/>
                    <a:pt x="36493" y="38984"/>
                    <a:pt x="36231" y="38127"/>
                  </a:cubicBezTo>
                  <a:cubicBezTo>
                    <a:pt x="35600" y="36067"/>
                    <a:pt x="34731" y="34091"/>
                    <a:pt x="33648" y="32245"/>
                  </a:cubicBezTo>
                  <a:cubicBezTo>
                    <a:pt x="31695" y="28888"/>
                    <a:pt x="29123" y="25828"/>
                    <a:pt x="25980" y="23578"/>
                  </a:cubicBezTo>
                  <a:cubicBezTo>
                    <a:pt x="25694" y="23339"/>
                    <a:pt x="25421" y="23101"/>
                    <a:pt x="25135" y="22863"/>
                  </a:cubicBezTo>
                  <a:cubicBezTo>
                    <a:pt x="24766" y="22554"/>
                    <a:pt x="24397" y="22244"/>
                    <a:pt x="24027" y="21935"/>
                  </a:cubicBezTo>
                  <a:cubicBezTo>
                    <a:pt x="23694" y="21661"/>
                    <a:pt x="23289" y="21363"/>
                    <a:pt x="23099" y="20958"/>
                  </a:cubicBezTo>
                  <a:cubicBezTo>
                    <a:pt x="22896" y="20518"/>
                    <a:pt x="22992" y="20006"/>
                    <a:pt x="23051" y="19553"/>
                  </a:cubicBezTo>
                  <a:cubicBezTo>
                    <a:pt x="23111" y="19018"/>
                    <a:pt x="23194" y="18506"/>
                    <a:pt x="23265" y="17982"/>
                  </a:cubicBezTo>
                  <a:cubicBezTo>
                    <a:pt x="23396" y="16970"/>
                    <a:pt x="23539" y="15958"/>
                    <a:pt x="23694" y="14946"/>
                  </a:cubicBezTo>
                  <a:cubicBezTo>
                    <a:pt x="23980" y="12969"/>
                    <a:pt x="24289" y="10981"/>
                    <a:pt x="24623" y="8992"/>
                  </a:cubicBezTo>
                  <a:cubicBezTo>
                    <a:pt x="24789" y="8028"/>
                    <a:pt x="24944" y="7040"/>
                    <a:pt x="25135" y="6087"/>
                  </a:cubicBezTo>
                  <a:cubicBezTo>
                    <a:pt x="25313" y="5123"/>
                    <a:pt x="25409" y="4063"/>
                    <a:pt x="25730" y="3147"/>
                  </a:cubicBezTo>
                  <a:cubicBezTo>
                    <a:pt x="25980" y="2396"/>
                    <a:pt x="27040" y="2468"/>
                    <a:pt x="27230" y="1682"/>
                  </a:cubicBezTo>
                  <a:cubicBezTo>
                    <a:pt x="27361" y="1111"/>
                    <a:pt x="26825" y="658"/>
                    <a:pt x="26349" y="468"/>
                  </a:cubicBezTo>
                  <a:cubicBezTo>
                    <a:pt x="25599" y="158"/>
                    <a:pt x="24706" y="241"/>
                    <a:pt x="23908" y="206"/>
                  </a:cubicBezTo>
                  <a:cubicBezTo>
                    <a:pt x="22896" y="158"/>
                    <a:pt x="21872" y="146"/>
                    <a:pt x="20860" y="51"/>
                  </a:cubicBezTo>
                  <a:cubicBezTo>
                    <a:pt x="20652" y="34"/>
                    <a:pt x="20434" y="0"/>
                    <a:pt x="202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35"/>
            <p:cNvSpPr/>
            <p:nvPr/>
          </p:nvSpPr>
          <p:spPr>
            <a:xfrm>
              <a:off x="1250475" y="4921425"/>
              <a:ext cx="833450" cy="631950"/>
            </a:xfrm>
            <a:custGeom>
              <a:avLst/>
              <a:gdLst/>
              <a:ahLst/>
              <a:cxnLst/>
              <a:rect l="l" t="t" r="r" b="b"/>
              <a:pathLst>
                <a:path w="33338" h="25278" extrusionOk="0">
                  <a:moveTo>
                    <a:pt x="7208" y="477"/>
                  </a:moveTo>
                  <a:cubicBezTo>
                    <a:pt x="7234" y="477"/>
                    <a:pt x="7260" y="477"/>
                    <a:pt x="7287" y="478"/>
                  </a:cubicBezTo>
                  <a:cubicBezTo>
                    <a:pt x="8549" y="502"/>
                    <a:pt x="9751" y="1109"/>
                    <a:pt x="10883" y="1633"/>
                  </a:cubicBezTo>
                  <a:cubicBezTo>
                    <a:pt x="13026" y="2621"/>
                    <a:pt x="15121" y="3752"/>
                    <a:pt x="17312" y="4621"/>
                  </a:cubicBezTo>
                  <a:cubicBezTo>
                    <a:pt x="19443" y="5455"/>
                    <a:pt x="21658" y="5990"/>
                    <a:pt x="23956" y="6026"/>
                  </a:cubicBezTo>
                  <a:cubicBezTo>
                    <a:pt x="24078" y="6029"/>
                    <a:pt x="24200" y="6030"/>
                    <a:pt x="24323" y="6030"/>
                  </a:cubicBezTo>
                  <a:cubicBezTo>
                    <a:pt x="26461" y="6030"/>
                    <a:pt x="28582" y="5637"/>
                    <a:pt x="30575" y="4871"/>
                  </a:cubicBezTo>
                  <a:lnTo>
                    <a:pt x="30575" y="4871"/>
                  </a:lnTo>
                  <a:cubicBezTo>
                    <a:pt x="30052" y="5336"/>
                    <a:pt x="29504" y="5764"/>
                    <a:pt x="28932" y="6169"/>
                  </a:cubicBezTo>
                  <a:cubicBezTo>
                    <a:pt x="28182" y="6645"/>
                    <a:pt x="27396" y="7062"/>
                    <a:pt x="26575" y="7407"/>
                  </a:cubicBezTo>
                  <a:cubicBezTo>
                    <a:pt x="24741" y="8134"/>
                    <a:pt x="22789" y="8550"/>
                    <a:pt x="20824" y="8634"/>
                  </a:cubicBezTo>
                  <a:cubicBezTo>
                    <a:pt x="20433" y="8651"/>
                    <a:pt x="20043" y="8659"/>
                    <a:pt x="19652" y="8659"/>
                  </a:cubicBezTo>
                  <a:cubicBezTo>
                    <a:pt x="17878" y="8659"/>
                    <a:pt x="16110" y="8481"/>
                    <a:pt x="14383" y="8110"/>
                  </a:cubicBezTo>
                  <a:cubicBezTo>
                    <a:pt x="12299" y="7645"/>
                    <a:pt x="10311" y="6824"/>
                    <a:pt x="8501" y="5693"/>
                  </a:cubicBezTo>
                  <a:cubicBezTo>
                    <a:pt x="6811" y="4669"/>
                    <a:pt x="5227" y="3407"/>
                    <a:pt x="4406" y="1573"/>
                  </a:cubicBezTo>
                  <a:lnTo>
                    <a:pt x="4441" y="1537"/>
                  </a:lnTo>
                  <a:cubicBezTo>
                    <a:pt x="5219" y="922"/>
                    <a:pt x="6189" y="477"/>
                    <a:pt x="7208" y="477"/>
                  </a:cubicBezTo>
                  <a:close/>
                  <a:moveTo>
                    <a:pt x="4275" y="1680"/>
                  </a:moveTo>
                  <a:cubicBezTo>
                    <a:pt x="4810" y="3276"/>
                    <a:pt x="6120" y="4478"/>
                    <a:pt x="7477" y="5419"/>
                  </a:cubicBezTo>
                  <a:cubicBezTo>
                    <a:pt x="9204" y="6657"/>
                    <a:pt x="11144" y="7574"/>
                    <a:pt x="13192" y="8145"/>
                  </a:cubicBezTo>
                  <a:cubicBezTo>
                    <a:pt x="15299" y="8695"/>
                    <a:pt x="17460" y="8980"/>
                    <a:pt x="19624" y="8980"/>
                  </a:cubicBezTo>
                  <a:cubicBezTo>
                    <a:pt x="19710" y="8980"/>
                    <a:pt x="19797" y="8980"/>
                    <a:pt x="19884" y="8979"/>
                  </a:cubicBezTo>
                  <a:cubicBezTo>
                    <a:pt x="19928" y="8979"/>
                    <a:pt x="19973" y="8979"/>
                    <a:pt x="20018" y="8979"/>
                  </a:cubicBezTo>
                  <a:cubicBezTo>
                    <a:pt x="22045" y="8979"/>
                    <a:pt x="24081" y="8715"/>
                    <a:pt x="26003" y="8074"/>
                  </a:cubicBezTo>
                  <a:cubicBezTo>
                    <a:pt x="27015" y="7753"/>
                    <a:pt x="27992" y="7312"/>
                    <a:pt x="28909" y="6752"/>
                  </a:cubicBezTo>
                  <a:cubicBezTo>
                    <a:pt x="29766" y="6240"/>
                    <a:pt x="30706" y="5609"/>
                    <a:pt x="31314" y="4800"/>
                  </a:cubicBezTo>
                  <a:cubicBezTo>
                    <a:pt x="32171" y="6336"/>
                    <a:pt x="32528" y="8038"/>
                    <a:pt x="32635" y="9800"/>
                  </a:cubicBezTo>
                  <a:cubicBezTo>
                    <a:pt x="32754" y="11753"/>
                    <a:pt x="32742" y="13813"/>
                    <a:pt x="32183" y="15694"/>
                  </a:cubicBezTo>
                  <a:lnTo>
                    <a:pt x="32195" y="15694"/>
                  </a:lnTo>
                  <a:cubicBezTo>
                    <a:pt x="31623" y="17599"/>
                    <a:pt x="30421" y="19123"/>
                    <a:pt x="28897" y="20361"/>
                  </a:cubicBezTo>
                  <a:cubicBezTo>
                    <a:pt x="27420" y="21576"/>
                    <a:pt x="25789" y="22600"/>
                    <a:pt x="24063" y="23409"/>
                  </a:cubicBezTo>
                  <a:cubicBezTo>
                    <a:pt x="22045" y="24361"/>
                    <a:pt x="19866" y="24728"/>
                    <a:pt x="17666" y="24728"/>
                  </a:cubicBezTo>
                  <a:cubicBezTo>
                    <a:pt x="15738" y="24728"/>
                    <a:pt x="13794" y="24446"/>
                    <a:pt x="11930" y="24028"/>
                  </a:cubicBezTo>
                  <a:cubicBezTo>
                    <a:pt x="8192" y="23195"/>
                    <a:pt x="4429" y="21326"/>
                    <a:pt x="2441" y="17920"/>
                  </a:cubicBezTo>
                  <a:cubicBezTo>
                    <a:pt x="405" y="14432"/>
                    <a:pt x="834" y="10491"/>
                    <a:pt x="1429" y="6681"/>
                  </a:cubicBezTo>
                  <a:cubicBezTo>
                    <a:pt x="2036" y="4847"/>
                    <a:pt x="2786" y="2954"/>
                    <a:pt x="4275" y="1680"/>
                  </a:cubicBezTo>
                  <a:close/>
                  <a:moveTo>
                    <a:pt x="7150" y="1"/>
                  </a:moveTo>
                  <a:cubicBezTo>
                    <a:pt x="7045" y="1"/>
                    <a:pt x="6940" y="5"/>
                    <a:pt x="6834" y="13"/>
                  </a:cubicBezTo>
                  <a:cubicBezTo>
                    <a:pt x="5906" y="97"/>
                    <a:pt x="5037" y="454"/>
                    <a:pt x="4310" y="1037"/>
                  </a:cubicBezTo>
                  <a:cubicBezTo>
                    <a:pt x="2584" y="2359"/>
                    <a:pt x="1846" y="4395"/>
                    <a:pt x="1298" y="6443"/>
                  </a:cubicBezTo>
                  <a:cubicBezTo>
                    <a:pt x="191" y="9812"/>
                    <a:pt x="0" y="13789"/>
                    <a:pt x="1405" y="17063"/>
                  </a:cubicBezTo>
                  <a:cubicBezTo>
                    <a:pt x="2977" y="20730"/>
                    <a:pt x="6561" y="23052"/>
                    <a:pt x="10263" y="24147"/>
                  </a:cubicBezTo>
                  <a:cubicBezTo>
                    <a:pt x="12383" y="24766"/>
                    <a:pt x="14562" y="25136"/>
                    <a:pt x="16764" y="25243"/>
                  </a:cubicBezTo>
                  <a:cubicBezTo>
                    <a:pt x="17168" y="25266"/>
                    <a:pt x="17572" y="25278"/>
                    <a:pt x="17975" y="25278"/>
                  </a:cubicBezTo>
                  <a:cubicBezTo>
                    <a:pt x="19679" y="25278"/>
                    <a:pt x="21374" y="25058"/>
                    <a:pt x="22991" y="24481"/>
                  </a:cubicBezTo>
                  <a:cubicBezTo>
                    <a:pt x="24920" y="23778"/>
                    <a:pt x="26754" y="22671"/>
                    <a:pt x="28420" y="21468"/>
                  </a:cubicBezTo>
                  <a:cubicBezTo>
                    <a:pt x="29980" y="20337"/>
                    <a:pt x="31409" y="18968"/>
                    <a:pt x="32242" y="17218"/>
                  </a:cubicBezTo>
                  <a:cubicBezTo>
                    <a:pt x="33242" y="15099"/>
                    <a:pt x="33338" y="12658"/>
                    <a:pt x="33242" y="10360"/>
                  </a:cubicBezTo>
                  <a:cubicBezTo>
                    <a:pt x="33159" y="8229"/>
                    <a:pt x="32826" y="6014"/>
                    <a:pt x="31576" y="4228"/>
                  </a:cubicBezTo>
                  <a:cubicBezTo>
                    <a:pt x="31530" y="4168"/>
                    <a:pt x="31456" y="4136"/>
                    <a:pt x="31384" y="4136"/>
                  </a:cubicBezTo>
                  <a:cubicBezTo>
                    <a:pt x="31342" y="4136"/>
                    <a:pt x="31301" y="4147"/>
                    <a:pt x="31266" y="4169"/>
                  </a:cubicBezTo>
                  <a:cubicBezTo>
                    <a:pt x="31220" y="4123"/>
                    <a:pt x="31155" y="4102"/>
                    <a:pt x="31089" y="4102"/>
                  </a:cubicBezTo>
                  <a:cubicBezTo>
                    <a:pt x="31052" y="4102"/>
                    <a:pt x="31014" y="4108"/>
                    <a:pt x="30980" y="4121"/>
                  </a:cubicBezTo>
                  <a:cubicBezTo>
                    <a:pt x="28780" y="5062"/>
                    <a:pt x="26406" y="5550"/>
                    <a:pt x="24007" y="5550"/>
                  </a:cubicBezTo>
                  <a:cubicBezTo>
                    <a:pt x="23978" y="5550"/>
                    <a:pt x="23949" y="5550"/>
                    <a:pt x="23920" y="5550"/>
                  </a:cubicBezTo>
                  <a:cubicBezTo>
                    <a:pt x="21443" y="5538"/>
                    <a:pt x="19062" y="4943"/>
                    <a:pt x="16776" y="4014"/>
                  </a:cubicBezTo>
                  <a:cubicBezTo>
                    <a:pt x="14526" y="3097"/>
                    <a:pt x="12407" y="1895"/>
                    <a:pt x="10192" y="883"/>
                  </a:cubicBezTo>
                  <a:cubicBezTo>
                    <a:pt x="9226" y="427"/>
                    <a:pt x="8221" y="1"/>
                    <a:pt x="715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35"/>
            <p:cNvSpPr/>
            <p:nvPr/>
          </p:nvSpPr>
          <p:spPr>
            <a:xfrm>
              <a:off x="1680875" y="4827100"/>
              <a:ext cx="190825" cy="187425"/>
            </a:xfrm>
            <a:custGeom>
              <a:avLst/>
              <a:gdLst/>
              <a:ahLst/>
              <a:cxnLst/>
              <a:rect l="l" t="t" r="r" b="b"/>
              <a:pathLst>
                <a:path w="7633" h="7497" extrusionOk="0">
                  <a:moveTo>
                    <a:pt x="3405" y="381"/>
                  </a:moveTo>
                  <a:cubicBezTo>
                    <a:pt x="3784" y="381"/>
                    <a:pt x="4164" y="458"/>
                    <a:pt x="4513" y="619"/>
                  </a:cubicBezTo>
                  <a:cubicBezTo>
                    <a:pt x="5311" y="977"/>
                    <a:pt x="5787" y="1715"/>
                    <a:pt x="6204" y="2441"/>
                  </a:cubicBezTo>
                  <a:cubicBezTo>
                    <a:pt x="6609" y="3167"/>
                    <a:pt x="7002" y="3953"/>
                    <a:pt x="7025" y="4810"/>
                  </a:cubicBezTo>
                  <a:cubicBezTo>
                    <a:pt x="7049" y="5501"/>
                    <a:pt x="6811" y="6239"/>
                    <a:pt x="6251" y="6692"/>
                  </a:cubicBezTo>
                  <a:cubicBezTo>
                    <a:pt x="5963" y="6928"/>
                    <a:pt x="5608" y="7041"/>
                    <a:pt x="5251" y="7041"/>
                  </a:cubicBezTo>
                  <a:cubicBezTo>
                    <a:pt x="4781" y="7041"/>
                    <a:pt x="4308" y="6847"/>
                    <a:pt x="3977" y="6489"/>
                  </a:cubicBezTo>
                  <a:cubicBezTo>
                    <a:pt x="3513" y="5977"/>
                    <a:pt x="3227" y="5489"/>
                    <a:pt x="2584" y="5156"/>
                  </a:cubicBezTo>
                  <a:cubicBezTo>
                    <a:pt x="1929" y="4822"/>
                    <a:pt x="1167" y="4608"/>
                    <a:pt x="822" y="3906"/>
                  </a:cubicBezTo>
                  <a:cubicBezTo>
                    <a:pt x="1" y="2274"/>
                    <a:pt x="1465" y="834"/>
                    <a:pt x="2953" y="417"/>
                  </a:cubicBezTo>
                  <a:cubicBezTo>
                    <a:pt x="3103" y="393"/>
                    <a:pt x="3254" y="381"/>
                    <a:pt x="3405" y="381"/>
                  </a:cubicBezTo>
                  <a:close/>
                  <a:moveTo>
                    <a:pt x="3539" y="0"/>
                  </a:moveTo>
                  <a:cubicBezTo>
                    <a:pt x="3181" y="0"/>
                    <a:pt x="2822" y="63"/>
                    <a:pt x="2477" y="191"/>
                  </a:cubicBezTo>
                  <a:cubicBezTo>
                    <a:pt x="1882" y="405"/>
                    <a:pt x="1370" y="774"/>
                    <a:pt x="1001" y="1274"/>
                  </a:cubicBezTo>
                  <a:cubicBezTo>
                    <a:pt x="477" y="1798"/>
                    <a:pt x="215" y="2524"/>
                    <a:pt x="274" y="3251"/>
                  </a:cubicBezTo>
                  <a:cubicBezTo>
                    <a:pt x="322" y="4036"/>
                    <a:pt x="775" y="4751"/>
                    <a:pt x="1477" y="5108"/>
                  </a:cubicBezTo>
                  <a:cubicBezTo>
                    <a:pt x="1894" y="5346"/>
                    <a:pt x="2370" y="5489"/>
                    <a:pt x="2763" y="5775"/>
                  </a:cubicBezTo>
                  <a:cubicBezTo>
                    <a:pt x="3192" y="6084"/>
                    <a:pt x="3406" y="6573"/>
                    <a:pt x="3787" y="6930"/>
                  </a:cubicBezTo>
                  <a:cubicBezTo>
                    <a:pt x="4197" y="7300"/>
                    <a:pt x="4722" y="7496"/>
                    <a:pt x="5254" y="7496"/>
                  </a:cubicBezTo>
                  <a:cubicBezTo>
                    <a:pt x="5509" y="7496"/>
                    <a:pt x="5766" y="7451"/>
                    <a:pt x="6013" y="7358"/>
                  </a:cubicBezTo>
                  <a:cubicBezTo>
                    <a:pt x="6751" y="7073"/>
                    <a:pt x="7228" y="6394"/>
                    <a:pt x="7406" y="5644"/>
                  </a:cubicBezTo>
                  <a:cubicBezTo>
                    <a:pt x="7633" y="4691"/>
                    <a:pt x="7383" y="3715"/>
                    <a:pt x="6966" y="2858"/>
                  </a:cubicBezTo>
                  <a:cubicBezTo>
                    <a:pt x="6561" y="2024"/>
                    <a:pt x="6049" y="1084"/>
                    <a:pt x="5263" y="524"/>
                  </a:cubicBezTo>
                  <a:cubicBezTo>
                    <a:pt x="4747" y="180"/>
                    <a:pt x="4145" y="0"/>
                    <a:pt x="35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35"/>
            <p:cNvSpPr/>
            <p:nvPr/>
          </p:nvSpPr>
          <p:spPr>
            <a:xfrm>
              <a:off x="1622550" y="4716550"/>
              <a:ext cx="111625" cy="91825"/>
            </a:xfrm>
            <a:custGeom>
              <a:avLst/>
              <a:gdLst/>
              <a:ahLst/>
              <a:cxnLst/>
              <a:rect l="l" t="t" r="r" b="b"/>
              <a:pathLst>
                <a:path w="4465" h="3673" extrusionOk="0">
                  <a:moveTo>
                    <a:pt x="2183" y="357"/>
                  </a:moveTo>
                  <a:cubicBezTo>
                    <a:pt x="2559" y="357"/>
                    <a:pt x="2939" y="527"/>
                    <a:pt x="3250" y="755"/>
                  </a:cubicBezTo>
                  <a:cubicBezTo>
                    <a:pt x="3929" y="1255"/>
                    <a:pt x="3965" y="2315"/>
                    <a:pt x="3369" y="2874"/>
                  </a:cubicBezTo>
                  <a:cubicBezTo>
                    <a:pt x="3054" y="3173"/>
                    <a:pt x="2634" y="3318"/>
                    <a:pt x="2213" y="3318"/>
                  </a:cubicBezTo>
                  <a:cubicBezTo>
                    <a:pt x="1728" y="3318"/>
                    <a:pt x="1242" y="3125"/>
                    <a:pt x="917" y="2755"/>
                  </a:cubicBezTo>
                  <a:cubicBezTo>
                    <a:pt x="548" y="2339"/>
                    <a:pt x="476" y="1743"/>
                    <a:pt x="738" y="1267"/>
                  </a:cubicBezTo>
                  <a:cubicBezTo>
                    <a:pt x="976" y="981"/>
                    <a:pt x="1250" y="731"/>
                    <a:pt x="1560" y="541"/>
                  </a:cubicBezTo>
                  <a:cubicBezTo>
                    <a:pt x="1758" y="412"/>
                    <a:pt x="1970" y="357"/>
                    <a:pt x="2183" y="357"/>
                  </a:cubicBezTo>
                  <a:close/>
                  <a:moveTo>
                    <a:pt x="2236" y="0"/>
                  </a:moveTo>
                  <a:cubicBezTo>
                    <a:pt x="2040" y="0"/>
                    <a:pt x="1847" y="40"/>
                    <a:pt x="1667" y="136"/>
                  </a:cubicBezTo>
                  <a:cubicBezTo>
                    <a:pt x="1572" y="184"/>
                    <a:pt x="1500" y="231"/>
                    <a:pt x="1417" y="291"/>
                  </a:cubicBezTo>
                  <a:cubicBezTo>
                    <a:pt x="560" y="803"/>
                    <a:pt x="0" y="1898"/>
                    <a:pt x="619" y="2815"/>
                  </a:cubicBezTo>
                  <a:cubicBezTo>
                    <a:pt x="1001" y="3378"/>
                    <a:pt x="1654" y="3673"/>
                    <a:pt x="2305" y="3673"/>
                  </a:cubicBezTo>
                  <a:cubicBezTo>
                    <a:pt x="2811" y="3673"/>
                    <a:pt x="3316" y="3494"/>
                    <a:pt x="3691" y="3124"/>
                  </a:cubicBezTo>
                  <a:cubicBezTo>
                    <a:pt x="4465" y="2362"/>
                    <a:pt x="4370" y="981"/>
                    <a:pt x="3417" y="398"/>
                  </a:cubicBezTo>
                  <a:cubicBezTo>
                    <a:pt x="3078" y="180"/>
                    <a:pt x="2651" y="0"/>
                    <a:pt x="22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1" name="Google Shape;1481;p35"/>
          <p:cNvGrpSpPr/>
          <p:nvPr/>
        </p:nvGrpSpPr>
        <p:grpSpPr>
          <a:xfrm>
            <a:off x="5932789" y="3751744"/>
            <a:ext cx="698366" cy="705310"/>
            <a:chOff x="1175125" y="3402750"/>
            <a:chExt cx="506650" cy="511650"/>
          </a:xfrm>
        </p:grpSpPr>
        <p:sp>
          <p:nvSpPr>
            <p:cNvPr id="1482" name="Google Shape;1482;p35"/>
            <p:cNvSpPr/>
            <p:nvPr/>
          </p:nvSpPr>
          <p:spPr>
            <a:xfrm>
              <a:off x="1520725" y="3700875"/>
              <a:ext cx="77100" cy="74600"/>
            </a:xfrm>
            <a:custGeom>
              <a:avLst/>
              <a:gdLst/>
              <a:ahLst/>
              <a:cxnLst/>
              <a:rect l="l" t="t" r="r" b="b"/>
              <a:pathLst>
                <a:path w="3084" h="2984" extrusionOk="0">
                  <a:moveTo>
                    <a:pt x="2774" y="1"/>
                  </a:moveTo>
                  <a:cubicBezTo>
                    <a:pt x="2631" y="13"/>
                    <a:pt x="2500" y="60"/>
                    <a:pt x="2417" y="167"/>
                  </a:cubicBezTo>
                  <a:cubicBezTo>
                    <a:pt x="2369" y="525"/>
                    <a:pt x="2155" y="799"/>
                    <a:pt x="1905" y="1049"/>
                  </a:cubicBezTo>
                  <a:cubicBezTo>
                    <a:pt x="1560" y="1382"/>
                    <a:pt x="1179" y="1691"/>
                    <a:pt x="822" y="2001"/>
                  </a:cubicBezTo>
                  <a:cubicBezTo>
                    <a:pt x="643" y="2156"/>
                    <a:pt x="0" y="2596"/>
                    <a:pt x="274" y="2882"/>
                  </a:cubicBezTo>
                  <a:cubicBezTo>
                    <a:pt x="352" y="2956"/>
                    <a:pt x="455" y="2983"/>
                    <a:pt x="567" y="2983"/>
                  </a:cubicBezTo>
                  <a:cubicBezTo>
                    <a:pt x="778" y="2983"/>
                    <a:pt x="1019" y="2885"/>
                    <a:pt x="1167" y="2823"/>
                  </a:cubicBezTo>
                  <a:cubicBezTo>
                    <a:pt x="1798" y="2513"/>
                    <a:pt x="2310" y="2025"/>
                    <a:pt x="2643" y="1406"/>
                  </a:cubicBezTo>
                  <a:cubicBezTo>
                    <a:pt x="2738" y="1251"/>
                    <a:pt x="2822" y="1072"/>
                    <a:pt x="2893" y="906"/>
                  </a:cubicBezTo>
                  <a:cubicBezTo>
                    <a:pt x="2989" y="739"/>
                    <a:pt x="3036" y="548"/>
                    <a:pt x="3060" y="358"/>
                  </a:cubicBezTo>
                  <a:cubicBezTo>
                    <a:pt x="3084" y="179"/>
                    <a:pt x="2953" y="25"/>
                    <a:pt x="2774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35"/>
            <p:cNvSpPr/>
            <p:nvPr/>
          </p:nvSpPr>
          <p:spPr>
            <a:xfrm>
              <a:off x="1314450" y="3714050"/>
              <a:ext cx="155100" cy="102075"/>
            </a:xfrm>
            <a:custGeom>
              <a:avLst/>
              <a:gdLst/>
              <a:ahLst/>
              <a:cxnLst/>
              <a:rect l="l" t="t" r="r" b="b"/>
              <a:pathLst>
                <a:path w="6204" h="4083" extrusionOk="0">
                  <a:moveTo>
                    <a:pt x="989" y="1"/>
                  </a:moveTo>
                  <a:cubicBezTo>
                    <a:pt x="838" y="1"/>
                    <a:pt x="680" y="86"/>
                    <a:pt x="560" y="176"/>
                  </a:cubicBezTo>
                  <a:cubicBezTo>
                    <a:pt x="321" y="379"/>
                    <a:pt x="155" y="653"/>
                    <a:pt x="95" y="962"/>
                  </a:cubicBezTo>
                  <a:cubicBezTo>
                    <a:pt x="0" y="1343"/>
                    <a:pt x="131" y="1748"/>
                    <a:pt x="429" y="2010"/>
                  </a:cubicBezTo>
                  <a:cubicBezTo>
                    <a:pt x="667" y="2093"/>
                    <a:pt x="905" y="2153"/>
                    <a:pt x="1143" y="2188"/>
                  </a:cubicBezTo>
                  <a:cubicBezTo>
                    <a:pt x="1441" y="2236"/>
                    <a:pt x="1726" y="2343"/>
                    <a:pt x="1976" y="2510"/>
                  </a:cubicBezTo>
                  <a:cubicBezTo>
                    <a:pt x="2488" y="2843"/>
                    <a:pt x="2834" y="3367"/>
                    <a:pt x="3369" y="3677"/>
                  </a:cubicBezTo>
                  <a:cubicBezTo>
                    <a:pt x="3810" y="3945"/>
                    <a:pt x="4320" y="4082"/>
                    <a:pt x="4831" y="4082"/>
                  </a:cubicBezTo>
                  <a:cubicBezTo>
                    <a:pt x="4955" y="4082"/>
                    <a:pt x="5080" y="4074"/>
                    <a:pt x="5203" y="4058"/>
                  </a:cubicBezTo>
                  <a:cubicBezTo>
                    <a:pt x="5501" y="4034"/>
                    <a:pt x="5775" y="3915"/>
                    <a:pt x="6013" y="3736"/>
                  </a:cubicBezTo>
                  <a:cubicBezTo>
                    <a:pt x="6120" y="3629"/>
                    <a:pt x="6203" y="3486"/>
                    <a:pt x="6084" y="3367"/>
                  </a:cubicBezTo>
                  <a:cubicBezTo>
                    <a:pt x="5977" y="3284"/>
                    <a:pt x="5858" y="3224"/>
                    <a:pt x="5739" y="3212"/>
                  </a:cubicBezTo>
                  <a:cubicBezTo>
                    <a:pt x="5120" y="3081"/>
                    <a:pt x="4477" y="3165"/>
                    <a:pt x="3881" y="2998"/>
                  </a:cubicBezTo>
                  <a:cubicBezTo>
                    <a:pt x="3584" y="2915"/>
                    <a:pt x="3310" y="2772"/>
                    <a:pt x="3084" y="2569"/>
                  </a:cubicBezTo>
                  <a:cubicBezTo>
                    <a:pt x="2869" y="2331"/>
                    <a:pt x="2667" y="2093"/>
                    <a:pt x="2488" y="1819"/>
                  </a:cubicBezTo>
                  <a:cubicBezTo>
                    <a:pt x="2274" y="1522"/>
                    <a:pt x="2060" y="1212"/>
                    <a:pt x="1845" y="914"/>
                  </a:cubicBezTo>
                  <a:lnTo>
                    <a:pt x="1524" y="474"/>
                  </a:lnTo>
                  <a:cubicBezTo>
                    <a:pt x="1441" y="343"/>
                    <a:pt x="1345" y="212"/>
                    <a:pt x="1238" y="105"/>
                  </a:cubicBezTo>
                  <a:cubicBezTo>
                    <a:pt x="1163" y="30"/>
                    <a:pt x="1077" y="1"/>
                    <a:pt x="989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35"/>
            <p:cNvSpPr/>
            <p:nvPr/>
          </p:nvSpPr>
          <p:spPr>
            <a:xfrm>
              <a:off x="1416825" y="3565425"/>
              <a:ext cx="156300" cy="188950"/>
            </a:xfrm>
            <a:custGeom>
              <a:avLst/>
              <a:gdLst/>
              <a:ahLst/>
              <a:cxnLst/>
              <a:rect l="l" t="t" r="r" b="b"/>
              <a:pathLst>
                <a:path w="6252" h="7558" extrusionOk="0">
                  <a:moveTo>
                    <a:pt x="4701" y="0"/>
                  </a:moveTo>
                  <a:cubicBezTo>
                    <a:pt x="4556" y="0"/>
                    <a:pt x="4415" y="94"/>
                    <a:pt x="4358" y="240"/>
                  </a:cubicBezTo>
                  <a:cubicBezTo>
                    <a:pt x="4311" y="442"/>
                    <a:pt x="4430" y="668"/>
                    <a:pt x="4454" y="871"/>
                  </a:cubicBezTo>
                  <a:cubicBezTo>
                    <a:pt x="4489" y="1216"/>
                    <a:pt x="4418" y="1573"/>
                    <a:pt x="4227" y="1871"/>
                  </a:cubicBezTo>
                  <a:cubicBezTo>
                    <a:pt x="4097" y="2168"/>
                    <a:pt x="3906" y="2442"/>
                    <a:pt x="3668" y="2668"/>
                  </a:cubicBezTo>
                  <a:cubicBezTo>
                    <a:pt x="2989" y="3323"/>
                    <a:pt x="2096" y="3657"/>
                    <a:pt x="1322" y="4157"/>
                  </a:cubicBezTo>
                  <a:cubicBezTo>
                    <a:pt x="668" y="4573"/>
                    <a:pt x="1" y="5228"/>
                    <a:pt x="1" y="6062"/>
                  </a:cubicBezTo>
                  <a:cubicBezTo>
                    <a:pt x="1" y="6824"/>
                    <a:pt x="656" y="7395"/>
                    <a:pt x="1370" y="7526"/>
                  </a:cubicBezTo>
                  <a:cubicBezTo>
                    <a:pt x="1490" y="7547"/>
                    <a:pt x="1610" y="7557"/>
                    <a:pt x="1729" y="7557"/>
                  </a:cubicBezTo>
                  <a:cubicBezTo>
                    <a:pt x="2418" y="7557"/>
                    <a:pt x="3094" y="7228"/>
                    <a:pt x="3632" y="6812"/>
                  </a:cubicBezTo>
                  <a:cubicBezTo>
                    <a:pt x="4263" y="6324"/>
                    <a:pt x="4787" y="5705"/>
                    <a:pt x="5180" y="5002"/>
                  </a:cubicBezTo>
                  <a:cubicBezTo>
                    <a:pt x="5597" y="4276"/>
                    <a:pt x="5906" y="3490"/>
                    <a:pt x="6097" y="2680"/>
                  </a:cubicBezTo>
                  <a:cubicBezTo>
                    <a:pt x="6252" y="1906"/>
                    <a:pt x="6204" y="1013"/>
                    <a:pt x="5632" y="418"/>
                  </a:cubicBezTo>
                  <a:cubicBezTo>
                    <a:pt x="5394" y="168"/>
                    <a:pt x="5073" y="13"/>
                    <a:pt x="4728" y="1"/>
                  </a:cubicBezTo>
                  <a:cubicBezTo>
                    <a:pt x="4719" y="1"/>
                    <a:pt x="4710" y="0"/>
                    <a:pt x="4701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35"/>
            <p:cNvSpPr/>
            <p:nvPr/>
          </p:nvSpPr>
          <p:spPr>
            <a:xfrm>
              <a:off x="1341525" y="3555325"/>
              <a:ext cx="89625" cy="57975"/>
            </a:xfrm>
            <a:custGeom>
              <a:avLst/>
              <a:gdLst/>
              <a:ahLst/>
              <a:cxnLst/>
              <a:rect l="l" t="t" r="r" b="b"/>
              <a:pathLst>
                <a:path w="3585" h="2319" extrusionOk="0">
                  <a:moveTo>
                    <a:pt x="2132" y="1"/>
                  </a:moveTo>
                  <a:cubicBezTo>
                    <a:pt x="1894" y="1"/>
                    <a:pt x="1667" y="13"/>
                    <a:pt x="1429" y="60"/>
                  </a:cubicBezTo>
                  <a:cubicBezTo>
                    <a:pt x="1001" y="191"/>
                    <a:pt x="608" y="441"/>
                    <a:pt x="322" y="786"/>
                  </a:cubicBezTo>
                  <a:cubicBezTo>
                    <a:pt x="84" y="1072"/>
                    <a:pt x="0" y="1441"/>
                    <a:pt x="203" y="1775"/>
                  </a:cubicBezTo>
                  <a:cubicBezTo>
                    <a:pt x="417" y="2060"/>
                    <a:pt x="739" y="2251"/>
                    <a:pt x="1084" y="2287"/>
                  </a:cubicBezTo>
                  <a:cubicBezTo>
                    <a:pt x="1223" y="2308"/>
                    <a:pt x="1362" y="2318"/>
                    <a:pt x="1501" y="2318"/>
                  </a:cubicBezTo>
                  <a:cubicBezTo>
                    <a:pt x="2060" y="2318"/>
                    <a:pt x="2602" y="2147"/>
                    <a:pt x="3060" y="1822"/>
                  </a:cubicBezTo>
                  <a:cubicBezTo>
                    <a:pt x="3310" y="1644"/>
                    <a:pt x="3572" y="1394"/>
                    <a:pt x="3584" y="1072"/>
                  </a:cubicBezTo>
                  <a:cubicBezTo>
                    <a:pt x="3584" y="775"/>
                    <a:pt x="3441" y="489"/>
                    <a:pt x="3203" y="310"/>
                  </a:cubicBezTo>
                  <a:cubicBezTo>
                    <a:pt x="2906" y="72"/>
                    <a:pt x="2501" y="1"/>
                    <a:pt x="2132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5"/>
            <p:cNvSpPr/>
            <p:nvPr/>
          </p:nvSpPr>
          <p:spPr>
            <a:xfrm>
              <a:off x="1274550" y="3524575"/>
              <a:ext cx="191425" cy="139075"/>
            </a:xfrm>
            <a:custGeom>
              <a:avLst/>
              <a:gdLst/>
              <a:ahLst/>
              <a:cxnLst/>
              <a:rect l="l" t="t" r="r" b="b"/>
              <a:pathLst>
                <a:path w="7657" h="5563" extrusionOk="0">
                  <a:moveTo>
                    <a:pt x="4986" y="967"/>
                  </a:moveTo>
                  <a:cubicBezTo>
                    <a:pt x="5019" y="967"/>
                    <a:pt x="5052" y="968"/>
                    <a:pt x="5085" y="969"/>
                  </a:cubicBezTo>
                  <a:cubicBezTo>
                    <a:pt x="5098" y="968"/>
                    <a:pt x="5111" y="968"/>
                    <a:pt x="5124" y="968"/>
                  </a:cubicBezTo>
                  <a:cubicBezTo>
                    <a:pt x="5586" y="968"/>
                    <a:pt x="6023" y="1169"/>
                    <a:pt x="6347" y="1516"/>
                  </a:cubicBezTo>
                  <a:cubicBezTo>
                    <a:pt x="6609" y="1802"/>
                    <a:pt x="6716" y="2207"/>
                    <a:pt x="6620" y="2588"/>
                  </a:cubicBezTo>
                  <a:cubicBezTo>
                    <a:pt x="6501" y="2993"/>
                    <a:pt x="6132" y="3290"/>
                    <a:pt x="5787" y="3493"/>
                  </a:cubicBezTo>
                  <a:cubicBezTo>
                    <a:pt x="5354" y="3731"/>
                    <a:pt x="4830" y="3868"/>
                    <a:pt x="4312" y="3868"/>
                  </a:cubicBezTo>
                  <a:cubicBezTo>
                    <a:pt x="3974" y="3868"/>
                    <a:pt x="3639" y="3810"/>
                    <a:pt x="3334" y="3683"/>
                  </a:cubicBezTo>
                  <a:cubicBezTo>
                    <a:pt x="2965" y="3529"/>
                    <a:pt x="2691" y="3219"/>
                    <a:pt x="2572" y="2838"/>
                  </a:cubicBezTo>
                  <a:cubicBezTo>
                    <a:pt x="2477" y="2445"/>
                    <a:pt x="2668" y="2052"/>
                    <a:pt x="2941" y="1778"/>
                  </a:cubicBezTo>
                  <a:cubicBezTo>
                    <a:pt x="3156" y="1576"/>
                    <a:pt x="3394" y="1409"/>
                    <a:pt x="3656" y="1290"/>
                  </a:cubicBezTo>
                  <a:cubicBezTo>
                    <a:pt x="4033" y="1046"/>
                    <a:pt x="4534" y="967"/>
                    <a:pt x="4986" y="967"/>
                  </a:cubicBezTo>
                  <a:close/>
                  <a:moveTo>
                    <a:pt x="4808" y="1"/>
                  </a:moveTo>
                  <a:cubicBezTo>
                    <a:pt x="3485" y="1"/>
                    <a:pt x="2268" y="778"/>
                    <a:pt x="1275" y="1635"/>
                  </a:cubicBezTo>
                  <a:cubicBezTo>
                    <a:pt x="953" y="1969"/>
                    <a:pt x="679" y="2350"/>
                    <a:pt x="453" y="2755"/>
                  </a:cubicBezTo>
                  <a:cubicBezTo>
                    <a:pt x="239" y="3148"/>
                    <a:pt x="108" y="3576"/>
                    <a:pt x="48" y="4017"/>
                  </a:cubicBezTo>
                  <a:cubicBezTo>
                    <a:pt x="1" y="4410"/>
                    <a:pt x="24" y="4874"/>
                    <a:pt x="263" y="5207"/>
                  </a:cubicBezTo>
                  <a:cubicBezTo>
                    <a:pt x="447" y="5469"/>
                    <a:pt x="689" y="5563"/>
                    <a:pt x="954" y="5563"/>
                  </a:cubicBezTo>
                  <a:cubicBezTo>
                    <a:pt x="1510" y="5563"/>
                    <a:pt x="2168" y="5150"/>
                    <a:pt x="2620" y="5005"/>
                  </a:cubicBezTo>
                  <a:cubicBezTo>
                    <a:pt x="3453" y="4743"/>
                    <a:pt x="4334" y="4719"/>
                    <a:pt x="5192" y="4541"/>
                  </a:cubicBezTo>
                  <a:cubicBezTo>
                    <a:pt x="5906" y="4398"/>
                    <a:pt x="6656" y="4100"/>
                    <a:pt x="7132" y="3529"/>
                  </a:cubicBezTo>
                  <a:cubicBezTo>
                    <a:pt x="7561" y="2957"/>
                    <a:pt x="7656" y="2195"/>
                    <a:pt x="7359" y="1540"/>
                  </a:cubicBezTo>
                  <a:cubicBezTo>
                    <a:pt x="7049" y="850"/>
                    <a:pt x="6442" y="326"/>
                    <a:pt x="5704" y="123"/>
                  </a:cubicBezTo>
                  <a:cubicBezTo>
                    <a:pt x="5401" y="39"/>
                    <a:pt x="5102" y="1"/>
                    <a:pt x="4808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5"/>
            <p:cNvSpPr/>
            <p:nvPr/>
          </p:nvSpPr>
          <p:spPr>
            <a:xfrm>
              <a:off x="1209950" y="3467750"/>
              <a:ext cx="430150" cy="375500"/>
            </a:xfrm>
            <a:custGeom>
              <a:avLst/>
              <a:gdLst/>
              <a:ahLst/>
              <a:cxnLst/>
              <a:rect l="l" t="t" r="r" b="b"/>
              <a:pathLst>
                <a:path w="17206" h="15020" extrusionOk="0">
                  <a:moveTo>
                    <a:pt x="7416" y="1908"/>
                  </a:moveTo>
                  <a:cubicBezTo>
                    <a:pt x="7999" y="1908"/>
                    <a:pt x="8577" y="2043"/>
                    <a:pt x="9109" y="2313"/>
                  </a:cubicBezTo>
                  <a:cubicBezTo>
                    <a:pt x="9835" y="2718"/>
                    <a:pt x="10336" y="3432"/>
                    <a:pt x="10467" y="4254"/>
                  </a:cubicBezTo>
                  <a:cubicBezTo>
                    <a:pt x="10597" y="5063"/>
                    <a:pt x="10288" y="5873"/>
                    <a:pt x="9645" y="6385"/>
                  </a:cubicBezTo>
                  <a:cubicBezTo>
                    <a:pt x="8978" y="6921"/>
                    <a:pt x="8121" y="7123"/>
                    <a:pt x="7288" y="7242"/>
                  </a:cubicBezTo>
                  <a:cubicBezTo>
                    <a:pt x="6799" y="7314"/>
                    <a:pt x="6299" y="7361"/>
                    <a:pt x="5811" y="7468"/>
                  </a:cubicBezTo>
                  <a:cubicBezTo>
                    <a:pt x="5347" y="7576"/>
                    <a:pt x="4882" y="7742"/>
                    <a:pt x="4442" y="7945"/>
                  </a:cubicBezTo>
                  <a:cubicBezTo>
                    <a:pt x="4161" y="8057"/>
                    <a:pt x="3859" y="8142"/>
                    <a:pt x="3557" y="8142"/>
                  </a:cubicBezTo>
                  <a:cubicBezTo>
                    <a:pt x="3410" y="8142"/>
                    <a:pt x="3264" y="8122"/>
                    <a:pt x="3120" y="8076"/>
                  </a:cubicBezTo>
                  <a:cubicBezTo>
                    <a:pt x="2739" y="7909"/>
                    <a:pt x="2454" y="7564"/>
                    <a:pt x="2382" y="7159"/>
                  </a:cubicBezTo>
                  <a:cubicBezTo>
                    <a:pt x="2156" y="6242"/>
                    <a:pt x="2525" y="5278"/>
                    <a:pt x="3025" y="4516"/>
                  </a:cubicBezTo>
                  <a:cubicBezTo>
                    <a:pt x="3347" y="4051"/>
                    <a:pt x="3739" y="3635"/>
                    <a:pt x="4192" y="3289"/>
                  </a:cubicBezTo>
                  <a:cubicBezTo>
                    <a:pt x="4847" y="2694"/>
                    <a:pt x="5621" y="2265"/>
                    <a:pt x="6466" y="2027"/>
                  </a:cubicBezTo>
                  <a:cubicBezTo>
                    <a:pt x="6780" y="1948"/>
                    <a:pt x="7099" y="1908"/>
                    <a:pt x="7416" y="1908"/>
                  </a:cubicBezTo>
                  <a:close/>
                  <a:moveTo>
                    <a:pt x="13043" y="3510"/>
                  </a:moveTo>
                  <a:cubicBezTo>
                    <a:pt x="13221" y="3510"/>
                    <a:pt x="13403" y="3550"/>
                    <a:pt x="13562" y="3611"/>
                  </a:cubicBezTo>
                  <a:cubicBezTo>
                    <a:pt x="13919" y="3754"/>
                    <a:pt x="14217" y="4004"/>
                    <a:pt x="14431" y="4325"/>
                  </a:cubicBezTo>
                  <a:cubicBezTo>
                    <a:pt x="14955" y="5087"/>
                    <a:pt x="14919" y="6040"/>
                    <a:pt x="14681" y="6897"/>
                  </a:cubicBezTo>
                  <a:lnTo>
                    <a:pt x="14681" y="6885"/>
                  </a:lnTo>
                  <a:cubicBezTo>
                    <a:pt x="14431" y="7766"/>
                    <a:pt x="14074" y="8588"/>
                    <a:pt x="13598" y="9362"/>
                  </a:cubicBezTo>
                  <a:cubicBezTo>
                    <a:pt x="13157" y="10100"/>
                    <a:pt x="12550" y="10743"/>
                    <a:pt x="11836" y="11219"/>
                  </a:cubicBezTo>
                  <a:cubicBezTo>
                    <a:pt x="11304" y="11561"/>
                    <a:pt x="10657" y="11815"/>
                    <a:pt x="10012" y="11815"/>
                  </a:cubicBezTo>
                  <a:cubicBezTo>
                    <a:pt x="9805" y="11815"/>
                    <a:pt x="9598" y="11789"/>
                    <a:pt x="9395" y="11731"/>
                  </a:cubicBezTo>
                  <a:cubicBezTo>
                    <a:pt x="8645" y="11528"/>
                    <a:pt x="7990" y="10921"/>
                    <a:pt x="7919" y="10112"/>
                  </a:cubicBezTo>
                  <a:cubicBezTo>
                    <a:pt x="7847" y="9219"/>
                    <a:pt x="8431" y="8433"/>
                    <a:pt x="9145" y="7933"/>
                  </a:cubicBezTo>
                  <a:cubicBezTo>
                    <a:pt x="9847" y="7433"/>
                    <a:pt x="10681" y="7135"/>
                    <a:pt x="11395" y="6647"/>
                  </a:cubicBezTo>
                  <a:cubicBezTo>
                    <a:pt x="11550" y="6480"/>
                    <a:pt x="11693" y="6337"/>
                    <a:pt x="11848" y="6183"/>
                  </a:cubicBezTo>
                  <a:cubicBezTo>
                    <a:pt x="12157" y="5849"/>
                    <a:pt x="12443" y="5421"/>
                    <a:pt x="12431" y="4944"/>
                  </a:cubicBezTo>
                  <a:cubicBezTo>
                    <a:pt x="12419" y="4528"/>
                    <a:pt x="12098" y="4051"/>
                    <a:pt x="12479" y="3706"/>
                  </a:cubicBezTo>
                  <a:cubicBezTo>
                    <a:pt x="12633" y="3565"/>
                    <a:pt x="12835" y="3510"/>
                    <a:pt x="13043" y="3510"/>
                  </a:cubicBezTo>
                  <a:close/>
                  <a:moveTo>
                    <a:pt x="15252" y="9010"/>
                  </a:moveTo>
                  <a:cubicBezTo>
                    <a:pt x="15630" y="9010"/>
                    <a:pt x="15846" y="9388"/>
                    <a:pt x="15812" y="9754"/>
                  </a:cubicBezTo>
                  <a:cubicBezTo>
                    <a:pt x="15777" y="10171"/>
                    <a:pt x="15527" y="10600"/>
                    <a:pt x="15312" y="10957"/>
                  </a:cubicBezTo>
                  <a:cubicBezTo>
                    <a:pt x="14884" y="11636"/>
                    <a:pt x="14288" y="12231"/>
                    <a:pt x="13515" y="12493"/>
                  </a:cubicBezTo>
                  <a:cubicBezTo>
                    <a:pt x="13360" y="12546"/>
                    <a:pt x="13175" y="12591"/>
                    <a:pt x="12997" y="12591"/>
                  </a:cubicBezTo>
                  <a:cubicBezTo>
                    <a:pt x="12818" y="12591"/>
                    <a:pt x="12645" y="12546"/>
                    <a:pt x="12514" y="12421"/>
                  </a:cubicBezTo>
                  <a:cubicBezTo>
                    <a:pt x="12193" y="12112"/>
                    <a:pt x="12431" y="11695"/>
                    <a:pt x="12693" y="11457"/>
                  </a:cubicBezTo>
                  <a:cubicBezTo>
                    <a:pt x="13050" y="11112"/>
                    <a:pt x="13467" y="10802"/>
                    <a:pt x="13860" y="10505"/>
                  </a:cubicBezTo>
                  <a:cubicBezTo>
                    <a:pt x="14015" y="10326"/>
                    <a:pt x="14157" y="10135"/>
                    <a:pt x="14277" y="9933"/>
                  </a:cubicBezTo>
                  <a:cubicBezTo>
                    <a:pt x="14491" y="9564"/>
                    <a:pt x="14658" y="9064"/>
                    <a:pt x="15169" y="9016"/>
                  </a:cubicBezTo>
                  <a:cubicBezTo>
                    <a:pt x="15198" y="9012"/>
                    <a:pt x="15226" y="9010"/>
                    <a:pt x="15252" y="9010"/>
                  </a:cubicBezTo>
                  <a:close/>
                  <a:moveTo>
                    <a:pt x="5220" y="9508"/>
                  </a:moveTo>
                  <a:cubicBezTo>
                    <a:pt x="5289" y="9508"/>
                    <a:pt x="5360" y="9518"/>
                    <a:pt x="5430" y="9540"/>
                  </a:cubicBezTo>
                  <a:cubicBezTo>
                    <a:pt x="5775" y="9647"/>
                    <a:pt x="5966" y="10040"/>
                    <a:pt x="6156" y="10314"/>
                  </a:cubicBezTo>
                  <a:cubicBezTo>
                    <a:pt x="6406" y="10671"/>
                    <a:pt x="6657" y="11016"/>
                    <a:pt x="6907" y="11374"/>
                  </a:cubicBezTo>
                  <a:cubicBezTo>
                    <a:pt x="7121" y="11695"/>
                    <a:pt x="7335" y="12052"/>
                    <a:pt x="7645" y="12290"/>
                  </a:cubicBezTo>
                  <a:cubicBezTo>
                    <a:pt x="7942" y="12481"/>
                    <a:pt x="8300" y="12600"/>
                    <a:pt x="8657" y="12612"/>
                  </a:cubicBezTo>
                  <a:cubicBezTo>
                    <a:pt x="9026" y="12648"/>
                    <a:pt x="9395" y="12648"/>
                    <a:pt x="9764" y="12707"/>
                  </a:cubicBezTo>
                  <a:cubicBezTo>
                    <a:pt x="10062" y="12743"/>
                    <a:pt x="10419" y="12814"/>
                    <a:pt x="10597" y="13100"/>
                  </a:cubicBezTo>
                  <a:cubicBezTo>
                    <a:pt x="10776" y="13410"/>
                    <a:pt x="10574" y="13743"/>
                    <a:pt x="10312" y="13922"/>
                  </a:cubicBezTo>
                  <a:cubicBezTo>
                    <a:pt x="10014" y="14112"/>
                    <a:pt x="9681" y="14231"/>
                    <a:pt x="9335" y="14255"/>
                  </a:cubicBezTo>
                  <a:cubicBezTo>
                    <a:pt x="9244" y="14262"/>
                    <a:pt x="9153" y="14266"/>
                    <a:pt x="9063" y="14266"/>
                  </a:cubicBezTo>
                  <a:cubicBezTo>
                    <a:pt x="8432" y="14266"/>
                    <a:pt x="7819" y="14085"/>
                    <a:pt x="7288" y="13731"/>
                  </a:cubicBezTo>
                  <a:cubicBezTo>
                    <a:pt x="6704" y="13338"/>
                    <a:pt x="6311" y="12648"/>
                    <a:pt x="5633" y="12410"/>
                  </a:cubicBezTo>
                  <a:cubicBezTo>
                    <a:pt x="5430" y="12338"/>
                    <a:pt x="5228" y="12290"/>
                    <a:pt x="5013" y="12243"/>
                  </a:cubicBezTo>
                  <a:cubicBezTo>
                    <a:pt x="4894" y="12243"/>
                    <a:pt x="4775" y="12207"/>
                    <a:pt x="4668" y="12148"/>
                  </a:cubicBezTo>
                  <a:cubicBezTo>
                    <a:pt x="4418" y="12076"/>
                    <a:pt x="4216" y="11909"/>
                    <a:pt x="4085" y="11683"/>
                  </a:cubicBezTo>
                  <a:cubicBezTo>
                    <a:pt x="3966" y="11457"/>
                    <a:pt x="3942" y="11171"/>
                    <a:pt x="4025" y="10921"/>
                  </a:cubicBezTo>
                  <a:lnTo>
                    <a:pt x="4025" y="10862"/>
                  </a:lnTo>
                  <a:cubicBezTo>
                    <a:pt x="4073" y="10481"/>
                    <a:pt x="4240" y="10124"/>
                    <a:pt x="4501" y="9850"/>
                  </a:cubicBezTo>
                  <a:cubicBezTo>
                    <a:pt x="4691" y="9660"/>
                    <a:pt x="4948" y="9508"/>
                    <a:pt x="5220" y="9508"/>
                  </a:cubicBezTo>
                  <a:close/>
                  <a:moveTo>
                    <a:pt x="8802" y="0"/>
                  </a:moveTo>
                  <a:cubicBezTo>
                    <a:pt x="8352" y="0"/>
                    <a:pt x="7902" y="33"/>
                    <a:pt x="7454" y="98"/>
                  </a:cubicBezTo>
                  <a:cubicBezTo>
                    <a:pt x="6014" y="301"/>
                    <a:pt x="4632" y="837"/>
                    <a:pt x="3430" y="1658"/>
                  </a:cubicBezTo>
                  <a:cubicBezTo>
                    <a:pt x="2858" y="2051"/>
                    <a:pt x="2323" y="2515"/>
                    <a:pt x="1846" y="3015"/>
                  </a:cubicBezTo>
                  <a:cubicBezTo>
                    <a:pt x="1525" y="3349"/>
                    <a:pt x="1251" y="3706"/>
                    <a:pt x="965" y="4075"/>
                  </a:cubicBezTo>
                  <a:cubicBezTo>
                    <a:pt x="894" y="4218"/>
                    <a:pt x="834" y="4373"/>
                    <a:pt x="775" y="4539"/>
                  </a:cubicBezTo>
                  <a:cubicBezTo>
                    <a:pt x="84" y="6337"/>
                    <a:pt x="1" y="8433"/>
                    <a:pt x="775" y="10219"/>
                  </a:cubicBezTo>
                  <a:cubicBezTo>
                    <a:pt x="1192" y="11147"/>
                    <a:pt x="1834" y="11969"/>
                    <a:pt x="2632" y="12600"/>
                  </a:cubicBezTo>
                  <a:cubicBezTo>
                    <a:pt x="3454" y="13279"/>
                    <a:pt x="4382" y="13826"/>
                    <a:pt x="5371" y="14219"/>
                  </a:cubicBezTo>
                  <a:cubicBezTo>
                    <a:pt x="6593" y="14725"/>
                    <a:pt x="7949" y="15020"/>
                    <a:pt x="9296" y="15020"/>
                  </a:cubicBezTo>
                  <a:cubicBezTo>
                    <a:pt x="10075" y="15020"/>
                    <a:pt x="10852" y="14921"/>
                    <a:pt x="11598" y="14707"/>
                  </a:cubicBezTo>
                  <a:cubicBezTo>
                    <a:pt x="12586" y="14422"/>
                    <a:pt x="13491" y="13922"/>
                    <a:pt x="14241" y="13231"/>
                  </a:cubicBezTo>
                  <a:cubicBezTo>
                    <a:pt x="15015" y="12517"/>
                    <a:pt x="15670" y="11695"/>
                    <a:pt x="16182" y="10766"/>
                  </a:cubicBezTo>
                  <a:cubicBezTo>
                    <a:pt x="16693" y="9850"/>
                    <a:pt x="17039" y="8850"/>
                    <a:pt x="17182" y="7814"/>
                  </a:cubicBezTo>
                  <a:cubicBezTo>
                    <a:pt x="17182" y="7730"/>
                    <a:pt x="17194" y="7647"/>
                    <a:pt x="17205" y="7576"/>
                  </a:cubicBezTo>
                  <a:cubicBezTo>
                    <a:pt x="17182" y="7206"/>
                    <a:pt x="17122" y="6849"/>
                    <a:pt x="17039" y="6492"/>
                  </a:cubicBezTo>
                  <a:cubicBezTo>
                    <a:pt x="16932" y="6087"/>
                    <a:pt x="16789" y="5706"/>
                    <a:pt x="16622" y="5325"/>
                  </a:cubicBezTo>
                  <a:cubicBezTo>
                    <a:pt x="16289" y="4587"/>
                    <a:pt x="15884" y="3897"/>
                    <a:pt x="15396" y="3242"/>
                  </a:cubicBezTo>
                  <a:cubicBezTo>
                    <a:pt x="14550" y="2063"/>
                    <a:pt x="13384" y="1146"/>
                    <a:pt x="12038" y="587"/>
                  </a:cubicBezTo>
                  <a:cubicBezTo>
                    <a:pt x="11006" y="197"/>
                    <a:pt x="9907" y="0"/>
                    <a:pt x="8802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35"/>
            <p:cNvSpPr/>
            <p:nvPr/>
          </p:nvSpPr>
          <p:spPr>
            <a:xfrm>
              <a:off x="1188525" y="3724400"/>
              <a:ext cx="426875" cy="177800"/>
            </a:xfrm>
            <a:custGeom>
              <a:avLst/>
              <a:gdLst/>
              <a:ahLst/>
              <a:cxnLst/>
              <a:rect l="l" t="t" r="r" b="b"/>
              <a:pathLst>
                <a:path w="17075" h="7112" extrusionOk="0">
                  <a:moveTo>
                    <a:pt x="1" y="0"/>
                  </a:moveTo>
                  <a:lnTo>
                    <a:pt x="1" y="0"/>
                  </a:lnTo>
                  <a:cubicBezTo>
                    <a:pt x="144" y="1024"/>
                    <a:pt x="477" y="2013"/>
                    <a:pt x="977" y="2929"/>
                  </a:cubicBezTo>
                  <a:cubicBezTo>
                    <a:pt x="1418" y="3715"/>
                    <a:pt x="2013" y="4394"/>
                    <a:pt x="2727" y="4930"/>
                  </a:cubicBezTo>
                  <a:cubicBezTo>
                    <a:pt x="3525" y="5501"/>
                    <a:pt x="4442" y="5882"/>
                    <a:pt x="5370" y="6180"/>
                  </a:cubicBezTo>
                  <a:cubicBezTo>
                    <a:pt x="6973" y="6698"/>
                    <a:pt x="8688" y="7111"/>
                    <a:pt x="10390" y="7111"/>
                  </a:cubicBezTo>
                  <a:cubicBezTo>
                    <a:pt x="10762" y="7111"/>
                    <a:pt x="11133" y="7092"/>
                    <a:pt x="11502" y="7049"/>
                  </a:cubicBezTo>
                  <a:cubicBezTo>
                    <a:pt x="12407" y="6942"/>
                    <a:pt x="13288" y="6692"/>
                    <a:pt x="14110" y="6275"/>
                  </a:cubicBezTo>
                  <a:cubicBezTo>
                    <a:pt x="14895" y="5870"/>
                    <a:pt x="15574" y="5299"/>
                    <a:pt x="16122" y="4596"/>
                  </a:cubicBezTo>
                  <a:cubicBezTo>
                    <a:pt x="16479" y="4144"/>
                    <a:pt x="16800" y="3656"/>
                    <a:pt x="17074" y="3144"/>
                  </a:cubicBezTo>
                  <a:lnTo>
                    <a:pt x="17074" y="3144"/>
                  </a:lnTo>
                  <a:cubicBezTo>
                    <a:pt x="16407" y="3953"/>
                    <a:pt x="15598" y="4644"/>
                    <a:pt x="14693" y="5168"/>
                  </a:cubicBezTo>
                  <a:cubicBezTo>
                    <a:pt x="13621" y="5763"/>
                    <a:pt x="12443" y="6108"/>
                    <a:pt x="11216" y="6204"/>
                  </a:cubicBezTo>
                  <a:cubicBezTo>
                    <a:pt x="10907" y="6227"/>
                    <a:pt x="10598" y="6238"/>
                    <a:pt x="10290" y="6238"/>
                  </a:cubicBezTo>
                  <a:cubicBezTo>
                    <a:pt x="8067" y="6238"/>
                    <a:pt x="5879" y="5639"/>
                    <a:pt x="3965" y="4489"/>
                  </a:cubicBezTo>
                  <a:cubicBezTo>
                    <a:pt x="2918" y="3894"/>
                    <a:pt x="1977" y="3108"/>
                    <a:pt x="1191" y="2191"/>
                  </a:cubicBezTo>
                  <a:cubicBezTo>
                    <a:pt x="667" y="1536"/>
                    <a:pt x="263" y="798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35"/>
            <p:cNvSpPr/>
            <p:nvPr/>
          </p:nvSpPr>
          <p:spPr>
            <a:xfrm>
              <a:off x="1181975" y="3414600"/>
              <a:ext cx="487600" cy="454600"/>
            </a:xfrm>
            <a:custGeom>
              <a:avLst/>
              <a:gdLst/>
              <a:ahLst/>
              <a:cxnLst/>
              <a:rect l="l" t="t" r="r" b="b"/>
              <a:pathLst>
                <a:path w="19504" h="18184" extrusionOk="0">
                  <a:moveTo>
                    <a:pt x="10285" y="604"/>
                  </a:moveTo>
                  <a:cubicBezTo>
                    <a:pt x="12503" y="604"/>
                    <a:pt x="14683" y="1461"/>
                    <a:pt x="16324" y="3070"/>
                  </a:cubicBezTo>
                  <a:cubicBezTo>
                    <a:pt x="17765" y="4510"/>
                    <a:pt x="18646" y="6427"/>
                    <a:pt x="18777" y="8451"/>
                  </a:cubicBezTo>
                  <a:cubicBezTo>
                    <a:pt x="18848" y="9487"/>
                    <a:pt x="18705" y="10523"/>
                    <a:pt x="18384" y="11511"/>
                  </a:cubicBezTo>
                  <a:cubicBezTo>
                    <a:pt x="18027" y="12595"/>
                    <a:pt x="17467" y="13595"/>
                    <a:pt x="16765" y="14488"/>
                  </a:cubicBezTo>
                  <a:cubicBezTo>
                    <a:pt x="16110" y="15345"/>
                    <a:pt x="15312" y="16060"/>
                    <a:pt x="14383" y="16595"/>
                  </a:cubicBezTo>
                  <a:cubicBezTo>
                    <a:pt x="13431" y="17119"/>
                    <a:pt x="12383" y="17429"/>
                    <a:pt x="11300" y="17512"/>
                  </a:cubicBezTo>
                  <a:cubicBezTo>
                    <a:pt x="11018" y="17535"/>
                    <a:pt x="10735" y="17546"/>
                    <a:pt x="10453" y="17546"/>
                  </a:cubicBezTo>
                  <a:cubicBezTo>
                    <a:pt x="8499" y="17546"/>
                    <a:pt x="6568" y="17009"/>
                    <a:pt x="4882" y="16000"/>
                  </a:cubicBezTo>
                  <a:cubicBezTo>
                    <a:pt x="3954" y="15464"/>
                    <a:pt x="3120" y="14774"/>
                    <a:pt x="2418" y="13964"/>
                  </a:cubicBezTo>
                  <a:cubicBezTo>
                    <a:pt x="1739" y="13107"/>
                    <a:pt x="1287" y="12107"/>
                    <a:pt x="1096" y="11035"/>
                  </a:cubicBezTo>
                  <a:cubicBezTo>
                    <a:pt x="727" y="9082"/>
                    <a:pt x="1144" y="7023"/>
                    <a:pt x="2120" y="5296"/>
                  </a:cubicBezTo>
                  <a:cubicBezTo>
                    <a:pt x="3108" y="3558"/>
                    <a:pt x="4656" y="2189"/>
                    <a:pt x="6513" y="1427"/>
                  </a:cubicBezTo>
                  <a:cubicBezTo>
                    <a:pt x="6728" y="1332"/>
                    <a:pt x="6942" y="1260"/>
                    <a:pt x="7168" y="1189"/>
                  </a:cubicBezTo>
                  <a:cubicBezTo>
                    <a:pt x="8181" y="795"/>
                    <a:pt x="9237" y="604"/>
                    <a:pt x="10285" y="604"/>
                  </a:cubicBezTo>
                  <a:close/>
                  <a:moveTo>
                    <a:pt x="10248" y="0"/>
                  </a:moveTo>
                  <a:cubicBezTo>
                    <a:pt x="9940" y="0"/>
                    <a:pt x="9632" y="15"/>
                    <a:pt x="9323" y="46"/>
                  </a:cubicBezTo>
                  <a:cubicBezTo>
                    <a:pt x="8264" y="165"/>
                    <a:pt x="7228" y="439"/>
                    <a:pt x="6252" y="879"/>
                  </a:cubicBezTo>
                  <a:cubicBezTo>
                    <a:pt x="5751" y="1093"/>
                    <a:pt x="5275" y="1343"/>
                    <a:pt x="4823" y="1629"/>
                  </a:cubicBezTo>
                  <a:cubicBezTo>
                    <a:pt x="3061" y="2772"/>
                    <a:pt x="1632" y="4379"/>
                    <a:pt x="870" y="6356"/>
                  </a:cubicBezTo>
                  <a:cubicBezTo>
                    <a:pt x="96" y="8392"/>
                    <a:pt x="1" y="10749"/>
                    <a:pt x="870" y="12773"/>
                  </a:cubicBezTo>
                  <a:cubicBezTo>
                    <a:pt x="1346" y="13821"/>
                    <a:pt x="2061" y="14738"/>
                    <a:pt x="2965" y="15452"/>
                  </a:cubicBezTo>
                  <a:cubicBezTo>
                    <a:pt x="3894" y="16214"/>
                    <a:pt x="4942" y="16833"/>
                    <a:pt x="6061" y="17286"/>
                  </a:cubicBezTo>
                  <a:cubicBezTo>
                    <a:pt x="7442" y="17852"/>
                    <a:pt x="8977" y="18184"/>
                    <a:pt x="10498" y="18184"/>
                  </a:cubicBezTo>
                  <a:cubicBezTo>
                    <a:pt x="11376" y="18184"/>
                    <a:pt x="12249" y="18073"/>
                    <a:pt x="13086" y="17834"/>
                  </a:cubicBezTo>
                  <a:cubicBezTo>
                    <a:pt x="14193" y="17512"/>
                    <a:pt x="15205" y="16941"/>
                    <a:pt x="16062" y="16167"/>
                  </a:cubicBezTo>
                  <a:cubicBezTo>
                    <a:pt x="16931" y="15369"/>
                    <a:pt x="17670" y="14428"/>
                    <a:pt x="18241" y="13393"/>
                  </a:cubicBezTo>
                  <a:cubicBezTo>
                    <a:pt x="18825" y="12357"/>
                    <a:pt x="19206" y="11226"/>
                    <a:pt x="19372" y="10059"/>
                  </a:cubicBezTo>
                  <a:cubicBezTo>
                    <a:pt x="19503" y="8975"/>
                    <a:pt x="19432" y="7880"/>
                    <a:pt x="19170" y="6832"/>
                  </a:cubicBezTo>
                  <a:cubicBezTo>
                    <a:pt x="18622" y="4701"/>
                    <a:pt x="17324" y="2844"/>
                    <a:pt x="15515" y="1617"/>
                  </a:cubicBezTo>
                  <a:cubicBezTo>
                    <a:pt x="13951" y="554"/>
                    <a:pt x="12115" y="0"/>
                    <a:pt x="10248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35"/>
            <p:cNvSpPr/>
            <p:nvPr/>
          </p:nvSpPr>
          <p:spPr>
            <a:xfrm>
              <a:off x="1256700" y="3440225"/>
              <a:ext cx="380425" cy="160975"/>
            </a:xfrm>
            <a:custGeom>
              <a:avLst/>
              <a:gdLst/>
              <a:ahLst/>
              <a:cxnLst/>
              <a:rect l="l" t="t" r="r" b="b"/>
              <a:pathLst>
                <a:path w="15217" h="6439" extrusionOk="0">
                  <a:moveTo>
                    <a:pt x="7241" y="1"/>
                  </a:moveTo>
                  <a:cubicBezTo>
                    <a:pt x="6959" y="1"/>
                    <a:pt x="6677" y="15"/>
                    <a:pt x="6394" y="45"/>
                  </a:cubicBezTo>
                  <a:cubicBezTo>
                    <a:pt x="5453" y="140"/>
                    <a:pt x="4536" y="390"/>
                    <a:pt x="3679" y="771"/>
                  </a:cubicBezTo>
                  <a:cubicBezTo>
                    <a:pt x="3239" y="961"/>
                    <a:pt x="2810" y="1188"/>
                    <a:pt x="2417" y="1450"/>
                  </a:cubicBezTo>
                  <a:cubicBezTo>
                    <a:pt x="2012" y="1700"/>
                    <a:pt x="1548" y="1914"/>
                    <a:pt x="1203" y="2235"/>
                  </a:cubicBezTo>
                  <a:cubicBezTo>
                    <a:pt x="1167" y="2259"/>
                    <a:pt x="1143" y="2295"/>
                    <a:pt x="1107" y="2319"/>
                  </a:cubicBezTo>
                  <a:cubicBezTo>
                    <a:pt x="715" y="2735"/>
                    <a:pt x="393" y="3212"/>
                    <a:pt x="0" y="3628"/>
                  </a:cubicBezTo>
                  <a:cubicBezTo>
                    <a:pt x="536" y="3069"/>
                    <a:pt x="1143" y="2569"/>
                    <a:pt x="1798" y="2164"/>
                  </a:cubicBezTo>
                  <a:cubicBezTo>
                    <a:pt x="3336" y="1200"/>
                    <a:pt x="5177" y="679"/>
                    <a:pt x="7009" y="679"/>
                  </a:cubicBezTo>
                  <a:cubicBezTo>
                    <a:pt x="8367" y="679"/>
                    <a:pt x="9720" y="965"/>
                    <a:pt x="10942" y="1569"/>
                  </a:cubicBezTo>
                  <a:cubicBezTo>
                    <a:pt x="12276" y="2235"/>
                    <a:pt x="13371" y="3319"/>
                    <a:pt x="14192" y="4557"/>
                  </a:cubicBezTo>
                  <a:cubicBezTo>
                    <a:pt x="14585" y="5152"/>
                    <a:pt x="14931" y="5783"/>
                    <a:pt x="15216" y="6438"/>
                  </a:cubicBezTo>
                  <a:cubicBezTo>
                    <a:pt x="15193" y="6307"/>
                    <a:pt x="15157" y="6176"/>
                    <a:pt x="15121" y="6045"/>
                  </a:cubicBezTo>
                  <a:cubicBezTo>
                    <a:pt x="14645" y="4164"/>
                    <a:pt x="13490" y="2521"/>
                    <a:pt x="11883" y="1438"/>
                  </a:cubicBezTo>
                  <a:cubicBezTo>
                    <a:pt x="10509" y="502"/>
                    <a:pt x="8893" y="1"/>
                    <a:pt x="7241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35"/>
            <p:cNvSpPr/>
            <p:nvPr/>
          </p:nvSpPr>
          <p:spPr>
            <a:xfrm>
              <a:off x="1514750" y="3692750"/>
              <a:ext cx="91675" cy="89800"/>
            </a:xfrm>
            <a:custGeom>
              <a:avLst/>
              <a:gdLst/>
              <a:ahLst/>
              <a:cxnLst/>
              <a:rect l="l" t="t" r="r" b="b"/>
              <a:pathLst>
                <a:path w="3667" h="3592" extrusionOk="0">
                  <a:moveTo>
                    <a:pt x="3013" y="326"/>
                  </a:moveTo>
                  <a:cubicBezTo>
                    <a:pt x="3192" y="350"/>
                    <a:pt x="3323" y="504"/>
                    <a:pt x="3311" y="683"/>
                  </a:cubicBezTo>
                  <a:cubicBezTo>
                    <a:pt x="3287" y="873"/>
                    <a:pt x="3228" y="1064"/>
                    <a:pt x="3144" y="1231"/>
                  </a:cubicBezTo>
                  <a:cubicBezTo>
                    <a:pt x="3073" y="1397"/>
                    <a:pt x="2977" y="1576"/>
                    <a:pt x="2882" y="1731"/>
                  </a:cubicBezTo>
                  <a:cubicBezTo>
                    <a:pt x="2549" y="2350"/>
                    <a:pt x="2037" y="2838"/>
                    <a:pt x="1418" y="3148"/>
                  </a:cubicBezTo>
                  <a:cubicBezTo>
                    <a:pt x="1262" y="3210"/>
                    <a:pt x="1019" y="3308"/>
                    <a:pt x="810" y="3308"/>
                  </a:cubicBezTo>
                  <a:cubicBezTo>
                    <a:pt x="699" y="3308"/>
                    <a:pt x="599" y="3281"/>
                    <a:pt x="525" y="3207"/>
                  </a:cubicBezTo>
                  <a:cubicBezTo>
                    <a:pt x="239" y="2921"/>
                    <a:pt x="882" y="2481"/>
                    <a:pt x="1072" y="2326"/>
                  </a:cubicBezTo>
                  <a:cubicBezTo>
                    <a:pt x="1430" y="2016"/>
                    <a:pt x="1811" y="1707"/>
                    <a:pt x="2156" y="1374"/>
                  </a:cubicBezTo>
                  <a:cubicBezTo>
                    <a:pt x="2406" y="1124"/>
                    <a:pt x="2620" y="850"/>
                    <a:pt x="2668" y="492"/>
                  </a:cubicBezTo>
                  <a:cubicBezTo>
                    <a:pt x="2751" y="397"/>
                    <a:pt x="2882" y="338"/>
                    <a:pt x="3013" y="326"/>
                  </a:cubicBezTo>
                  <a:close/>
                  <a:moveTo>
                    <a:pt x="3046" y="0"/>
                  </a:moveTo>
                  <a:cubicBezTo>
                    <a:pt x="3023" y="0"/>
                    <a:pt x="3001" y="2"/>
                    <a:pt x="2977" y="4"/>
                  </a:cubicBezTo>
                  <a:cubicBezTo>
                    <a:pt x="2477" y="52"/>
                    <a:pt x="2311" y="552"/>
                    <a:pt x="2085" y="921"/>
                  </a:cubicBezTo>
                  <a:cubicBezTo>
                    <a:pt x="1965" y="1124"/>
                    <a:pt x="1823" y="1314"/>
                    <a:pt x="1668" y="1493"/>
                  </a:cubicBezTo>
                  <a:cubicBezTo>
                    <a:pt x="1275" y="1802"/>
                    <a:pt x="870" y="2112"/>
                    <a:pt x="501" y="2445"/>
                  </a:cubicBezTo>
                  <a:cubicBezTo>
                    <a:pt x="239" y="2695"/>
                    <a:pt x="1" y="3124"/>
                    <a:pt x="322" y="3421"/>
                  </a:cubicBezTo>
                  <a:cubicBezTo>
                    <a:pt x="453" y="3546"/>
                    <a:pt x="626" y="3591"/>
                    <a:pt x="805" y="3591"/>
                  </a:cubicBezTo>
                  <a:cubicBezTo>
                    <a:pt x="983" y="3591"/>
                    <a:pt x="1168" y="3546"/>
                    <a:pt x="1323" y="3493"/>
                  </a:cubicBezTo>
                  <a:cubicBezTo>
                    <a:pt x="2096" y="3231"/>
                    <a:pt x="2692" y="2624"/>
                    <a:pt x="3120" y="1933"/>
                  </a:cubicBezTo>
                  <a:cubicBezTo>
                    <a:pt x="3335" y="1588"/>
                    <a:pt x="3597" y="1159"/>
                    <a:pt x="3632" y="743"/>
                  </a:cubicBezTo>
                  <a:cubicBezTo>
                    <a:pt x="3666" y="382"/>
                    <a:pt x="3434" y="0"/>
                    <a:pt x="30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35"/>
            <p:cNvSpPr/>
            <p:nvPr/>
          </p:nvSpPr>
          <p:spPr>
            <a:xfrm>
              <a:off x="1406125" y="3555500"/>
              <a:ext cx="177725" cy="207625"/>
            </a:xfrm>
            <a:custGeom>
              <a:avLst/>
              <a:gdLst/>
              <a:ahLst/>
              <a:cxnLst/>
              <a:rect l="l" t="t" r="r" b="b"/>
              <a:pathLst>
                <a:path w="7109" h="8305" extrusionOk="0">
                  <a:moveTo>
                    <a:pt x="5139" y="386"/>
                  </a:moveTo>
                  <a:cubicBezTo>
                    <a:pt x="5149" y="386"/>
                    <a:pt x="5158" y="386"/>
                    <a:pt x="5167" y="387"/>
                  </a:cubicBezTo>
                  <a:cubicBezTo>
                    <a:pt x="5513" y="398"/>
                    <a:pt x="5834" y="553"/>
                    <a:pt x="6060" y="815"/>
                  </a:cubicBezTo>
                  <a:cubicBezTo>
                    <a:pt x="6632" y="1410"/>
                    <a:pt x="6680" y="2292"/>
                    <a:pt x="6525" y="3065"/>
                  </a:cubicBezTo>
                  <a:cubicBezTo>
                    <a:pt x="6334" y="3887"/>
                    <a:pt x="6025" y="4673"/>
                    <a:pt x="5608" y="5387"/>
                  </a:cubicBezTo>
                  <a:cubicBezTo>
                    <a:pt x="5215" y="6090"/>
                    <a:pt x="4691" y="6709"/>
                    <a:pt x="4060" y="7209"/>
                  </a:cubicBezTo>
                  <a:cubicBezTo>
                    <a:pt x="3526" y="7612"/>
                    <a:pt x="2856" y="7946"/>
                    <a:pt x="2165" y="7946"/>
                  </a:cubicBezTo>
                  <a:cubicBezTo>
                    <a:pt x="2039" y="7946"/>
                    <a:pt x="1913" y="7935"/>
                    <a:pt x="1786" y="7911"/>
                  </a:cubicBezTo>
                  <a:cubicBezTo>
                    <a:pt x="1084" y="7780"/>
                    <a:pt x="429" y="7221"/>
                    <a:pt x="429" y="6459"/>
                  </a:cubicBezTo>
                  <a:cubicBezTo>
                    <a:pt x="429" y="5613"/>
                    <a:pt x="1096" y="4970"/>
                    <a:pt x="1750" y="4554"/>
                  </a:cubicBezTo>
                  <a:cubicBezTo>
                    <a:pt x="2524" y="4054"/>
                    <a:pt x="3417" y="3720"/>
                    <a:pt x="4096" y="3065"/>
                  </a:cubicBezTo>
                  <a:cubicBezTo>
                    <a:pt x="4334" y="2827"/>
                    <a:pt x="4525" y="2553"/>
                    <a:pt x="4667" y="2256"/>
                  </a:cubicBezTo>
                  <a:cubicBezTo>
                    <a:pt x="4846" y="1958"/>
                    <a:pt x="4929" y="1601"/>
                    <a:pt x="4882" y="1256"/>
                  </a:cubicBezTo>
                  <a:cubicBezTo>
                    <a:pt x="4858" y="1053"/>
                    <a:pt x="4739" y="827"/>
                    <a:pt x="4798" y="625"/>
                  </a:cubicBezTo>
                  <a:cubicBezTo>
                    <a:pt x="4843" y="479"/>
                    <a:pt x="4984" y="386"/>
                    <a:pt x="5139" y="386"/>
                  </a:cubicBezTo>
                  <a:close/>
                  <a:moveTo>
                    <a:pt x="5193" y="0"/>
                  </a:moveTo>
                  <a:cubicBezTo>
                    <a:pt x="4985" y="0"/>
                    <a:pt x="4780" y="55"/>
                    <a:pt x="4620" y="196"/>
                  </a:cubicBezTo>
                  <a:cubicBezTo>
                    <a:pt x="4251" y="529"/>
                    <a:pt x="4572" y="1018"/>
                    <a:pt x="4584" y="1422"/>
                  </a:cubicBezTo>
                  <a:cubicBezTo>
                    <a:pt x="4584" y="1911"/>
                    <a:pt x="4310" y="2339"/>
                    <a:pt x="3989" y="2673"/>
                  </a:cubicBezTo>
                  <a:cubicBezTo>
                    <a:pt x="3846" y="2827"/>
                    <a:pt x="3691" y="2982"/>
                    <a:pt x="3548" y="3125"/>
                  </a:cubicBezTo>
                  <a:cubicBezTo>
                    <a:pt x="2834" y="3625"/>
                    <a:pt x="1988" y="3923"/>
                    <a:pt x="1286" y="4423"/>
                  </a:cubicBezTo>
                  <a:cubicBezTo>
                    <a:pt x="595" y="4911"/>
                    <a:pt x="0" y="5709"/>
                    <a:pt x="72" y="6602"/>
                  </a:cubicBezTo>
                  <a:cubicBezTo>
                    <a:pt x="131" y="7411"/>
                    <a:pt x="798" y="8007"/>
                    <a:pt x="1536" y="8221"/>
                  </a:cubicBezTo>
                  <a:cubicBezTo>
                    <a:pt x="1741" y="8279"/>
                    <a:pt x="1949" y="8305"/>
                    <a:pt x="2156" y="8305"/>
                  </a:cubicBezTo>
                  <a:cubicBezTo>
                    <a:pt x="2803" y="8305"/>
                    <a:pt x="3445" y="8049"/>
                    <a:pt x="3977" y="7697"/>
                  </a:cubicBezTo>
                  <a:cubicBezTo>
                    <a:pt x="4703" y="7221"/>
                    <a:pt x="5298" y="6590"/>
                    <a:pt x="5739" y="5852"/>
                  </a:cubicBezTo>
                  <a:cubicBezTo>
                    <a:pt x="6215" y="5078"/>
                    <a:pt x="6584" y="4244"/>
                    <a:pt x="6822" y="3375"/>
                  </a:cubicBezTo>
                  <a:cubicBezTo>
                    <a:pt x="7061" y="2530"/>
                    <a:pt x="7108" y="1577"/>
                    <a:pt x="6584" y="815"/>
                  </a:cubicBezTo>
                  <a:cubicBezTo>
                    <a:pt x="6370" y="494"/>
                    <a:pt x="6060" y="244"/>
                    <a:pt x="5703" y="101"/>
                  </a:cubicBezTo>
                  <a:cubicBezTo>
                    <a:pt x="5549" y="40"/>
                    <a:pt x="5370" y="0"/>
                    <a:pt x="51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35"/>
            <p:cNvSpPr/>
            <p:nvPr/>
          </p:nvSpPr>
          <p:spPr>
            <a:xfrm>
              <a:off x="1336175" y="3548750"/>
              <a:ext cx="105975" cy="72650"/>
            </a:xfrm>
            <a:custGeom>
              <a:avLst/>
              <a:gdLst/>
              <a:ahLst/>
              <a:cxnLst/>
              <a:rect l="l" t="t" r="r" b="b"/>
              <a:pathLst>
                <a:path w="4239" h="2906" extrusionOk="0">
                  <a:moveTo>
                    <a:pt x="2220" y="272"/>
                  </a:moveTo>
                  <a:cubicBezTo>
                    <a:pt x="2262" y="272"/>
                    <a:pt x="2304" y="273"/>
                    <a:pt x="2346" y="276"/>
                  </a:cubicBezTo>
                  <a:cubicBezTo>
                    <a:pt x="2715" y="276"/>
                    <a:pt x="3120" y="335"/>
                    <a:pt x="3417" y="573"/>
                  </a:cubicBezTo>
                  <a:cubicBezTo>
                    <a:pt x="3655" y="752"/>
                    <a:pt x="3798" y="1038"/>
                    <a:pt x="3798" y="1335"/>
                  </a:cubicBezTo>
                  <a:cubicBezTo>
                    <a:pt x="3786" y="1657"/>
                    <a:pt x="3524" y="1907"/>
                    <a:pt x="3274" y="2085"/>
                  </a:cubicBezTo>
                  <a:cubicBezTo>
                    <a:pt x="2816" y="2410"/>
                    <a:pt x="2274" y="2581"/>
                    <a:pt x="1721" y="2581"/>
                  </a:cubicBezTo>
                  <a:cubicBezTo>
                    <a:pt x="1584" y="2581"/>
                    <a:pt x="1447" y="2571"/>
                    <a:pt x="1310" y="2550"/>
                  </a:cubicBezTo>
                  <a:cubicBezTo>
                    <a:pt x="953" y="2514"/>
                    <a:pt x="631" y="2323"/>
                    <a:pt x="417" y="2038"/>
                  </a:cubicBezTo>
                  <a:cubicBezTo>
                    <a:pt x="214" y="1704"/>
                    <a:pt x="298" y="1335"/>
                    <a:pt x="536" y="1061"/>
                  </a:cubicBezTo>
                  <a:cubicBezTo>
                    <a:pt x="822" y="716"/>
                    <a:pt x="1215" y="466"/>
                    <a:pt x="1643" y="323"/>
                  </a:cubicBezTo>
                  <a:cubicBezTo>
                    <a:pt x="1839" y="294"/>
                    <a:pt x="2027" y="272"/>
                    <a:pt x="2220" y="272"/>
                  </a:cubicBezTo>
                  <a:close/>
                  <a:moveTo>
                    <a:pt x="2509" y="0"/>
                  </a:moveTo>
                  <a:cubicBezTo>
                    <a:pt x="2057" y="0"/>
                    <a:pt x="1556" y="79"/>
                    <a:pt x="1179" y="323"/>
                  </a:cubicBezTo>
                  <a:cubicBezTo>
                    <a:pt x="917" y="442"/>
                    <a:pt x="679" y="609"/>
                    <a:pt x="476" y="811"/>
                  </a:cubicBezTo>
                  <a:cubicBezTo>
                    <a:pt x="191" y="1085"/>
                    <a:pt x="0" y="1478"/>
                    <a:pt x="107" y="1871"/>
                  </a:cubicBezTo>
                  <a:cubicBezTo>
                    <a:pt x="214" y="2252"/>
                    <a:pt x="500" y="2562"/>
                    <a:pt x="869" y="2716"/>
                  </a:cubicBezTo>
                  <a:lnTo>
                    <a:pt x="881" y="2716"/>
                  </a:lnTo>
                  <a:cubicBezTo>
                    <a:pt x="1179" y="2846"/>
                    <a:pt x="1507" y="2906"/>
                    <a:pt x="1838" y="2906"/>
                  </a:cubicBezTo>
                  <a:cubicBezTo>
                    <a:pt x="2356" y="2906"/>
                    <a:pt x="2882" y="2761"/>
                    <a:pt x="3310" y="2514"/>
                  </a:cubicBezTo>
                  <a:cubicBezTo>
                    <a:pt x="3667" y="2323"/>
                    <a:pt x="4024" y="2026"/>
                    <a:pt x="4144" y="1621"/>
                  </a:cubicBezTo>
                  <a:cubicBezTo>
                    <a:pt x="4239" y="1240"/>
                    <a:pt x="4132" y="835"/>
                    <a:pt x="3870" y="549"/>
                  </a:cubicBezTo>
                  <a:cubicBezTo>
                    <a:pt x="3548" y="192"/>
                    <a:pt x="3084" y="2"/>
                    <a:pt x="2608" y="2"/>
                  </a:cubicBezTo>
                  <a:cubicBezTo>
                    <a:pt x="2575" y="1"/>
                    <a:pt x="2542" y="0"/>
                    <a:pt x="25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35"/>
            <p:cNvSpPr/>
            <p:nvPr/>
          </p:nvSpPr>
          <p:spPr>
            <a:xfrm>
              <a:off x="1307900" y="3705150"/>
              <a:ext cx="171175" cy="119250"/>
            </a:xfrm>
            <a:custGeom>
              <a:avLst/>
              <a:gdLst/>
              <a:ahLst/>
              <a:cxnLst/>
              <a:rect l="l" t="t" r="r" b="b"/>
              <a:pathLst>
                <a:path w="6847" h="4770" extrusionOk="0">
                  <a:moveTo>
                    <a:pt x="1264" y="375"/>
                  </a:moveTo>
                  <a:cubicBezTo>
                    <a:pt x="1352" y="375"/>
                    <a:pt x="1438" y="403"/>
                    <a:pt x="1512" y="473"/>
                  </a:cubicBezTo>
                  <a:cubicBezTo>
                    <a:pt x="1619" y="592"/>
                    <a:pt x="1715" y="711"/>
                    <a:pt x="1786" y="842"/>
                  </a:cubicBezTo>
                  <a:lnTo>
                    <a:pt x="2119" y="1294"/>
                  </a:lnTo>
                  <a:cubicBezTo>
                    <a:pt x="2334" y="1604"/>
                    <a:pt x="2548" y="1901"/>
                    <a:pt x="2762" y="2199"/>
                  </a:cubicBezTo>
                  <a:cubicBezTo>
                    <a:pt x="2941" y="2461"/>
                    <a:pt x="3131" y="2711"/>
                    <a:pt x="3358" y="2937"/>
                  </a:cubicBezTo>
                  <a:cubicBezTo>
                    <a:pt x="3584" y="3152"/>
                    <a:pt x="3846" y="3295"/>
                    <a:pt x="4143" y="3366"/>
                  </a:cubicBezTo>
                  <a:cubicBezTo>
                    <a:pt x="4751" y="3533"/>
                    <a:pt x="5394" y="3461"/>
                    <a:pt x="6001" y="3580"/>
                  </a:cubicBezTo>
                  <a:cubicBezTo>
                    <a:pt x="6120" y="3592"/>
                    <a:pt x="6239" y="3640"/>
                    <a:pt x="6334" y="3723"/>
                  </a:cubicBezTo>
                  <a:cubicBezTo>
                    <a:pt x="6465" y="3842"/>
                    <a:pt x="6382" y="3997"/>
                    <a:pt x="6275" y="4092"/>
                  </a:cubicBezTo>
                  <a:cubicBezTo>
                    <a:pt x="6037" y="4271"/>
                    <a:pt x="5763" y="4390"/>
                    <a:pt x="5465" y="4414"/>
                  </a:cubicBezTo>
                  <a:cubicBezTo>
                    <a:pt x="5336" y="4433"/>
                    <a:pt x="5205" y="4443"/>
                    <a:pt x="5075" y="4443"/>
                  </a:cubicBezTo>
                  <a:cubicBezTo>
                    <a:pt x="4570" y="4443"/>
                    <a:pt x="4067" y="4300"/>
                    <a:pt x="3631" y="4045"/>
                  </a:cubicBezTo>
                  <a:cubicBezTo>
                    <a:pt x="3096" y="3735"/>
                    <a:pt x="2750" y="3199"/>
                    <a:pt x="2238" y="2866"/>
                  </a:cubicBezTo>
                  <a:cubicBezTo>
                    <a:pt x="1988" y="2711"/>
                    <a:pt x="1703" y="2592"/>
                    <a:pt x="1405" y="2544"/>
                  </a:cubicBezTo>
                  <a:cubicBezTo>
                    <a:pt x="1167" y="2509"/>
                    <a:pt x="929" y="2449"/>
                    <a:pt x="691" y="2366"/>
                  </a:cubicBezTo>
                  <a:cubicBezTo>
                    <a:pt x="393" y="2116"/>
                    <a:pt x="262" y="1711"/>
                    <a:pt x="357" y="1330"/>
                  </a:cubicBezTo>
                  <a:cubicBezTo>
                    <a:pt x="429" y="1020"/>
                    <a:pt x="595" y="747"/>
                    <a:pt x="834" y="556"/>
                  </a:cubicBezTo>
                  <a:cubicBezTo>
                    <a:pt x="954" y="458"/>
                    <a:pt x="1113" y="375"/>
                    <a:pt x="1264" y="375"/>
                  </a:cubicBezTo>
                  <a:close/>
                  <a:moveTo>
                    <a:pt x="1296" y="0"/>
                  </a:moveTo>
                  <a:cubicBezTo>
                    <a:pt x="1030" y="0"/>
                    <a:pt x="771" y="152"/>
                    <a:pt x="572" y="342"/>
                  </a:cubicBezTo>
                  <a:cubicBezTo>
                    <a:pt x="310" y="628"/>
                    <a:pt x="143" y="985"/>
                    <a:pt x="107" y="1366"/>
                  </a:cubicBezTo>
                  <a:lnTo>
                    <a:pt x="95" y="1413"/>
                  </a:lnTo>
                  <a:cubicBezTo>
                    <a:pt x="0" y="1675"/>
                    <a:pt x="24" y="1949"/>
                    <a:pt x="143" y="2187"/>
                  </a:cubicBezTo>
                  <a:cubicBezTo>
                    <a:pt x="274" y="2402"/>
                    <a:pt x="476" y="2568"/>
                    <a:pt x="726" y="2652"/>
                  </a:cubicBezTo>
                  <a:cubicBezTo>
                    <a:pt x="834" y="2699"/>
                    <a:pt x="953" y="2735"/>
                    <a:pt x="1072" y="2747"/>
                  </a:cubicBezTo>
                  <a:cubicBezTo>
                    <a:pt x="1286" y="2783"/>
                    <a:pt x="1488" y="2842"/>
                    <a:pt x="1691" y="2902"/>
                  </a:cubicBezTo>
                  <a:cubicBezTo>
                    <a:pt x="2369" y="3152"/>
                    <a:pt x="2750" y="3842"/>
                    <a:pt x="3346" y="4223"/>
                  </a:cubicBezTo>
                  <a:cubicBezTo>
                    <a:pt x="3880" y="4579"/>
                    <a:pt x="4497" y="4770"/>
                    <a:pt x="5133" y="4770"/>
                  </a:cubicBezTo>
                  <a:cubicBezTo>
                    <a:pt x="5219" y="4770"/>
                    <a:pt x="5306" y="4766"/>
                    <a:pt x="5394" y="4759"/>
                  </a:cubicBezTo>
                  <a:cubicBezTo>
                    <a:pt x="5751" y="4723"/>
                    <a:pt x="6084" y="4616"/>
                    <a:pt x="6382" y="4426"/>
                  </a:cubicBezTo>
                  <a:cubicBezTo>
                    <a:pt x="6644" y="4235"/>
                    <a:pt x="6846" y="3902"/>
                    <a:pt x="6668" y="3592"/>
                  </a:cubicBezTo>
                  <a:cubicBezTo>
                    <a:pt x="6501" y="3318"/>
                    <a:pt x="6132" y="3247"/>
                    <a:pt x="5834" y="3199"/>
                  </a:cubicBezTo>
                  <a:cubicBezTo>
                    <a:pt x="5465" y="3152"/>
                    <a:pt x="5096" y="3152"/>
                    <a:pt x="4727" y="3116"/>
                  </a:cubicBezTo>
                  <a:cubicBezTo>
                    <a:pt x="4370" y="3092"/>
                    <a:pt x="4024" y="2985"/>
                    <a:pt x="3715" y="2783"/>
                  </a:cubicBezTo>
                  <a:cubicBezTo>
                    <a:pt x="3405" y="2544"/>
                    <a:pt x="3203" y="2187"/>
                    <a:pt x="2977" y="1878"/>
                  </a:cubicBezTo>
                  <a:cubicBezTo>
                    <a:pt x="2727" y="1520"/>
                    <a:pt x="2477" y="1163"/>
                    <a:pt x="2227" y="818"/>
                  </a:cubicBezTo>
                  <a:cubicBezTo>
                    <a:pt x="2036" y="544"/>
                    <a:pt x="1846" y="139"/>
                    <a:pt x="1500" y="32"/>
                  </a:cubicBezTo>
                  <a:cubicBezTo>
                    <a:pt x="1432" y="10"/>
                    <a:pt x="1364" y="0"/>
                    <a:pt x="12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5"/>
            <p:cNvSpPr/>
            <p:nvPr/>
          </p:nvSpPr>
          <p:spPr>
            <a:xfrm>
              <a:off x="1200150" y="3429600"/>
              <a:ext cx="453050" cy="423650"/>
            </a:xfrm>
            <a:custGeom>
              <a:avLst/>
              <a:gdLst/>
              <a:ahLst/>
              <a:cxnLst/>
              <a:rect l="l" t="t" r="r" b="b"/>
              <a:pathLst>
                <a:path w="18122" h="16946" extrusionOk="0">
                  <a:moveTo>
                    <a:pt x="9523" y="437"/>
                  </a:moveTo>
                  <a:cubicBezTo>
                    <a:pt x="11163" y="437"/>
                    <a:pt x="12777" y="929"/>
                    <a:pt x="14157" y="1863"/>
                  </a:cubicBezTo>
                  <a:cubicBezTo>
                    <a:pt x="15764" y="2958"/>
                    <a:pt x="16907" y="4601"/>
                    <a:pt x="17395" y="6482"/>
                  </a:cubicBezTo>
                  <a:cubicBezTo>
                    <a:pt x="17431" y="6613"/>
                    <a:pt x="17455" y="6744"/>
                    <a:pt x="17478" y="6875"/>
                  </a:cubicBezTo>
                  <a:cubicBezTo>
                    <a:pt x="17193" y="6220"/>
                    <a:pt x="16847" y="5589"/>
                    <a:pt x="16454" y="4994"/>
                  </a:cubicBezTo>
                  <a:cubicBezTo>
                    <a:pt x="15633" y="3756"/>
                    <a:pt x="14538" y="2672"/>
                    <a:pt x="13204" y="2005"/>
                  </a:cubicBezTo>
                  <a:cubicBezTo>
                    <a:pt x="11979" y="1395"/>
                    <a:pt x="10621" y="1107"/>
                    <a:pt x="9259" y="1107"/>
                  </a:cubicBezTo>
                  <a:cubicBezTo>
                    <a:pt x="7431" y="1107"/>
                    <a:pt x="5595" y="1627"/>
                    <a:pt x="4060" y="2589"/>
                  </a:cubicBezTo>
                  <a:cubicBezTo>
                    <a:pt x="3405" y="3006"/>
                    <a:pt x="2798" y="3494"/>
                    <a:pt x="2262" y="4053"/>
                  </a:cubicBezTo>
                  <a:cubicBezTo>
                    <a:pt x="2655" y="3637"/>
                    <a:pt x="2977" y="3160"/>
                    <a:pt x="3369" y="2744"/>
                  </a:cubicBezTo>
                  <a:cubicBezTo>
                    <a:pt x="3405" y="2720"/>
                    <a:pt x="3429" y="2684"/>
                    <a:pt x="3465" y="2660"/>
                  </a:cubicBezTo>
                  <a:cubicBezTo>
                    <a:pt x="3822" y="2339"/>
                    <a:pt x="4286" y="2125"/>
                    <a:pt x="4679" y="1875"/>
                  </a:cubicBezTo>
                  <a:cubicBezTo>
                    <a:pt x="5084" y="1613"/>
                    <a:pt x="5501" y="1398"/>
                    <a:pt x="5941" y="1208"/>
                  </a:cubicBezTo>
                  <a:cubicBezTo>
                    <a:pt x="6810" y="827"/>
                    <a:pt x="7727" y="577"/>
                    <a:pt x="8668" y="481"/>
                  </a:cubicBezTo>
                  <a:cubicBezTo>
                    <a:pt x="8953" y="452"/>
                    <a:pt x="9238" y="437"/>
                    <a:pt x="9523" y="437"/>
                  </a:cubicBezTo>
                  <a:close/>
                  <a:moveTo>
                    <a:pt x="9210" y="1521"/>
                  </a:moveTo>
                  <a:cubicBezTo>
                    <a:pt x="10310" y="1521"/>
                    <a:pt x="11403" y="1724"/>
                    <a:pt x="12442" y="2113"/>
                  </a:cubicBezTo>
                  <a:cubicBezTo>
                    <a:pt x="13787" y="2672"/>
                    <a:pt x="14954" y="3589"/>
                    <a:pt x="15800" y="4768"/>
                  </a:cubicBezTo>
                  <a:cubicBezTo>
                    <a:pt x="16288" y="5423"/>
                    <a:pt x="16693" y="6113"/>
                    <a:pt x="17026" y="6851"/>
                  </a:cubicBezTo>
                  <a:cubicBezTo>
                    <a:pt x="17193" y="7232"/>
                    <a:pt x="17336" y="7613"/>
                    <a:pt x="17443" y="8018"/>
                  </a:cubicBezTo>
                  <a:cubicBezTo>
                    <a:pt x="17526" y="8363"/>
                    <a:pt x="17574" y="8732"/>
                    <a:pt x="17597" y="9090"/>
                  </a:cubicBezTo>
                  <a:cubicBezTo>
                    <a:pt x="17586" y="9173"/>
                    <a:pt x="17586" y="9256"/>
                    <a:pt x="17574" y="9328"/>
                  </a:cubicBezTo>
                  <a:cubicBezTo>
                    <a:pt x="17431" y="10376"/>
                    <a:pt x="17097" y="11376"/>
                    <a:pt x="16574" y="12292"/>
                  </a:cubicBezTo>
                  <a:cubicBezTo>
                    <a:pt x="16073" y="13209"/>
                    <a:pt x="15419" y="14043"/>
                    <a:pt x="14645" y="14757"/>
                  </a:cubicBezTo>
                  <a:cubicBezTo>
                    <a:pt x="13883" y="15436"/>
                    <a:pt x="12978" y="15948"/>
                    <a:pt x="12002" y="16222"/>
                  </a:cubicBezTo>
                  <a:cubicBezTo>
                    <a:pt x="11248" y="16437"/>
                    <a:pt x="10463" y="16538"/>
                    <a:pt x="9675" y="16538"/>
                  </a:cubicBezTo>
                  <a:cubicBezTo>
                    <a:pt x="8335" y="16538"/>
                    <a:pt x="6985" y="16248"/>
                    <a:pt x="5763" y="15745"/>
                  </a:cubicBezTo>
                  <a:cubicBezTo>
                    <a:pt x="4774" y="15352"/>
                    <a:pt x="3858" y="14805"/>
                    <a:pt x="3024" y="14126"/>
                  </a:cubicBezTo>
                  <a:cubicBezTo>
                    <a:pt x="2226" y="13495"/>
                    <a:pt x="1595" y="12685"/>
                    <a:pt x="1167" y="11745"/>
                  </a:cubicBezTo>
                  <a:cubicBezTo>
                    <a:pt x="405" y="9959"/>
                    <a:pt x="488" y="7863"/>
                    <a:pt x="1167" y="6065"/>
                  </a:cubicBezTo>
                  <a:cubicBezTo>
                    <a:pt x="1226" y="5911"/>
                    <a:pt x="1298" y="5756"/>
                    <a:pt x="1357" y="5601"/>
                  </a:cubicBezTo>
                  <a:cubicBezTo>
                    <a:pt x="1643" y="5244"/>
                    <a:pt x="1929" y="4887"/>
                    <a:pt x="2238" y="4553"/>
                  </a:cubicBezTo>
                  <a:cubicBezTo>
                    <a:pt x="2727" y="4041"/>
                    <a:pt x="3250" y="3589"/>
                    <a:pt x="3834" y="3196"/>
                  </a:cubicBezTo>
                  <a:cubicBezTo>
                    <a:pt x="5036" y="2363"/>
                    <a:pt x="6406" y="1827"/>
                    <a:pt x="7858" y="1624"/>
                  </a:cubicBezTo>
                  <a:cubicBezTo>
                    <a:pt x="8308" y="1555"/>
                    <a:pt x="8760" y="1521"/>
                    <a:pt x="9210" y="1521"/>
                  </a:cubicBezTo>
                  <a:close/>
                  <a:moveTo>
                    <a:pt x="9543" y="0"/>
                  </a:moveTo>
                  <a:cubicBezTo>
                    <a:pt x="8500" y="0"/>
                    <a:pt x="7449" y="189"/>
                    <a:pt x="6441" y="577"/>
                  </a:cubicBezTo>
                  <a:cubicBezTo>
                    <a:pt x="6215" y="648"/>
                    <a:pt x="6001" y="732"/>
                    <a:pt x="5786" y="815"/>
                  </a:cubicBezTo>
                  <a:cubicBezTo>
                    <a:pt x="3929" y="1589"/>
                    <a:pt x="2381" y="2946"/>
                    <a:pt x="1393" y="4684"/>
                  </a:cubicBezTo>
                  <a:cubicBezTo>
                    <a:pt x="417" y="6411"/>
                    <a:pt x="0" y="8471"/>
                    <a:pt x="369" y="10435"/>
                  </a:cubicBezTo>
                  <a:cubicBezTo>
                    <a:pt x="548" y="11507"/>
                    <a:pt x="1012" y="12519"/>
                    <a:pt x="1691" y="13364"/>
                  </a:cubicBezTo>
                  <a:cubicBezTo>
                    <a:pt x="2381" y="14174"/>
                    <a:pt x="3215" y="14864"/>
                    <a:pt x="4143" y="15400"/>
                  </a:cubicBezTo>
                  <a:cubicBezTo>
                    <a:pt x="5829" y="16409"/>
                    <a:pt x="7760" y="16946"/>
                    <a:pt x="9722" y="16946"/>
                  </a:cubicBezTo>
                  <a:cubicBezTo>
                    <a:pt x="10005" y="16946"/>
                    <a:pt x="10289" y="16935"/>
                    <a:pt x="10573" y="16912"/>
                  </a:cubicBezTo>
                  <a:cubicBezTo>
                    <a:pt x="11644" y="16829"/>
                    <a:pt x="12704" y="16519"/>
                    <a:pt x="13656" y="16007"/>
                  </a:cubicBezTo>
                  <a:cubicBezTo>
                    <a:pt x="14573" y="15460"/>
                    <a:pt x="15383" y="14745"/>
                    <a:pt x="16026" y="13888"/>
                  </a:cubicBezTo>
                  <a:cubicBezTo>
                    <a:pt x="16740" y="13007"/>
                    <a:pt x="17288" y="11995"/>
                    <a:pt x="17657" y="10911"/>
                  </a:cubicBezTo>
                  <a:cubicBezTo>
                    <a:pt x="17978" y="9935"/>
                    <a:pt x="18121" y="8887"/>
                    <a:pt x="18050" y="7863"/>
                  </a:cubicBezTo>
                  <a:cubicBezTo>
                    <a:pt x="17919" y="5815"/>
                    <a:pt x="17038" y="3899"/>
                    <a:pt x="15597" y="2470"/>
                  </a:cubicBezTo>
                  <a:cubicBezTo>
                    <a:pt x="13952" y="857"/>
                    <a:pt x="11767" y="0"/>
                    <a:pt x="95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5"/>
            <p:cNvSpPr/>
            <p:nvPr/>
          </p:nvSpPr>
          <p:spPr>
            <a:xfrm>
              <a:off x="1263825" y="3515525"/>
              <a:ext cx="211075" cy="156000"/>
            </a:xfrm>
            <a:custGeom>
              <a:avLst/>
              <a:gdLst/>
              <a:ahLst/>
              <a:cxnLst/>
              <a:rect l="l" t="t" r="r" b="b"/>
              <a:pathLst>
                <a:path w="8443" h="6240" extrusionOk="0">
                  <a:moveTo>
                    <a:pt x="5237" y="368"/>
                  </a:moveTo>
                  <a:cubicBezTo>
                    <a:pt x="5539" y="368"/>
                    <a:pt x="5846" y="408"/>
                    <a:pt x="6156" y="497"/>
                  </a:cubicBezTo>
                  <a:cubicBezTo>
                    <a:pt x="6883" y="688"/>
                    <a:pt x="7490" y="1212"/>
                    <a:pt x="7788" y="1902"/>
                  </a:cubicBezTo>
                  <a:cubicBezTo>
                    <a:pt x="8085" y="2557"/>
                    <a:pt x="8002" y="3319"/>
                    <a:pt x="7573" y="3891"/>
                  </a:cubicBezTo>
                  <a:cubicBezTo>
                    <a:pt x="7097" y="4462"/>
                    <a:pt x="6347" y="4748"/>
                    <a:pt x="5633" y="4903"/>
                  </a:cubicBezTo>
                  <a:cubicBezTo>
                    <a:pt x="4775" y="5069"/>
                    <a:pt x="3894" y="5105"/>
                    <a:pt x="3049" y="5367"/>
                  </a:cubicBezTo>
                  <a:cubicBezTo>
                    <a:pt x="2597" y="5512"/>
                    <a:pt x="1939" y="5925"/>
                    <a:pt x="1386" y="5925"/>
                  </a:cubicBezTo>
                  <a:cubicBezTo>
                    <a:pt x="1123" y="5925"/>
                    <a:pt x="884" y="5831"/>
                    <a:pt x="703" y="5569"/>
                  </a:cubicBezTo>
                  <a:cubicBezTo>
                    <a:pt x="465" y="5236"/>
                    <a:pt x="441" y="4772"/>
                    <a:pt x="489" y="4379"/>
                  </a:cubicBezTo>
                  <a:cubicBezTo>
                    <a:pt x="549" y="3938"/>
                    <a:pt x="692" y="3510"/>
                    <a:pt x="906" y="3117"/>
                  </a:cubicBezTo>
                  <a:cubicBezTo>
                    <a:pt x="1120" y="2712"/>
                    <a:pt x="1406" y="2331"/>
                    <a:pt x="1727" y="1997"/>
                  </a:cubicBezTo>
                  <a:cubicBezTo>
                    <a:pt x="2715" y="1135"/>
                    <a:pt x="3924" y="368"/>
                    <a:pt x="5237" y="368"/>
                  </a:cubicBezTo>
                  <a:close/>
                  <a:moveTo>
                    <a:pt x="5281" y="0"/>
                  </a:moveTo>
                  <a:cubicBezTo>
                    <a:pt x="4958" y="0"/>
                    <a:pt x="4632" y="43"/>
                    <a:pt x="4311" y="128"/>
                  </a:cubicBezTo>
                  <a:cubicBezTo>
                    <a:pt x="3466" y="354"/>
                    <a:pt x="2692" y="783"/>
                    <a:pt x="2037" y="1378"/>
                  </a:cubicBezTo>
                  <a:cubicBezTo>
                    <a:pt x="1584" y="1724"/>
                    <a:pt x="1192" y="2140"/>
                    <a:pt x="882" y="2617"/>
                  </a:cubicBezTo>
                  <a:cubicBezTo>
                    <a:pt x="370" y="3367"/>
                    <a:pt x="1" y="4331"/>
                    <a:pt x="227" y="5260"/>
                  </a:cubicBezTo>
                  <a:cubicBezTo>
                    <a:pt x="299" y="5665"/>
                    <a:pt x="584" y="6010"/>
                    <a:pt x="977" y="6165"/>
                  </a:cubicBezTo>
                  <a:cubicBezTo>
                    <a:pt x="1122" y="6217"/>
                    <a:pt x="1270" y="6239"/>
                    <a:pt x="1419" y="6239"/>
                  </a:cubicBezTo>
                  <a:cubicBezTo>
                    <a:pt x="1713" y="6239"/>
                    <a:pt x="2011" y="6152"/>
                    <a:pt x="2287" y="6034"/>
                  </a:cubicBezTo>
                  <a:cubicBezTo>
                    <a:pt x="2727" y="5831"/>
                    <a:pt x="3192" y="5665"/>
                    <a:pt x="3656" y="5557"/>
                  </a:cubicBezTo>
                  <a:cubicBezTo>
                    <a:pt x="4156" y="5450"/>
                    <a:pt x="4644" y="5403"/>
                    <a:pt x="5133" y="5331"/>
                  </a:cubicBezTo>
                  <a:cubicBezTo>
                    <a:pt x="5966" y="5212"/>
                    <a:pt x="6823" y="5010"/>
                    <a:pt x="7490" y="4474"/>
                  </a:cubicBezTo>
                  <a:cubicBezTo>
                    <a:pt x="8133" y="3962"/>
                    <a:pt x="8442" y="3152"/>
                    <a:pt x="8312" y="2343"/>
                  </a:cubicBezTo>
                  <a:cubicBezTo>
                    <a:pt x="8181" y="1521"/>
                    <a:pt x="7680" y="807"/>
                    <a:pt x="6954" y="402"/>
                  </a:cubicBezTo>
                  <a:cubicBezTo>
                    <a:pt x="6428" y="135"/>
                    <a:pt x="5858" y="0"/>
                    <a:pt x="5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5"/>
            <p:cNvSpPr/>
            <p:nvPr/>
          </p:nvSpPr>
          <p:spPr>
            <a:xfrm>
              <a:off x="1175125" y="3402750"/>
              <a:ext cx="506650" cy="511650"/>
            </a:xfrm>
            <a:custGeom>
              <a:avLst/>
              <a:gdLst/>
              <a:ahLst/>
              <a:cxnLst/>
              <a:rect l="l" t="t" r="r" b="b"/>
              <a:pathLst>
                <a:path w="20266" h="20466" extrusionOk="0">
                  <a:moveTo>
                    <a:pt x="10540" y="482"/>
                  </a:moveTo>
                  <a:cubicBezTo>
                    <a:pt x="12405" y="482"/>
                    <a:pt x="14230" y="1045"/>
                    <a:pt x="15777" y="2103"/>
                  </a:cubicBezTo>
                  <a:cubicBezTo>
                    <a:pt x="17586" y="3330"/>
                    <a:pt x="18896" y="5187"/>
                    <a:pt x="19432" y="7306"/>
                  </a:cubicBezTo>
                  <a:cubicBezTo>
                    <a:pt x="19694" y="8354"/>
                    <a:pt x="19765" y="9449"/>
                    <a:pt x="19634" y="10521"/>
                  </a:cubicBezTo>
                  <a:lnTo>
                    <a:pt x="19646" y="10533"/>
                  </a:lnTo>
                  <a:cubicBezTo>
                    <a:pt x="19480" y="11700"/>
                    <a:pt x="19087" y="12831"/>
                    <a:pt x="18503" y="13867"/>
                  </a:cubicBezTo>
                  <a:cubicBezTo>
                    <a:pt x="17932" y="14902"/>
                    <a:pt x="17205" y="15843"/>
                    <a:pt x="16324" y="16641"/>
                  </a:cubicBezTo>
                  <a:cubicBezTo>
                    <a:pt x="15479" y="17426"/>
                    <a:pt x="14455" y="17986"/>
                    <a:pt x="13348" y="18308"/>
                  </a:cubicBezTo>
                  <a:cubicBezTo>
                    <a:pt x="12511" y="18547"/>
                    <a:pt x="11638" y="18658"/>
                    <a:pt x="10760" y="18658"/>
                  </a:cubicBezTo>
                  <a:cubicBezTo>
                    <a:pt x="9239" y="18658"/>
                    <a:pt x="7705" y="18326"/>
                    <a:pt x="6323" y="17760"/>
                  </a:cubicBezTo>
                  <a:cubicBezTo>
                    <a:pt x="5204" y="17319"/>
                    <a:pt x="4156" y="16700"/>
                    <a:pt x="3227" y="15938"/>
                  </a:cubicBezTo>
                  <a:cubicBezTo>
                    <a:pt x="2323" y="15224"/>
                    <a:pt x="1608" y="14307"/>
                    <a:pt x="1132" y="13259"/>
                  </a:cubicBezTo>
                  <a:cubicBezTo>
                    <a:pt x="275" y="11235"/>
                    <a:pt x="358" y="8878"/>
                    <a:pt x="1132" y="6842"/>
                  </a:cubicBezTo>
                  <a:cubicBezTo>
                    <a:pt x="1894" y="4853"/>
                    <a:pt x="3335" y="3258"/>
                    <a:pt x="5085" y="2115"/>
                  </a:cubicBezTo>
                  <a:cubicBezTo>
                    <a:pt x="5537" y="1829"/>
                    <a:pt x="6014" y="1567"/>
                    <a:pt x="6514" y="1353"/>
                  </a:cubicBezTo>
                  <a:cubicBezTo>
                    <a:pt x="7490" y="924"/>
                    <a:pt x="8526" y="651"/>
                    <a:pt x="9585" y="532"/>
                  </a:cubicBezTo>
                  <a:cubicBezTo>
                    <a:pt x="9904" y="499"/>
                    <a:pt x="10222" y="482"/>
                    <a:pt x="10540" y="482"/>
                  </a:cubicBezTo>
                  <a:close/>
                  <a:moveTo>
                    <a:pt x="537" y="12866"/>
                  </a:moveTo>
                  <a:cubicBezTo>
                    <a:pt x="799" y="13664"/>
                    <a:pt x="1203" y="14402"/>
                    <a:pt x="1739" y="15057"/>
                  </a:cubicBezTo>
                  <a:cubicBezTo>
                    <a:pt x="2525" y="15974"/>
                    <a:pt x="3454" y="16760"/>
                    <a:pt x="4513" y="17355"/>
                  </a:cubicBezTo>
                  <a:cubicBezTo>
                    <a:pt x="6427" y="18505"/>
                    <a:pt x="8615" y="19104"/>
                    <a:pt x="10838" y="19104"/>
                  </a:cubicBezTo>
                  <a:cubicBezTo>
                    <a:pt x="11146" y="19104"/>
                    <a:pt x="11455" y="19093"/>
                    <a:pt x="11764" y="19070"/>
                  </a:cubicBezTo>
                  <a:cubicBezTo>
                    <a:pt x="12979" y="18974"/>
                    <a:pt x="14157" y="18629"/>
                    <a:pt x="15241" y="18034"/>
                  </a:cubicBezTo>
                  <a:cubicBezTo>
                    <a:pt x="16146" y="17510"/>
                    <a:pt x="16943" y="16819"/>
                    <a:pt x="17622" y="16010"/>
                  </a:cubicBezTo>
                  <a:lnTo>
                    <a:pt x="17622" y="16010"/>
                  </a:lnTo>
                  <a:cubicBezTo>
                    <a:pt x="17336" y="16522"/>
                    <a:pt x="17027" y="17010"/>
                    <a:pt x="16658" y="17462"/>
                  </a:cubicBezTo>
                  <a:cubicBezTo>
                    <a:pt x="16110" y="18165"/>
                    <a:pt x="15431" y="18736"/>
                    <a:pt x="14646" y="19141"/>
                  </a:cubicBezTo>
                  <a:cubicBezTo>
                    <a:pt x="13824" y="19558"/>
                    <a:pt x="12943" y="19808"/>
                    <a:pt x="12038" y="19915"/>
                  </a:cubicBezTo>
                  <a:cubicBezTo>
                    <a:pt x="11677" y="19955"/>
                    <a:pt x="11313" y="19973"/>
                    <a:pt x="10950" y="19973"/>
                  </a:cubicBezTo>
                  <a:cubicBezTo>
                    <a:pt x="9240" y="19973"/>
                    <a:pt x="7516" y="19566"/>
                    <a:pt x="5906" y="19046"/>
                  </a:cubicBezTo>
                  <a:cubicBezTo>
                    <a:pt x="4978" y="18736"/>
                    <a:pt x="4061" y="18367"/>
                    <a:pt x="3263" y="17796"/>
                  </a:cubicBezTo>
                  <a:cubicBezTo>
                    <a:pt x="2549" y="17260"/>
                    <a:pt x="1954" y="16581"/>
                    <a:pt x="1513" y="15795"/>
                  </a:cubicBezTo>
                  <a:cubicBezTo>
                    <a:pt x="1013" y="14879"/>
                    <a:pt x="680" y="13890"/>
                    <a:pt x="537" y="12866"/>
                  </a:cubicBezTo>
                  <a:close/>
                  <a:moveTo>
                    <a:pt x="10584" y="1"/>
                  </a:moveTo>
                  <a:cubicBezTo>
                    <a:pt x="9407" y="1"/>
                    <a:pt x="8222" y="213"/>
                    <a:pt x="7085" y="651"/>
                  </a:cubicBezTo>
                  <a:cubicBezTo>
                    <a:pt x="6835" y="734"/>
                    <a:pt x="6597" y="829"/>
                    <a:pt x="6359" y="924"/>
                  </a:cubicBezTo>
                  <a:cubicBezTo>
                    <a:pt x="4263" y="1794"/>
                    <a:pt x="2513" y="3318"/>
                    <a:pt x="1394" y="5282"/>
                  </a:cubicBezTo>
                  <a:cubicBezTo>
                    <a:pt x="477" y="6889"/>
                    <a:pt x="25" y="8723"/>
                    <a:pt x="108" y="10568"/>
                  </a:cubicBezTo>
                  <a:cubicBezTo>
                    <a:pt x="1" y="12200"/>
                    <a:pt x="227" y="13890"/>
                    <a:pt x="882" y="15379"/>
                  </a:cubicBezTo>
                  <a:cubicBezTo>
                    <a:pt x="1251" y="16236"/>
                    <a:pt x="1775" y="16998"/>
                    <a:pt x="2442" y="17653"/>
                  </a:cubicBezTo>
                  <a:cubicBezTo>
                    <a:pt x="3180" y="18319"/>
                    <a:pt x="4037" y="18843"/>
                    <a:pt x="4978" y="19189"/>
                  </a:cubicBezTo>
                  <a:cubicBezTo>
                    <a:pt x="5978" y="19570"/>
                    <a:pt x="7014" y="19879"/>
                    <a:pt x="8061" y="20117"/>
                  </a:cubicBezTo>
                  <a:cubicBezTo>
                    <a:pt x="9054" y="20346"/>
                    <a:pt x="10077" y="20466"/>
                    <a:pt x="11102" y="20466"/>
                  </a:cubicBezTo>
                  <a:cubicBezTo>
                    <a:pt x="11196" y="20466"/>
                    <a:pt x="11290" y="20465"/>
                    <a:pt x="11383" y="20463"/>
                  </a:cubicBezTo>
                  <a:cubicBezTo>
                    <a:pt x="13300" y="20403"/>
                    <a:pt x="15181" y="19736"/>
                    <a:pt x="16551" y="18367"/>
                  </a:cubicBezTo>
                  <a:cubicBezTo>
                    <a:pt x="17705" y="17188"/>
                    <a:pt x="18408" y="15629"/>
                    <a:pt x="18968" y="14081"/>
                  </a:cubicBezTo>
                  <a:cubicBezTo>
                    <a:pt x="19277" y="13521"/>
                    <a:pt x="19539" y="12926"/>
                    <a:pt x="19741" y="12307"/>
                  </a:cubicBezTo>
                  <a:cubicBezTo>
                    <a:pt x="20111" y="11200"/>
                    <a:pt x="20265" y="10021"/>
                    <a:pt x="20182" y="8854"/>
                  </a:cubicBezTo>
                  <a:cubicBezTo>
                    <a:pt x="20039" y="6568"/>
                    <a:pt x="19051" y="4401"/>
                    <a:pt x="17420" y="2782"/>
                  </a:cubicBezTo>
                  <a:cubicBezTo>
                    <a:pt x="15556" y="967"/>
                    <a:pt x="13091" y="1"/>
                    <a:pt x="105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98" name="Google Shape;1498;p35"/>
          <p:cNvGrpSpPr/>
          <p:nvPr/>
        </p:nvGrpSpPr>
        <p:grpSpPr>
          <a:xfrm>
            <a:off x="7678708" y="1776630"/>
            <a:ext cx="552539" cy="450843"/>
            <a:chOff x="1394775" y="187100"/>
            <a:chExt cx="438175" cy="357500"/>
          </a:xfrm>
        </p:grpSpPr>
        <p:sp>
          <p:nvSpPr>
            <p:cNvPr id="1499" name="Google Shape;1499;p35"/>
            <p:cNvSpPr/>
            <p:nvPr/>
          </p:nvSpPr>
          <p:spPr>
            <a:xfrm>
              <a:off x="1615025" y="294125"/>
              <a:ext cx="84275" cy="77700"/>
            </a:xfrm>
            <a:custGeom>
              <a:avLst/>
              <a:gdLst/>
              <a:ahLst/>
              <a:cxnLst/>
              <a:rect l="l" t="t" r="r" b="b"/>
              <a:pathLst>
                <a:path w="3371" h="3108" extrusionOk="0">
                  <a:moveTo>
                    <a:pt x="2680" y="0"/>
                  </a:moveTo>
                  <a:cubicBezTo>
                    <a:pt x="2632" y="48"/>
                    <a:pt x="2573" y="120"/>
                    <a:pt x="2525" y="167"/>
                  </a:cubicBezTo>
                  <a:lnTo>
                    <a:pt x="2347" y="322"/>
                  </a:lnTo>
                  <a:cubicBezTo>
                    <a:pt x="2239" y="441"/>
                    <a:pt x="2132" y="560"/>
                    <a:pt x="2013" y="679"/>
                  </a:cubicBezTo>
                  <a:cubicBezTo>
                    <a:pt x="1763" y="870"/>
                    <a:pt x="1501" y="1072"/>
                    <a:pt x="1239" y="1263"/>
                  </a:cubicBezTo>
                  <a:cubicBezTo>
                    <a:pt x="846" y="1572"/>
                    <a:pt x="430" y="1858"/>
                    <a:pt x="1" y="2108"/>
                  </a:cubicBezTo>
                  <a:cubicBezTo>
                    <a:pt x="251" y="2417"/>
                    <a:pt x="442" y="2751"/>
                    <a:pt x="596" y="3108"/>
                  </a:cubicBezTo>
                  <a:cubicBezTo>
                    <a:pt x="775" y="2906"/>
                    <a:pt x="965" y="2739"/>
                    <a:pt x="1168" y="2584"/>
                  </a:cubicBezTo>
                  <a:cubicBezTo>
                    <a:pt x="1406" y="2394"/>
                    <a:pt x="1644" y="2215"/>
                    <a:pt x="1894" y="2025"/>
                  </a:cubicBezTo>
                  <a:cubicBezTo>
                    <a:pt x="2144" y="1834"/>
                    <a:pt x="2406" y="1667"/>
                    <a:pt x="2668" y="1489"/>
                  </a:cubicBezTo>
                  <a:cubicBezTo>
                    <a:pt x="2894" y="1334"/>
                    <a:pt x="3132" y="1155"/>
                    <a:pt x="3370" y="1024"/>
                  </a:cubicBezTo>
                  <a:cubicBezTo>
                    <a:pt x="3239" y="917"/>
                    <a:pt x="3120" y="786"/>
                    <a:pt x="3025" y="643"/>
                  </a:cubicBezTo>
                  <a:cubicBezTo>
                    <a:pt x="2882" y="441"/>
                    <a:pt x="2763" y="227"/>
                    <a:pt x="2680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35"/>
            <p:cNvSpPr/>
            <p:nvPr/>
          </p:nvSpPr>
          <p:spPr>
            <a:xfrm>
              <a:off x="1683200" y="199000"/>
              <a:ext cx="127725" cy="127600"/>
            </a:xfrm>
            <a:custGeom>
              <a:avLst/>
              <a:gdLst/>
              <a:ahLst/>
              <a:cxnLst/>
              <a:rect l="l" t="t" r="r" b="b"/>
              <a:pathLst>
                <a:path w="5109" h="5104" extrusionOk="0">
                  <a:moveTo>
                    <a:pt x="2459" y="0"/>
                  </a:moveTo>
                  <a:cubicBezTo>
                    <a:pt x="1685" y="0"/>
                    <a:pt x="950" y="382"/>
                    <a:pt x="501" y="1031"/>
                  </a:cubicBezTo>
                  <a:cubicBezTo>
                    <a:pt x="155" y="1555"/>
                    <a:pt x="1" y="2186"/>
                    <a:pt x="72" y="2817"/>
                  </a:cubicBezTo>
                  <a:cubicBezTo>
                    <a:pt x="226" y="4178"/>
                    <a:pt x="1332" y="5103"/>
                    <a:pt x="2677" y="5103"/>
                  </a:cubicBezTo>
                  <a:cubicBezTo>
                    <a:pt x="2686" y="5103"/>
                    <a:pt x="2695" y="5103"/>
                    <a:pt x="2703" y="5103"/>
                  </a:cubicBezTo>
                  <a:cubicBezTo>
                    <a:pt x="3930" y="5091"/>
                    <a:pt x="5108" y="4294"/>
                    <a:pt x="5108" y="2996"/>
                  </a:cubicBezTo>
                  <a:cubicBezTo>
                    <a:pt x="5108" y="1698"/>
                    <a:pt x="4251" y="305"/>
                    <a:pt x="2906" y="43"/>
                  </a:cubicBezTo>
                  <a:cubicBezTo>
                    <a:pt x="2757" y="14"/>
                    <a:pt x="2607" y="0"/>
                    <a:pt x="2459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35"/>
            <p:cNvSpPr/>
            <p:nvPr/>
          </p:nvSpPr>
          <p:spPr>
            <a:xfrm>
              <a:off x="1414250" y="325325"/>
              <a:ext cx="213600" cy="206650"/>
            </a:xfrm>
            <a:custGeom>
              <a:avLst/>
              <a:gdLst/>
              <a:ahLst/>
              <a:cxnLst/>
              <a:rect l="l" t="t" r="r" b="b"/>
              <a:pathLst>
                <a:path w="8544" h="8266" extrusionOk="0">
                  <a:moveTo>
                    <a:pt x="4953" y="0"/>
                  </a:moveTo>
                  <a:cubicBezTo>
                    <a:pt x="4912" y="0"/>
                    <a:pt x="4870" y="1"/>
                    <a:pt x="4829" y="3"/>
                  </a:cubicBezTo>
                  <a:cubicBezTo>
                    <a:pt x="3686" y="74"/>
                    <a:pt x="2555" y="669"/>
                    <a:pt x="1686" y="1384"/>
                  </a:cubicBezTo>
                  <a:cubicBezTo>
                    <a:pt x="1222" y="1753"/>
                    <a:pt x="817" y="2193"/>
                    <a:pt x="483" y="2693"/>
                  </a:cubicBezTo>
                  <a:cubicBezTo>
                    <a:pt x="269" y="3170"/>
                    <a:pt x="138" y="3682"/>
                    <a:pt x="114" y="4205"/>
                  </a:cubicBezTo>
                  <a:cubicBezTo>
                    <a:pt x="0" y="6312"/>
                    <a:pt x="1607" y="8266"/>
                    <a:pt x="3747" y="8266"/>
                  </a:cubicBezTo>
                  <a:cubicBezTo>
                    <a:pt x="3845" y="8266"/>
                    <a:pt x="3944" y="8262"/>
                    <a:pt x="4043" y="8254"/>
                  </a:cubicBezTo>
                  <a:cubicBezTo>
                    <a:pt x="6187" y="8063"/>
                    <a:pt x="8199" y="6241"/>
                    <a:pt x="8425" y="4086"/>
                  </a:cubicBezTo>
                  <a:cubicBezTo>
                    <a:pt x="8544" y="3015"/>
                    <a:pt x="8246" y="1919"/>
                    <a:pt x="7496" y="1122"/>
                  </a:cubicBezTo>
                  <a:cubicBezTo>
                    <a:pt x="6845" y="402"/>
                    <a:pt x="5920" y="0"/>
                    <a:pt x="4953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35"/>
            <p:cNvSpPr/>
            <p:nvPr/>
          </p:nvSpPr>
          <p:spPr>
            <a:xfrm>
              <a:off x="1394775" y="187100"/>
              <a:ext cx="438175" cy="357500"/>
            </a:xfrm>
            <a:custGeom>
              <a:avLst/>
              <a:gdLst/>
              <a:ahLst/>
              <a:cxnLst/>
              <a:rect l="l" t="t" r="r" b="b"/>
              <a:pathLst>
                <a:path w="17527" h="14300" extrusionOk="0">
                  <a:moveTo>
                    <a:pt x="14011" y="481"/>
                  </a:moveTo>
                  <a:cubicBezTo>
                    <a:pt x="14154" y="481"/>
                    <a:pt x="14298" y="493"/>
                    <a:pt x="14443" y="519"/>
                  </a:cubicBezTo>
                  <a:cubicBezTo>
                    <a:pt x="15776" y="781"/>
                    <a:pt x="16645" y="2174"/>
                    <a:pt x="16645" y="3472"/>
                  </a:cubicBezTo>
                  <a:cubicBezTo>
                    <a:pt x="16645" y="4793"/>
                    <a:pt x="15467" y="5567"/>
                    <a:pt x="14240" y="5579"/>
                  </a:cubicBezTo>
                  <a:cubicBezTo>
                    <a:pt x="14223" y="5580"/>
                    <a:pt x="14207" y="5580"/>
                    <a:pt x="14190" y="5580"/>
                  </a:cubicBezTo>
                  <a:cubicBezTo>
                    <a:pt x="12855" y="5580"/>
                    <a:pt x="11750" y="4646"/>
                    <a:pt x="11609" y="3305"/>
                  </a:cubicBezTo>
                  <a:cubicBezTo>
                    <a:pt x="11538" y="2674"/>
                    <a:pt x="11692" y="2043"/>
                    <a:pt x="12038" y="1519"/>
                  </a:cubicBezTo>
                  <a:cubicBezTo>
                    <a:pt x="12490" y="855"/>
                    <a:pt x="13232" y="481"/>
                    <a:pt x="14011" y="481"/>
                  </a:cubicBezTo>
                  <a:close/>
                  <a:moveTo>
                    <a:pt x="11490" y="4281"/>
                  </a:moveTo>
                  <a:cubicBezTo>
                    <a:pt x="11573" y="4508"/>
                    <a:pt x="11692" y="4722"/>
                    <a:pt x="11835" y="4924"/>
                  </a:cubicBezTo>
                  <a:cubicBezTo>
                    <a:pt x="11942" y="5067"/>
                    <a:pt x="12049" y="5198"/>
                    <a:pt x="12180" y="5305"/>
                  </a:cubicBezTo>
                  <a:cubicBezTo>
                    <a:pt x="11942" y="5436"/>
                    <a:pt x="11704" y="5615"/>
                    <a:pt x="11478" y="5770"/>
                  </a:cubicBezTo>
                  <a:cubicBezTo>
                    <a:pt x="11216" y="5948"/>
                    <a:pt x="10942" y="6127"/>
                    <a:pt x="10704" y="6306"/>
                  </a:cubicBezTo>
                  <a:cubicBezTo>
                    <a:pt x="10454" y="6484"/>
                    <a:pt x="10204" y="6663"/>
                    <a:pt x="9978" y="6865"/>
                  </a:cubicBezTo>
                  <a:cubicBezTo>
                    <a:pt x="9763" y="7020"/>
                    <a:pt x="9573" y="7187"/>
                    <a:pt x="9406" y="7377"/>
                  </a:cubicBezTo>
                  <a:cubicBezTo>
                    <a:pt x="9252" y="7032"/>
                    <a:pt x="9049" y="6698"/>
                    <a:pt x="8811" y="6389"/>
                  </a:cubicBezTo>
                  <a:cubicBezTo>
                    <a:pt x="9240" y="6139"/>
                    <a:pt x="9656" y="5853"/>
                    <a:pt x="10049" y="5544"/>
                  </a:cubicBezTo>
                  <a:cubicBezTo>
                    <a:pt x="10311" y="5353"/>
                    <a:pt x="10561" y="5151"/>
                    <a:pt x="10823" y="4948"/>
                  </a:cubicBezTo>
                  <a:cubicBezTo>
                    <a:pt x="10942" y="4841"/>
                    <a:pt x="11049" y="4722"/>
                    <a:pt x="11157" y="4603"/>
                  </a:cubicBezTo>
                  <a:lnTo>
                    <a:pt x="11335" y="4448"/>
                  </a:lnTo>
                  <a:cubicBezTo>
                    <a:pt x="11383" y="4401"/>
                    <a:pt x="11430" y="4329"/>
                    <a:pt x="11490" y="4281"/>
                  </a:cubicBezTo>
                  <a:close/>
                  <a:moveTo>
                    <a:pt x="5721" y="5529"/>
                  </a:moveTo>
                  <a:cubicBezTo>
                    <a:pt x="6699" y="5529"/>
                    <a:pt x="7624" y="5931"/>
                    <a:pt x="8275" y="6651"/>
                  </a:cubicBezTo>
                  <a:cubicBezTo>
                    <a:pt x="9025" y="7448"/>
                    <a:pt x="9311" y="8544"/>
                    <a:pt x="9204" y="9615"/>
                  </a:cubicBezTo>
                  <a:cubicBezTo>
                    <a:pt x="8978" y="11770"/>
                    <a:pt x="6966" y="13592"/>
                    <a:pt x="4834" y="13783"/>
                  </a:cubicBezTo>
                  <a:cubicBezTo>
                    <a:pt x="4734" y="13791"/>
                    <a:pt x="4636" y="13795"/>
                    <a:pt x="4538" y="13795"/>
                  </a:cubicBezTo>
                  <a:cubicBezTo>
                    <a:pt x="2398" y="13795"/>
                    <a:pt x="791" y="11841"/>
                    <a:pt x="893" y="9734"/>
                  </a:cubicBezTo>
                  <a:cubicBezTo>
                    <a:pt x="917" y="9211"/>
                    <a:pt x="1048" y="8699"/>
                    <a:pt x="1251" y="8222"/>
                  </a:cubicBezTo>
                  <a:cubicBezTo>
                    <a:pt x="1596" y="7722"/>
                    <a:pt x="2001" y="7282"/>
                    <a:pt x="2465" y="6901"/>
                  </a:cubicBezTo>
                  <a:cubicBezTo>
                    <a:pt x="3334" y="6198"/>
                    <a:pt x="4465" y="5603"/>
                    <a:pt x="5596" y="5532"/>
                  </a:cubicBezTo>
                  <a:cubicBezTo>
                    <a:pt x="5638" y="5530"/>
                    <a:pt x="5680" y="5529"/>
                    <a:pt x="5721" y="5529"/>
                  </a:cubicBezTo>
                  <a:close/>
                  <a:moveTo>
                    <a:pt x="14190" y="0"/>
                  </a:moveTo>
                  <a:cubicBezTo>
                    <a:pt x="13003" y="0"/>
                    <a:pt x="11876" y="777"/>
                    <a:pt x="11549" y="1912"/>
                  </a:cubicBezTo>
                  <a:cubicBezTo>
                    <a:pt x="11407" y="2234"/>
                    <a:pt x="11311" y="2579"/>
                    <a:pt x="11287" y="2936"/>
                  </a:cubicBezTo>
                  <a:cubicBezTo>
                    <a:pt x="11252" y="3353"/>
                    <a:pt x="11311" y="3758"/>
                    <a:pt x="11442" y="4150"/>
                  </a:cubicBezTo>
                  <a:cubicBezTo>
                    <a:pt x="11395" y="4186"/>
                    <a:pt x="11335" y="4210"/>
                    <a:pt x="11264" y="4246"/>
                  </a:cubicBezTo>
                  <a:cubicBezTo>
                    <a:pt x="11192" y="4293"/>
                    <a:pt x="11133" y="4329"/>
                    <a:pt x="11061" y="4377"/>
                  </a:cubicBezTo>
                  <a:cubicBezTo>
                    <a:pt x="10930" y="4460"/>
                    <a:pt x="10764" y="4520"/>
                    <a:pt x="10633" y="4603"/>
                  </a:cubicBezTo>
                  <a:cubicBezTo>
                    <a:pt x="10359" y="4793"/>
                    <a:pt x="10097" y="4996"/>
                    <a:pt x="9835" y="5198"/>
                  </a:cubicBezTo>
                  <a:cubicBezTo>
                    <a:pt x="9418" y="5508"/>
                    <a:pt x="9025" y="5841"/>
                    <a:pt x="8644" y="6198"/>
                  </a:cubicBezTo>
                  <a:cubicBezTo>
                    <a:pt x="8120" y="5627"/>
                    <a:pt x="7418" y="5234"/>
                    <a:pt x="6656" y="5079"/>
                  </a:cubicBezTo>
                  <a:cubicBezTo>
                    <a:pt x="6421" y="5039"/>
                    <a:pt x="6185" y="5019"/>
                    <a:pt x="5949" y="5019"/>
                  </a:cubicBezTo>
                  <a:cubicBezTo>
                    <a:pt x="5405" y="5019"/>
                    <a:pt x="4864" y="5125"/>
                    <a:pt x="4358" y="5341"/>
                  </a:cubicBezTo>
                  <a:cubicBezTo>
                    <a:pt x="2620" y="5722"/>
                    <a:pt x="1108" y="7091"/>
                    <a:pt x="631" y="8830"/>
                  </a:cubicBezTo>
                  <a:cubicBezTo>
                    <a:pt x="0" y="11175"/>
                    <a:pt x="1417" y="13783"/>
                    <a:pt x="3870" y="14235"/>
                  </a:cubicBezTo>
                  <a:cubicBezTo>
                    <a:pt x="4112" y="14278"/>
                    <a:pt x="4357" y="14299"/>
                    <a:pt x="4601" y="14299"/>
                  </a:cubicBezTo>
                  <a:cubicBezTo>
                    <a:pt x="6763" y="14299"/>
                    <a:pt x="8898" y="12663"/>
                    <a:pt x="9561" y="10651"/>
                  </a:cubicBezTo>
                  <a:cubicBezTo>
                    <a:pt x="9894" y="9639"/>
                    <a:pt x="9871" y="8556"/>
                    <a:pt x="9490" y="7579"/>
                  </a:cubicBezTo>
                  <a:cubicBezTo>
                    <a:pt x="9740" y="7460"/>
                    <a:pt x="9966" y="7329"/>
                    <a:pt x="10180" y="7163"/>
                  </a:cubicBezTo>
                  <a:cubicBezTo>
                    <a:pt x="10454" y="6996"/>
                    <a:pt x="10716" y="6806"/>
                    <a:pt x="10966" y="6639"/>
                  </a:cubicBezTo>
                  <a:cubicBezTo>
                    <a:pt x="11228" y="6472"/>
                    <a:pt x="11454" y="6294"/>
                    <a:pt x="11716" y="6103"/>
                  </a:cubicBezTo>
                  <a:cubicBezTo>
                    <a:pt x="11978" y="5925"/>
                    <a:pt x="12264" y="5770"/>
                    <a:pt x="12514" y="5555"/>
                  </a:cubicBezTo>
                  <a:cubicBezTo>
                    <a:pt x="12919" y="5817"/>
                    <a:pt x="13371" y="5984"/>
                    <a:pt x="13847" y="6044"/>
                  </a:cubicBezTo>
                  <a:cubicBezTo>
                    <a:pt x="13988" y="6062"/>
                    <a:pt x="14132" y="6071"/>
                    <a:pt x="14276" y="6071"/>
                  </a:cubicBezTo>
                  <a:cubicBezTo>
                    <a:pt x="15546" y="6071"/>
                    <a:pt x="16882" y="5371"/>
                    <a:pt x="17181" y="4067"/>
                  </a:cubicBezTo>
                  <a:cubicBezTo>
                    <a:pt x="17526" y="2507"/>
                    <a:pt x="16550" y="650"/>
                    <a:pt x="15038" y="138"/>
                  </a:cubicBezTo>
                  <a:cubicBezTo>
                    <a:pt x="14758" y="44"/>
                    <a:pt x="14472" y="0"/>
                    <a:pt x="1419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03" name="Google Shape;1503;p35"/>
          <p:cNvGrpSpPr/>
          <p:nvPr/>
        </p:nvGrpSpPr>
        <p:grpSpPr>
          <a:xfrm>
            <a:off x="7950693" y="539693"/>
            <a:ext cx="552508" cy="524887"/>
            <a:chOff x="4608300" y="2378075"/>
            <a:chExt cx="340550" cy="323525"/>
          </a:xfrm>
        </p:grpSpPr>
        <p:sp>
          <p:nvSpPr>
            <p:cNvPr id="1504" name="Google Shape;1504;p35"/>
            <p:cNvSpPr/>
            <p:nvPr/>
          </p:nvSpPr>
          <p:spPr>
            <a:xfrm>
              <a:off x="4624075" y="2389575"/>
              <a:ext cx="298875" cy="96000"/>
            </a:xfrm>
            <a:custGeom>
              <a:avLst/>
              <a:gdLst/>
              <a:ahLst/>
              <a:cxnLst/>
              <a:rect l="l" t="t" r="r" b="b"/>
              <a:pathLst>
                <a:path w="11955" h="3840" extrusionOk="0">
                  <a:moveTo>
                    <a:pt x="5678" y="1"/>
                  </a:moveTo>
                  <a:cubicBezTo>
                    <a:pt x="4528" y="1"/>
                    <a:pt x="3380" y="9"/>
                    <a:pt x="2227" y="18"/>
                  </a:cubicBezTo>
                  <a:lnTo>
                    <a:pt x="977" y="42"/>
                  </a:lnTo>
                  <a:cubicBezTo>
                    <a:pt x="775" y="42"/>
                    <a:pt x="572" y="53"/>
                    <a:pt x="382" y="53"/>
                  </a:cubicBezTo>
                  <a:cubicBezTo>
                    <a:pt x="334" y="49"/>
                    <a:pt x="286" y="46"/>
                    <a:pt x="238" y="46"/>
                  </a:cubicBezTo>
                  <a:cubicBezTo>
                    <a:pt x="156" y="46"/>
                    <a:pt x="76" y="55"/>
                    <a:pt x="1" y="77"/>
                  </a:cubicBezTo>
                  <a:cubicBezTo>
                    <a:pt x="715" y="685"/>
                    <a:pt x="1417" y="1316"/>
                    <a:pt x="2132" y="1923"/>
                  </a:cubicBezTo>
                  <a:cubicBezTo>
                    <a:pt x="2882" y="2566"/>
                    <a:pt x="3632" y="3268"/>
                    <a:pt x="4442" y="3840"/>
                  </a:cubicBezTo>
                  <a:cubicBezTo>
                    <a:pt x="5692" y="3185"/>
                    <a:pt x="7001" y="2637"/>
                    <a:pt x="8275" y="2042"/>
                  </a:cubicBezTo>
                  <a:cubicBezTo>
                    <a:pt x="9526" y="1458"/>
                    <a:pt x="10728" y="815"/>
                    <a:pt x="11954" y="220"/>
                  </a:cubicBezTo>
                  <a:cubicBezTo>
                    <a:pt x="10347" y="101"/>
                    <a:pt x="8740" y="30"/>
                    <a:pt x="7109" y="6"/>
                  </a:cubicBezTo>
                  <a:cubicBezTo>
                    <a:pt x="6631" y="2"/>
                    <a:pt x="6154" y="1"/>
                    <a:pt x="5678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35"/>
            <p:cNvSpPr/>
            <p:nvPr/>
          </p:nvSpPr>
          <p:spPr>
            <a:xfrm>
              <a:off x="4680325" y="2407275"/>
              <a:ext cx="236075" cy="274150"/>
            </a:xfrm>
            <a:custGeom>
              <a:avLst/>
              <a:gdLst/>
              <a:ahLst/>
              <a:cxnLst/>
              <a:rect l="l" t="t" r="r" b="b"/>
              <a:pathLst>
                <a:path w="9443" h="10966" extrusionOk="0">
                  <a:moveTo>
                    <a:pt x="9443" y="0"/>
                  </a:moveTo>
                  <a:cubicBezTo>
                    <a:pt x="8347" y="548"/>
                    <a:pt x="7204" y="1060"/>
                    <a:pt x="6097" y="1584"/>
                  </a:cubicBezTo>
                  <a:cubicBezTo>
                    <a:pt x="4847" y="2167"/>
                    <a:pt x="3585" y="2774"/>
                    <a:pt x="2275" y="3239"/>
                  </a:cubicBezTo>
                  <a:cubicBezTo>
                    <a:pt x="2275" y="3263"/>
                    <a:pt x="2275" y="3275"/>
                    <a:pt x="2275" y="3286"/>
                  </a:cubicBezTo>
                  <a:cubicBezTo>
                    <a:pt x="1894" y="4560"/>
                    <a:pt x="1513" y="5834"/>
                    <a:pt x="1132" y="7096"/>
                  </a:cubicBezTo>
                  <a:cubicBezTo>
                    <a:pt x="739" y="8370"/>
                    <a:pt x="418" y="9656"/>
                    <a:pt x="13" y="10906"/>
                  </a:cubicBezTo>
                  <a:cubicBezTo>
                    <a:pt x="13" y="10918"/>
                    <a:pt x="1" y="10930"/>
                    <a:pt x="1" y="10942"/>
                  </a:cubicBezTo>
                  <a:lnTo>
                    <a:pt x="25" y="10966"/>
                  </a:lnTo>
                  <a:cubicBezTo>
                    <a:pt x="3120" y="7275"/>
                    <a:pt x="6264" y="3620"/>
                    <a:pt x="9443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35"/>
            <p:cNvSpPr/>
            <p:nvPr/>
          </p:nvSpPr>
          <p:spPr>
            <a:xfrm>
              <a:off x="4621100" y="2392100"/>
              <a:ext cx="109850" cy="295875"/>
            </a:xfrm>
            <a:custGeom>
              <a:avLst/>
              <a:gdLst/>
              <a:ahLst/>
              <a:cxnLst/>
              <a:rect l="l" t="t" r="r" b="b"/>
              <a:pathLst>
                <a:path w="4394" h="11835" extrusionOk="0">
                  <a:moveTo>
                    <a:pt x="84" y="0"/>
                  </a:moveTo>
                  <a:cubicBezTo>
                    <a:pt x="48" y="24"/>
                    <a:pt x="24" y="72"/>
                    <a:pt x="24" y="119"/>
                  </a:cubicBezTo>
                  <a:cubicBezTo>
                    <a:pt x="1" y="322"/>
                    <a:pt x="120" y="643"/>
                    <a:pt x="155" y="834"/>
                  </a:cubicBezTo>
                  <a:cubicBezTo>
                    <a:pt x="191" y="1036"/>
                    <a:pt x="239" y="1226"/>
                    <a:pt x="274" y="1417"/>
                  </a:cubicBezTo>
                  <a:cubicBezTo>
                    <a:pt x="334" y="1798"/>
                    <a:pt x="417" y="2191"/>
                    <a:pt x="489" y="2572"/>
                  </a:cubicBezTo>
                  <a:cubicBezTo>
                    <a:pt x="1072" y="5656"/>
                    <a:pt x="1667" y="8739"/>
                    <a:pt x="2167" y="11835"/>
                  </a:cubicBezTo>
                  <a:lnTo>
                    <a:pt x="2394" y="11573"/>
                  </a:lnTo>
                  <a:lnTo>
                    <a:pt x="2370" y="11549"/>
                  </a:lnTo>
                  <a:cubicBezTo>
                    <a:pt x="2346" y="11580"/>
                    <a:pt x="2315" y="11594"/>
                    <a:pt x="2285" y="11594"/>
                  </a:cubicBezTo>
                  <a:cubicBezTo>
                    <a:pt x="2224" y="11594"/>
                    <a:pt x="2167" y="11538"/>
                    <a:pt x="2191" y="11466"/>
                  </a:cubicBezTo>
                  <a:cubicBezTo>
                    <a:pt x="2787" y="9216"/>
                    <a:pt x="3489" y="6977"/>
                    <a:pt x="4120" y="4751"/>
                  </a:cubicBezTo>
                  <a:cubicBezTo>
                    <a:pt x="4180" y="4548"/>
                    <a:pt x="4394" y="4108"/>
                    <a:pt x="4334" y="3917"/>
                  </a:cubicBezTo>
                  <a:cubicBezTo>
                    <a:pt x="4287" y="3727"/>
                    <a:pt x="3870" y="3477"/>
                    <a:pt x="3727" y="3346"/>
                  </a:cubicBezTo>
                  <a:cubicBezTo>
                    <a:pt x="3322" y="3000"/>
                    <a:pt x="2906" y="2643"/>
                    <a:pt x="2501" y="2274"/>
                  </a:cubicBezTo>
                  <a:cubicBezTo>
                    <a:pt x="1679" y="1536"/>
                    <a:pt x="858" y="786"/>
                    <a:pt x="84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35"/>
            <p:cNvSpPr/>
            <p:nvPr/>
          </p:nvSpPr>
          <p:spPr>
            <a:xfrm>
              <a:off x="4608300" y="2378075"/>
              <a:ext cx="340550" cy="323525"/>
            </a:xfrm>
            <a:custGeom>
              <a:avLst/>
              <a:gdLst/>
              <a:ahLst/>
              <a:cxnLst/>
              <a:rect l="l" t="t" r="r" b="b"/>
              <a:pathLst>
                <a:path w="13622" h="12941" extrusionOk="0">
                  <a:moveTo>
                    <a:pt x="6225" y="456"/>
                  </a:moveTo>
                  <a:cubicBezTo>
                    <a:pt x="6729" y="456"/>
                    <a:pt x="7234" y="458"/>
                    <a:pt x="7740" y="466"/>
                  </a:cubicBezTo>
                  <a:cubicBezTo>
                    <a:pt x="9359" y="478"/>
                    <a:pt x="10978" y="549"/>
                    <a:pt x="12585" y="668"/>
                  </a:cubicBezTo>
                  <a:cubicBezTo>
                    <a:pt x="11359" y="1275"/>
                    <a:pt x="10157" y="1918"/>
                    <a:pt x="8906" y="2490"/>
                  </a:cubicBezTo>
                  <a:lnTo>
                    <a:pt x="8906" y="2502"/>
                  </a:lnTo>
                  <a:cubicBezTo>
                    <a:pt x="7632" y="3097"/>
                    <a:pt x="6323" y="3645"/>
                    <a:pt x="5073" y="4300"/>
                  </a:cubicBezTo>
                  <a:cubicBezTo>
                    <a:pt x="4263" y="3716"/>
                    <a:pt x="3513" y="3026"/>
                    <a:pt x="2763" y="2371"/>
                  </a:cubicBezTo>
                  <a:cubicBezTo>
                    <a:pt x="2048" y="1764"/>
                    <a:pt x="1346" y="1145"/>
                    <a:pt x="632" y="537"/>
                  </a:cubicBezTo>
                  <a:cubicBezTo>
                    <a:pt x="721" y="511"/>
                    <a:pt x="817" y="497"/>
                    <a:pt x="915" y="497"/>
                  </a:cubicBezTo>
                  <a:cubicBezTo>
                    <a:pt x="947" y="497"/>
                    <a:pt x="980" y="499"/>
                    <a:pt x="1013" y="502"/>
                  </a:cubicBezTo>
                  <a:cubicBezTo>
                    <a:pt x="1203" y="490"/>
                    <a:pt x="1406" y="490"/>
                    <a:pt x="1608" y="490"/>
                  </a:cubicBezTo>
                  <a:lnTo>
                    <a:pt x="2858" y="478"/>
                  </a:lnTo>
                  <a:cubicBezTo>
                    <a:pt x="3983" y="470"/>
                    <a:pt x="5103" y="456"/>
                    <a:pt x="6225" y="456"/>
                  </a:cubicBezTo>
                  <a:close/>
                  <a:moveTo>
                    <a:pt x="596" y="549"/>
                  </a:moveTo>
                  <a:cubicBezTo>
                    <a:pt x="1370" y="1347"/>
                    <a:pt x="2191" y="2097"/>
                    <a:pt x="3013" y="2835"/>
                  </a:cubicBezTo>
                  <a:cubicBezTo>
                    <a:pt x="3418" y="3192"/>
                    <a:pt x="3834" y="3550"/>
                    <a:pt x="4239" y="3907"/>
                  </a:cubicBezTo>
                  <a:cubicBezTo>
                    <a:pt x="4394" y="4038"/>
                    <a:pt x="4799" y="4276"/>
                    <a:pt x="4846" y="4478"/>
                  </a:cubicBezTo>
                  <a:cubicBezTo>
                    <a:pt x="4906" y="4669"/>
                    <a:pt x="4704" y="5109"/>
                    <a:pt x="4644" y="5312"/>
                  </a:cubicBezTo>
                  <a:cubicBezTo>
                    <a:pt x="4013" y="7550"/>
                    <a:pt x="3299" y="9777"/>
                    <a:pt x="2703" y="12015"/>
                  </a:cubicBezTo>
                  <a:cubicBezTo>
                    <a:pt x="2687" y="12089"/>
                    <a:pt x="2751" y="12147"/>
                    <a:pt x="2811" y="12147"/>
                  </a:cubicBezTo>
                  <a:cubicBezTo>
                    <a:pt x="2838" y="12147"/>
                    <a:pt x="2864" y="12136"/>
                    <a:pt x="2882" y="12110"/>
                  </a:cubicBezTo>
                  <a:cubicBezTo>
                    <a:pt x="2894" y="12098"/>
                    <a:pt x="2894" y="12086"/>
                    <a:pt x="2906" y="12074"/>
                  </a:cubicBezTo>
                  <a:cubicBezTo>
                    <a:pt x="3299" y="10812"/>
                    <a:pt x="3632" y="9527"/>
                    <a:pt x="4013" y="8264"/>
                  </a:cubicBezTo>
                  <a:cubicBezTo>
                    <a:pt x="4394" y="6990"/>
                    <a:pt x="4775" y="5728"/>
                    <a:pt x="5156" y="4454"/>
                  </a:cubicBezTo>
                  <a:cubicBezTo>
                    <a:pt x="5168" y="4443"/>
                    <a:pt x="5168" y="4419"/>
                    <a:pt x="5156" y="4407"/>
                  </a:cubicBezTo>
                  <a:cubicBezTo>
                    <a:pt x="6466" y="3942"/>
                    <a:pt x="7728" y="3323"/>
                    <a:pt x="8978" y="2740"/>
                  </a:cubicBezTo>
                  <a:cubicBezTo>
                    <a:pt x="10097" y="2228"/>
                    <a:pt x="11228" y="1716"/>
                    <a:pt x="12335" y="1168"/>
                  </a:cubicBezTo>
                  <a:lnTo>
                    <a:pt x="12335" y="1168"/>
                  </a:lnTo>
                  <a:cubicBezTo>
                    <a:pt x="9145" y="4800"/>
                    <a:pt x="6001" y="8443"/>
                    <a:pt x="2906" y="12134"/>
                  </a:cubicBezTo>
                  <a:lnTo>
                    <a:pt x="2679" y="12396"/>
                  </a:lnTo>
                  <a:cubicBezTo>
                    <a:pt x="2191" y="9300"/>
                    <a:pt x="1584" y="6217"/>
                    <a:pt x="1001" y="3133"/>
                  </a:cubicBezTo>
                  <a:cubicBezTo>
                    <a:pt x="929" y="2752"/>
                    <a:pt x="846" y="2359"/>
                    <a:pt x="774" y="1978"/>
                  </a:cubicBezTo>
                  <a:cubicBezTo>
                    <a:pt x="739" y="1787"/>
                    <a:pt x="703" y="1597"/>
                    <a:pt x="667" y="1395"/>
                  </a:cubicBezTo>
                  <a:cubicBezTo>
                    <a:pt x="632" y="1192"/>
                    <a:pt x="501" y="871"/>
                    <a:pt x="536" y="668"/>
                  </a:cubicBezTo>
                  <a:cubicBezTo>
                    <a:pt x="536" y="621"/>
                    <a:pt x="560" y="585"/>
                    <a:pt x="596" y="549"/>
                  </a:cubicBezTo>
                  <a:close/>
                  <a:moveTo>
                    <a:pt x="5977" y="0"/>
                  </a:moveTo>
                  <a:cubicBezTo>
                    <a:pt x="4888" y="0"/>
                    <a:pt x="3801" y="11"/>
                    <a:pt x="2715" y="25"/>
                  </a:cubicBezTo>
                  <a:cubicBezTo>
                    <a:pt x="2298" y="25"/>
                    <a:pt x="1882" y="37"/>
                    <a:pt x="1453" y="37"/>
                  </a:cubicBezTo>
                  <a:cubicBezTo>
                    <a:pt x="1426" y="38"/>
                    <a:pt x="1398" y="39"/>
                    <a:pt x="1370" y="39"/>
                  </a:cubicBezTo>
                  <a:cubicBezTo>
                    <a:pt x="1206" y="39"/>
                    <a:pt x="1027" y="25"/>
                    <a:pt x="852" y="25"/>
                  </a:cubicBezTo>
                  <a:cubicBezTo>
                    <a:pt x="687" y="25"/>
                    <a:pt x="525" y="37"/>
                    <a:pt x="382" y="85"/>
                  </a:cubicBezTo>
                  <a:cubicBezTo>
                    <a:pt x="143" y="168"/>
                    <a:pt x="1" y="394"/>
                    <a:pt x="24" y="644"/>
                  </a:cubicBezTo>
                  <a:cubicBezTo>
                    <a:pt x="72" y="1037"/>
                    <a:pt x="155" y="1430"/>
                    <a:pt x="251" y="1823"/>
                  </a:cubicBezTo>
                  <a:cubicBezTo>
                    <a:pt x="596" y="3526"/>
                    <a:pt x="929" y="5240"/>
                    <a:pt x="1275" y="6955"/>
                  </a:cubicBezTo>
                  <a:cubicBezTo>
                    <a:pt x="1644" y="8860"/>
                    <a:pt x="2025" y="10765"/>
                    <a:pt x="2465" y="12658"/>
                  </a:cubicBezTo>
                  <a:cubicBezTo>
                    <a:pt x="2366" y="12775"/>
                    <a:pt x="2465" y="12941"/>
                    <a:pt x="2587" y="12941"/>
                  </a:cubicBezTo>
                  <a:cubicBezTo>
                    <a:pt x="2625" y="12941"/>
                    <a:pt x="2666" y="12924"/>
                    <a:pt x="2703" y="12884"/>
                  </a:cubicBezTo>
                  <a:cubicBezTo>
                    <a:pt x="6347" y="8860"/>
                    <a:pt x="9930" y="4776"/>
                    <a:pt x="13467" y="656"/>
                  </a:cubicBezTo>
                  <a:cubicBezTo>
                    <a:pt x="13621" y="490"/>
                    <a:pt x="13514" y="216"/>
                    <a:pt x="13276" y="216"/>
                  </a:cubicBezTo>
                  <a:cubicBezTo>
                    <a:pt x="10849" y="51"/>
                    <a:pt x="8411" y="0"/>
                    <a:pt x="59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08" name="Google Shape;1508;p35"/>
          <p:cNvGrpSpPr/>
          <p:nvPr/>
        </p:nvGrpSpPr>
        <p:grpSpPr>
          <a:xfrm rot="-2204559">
            <a:off x="6686899" y="762727"/>
            <a:ext cx="411164" cy="770098"/>
            <a:chOff x="895350" y="107900"/>
            <a:chExt cx="317050" cy="593825"/>
          </a:xfrm>
        </p:grpSpPr>
        <p:sp>
          <p:nvSpPr>
            <p:cNvPr id="1509" name="Google Shape;1509;p35"/>
            <p:cNvSpPr/>
            <p:nvPr/>
          </p:nvSpPr>
          <p:spPr>
            <a:xfrm>
              <a:off x="1059975" y="119550"/>
              <a:ext cx="136050" cy="136175"/>
            </a:xfrm>
            <a:custGeom>
              <a:avLst/>
              <a:gdLst/>
              <a:ahLst/>
              <a:cxnLst/>
              <a:rect l="l" t="t" r="r" b="b"/>
              <a:pathLst>
                <a:path w="5442" h="5447" extrusionOk="0">
                  <a:moveTo>
                    <a:pt x="2706" y="1"/>
                  </a:moveTo>
                  <a:cubicBezTo>
                    <a:pt x="2367" y="1"/>
                    <a:pt x="2028" y="72"/>
                    <a:pt x="1715" y="214"/>
                  </a:cubicBezTo>
                  <a:cubicBezTo>
                    <a:pt x="750" y="869"/>
                    <a:pt x="0" y="1857"/>
                    <a:pt x="24" y="3071"/>
                  </a:cubicBezTo>
                  <a:cubicBezTo>
                    <a:pt x="60" y="4441"/>
                    <a:pt x="1179" y="5381"/>
                    <a:pt x="2512" y="5441"/>
                  </a:cubicBezTo>
                  <a:cubicBezTo>
                    <a:pt x="2572" y="5445"/>
                    <a:pt x="2632" y="5446"/>
                    <a:pt x="2692" y="5446"/>
                  </a:cubicBezTo>
                  <a:cubicBezTo>
                    <a:pt x="3191" y="5446"/>
                    <a:pt x="3684" y="5314"/>
                    <a:pt x="4120" y="5048"/>
                  </a:cubicBezTo>
                  <a:cubicBezTo>
                    <a:pt x="4679" y="4703"/>
                    <a:pt x="4989" y="4131"/>
                    <a:pt x="5132" y="3500"/>
                  </a:cubicBezTo>
                  <a:cubicBezTo>
                    <a:pt x="5441" y="2202"/>
                    <a:pt x="4905" y="738"/>
                    <a:pt x="3631" y="190"/>
                  </a:cubicBezTo>
                  <a:cubicBezTo>
                    <a:pt x="3338" y="63"/>
                    <a:pt x="3022" y="1"/>
                    <a:pt x="2706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35"/>
            <p:cNvSpPr/>
            <p:nvPr/>
          </p:nvSpPr>
          <p:spPr>
            <a:xfrm>
              <a:off x="984650" y="553850"/>
              <a:ext cx="136650" cy="136150"/>
            </a:xfrm>
            <a:custGeom>
              <a:avLst/>
              <a:gdLst/>
              <a:ahLst/>
              <a:cxnLst/>
              <a:rect l="l" t="t" r="r" b="b"/>
              <a:pathLst>
                <a:path w="5466" h="5446" extrusionOk="0">
                  <a:moveTo>
                    <a:pt x="2720" y="0"/>
                  </a:moveTo>
                  <a:cubicBezTo>
                    <a:pt x="2380" y="0"/>
                    <a:pt x="2041" y="72"/>
                    <a:pt x="1727" y="213"/>
                  </a:cubicBezTo>
                  <a:cubicBezTo>
                    <a:pt x="763" y="868"/>
                    <a:pt x="1" y="1856"/>
                    <a:pt x="36" y="3071"/>
                  </a:cubicBezTo>
                  <a:cubicBezTo>
                    <a:pt x="72" y="4452"/>
                    <a:pt x="1191" y="5380"/>
                    <a:pt x="2513" y="5440"/>
                  </a:cubicBezTo>
                  <a:cubicBezTo>
                    <a:pt x="2574" y="5444"/>
                    <a:pt x="2635" y="5446"/>
                    <a:pt x="2696" y="5446"/>
                  </a:cubicBezTo>
                  <a:cubicBezTo>
                    <a:pt x="3204" y="5446"/>
                    <a:pt x="3696" y="5313"/>
                    <a:pt x="4132" y="5047"/>
                  </a:cubicBezTo>
                  <a:cubicBezTo>
                    <a:pt x="4692" y="4702"/>
                    <a:pt x="5001" y="4130"/>
                    <a:pt x="5144" y="3499"/>
                  </a:cubicBezTo>
                  <a:cubicBezTo>
                    <a:pt x="5466" y="2201"/>
                    <a:pt x="4930" y="737"/>
                    <a:pt x="3656" y="189"/>
                  </a:cubicBezTo>
                  <a:cubicBezTo>
                    <a:pt x="3357" y="63"/>
                    <a:pt x="3038" y="0"/>
                    <a:pt x="272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35"/>
            <p:cNvSpPr/>
            <p:nvPr/>
          </p:nvSpPr>
          <p:spPr>
            <a:xfrm>
              <a:off x="998350" y="236800"/>
              <a:ext cx="99450" cy="100350"/>
            </a:xfrm>
            <a:custGeom>
              <a:avLst/>
              <a:gdLst/>
              <a:ahLst/>
              <a:cxnLst/>
              <a:rect l="l" t="t" r="r" b="b"/>
              <a:pathLst>
                <a:path w="3978" h="4014" extrusionOk="0">
                  <a:moveTo>
                    <a:pt x="2620" y="1"/>
                  </a:moveTo>
                  <a:cubicBezTo>
                    <a:pt x="2155" y="477"/>
                    <a:pt x="1703" y="965"/>
                    <a:pt x="1263" y="1465"/>
                  </a:cubicBezTo>
                  <a:cubicBezTo>
                    <a:pt x="1012" y="1739"/>
                    <a:pt x="762" y="2013"/>
                    <a:pt x="512" y="2287"/>
                  </a:cubicBezTo>
                  <a:cubicBezTo>
                    <a:pt x="393" y="2418"/>
                    <a:pt x="274" y="2560"/>
                    <a:pt x="143" y="2691"/>
                  </a:cubicBezTo>
                  <a:cubicBezTo>
                    <a:pt x="96" y="2739"/>
                    <a:pt x="48" y="2775"/>
                    <a:pt x="0" y="2811"/>
                  </a:cubicBezTo>
                  <a:cubicBezTo>
                    <a:pt x="179" y="2882"/>
                    <a:pt x="358" y="2953"/>
                    <a:pt x="512" y="3049"/>
                  </a:cubicBezTo>
                  <a:cubicBezTo>
                    <a:pt x="917" y="3287"/>
                    <a:pt x="1263" y="3620"/>
                    <a:pt x="1524" y="4013"/>
                  </a:cubicBezTo>
                  <a:cubicBezTo>
                    <a:pt x="1572" y="3906"/>
                    <a:pt x="1632" y="3811"/>
                    <a:pt x="1691" y="3727"/>
                  </a:cubicBezTo>
                  <a:cubicBezTo>
                    <a:pt x="1786" y="3584"/>
                    <a:pt x="1882" y="3442"/>
                    <a:pt x="1989" y="3311"/>
                  </a:cubicBezTo>
                  <a:cubicBezTo>
                    <a:pt x="2203" y="3037"/>
                    <a:pt x="2417" y="2775"/>
                    <a:pt x="2644" y="2525"/>
                  </a:cubicBezTo>
                  <a:cubicBezTo>
                    <a:pt x="3072" y="2001"/>
                    <a:pt x="3525" y="1501"/>
                    <a:pt x="3977" y="1013"/>
                  </a:cubicBezTo>
                  <a:cubicBezTo>
                    <a:pt x="3453" y="822"/>
                    <a:pt x="3001" y="489"/>
                    <a:pt x="2656" y="60"/>
                  </a:cubicBezTo>
                  <a:cubicBezTo>
                    <a:pt x="2644" y="36"/>
                    <a:pt x="2632" y="24"/>
                    <a:pt x="2620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35"/>
            <p:cNvSpPr/>
            <p:nvPr/>
          </p:nvSpPr>
          <p:spPr>
            <a:xfrm>
              <a:off x="977800" y="449325"/>
              <a:ext cx="73850" cy="109575"/>
            </a:xfrm>
            <a:custGeom>
              <a:avLst/>
              <a:gdLst/>
              <a:ahLst/>
              <a:cxnLst/>
              <a:rect l="l" t="t" r="r" b="b"/>
              <a:pathLst>
                <a:path w="2954" h="4383" extrusionOk="0">
                  <a:moveTo>
                    <a:pt x="1668" y="1"/>
                  </a:moveTo>
                  <a:cubicBezTo>
                    <a:pt x="1168" y="334"/>
                    <a:pt x="596" y="536"/>
                    <a:pt x="1" y="560"/>
                  </a:cubicBezTo>
                  <a:cubicBezTo>
                    <a:pt x="120" y="810"/>
                    <a:pt x="191" y="1084"/>
                    <a:pt x="287" y="1346"/>
                  </a:cubicBezTo>
                  <a:cubicBezTo>
                    <a:pt x="418" y="1703"/>
                    <a:pt x="549" y="2072"/>
                    <a:pt x="668" y="2430"/>
                  </a:cubicBezTo>
                  <a:cubicBezTo>
                    <a:pt x="906" y="3096"/>
                    <a:pt x="1156" y="3739"/>
                    <a:pt x="1418" y="4382"/>
                  </a:cubicBezTo>
                  <a:cubicBezTo>
                    <a:pt x="1644" y="4180"/>
                    <a:pt x="1906" y="4013"/>
                    <a:pt x="2192" y="3894"/>
                  </a:cubicBezTo>
                  <a:cubicBezTo>
                    <a:pt x="2430" y="3799"/>
                    <a:pt x="2692" y="3739"/>
                    <a:pt x="2954" y="3727"/>
                  </a:cubicBezTo>
                  <a:cubicBezTo>
                    <a:pt x="2787" y="3299"/>
                    <a:pt x="2632" y="2870"/>
                    <a:pt x="2489" y="2430"/>
                  </a:cubicBezTo>
                  <a:cubicBezTo>
                    <a:pt x="2477" y="2430"/>
                    <a:pt x="2477" y="2418"/>
                    <a:pt x="2477" y="2418"/>
                  </a:cubicBezTo>
                  <a:cubicBezTo>
                    <a:pt x="2299" y="1953"/>
                    <a:pt x="2108" y="1501"/>
                    <a:pt x="1965" y="1037"/>
                  </a:cubicBezTo>
                  <a:cubicBezTo>
                    <a:pt x="1894" y="810"/>
                    <a:pt x="1811" y="572"/>
                    <a:pt x="1751" y="346"/>
                  </a:cubicBezTo>
                  <a:cubicBezTo>
                    <a:pt x="1715" y="227"/>
                    <a:pt x="1692" y="108"/>
                    <a:pt x="1668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35"/>
            <p:cNvSpPr/>
            <p:nvPr/>
          </p:nvSpPr>
          <p:spPr>
            <a:xfrm>
              <a:off x="905775" y="315375"/>
              <a:ext cx="136350" cy="136200"/>
            </a:xfrm>
            <a:custGeom>
              <a:avLst/>
              <a:gdLst/>
              <a:ahLst/>
              <a:cxnLst/>
              <a:rect l="l" t="t" r="r" b="b"/>
              <a:pathLst>
                <a:path w="5454" h="5448" extrusionOk="0">
                  <a:moveTo>
                    <a:pt x="2720" y="0"/>
                  </a:moveTo>
                  <a:cubicBezTo>
                    <a:pt x="2376" y="0"/>
                    <a:pt x="2033" y="72"/>
                    <a:pt x="1715" y="215"/>
                  </a:cubicBezTo>
                  <a:cubicBezTo>
                    <a:pt x="763" y="870"/>
                    <a:pt x="1" y="1858"/>
                    <a:pt x="24" y="3073"/>
                  </a:cubicBezTo>
                  <a:cubicBezTo>
                    <a:pt x="60" y="4442"/>
                    <a:pt x="1191" y="5382"/>
                    <a:pt x="2513" y="5442"/>
                  </a:cubicBezTo>
                  <a:cubicBezTo>
                    <a:pt x="2573" y="5446"/>
                    <a:pt x="2633" y="5448"/>
                    <a:pt x="2693" y="5448"/>
                  </a:cubicBezTo>
                  <a:cubicBezTo>
                    <a:pt x="3194" y="5448"/>
                    <a:pt x="3696" y="5315"/>
                    <a:pt x="4132" y="5049"/>
                  </a:cubicBezTo>
                  <a:cubicBezTo>
                    <a:pt x="4680" y="4704"/>
                    <a:pt x="4989" y="4132"/>
                    <a:pt x="5132" y="3501"/>
                  </a:cubicBezTo>
                  <a:cubicBezTo>
                    <a:pt x="5454" y="2204"/>
                    <a:pt x="4906" y="739"/>
                    <a:pt x="3644" y="179"/>
                  </a:cubicBezTo>
                  <a:cubicBezTo>
                    <a:pt x="3348" y="60"/>
                    <a:pt x="3034" y="0"/>
                    <a:pt x="2720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35"/>
            <p:cNvSpPr/>
            <p:nvPr/>
          </p:nvSpPr>
          <p:spPr>
            <a:xfrm>
              <a:off x="895350" y="107900"/>
              <a:ext cx="317050" cy="593825"/>
            </a:xfrm>
            <a:custGeom>
              <a:avLst/>
              <a:gdLst/>
              <a:ahLst/>
              <a:cxnLst/>
              <a:rect l="l" t="t" r="r" b="b"/>
              <a:pathLst>
                <a:path w="12682" h="23753" extrusionOk="0">
                  <a:moveTo>
                    <a:pt x="9291" y="467"/>
                  </a:moveTo>
                  <a:cubicBezTo>
                    <a:pt x="9607" y="467"/>
                    <a:pt x="9923" y="529"/>
                    <a:pt x="10216" y="656"/>
                  </a:cubicBezTo>
                  <a:cubicBezTo>
                    <a:pt x="11490" y="1204"/>
                    <a:pt x="12038" y="2668"/>
                    <a:pt x="11717" y="3966"/>
                  </a:cubicBezTo>
                  <a:cubicBezTo>
                    <a:pt x="11574" y="4597"/>
                    <a:pt x="11264" y="5169"/>
                    <a:pt x="10705" y="5514"/>
                  </a:cubicBezTo>
                  <a:cubicBezTo>
                    <a:pt x="10269" y="5780"/>
                    <a:pt x="9776" y="5912"/>
                    <a:pt x="9269" y="5912"/>
                  </a:cubicBezTo>
                  <a:cubicBezTo>
                    <a:pt x="9208" y="5912"/>
                    <a:pt x="9147" y="5911"/>
                    <a:pt x="9085" y="5907"/>
                  </a:cubicBezTo>
                  <a:cubicBezTo>
                    <a:pt x="7764" y="5847"/>
                    <a:pt x="6645" y="4907"/>
                    <a:pt x="6609" y="3537"/>
                  </a:cubicBezTo>
                  <a:cubicBezTo>
                    <a:pt x="6585" y="2323"/>
                    <a:pt x="7335" y="1335"/>
                    <a:pt x="8300" y="680"/>
                  </a:cubicBezTo>
                  <a:cubicBezTo>
                    <a:pt x="8613" y="538"/>
                    <a:pt x="8952" y="467"/>
                    <a:pt x="9291" y="467"/>
                  </a:cubicBezTo>
                  <a:close/>
                  <a:moveTo>
                    <a:pt x="6728" y="5157"/>
                  </a:moveTo>
                  <a:cubicBezTo>
                    <a:pt x="6740" y="5180"/>
                    <a:pt x="6752" y="5192"/>
                    <a:pt x="6764" y="5216"/>
                  </a:cubicBezTo>
                  <a:cubicBezTo>
                    <a:pt x="7109" y="5645"/>
                    <a:pt x="7573" y="5978"/>
                    <a:pt x="8097" y="6169"/>
                  </a:cubicBezTo>
                  <a:cubicBezTo>
                    <a:pt x="7645" y="6657"/>
                    <a:pt x="7192" y="7157"/>
                    <a:pt x="6752" y="7681"/>
                  </a:cubicBezTo>
                  <a:cubicBezTo>
                    <a:pt x="6537" y="7943"/>
                    <a:pt x="6323" y="8193"/>
                    <a:pt x="6109" y="8467"/>
                  </a:cubicBezTo>
                  <a:cubicBezTo>
                    <a:pt x="6002" y="8598"/>
                    <a:pt x="5906" y="8728"/>
                    <a:pt x="5811" y="8883"/>
                  </a:cubicBezTo>
                  <a:cubicBezTo>
                    <a:pt x="5740" y="8967"/>
                    <a:pt x="5680" y="9062"/>
                    <a:pt x="5633" y="9169"/>
                  </a:cubicBezTo>
                  <a:cubicBezTo>
                    <a:pt x="5371" y="8776"/>
                    <a:pt x="5025" y="8443"/>
                    <a:pt x="4632" y="8205"/>
                  </a:cubicBezTo>
                  <a:cubicBezTo>
                    <a:pt x="4466" y="8109"/>
                    <a:pt x="4287" y="8038"/>
                    <a:pt x="4109" y="7967"/>
                  </a:cubicBezTo>
                  <a:cubicBezTo>
                    <a:pt x="4156" y="7931"/>
                    <a:pt x="4204" y="7895"/>
                    <a:pt x="4251" y="7847"/>
                  </a:cubicBezTo>
                  <a:cubicBezTo>
                    <a:pt x="4382" y="7716"/>
                    <a:pt x="4501" y="7574"/>
                    <a:pt x="4621" y="7443"/>
                  </a:cubicBezTo>
                  <a:cubicBezTo>
                    <a:pt x="4871" y="7169"/>
                    <a:pt x="5121" y="6895"/>
                    <a:pt x="5371" y="6621"/>
                  </a:cubicBezTo>
                  <a:cubicBezTo>
                    <a:pt x="5811" y="6121"/>
                    <a:pt x="6264" y="5633"/>
                    <a:pt x="6728" y="5157"/>
                  </a:cubicBezTo>
                  <a:close/>
                  <a:moveTo>
                    <a:pt x="3125" y="8301"/>
                  </a:moveTo>
                  <a:cubicBezTo>
                    <a:pt x="3443" y="8301"/>
                    <a:pt x="3762" y="8364"/>
                    <a:pt x="4061" y="8490"/>
                  </a:cubicBezTo>
                  <a:cubicBezTo>
                    <a:pt x="5335" y="9038"/>
                    <a:pt x="5871" y="10503"/>
                    <a:pt x="5561" y="11812"/>
                  </a:cubicBezTo>
                  <a:cubicBezTo>
                    <a:pt x="5406" y="12431"/>
                    <a:pt x="5097" y="13003"/>
                    <a:pt x="4549" y="13348"/>
                  </a:cubicBezTo>
                  <a:cubicBezTo>
                    <a:pt x="4113" y="13614"/>
                    <a:pt x="3620" y="13747"/>
                    <a:pt x="3113" y="13747"/>
                  </a:cubicBezTo>
                  <a:cubicBezTo>
                    <a:pt x="3052" y="13747"/>
                    <a:pt x="2991" y="13745"/>
                    <a:pt x="2930" y="13741"/>
                  </a:cubicBezTo>
                  <a:cubicBezTo>
                    <a:pt x="1608" y="13681"/>
                    <a:pt x="477" y="12753"/>
                    <a:pt x="441" y="11384"/>
                  </a:cubicBezTo>
                  <a:cubicBezTo>
                    <a:pt x="418" y="10157"/>
                    <a:pt x="1180" y="9181"/>
                    <a:pt x="2132" y="8514"/>
                  </a:cubicBezTo>
                  <a:cubicBezTo>
                    <a:pt x="2446" y="8373"/>
                    <a:pt x="2785" y="8301"/>
                    <a:pt x="3125" y="8301"/>
                  </a:cubicBezTo>
                  <a:close/>
                  <a:moveTo>
                    <a:pt x="4966" y="13658"/>
                  </a:moveTo>
                  <a:cubicBezTo>
                    <a:pt x="4990" y="13765"/>
                    <a:pt x="5025" y="13884"/>
                    <a:pt x="5049" y="14003"/>
                  </a:cubicBezTo>
                  <a:cubicBezTo>
                    <a:pt x="5121" y="14229"/>
                    <a:pt x="5192" y="14467"/>
                    <a:pt x="5263" y="14694"/>
                  </a:cubicBezTo>
                  <a:cubicBezTo>
                    <a:pt x="5418" y="15158"/>
                    <a:pt x="5597" y="15610"/>
                    <a:pt x="5775" y="16075"/>
                  </a:cubicBezTo>
                  <a:cubicBezTo>
                    <a:pt x="5775" y="16075"/>
                    <a:pt x="5775" y="16087"/>
                    <a:pt x="5787" y="16087"/>
                  </a:cubicBezTo>
                  <a:cubicBezTo>
                    <a:pt x="5930" y="16527"/>
                    <a:pt x="6085" y="16956"/>
                    <a:pt x="6252" y="17384"/>
                  </a:cubicBezTo>
                  <a:cubicBezTo>
                    <a:pt x="5990" y="17396"/>
                    <a:pt x="5740" y="17456"/>
                    <a:pt x="5490" y="17551"/>
                  </a:cubicBezTo>
                  <a:cubicBezTo>
                    <a:pt x="5204" y="17670"/>
                    <a:pt x="4942" y="17837"/>
                    <a:pt x="4716" y="18039"/>
                  </a:cubicBezTo>
                  <a:cubicBezTo>
                    <a:pt x="4454" y="17396"/>
                    <a:pt x="4204" y="16753"/>
                    <a:pt x="3978" y="16087"/>
                  </a:cubicBezTo>
                  <a:cubicBezTo>
                    <a:pt x="3847" y="15729"/>
                    <a:pt x="3716" y="15360"/>
                    <a:pt x="3585" y="15003"/>
                  </a:cubicBezTo>
                  <a:cubicBezTo>
                    <a:pt x="3501" y="14741"/>
                    <a:pt x="3418" y="14467"/>
                    <a:pt x="3299" y="14217"/>
                  </a:cubicBezTo>
                  <a:cubicBezTo>
                    <a:pt x="3894" y="14193"/>
                    <a:pt x="4478" y="13991"/>
                    <a:pt x="4966" y="13658"/>
                  </a:cubicBezTo>
                  <a:close/>
                  <a:moveTo>
                    <a:pt x="6304" y="17838"/>
                  </a:moveTo>
                  <a:cubicBezTo>
                    <a:pt x="6622" y="17838"/>
                    <a:pt x="6941" y="17901"/>
                    <a:pt x="7240" y="18027"/>
                  </a:cubicBezTo>
                  <a:cubicBezTo>
                    <a:pt x="8502" y="18575"/>
                    <a:pt x="9038" y="20039"/>
                    <a:pt x="8728" y="21337"/>
                  </a:cubicBezTo>
                  <a:cubicBezTo>
                    <a:pt x="8573" y="21968"/>
                    <a:pt x="8264" y="22540"/>
                    <a:pt x="7716" y="22885"/>
                  </a:cubicBezTo>
                  <a:cubicBezTo>
                    <a:pt x="7291" y="23151"/>
                    <a:pt x="6790" y="23284"/>
                    <a:pt x="6289" y="23284"/>
                  </a:cubicBezTo>
                  <a:cubicBezTo>
                    <a:pt x="6229" y="23284"/>
                    <a:pt x="6169" y="23282"/>
                    <a:pt x="6109" y="23278"/>
                  </a:cubicBezTo>
                  <a:cubicBezTo>
                    <a:pt x="4775" y="23218"/>
                    <a:pt x="3656" y="22278"/>
                    <a:pt x="3620" y="20909"/>
                  </a:cubicBezTo>
                  <a:cubicBezTo>
                    <a:pt x="3597" y="19694"/>
                    <a:pt x="4347" y="18706"/>
                    <a:pt x="5311" y="18051"/>
                  </a:cubicBezTo>
                  <a:cubicBezTo>
                    <a:pt x="5625" y="17910"/>
                    <a:pt x="5964" y="17838"/>
                    <a:pt x="6304" y="17838"/>
                  </a:cubicBezTo>
                  <a:close/>
                  <a:moveTo>
                    <a:pt x="9456" y="1"/>
                  </a:moveTo>
                  <a:cubicBezTo>
                    <a:pt x="9126" y="1"/>
                    <a:pt x="8794" y="63"/>
                    <a:pt x="8478" y="192"/>
                  </a:cubicBezTo>
                  <a:cubicBezTo>
                    <a:pt x="7930" y="418"/>
                    <a:pt x="7466" y="811"/>
                    <a:pt x="7157" y="1323"/>
                  </a:cubicBezTo>
                  <a:cubicBezTo>
                    <a:pt x="6656" y="1835"/>
                    <a:pt x="6335" y="2502"/>
                    <a:pt x="6252" y="3216"/>
                  </a:cubicBezTo>
                  <a:cubicBezTo>
                    <a:pt x="6192" y="3787"/>
                    <a:pt x="6287" y="4359"/>
                    <a:pt x="6549" y="4871"/>
                  </a:cubicBezTo>
                  <a:cubicBezTo>
                    <a:pt x="6037" y="5359"/>
                    <a:pt x="5537" y="5847"/>
                    <a:pt x="5061" y="6359"/>
                  </a:cubicBezTo>
                  <a:cubicBezTo>
                    <a:pt x="4811" y="6645"/>
                    <a:pt x="4585" y="6931"/>
                    <a:pt x="4347" y="7216"/>
                  </a:cubicBezTo>
                  <a:cubicBezTo>
                    <a:pt x="4240" y="7359"/>
                    <a:pt x="4120" y="7490"/>
                    <a:pt x="4025" y="7645"/>
                  </a:cubicBezTo>
                  <a:cubicBezTo>
                    <a:pt x="3978" y="7728"/>
                    <a:pt x="3918" y="7800"/>
                    <a:pt x="3882" y="7871"/>
                  </a:cubicBezTo>
                  <a:lnTo>
                    <a:pt x="3859" y="7907"/>
                  </a:lnTo>
                  <a:cubicBezTo>
                    <a:pt x="3664" y="7862"/>
                    <a:pt x="3467" y="7839"/>
                    <a:pt x="3269" y="7839"/>
                  </a:cubicBezTo>
                  <a:cubicBezTo>
                    <a:pt x="2945" y="7839"/>
                    <a:pt x="2621" y="7900"/>
                    <a:pt x="2311" y="8026"/>
                  </a:cubicBezTo>
                  <a:cubicBezTo>
                    <a:pt x="1763" y="8252"/>
                    <a:pt x="1299" y="8645"/>
                    <a:pt x="989" y="9157"/>
                  </a:cubicBezTo>
                  <a:cubicBezTo>
                    <a:pt x="489" y="9669"/>
                    <a:pt x="168" y="10336"/>
                    <a:pt x="84" y="11050"/>
                  </a:cubicBezTo>
                  <a:cubicBezTo>
                    <a:pt x="1" y="11753"/>
                    <a:pt x="179" y="12479"/>
                    <a:pt x="608" y="13050"/>
                  </a:cubicBezTo>
                  <a:cubicBezTo>
                    <a:pt x="1084" y="13646"/>
                    <a:pt x="1751" y="14039"/>
                    <a:pt x="2501" y="14158"/>
                  </a:cubicBezTo>
                  <a:cubicBezTo>
                    <a:pt x="2668" y="14193"/>
                    <a:pt x="2823" y="14205"/>
                    <a:pt x="2989" y="14217"/>
                  </a:cubicBezTo>
                  <a:cubicBezTo>
                    <a:pt x="3049" y="14515"/>
                    <a:pt x="3132" y="14813"/>
                    <a:pt x="3239" y="15098"/>
                  </a:cubicBezTo>
                  <a:cubicBezTo>
                    <a:pt x="3358" y="15467"/>
                    <a:pt x="3489" y="15837"/>
                    <a:pt x="3620" y="16194"/>
                  </a:cubicBezTo>
                  <a:cubicBezTo>
                    <a:pt x="3894" y="16908"/>
                    <a:pt x="4156" y="17622"/>
                    <a:pt x="4418" y="18337"/>
                  </a:cubicBezTo>
                  <a:cubicBezTo>
                    <a:pt x="4323" y="18444"/>
                    <a:pt x="4228" y="18563"/>
                    <a:pt x="4156" y="18694"/>
                  </a:cubicBezTo>
                  <a:cubicBezTo>
                    <a:pt x="3656" y="19206"/>
                    <a:pt x="3347" y="19873"/>
                    <a:pt x="3263" y="20587"/>
                  </a:cubicBezTo>
                  <a:cubicBezTo>
                    <a:pt x="3180" y="21290"/>
                    <a:pt x="3358" y="22004"/>
                    <a:pt x="3775" y="22587"/>
                  </a:cubicBezTo>
                  <a:cubicBezTo>
                    <a:pt x="4251" y="23171"/>
                    <a:pt x="4930" y="23564"/>
                    <a:pt x="5680" y="23695"/>
                  </a:cubicBezTo>
                  <a:cubicBezTo>
                    <a:pt x="5895" y="23733"/>
                    <a:pt x="6110" y="23753"/>
                    <a:pt x="6322" y="23753"/>
                  </a:cubicBezTo>
                  <a:cubicBezTo>
                    <a:pt x="7545" y="23753"/>
                    <a:pt x="8676" y="23114"/>
                    <a:pt x="9133" y="21897"/>
                  </a:cubicBezTo>
                  <a:cubicBezTo>
                    <a:pt x="9693" y="20397"/>
                    <a:pt x="9228" y="18575"/>
                    <a:pt x="7799" y="17742"/>
                  </a:cubicBezTo>
                  <a:cubicBezTo>
                    <a:pt x="7454" y="17539"/>
                    <a:pt x="7073" y="17420"/>
                    <a:pt x="6680" y="17372"/>
                  </a:cubicBezTo>
                  <a:cubicBezTo>
                    <a:pt x="6442" y="16765"/>
                    <a:pt x="6204" y="16158"/>
                    <a:pt x="5954" y="15563"/>
                  </a:cubicBezTo>
                  <a:cubicBezTo>
                    <a:pt x="5823" y="15241"/>
                    <a:pt x="5692" y="14944"/>
                    <a:pt x="5561" y="14646"/>
                  </a:cubicBezTo>
                  <a:cubicBezTo>
                    <a:pt x="5549" y="14634"/>
                    <a:pt x="5549" y="14622"/>
                    <a:pt x="5549" y="14610"/>
                  </a:cubicBezTo>
                  <a:cubicBezTo>
                    <a:pt x="5466" y="14372"/>
                    <a:pt x="5394" y="14158"/>
                    <a:pt x="5299" y="13932"/>
                  </a:cubicBezTo>
                  <a:cubicBezTo>
                    <a:pt x="5252" y="13812"/>
                    <a:pt x="5192" y="13693"/>
                    <a:pt x="5144" y="13586"/>
                  </a:cubicBezTo>
                  <a:cubicBezTo>
                    <a:pt x="5144" y="13562"/>
                    <a:pt x="5132" y="13551"/>
                    <a:pt x="5121" y="13527"/>
                  </a:cubicBezTo>
                  <a:cubicBezTo>
                    <a:pt x="5502" y="13217"/>
                    <a:pt x="5787" y="12812"/>
                    <a:pt x="5966" y="12360"/>
                  </a:cubicBezTo>
                  <a:cubicBezTo>
                    <a:pt x="6335" y="11348"/>
                    <a:pt x="6252" y="10229"/>
                    <a:pt x="5716" y="9288"/>
                  </a:cubicBezTo>
                  <a:cubicBezTo>
                    <a:pt x="5799" y="9217"/>
                    <a:pt x="5894" y="9133"/>
                    <a:pt x="5978" y="9050"/>
                  </a:cubicBezTo>
                  <a:cubicBezTo>
                    <a:pt x="6097" y="8931"/>
                    <a:pt x="6216" y="8812"/>
                    <a:pt x="6335" y="8681"/>
                  </a:cubicBezTo>
                  <a:cubicBezTo>
                    <a:pt x="6561" y="8419"/>
                    <a:pt x="6787" y="8157"/>
                    <a:pt x="7014" y="7895"/>
                  </a:cubicBezTo>
                  <a:cubicBezTo>
                    <a:pt x="7478" y="7383"/>
                    <a:pt x="7930" y="6871"/>
                    <a:pt x="8395" y="6359"/>
                  </a:cubicBezTo>
                  <a:cubicBezTo>
                    <a:pt x="8419" y="6335"/>
                    <a:pt x="8431" y="6300"/>
                    <a:pt x="8431" y="6276"/>
                  </a:cubicBezTo>
                  <a:cubicBezTo>
                    <a:pt x="8514" y="6288"/>
                    <a:pt x="8597" y="6312"/>
                    <a:pt x="8681" y="6323"/>
                  </a:cubicBezTo>
                  <a:cubicBezTo>
                    <a:pt x="8891" y="6362"/>
                    <a:pt x="9103" y="6381"/>
                    <a:pt x="9311" y="6381"/>
                  </a:cubicBezTo>
                  <a:cubicBezTo>
                    <a:pt x="10530" y="6381"/>
                    <a:pt x="11664" y="5735"/>
                    <a:pt x="12121" y="4526"/>
                  </a:cubicBezTo>
                  <a:cubicBezTo>
                    <a:pt x="12681" y="3014"/>
                    <a:pt x="12217" y="1204"/>
                    <a:pt x="10788" y="370"/>
                  </a:cubicBezTo>
                  <a:cubicBezTo>
                    <a:pt x="10383" y="126"/>
                    <a:pt x="9922" y="1"/>
                    <a:pt x="94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15" name="Google Shape;1515;p35"/>
          <p:cNvSpPr/>
          <p:nvPr/>
        </p:nvSpPr>
        <p:spPr>
          <a:xfrm>
            <a:off x="965749" y="2661611"/>
            <a:ext cx="3164858" cy="43091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 w="19050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accent2"/>
                </a:solidFill>
                <a:latin typeface="Viga"/>
              </a:rPr>
              <a:t>Science Tools</a:t>
            </a:r>
          </a:p>
        </p:txBody>
      </p:sp>
      <p:sp>
        <p:nvSpPr>
          <p:cNvPr id="1516" name="Google Shape;1516;p35"/>
          <p:cNvSpPr txBox="1">
            <a:spLocks noGrp="1"/>
          </p:cNvSpPr>
          <p:nvPr>
            <p:ph type="subTitle" idx="1"/>
          </p:nvPr>
        </p:nvSpPr>
        <p:spPr>
          <a:xfrm>
            <a:off x="889547" y="3664551"/>
            <a:ext cx="4556100" cy="3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where your presentation begins</a:t>
            </a:r>
            <a:endParaRPr/>
          </a:p>
        </p:txBody>
      </p:sp>
      <p:grpSp>
        <p:nvGrpSpPr>
          <p:cNvPr id="1517" name="Google Shape;1517;p35"/>
          <p:cNvGrpSpPr/>
          <p:nvPr/>
        </p:nvGrpSpPr>
        <p:grpSpPr>
          <a:xfrm rot="632848">
            <a:off x="3322815" y="4322277"/>
            <a:ext cx="680912" cy="616758"/>
            <a:chOff x="97150" y="125625"/>
            <a:chExt cx="545475" cy="494050"/>
          </a:xfrm>
        </p:grpSpPr>
        <p:sp>
          <p:nvSpPr>
            <p:cNvPr id="1518" name="Google Shape;1518;p35"/>
            <p:cNvSpPr/>
            <p:nvPr/>
          </p:nvSpPr>
          <p:spPr>
            <a:xfrm>
              <a:off x="112200" y="541325"/>
              <a:ext cx="518525" cy="69375"/>
            </a:xfrm>
            <a:custGeom>
              <a:avLst/>
              <a:gdLst/>
              <a:ahLst/>
              <a:cxnLst/>
              <a:rect l="l" t="t" r="r" b="b"/>
              <a:pathLst>
                <a:path w="20741" h="2775" extrusionOk="0">
                  <a:moveTo>
                    <a:pt x="20646" y="1"/>
                  </a:moveTo>
                  <a:cubicBezTo>
                    <a:pt x="20646" y="48"/>
                    <a:pt x="20610" y="96"/>
                    <a:pt x="20550" y="108"/>
                  </a:cubicBezTo>
                  <a:cubicBezTo>
                    <a:pt x="19824" y="227"/>
                    <a:pt x="19086" y="274"/>
                    <a:pt x="18348" y="346"/>
                  </a:cubicBezTo>
                  <a:cubicBezTo>
                    <a:pt x="17609" y="417"/>
                    <a:pt x="16871" y="489"/>
                    <a:pt x="16145" y="572"/>
                  </a:cubicBezTo>
                  <a:lnTo>
                    <a:pt x="8287" y="1394"/>
                  </a:lnTo>
                  <a:cubicBezTo>
                    <a:pt x="6977" y="1525"/>
                    <a:pt x="5667" y="1656"/>
                    <a:pt x="4346" y="1787"/>
                  </a:cubicBezTo>
                  <a:cubicBezTo>
                    <a:pt x="3120" y="1906"/>
                    <a:pt x="1881" y="2037"/>
                    <a:pt x="643" y="2084"/>
                  </a:cubicBezTo>
                  <a:lnTo>
                    <a:pt x="583" y="2084"/>
                  </a:lnTo>
                  <a:cubicBezTo>
                    <a:pt x="393" y="2310"/>
                    <a:pt x="191" y="2537"/>
                    <a:pt x="0" y="2775"/>
                  </a:cubicBezTo>
                  <a:cubicBezTo>
                    <a:pt x="1143" y="2644"/>
                    <a:pt x="2298" y="2549"/>
                    <a:pt x="3441" y="2465"/>
                  </a:cubicBezTo>
                  <a:cubicBezTo>
                    <a:pt x="3429" y="2406"/>
                    <a:pt x="3417" y="2346"/>
                    <a:pt x="3417" y="2287"/>
                  </a:cubicBezTo>
                  <a:cubicBezTo>
                    <a:pt x="3417" y="2227"/>
                    <a:pt x="3465" y="2191"/>
                    <a:pt x="3512" y="2179"/>
                  </a:cubicBezTo>
                  <a:cubicBezTo>
                    <a:pt x="3519" y="2178"/>
                    <a:pt x="3525" y="2177"/>
                    <a:pt x="3531" y="2177"/>
                  </a:cubicBezTo>
                  <a:cubicBezTo>
                    <a:pt x="3572" y="2177"/>
                    <a:pt x="3609" y="2210"/>
                    <a:pt x="3620" y="2251"/>
                  </a:cubicBezTo>
                  <a:lnTo>
                    <a:pt x="3655" y="2441"/>
                  </a:lnTo>
                  <a:cubicBezTo>
                    <a:pt x="3882" y="2429"/>
                    <a:pt x="4096" y="2418"/>
                    <a:pt x="4322" y="2394"/>
                  </a:cubicBezTo>
                  <a:cubicBezTo>
                    <a:pt x="4322" y="2322"/>
                    <a:pt x="4334" y="2239"/>
                    <a:pt x="4346" y="2168"/>
                  </a:cubicBezTo>
                  <a:cubicBezTo>
                    <a:pt x="4356" y="2120"/>
                    <a:pt x="4395" y="2098"/>
                    <a:pt x="4435" y="2098"/>
                  </a:cubicBezTo>
                  <a:cubicBezTo>
                    <a:pt x="4485" y="2098"/>
                    <a:pt x="4536" y="2132"/>
                    <a:pt x="4536" y="2191"/>
                  </a:cubicBezTo>
                  <a:cubicBezTo>
                    <a:pt x="4536" y="2251"/>
                    <a:pt x="4536" y="2310"/>
                    <a:pt x="4536" y="2382"/>
                  </a:cubicBezTo>
                  <a:lnTo>
                    <a:pt x="4596" y="2382"/>
                  </a:lnTo>
                  <a:lnTo>
                    <a:pt x="5691" y="2287"/>
                  </a:lnTo>
                  <a:cubicBezTo>
                    <a:pt x="5691" y="2275"/>
                    <a:pt x="5691" y="2263"/>
                    <a:pt x="5691" y="2251"/>
                  </a:cubicBezTo>
                  <a:cubicBezTo>
                    <a:pt x="5679" y="2215"/>
                    <a:pt x="5679" y="2179"/>
                    <a:pt x="5667" y="2156"/>
                  </a:cubicBezTo>
                  <a:lnTo>
                    <a:pt x="5644" y="2108"/>
                  </a:lnTo>
                  <a:cubicBezTo>
                    <a:pt x="5620" y="2072"/>
                    <a:pt x="5632" y="2025"/>
                    <a:pt x="5667" y="2001"/>
                  </a:cubicBezTo>
                  <a:cubicBezTo>
                    <a:pt x="5679" y="1989"/>
                    <a:pt x="5700" y="1983"/>
                    <a:pt x="5721" y="1983"/>
                  </a:cubicBezTo>
                  <a:cubicBezTo>
                    <a:pt x="5742" y="1983"/>
                    <a:pt x="5763" y="1989"/>
                    <a:pt x="5775" y="2001"/>
                  </a:cubicBezTo>
                  <a:cubicBezTo>
                    <a:pt x="5822" y="2048"/>
                    <a:pt x="5870" y="2096"/>
                    <a:pt x="5882" y="2168"/>
                  </a:cubicBezTo>
                  <a:cubicBezTo>
                    <a:pt x="5894" y="2191"/>
                    <a:pt x="5906" y="2227"/>
                    <a:pt x="5906" y="2263"/>
                  </a:cubicBezTo>
                  <a:lnTo>
                    <a:pt x="6727" y="2191"/>
                  </a:lnTo>
                  <a:cubicBezTo>
                    <a:pt x="6727" y="2179"/>
                    <a:pt x="6715" y="2168"/>
                    <a:pt x="6715" y="2156"/>
                  </a:cubicBezTo>
                  <a:cubicBezTo>
                    <a:pt x="6715" y="2156"/>
                    <a:pt x="6727" y="2156"/>
                    <a:pt x="6715" y="2144"/>
                  </a:cubicBezTo>
                  <a:cubicBezTo>
                    <a:pt x="6703" y="2120"/>
                    <a:pt x="6703" y="2108"/>
                    <a:pt x="6703" y="2096"/>
                  </a:cubicBezTo>
                  <a:cubicBezTo>
                    <a:pt x="6703" y="2084"/>
                    <a:pt x="6691" y="2072"/>
                    <a:pt x="6691" y="2060"/>
                  </a:cubicBezTo>
                  <a:cubicBezTo>
                    <a:pt x="6679" y="2060"/>
                    <a:pt x="6679" y="2048"/>
                    <a:pt x="6668" y="2048"/>
                  </a:cubicBezTo>
                  <a:cubicBezTo>
                    <a:pt x="6656" y="2025"/>
                    <a:pt x="6644" y="2001"/>
                    <a:pt x="6644" y="1977"/>
                  </a:cubicBezTo>
                  <a:cubicBezTo>
                    <a:pt x="6644" y="1953"/>
                    <a:pt x="6656" y="1929"/>
                    <a:pt x="6668" y="1906"/>
                  </a:cubicBezTo>
                  <a:cubicBezTo>
                    <a:pt x="6679" y="1894"/>
                    <a:pt x="6703" y="1882"/>
                    <a:pt x="6715" y="1870"/>
                  </a:cubicBezTo>
                  <a:lnTo>
                    <a:pt x="6763" y="1870"/>
                  </a:lnTo>
                  <a:cubicBezTo>
                    <a:pt x="6775" y="1882"/>
                    <a:pt x="6787" y="1882"/>
                    <a:pt x="6799" y="1894"/>
                  </a:cubicBezTo>
                  <a:cubicBezTo>
                    <a:pt x="6846" y="1918"/>
                    <a:pt x="6882" y="1953"/>
                    <a:pt x="6906" y="2001"/>
                  </a:cubicBezTo>
                  <a:cubicBezTo>
                    <a:pt x="6918" y="2025"/>
                    <a:pt x="6930" y="2048"/>
                    <a:pt x="6941" y="2072"/>
                  </a:cubicBezTo>
                  <a:cubicBezTo>
                    <a:pt x="6953" y="2108"/>
                    <a:pt x="6953" y="2132"/>
                    <a:pt x="6953" y="2156"/>
                  </a:cubicBezTo>
                  <a:cubicBezTo>
                    <a:pt x="6953" y="2168"/>
                    <a:pt x="6953" y="2168"/>
                    <a:pt x="6953" y="2179"/>
                  </a:cubicBezTo>
                  <a:lnTo>
                    <a:pt x="7906" y="2096"/>
                  </a:lnTo>
                  <a:cubicBezTo>
                    <a:pt x="7894" y="2072"/>
                    <a:pt x="7894" y="2060"/>
                    <a:pt x="7882" y="2037"/>
                  </a:cubicBezTo>
                  <a:cubicBezTo>
                    <a:pt x="7882" y="2013"/>
                    <a:pt x="7870" y="1989"/>
                    <a:pt x="7870" y="1965"/>
                  </a:cubicBezTo>
                  <a:cubicBezTo>
                    <a:pt x="7858" y="1941"/>
                    <a:pt x="7846" y="1929"/>
                    <a:pt x="7846" y="1906"/>
                  </a:cubicBezTo>
                  <a:cubicBezTo>
                    <a:pt x="7834" y="1870"/>
                    <a:pt x="7846" y="1834"/>
                    <a:pt x="7882" y="1822"/>
                  </a:cubicBezTo>
                  <a:cubicBezTo>
                    <a:pt x="7888" y="1819"/>
                    <a:pt x="7896" y="1818"/>
                    <a:pt x="7903" y="1818"/>
                  </a:cubicBezTo>
                  <a:cubicBezTo>
                    <a:pt x="7924" y="1818"/>
                    <a:pt x="7948" y="1829"/>
                    <a:pt x="7965" y="1846"/>
                  </a:cubicBezTo>
                  <a:cubicBezTo>
                    <a:pt x="7977" y="1870"/>
                    <a:pt x="7989" y="1894"/>
                    <a:pt x="8001" y="1918"/>
                  </a:cubicBezTo>
                  <a:lnTo>
                    <a:pt x="8037" y="1965"/>
                  </a:lnTo>
                  <a:cubicBezTo>
                    <a:pt x="8049" y="1989"/>
                    <a:pt x="8073" y="2001"/>
                    <a:pt x="8084" y="2025"/>
                  </a:cubicBezTo>
                  <a:cubicBezTo>
                    <a:pt x="8096" y="2037"/>
                    <a:pt x="8096" y="2060"/>
                    <a:pt x="8096" y="2072"/>
                  </a:cubicBezTo>
                  <a:lnTo>
                    <a:pt x="8811" y="2013"/>
                  </a:lnTo>
                  <a:cubicBezTo>
                    <a:pt x="8799" y="1953"/>
                    <a:pt x="8787" y="1894"/>
                    <a:pt x="8775" y="1834"/>
                  </a:cubicBezTo>
                  <a:cubicBezTo>
                    <a:pt x="8763" y="1810"/>
                    <a:pt x="8775" y="1787"/>
                    <a:pt x="8799" y="1775"/>
                  </a:cubicBezTo>
                  <a:cubicBezTo>
                    <a:pt x="8823" y="1775"/>
                    <a:pt x="8846" y="1775"/>
                    <a:pt x="8858" y="1798"/>
                  </a:cubicBezTo>
                  <a:cubicBezTo>
                    <a:pt x="8894" y="1870"/>
                    <a:pt x="8918" y="1929"/>
                    <a:pt x="8954" y="2001"/>
                  </a:cubicBezTo>
                  <a:lnTo>
                    <a:pt x="9787" y="1929"/>
                  </a:lnTo>
                  <a:lnTo>
                    <a:pt x="9787" y="1906"/>
                  </a:lnTo>
                  <a:cubicBezTo>
                    <a:pt x="9775" y="1858"/>
                    <a:pt x="9763" y="1822"/>
                    <a:pt x="9751" y="1775"/>
                  </a:cubicBezTo>
                  <a:cubicBezTo>
                    <a:pt x="9751" y="1751"/>
                    <a:pt x="9763" y="1715"/>
                    <a:pt x="9787" y="1703"/>
                  </a:cubicBezTo>
                  <a:cubicBezTo>
                    <a:pt x="9797" y="1700"/>
                    <a:pt x="9806" y="1699"/>
                    <a:pt x="9815" y="1699"/>
                  </a:cubicBezTo>
                  <a:cubicBezTo>
                    <a:pt x="9840" y="1699"/>
                    <a:pt x="9862" y="1710"/>
                    <a:pt x="9870" y="1727"/>
                  </a:cubicBezTo>
                  <a:cubicBezTo>
                    <a:pt x="9894" y="1763"/>
                    <a:pt x="9906" y="1810"/>
                    <a:pt x="9930" y="1846"/>
                  </a:cubicBezTo>
                  <a:lnTo>
                    <a:pt x="9978" y="1918"/>
                  </a:lnTo>
                  <a:lnTo>
                    <a:pt x="10954" y="1834"/>
                  </a:lnTo>
                  <a:cubicBezTo>
                    <a:pt x="10942" y="1775"/>
                    <a:pt x="10942" y="1727"/>
                    <a:pt x="10942" y="1667"/>
                  </a:cubicBezTo>
                  <a:cubicBezTo>
                    <a:pt x="10942" y="1644"/>
                    <a:pt x="10954" y="1620"/>
                    <a:pt x="10990" y="1608"/>
                  </a:cubicBezTo>
                  <a:cubicBezTo>
                    <a:pt x="10996" y="1605"/>
                    <a:pt x="11003" y="1603"/>
                    <a:pt x="11011" y="1603"/>
                  </a:cubicBezTo>
                  <a:cubicBezTo>
                    <a:pt x="11031" y="1603"/>
                    <a:pt x="11052" y="1614"/>
                    <a:pt x="11061" y="1632"/>
                  </a:cubicBezTo>
                  <a:cubicBezTo>
                    <a:pt x="11085" y="1691"/>
                    <a:pt x="11097" y="1739"/>
                    <a:pt x="11121" y="1787"/>
                  </a:cubicBezTo>
                  <a:cubicBezTo>
                    <a:pt x="11121" y="1798"/>
                    <a:pt x="11132" y="1810"/>
                    <a:pt x="11132" y="1810"/>
                  </a:cubicBezTo>
                  <a:lnTo>
                    <a:pt x="11966" y="1739"/>
                  </a:lnTo>
                  <a:cubicBezTo>
                    <a:pt x="11966" y="1731"/>
                    <a:pt x="11966" y="1723"/>
                    <a:pt x="11966" y="1715"/>
                  </a:cubicBezTo>
                  <a:cubicBezTo>
                    <a:pt x="11966" y="1679"/>
                    <a:pt x="11966" y="1644"/>
                    <a:pt x="11966" y="1620"/>
                  </a:cubicBezTo>
                  <a:cubicBezTo>
                    <a:pt x="11966" y="1608"/>
                    <a:pt x="11966" y="1608"/>
                    <a:pt x="11966" y="1608"/>
                  </a:cubicBezTo>
                  <a:lnTo>
                    <a:pt x="11966" y="1584"/>
                  </a:lnTo>
                  <a:cubicBezTo>
                    <a:pt x="11966" y="1560"/>
                    <a:pt x="11966" y="1548"/>
                    <a:pt x="11954" y="1537"/>
                  </a:cubicBezTo>
                  <a:cubicBezTo>
                    <a:pt x="11945" y="1502"/>
                    <a:pt x="11974" y="1474"/>
                    <a:pt x="12003" y="1474"/>
                  </a:cubicBezTo>
                  <a:cubicBezTo>
                    <a:pt x="12015" y="1474"/>
                    <a:pt x="12027" y="1479"/>
                    <a:pt x="12037" y="1489"/>
                  </a:cubicBezTo>
                  <a:cubicBezTo>
                    <a:pt x="12097" y="1560"/>
                    <a:pt x="12133" y="1632"/>
                    <a:pt x="12156" y="1727"/>
                  </a:cubicBezTo>
                  <a:cubicBezTo>
                    <a:pt x="12359" y="1703"/>
                    <a:pt x="12573" y="1691"/>
                    <a:pt x="12787" y="1667"/>
                  </a:cubicBezTo>
                  <a:lnTo>
                    <a:pt x="12966" y="1644"/>
                  </a:lnTo>
                  <a:lnTo>
                    <a:pt x="12966" y="1572"/>
                  </a:lnTo>
                  <a:lnTo>
                    <a:pt x="12990" y="1394"/>
                  </a:lnTo>
                  <a:cubicBezTo>
                    <a:pt x="12990" y="1382"/>
                    <a:pt x="13002" y="1358"/>
                    <a:pt x="13026" y="1358"/>
                  </a:cubicBezTo>
                  <a:cubicBezTo>
                    <a:pt x="13049" y="1358"/>
                    <a:pt x="13073" y="1370"/>
                    <a:pt x="13073" y="1394"/>
                  </a:cubicBezTo>
                  <a:cubicBezTo>
                    <a:pt x="13085" y="1441"/>
                    <a:pt x="13109" y="1501"/>
                    <a:pt x="13121" y="1548"/>
                  </a:cubicBezTo>
                  <a:cubicBezTo>
                    <a:pt x="13121" y="1584"/>
                    <a:pt x="13133" y="1608"/>
                    <a:pt x="13133" y="1632"/>
                  </a:cubicBezTo>
                  <a:lnTo>
                    <a:pt x="13942" y="1548"/>
                  </a:lnTo>
                  <a:cubicBezTo>
                    <a:pt x="13942" y="1537"/>
                    <a:pt x="13942" y="1525"/>
                    <a:pt x="13942" y="1513"/>
                  </a:cubicBezTo>
                  <a:cubicBezTo>
                    <a:pt x="13942" y="1477"/>
                    <a:pt x="13942" y="1441"/>
                    <a:pt x="13942" y="1394"/>
                  </a:cubicBezTo>
                  <a:cubicBezTo>
                    <a:pt x="13942" y="1382"/>
                    <a:pt x="13930" y="1358"/>
                    <a:pt x="13930" y="1334"/>
                  </a:cubicBezTo>
                  <a:cubicBezTo>
                    <a:pt x="13922" y="1271"/>
                    <a:pt x="13967" y="1234"/>
                    <a:pt x="14012" y="1234"/>
                  </a:cubicBezTo>
                  <a:cubicBezTo>
                    <a:pt x="14035" y="1234"/>
                    <a:pt x="14057" y="1243"/>
                    <a:pt x="14073" y="1263"/>
                  </a:cubicBezTo>
                  <a:cubicBezTo>
                    <a:pt x="14109" y="1322"/>
                    <a:pt x="14133" y="1382"/>
                    <a:pt x="14145" y="1441"/>
                  </a:cubicBezTo>
                  <a:cubicBezTo>
                    <a:pt x="14157" y="1465"/>
                    <a:pt x="14169" y="1501"/>
                    <a:pt x="14169" y="1525"/>
                  </a:cubicBezTo>
                  <a:lnTo>
                    <a:pt x="14169" y="1537"/>
                  </a:lnTo>
                  <a:lnTo>
                    <a:pt x="15133" y="1441"/>
                  </a:lnTo>
                  <a:cubicBezTo>
                    <a:pt x="15133" y="1417"/>
                    <a:pt x="15133" y="1406"/>
                    <a:pt x="15133" y="1382"/>
                  </a:cubicBezTo>
                  <a:cubicBezTo>
                    <a:pt x="15133" y="1358"/>
                    <a:pt x="15133" y="1322"/>
                    <a:pt x="15133" y="1286"/>
                  </a:cubicBezTo>
                  <a:cubicBezTo>
                    <a:pt x="15145" y="1263"/>
                    <a:pt x="15145" y="1227"/>
                    <a:pt x="15157" y="1203"/>
                  </a:cubicBezTo>
                  <a:cubicBezTo>
                    <a:pt x="15169" y="1167"/>
                    <a:pt x="15169" y="1144"/>
                    <a:pt x="15169" y="1120"/>
                  </a:cubicBezTo>
                  <a:cubicBezTo>
                    <a:pt x="15181" y="1096"/>
                    <a:pt x="15204" y="1084"/>
                    <a:pt x="15228" y="1084"/>
                  </a:cubicBezTo>
                  <a:cubicBezTo>
                    <a:pt x="15252" y="1084"/>
                    <a:pt x="15264" y="1108"/>
                    <a:pt x="15264" y="1132"/>
                  </a:cubicBezTo>
                  <a:cubicBezTo>
                    <a:pt x="15264" y="1156"/>
                    <a:pt x="15264" y="1179"/>
                    <a:pt x="15264" y="1203"/>
                  </a:cubicBezTo>
                  <a:cubicBezTo>
                    <a:pt x="15264" y="1227"/>
                    <a:pt x="15276" y="1263"/>
                    <a:pt x="15288" y="1286"/>
                  </a:cubicBezTo>
                  <a:cubicBezTo>
                    <a:pt x="15288" y="1298"/>
                    <a:pt x="15288" y="1310"/>
                    <a:pt x="15300" y="1322"/>
                  </a:cubicBezTo>
                  <a:lnTo>
                    <a:pt x="15300" y="1346"/>
                  </a:lnTo>
                  <a:cubicBezTo>
                    <a:pt x="15300" y="1358"/>
                    <a:pt x="15300" y="1358"/>
                    <a:pt x="15300" y="1358"/>
                  </a:cubicBezTo>
                  <a:cubicBezTo>
                    <a:pt x="15300" y="1370"/>
                    <a:pt x="15312" y="1382"/>
                    <a:pt x="15312" y="1394"/>
                  </a:cubicBezTo>
                  <a:cubicBezTo>
                    <a:pt x="15312" y="1406"/>
                    <a:pt x="15312" y="1417"/>
                    <a:pt x="15312" y="1417"/>
                  </a:cubicBezTo>
                  <a:lnTo>
                    <a:pt x="16288" y="1322"/>
                  </a:lnTo>
                  <a:cubicBezTo>
                    <a:pt x="16288" y="1298"/>
                    <a:pt x="16288" y="1286"/>
                    <a:pt x="16288" y="1263"/>
                  </a:cubicBezTo>
                  <a:cubicBezTo>
                    <a:pt x="16288" y="1215"/>
                    <a:pt x="16288" y="1167"/>
                    <a:pt x="16276" y="1132"/>
                  </a:cubicBezTo>
                  <a:cubicBezTo>
                    <a:pt x="16267" y="1123"/>
                    <a:pt x="16277" y="1115"/>
                    <a:pt x="16287" y="1115"/>
                  </a:cubicBezTo>
                  <a:cubicBezTo>
                    <a:pt x="16292" y="1115"/>
                    <a:pt x="16296" y="1116"/>
                    <a:pt x="16300" y="1120"/>
                  </a:cubicBezTo>
                  <a:cubicBezTo>
                    <a:pt x="16324" y="1167"/>
                    <a:pt x="16335" y="1203"/>
                    <a:pt x="16347" y="1251"/>
                  </a:cubicBezTo>
                  <a:lnTo>
                    <a:pt x="16347" y="1322"/>
                  </a:lnTo>
                  <a:lnTo>
                    <a:pt x="16883" y="1263"/>
                  </a:lnTo>
                  <a:lnTo>
                    <a:pt x="16990" y="1251"/>
                  </a:lnTo>
                  <a:cubicBezTo>
                    <a:pt x="16990" y="1227"/>
                    <a:pt x="16990" y="1203"/>
                    <a:pt x="17002" y="1191"/>
                  </a:cubicBezTo>
                  <a:cubicBezTo>
                    <a:pt x="17002" y="1167"/>
                    <a:pt x="17014" y="1144"/>
                    <a:pt x="17026" y="1132"/>
                  </a:cubicBezTo>
                  <a:lnTo>
                    <a:pt x="17050" y="1096"/>
                  </a:lnTo>
                  <a:cubicBezTo>
                    <a:pt x="17050" y="1084"/>
                    <a:pt x="17062" y="1072"/>
                    <a:pt x="17062" y="1060"/>
                  </a:cubicBezTo>
                  <a:cubicBezTo>
                    <a:pt x="17067" y="1033"/>
                    <a:pt x="17085" y="1021"/>
                    <a:pt x="17103" y="1021"/>
                  </a:cubicBezTo>
                  <a:cubicBezTo>
                    <a:pt x="17126" y="1021"/>
                    <a:pt x="17150" y="1039"/>
                    <a:pt x="17157" y="1072"/>
                  </a:cubicBezTo>
                  <a:lnTo>
                    <a:pt x="17157" y="1084"/>
                  </a:lnTo>
                  <a:lnTo>
                    <a:pt x="17169" y="1120"/>
                  </a:lnTo>
                  <a:cubicBezTo>
                    <a:pt x="17181" y="1132"/>
                    <a:pt x="17181" y="1144"/>
                    <a:pt x="17193" y="1156"/>
                  </a:cubicBezTo>
                  <a:cubicBezTo>
                    <a:pt x="17193" y="1167"/>
                    <a:pt x="17193" y="1179"/>
                    <a:pt x="17205" y="1191"/>
                  </a:cubicBezTo>
                  <a:lnTo>
                    <a:pt x="17205" y="1203"/>
                  </a:lnTo>
                  <a:lnTo>
                    <a:pt x="17205" y="1227"/>
                  </a:lnTo>
                  <a:lnTo>
                    <a:pt x="18133" y="1132"/>
                  </a:lnTo>
                  <a:cubicBezTo>
                    <a:pt x="18133" y="1120"/>
                    <a:pt x="18133" y="1108"/>
                    <a:pt x="18133" y="1096"/>
                  </a:cubicBezTo>
                  <a:cubicBezTo>
                    <a:pt x="18133" y="1048"/>
                    <a:pt x="18145" y="1001"/>
                    <a:pt x="18169" y="965"/>
                  </a:cubicBezTo>
                  <a:cubicBezTo>
                    <a:pt x="18169" y="929"/>
                    <a:pt x="18205" y="917"/>
                    <a:pt x="18229" y="917"/>
                  </a:cubicBezTo>
                  <a:cubicBezTo>
                    <a:pt x="18264" y="917"/>
                    <a:pt x="18300" y="941"/>
                    <a:pt x="18288" y="989"/>
                  </a:cubicBezTo>
                  <a:lnTo>
                    <a:pt x="18288" y="1001"/>
                  </a:lnTo>
                  <a:cubicBezTo>
                    <a:pt x="18288" y="1013"/>
                    <a:pt x="18288" y="1013"/>
                    <a:pt x="18288" y="1036"/>
                  </a:cubicBezTo>
                  <a:cubicBezTo>
                    <a:pt x="18300" y="1060"/>
                    <a:pt x="18312" y="1084"/>
                    <a:pt x="18312" y="1108"/>
                  </a:cubicBezTo>
                  <a:lnTo>
                    <a:pt x="18312" y="1120"/>
                  </a:lnTo>
                  <a:lnTo>
                    <a:pt x="19133" y="1036"/>
                  </a:lnTo>
                  <a:cubicBezTo>
                    <a:pt x="19122" y="1025"/>
                    <a:pt x="19122" y="1001"/>
                    <a:pt x="19122" y="989"/>
                  </a:cubicBezTo>
                  <a:cubicBezTo>
                    <a:pt x="19110" y="929"/>
                    <a:pt x="19122" y="882"/>
                    <a:pt x="19133" y="834"/>
                  </a:cubicBezTo>
                  <a:cubicBezTo>
                    <a:pt x="19143" y="815"/>
                    <a:pt x="19161" y="795"/>
                    <a:pt x="19180" y="795"/>
                  </a:cubicBezTo>
                  <a:cubicBezTo>
                    <a:pt x="19184" y="795"/>
                    <a:pt x="19189" y="796"/>
                    <a:pt x="19193" y="798"/>
                  </a:cubicBezTo>
                  <a:cubicBezTo>
                    <a:pt x="19229" y="798"/>
                    <a:pt x="19252" y="822"/>
                    <a:pt x="19252" y="846"/>
                  </a:cubicBezTo>
                  <a:cubicBezTo>
                    <a:pt x="19241" y="858"/>
                    <a:pt x="19241" y="870"/>
                    <a:pt x="19252" y="882"/>
                  </a:cubicBezTo>
                  <a:cubicBezTo>
                    <a:pt x="19241" y="894"/>
                    <a:pt x="19241" y="894"/>
                    <a:pt x="19252" y="905"/>
                  </a:cubicBezTo>
                  <a:cubicBezTo>
                    <a:pt x="19252" y="917"/>
                    <a:pt x="19252" y="941"/>
                    <a:pt x="19264" y="965"/>
                  </a:cubicBezTo>
                  <a:cubicBezTo>
                    <a:pt x="19264" y="965"/>
                    <a:pt x="19264" y="977"/>
                    <a:pt x="19276" y="989"/>
                  </a:cubicBezTo>
                  <a:cubicBezTo>
                    <a:pt x="19276" y="1001"/>
                    <a:pt x="19288" y="1013"/>
                    <a:pt x="19288" y="1013"/>
                  </a:cubicBezTo>
                  <a:lnTo>
                    <a:pt x="19884" y="965"/>
                  </a:lnTo>
                  <a:cubicBezTo>
                    <a:pt x="19884" y="941"/>
                    <a:pt x="19884" y="929"/>
                    <a:pt x="19884" y="917"/>
                  </a:cubicBezTo>
                  <a:cubicBezTo>
                    <a:pt x="19895" y="834"/>
                    <a:pt x="19907" y="763"/>
                    <a:pt x="19931" y="679"/>
                  </a:cubicBezTo>
                  <a:cubicBezTo>
                    <a:pt x="19931" y="667"/>
                    <a:pt x="19955" y="644"/>
                    <a:pt x="19979" y="644"/>
                  </a:cubicBezTo>
                  <a:cubicBezTo>
                    <a:pt x="19991" y="644"/>
                    <a:pt x="20014" y="667"/>
                    <a:pt x="20026" y="679"/>
                  </a:cubicBezTo>
                  <a:cubicBezTo>
                    <a:pt x="20038" y="763"/>
                    <a:pt x="20050" y="834"/>
                    <a:pt x="20062" y="917"/>
                  </a:cubicBezTo>
                  <a:cubicBezTo>
                    <a:pt x="20062" y="929"/>
                    <a:pt x="20062" y="941"/>
                    <a:pt x="20062" y="941"/>
                  </a:cubicBezTo>
                  <a:cubicBezTo>
                    <a:pt x="20288" y="929"/>
                    <a:pt x="20515" y="905"/>
                    <a:pt x="20741" y="894"/>
                  </a:cubicBezTo>
                  <a:cubicBezTo>
                    <a:pt x="20705" y="596"/>
                    <a:pt x="20693" y="298"/>
                    <a:pt x="20669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35"/>
            <p:cNvSpPr/>
            <p:nvPr/>
          </p:nvSpPr>
          <p:spPr>
            <a:xfrm>
              <a:off x="128275" y="135025"/>
              <a:ext cx="500675" cy="456925"/>
            </a:xfrm>
            <a:custGeom>
              <a:avLst/>
              <a:gdLst/>
              <a:ahLst/>
              <a:cxnLst/>
              <a:rect l="l" t="t" r="r" b="b"/>
              <a:pathLst>
                <a:path w="20027" h="18277" extrusionOk="0">
                  <a:moveTo>
                    <a:pt x="16663" y="4340"/>
                  </a:moveTo>
                  <a:cubicBezTo>
                    <a:pt x="16760" y="4340"/>
                    <a:pt x="16855" y="4403"/>
                    <a:pt x="16847" y="4513"/>
                  </a:cubicBezTo>
                  <a:cubicBezTo>
                    <a:pt x="16764" y="6228"/>
                    <a:pt x="16788" y="7954"/>
                    <a:pt x="16835" y="9657"/>
                  </a:cubicBezTo>
                  <a:cubicBezTo>
                    <a:pt x="16859" y="10419"/>
                    <a:pt x="16907" y="11169"/>
                    <a:pt x="16943" y="11931"/>
                  </a:cubicBezTo>
                  <a:cubicBezTo>
                    <a:pt x="16978" y="12681"/>
                    <a:pt x="17062" y="13431"/>
                    <a:pt x="17097" y="14181"/>
                  </a:cubicBezTo>
                  <a:cubicBezTo>
                    <a:pt x="17097" y="14371"/>
                    <a:pt x="17097" y="14562"/>
                    <a:pt x="17097" y="14741"/>
                  </a:cubicBezTo>
                  <a:cubicBezTo>
                    <a:pt x="17109" y="14895"/>
                    <a:pt x="17097" y="15050"/>
                    <a:pt x="17050" y="15193"/>
                  </a:cubicBezTo>
                  <a:cubicBezTo>
                    <a:pt x="16919" y="15503"/>
                    <a:pt x="16514" y="15503"/>
                    <a:pt x="16216" y="15538"/>
                  </a:cubicBezTo>
                  <a:cubicBezTo>
                    <a:pt x="15466" y="15633"/>
                    <a:pt x="14704" y="15729"/>
                    <a:pt x="13954" y="15812"/>
                  </a:cubicBezTo>
                  <a:cubicBezTo>
                    <a:pt x="10954" y="16181"/>
                    <a:pt x="7941" y="16526"/>
                    <a:pt x="4929" y="16860"/>
                  </a:cubicBezTo>
                  <a:cubicBezTo>
                    <a:pt x="4751" y="16860"/>
                    <a:pt x="4655" y="16646"/>
                    <a:pt x="4774" y="16515"/>
                  </a:cubicBezTo>
                  <a:cubicBezTo>
                    <a:pt x="5084" y="16229"/>
                    <a:pt x="5394" y="15955"/>
                    <a:pt x="5703" y="15681"/>
                  </a:cubicBezTo>
                  <a:cubicBezTo>
                    <a:pt x="5894" y="15467"/>
                    <a:pt x="6096" y="15264"/>
                    <a:pt x="6287" y="15062"/>
                  </a:cubicBezTo>
                  <a:cubicBezTo>
                    <a:pt x="6727" y="14633"/>
                    <a:pt x="7156" y="14205"/>
                    <a:pt x="7584" y="13776"/>
                  </a:cubicBezTo>
                  <a:cubicBezTo>
                    <a:pt x="9120" y="12240"/>
                    <a:pt x="10632" y="10704"/>
                    <a:pt x="12121" y="9145"/>
                  </a:cubicBezTo>
                  <a:cubicBezTo>
                    <a:pt x="12859" y="8359"/>
                    <a:pt x="13585" y="7585"/>
                    <a:pt x="14323" y="6787"/>
                  </a:cubicBezTo>
                  <a:cubicBezTo>
                    <a:pt x="15061" y="6001"/>
                    <a:pt x="15776" y="5180"/>
                    <a:pt x="16526" y="4394"/>
                  </a:cubicBezTo>
                  <a:cubicBezTo>
                    <a:pt x="16563" y="4357"/>
                    <a:pt x="16613" y="4340"/>
                    <a:pt x="16663" y="4340"/>
                  </a:cubicBezTo>
                  <a:close/>
                  <a:moveTo>
                    <a:pt x="18514" y="1"/>
                  </a:moveTo>
                  <a:cubicBezTo>
                    <a:pt x="17871" y="691"/>
                    <a:pt x="17157" y="1310"/>
                    <a:pt x="16478" y="1953"/>
                  </a:cubicBezTo>
                  <a:lnTo>
                    <a:pt x="14252" y="4037"/>
                  </a:lnTo>
                  <a:cubicBezTo>
                    <a:pt x="11585" y="6513"/>
                    <a:pt x="8954" y="9026"/>
                    <a:pt x="6346" y="11562"/>
                  </a:cubicBezTo>
                  <a:cubicBezTo>
                    <a:pt x="4131" y="13717"/>
                    <a:pt x="2000" y="15931"/>
                    <a:pt x="0" y="18277"/>
                  </a:cubicBezTo>
                  <a:cubicBezTo>
                    <a:pt x="1369" y="18050"/>
                    <a:pt x="2762" y="17908"/>
                    <a:pt x="4143" y="17753"/>
                  </a:cubicBezTo>
                  <a:cubicBezTo>
                    <a:pt x="6763" y="17467"/>
                    <a:pt x="9370" y="17205"/>
                    <a:pt x="11990" y="16931"/>
                  </a:cubicBezTo>
                  <a:lnTo>
                    <a:pt x="15931" y="16526"/>
                  </a:lnTo>
                  <a:cubicBezTo>
                    <a:pt x="16585" y="16455"/>
                    <a:pt x="17228" y="16384"/>
                    <a:pt x="17895" y="16324"/>
                  </a:cubicBezTo>
                  <a:cubicBezTo>
                    <a:pt x="18550" y="16253"/>
                    <a:pt x="19217" y="16145"/>
                    <a:pt x="19872" y="16122"/>
                  </a:cubicBezTo>
                  <a:cubicBezTo>
                    <a:pt x="19943" y="16122"/>
                    <a:pt x="20003" y="16181"/>
                    <a:pt x="20003" y="16253"/>
                  </a:cubicBezTo>
                  <a:lnTo>
                    <a:pt x="20026" y="16253"/>
                  </a:lnTo>
                  <a:cubicBezTo>
                    <a:pt x="19955" y="15300"/>
                    <a:pt x="19883" y="14348"/>
                    <a:pt x="19800" y="13383"/>
                  </a:cubicBezTo>
                  <a:cubicBezTo>
                    <a:pt x="19610" y="11121"/>
                    <a:pt x="19395" y="8859"/>
                    <a:pt x="19157" y="6597"/>
                  </a:cubicBezTo>
                  <a:cubicBezTo>
                    <a:pt x="19038" y="5489"/>
                    <a:pt x="18919" y="4370"/>
                    <a:pt x="18800" y="3251"/>
                  </a:cubicBezTo>
                  <a:cubicBezTo>
                    <a:pt x="18693" y="2168"/>
                    <a:pt x="18598" y="1084"/>
                    <a:pt x="1851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35"/>
            <p:cNvSpPr/>
            <p:nvPr/>
          </p:nvSpPr>
          <p:spPr>
            <a:xfrm>
              <a:off x="591125" y="134425"/>
              <a:ext cx="51500" cy="437875"/>
            </a:xfrm>
            <a:custGeom>
              <a:avLst/>
              <a:gdLst/>
              <a:ahLst/>
              <a:cxnLst/>
              <a:rect l="l" t="t" r="r" b="b"/>
              <a:pathLst>
                <a:path w="2060" h="17515" extrusionOk="0">
                  <a:moveTo>
                    <a:pt x="167" y="1"/>
                  </a:moveTo>
                  <a:lnTo>
                    <a:pt x="0" y="37"/>
                  </a:lnTo>
                  <a:cubicBezTo>
                    <a:pt x="84" y="1120"/>
                    <a:pt x="179" y="2203"/>
                    <a:pt x="286" y="3275"/>
                  </a:cubicBezTo>
                  <a:cubicBezTo>
                    <a:pt x="405" y="4394"/>
                    <a:pt x="536" y="5513"/>
                    <a:pt x="643" y="6633"/>
                  </a:cubicBezTo>
                  <a:cubicBezTo>
                    <a:pt x="881" y="8883"/>
                    <a:pt x="1096" y="11145"/>
                    <a:pt x="1286" y="13407"/>
                  </a:cubicBezTo>
                  <a:cubicBezTo>
                    <a:pt x="1358" y="14360"/>
                    <a:pt x="1429" y="15324"/>
                    <a:pt x="1500" y="16277"/>
                  </a:cubicBezTo>
                  <a:cubicBezTo>
                    <a:pt x="1524" y="16574"/>
                    <a:pt x="1548" y="16872"/>
                    <a:pt x="1572" y="17170"/>
                  </a:cubicBezTo>
                  <a:lnTo>
                    <a:pt x="1631" y="17515"/>
                  </a:lnTo>
                  <a:lnTo>
                    <a:pt x="1822" y="17479"/>
                  </a:lnTo>
                  <a:lnTo>
                    <a:pt x="1834" y="17479"/>
                  </a:lnTo>
                  <a:cubicBezTo>
                    <a:pt x="1965" y="17467"/>
                    <a:pt x="2060" y="17360"/>
                    <a:pt x="2048" y="17229"/>
                  </a:cubicBezTo>
                  <a:cubicBezTo>
                    <a:pt x="1917" y="14967"/>
                    <a:pt x="1655" y="12717"/>
                    <a:pt x="1429" y="10454"/>
                  </a:cubicBezTo>
                  <a:cubicBezTo>
                    <a:pt x="1215" y="8192"/>
                    <a:pt x="1000" y="5930"/>
                    <a:pt x="715" y="3680"/>
                  </a:cubicBezTo>
                  <a:cubicBezTo>
                    <a:pt x="631" y="3049"/>
                    <a:pt x="548" y="2418"/>
                    <a:pt x="465" y="1787"/>
                  </a:cubicBezTo>
                  <a:cubicBezTo>
                    <a:pt x="393" y="1191"/>
                    <a:pt x="274" y="596"/>
                    <a:pt x="1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35"/>
            <p:cNvSpPr/>
            <p:nvPr/>
          </p:nvSpPr>
          <p:spPr>
            <a:xfrm>
              <a:off x="97150" y="125625"/>
              <a:ext cx="500150" cy="491150"/>
            </a:xfrm>
            <a:custGeom>
              <a:avLst/>
              <a:gdLst/>
              <a:ahLst/>
              <a:cxnLst/>
              <a:rect l="l" t="t" r="r" b="b"/>
              <a:pathLst>
                <a:path w="20006" h="19646" extrusionOk="0">
                  <a:moveTo>
                    <a:pt x="19833" y="0"/>
                  </a:moveTo>
                  <a:cubicBezTo>
                    <a:pt x="19812" y="0"/>
                    <a:pt x="19791" y="6"/>
                    <a:pt x="19771" y="19"/>
                  </a:cubicBezTo>
                  <a:cubicBezTo>
                    <a:pt x="19045" y="567"/>
                    <a:pt x="18366" y="1198"/>
                    <a:pt x="17688" y="1805"/>
                  </a:cubicBezTo>
                  <a:cubicBezTo>
                    <a:pt x="17009" y="2424"/>
                    <a:pt x="16330" y="3044"/>
                    <a:pt x="15652" y="3663"/>
                  </a:cubicBezTo>
                  <a:cubicBezTo>
                    <a:pt x="14318" y="4901"/>
                    <a:pt x="12973" y="6151"/>
                    <a:pt x="11639" y="7413"/>
                  </a:cubicBezTo>
                  <a:cubicBezTo>
                    <a:pt x="9056" y="9854"/>
                    <a:pt x="6460" y="12283"/>
                    <a:pt x="3995" y="14843"/>
                  </a:cubicBezTo>
                  <a:cubicBezTo>
                    <a:pt x="2614" y="16248"/>
                    <a:pt x="1328" y="17724"/>
                    <a:pt x="114" y="19272"/>
                  </a:cubicBezTo>
                  <a:cubicBezTo>
                    <a:pt x="1" y="19436"/>
                    <a:pt x="128" y="19645"/>
                    <a:pt x="302" y="19645"/>
                  </a:cubicBezTo>
                  <a:cubicBezTo>
                    <a:pt x="330" y="19645"/>
                    <a:pt x="359" y="19640"/>
                    <a:pt x="388" y="19629"/>
                  </a:cubicBezTo>
                  <a:lnTo>
                    <a:pt x="614" y="19403"/>
                  </a:lnTo>
                  <a:cubicBezTo>
                    <a:pt x="804" y="19177"/>
                    <a:pt x="995" y="18938"/>
                    <a:pt x="1197" y="18712"/>
                  </a:cubicBezTo>
                  <a:lnTo>
                    <a:pt x="1245" y="18712"/>
                  </a:lnTo>
                  <a:lnTo>
                    <a:pt x="1245" y="18665"/>
                  </a:lnTo>
                  <a:cubicBezTo>
                    <a:pt x="3245" y="16319"/>
                    <a:pt x="5376" y="14104"/>
                    <a:pt x="7591" y="11938"/>
                  </a:cubicBezTo>
                  <a:cubicBezTo>
                    <a:pt x="10199" y="9413"/>
                    <a:pt x="12830" y="6901"/>
                    <a:pt x="15497" y="4425"/>
                  </a:cubicBezTo>
                  <a:lnTo>
                    <a:pt x="17723" y="2341"/>
                  </a:lnTo>
                  <a:cubicBezTo>
                    <a:pt x="18402" y="1698"/>
                    <a:pt x="19116" y="1067"/>
                    <a:pt x="19759" y="389"/>
                  </a:cubicBezTo>
                  <a:lnTo>
                    <a:pt x="19926" y="353"/>
                  </a:lnTo>
                  <a:lnTo>
                    <a:pt x="19902" y="222"/>
                  </a:lnTo>
                  <a:cubicBezTo>
                    <a:pt x="19914" y="210"/>
                    <a:pt x="19926" y="210"/>
                    <a:pt x="19938" y="198"/>
                  </a:cubicBezTo>
                  <a:cubicBezTo>
                    <a:pt x="20006" y="111"/>
                    <a:pt x="19924" y="0"/>
                    <a:pt x="198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35"/>
            <p:cNvSpPr/>
            <p:nvPr/>
          </p:nvSpPr>
          <p:spPr>
            <a:xfrm>
              <a:off x="493775" y="574975"/>
              <a:ext cx="25" cy="300"/>
            </a:xfrm>
            <a:custGeom>
              <a:avLst/>
              <a:gdLst/>
              <a:ahLst/>
              <a:cxnLst/>
              <a:rect l="l" t="t" r="r" b="b"/>
              <a:pathLst>
                <a:path w="1" h="12" extrusionOk="0">
                  <a:moveTo>
                    <a:pt x="1" y="0"/>
                  </a:moveTo>
                  <a:lnTo>
                    <a:pt x="1" y="12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35"/>
            <p:cNvSpPr/>
            <p:nvPr/>
          </p:nvSpPr>
          <p:spPr>
            <a:xfrm>
              <a:off x="244350" y="243525"/>
              <a:ext cx="311675" cy="313000"/>
            </a:xfrm>
            <a:custGeom>
              <a:avLst/>
              <a:gdLst/>
              <a:ahLst/>
              <a:cxnLst/>
              <a:rect l="l" t="t" r="r" b="b"/>
              <a:pathLst>
                <a:path w="12467" h="12520" extrusionOk="0">
                  <a:moveTo>
                    <a:pt x="11800" y="697"/>
                  </a:moveTo>
                  <a:cubicBezTo>
                    <a:pt x="11800" y="2007"/>
                    <a:pt x="11776" y="3304"/>
                    <a:pt x="11800" y="4614"/>
                  </a:cubicBezTo>
                  <a:cubicBezTo>
                    <a:pt x="11835" y="6079"/>
                    <a:pt x="11895" y="7543"/>
                    <a:pt x="12002" y="9007"/>
                  </a:cubicBezTo>
                  <a:cubicBezTo>
                    <a:pt x="12026" y="9365"/>
                    <a:pt x="12050" y="9734"/>
                    <a:pt x="12050" y="10103"/>
                  </a:cubicBezTo>
                  <a:cubicBezTo>
                    <a:pt x="12061" y="10270"/>
                    <a:pt x="12061" y="10436"/>
                    <a:pt x="12050" y="10615"/>
                  </a:cubicBezTo>
                  <a:cubicBezTo>
                    <a:pt x="12038" y="10770"/>
                    <a:pt x="11895" y="10746"/>
                    <a:pt x="11752" y="10758"/>
                  </a:cubicBezTo>
                  <a:cubicBezTo>
                    <a:pt x="11026" y="10829"/>
                    <a:pt x="10311" y="10936"/>
                    <a:pt x="9585" y="11020"/>
                  </a:cubicBezTo>
                  <a:cubicBezTo>
                    <a:pt x="8121" y="11198"/>
                    <a:pt x="6656" y="11377"/>
                    <a:pt x="5192" y="11544"/>
                  </a:cubicBezTo>
                  <a:cubicBezTo>
                    <a:pt x="3751" y="11710"/>
                    <a:pt x="2298" y="11877"/>
                    <a:pt x="846" y="12044"/>
                  </a:cubicBezTo>
                  <a:cubicBezTo>
                    <a:pt x="1477" y="11436"/>
                    <a:pt x="2096" y="10829"/>
                    <a:pt x="2715" y="10210"/>
                  </a:cubicBezTo>
                  <a:cubicBezTo>
                    <a:pt x="3477" y="9448"/>
                    <a:pt x="4227" y="8674"/>
                    <a:pt x="4953" y="7888"/>
                  </a:cubicBezTo>
                  <a:cubicBezTo>
                    <a:pt x="4965" y="7876"/>
                    <a:pt x="4965" y="7853"/>
                    <a:pt x="4965" y="7829"/>
                  </a:cubicBezTo>
                  <a:lnTo>
                    <a:pt x="5132" y="7650"/>
                  </a:lnTo>
                  <a:cubicBezTo>
                    <a:pt x="6656" y="6114"/>
                    <a:pt x="8156" y="4566"/>
                    <a:pt x="9645" y="2995"/>
                  </a:cubicBezTo>
                  <a:cubicBezTo>
                    <a:pt x="10359" y="2233"/>
                    <a:pt x="11097" y="1483"/>
                    <a:pt x="11800" y="697"/>
                  </a:cubicBezTo>
                  <a:close/>
                  <a:moveTo>
                    <a:pt x="12010" y="1"/>
                  </a:moveTo>
                  <a:cubicBezTo>
                    <a:pt x="11958" y="1"/>
                    <a:pt x="11907" y="18"/>
                    <a:pt x="11871" y="54"/>
                  </a:cubicBezTo>
                  <a:cubicBezTo>
                    <a:pt x="11121" y="840"/>
                    <a:pt x="10407" y="1661"/>
                    <a:pt x="9680" y="2459"/>
                  </a:cubicBezTo>
                  <a:cubicBezTo>
                    <a:pt x="8942" y="3245"/>
                    <a:pt x="8204" y="4031"/>
                    <a:pt x="7466" y="4805"/>
                  </a:cubicBezTo>
                  <a:cubicBezTo>
                    <a:pt x="5977" y="6364"/>
                    <a:pt x="4465" y="7900"/>
                    <a:pt x="2941" y="9436"/>
                  </a:cubicBezTo>
                  <a:cubicBezTo>
                    <a:pt x="2513" y="9865"/>
                    <a:pt x="2072" y="10293"/>
                    <a:pt x="1644" y="10722"/>
                  </a:cubicBezTo>
                  <a:cubicBezTo>
                    <a:pt x="1441" y="10924"/>
                    <a:pt x="1251" y="11139"/>
                    <a:pt x="1060" y="11341"/>
                  </a:cubicBezTo>
                  <a:cubicBezTo>
                    <a:pt x="751" y="11615"/>
                    <a:pt x="441" y="11889"/>
                    <a:pt x="120" y="12175"/>
                  </a:cubicBezTo>
                  <a:cubicBezTo>
                    <a:pt x="0" y="12306"/>
                    <a:pt x="96" y="12520"/>
                    <a:pt x="274" y="12520"/>
                  </a:cubicBezTo>
                  <a:cubicBezTo>
                    <a:pt x="3287" y="12186"/>
                    <a:pt x="6299" y="11841"/>
                    <a:pt x="9299" y="11472"/>
                  </a:cubicBezTo>
                  <a:cubicBezTo>
                    <a:pt x="10049" y="11389"/>
                    <a:pt x="10811" y="11293"/>
                    <a:pt x="11561" y="11198"/>
                  </a:cubicBezTo>
                  <a:cubicBezTo>
                    <a:pt x="11847" y="11163"/>
                    <a:pt x="12264" y="11163"/>
                    <a:pt x="12395" y="10853"/>
                  </a:cubicBezTo>
                  <a:cubicBezTo>
                    <a:pt x="12442" y="10710"/>
                    <a:pt x="12466" y="10555"/>
                    <a:pt x="12454" y="10401"/>
                  </a:cubicBezTo>
                  <a:cubicBezTo>
                    <a:pt x="12454" y="10222"/>
                    <a:pt x="12454" y="10031"/>
                    <a:pt x="12442" y="9841"/>
                  </a:cubicBezTo>
                  <a:cubicBezTo>
                    <a:pt x="12419" y="9091"/>
                    <a:pt x="12335" y="8341"/>
                    <a:pt x="12288" y="7591"/>
                  </a:cubicBezTo>
                  <a:cubicBezTo>
                    <a:pt x="12240" y="6829"/>
                    <a:pt x="12204" y="6079"/>
                    <a:pt x="12181" y="5317"/>
                  </a:cubicBezTo>
                  <a:cubicBezTo>
                    <a:pt x="12133" y="3602"/>
                    <a:pt x="12109" y="1888"/>
                    <a:pt x="12204" y="185"/>
                  </a:cubicBezTo>
                  <a:cubicBezTo>
                    <a:pt x="12212" y="67"/>
                    <a:pt x="12110" y="1"/>
                    <a:pt x="120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35"/>
            <p:cNvSpPr/>
            <p:nvPr/>
          </p:nvSpPr>
          <p:spPr>
            <a:xfrm>
              <a:off x="128275" y="538050"/>
              <a:ext cx="500075" cy="55400"/>
            </a:xfrm>
            <a:custGeom>
              <a:avLst/>
              <a:gdLst/>
              <a:ahLst/>
              <a:cxnLst/>
              <a:rect l="l" t="t" r="r" b="b"/>
              <a:pathLst>
                <a:path w="20003" h="2216" extrusionOk="0">
                  <a:moveTo>
                    <a:pt x="19872" y="1"/>
                  </a:moveTo>
                  <a:cubicBezTo>
                    <a:pt x="19217" y="24"/>
                    <a:pt x="18550" y="132"/>
                    <a:pt x="17895" y="203"/>
                  </a:cubicBezTo>
                  <a:cubicBezTo>
                    <a:pt x="17240" y="274"/>
                    <a:pt x="16585" y="334"/>
                    <a:pt x="15931" y="405"/>
                  </a:cubicBezTo>
                  <a:lnTo>
                    <a:pt x="11990" y="810"/>
                  </a:lnTo>
                  <a:cubicBezTo>
                    <a:pt x="9382" y="1084"/>
                    <a:pt x="6763" y="1346"/>
                    <a:pt x="4143" y="1632"/>
                  </a:cubicBezTo>
                  <a:cubicBezTo>
                    <a:pt x="2762" y="1787"/>
                    <a:pt x="1369" y="1929"/>
                    <a:pt x="0" y="2156"/>
                  </a:cubicBezTo>
                  <a:lnTo>
                    <a:pt x="0" y="2215"/>
                  </a:lnTo>
                  <a:cubicBezTo>
                    <a:pt x="1238" y="2168"/>
                    <a:pt x="2477" y="2037"/>
                    <a:pt x="3703" y="1918"/>
                  </a:cubicBezTo>
                  <a:cubicBezTo>
                    <a:pt x="5024" y="1787"/>
                    <a:pt x="6334" y="1656"/>
                    <a:pt x="7644" y="1525"/>
                  </a:cubicBezTo>
                  <a:lnTo>
                    <a:pt x="15502" y="703"/>
                  </a:lnTo>
                  <a:cubicBezTo>
                    <a:pt x="16240" y="632"/>
                    <a:pt x="16966" y="548"/>
                    <a:pt x="17705" y="477"/>
                  </a:cubicBezTo>
                  <a:cubicBezTo>
                    <a:pt x="18443" y="405"/>
                    <a:pt x="19181" y="358"/>
                    <a:pt x="19907" y="239"/>
                  </a:cubicBezTo>
                  <a:cubicBezTo>
                    <a:pt x="19967" y="227"/>
                    <a:pt x="20003" y="179"/>
                    <a:pt x="20003" y="132"/>
                  </a:cubicBezTo>
                  <a:cubicBezTo>
                    <a:pt x="20003" y="60"/>
                    <a:pt x="19943" y="1"/>
                    <a:pt x="198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35"/>
            <p:cNvSpPr/>
            <p:nvPr/>
          </p:nvSpPr>
          <p:spPr>
            <a:xfrm>
              <a:off x="106825" y="557100"/>
              <a:ext cx="524800" cy="62575"/>
            </a:xfrm>
            <a:custGeom>
              <a:avLst/>
              <a:gdLst/>
              <a:ahLst/>
              <a:cxnLst/>
              <a:rect l="l" t="t" r="r" b="b"/>
              <a:pathLst>
                <a:path w="20992" h="2503" extrusionOk="0">
                  <a:moveTo>
                    <a:pt x="20170" y="1"/>
                  </a:moveTo>
                  <a:cubicBezTo>
                    <a:pt x="20146" y="13"/>
                    <a:pt x="20134" y="24"/>
                    <a:pt x="20122" y="48"/>
                  </a:cubicBezTo>
                  <a:cubicBezTo>
                    <a:pt x="20110" y="120"/>
                    <a:pt x="20099" y="203"/>
                    <a:pt x="20087" y="274"/>
                  </a:cubicBezTo>
                  <a:cubicBezTo>
                    <a:pt x="20075" y="286"/>
                    <a:pt x="20075" y="310"/>
                    <a:pt x="20087" y="322"/>
                  </a:cubicBezTo>
                  <a:lnTo>
                    <a:pt x="19491" y="382"/>
                  </a:lnTo>
                  <a:cubicBezTo>
                    <a:pt x="19491" y="370"/>
                    <a:pt x="19479" y="358"/>
                    <a:pt x="19479" y="346"/>
                  </a:cubicBezTo>
                  <a:cubicBezTo>
                    <a:pt x="19467" y="334"/>
                    <a:pt x="19467" y="334"/>
                    <a:pt x="19467" y="322"/>
                  </a:cubicBezTo>
                  <a:cubicBezTo>
                    <a:pt x="19456" y="298"/>
                    <a:pt x="19456" y="286"/>
                    <a:pt x="19444" y="263"/>
                  </a:cubicBezTo>
                  <a:cubicBezTo>
                    <a:pt x="19444" y="251"/>
                    <a:pt x="19444" y="251"/>
                    <a:pt x="19444" y="239"/>
                  </a:cubicBezTo>
                  <a:cubicBezTo>
                    <a:pt x="19444" y="227"/>
                    <a:pt x="19444" y="215"/>
                    <a:pt x="19444" y="215"/>
                  </a:cubicBezTo>
                  <a:cubicBezTo>
                    <a:pt x="19444" y="179"/>
                    <a:pt x="19432" y="155"/>
                    <a:pt x="19396" y="155"/>
                  </a:cubicBezTo>
                  <a:cubicBezTo>
                    <a:pt x="19372" y="155"/>
                    <a:pt x="19348" y="167"/>
                    <a:pt x="19337" y="191"/>
                  </a:cubicBezTo>
                  <a:cubicBezTo>
                    <a:pt x="19325" y="239"/>
                    <a:pt x="19313" y="298"/>
                    <a:pt x="19325" y="346"/>
                  </a:cubicBezTo>
                  <a:cubicBezTo>
                    <a:pt x="19325" y="358"/>
                    <a:pt x="19337" y="382"/>
                    <a:pt x="19337" y="394"/>
                  </a:cubicBezTo>
                  <a:lnTo>
                    <a:pt x="18515" y="477"/>
                  </a:lnTo>
                  <a:lnTo>
                    <a:pt x="18515" y="465"/>
                  </a:lnTo>
                  <a:cubicBezTo>
                    <a:pt x="18503" y="441"/>
                    <a:pt x="18491" y="417"/>
                    <a:pt x="18491" y="394"/>
                  </a:cubicBezTo>
                  <a:lnTo>
                    <a:pt x="18491" y="358"/>
                  </a:lnTo>
                  <a:lnTo>
                    <a:pt x="18491" y="346"/>
                  </a:lnTo>
                  <a:cubicBezTo>
                    <a:pt x="18491" y="310"/>
                    <a:pt x="18467" y="286"/>
                    <a:pt x="18444" y="286"/>
                  </a:cubicBezTo>
                  <a:cubicBezTo>
                    <a:pt x="18434" y="280"/>
                    <a:pt x="18424" y="277"/>
                    <a:pt x="18413" y="277"/>
                  </a:cubicBezTo>
                  <a:cubicBezTo>
                    <a:pt x="18386" y="277"/>
                    <a:pt x="18360" y="299"/>
                    <a:pt x="18360" y="334"/>
                  </a:cubicBezTo>
                  <a:cubicBezTo>
                    <a:pt x="18336" y="370"/>
                    <a:pt x="18324" y="417"/>
                    <a:pt x="18324" y="465"/>
                  </a:cubicBezTo>
                  <a:cubicBezTo>
                    <a:pt x="18324" y="477"/>
                    <a:pt x="18324" y="489"/>
                    <a:pt x="18324" y="501"/>
                  </a:cubicBezTo>
                  <a:lnTo>
                    <a:pt x="17384" y="596"/>
                  </a:lnTo>
                  <a:lnTo>
                    <a:pt x="17384" y="572"/>
                  </a:lnTo>
                  <a:lnTo>
                    <a:pt x="17384" y="560"/>
                  </a:lnTo>
                  <a:cubicBezTo>
                    <a:pt x="17384" y="548"/>
                    <a:pt x="17384" y="536"/>
                    <a:pt x="17372" y="525"/>
                  </a:cubicBezTo>
                  <a:cubicBezTo>
                    <a:pt x="17372" y="513"/>
                    <a:pt x="17360" y="501"/>
                    <a:pt x="17360" y="489"/>
                  </a:cubicBezTo>
                  <a:lnTo>
                    <a:pt x="17348" y="453"/>
                  </a:lnTo>
                  <a:lnTo>
                    <a:pt x="17348" y="429"/>
                  </a:lnTo>
                  <a:cubicBezTo>
                    <a:pt x="17341" y="403"/>
                    <a:pt x="17316" y="387"/>
                    <a:pt x="17293" y="387"/>
                  </a:cubicBezTo>
                  <a:cubicBezTo>
                    <a:pt x="17275" y="387"/>
                    <a:pt x="17258" y="396"/>
                    <a:pt x="17253" y="417"/>
                  </a:cubicBezTo>
                  <a:cubicBezTo>
                    <a:pt x="17241" y="429"/>
                    <a:pt x="17241" y="441"/>
                    <a:pt x="17241" y="453"/>
                  </a:cubicBezTo>
                  <a:lnTo>
                    <a:pt x="17217" y="489"/>
                  </a:lnTo>
                  <a:cubicBezTo>
                    <a:pt x="17205" y="513"/>
                    <a:pt x="17193" y="536"/>
                    <a:pt x="17193" y="548"/>
                  </a:cubicBezTo>
                  <a:cubicBezTo>
                    <a:pt x="17181" y="572"/>
                    <a:pt x="17181" y="596"/>
                    <a:pt x="17181" y="620"/>
                  </a:cubicBezTo>
                  <a:lnTo>
                    <a:pt x="17074" y="632"/>
                  </a:lnTo>
                  <a:lnTo>
                    <a:pt x="16539" y="679"/>
                  </a:lnTo>
                  <a:lnTo>
                    <a:pt x="16539" y="620"/>
                  </a:lnTo>
                  <a:cubicBezTo>
                    <a:pt x="16527" y="572"/>
                    <a:pt x="16503" y="525"/>
                    <a:pt x="16491" y="489"/>
                  </a:cubicBezTo>
                  <a:cubicBezTo>
                    <a:pt x="16486" y="480"/>
                    <a:pt x="16480" y="476"/>
                    <a:pt x="16475" y="476"/>
                  </a:cubicBezTo>
                  <a:cubicBezTo>
                    <a:pt x="16466" y="476"/>
                    <a:pt x="16460" y="486"/>
                    <a:pt x="16467" y="501"/>
                  </a:cubicBezTo>
                  <a:cubicBezTo>
                    <a:pt x="16479" y="536"/>
                    <a:pt x="16479" y="584"/>
                    <a:pt x="16479" y="632"/>
                  </a:cubicBezTo>
                  <a:cubicBezTo>
                    <a:pt x="16479" y="644"/>
                    <a:pt x="16479" y="667"/>
                    <a:pt x="16479" y="691"/>
                  </a:cubicBezTo>
                  <a:lnTo>
                    <a:pt x="15503" y="786"/>
                  </a:lnTo>
                  <a:cubicBezTo>
                    <a:pt x="15503" y="775"/>
                    <a:pt x="15503" y="775"/>
                    <a:pt x="15503" y="763"/>
                  </a:cubicBezTo>
                  <a:cubicBezTo>
                    <a:pt x="15503" y="751"/>
                    <a:pt x="15491" y="739"/>
                    <a:pt x="15491" y="727"/>
                  </a:cubicBezTo>
                  <a:cubicBezTo>
                    <a:pt x="15491" y="727"/>
                    <a:pt x="15491" y="715"/>
                    <a:pt x="15491" y="715"/>
                  </a:cubicBezTo>
                  <a:lnTo>
                    <a:pt x="15491" y="691"/>
                  </a:lnTo>
                  <a:cubicBezTo>
                    <a:pt x="15479" y="679"/>
                    <a:pt x="15479" y="667"/>
                    <a:pt x="15479" y="655"/>
                  </a:cubicBezTo>
                  <a:cubicBezTo>
                    <a:pt x="15467" y="632"/>
                    <a:pt x="15455" y="596"/>
                    <a:pt x="15455" y="572"/>
                  </a:cubicBezTo>
                  <a:cubicBezTo>
                    <a:pt x="15455" y="548"/>
                    <a:pt x="15455" y="525"/>
                    <a:pt x="15455" y="501"/>
                  </a:cubicBezTo>
                  <a:cubicBezTo>
                    <a:pt x="15455" y="477"/>
                    <a:pt x="15431" y="453"/>
                    <a:pt x="15407" y="453"/>
                  </a:cubicBezTo>
                  <a:cubicBezTo>
                    <a:pt x="15403" y="451"/>
                    <a:pt x="15399" y="450"/>
                    <a:pt x="15395" y="450"/>
                  </a:cubicBezTo>
                  <a:cubicBezTo>
                    <a:pt x="15379" y="450"/>
                    <a:pt x="15370" y="469"/>
                    <a:pt x="15360" y="489"/>
                  </a:cubicBezTo>
                  <a:cubicBezTo>
                    <a:pt x="15360" y="513"/>
                    <a:pt x="15348" y="536"/>
                    <a:pt x="15348" y="572"/>
                  </a:cubicBezTo>
                  <a:cubicBezTo>
                    <a:pt x="15336" y="596"/>
                    <a:pt x="15324" y="632"/>
                    <a:pt x="15324" y="655"/>
                  </a:cubicBezTo>
                  <a:cubicBezTo>
                    <a:pt x="15324" y="691"/>
                    <a:pt x="15324" y="715"/>
                    <a:pt x="15324" y="751"/>
                  </a:cubicBezTo>
                  <a:cubicBezTo>
                    <a:pt x="15312" y="775"/>
                    <a:pt x="15312" y="786"/>
                    <a:pt x="15324" y="810"/>
                  </a:cubicBezTo>
                  <a:lnTo>
                    <a:pt x="14360" y="906"/>
                  </a:lnTo>
                  <a:lnTo>
                    <a:pt x="14360" y="894"/>
                  </a:lnTo>
                  <a:cubicBezTo>
                    <a:pt x="14348" y="870"/>
                    <a:pt x="14336" y="834"/>
                    <a:pt x="14336" y="810"/>
                  </a:cubicBezTo>
                  <a:cubicBezTo>
                    <a:pt x="14324" y="751"/>
                    <a:pt x="14300" y="691"/>
                    <a:pt x="14264" y="632"/>
                  </a:cubicBezTo>
                  <a:cubicBezTo>
                    <a:pt x="14248" y="607"/>
                    <a:pt x="14225" y="597"/>
                    <a:pt x="14202" y="597"/>
                  </a:cubicBezTo>
                  <a:cubicBezTo>
                    <a:pt x="14158" y="597"/>
                    <a:pt x="14114" y="636"/>
                    <a:pt x="14122" y="691"/>
                  </a:cubicBezTo>
                  <a:cubicBezTo>
                    <a:pt x="14122" y="715"/>
                    <a:pt x="14133" y="739"/>
                    <a:pt x="14133" y="763"/>
                  </a:cubicBezTo>
                  <a:cubicBezTo>
                    <a:pt x="14133" y="798"/>
                    <a:pt x="14133" y="846"/>
                    <a:pt x="14133" y="882"/>
                  </a:cubicBezTo>
                  <a:cubicBezTo>
                    <a:pt x="14133" y="894"/>
                    <a:pt x="14133" y="906"/>
                    <a:pt x="14133" y="917"/>
                  </a:cubicBezTo>
                  <a:lnTo>
                    <a:pt x="13324" y="1001"/>
                  </a:lnTo>
                  <a:cubicBezTo>
                    <a:pt x="13324" y="977"/>
                    <a:pt x="13312" y="941"/>
                    <a:pt x="13312" y="917"/>
                  </a:cubicBezTo>
                  <a:cubicBezTo>
                    <a:pt x="13288" y="870"/>
                    <a:pt x="13276" y="810"/>
                    <a:pt x="13264" y="751"/>
                  </a:cubicBezTo>
                  <a:cubicBezTo>
                    <a:pt x="13252" y="739"/>
                    <a:pt x="13241" y="727"/>
                    <a:pt x="13217" y="727"/>
                  </a:cubicBezTo>
                  <a:cubicBezTo>
                    <a:pt x="13193" y="727"/>
                    <a:pt x="13169" y="751"/>
                    <a:pt x="13181" y="763"/>
                  </a:cubicBezTo>
                  <a:lnTo>
                    <a:pt x="13157" y="941"/>
                  </a:lnTo>
                  <a:lnTo>
                    <a:pt x="13157" y="1013"/>
                  </a:lnTo>
                  <a:lnTo>
                    <a:pt x="12967" y="1036"/>
                  </a:lnTo>
                  <a:cubicBezTo>
                    <a:pt x="12764" y="1048"/>
                    <a:pt x="12550" y="1072"/>
                    <a:pt x="12348" y="1096"/>
                  </a:cubicBezTo>
                  <a:cubicBezTo>
                    <a:pt x="12324" y="1001"/>
                    <a:pt x="12288" y="917"/>
                    <a:pt x="12217" y="858"/>
                  </a:cubicBezTo>
                  <a:cubicBezTo>
                    <a:pt x="12210" y="848"/>
                    <a:pt x="12200" y="843"/>
                    <a:pt x="12190" y="843"/>
                  </a:cubicBezTo>
                  <a:cubicBezTo>
                    <a:pt x="12165" y="843"/>
                    <a:pt x="12137" y="871"/>
                    <a:pt x="12145" y="906"/>
                  </a:cubicBezTo>
                  <a:cubicBezTo>
                    <a:pt x="12145" y="917"/>
                    <a:pt x="12157" y="929"/>
                    <a:pt x="12157" y="953"/>
                  </a:cubicBezTo>
                  <a:lnTo>
                    <a:pt x="12157" y="965"/>
                  </a:lnTo>
                  <a:cubicBezTo>
                    <a:pt x="12157" y="977"/>
                    <a:pt x="12157" y="977"/>
                    <a:pt x="12157" y="989"/>
                  </a:cubicBezTo>
                  <a:cubicBezTo>
                    <a:pt x="12157" y="1013"/>
                    <a:pt x="12157" y="1048"/>
                    <a:pt x="12157" y="1084"/>
                  </a:cubicBezTo>
                  <a:cubicBezTo>
                    <a:pt x="12157" y="1092"/>
                    <a:pt x="12157" y="1100"/>
                    <a:pt x="12157" y="1108"/>
                  </a:cubicBezTo>
                  <a:lnTo>
                    <a:pt x="11324" y="1179"/>
                  </a:lnTo>
                  <a:cubicBezTo>
                    <a:pt x="11324" y="1167"/>
                    <a:pt x="11312" y="1167"/>
                    <a:pt x="11312" y="1156"/>
                  </a:cubicBezTo>
                  <a:cubicBezTo>
                    <a:pt x="11288" y="1108"/>
                    <a:pt x="11264" y="1048"/>
                    <a:pt x="11252" y="1001"/>
                  </a:cubicBezTo>
                  <a:cubicBezTo>
                    <a:pt x="11235" y="983"/>
                    <a:pt x="11217" y="972"/>
                    <a:pt x="11195" y="972"/>
                  </a:cubicBezTo>
                  <a:cubicBezTo>
                    <a:pt x="11187" y="972"/>
                    <a:pt x="11178" y="974"/>
                    <a:pt x="11169" y="977"/>
                  </a:cubicBezTo>
                  <a:cubicBezTo>
                    <a:pt x="11145" y="989"/>
                    <a:pt x="11121" y="1013"/>
                    <a:pt x="11121" y="1036"/>
                  </a:cubicBezTo>
                  <a:cubicBezTo>
                    <a:pt x="11133" y="1096"/>
                    <a:pt x="11145" y="1144"/>
                    <a:pt x="11145" y="1191"/>
                  </a:cubicBezTo>
                  <a:lnTo>
                    <a:pt x="10157" y="1287"/>
                  </a:lnTo>
                  <a:lnTo>
                    <a:pt x="10121" y="1215"/>
                  </a:lnTo>
                  <a:cubicBezTo>
                    <a:pt x="10097" y="1179"/>
                    <a:pt x="10073" y="1132"/>
                    <a:pt x="10062" y="1096"/>
                  </a:cubicBezTo>
                  <a:cubicBezTo>
                    <a:pt x="10044" y="1079"/>
                    <a:pt x="10027" y="1068"/>
                    <a:pt x="10005" y="1068"/>
                  </a:cubicBezTo>
                  <a:cubicBezTo>
                    <a:pt x="9996" y="1068"/>
                    <a:pt x="9988" y="1069"/>
                    <a:pt x="9978" y="1072"/>
                  </a:cubicBezTo>
                  <a:cubicBezTo>
                    <a:pt x="9954" y="1084"/>
                    <a:pt x="9931" y="1120"/>
                    <a:pt x="9942" y="1144"/>
                  </a:cubicBezTo>
                  <a:cubicBezTo>
                    <a:pt x="9954" y="1191"/>
                    <a:pt x="9966" y="1227"/>
                    <a:pt x="9978" y="1275"/>
                  </a:cubicBezTo>
                  <a:lnTo>
                    <a:pt x="9978" y="1298"/>
                  </a:lnTo>
                  <a:lnTo>
                    <a:pt x="9145" y="1370"/>
                  </a:lnTo>
                  <a:cubicBezTo>
                    <a:pt x="9109" y="1298"/>
                    <a:pt x="9073" y="1239"/>
                    <a:pt x="9050" y="1167"/>
                  </a:cubicBezTo>
                  <a:cubicBezTo>
                    <a:pt x="9041" y="1150"/>
                    <a:pt x="9026" y="1139"/>
                    <a:pt x="9009" y="1139"/>
                  </a:cubicBezTo>
                  <a:cubicBezTo>
                    <a:pt x="9003" y="1139"/>
                    <a:pt x="8996" y="1140"/>
                    <a:pt x="8990" y="1144"/>
                  </a:cubicBezTo>
                  <a:cubicBezTo>
                    <a:pt x="8966" y="1156"/>
                    <a:pt x="8954" y="1179"/>
                    <a:pt x="8966" y="1203"/>
                  </a:cubicBezTo>
                  <a:cubicBezTo>
                    <a:pt x="8978" y="1263"/>
                    <a:pt x="8990" y="1322"/>
                    <a:pt x="9002" y="1382"/>
                  </a:cubicBezTo>
                  <a:lnTo>
                    <a:pt x="8288" y="1441"/>
                  </a:lnTo>
                  <a:cubicBezTo>
                    <a:pt x="8288" y="1429"/>
                    <a:pt x="8276" y="1406"/>
                    <a:pt x="8276" y="1394"/>
                  </a:cubicBezTo>
                  <a:cubicBezTo>
                    <a:pt x="8264" y="1370"/>
                    <a:pt x="8240" y="1358"/>
                    <a:pt x="8228" y="1334"/>
                  </a:cubicBezTo>
                  <a:lnTo>
                    <a:pt x="8192" y="1275"/>
                  </a:lnTo>
                  <a:cubicBezTo>
                    <a:pt x="8168" y="1263"/>
                    <a:pt x="8157" y="1239"/>
                    <a:pt x="8145" y="1215"/>
                  </a:cubicBezTo>
                  <a:cubicBezTo>
                    <a:pt x="8136" y="1198"/>
                    <a:pt x="8114" y="1187"/>
                    <a:pt x="8094" y="1187"/>
                  </a:cubicBezTo>
                  <a:cubicBezTo>
                    <a:pt x="8087" y="1187"/>
                    <a:pt x="8080" y="1188"/>
                    <a:pt x="8073" y="1191"/>
                  </a:cubicBezTo>
                  <a:cubicBezTo>
                    <a:pt x="8037" y="1203"/>
                    <a:pt x="8026" y="1239"/>
                    <a:pt x="8037" y="1275"/>
                  </a:cubicBezTo>
                  <a:cubicBezTo>
                    <a:pt x="8037" y="1287"/>
                    <a:pt x="8049" y="1310"/>
                    <a:pt x="8061" y="1334"/>
                  </a:cubicBezTo>
                  <a:cubicBezTo>
                    <a:pt x="8061" y="1358"/>
                    <a:pt x="8073" y="1382"/>
                    <a:pt x="8073" y="1406"/>
                  </a:cubicBezTo>
                  <a:cubicBezTo>
                    <a:pt x="8085" y="1429"/>
                    <a:pt x="8097" y="1441"/>
                    <a:pt x="8097" y="1465"/>
                  </a:cubicBezTo>
                  <a:lnTo>
                    <a:pt x="7145" y="1548"/>
                  </a:lnTo>
                  <a:cubicBezTo>
                    <a:pt x="7145" y="1537"/>
                    <a:pt x="7145" y="1537"/>
                    <a:pt x="7145" y="1525"/>
                  </a:cubicBezTo>
                  <a:cubicBezTo>
                    <a:pt x="7145" y="1501"/>
                    <a:pt x="7133" y="1477"/>
                    <a:pt x="7133" y="1441"/>
                  </a:cubicBezTo>
                  <a:cubicBezTo>
                    <a:pt x="7121" y="1417"/>
                    <a:pt x="7109" y="1394"/>
                    <a:pt x="7097" y="1370"/>
                  </a:cubicBezTo>
                  <a:cubicBezTo>
                    <a:pt x="7061" y="1322"/>
                    <a:pt x="7025" y="1287"/>
                    <a:pt x="6990" y="1263"/>
                  </a:cubicBezTo>
                  <a:cubicBezTo>
                    <a:pt x="6978" y="1251"/>
                    <a:pt x="6966" y="1239"/>
                    <a:pt x="6954" y="1239"/>
                  </a:cubicBezTo>
                  <a:lnTo>
                    <a:pt x="6906" y="1239"/>
                  </a:lnTo>
                  <a:cubicBezTo>
                    <a:pt x="6883" y="1251"/>
                    <a:pt x="6871" y="1263"/>
                    <a:pt x="6859" y="1275"/>
                  </a:cubicBezTo>
                  <a:cubicBezTo>
                    <a:pt x="6835" y="1298"/>
                    <a:pt x="6835" y="1322"/>
                    <a:pt x="6835" y="1346"/>
                  </a:cubicBezTo>
                  <a:cubicBezTo>
                    <a:pt x="6835" y="1370"/>
                    <a:pt x="6847" y="1394"/>
                    <a:pt x="6859" y="1417"/>
                  </a:cubicBezTo>
                  <a:cubicBezTo>
                    <a:pt x="6871" y="1417"/>
                    <a:pt x="6871" y="1429"/>
                    <a:pt x="6883" y="1429"/>
                  </a:cubicBezTo>
                  <a:cubicBezTo>
                    <a:pt x="6883" y="1441"/>
                    <a:pt x="6894" y="1453"/>
                    <a:pt x="6894" y="1465"/>
                  </a:cubicBezTo>
                  <a:cubicBezTo>
                    <a:pt x="6906" y="1477"/>
                    <a:pt x="6906" y="1501"/>
                    <a:pt x="6906" y="1501"/>
                  </a:cubicBezTo>
                  <a:lnTo>
                    <a:pt x="6906" y="1525"/>
                  </a:lnTo>
                  <a:cubicBezTo>
                    <a:pt x="6906" y="1537"/>
                    <a:pt x="6906" y="1548"/>
                    <a:pt x="6918" y="1560"/>
                  </a:cubicBezTo>
                  <a:lnTo>
                    <a:pt x="6097" y="1632"/>
                  </a:lnTo>
                  <a:cubicBezTo>
                    <a:pt x="6097" y="1596"/>
                    <a:pt x="6085" y="1560"/>
                    <a:pt x="6073" y="1525"/>
                  </a:cubicBezTo>
                  <a:cubicBezTo>
                    <a:pt x="6049" y="1465"/>
                    <a:pt x="6013" y="1417"/>
                    <a:pt x="5966" y="1370"/>
                  </a:cubicBezTo>
                  <a:cubicBezTo>
                    <a:pt x="5948" y="1358"/>
                    <a:pt x="5927" y="1352"/>
                    <a:pt x="5908" y="1352"/>
                  </a:cubicBezTo>
                  <a:cubicBezTo>
                    <a:pt x="5888" y="1352"/>
                    <a:pt x="5871" y="1358"/>
                    <a:pt x="5859" y="1370"/>
                  </a:cubicBezTo>
                  <a:cubicBezTo>
                    <a:pt x="5823" y="1394"/>
                    <a:pt x="5811" y="1441"/>
                    <a:pt x="5835" y="1477"/>
                  </a:cubicBezTo>
                  <a:lnTo>
                    <a:pt x="5847" y="1513"/>
                  </a:lnTo>
                  <a:cubicBezTo>
                    <a:pt x="5859" y="1548"/>
                    <a:pt x="5871" y="1584"/>
                    <a:pt x="5882" y="1620"/>
                  </a:cubicBezTo>
                  <a:cubicBezTo>
                    <a:pt x="5882" y="1632"/>
                    <a:pt x="5882" y="1644"/>
                    <a:pt x="5882" y="1656"/>
                  </a:cubicBezTo>
                  <a:lnTo>
                    <a:pt x="4787" y="1751"/>
                  </a:lnTo>
                  <a:lnTo>
                    <a:pt x="4763" y="1751"/>
                  </a:lnTo>
                  <a:cubicBezTo>
                    <a:pt x="4751" y="1679"/>
                    <a:pt x="4751" y="1620"/>
                    <a:pt x="4763" y="1560"/>
                  </a:cubicBezTo>
                  <a:cubicBezTo>
                    <a:pt x="4757" y="1501"/>
                    <a:pt x="4706" y="1467"/>
                    <a:pt x="4656" y="1467"/>
                  </a:cubicBezTo>
                  <a:cubicBezTo>
                    <a:pt x="4616" y="1467"/>
                    <a:pt x="4577" y="1489"/>
                    <a:pt x="4561" y="1537"/>
                  </a:cubicBezTo>
                  <a:cubicBezTo>
                    <a:pt x="4549" y="1608"/>
                    <a:pt x="4549" y="1679"/>
                    <a:pt x="4549" y="1763"/>
                  </a:cubicBezTo>
                  <a:cubicBezTo>
                    <a:pt x="4323" y="1775"/>
                    <a:pt x="4097" y="1798"/>
                    <a:pt x="3870" y="1810"/>
                  </a:cubicBezTo>
                  <a:lnTo>
                    <a:pt x="3846" y="1620"/>
                  </a:lnTo>
                  <a:cubicBezTo>
                    <a:pt x="3836" y="1579"/>
                    <a:pt x="3799" y="1546"/>
                    <a:pt x="3758" y="1546"/>
                  </a:cubicBezTo>
                  <a:cubicBezTo>
                    <a:pt x="3752" y="1546"/>
                    <a:pt x="3746" y="1547"/>
                    <a:pt x="3739" y="1548"/>
                  </a:cubicBezTo>
                  <a:cubicBezTo>
                    <a:pt x="3680" y="1560"/>
                    <a:pt x="3644" y="1596"/>
                    <a:pt x="3644" y="1656"/>
                  </a:cubicBezTo>
                  <a:cubicBezTo>
                    <a:pt x="3656" y="1715"/>
                    <a:pt x="3668" y="1775"/>
                    <a:pt x="3668" y="1834"/>
                  </a:cubicBezTo>
                  <a:cubicBezTo>
                    <a:pt x="2513" y="1918"/>
                    <a:pt x="1370" y="2013"/>
                    <a:pt x="227" y="2144"/>
                  </a:cubicBezTo>
                  <a:lnTo>
                    <a:pt x="1" y="2370"/>
                  </a:lnTo>
                  <a:cubicBezTo>
                    <a:pt x="12" y="2446"/>
                    <a:pt x="82" y="2502"/>
                    <a:pt x="158" y="2502"/>
                  </a:cubicBezTo>
                  <a:cubicBezTo>
                    <a:pt x="165" y="2502"/>
                    <a:pt x="172" y="2502"/>
                    <a:pt x="179" y="2501"/>
                  </a:cubicBezTo>
                  <a:cubicBezTo>
                    <a:pt x="1549" y="2453"/>
                    <a:pt x="2918" y="2334"/>
                    <a:pt x="4275" y="2227"/>
                  </a:cubicBezTo>
                  <a:cubicBezTo>
                    <a:pt x="5656" y="2120"/>
                    <a:pt x="7025" y="2001"/>
                    <a:pt x="8395" y="1870"/>
                  </a:cubicBezTo>
                  <a:cubicBezTo>
                    <a:pt x="11121" y="1656"/>
                    <a:pt x="13848" y="1429"/>
                    <a:pt x="16562" y="1132"/>
                  </a:cubicBezTo>
                  <a:cubicBezTo>
                    <a:pt x="18039" y="977"/>
                    <a:pt x="19527" y="822"/>
                    <a:pt x="20991" y="596"/>
                  </a:cubicBezTo>
                  <a:lnTo>
                    <a:pt x="20944" y="251"/>
                  </a:lnTo>
                  <a:cubicBezTo>
                    <a:pt x="20706" y="263"/>
                    <a:pt x="20491" y="286"/>
                    <a:pt x="20265" y="310"/>
                  </a:cubicBezTo>
                  <a:cubicBezTo>
                    <a:pt x="20265" y="298"/>
                    <a:pt x="20265" y="286"/>
                    <a:pt x="20265" y="274"/>
                  </a:cubicBezTo>
                  <a:cubicBezTo>
                    <a:pt x="20253" y="191"/>
                    <a:pt x="20241" y="120"/>
                    <a:pt x="20218" y="48"/>
                  </a:cubicBezTo>
                  <a:cubicBezTo>
                    <a:pt x="20218" y="24"/>
                    <a:pt x="20194" y="1"/>
                    <a:pt x="201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6" name="Google Shape;1526;p35"/>
          <p:cNvGrpSpPr/>
          <p:nvPr/>
        </p:nvGrpSpPr>
        <p:grpSpPr>
          <a:xfrm rot="-6723631">
            <a:off x="1875313" y="22687"/>
            <a:ext cx="449968" cy="1034016"/>
            <a:chOff x="2683209" y="45238"/>
            <a:chExt cx="361655" cy="831050"/>
          </a:xfrm>
        </p:grpSpPr>
        <p:sp>
          <p:nvSpPr>
            <p:cNvPr id="1527" name="Google Shape;1527;p35"/>
            <p:cNvSpPr/>
            <p:nvPr/>
          </p:nvSpPr>
          <p:spPr>
            <a:xfrm>
              <a:off x="2959362" y="72939"/>
              <a:ext cx="74398" cy="131116"/>
            </a:xfrm>
            <a:custGeom>
              <a:avLst/>
              <a:gdLst/>
              <a:ahLst/>
              <a:cxnLst/>
              <a:rect l="l" t="t" r="r" b="b"/>
              <a:pathLst>
                <a:path w="4061" h="7157" extrusionOk="0">
                  <a:moveTo>
                    <a:pt x="1894" y="1"/>
                  </a:moveTo>
                  <a:cubicBezTo>
                    <a:pt x="1298" y="2311"/>
                    <a:pt x="632" y="4597"/>
                    <a:pt x="1" y="6883"/>
                  </a:cubicBezTo>
                  <a:lnTo>
                    <a:pt x="834" y="7121"/>
                  </a:lnTo>
                  <a:cubicBezTo>
                    <a:pt x="856" y="7044"/>
                    <a:pt x="919" y="6977"/>
                    <a:pt x="1004" y="6977"/>
                  </a:cubicBezTo>
                  <a:cubicBezTo>
                    <a:pt x="1011" y="6977"/>
                    <a:pt x="1018" y="6977"/>
                    <a:pt x="1025" y="6978"/>
                  </a:cubicBezTo>
                  <a:cubicBezTo>
                    <a:pt x="1251" y="6990"/>
                    <a:pt x="1489" y="7002"/>
                    <a:pt x="1715" y="7037"/>
                  </a:cubicBezTo>
                  <a:cubicBezTo>
                    <a:pt x="1846" y="7049"/>
                    <a:pt x="1977" y="7073"/>
                    <a:pt x="2108" y="7097"/>
                  </a:cubicBezTo>
                  <a:cubicBezTo>
                    <a:pt x="2156" y="7109"/>
                    <a:pt x="2215" y="7133"/>
                    <a:pt x="2263" y="7157"/>
                  </a:cubicBezTo>
                  <a:cubicBezTo>
                    <a:pt x="2394" y="6692"/>
                    <a:pt x="2501" y="6240"/>
                    <a:pt x="2632" y="5775"/>
                  </a:cubicBezTo>
                  <a:lnTo>
                    <a:pt x="2501" y="5775"/>
                  </a:lnTo>
                  <a:cubicBezTo>
                    <a:pt x="2394" y="5752"/>
                    <a:pt x="2299" y="5716"/>
                    <a:pt x="2203" y="5692"/>
                  </a:cubicBezTo>
                  <a:cubicBezTo>
                    <a:pt x="2144" y="5680"/>
                    <a:pt x="2096" y="5668"/>
                    <a:pt x="2037" y="5656"/>
                  </a:cubicBezTo>
                  <a:cubicBezTo>
                    <a:pt x="2013" y="5656"/>
                    <a:pt x="1989" y="5656"/>
                    <a:pt x="1977" y="5644"/>
                  </a:cubicBezTo>
                  <a:lnTo>
                    <a:pt x="1941" y="5644"/>
                  </a:lnTo>
                  <a:cubicBezTo>
                    <a:pt x="1834" y="5633"/>
                    <a:pt x="1727" y="5621"/>
                    <a:pt x="1620" y="5621"/>
                  </a:cubicBezTo>
                  <a:cubicBezTo>
                    <a:pt x="1489" y="5621"/>
                    <a:pt x="1394" y="5525"/>
                    <a:pt x="1394" y="5406"/>
                  </a:cubicBezTo>
                  <a:cubicBezTo>
                    <a:pt x="1394" y="5287"/>
                    <a:pt x="1489" y="5180"/>
                    <a:pt x="1620" y="5180"/>
                  </a:cubicBezTo>
                  <a:cubicBezTo>
                    <a:pt x="1834" y="5180"/>
                    <a:pt x="2049" y="5192"/>
                    <a:pt x="2263" y="5216"/>
                  </a:cubicBezTo>
                  <a:cubicBezTo>
                    <a:pt x="2382" y="5228"/>
                    <a:pt x="2501" y="5240"/>
                    <a:pt x="2620" y="5275"/>
                  </a:cubicBezTo>
                  <a:cubicBezTo>
                    <a:pt x="2656" y="5287"/>
                    <a:pt x="2703" y="5299"/>
                    <a:pt x="2739" y="5323"/>
                  </a:cubicBezTo>
                  <a:lnTo>
                    <a:pt x="3096" y="3942"/>
                  </a:lnTo>
                  <a:lnTo>
                    <a:pt x="3061" y="3930"/>
                  </a:lnTo>
                  <a:cubicBezTo>
                    <a:pt x="2977" y="3894"/>
                    <a:pt x="2906" y="3858"/>
                    <a:pt x="2834" y="3823"/>
                  </a:cubicBezTo>
                  <a:lnTo>
                    <a:pt x="2775" y="3787"/>
                  </a:lnTo>
                  <a:cubicBezTo>
                    <a:pt x="2763" y="3787"/>
                    <a:pt x="2751" y="3787"/>
                    <a:pt x="2739" y="3775"/>
                  </a:cubicBezTo>
                  <a:lnTo>
                    <a:pt x="2620" y="3728"/>
                  </a:lnTo>
                  <a:cubicBezTo>
                    <a:pt x="2584" y="3716"/>
                    <a:pt x="2549" y="3716"/>
                    <a:pt x="2513" y="3704"/>
                  </a:cubicBezTo>
                  <a:lnTo>
                    <a:pt x="2418" y="3704"/>
                  </a:lnTo>
                  <a:cubicBezTo>
                    <a:pt x="2322" y="3704"/>
                    <a:pt x="2239" y="3632"/>
                    <a:pt x="2239" y="3537"/>
                  </a:cubicBezTo>
                  <a:cubicBezTo>
                    <a:pt x="2239" y="3442"/>
                    <a:pt x="2322" y="3358"/>
                    <a:pt x="2418" y="3358"/>
                  </a:cubicBezTo>
                  <a:cubicBezTo>
                    <a:pt x="2465" y="3370"/>
                    <a:pt x="2513" y="3370"/>
                    <a:pt x="2561" y="3370"/>
                  </a:cubicBezTo>
                  <a:lnTo>
                    <a:pt x="2692" y="3370"/>
                  </a:lnTo>
                  <a:cubicBezTo>
                    <a:pt x="2799" y="3382"/>
                    <a:pt x="2894" y="3394"/>
                    <a:pt x="2989" y="3418"/>
                  </a:cubicBezTo>
                  <a:cubicBezTo>
                    <a:pt x="3073" y="3430"/>
                    <a:pt x="3156" y="3454"/>
                    <a:pt x="3227" y="3489"/>
                  </a:cubicBezTo>
                  <a:cubicBezTo>
                    <a:pt x="3334" y="3061"/>
                    <a:pt x="3454" y="2644"/>
                    <a:pt x="3561" y="2215"/>
                  </a:cubicBezTo>
                  <a:cubicBezTo>
                    <a:pt x="3513" y="2204"/>
                    <a:pt x="3465" y="2180"/>
                    <a:pt x="3418" y="2168"/>
                  </a:cubicBezTo>
                  <a:lnTo>
                    <a:pt x="3168" y="2049"/>
                  </a:lnTo>
                  <a:lnTo>
                    <a:pt x="2620" y="1799"/>
                  </a:lnTo>
                  <a:cubicBezTo>
                    <a:pt x="2561" y="1763"/>
                    <a:pt x="2537" y="1692"/>
                    <a:pt x="2572" y="1632"/>
                  </a:cubicBezTo>
                  <a:cubicBezTo>
                    <a:pt x="2582" y="1585"/>
                    <a:pt x="2628" y="1553"/>
                    <a:pt x="2676" y="1553"/>
                  </a:cubicBezTo>
                  <a:cubicBezTo>
                    <a:pt x="2689" y="1553"/>
                    <a:pt x="2703" y="1555"/>
                    <a:pt x="2715" y="1561"/>
                  </a:cubicBezTo>
                  <a:lnTo>
                    <a:pt x="3311" y="1692"/>
                  </a:lnTo>
                  <a:cubicBezTo>
                    <a:pt x="3406" y="1715"/>
                    <a:pt x="3501" y="1727"/>
                    <a:pt x="3596" y="1751"/>
                  </a:cubicBezTo>
                  <a:lnTo>
                    <a:pt x="3680" y="1787"/>
                  </a:lnTo>
                  <a:cubicBezTo>
                    <a:pt x="3811" y="1311"/>
                    <a:pt x="3930" y="846"/>
                    <a:pt x="4061" y="370"/>
                  </a:cubicBezTo>
                  <a:cubicBezTo>
                    <a:pt x="3334" y="239"/>
                    <a:pt x="2620" y="120"/>
                    <a:pt x="1894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35"/>
            <p:cNvSpPr/>
            <p:nvPr/>
          </p:nvSpPr>
          <p:spPr>
            <a:xfrm>
              <a:off x="2844837" y="199684"/>
              <a:ext cx="153577" cy="514994"/>
            </a:xfrm>
            <a:custGeom>
              <a:avLst/>
              <a:gdLst/>
              <a:ahLst/>
              <a:cxnLst/>
              <a:rect l="l" t="t" r="r" b="b"/>
              <a:pathLst>
                <a:path w="8383" h="28111" extrusionOk="0">
                  <a:moveTo>
                    <a:pt x="6299" y="0"/>
                  </a:moveTo>
                  <a:cubicBezTo>
                    <a:pt x="6097" y="727"/>
                    <a:pt x="5895" y="1453"/>
                    <a:pt x="5704" y="2179"/>
                  </a:cubicBezTo>
                  <a:cubicBezTo>
                    <a:pt x="4228" y="7739"/>
                    <a:pt x="3001" y="13371"/>
                    <a:pt x="1846" y="19015"/>
                  </a:cubicBezTo>
                  <a:cubicBezTo>
                    <a:pt x="1275" y="21824"/>
                    <a:pt x="680" y="24622"/>
                    <a:pt x="60" y="27432"/>
                  </a:cubicBezTo>
                  <a:cubicBezTo>
                    <a:pt x="37" y="27516"/>
                    <a:pt x="13" y="27611"/>
                    <a:pt x="1" y="27694"/>
                  </a:cubicBezTo>
                  <a:lnTo>
                    <a:pt x="501" y="27801"/>
                  </a:lnTo>
                  <a:cubicBezTo>
                    <a:pt x="513" y="27742"/>
                    <a:pt x="549" y="27694"/>
                    <a:pt x="608" y="27659"/>
                  </a:cubicBezTo>
                  <a:cubicBezTo>
                    <a:pt x="643" y="27641"/>
                    <a:pt x="691" y="27630"/>
                    <a:pt x="737" y="27630"/>
                  </a:cubicBezTo>
                  <a:cubicBezTo>
                    <a:pt x="754" y="27630"/>
                    <a:pt x="771" y="27632"/>
                    <a:pt x="787" y="27635"/>
                  </a:cubicBezTo>
                  <a:cubicBezTo>
                    <a:pt x="811" y="27635"/>
                    <a:pt x="834" y="27647"/>
                    <a:pt x="870" y="27647"/>
                  </a:cubicBezTo>
                  <a:lnTo>
                    <a:pt x="1013" y="27647"/>
                  </a:lnTo>
                  <a:lnTo>
                    <a:pt x="1180" y="27670"/>
                  </a:lnTo>
                  <a:lnTo>
                    <a:pt x="1334" y="27682"/>
                  </a:lnTo>
                  <a:cubicBezTo>
                    <a:pt x="1406" y="27694"/>
                    <a:pt x="1477" y="27718"/>
                    <a:pt x="1549" y="27742"/>
                  </a:cubicBezTo>
                  <a:cubicBezTo>
                    <a:pt x="1692" y="27778"/>
                    <a:pt x="1775" y="27920"/>
                    <a:pt x="1763" y="28063"/>
                  </a:cubicBezTo>
                  <a:cubicBezTo>
                    <a:pt x="1751" y="28075"/>
                    <a:pt x="1751" y="28087"/>
                    <a:pt x="1751" y="28111"/>
                  </a:cubicBezTo>
                  <a:lnTo>
                    <a:pt x="1775" y="28111"/>
                  </a:lnTo>
                  <a:lnTo>
                    <a:pt x="2085" y="26718"/>
                  </a:lnTo>
                  <a:cubicBezTo>
                    <a:pt x="2132" y="26527"/>
                    <a:pt x="2180" y="26337"/>
                    <a:pt x="2215" y="26146"/>
                  </a:cubicBezTo>
                  <a:lnTo>
                    <a:pt x="2215" y="26146"/>
                  </a:lnTo>
                  <a:cubicBezTo>
                    <a:pt x="2192" y="26170"/>
                    <a:pt x="2168" y="26182"/>
                    <a:pt x="2144" y="26194"/>
                  </a:cubicBezTo>
                  <a:cubicBezTo>
                    <a:pt x="2108" y="26200"/>
                    <a:pt x="2070" y="26203"/>
                    <a:pt x="2031" y="26203"/>
                  </a:cubicBezTo>
                  <a:cubicBezTo>
                    <a:pt x="1992" y="26203"/>
                    <a:pt x="1954" y="26200"/>
                    <a:pt x="1918" y="26194"/>
                  </a:cubicBezTo>
                  <a:cubicBezTo>
                    <a:pt x="1882" y="26194"/>
                    <a:pt x="1846" y="26182"/>
                    <a:pt x="1811" y="26170"/>
                  </a:cubicBezTo>
                  <a:cubicBezTo>
                    <a:pt x="1739" y="26146"/>
                    <a:pt x="1668" y="26123"/>
                    <a:pt x="1596" y="26099"/>
                  </a:cubicBezTo>
                  <a:cubicBezTo>
                    <a:pt x="1513" y="26075"/>
                    <a:pt x="1430" y="26039"/>
                    <a:pt x="1346" y="25992"/>
                  </a:cubicBezTo>
                  <a:lnTo>
                    <a:pt x="1156" y="25896"/>
                  </a:lnTo>
                  <a:cubicBezTo>
                    <a:pt x="1072" y="25849"/>
                    <a:pt x="1025" y="25742"/>
                    <a:pt x="1049" y="25646"/>
                  </a:cubicBezTo>
                  <a:cubicBezTo>
                    <a:pt x="1072" y="25551"/>
                    <a:pt x="1168" y="25492"/>
                    <a:pt x="1263" y="25492"/>
                  </a:cubicBezTo>
                  <a:lnTo>
                    <a:pt x="1489" y="25515"/>
                  </a:lnTo>
                  <a:cubicBezTo>
                    <a:pt x="1584" y="25527"/>
                    <a:pt x="1668" y="25539"/>
                    <a:pt x="1763" y="25563"/>
                  </a:cubicBezTo>
                  <a:cubicBezTo>
                    <a:pt x="1823" y="25575"/>
                    <a:pt x="1906" y="25587"/>
                    <a:pt x="1977" y="25611"/>
                  </a:cubicBezTo>
                  <a:cubicBezTo>
                    <a:pt x="2025" y="25634"/>
                    <a:pt x="2085" y="25658"/>
                    <a:pt x="2132" y="25682"/>
                  </a:cubicBezTo>
                  <a:cubicBezTo>
                    <a:pt x="2192" y="25718"/>
                    <a:pt x="2251" y="25765"/>
                    <a:pt x="2287" y="25825"/>
                  </a:cubicBezTo>
                  <a:cubicBezTo>
                    <a:pt x="2442" y="25170"/>
                    <a:pt x="2596" y="24491"/>
                    <a:pt x="2751" y="23825"/>
                  </a:cubicBezTo>
                  <a:lnTo>
                    <a:pt x="2680" y="23825"/>
                  </a:lnTo>
                  <a:cubicBezTo>
                    <a:pt x="2513" y="23777"/>
                    <a:pt x="2346" y="23718"/>
                    <a:pt x="2192" y="23622"/>
                  </a:cubicBezTo>
                  <a:cubicBezTo>
                    <a:pt x="2120" y="23587"/>
                    <a:pt x="2061" y="23539"/>
                    <a:pt x="1989" y="23491"/>
                  </a:cubicBezTo>
                  <a:cubicBezTo>
                    <a:pt x="1930" y="23444"/>
                    <a:pt x="1858" y="23408"/>
                    <a:pt x="1787" y="23372"/>
                  </a:cubicBezTo>
                  <a:cubicBezTo>
                    <a:pt x="1596" y="23262"/>
                    <a:pt x="1711" y="22998"/>
                    <a:pt x="1887" y="22998"/>
                  </a:cubicBezTo>
                  <a:cubicBezTo>
                    <a:pt x="1920" y="22998"/>
                    <a:pt x="1954" y="23007"/>
                    <a:pt x="1989" y="23027"/>
                  </a:cubicBezTo>
                  <a:cubicBezTo>
                    <a:pt x="2025" y="23051"/>
                    <a:pt x="2061" y="23063"/>
                    <a:pt x="2096" y="23087"/>
                  </a:cubicBezTo>
                  <a:lnTo>
                    <a:pt x="2156" y="23098"/>
                  </a:lnTo>
                  <a:cubicBezTo>
                    <a:pt x="2227" y="23122"/>
                    <a:pt x="2311" y="23146"/>
                    <a:pt x="2382" y="23158"/>
                  </a:cubicBezTo>
                  <a:cubicBezTo>
                    <a:pt x="2454" y="23182"/>
                    <a:pt x="2525" y="23194"/>
                    <a:pt x="2596" y="23218"/>
                  </a:cubicBezTo>
                  <a:cubicBezTo>
                    <a:pt x="2668" y="23241"/>
                    <a:pt x="2751" y="23265"/>
                    <a:pt x="2823" y="23277"/>
                  </a:cubicBezTo>
                  <a:cubicBezTo>
                    <a:pt x="2847" y="23277"/>
                    <a:pt x="2847" y="23289"/>
                    <a:pt x="2870" y="23289"/>
                  </a:cubicBezTo>
                  <a:cubicBezTo>
                    <a:pt x="3025" y="22610"/>
                    <a:pt x="3192" y="21920"/>
                    <a:pt x="3347" y="21241"/>
                  </a:cubicBezTo>
                  <a:lnTo>
                    <a:pt x="3299" y="21241"/>
                  </a:lnTo>
                  <a:cubicBezTo>
                    <a:pt x="3286" y="21243"/>
                    <a:pt x="3273" y="21244"/>
                    <a:pt x="3260" y="21244"/>
                  </a:cubicBezTo>
                  <a:cubicBezTo>
                    <a:pt x="3202" y="21244"/>
                    <a:pt x="3145" y="21225"/>
                    <a:pt x="3097" y="21205"/>
                  </a:cubicBezTo>
                  <a:cubicBezTo>
                    <a:pt x="3061" y="21193"/>
                    <a:pt x="3025" y="21170"/>
                    <a:pt x="2989" y="21158"/>
                  </a:cubicBezTo>
                  <a:cubicBezTo>
                    <a:pt x="2930" y="21122"/>
                    <a:pt x="2847" y="21086"/>
                    <a:pt x="2775" y="21051"/>
                  </a:cubicBezTo>
                  <a:cubicBezTo>
                    <a:pt x="2632" y="20967"/>
                    <a:pt x="2501" y="20884"/>
                    <a:pt x="2370" y="20801"/>
                  </a:cubicBezTo>
                  <a:cubicBezTo>
                    <a:pt x="2263" y="20729"/>
                    <a:pt x="2239" y="20610"/>
                    <a:pt x="2287" y="20503"/>
                  </a:cubicBezTo>
                  <a:cubicBezTo>
                    <a:pt x="2327" y="20439"/>
                    <a:pt x="2398" y="20402"/>
                    <a:pt x="2469" y="20402"/>
                  </a:cubicBezTo>
                  <a:cubicBezTo>
                    <a:pt x="2505" y="20402"/>
                    <a:pt x="2541" y="20412"/>
                    <a:pt x="2573" y="20431"/>
                  </a:cubicBezTo>
                  <a:cubicBezTo>
                    <a:pt x="2716" y="20515"/>
                    <a:pt x="2847" y="20586"/>
                    <a:pt x="3001" y="20658"/>
                  </a:cubicBezTo>
                  <a:cubicBezTo>
                    <a:pt x="3037" y="20670"/>
                    <a:pt x="3073" y="20693"/>
                    <a:pt x="3108" y="20705"/>
                  </a:cubicBezTo>
                  <a:cubicBezTo>
                    <a:pt x="3120" y="20717"/>
                    <a:pt x="3144" y="20717"/>
                    <a:pt x="3168" y="20729"/>
                  </a:cubicBezTo>
                  <a:lnTo>
                    <a:pt x="3275" y="20765"/>
                  </a:lnTo>
                  <a:cubicBezTo>
                    <a:pt x="3323" y="20789"/>
                    <a:pt x="3382" y="20824"/>
                    <a:pt x="3430" y="20872"/>
                  </a:cubicBezTo>
                  <a:cubicBezTo>
                    <a:pt x="3597" y="20170"/>
                    <a:pt x="3763" y="19455"/>
                    <a:pt x="3930" y="18753"/>
                  </a:cubicBezTo>
                  <a:cubicBezTo>
                    <a:pt x="3906" y="18741"/>
                    <a:pt x="3882" y="18729"/>
                    <a:pt x="3859" y="18717"/>
                  </a:cubicBezTo>
                  <a:cubicBezTo>
                    <a:pt x="3823" y="18705"/>
                    <a:pt x="3787" y="18681"/>
                    <a:pt x="3751" y="18657"/>
                  </a:cubicBezTo>
                  <a:cubicBezTo>
                    <a:pt x="3692" y="18610"/>
                    <a:pt x="3620" y="18574"/>
                    <a:pt x="3561" y="18526"/>
                  </a:cubicBezTo>
                  <a:cubicBezTo>
                    <a:pt x="3525" y="18503"/>
                    <a:pt x="3489" y="18491"/>
                    <a:pt x="3454" y="18467"/>
                  </a:cubicBezTo>
                  <a:cubicBezTo>
                    <a:pt x="3430" y="18455"/>
                    <a:pt x="3418" y="18443"/>
                    <a:pt x="3406" y="18431"/>
                  </a:cubicBezTo>
                  <a:lnTo>
                    <a:pt x="3370" y="18419"/>
                  </a:lnTo>
                  <a:lnTo>
                    <a:pt x="3335" y="18419"/>
                  </a:lnTo>
                  <a:lnTo>
                    <a:pt x="3275" y="18396"/>
                  </a:lnTo>
                  <a:cubicBezTo>
                    <a:pt x="3239" y="18384"/>
                    <a:pt x="3204" y="18372"/>
                    <a:pt x="3168" y="18360"/>
                  </a:cubicBezTo>
                  <a:cubicBezTo>
                    <a:pt x="3049" y="18324"/>
                    <a:pt x="2989" y="18217"/>
                    <a:pt x="3001" y="18110"/>
                  </a:cubicBezTo>
                  <a:cubicBezTo>
                    <a:pt x="3001" y="18062"/>
                    <a:pt x="3025" y="18015"/>
                    <a:pt x="3061" y="17979"/>
                  </a:cubicBezTo>
                  <a:cubicBezTo>
                    <a:pt x="3108" y="17931"/>
                    <a:pt x="3168" y="17907"/>
                    <a:pt x="3228" y="17907"/>
                  </a:cubicBezTo>
                  <a:cubicBezTo>
                    <a:pt x="3418" y="17931"/>
                    <a:pt x="3597" y="17979"/>
                    <a:pt x="3775" y="18038"/>
                  </a:cubicBezTo>
                  <a:cubicBezTo>
                    <a:pt x="3882" y="18074"/>
                    <a:pt x="3978" y="18122"/>
                    <a:pt x="4061" y="18181"/>
                  </a:cubicBezTo>
                  <a:lnTo>
                    <a:pt x="4073" y="18181"/>
                  </a:lnTo>
                  <a:lnTo>
                    <a:pt x="4430" y="16693"/>
                  </a:lnTo>
                  <a:lnTo>
                    <a:pt x="4323" y="16693"/>
                  </a:lnTo>
                  <a:cubicBezTo>
                    <a:pt x="4287" y="16693"/>
                    <a:pt x="4251" y="16681"/>
                    <a:pt x="4216" y="16669"/>
                  </a:cubicBezTo>
                  <a:lnTo>
                    <a:pt x="4025" y="16621"/>
                  </a:lnTo>
                  <a:cubicBezTo>
                    <a:pt x="3894" y="16598"/>
                    <a:pt x="3763" y="16574"/>
                    <a:pt x="3632" y="16562"/>
                  </a:cubicBezTo>
                  <a:lnTo>
                    <a:pt x="3597" y="16562"/>
                  </a:lnTo>
                  <a:cubicBezTo>
                    <a:pt x="3537" y="16550"/>
                    <a:pt x="3478" y="16526"/>
                    <a:pt x="3430" y="16491"/>
                  </a:cubicBezTo>
                  <a:cubicBezTo>
                    <a:pt x="3382" y="16443"/>
                    <a:pt x="3358" y="16383"/>
                    <a:pt x="3358" y="16324"/>
                  </a:cubicBezTo>
                  <a:cubicBezTo>
                    <a:pt x="3358" y="16193"/>
                    <a:pt x="3466" y="16086"/>
                    <a:pt x="3597" y="16086"/>
                  </a:cubicBezTo>
                  <a:cubicBezTo>
                    <a:pt x="3763" y="16098"/>
                    <a:pt x="3906" y="16110"/>
                    <a:pt x="4061" y="16121"/>
                  </a:cubicBezTo>
                  <a:cubicBezTo>
                    <a:pt x="4132" y="16121"/>
                    <a:pt x="4204" y="16133"/>
                    <a:pt x="4287" y="16145"/>
                  </a:cubicBezTo>
                  <a:cubicBezTo>
                    <a:pt x="4347" y="16145"/>
                    <a:pt x="4394" y="16157"/>
                    <a:pt x="4454" y="16169"/>
                  </a:cubicBezTo>
                  <a:cubicBezTo>
                    <a:pt x="4490" y="16181"/>
                    <a:pt x="4513" y="16193"/>
                    <a:pt x="4549" y="16217"/>
                  </a:cubicBezTo>
                  <a:cubicBezTo>
                    <a:pt x="4644" y="15812"/>
                    <a:pt x="4740" y="15419"/>
                    <a:pt x="4835" y="15026"/>
                  </a:cubicBezTo>
                  <a:cubicBezTo>
                    <a:pt x="4775" y="15014"/>
                    <a:pt x="4728" y="15002"/>
                    <a:pt x="4680" y="15002"/>
                  </a:cubicBezTo>
                  <a:cubicBezTo>
                    <a:pt x="4573" y="14967"/>
                    <a:pt x="4478" y="14931"/>
                    <a:pt x="4382" y="14907"/>
                  </a:cubicBezTo>
                  <a:lnTo>
                    <a:pt x="4085" y="14800"/>
                  </a:lnTo>
                  <a:cubicBezTo>
                    <a:pt x="3978" y="14764"/>
                    <a:pt x="3870" y="14716"/>
                    <a:pt x="3763" y="14657"/>
                  </a:cubicBezTo>
                  <a:cubicBezTo>
                    <a:pt x="3597" y="14562"/>
                    <a:pt x="3668" y="14312"/>
                    <a:pt x="3859" y="14312"/>
                  </a:cubicBezTo>
                  <a:lnTo>
                    <a:pt x="4013" y="14312"/>
                  </a:lnTo>
                  <a:cubicBezTo>
                    <a:pt x="4085" y="14312"/>
                    <a:pt x="4156" y="14324"/>
                    <a:pt x="4216" y="14335"/>
                  </a:cubicBezTo>
                  <a:lnTo>
                    <a:pt x="4513" y="14383"/>
                  </a:lnTo>
                  <a:cubicBezTo>
                    <a:pt x="4609" y="14395"/>
                    <a:pt x="4716" y="14419"/>
                    <a:pt x="4811" y="14431"/>
                  </a:cubicBezTo>
                  <a:cubicBezTo>
                    <a:pt x="4859" y="14455"/>
                    <a:pt x="4894" y="14466"/>
                    <a:pt x="4942" y="14478"/>
                  </a:cubicBezTo>
                  <a:cubicBezTo>
                    <a:pt x="5085" y="13859"/>
                    <a:pt x="5240" y="13240"/>
                    <a:pt x="5383" y="12621"/>
                  </a:cubicBezTo>
                  <a:cubicBezTo>
                    <a:pt x="5299" y="12621"/>
                    <a:pt x="5204" y="12609"/>
                    <a:pt x="5109" y="12585"/>
                  </a:cubicBezTo>
                  <a:cubicBezTo>
                    <a:pt x="5025" y="12561"/>
                    <a:pt x="4954" y="12538"/>
                    <a:pt x="4882" y="12514"/>
                  </a:cubicBezTo>
                  <a:cubicBezTo>
                    <a:pt x="4716" y="12466"/>
                    <a:pt x="4573" y="12407"/>
                    <a:pt x="4418" y="12347"/>
                  </a:cubicBezTo>
                  <a:cubicBezTo>
                    <a:pt x="4311" y="12323"/>
                    <a:pt x="4251" y="12204"/>
                    <a:pt x="4275" y="12097"/>
                  </a:cubicBezTo>
                  <a:cubicBezTo>
                    <a:pt x="4296" y="11995"/>
                    <a:pt x="4385" y="11937"/>
                    <a:pt x="4478" y="11937"/>
                  </a:cubicBezTo>
                  <a:cubicBezTo>
                    <a:pt x="4494" y="11937"/>
                    <a:pt x="4510" y="11939"/>
                    <a:pt x="4525" y="11942"/>
                  </a:cubicBezTo>
                  <a:cubicBezTo>
                    <a:pt x="4680" y="11978"/>
                    <a:pt x="4835" y="12014"/>
                    <a:pt x="5002" y="12038"/>
                  </a:cubicBezTo>
                  <a:lnTo>
                    <a:pt x="5049" y="12049"/>
                  </a:lnTo>
                  <a:cubicBezTo>
                    <a:pt x="5049" y="12044"/>
                    <a:pt x="5052" y="12041"/>
                    <a:pt x="5055" y="12041"/>
                  </a:cubicBezTo>
                  <a:cubicBezTo>
                    <a:pt x="5058" y="12041"/>
                    <a:pt x="5061" y="12044"/>
                    <a:pt x="5061" y="12049"/>
                  </a:cubicBezTo>
                  <a:lnTo>
                    <a:pt x="5168" y="12061"/>
                  </a:lnTo>
                  <a:cubicBezTo>
                    <a:pt x="5228" y="12061"/>
                    <a:pt x="5287" y="12061"/>
                    <a:pt x="5347" y="12085"/>
                  </a:cubicBezTo>
                  <a:lnTo>
                    <a:pt x="5466" y="12121"/>
                  </a:lnTo>
                  <a:cubicBezTo>
                    <a:pt x="5478" y="12121"/>
                    <a:pt x="5490" y="12121"/>
                    <a:pt x="5502" y="12133"/>
                  </a:cubicBezTo>
                  <a:cubicBezTo>
                    <a:pt x="5633" y="11573"/>
                    <a:pt x="5775" y="11014"/>
                    <a:pt x="5906" y="10454"/>
                  </a:cubicBezTo>
                  <a:cubicBezTo>
                    <a:pt x="5895" y="10454"/>
                    <a:pt x="5883" y="10454"/>
                    <a:pt x="5859" y="10442"/>
                  </a:cubicBezTo>
                  <a:cubicBezTo>
                    <a:pt x="5740" y="10383"/>
                    <a:pt x="5633" y="10323"/>
                    <a:pt x="5525" y="10252"/>
                  </a:cubicBezTo>
                  <a:lnTo>
                    <a:pt x="5192" y="10014"/>
                  </a:lnTo>
                  <a:cubicBezTo>
                    <a:pt x="5039" y="9915"/>
                    <a:pt x="5127" y="9686"/>
                    <a:pt x="5290" y="9686"/>
                  </a:cubicBezTo>
                  <a:cubicBezTo>
                    <a:pt x="5304" y="9686"/>
                    <a:pt x="5319" y="9688"/>
                    <a:pt x="5335" y="9692"/>
                  </a:cubicBezTo>
                  <a:lnTo>
                    <a:pt x="5704" y="9835"/>
                  </a:lnTo>
                  <a:cubicBezTo>
                    <a:pt x="5811" y="9871"/>
                    <a:pt x="5918" y="9918"/>
                    <a:pt x="6025" y="9978"/>
                  </a:cubicBezTo>
                  <a:cubicBezTo>
                    <a:pt x="6037" y="9966"/>
                    <a:pt x="6037" y="9954"/>
                    <a:pt x="6037" y="9942"/>
                  </a:cubicBezTo>
                  <a:cubicBezTo>
                    <a:pt x="6228" y="9192"/>
                    <a:pt x="6418" y="8454"/>
                    <a:pt x="6609" y="7704"/>
                  </a:cubicBezTo>
                  <a:cubicBezTo>
                    <a:pt x="6537" y="7692"/>
                    <a:pt x="6478" y="7668"/>
                    <a:pt x="6430" y="7644"/>
                  </a:cubicBezTo>
                  <a:cubicBezTo>
                    <a:pt x="6395" y="7620"/>
                    <a:pt x="6359" y="7597"/>
                    <a:pt x="6323" y="7573"/>
                  </a:cubicBezTo>
                  <a:cubicBezTo>
                    <a:pt x="6264" y="7537"/>
                    <a:pt x="6204" y="7513"/>
                    <a:pt x="6145" y="7489"/>
                  </a:cubicBezTo>
                  <a:cubicBezTo>
                    <a:pt x="6085" y="7466"/>
                    <a:pt x="6037" y="7442"/>
                    <a:pt x="5978" y="7430"/>
                  </a:cubicBezTo>
                  <a:cubicBezTo>
                    <a:pt x="5942" y="7418"/>
                    <a:pt x="5906" y="7406"/>
                    <a:pt x="5883" y="7406"/>
                  </a:cubicBezTo>
                  <a:lnTo>
                    <a:pt x="5823" y="7406"/>
                  </a:lnTo>
                  <a:cubicBezTo>
                    <a:pt x="5764" y="7406"/>
                    <a:pt x="5716" y="7382"/>
                    <a:pt x="5668" y="7347"/>
                  </a:cubicBezTo>
                  <a:cubicBezTo>
                    <a:pt x="5621" y="7299"/>
                    <a:pt x="5597" y="7239"/>
                    <a:pt x="5597" y="7180"/>
                  </a:cubicBezTo>
                  <a:cubicBezTo>
                    <a:pt x="5609" y="7061"/>
                    <a:pt x="5704" y="6954"/>
                    <a:pt x="5823" y="6954"/>
                  </a:cubicBezTo>
                  <a:cubicBezTo>
                    <a:pt x="6002" y="6954"/>
                    <a:pt x="6180" y="6966"/>
                    <a:pt x="6347" y="7001"/>
                  </a:cubicBezTo>
                  <a:cubicBezTo>
                    <a:pt x="6418" y="7013"/>
                    <a:pt x="6502" y="7025"/>
                    <a:pt x="6573" y="7049"/>
                  </a:cubicBezTo>
                  <a:cubicBezTo>
                    <a:pt x="6633" y="7061"/>
                    <a:pt x="6692" y="7085"/>
                    <a:pt x="6740" y="7108"/>
                  </a:cubicBezTo>
                  <a:lnTo>
                    <a:pt x="6764" y="7120"/>
                  </a:lnTo>
                  <a:cubicBezTo>
                    <a:pt x="6895" y="6573"/>
                    <a:pt x="7038" y="6013"/>
                    <a:pt x="7180" y="5453"/>
                  </a:cubicBezTo>
                  <a:lnTo>
                    <a:pt x="7168" y="5453"/>
                  </a:lnTo>
                  <a:cubicBezTo>
                    <a:pt x="7061" y="5430"/>
                    <a:pt x="6966" y="5394"/>
                    <a:pt x="6871" y="5358"/>
                  </a:cubicBezTo>
                  <a:cubicBezTo>
                    <a:pt x="6847" y="5346"/>
                    <a:pt x="6811" y="5346"/>
                    <a:pt x="6787" y="5334"/>
                  </a:cubicBezTo>
                  <a:cubicBezTo>
                    <a:pt x="6764" y="5322"/>
                    <a:pt x="6740" y="5311"/>
                    <a:pt x="6716" y="5299"/>
                  </a:cubicBezTo>
                  <a:cubicBezTo>
                    <a:pt x="6668" y="5275"/>
                    <a:pt x="6621" y="5263"/>
                    <a:pt x="6573" y="5239"/>
                  </a:cubicBezTo>
                  <a:cubicBezTo>
                    <a:pt x="6466" y="5203"/>
                    <a:pt x="6371" y="5180"/>
                    <a:pt x="6264" y="5168"/>
                  </a:cubicBezTo>
                  <a:cubicBezTo>
                    <a:pt x="6061" y="5108"/>
                    <a:pt x="6097" y="4799"/>
                    <a:pt x="6311" y="4799"/>
                  </a:cubicBezTo>
                  <a:lnTo>
                    <a:pt x="6621" y="4822"/>
                  </a:lnTo>
                  <a:cubicBezTo>
                    <a:pt x="6740" y="4822"/>
                    <a:pt x="6859" y="4834"/>
                    <a:pt x="6978" y="4858"/>
                  </a:cubicBezTo>
                  <a:cubicBezTo>
                    <a:pt x="7097" y="4894"/>
                    <a:pt x="7204" y="4930"/>
                    <a:pt x="7299" y="4977"/>
                  </a:cubicBezTo>
                  <a:cubicBezTo>
                    <a:pt x="7454" y="4394"/>
                    <a:pt x="7597" y="3822"/>
                    <a:pt x="7752" y="3239"/>
                  </a:cubicBezTo>
                  <a:cubicBezTo>
                    <a:pt x="7597" y="3215"/>
                    <a:pt x="7430" y="3191"/>
                    <a:pt x="7276" y="3144"/>
                  </a:cubicBezTo>
                  <a:cubicBezTo>
                    <a:pt x="7180" y="3108"/>
                    <a:pt x="7097" y="3084"/>
                    <a:pt x="6990" y="3060"/>
                  </a:cubicBezTo>
                  <a:cubicBezTo>
                    <a:pt x="6895" y="3025"/>
                    <a:pt x="6787" y="3013"/>
                    <a:pt x="6692" y="2989"/>
                  </a:cubicBezTo>
                  <a:cubicBezTo>
                    <a:pt x="6609" y="2965"/>
                    <a:pt x="6561" y="2894"/>
                    <a:pt x="6573" y="2810"/>
                  </a:cubicBezTo>
                  <a:cubicBezTo>
                    <a:pt x="6585" y="2715"/>
                    <a:pt x="6657" y="2655"/>
                    <a:pt x="6740" y="2655"/>
                  </a:cubicBezTo>
                  <a:cubicBezTo>
                    <a:pt x="6835" y="2667"/>
                    <a:pt x="6954" y="2691"/>
                    <a:pt x="7049" y="2691"/>
                  </a:cubicBezTo>
                  <a:lnTo>
                    <a:pt x="7347" y="2691"/>
                  </a:lnTo>
                  <a:cubicBezTo>
                    <a:pt x="7466" y="2691"/>
                    <a:pt x="7585" y="2691"/>
                    <a:pt x="7704" y="2715"/>
                  </a:cubicBezTo>
                  <a:lnTo>
                    <a:pt x="7847" y="2739"/>
                  </a:lnTo>
                  <a:lnTo>
                    <a:pt x="7871" y="2751"/>
                  </a:lnTo>
                  <a:cubicBezTo>
                    <a:pt x="8038" y="2084"/>
                    <a:pt x="8204" y="1417"/>
                    <a:pt x="8383" y="762"/>
                  </a:cubicBezTo>
                  <a:cubicBezTo>
                    <a:pt x="8323" y="750"/>
                    <a:pt x="8288" y="739"/>
                    <a:pt x="8264" y="727"/>
                  </a:cubicBezTo>
                  <a:lnTo>
                    <a:pt x="8192" y="691"/>
                  </a:lnTo>
                  <a:cubicBezTo>
                    <a:pt x="8169" y="679"/>
                    <a:pt x="8133" y="667"/>
                    <a:pt x="8109" y="655"/>
                  </a:cubicBezTo>
                  <a:lnTo>
                    <a:pt x="7966" y="608"/>
                  </a:lnTo>
                  <a:cubicBezTo>
                    <a:pt x="7752" y="524"/>
                    <a:pt x="7538" y="477"/>
                    <a:pt x="7323" y="453"/>
                  </a:cubicBezTo>
                  <a:cubicBezTo>
                    <a:pt x="7216" y="453"/>
                    <a:pt x="7145" y="369"/>
                    <a:pt x="7133" y="262"/>
                  </a:cubicBezTo>
                  <a:cubicBezTo>
                    <a:pt x="7133" y="250"/>
                    <a:pt x="7133" y="239"/>
                    <a:pt x="7133" y="227"/>
                  </a:cubicBezTo>
                  <a:lnTo>
                    <a:pt x="6299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35"/>
            <p:cNvSpPr/>
            <p:nvPr/>
          </p:nvSpPr>
          <p:spPr>
            <a:xfrm>
              <a:off x="2698251" y="55937"/>
              <a:ext cx="290775" cy="799650"/>
            </a:xfrm>
            <a:custGeom>
              <a:avLst/>
              <a:gdLst/>
              <a:ahLst/>
              <a:cxnLst/>
              <a:rect l="l" t="t" r="r" b="b"/>
              <a:pathLst>
                <a:path w="15872" h="43649" extrusionOk="0">
                  <a:moveTo>
                    <a:pt x="3700" y="35808"/>
                  </a:moveTo>
                  <a:cubicBezTo>
                    <a:pt x="3781" y="35808"/>
                    <a:pt x="3862" y="35818"/>
                    <a:pt x="3942" y="35838"/>
                  </a:cubicBezTo>
                  <a:cubicBezTo>
                    <a:pt x="4430" y="35933"/>
                    <a:pt x="4859" y="36338"/>
                    <a:pt x="5121" y="36755"/>
                  </a:cubicBezTo>
                  <a:cubicBezTo>
                    <a:pt x="5371" y="37160"/>
                    <a:pt x="5478" y="37636"/>
                    <a:pt x="5442" y="38112"/>
                  </a:cubicBezTo>
                  <a:cubicBezTo>
                    <a:pt x="5359" y="39100"/>
                    <a:pt x="4561" y="39874"/>
                    <a:pt x="3561" y="39946"/>
                  </a:cubicBezTo>
                  <a:cubicBezTo>
                    <a:pt x="3538" y="39946"/>
                    <a:pt x="3516" y="39947"/>
                    <a:pt x="3494" y="39947"/>
                  </a:cubicBezTo>
                  <a:cubicBezTo>
                    <a:pt x="2571" y="39947"/>
                    <a:pt x="1797" y="39233"/>
                    <a:pt x="1715" y="38314"/>
                  </a:cubicBezTo>
                  <a:cubicBezTo>
                    <a:pt x="1692" y="38100"/>
                    <a:pt x="1727" y="37886"/>
                    <a:pt x="1799" y="37695"/>
                  </a:cubicBezTo>
                  <a:cubicBezTo>
                    <a:pt x="1882" y="37279"/>
                    <a:pt x="2085" y="36898"/>
                    <a:pt x="2406" y="36612"/>
                  </a:cubicBezTo>
                  <a:cubicBezTo>
                    <a:pt x="2620" y="36386"/>
                    <a:pt x="2858" y="36183"/>
                    <a:pt x="3108" y="35993"/>
                  </a:cubicBezTo>
                  <a:cubicBezTo>
                    <a:pt x="3289" y="35873"/>
                    <a:pt x="3493" y="35808"/>
                    <a:pt x="3700" y="35808"/>
                  </a:cubicBezTo>
                  <a:close/>
                  <a:moveTo>
                    <a:pt x="8823" y="0"/>
                  </a:moveTo>
                  <a:cubicBezTo>
                    <a:pt x="6311" y="8561"/>
                    <a:pt x="4882" y="17467"/>
                    <a:pt x="3132" y="26218"/>
                  </a:cubicBezTo>
                  <a:cubicBezTo>
                    <a:pt x="2573" y="29039"/>
                    <a:pt x="2013" y="31873"/>
                    <a:pt x="1465" y="34707"/>
                  </a:cubicBezTo>
                  <a:cubicBezTo>
                    <a:pt x="1192" y="36136"/>
                    <a:pt x="906" y="37564"/>
                    <a:pt x="632" y="38993"/>
                  </a:cubicBezTo>
                  <a:cubicBezTo>
                    <a:pt x="501" y="39696"/>
                    <a:pt x="370" y="40398"/>
                    <a:pt x="227" y="41100"/>
                  </a:cubicBezTo>
                  <a:cubicBezTo>
                    <a:pt x="180" y="41422"/>
                    <a:pt x="1" y="41862"/>
                    <a:pt x="25" y="42184"/>
                  </a:cubicBezTo>
                  <a:cubicBezTo>
                    <a:pt x="37" y="42351"/>
                    <a:pt x="25" y="42303"/>
                    <a:pt x="191" y="42351"/>
                  </a:cubicBezTo>
                  <a:cubicBezTo>
                    <a:pt x="358" y="42398"/>
                    <a:pt x="525" y="42434"/>
                    <a:pt x="691" y="42482"/>
                  </a:cubicBezTo>
                  <a:cubicBezTo>
                    <a:pt x="2108" y="42839"/>
                    <a:pt x="3525" y="43172"/>
                    <a:pt x="4942" y="43517"/>
                  </a:cubicBezTo>
                  <a:cubicBezTo>
                    <a:pt x="5109" y="43565"/>
                    <a:pt x="5275" y="43601"/>
                    <a:pt x="5442" y="43648"/>
                  </a:cubicBezTo>
                  <a:cubicBezTo>
                    <a:pt x="5430" y="43613"/>
                    <a:pt x="5430" y="43577"/>
                    <a:pt x="5442" y="43541"/>
                  </a:cubicBezTo>
                  <a:cubicBezTo>
                    <a:pt x="6180" y="40374"/>
                    <a:pt x="6978" y="37231"/>
                    <a:pt x="7692" y="34064"/>
                  </a:cubicBezTo>
                  <a:cubicBezTo>
                    <a:pt x="8990" y="28444"/>
                    <a:pt x="10228" y="22824"/>
                    <a:pt x="11526" y="17217"/>
                  </a:cubicBezTo>
                  <a:cubicBezTo>
                    <a:pt x="12181" y="14431"/>
                    <a:pt x="12836" y="11633"/>
                    <a:pt x="13538" y="8858"/>
                  </a:cubicBezTo>
                  <a:cubicBezTo>
                    <a:pt x="14217" y="6191"/>
                    <a:pt x="14931" y="3489"/>
                    <a:pt x="15872" y="893"/>
                  </a:cubicBezTo>
                  <a:cubicBezTo>
                    <a:pt x="13526" y="536"/>
                    <a:pt x="11169" y="274"/>
                    <a:pt x="882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35"/>
            <p:cNvSpPr/>
            <p:nvPr/>
          </p:nvSpPr>
          <p:spPr>
            <a:xfrm>
              <a:off x="2807334" y="706626"/>
              <a:ext cx="68938" cy="157644"/>
            </a:xfrm>
            <a:custGeom>
              <a:avLst/>
              <a:gdLst/>
              <a:ahLst/>
              <a:cxnLst/>
              <a:rect l="l" t="t" r="r" b="b"/>
              <a:pathLst>
                <a:path w="3763" h="8605" extrusionOk="0">
                  <a:moveTo>
                    <a:pt x="2000" y="0"/>
                  </a:moveTo>
                  <a:cubicBezTo>
                    <a:pt x="1393" y="2727"/>
                    <a:pt x="786" y="5477"/>
                    <a:pt x="36" y="8168"/>
                  </a:cubicBezTo>
                  <a:cubicBezTo>
                    <a:pt x="24" y="8204"/>
                    <a:pt x="12" y="8228"/>
                    <a:pt x="0" y="8251"/>
                  </a:cubicBezTo>
                  <a:lnTo>
                    <a:pt x="1072" y="8513"/>
                  </a:lnTo>
                  <a:cubicBezTo>
                    <a:pt x="1223" y="8550"/>
                    <a:pt x="1395" y="8604"/>
                    <a:pt x="1547" y="8604"/>
                  </a:cubicBezTo>
                  <a:cubicBezTo>
                    <a:pt x="1694" y="8604"/>
                    <a:pt x="1823" y="8553"/>
                    <a:pt x="1893" y="8382"/>
                  </a:cubicBezTo>
                  <a:cubicBezTo>
                    <a:pt x="2012" y="8061"/>
                    <a:pt x="2096" y="7739"/>
                    <a:pt x="2155" y="7406"/>
                  </a:cubicBezTo>
                  <a:cubicBezTo>
                    <a:pt x="2179" y="7311"/>
                    <a:pt x="2203" y="7216"/>
                    <a:pt x="2227" y="7120"/>
                  </a:cubicBezTo>
                  <a:lnTo>
                    <a:pt x="2155" y="7108"/>
                  </a:lnTo>
                  <a:cubicBezTo>
                    <a:pt x="2096" y="7085"/>
                    <a:pt x="2048" y="7061"/>
                    <a:pt x="2000" y="7025"/>
                  </a:cubicBezTo>
                  <a:cubicBezTo>
                    <a:pt x="1905" y="6978"/>
                    <a:pt x="1822" y="6918"/>
                    <a:pt x="1738" y="6847"/>
                  </a:cubicBezTo>
                  <a:cubicBezTo>
                    <a:pt x="1595" y="6727"/>
                    <a:pt x="1476" y="6608"/>
                    <a:pt x="1357" y="6477"/>
                  </a:cubicBezTo>
                  <a:cubicBezTo>
                    <a:pt x="1262" y="6370"/>
                    <a:pt x="1262" y="6216"/>
                    <a:pt x="1357" y="6120"/>
                  </a:cubicBezTo>
                  <a:cubicBezTo>
                    <a:pt x="1405" y="6073"/>
                    <a:pt x="1470" y="6049"/>
                    <a:pt x="1536" y="6049"/>
                  </a:cubicBezTo>
                  <a:cubicBezTo>
                    <a:pt x="1601" y="6049"/>
                    <a:pt x="1667" y="6073"/>
                    <a:pt x="1715" y="6120"/>
                  </a:cubicBezTo>
                  <a:cubicBezTo>
                    <a:pt x="1822" y="6227"/>
                    <a:pt x="1929" y="6323"/>
                    <a:pt x="2048" y="6418"/>
                  </a:cubicBezTo>
                  <a:cubicBezTo>
                    <a:pt x="2107" y="6477"/>
                    <a:pt x="2191" y="6525"/>
                    <a:pt x="2262" y="6585"/>
                  </a:cubicBezTo>
                  <a:cubicBezTo>
                    <a:pt x="2286" y="6608"/>
                    <a:pt x="2310" y="6620"/>
                    <a:pt x="2334" y="6644"/>
                  </a:cubicBezTo>
                  <a:cubicBezTo>
                    <a:pt x="2465" y="6144"/>
                    <a:pt x="2584" y="5644"/>
                    <a:pt x="2703" y="5144"/>
                  </a:cubicBezTo>
                  <a:cubicBezTo>
                    <a:pt x="2697" y="5138"/>
                    <a:pt x="2694" y="5135"/>
                    <a:pt x="2691" y="5135"/>
                  </a:cubicBezTo>
                  <a:cubicBezTo>
                    <a:pt x="2688" y="5135"/>
                    <a:pt x="2685" y="5138"/>
                    <a:pt x="2679" y="5144"/>
                  </a:cubicBezTo>
                  <a:cubicBezTo>
                    <a:pt x="2619" y="5120"/>
                    <a:pt x="2560" y="5096"/>
                    <a:pt x="2500" y="5073"/>
                  </a:cubicBezTo>
                  <a:lnTo>
                    <a:pt x="2393" y="5025"/>
                  </a:lnTo>
                  <a:cubicBezTo>
                    <a:pt x="2346" y="5001"/>
                    <a:pt x="2310" y="4977"/>
                    <a:pt x="2274" y="4953"/>
                  </a:cubicBezTo>
                  <a:cubicBezTo>
                    <a:pt x="2119" y="4858"/>
                    <a:pt x="1976" y="4763"/>
                    <a:pt x="1822" y="4668"/>
                  </a:cubicBezTo>
                  <a:cubicBezTo>
                    <a:pt x="1703" y="4584"/>
                    <a:pt x="1655" y="4418"/>
                    <a:pt x="1726" y="4287"/>
                  </a:cubicBezTo>
                  <a:cubicBezTo>
                    <a:pt x="1774" y="4200"/>
                    <a:pt x="1868" y="4150"/>
                    <a:pt x="1964" y="4150"/>
                  </a:cubicBezTo>
                  <a:cubicBezTo>
                    <a:pt x="2013" y="4150"/>
                    <a:pt x="2063" y="4163"/>
                    <a:pt x="2107" y="4191"/>
                  </a:cubicBezTo>
                  <a:lnTo>
                    <a:pt x="2584" y="4418"/>
                  </a:lnTo>
                  <a:cubicBezTo>
                    <a:pt x="2619" y="4441"/>
                    <a:pt x="2667" y="4453"/>
                    <a:pt x="2703" y="4477"/>
                  </a:cubicBezTo>
                  <a:cubicBezTo>
                    <a:pt x="2738" y="4501"/>
                    <a:pt x="2762" y="4525"/>
                    <a:pt x="2798" y="4549"/>
                  </a:cubicBezTo>
                  <a:lnTo>
                    <a:pt x="2822" y="4561"/>
                  </a:lnTo>
                  <a:cubicBezTo>
                    <a:pt x="2941" y="4060"/>
                    <a:pt x="3060" y="3572"/>
                    <a:pt x="3167" y="3072"/>
                  </a:cubicBezTo>
                  <a:cubicBezTo>
                    <a:pt x="3131" y="3072"/>
                    <a:pt x="3096" y="3060"/>
                    <a:pt x="3060" y="3048"/>
                  </a:cubicBezTo>
                  <a:lnTo>
                    <a:pt x="2953" y="2989"/>
                  </a:lnTo>
                  <a:cubicBezTo>
                    <a:pt x="2905" y="2965"/>
                    <a:pt x="2858" y="2929"/>
                    <a:pt x="2810" y="2894"/>
                  </a:cubicBezTo>
                  <a:cubicBezTo>
                    <a:pt x="2750" y="2846"/>
                    <a:pt x="2703" y="2798"/>
                    <a:pt x="2643" y="2751"/>
                  </a:cubicBezTo>
                  <a:lnTo>
                    <a:pt x="2298" y="2465"/>
                  </a:lnTo>
                  <a:cubicBezTo>
                    <a:pt x="2227" y="2394"/>
                    <a:pt x="2215" y="2275"/>
                    <a:pt x="2286" y="2203"/>
                  </a:cubicBezTo>
                  <a:cubicBezTo>
                    <a:pt x="2325" y="2148"/>
                    <a:pt x="2390" y="2119"/>
                    <a:pt x="2453" y="2119"/>
                  </a:cubicBezTo>
                  <a:cubicBezTo>
                    <a:pt x="2487" y="2119"/>
                    <a:pt x="2519" y="2127"/>
                    <a:pt x="2548" y="2144"/>
                  </a:cubicBezTo>
                  <a:cubicBezTo>
                    <a:pt x="2679" y="2215"/>
                    <a:pt x="2822" y="2275"/>
                    <a:pt x="2953" y="2346"/>
                  </a:cubicBezTo>
                  <a:cubicBezTo>
                    <a:pt x="3024" y="2382"/>
                    <a:pt x="3096" y="2417"/>
                    <a:pt x="3167" y="2453"/>
                  </a:cubicBezTo>
                  <a:cubicBezTo>
                    <a:pt x="3203" y="2477"/>
                    <a:pt x="3250" y="2501"/>
                    <a:pt x="3286" y="2536"/>
                  </a:cubicBezTo>
                  <a:cubicBezTo>
                    <a:pt x="3441" y="1834"/>
                    <a:pt x="3608" y="1132"/>
                    <a:pt x="3762" y="429"/>
                  </a:cubicBezTo>
                  <a:lnTo>
                    <a:pt x="3739" y="417"/>
                  </a:lnTo>
                  <a:cubicBezTo>
                    <a:pt x="3727" y="465"/>
                    <a:pt x="3703" y="501"/>
                    <a:pt x="3667" y="536"/>
                  </a:cubicBezTo>
                  <a:cubicBezTo>
                    <a:pt x="3608" y="596"/>
                    <a:pt x="3536" y="620"/>
                    <a:pt x="3465" y="620"/>
                  </a:cubicBezTo>
                  <a:cubicBezTo>
                    <a:pt x="3381" y="620"/>
                    <a:pt x="3310" y="608"/>
                    <a:pt x="3239" y="596"/>
                  </a:cubicBezTo>
                  <a:cubicBezTo>
                    <a:pt x="3191" y="584"/>
                    <a:pt x="3131" y="572"/>
                    <a:pt x="3084" y="548"/>
                  </a:cubicBezTo>
                  <a:lnTo>
                    <a:pt x="2941" y="501"/>
                  </a:lnTo>
                  <a:cubicBezTo>
                    <a:pt x="2881" y="489"/>
                    <a:pt x="2834" y="465"/>
                    <a:pt x="2786" y="441"/>
                  </a:cubicBezTo>
                  <a:cubicBezTo>
                    <a:pt x="2738" y="429"/>
                    <a:pt x="2703" y="417"/>
                    <a:pt x="2655" y="405"/>
                  </a:cubicBezTo>
                  <a:cubicBezTo>
                    <a:pt x="2536" y="370"/>
                    <a:pt x="2453" y="239"/>
                    <a:pt x="2488" y="108"/>
                  </a:cubicBezTo>
                  <a:lnTo>
                    <a:pt x="2000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35"/>
            <p:cNvSpPr/>
            <p:nvPr/>
          </p:nvSpPr>
          <p:spPr>
            <a:xfrm>
              <a:off x="2683209" y="45238"/>
              <a:ext cx="361655" cy="831050"/>
            </a:xfrm>
            <a:custGeom>
              <a:avLst/>
              <a:gdLst/>
              <a:ahLst/>
              <a:cxnLst/>
              <a:rect l="l" t="t" r="r" b="b"/>
              <a:pathLst>
                <a:path w="19741" h="45363" extrusionOk="0">
                  <a:moveTo>
                    <a:pt x="9644" y="584"/>
                  </a:moveTo>
                  <a:cubicBezTo>
                    <a:pt x="12002" y="858"/>
                    <a:pt x="14359" y="1120"/>
                    <a:pt x="16705" y="1477"/>
                  </a:cubicBezTo>
                  <a:cubicBezTo>
                    <a:pt x="15752" y="4073"/>
                    <a:pt x="15038" y="6764"/>
                    <a:pt x="14359" y="9442"/>
                  </a:cubicBezTo>
                  <a:cubicBezTo>
                    <a:pt x="13657" y="12217"/>
                    <a:pt x="13002" y="15015"/>
                    <a:pt x="12347" y="17812"/>
                  </a:cubicBezTo>
                  <a:cubicBezTo>
                    <a:pt x="11049" y="23420"/>
                    <a:pt x="9799" y="29040"/>
                    <a:pt x="8513" y="34648"/>
                  </a:cubicBezTo>
                  <a:cubicBezTo>
                    <a:pt x="7787" y="37815"/>
                    <a:pt x="7001" y="40970"/>
                    <a:pt x="6251" y="44125"/>
                  </a:cubicBezTo>
                  <a:cubicBezTo>
                    <a:pt x="6251" y="44161"/>
                    <a:pt x="6251" y="44197"/>
                    <a:pt x="6251" y="44232"/>
                  </a:cubicBezTo>
                  <a:cubicBezTo>
                    <a:pt x="6096" y="44197"/>
                    <a:pt x="5930" y="44149"/>
                    <a:pt x="5763" y="44113"/>
                  </a:cubicBezTo>
                  <a:cubicBezTo>
                    <a:pt x="4334" y="43768"/>
                    <a:pt x="2929" y="43435"/>
                    <a:pt x="1512" y="43066"/>
                  </a:cubicBezTo>
                  <a:cubicBezTo>
                    <a:pt x="1346" y="43030"/>
                    <a:pt x="1167" y="42982"/>
                    <a:pt x="1012" y="42935"/>
                  </a:cubicBezTo>
                  <a:cubicBezTo>
                    <a:pt x="846" y="42899"/>
                    <a:pt x="858" y="42935"/>
                    <a:pt x="846" y="42780"/>
                  </a:cubicBezTo>
                  <a:cubicBezTo>
                    <a:pt x="822" y="42446"/>
                    <a:pt x="989" y="42018"/>
                    <a:pt x="1048" y="41684"/>
                  </a:cubicBezTo>
                  <a:cubicBezTo>
                    <a:pt x="1191" y="40982"/>
                    <a:pt x="1322" y="40280"/>
                    <a:pt x="1453" y="39577"/>
                  </a:cubicBezTo>
                  <a:cubicBezTo>
                    <a:pt x="1727" y="38148"/>
                    <a:pt x="2001" y="36720"/>
                    <a:pt x="2286" y="35303"/>
                  </a:cubicBezTo>
                  <a:cubicBezTo>
                    <a:pt x="2834" y="32469"/>
                    <a:pt x="3394" y="29635"/>
                    <a:pt x="3953" y="26802"/>
                  </a:cubicBezTo>
                  <a:cubicBezTo>
                    <a:pt x="5703" y="18063"/>
                    <a:pt x="7132" y="9145"/>
                    <a:pt x="9644" y="584"/>
                  </a:cubicBezTo>
                  <a:close/>
                  <a:moveTo>
                    <a:pt x="16919" y="1525"/>
                  </a:moveTo>
                  <a:cubicBezTo>
                    <a:pt x="17634" y="1632"/>
                    <a:pt x="18360" y="1751"/>
                    <a:pt x="19074" y="1882"/>
                  </a:cubicBezTo>
                  <a:cubicBezTo>
                    <a:pt x="18955" y="2358"/>
                    <a:pt x="18824" y="2823"/>
                    <a:pt x="18705" y="3299"/>
                  </a:cubicBezTo>
                  <a:lnTo>
                    <a:pt x="18622" y="3263"/>
                  </a:lnTo>
                  <a:cubicBezTo>
                    <a:pt x="18527" y="3239"/>
                    <a:pt x="18431" y="3227"/>
                    <a:pt x="18336" y="3204"/>
                  </a:cubicBezTo>
                  <a:lnTo>
                    <a:pt x="17741" y="3073"/>
                  </a:lnTo>
                  <a:cubicBezTo>
                    <a:pt x="17729" y="3071"/>
                    <a:pt x="17717" y="3070"/>
                    <a:pt x="17706" y="3070"/>
                  </a:cubicBezTo>
                  <a:cubicBezTo>
                    <a:pt x="17650" y="3070"/>
                    <a:pt x="17606" y="3094"/>
                    <a:pt x="17586" y="3144"/>
                  </a:cubicBezTo>
                  <a:cubicBezTo>
                    <a:pt x="17562" y="3204"/>
                    <a:pt x="17586" y="3275"/>
                    <a:pt x="17645" y="3311"/>
                  </a:cubicBezTo>
                  <a:lnTo>
                    <a:pt x="18181" y="3561"/>
                  </a:lnTo>
                  <a:lnTo>
                    <a:pt x="18443" y="3680"/>
                  </a:lnTo>
                  <a:cubicBezTo>
                    <a:pt x="18491" y="3692"/>
                    <a:pt x="18527" y="3716"/>
                    <a:pt x="18586" y="3727"/>
                  </a:cubicBezTo>
                  <a:cubicBezTo>
                    <a:pt x="18467" y="4156"/>
                    <a:pt x="18360" y="4573"/>
                    <a:pt x="18241" y="5001"/>
                  </a:cubicBezTo>
                  <a:cubicBezTo>
                    <a:pt x="18169" y="4966"/>
                    <a:pt x="18086" y="4942"/>
                    <a:pt x="18015" y="4930"/>
                  </a:cubicBezTo>
                  <a:cubicBezTo>
                    <a:pt x="17919" y="4906"/>
                    <a:pt x="17812" y="4894"/>
                    <a:pt x="17717" y="4894"/>
                  </a:cubicBezTo>
                  <a:lnTo>
                    <a:pt x="17586" y="4894"/>
                  </a:lnTo>
                  <a:cubicBezTo>
                    <a:pt x="17526" y="4882"/>
                    <a:pt x="17479" y="4882"/>
                    <a:pt x="17431" y="4882"/>
                  </a:cubicBezTo>
                  <a:cubicBezTo>
                    <a:pt x="17336" y="4882"/>
                    <a:pt x="17264" y="4954"/>
                    <a:pt x="17264" y="5049"/>
                  </a:cubicBezTo>
                  <a:cubicBezTo>
                    <a:pt x="17264" y="5144"/>
                    <a:pt x="17336" y="5216"/>
                    <a:pt x="17431" y="5216"/>
                  </a:cubicBezTo>
                  <a:lnTo>
                    <a:pt x="17526" y="5216"/>
                  </a:lnTo>
                  <a:cubicBezTo>
                    <a:pt x="17574" y="5228"/>
                    <a:pt x="17610" y="5240"/>
                    <a:pt x="17645" y="5251"/>
                  </a:cubicBezTo>
                  <a:lnTo>
                    <a:pt x="17765" y="5287"/>
                  </a:lnTo>
                  <a:cubicBezTo>
                    <a:pt x="17776" y="5299"/>
                    <a:pt x="17788" y="5299"/>
                    <a:pt x="17800" y="5311"/>
                  </a:cubicBezTo>
                  <a:lnTo>
                    <a:pt x="17848" y="5335"/>
                  </a:lnTo>
                  <a:cubicBezTo>
                    <a:pt x="17931" y="5370"/>
                    <a:pt x="18003" y="5406"/>
                    <a:pt x="18074" y="5442"/>
                  </a:cubicBezTo>
                  <a:lnTo>
                    <a:pt x="18110" y="5466"/>
                  </a:lnTo>
                  <a:lnTo>
                    <a:pt x="17753" y="6835"/>
                  </a:lnTo>
                  <a:cubicBezTo>
                    <a:pt x="17717" y="6811"/>
                    <a:pt x="17681" y="6799"/>
                    <a:pt x="17634" y="6787"/>
                  </a:cubicBezTo>
                  <a:cubicBezTo>
                    <a:pt x="17514" y="6752"/>
                    <a:pt x="17395" y="6740"/>
                    <a:pt x="17264" y="6728"/>
                  </a:cubicBezTo>
                  <a:cubicBezTo>
                    <a:pt x="17050" y="6704"/>
                    <a:pt x="16836" y="6692"/>
                    <a:pt x="16622" y="6692"/>
                  </a:cubicBezTo>
                  <a:cubicBezTo>
                    <a:pt x="16502" y="6692"/>
                    <a:pt x="16407" y="6799"/>
                    <a:pt x="16407" y="6918"/>
                  </a:cubicBezTo>
                  <a:cubicBezTo>
                    <a:pt x="16407" y="7037"/>
                    <a:pt x="16502" y="7133"/>
                    <a:pt x="16622" y="7133"/>
                  </a:cubicBezTo>
                  <a:cubicBezTo>
                    <a:pt x="16729" y="7145"/>
                    <a:pt x="16836" y="7145"/>
                    <a:pt x="16943" y="7156"/>
                  </a:cubicBezTo>
                  <a:lnTo>
                    <a:pt x="16979" y="7156"/>
                  </a:lnTo>
                  <a:cubicBezTo>
                    <a:pt x="17003" y="7168"/>
                    <a:pt x="17026" y="7168"/>
                    <a:pt x="17050" y="7168"/>
                  </a:cubicBezTo>
                  <a:cubicBezTo>
                    <a:pt x="17098" y="7180"/>
                    <a:pt x="17157" y="7192"/>
                    <a:pt x="17205" y="7204"/>
                  </a:cubicBezTo>
                  <a:cubicBezTo>
                    <a:pt x="17312" y="7228"/>
                    <a:pt x="17407" y="7264"/>
                    <a:pt x="17503" y="7287"/>
                  </a:cubicBezTo>
                  <a:lnTo>
                    <a:pt x="17634" y="7287"/>
                  </a:lnTo>
                  <a:cubicBezTo>
                    <a:pt x="17514" y="7752"/>
                    <a:pt x="17395" y="8204"/>
                    <a:pt x="17276" y="8657"/>
                  </a:cubicBezTo>
                  <a:cubicBezTo>
                    <a:pt x="17217" y="8645"/>
                    <a:pt x="17169" y="8621"/>
                    <a:pt x="17110" y="8609"/>
                  </a:cubicBezTo>
                  <a:cubicBezTo>
                    <a:pt x="16979" y="8585"/>
                    <a:pt x="16848" y="8561"/>
                    <a:pt x="16729" y="8549"/>
                  </a:cubicBezTo>
                  <a:cubicBezTo>
                    <a:pt x="16491" y="8514"/>
                    <a:pt x="16264" y="8502"/>
                    <a:pt x="16026" y="8478"/>
                  </a:cubicBezTo>
                  <a:cubicBezTo>
                    <a:pt x="15931" y="8478"/>
                    <a:pt x="15860" y="8549"/>
                    <a:pt x="15836" y="8633"/>
                  </a:cubicBezTo>
                  <a:cubicBezTo>
                    <a:pt x="15836" y="8645"/>
                    <a:pt x="15836" y="8657"/>
                    <a:pt x="15836" y="8669"/>
                  </a:cubicBezTo>
                  <a:cubicBezTo>
                    <a:pt x="15848" y="8776"/>
                    <a:pt x="15919" y="8859"/>
                    <a:pt x="16026" y="8859"/>
                  </a:cubicBezTo>
                  <a:cubicBezTo>
                    <a:pt x="16241" y="8883"/>
                    <a:pt x="16455" y="8930"/>
                    <a:pt x="16669" y="9002"/>
                  </a:cubicBezTo>
                  <a:lnTo>
                    <a:pt x="16812" y="9061"/>
                  </a:lnTo>
                  <a:cubicBezTo>
                    <a:pt x="16836" y="9073"/>
                    <a:pt x="16872" y="9085"/>
                    <a:pt x="16895" y="9097"/>
                  </a:cubicBezTo>
                  <a:lnTo>
                    <a:pt x="16967" y="9121"/>
                  </a:lnTo>
                  <a:cubicBezTo>
                    <a:pt x="17026" y="9145"/>
                    <a:pt x="17086" y="9169"/>
                    <a:pt x="17133" y="9180"/>
                  </a:cubicBezTo>
                  <a:cubicBezTo>
                    <a:pt x="16967" y="9835"/>
                    <a:pt x="16800" y="10502"/>
                    <a:pt x="16622" y="11157"/>
                  </a:cubicBezTo>
                  <a:lnTo>
                    <a:pt x="16598" y="11157"/>
                  </a:lnTo>
                  <a:lnTo>
                    <a:pt x="16455" y="11133"/>
                  </a:lnTo>
                  <a:cubicBezTo>
                    <a:pt x="16336" y="11109"/>
                    <a:pt x="16217" y="11109"/>
                    <a:pt x="16098" y="11097"/>
                  </a:cubicBezTo>
                  <a:cubicBezTo>
                    <a:pt x="16034" y="11097"/>
                    <a:pt x="15971" y="11103"/>
                    <a:pt x="15904" y="11103"/>
                  </a:cubicBezTo>
                  <a:cubicBezTo>
                    <a:pt x="15870" y="11103"/>
                    <a:pt x="15836" y="11101"/>
                    <a:pt x="15800" y="11097"/>
                  </a:cubicBezTo>
                  <a:cubicBezTo>
                    <a:pt x="15705" y="11097"/>
                    <a:pt x="15598" y="11085"/>
                    <a:pt x="15490" y="11074"/>
                  </a:cubicBezTo>
                  <a:cubicBezTo>
                    <a:pt x="15407" y="11074"/>
                    <a:pt x="15336" y="11133"/>
                    <a:pt x="15324" y="11228"/>
                  </a:cubicBezTo>
                  <a:cubicBezTo>
                    <a:pt x="15312" y="11312"/>
                    <a:pt x="15371" y="11383"/>
                    <a:pt x="15455" y="11407"/>
                  </a:cubicBezTo>
                  <a:cubicBezTo>
                    <a:pt x="15550" y="11431"/>
                    <a:pt x="15657" y="11443"/>
                    <a:pt x="15752" y="11478"/>
                  </a:cubicBezTo>
                  <a:cubicBezTo>
                    <a:pt x="15848" y="11502"/>
                    <a:pt x="15943" y="11526"/>
                    <a:pt x="16038" y="11562"/>
                  </a:cubicBezTo>
                  <a:cubicBezTo>
                    <a:pt x="16193" y="11609"/>
                    <a:pt x="16348" y="11633"/>
                    <a:pt x="16502" y="11657"/>
                  </a:cubicBezTo>
                  <a:cubicBezTo>
                    <a:pt x="16360" y="12240"/>
                    <a:pt x="16205" y="12812"/>
                    <a:pt x="16062" y="13395"/>
                  </a:cubicBezTo>
                  <a:cubicBezTo>
                    <a:pt x="15955" y="13348"/>
                    <a:pt x="15848" y="13312"/>
                    <a:pt x="15740" y="13276"/>
                  </a:cubicBezTo>
                  <a:cubicBezTo>
                    <a:pt x="15621" y="13252"/>
                    <a:pt x="15502" y="13241"/>
                    <a:pt x="15383" y="13241"/>
                  </a:cubicBezTo>
                  <a:lnTo>
                    <a:pt x="15074" y="13217"/>
                  </a:lnTo>
                  <a:cubicBezTo>
                    <a:pt x="14859" y="13217"/>
                    <a:pt x="14812" y="13526"/>
                    <a:pt x="15014" y="13586"/>
                  </a:cubicBezTo>
                  <a:cubicBezTo>
                    <a:pt x="15121" y="13598"/>
                    <a:pt x="15228" y="13621"/>
                    <a:pt x="15324" y="13657"/>
                  </a:cubicBezTo>
                  <a:cubicBezTo>
                    <a:pt x="15371" y="13681"/>
                    <a:pt x="15431" y="13693"/>
                    <a:pt x="15479" y="13717"/>
                  </a:cubicBezTo>
                  <a:cubicBezTo>
                    <a:pt x="15502" y="13729"/>
                    <a:pt x="15526" y="13741"/>
                    <a:pt x="15550" y="13752"/>
                  </a:cubicBezTo>
                  <a:cubicBezTo>
                    <a:pt x="15574" y="13764"/>
                    <a:pt x="15598" y="13764"/>
                    <a:pt x="15621" y="13776"/>
                  </a:cubicBezTo>
                  <a:cubicBezTo>
                    <a:pt x="15717" y="13812"/>
                    <a:pt x="15824" y="13848"/>
                    <a:pt x="15919" y="13872"/>
                  </a:cubicBezTo>
                  <a:lnTo>
                    <a:pt x="15943" y="13872"/>
                  </a:lnTo>
                  <a:cubicBezTo>
                    <a:pt x="15800" y="14431"/>
                    <a:pt x="15657" y="14991"/>
                    <a:pt x="15514" y="15538"/>
                  </a:cubicBezTo>
                  <a:lnTo>
                    <a:pt x="15502" y="15526"/>
                  </a:lnTo>
                  <a:cubicBezTo>
                    <a:pt x="15443" y="15503"/>
                    <a:pt x="15383" y="15479"/>
                    <a:pt x="15324" y="15467"/>
                  </a:cubicBezTo>
                  <a:cubicBezTo>
                    <a:pt x="15252" y="15443"/>
                    <a:pt x="15181" y="15431"/>
                    <a:pt x="15109" y="15419"/>
                  </a:cubicBezTo>
                  <a:cubicBezTo>
                    <a:pt x="14931" y="15384"/>
                    <a:pt x="14752" y="15372"/>
                    <a:pt x="14586" y="15372"/>
                  </a:cubicBezTo>
                  <a:cubicBezTo>
                    <a:pt x="14455" y="15372"/>
                    <a:pt x="14359" y="15479"/>
                    <a:pt x="14359" y="15598"/>
                  </a:cubicBezTo>
                  <a:cubicBezTo>
                    <a:pt x="14359" y="15657"/>
                    <a:pt x="14383" y="15717"/>
                    <a:pt x="14419" y="15765"/>
                  </a:cubicBezTo>
                  <a:cubicBezTo>
                    <a:pt x="14466" y="15800"/>
                    <a:pt x="14526" y="15824"/>
                    <a:pt x="14586" y="15824"/>
                  </a:cubicBezTo>
                  <a:lnTo>
                    <a:pt x="14633" y="15824"/>
                  </a:lnTo>
                  <a:cubicBezTo>
                    <a:pt x="14669" y="15836"/>
                    <a:pt x="14705" y="15836"/>
                    <a:pt x="14728" y="15848"/>
                  </a:cubicBezTo>
                  <a:cubicBezTo>
                    <a:pt x="14788" y="15860"/>
                    <a:pt x="14847" y="15884"/>
                    <a:pt x="14895" y="15907"/>
                  </a:cubicBezTo>
                  <a:cubicBezTo>
                    <a:pt x="14955" y="15931"/>
                    <a:pt x="15014" y="15955"/>
                    <a:pt x="15074" y="15991"/>
                  </a:cubicBezTo>
                  <a:cubicBezTo>
                    <a:pt x="15109" y="16015"/>
                    <a:pt x="15145" y="16038"/>
                    <a:pt x="15181" y="16062"/>
                  </a:cubicBezTo>
                  <a:cubicBezTo>
                    <a:pt x="15240" y="16086"/>
                    <a:pt x="15300" y="16110"/>
                    <a:pt x="15359" y="16122"/>
                  </a:cubicBezTo>
                  <a:cubicBezTo>
                    <a:pt x="15169" y="16872"/>
                    <a:pt x="14978" y="17610"/>
                    <a:pt x="14788" y="18360"/>
                  </a:cubicBezTo>
                  <a:cubicBezTo>
                    <a:pt x="14788" y="18372"/>
                    <a:pt x="14788" y="18384"/>
                    <a:pt x="14788" y="18396"/>
                  </a:cubicBezTo>
                  <a:cubicBezTo>
                    <a:pt x="14681" y="18336"/>
                    <a:pt x="14574" y="18289"/>
                    <a:pt x="14455" y="18241"/>
                  </a:cubicBezTo>
                  <a:lnTo>
                    <a:pt x="14085" y="18110"/>
                  </a:lnTo>
                  <a:cubicBezTo>
                    <a:pt x="14070" y="18106"/>
                    <a:pt x="14055" y="18104"/>
                    <a:pt x="14040" y="18104"/>
                  </a:cubicBezTo>
                  <a:cubicBezTo>
                    <a:pt x="13879" y="18104"/>
                    <a:pt x="13801" y="18333"/>
                    <a:pt x="13955" y="18432"/>
                  </a:cubicBezTo>
                  <a:lnTo>
                    <a:pt x="14276" y="18658"/>
                  </a:lnTo>
                  <a:cubicBezTo>
                    <a:pt x="14383" y="18741"/>
                    <a:pt x="14502" y="18801"/>
                    <a:pt x="14621" y="18860"/>
                  </a:cubicBezTo>
                  <a:cubicBezTo>
                    <a:pt x="14633" y="18872"/>
                    <a:pt x="14645" y="18872"/>
                    <a:pt x="14669" y="18872"/>
                  </a:cubicBezTo>
                  <a:cubicBezTo>
                    <a:pt x="14526" y="19432"/>
                    <a:pt x="14395" y="19991"/>
                    <a:pt x="14252" y="20551"/>
                  </a:cubicBezTo>
                  <a:cubicBezTo>
                    <a:pt x="14240" y="20539"/>
                    <a:pt x="14228" y="20539"/>
                    <a:pt x="14216" y="20527"/>
                  </a:cubicBezTo>
                  <a:lnTo>
                    <a:pt x="14097" y="20491"/>
                  </a:lnTo>
                  <a:cubicBezTo>
                    <a:pt x="14050" y="20479"/>
                    <a:pt x="13990" y="20479"/>
                    <a:pt x="13931" y="20468"/>
                  </a:cubicBezTo>
                  <a:lnTo>
                    <a:pt x="13824" y="20456"/>
                  </a:lnTo>
                  <a:lnTo>
                    <a:pt x="13752" y="20456"/>
                  </a:lnTo>
                  <a:cubicBezTo>
                    <a:pt x="13597" y="20432"/>
                    <a:pt x="13431" y="20396"/>
                    <a:pt x="13288" y="20360"/>
                  </a:cubicBezTo>
                  <a:cubicBezTo>
                    <a:pt x="13270" y="20357"/>
                    <a:pt x="13253" y="20355"/>
                    <a:pt x="13237" y="20355"/>
                  </a:cubicBezTo>
                  <a:cubicBezTo>
                    <a:pt x="13139" y="20355"/>
                    <a:pt x="13056" y="20414"/>
                    <a:pt x="13026" y="20515"/>
                  </a:cubicBezTo>
                  <a:cubicBezTo>
                    <a:pt x="13002" y="20622"/>
                    <a:pt x="13073" y="20741"/>
                    <a:pt x="13181" y="20765"/>
                  </a:cubicBezTo>
                  <a:cubicBezTo>
                    <a:pt x="13335" y="20825"/>
                    <a:pt x="13490" y="20884"/>
                    <a:pt x="13633" y="20932"/>
                  </a:cubicBezTo>
                  <a:cubicBezTo>
                    <a:pt x="13716" y="20956"/>
                    <a:pt x="13788" y="20980"/>
                    <a:pt x="13859" y="21003"/>
                  </a:cubicBezTo>
                  <a:cubicBezTo>
                    <a:pt x="13955" y="21027"/>
                    <a:pt x="14050" y="21039"/>
                    <a:pt x="14145" y="21039"/>
                  </a:cubicBezTo>
                  <a:cubicBezTo>
                    <a:pt x="13990" y="21658"/>
                    <a:pt x="13847" y="22277"/>
                    <a:pt x="13693" y="22896"/>
                  </a:cubicBezTo>
                  <a:cubicBezTo>
                    <a:pt x="13657" y="22885"/>
                    <a:pt x="13609" y="22873"/>
                    <a:pt x="13574" y="22849"/>
                  </a:cubicBezTo>
                  <a:cubicBezTo>
                    <a:pt x="13478" y="22837"/>
                    <a:pt x="13371" y="22813"/>
                    <a:pt x="13276" y="22801"/>
                  </a:cubicBezTo>
                  <a:lnTo>
                    <a:pt x="12978" y="22754"/>
                  </a:lnTo>
                  <a:cubicBezTo>
                    <a:pt x="12907" y="22742"/>
                    <a:pt x="12835" y="22730"/>
                    <a:pt x="12776" y="22730"/>
                  </a:cubicBezTo>
                  <a:lnTo>
                    <a:pt x="12609" y="22730"/>
                  </a:lnTo>
                  <a:cubicBezTo>
                    <a:pt x="12419" y="22730"/>
                    <a:pt x="12359" y="22980"/>
                    <a:pt x="12514" y="23075"/>
                  </a:cubicBezTo>
                  <a:cubicBezTo>
                    <a:pt x="12621" y="23135"/>
                    <a:pt x="12728" y="23182"/>
                    <a:pt x="12847" y="23218"/>
                  </a:cubicBezTo>
                  <a:lnTo>
                    <a:pt x="13145" y="23325"/>
                  </a:lnTo>
                  <a:cubicBezTo>
                    <a:pt x="13240" y="23349"/>
                    <a:pt x="13335" y="23385"/>
                    <a:pt x="13443" y="23408"/>
                  </a:cubicBezTo>
                  <a:cubicBezTo>
                    <a:pt x="13490" y="23420"/>
                    <a:pt x="13538" y="23432"/>
                    <a:pt x="13585" y="23432"/>
                  </a:cubicBezTo>
                  <a:cubicBezTo>
                    <a:pt x="13490" y="23837"/>
                    <a:pt x="13395" y="24242"/>
                    <a:pt x="13300" y="24623"/>
                  </a:cubicBezTo>
                  <a:cubicBezTo>
                    <a:pt x="13276" y="24611"/>
                    <a:pt x="13240" y="24599"/>
                    <a:pt x="13216" y="24587"/>
                  </a:cubicBezTo>
                  <a:cubicBezTo>
                    <a:pt x="13157" y="24575"/>
                    <a:pt x="13097" y="24563"/>
                    <a:pt x="13038" y="24563"/>
                  </a:cubicBezTo>
                  <a:cubicBezTo>
                    <a:pt x="12966" y="24551"/>
                    <a:pt x="12895" y="24540"/>
                    <a:pt x="12812" y="24540"/>
                  </a:cubicBezTo>
                  <a:cubicBezTo>
                    <a:pt x="12669" y="24528"/>
                    <a:pt x="12502" y="24504"/>
                    <a:pt x="12359" y="24504"/>
                  </a:cubicBezTo>
                  <a:cubicBezTo>
                    <a:pt x="12228" y="24504"/>
                    <a:pt x="12121" y="24611"/>
                    <a:pt x="12121" y="24742"/>
                  </a:cubicBezTo>
                  <a:cubicBezTo>
                    <a:pt x="12121" y="24801"/>
                    <a:pt x="12145" y="24861"/>
                    <a:pt x="12192" y="24909"/>
                  </a:cubicBezTo>
                  <a:cubicBezTo>
                    <a:pt x="12240" y="24944"/>
                    <a:pt x="12288" y="24968"/>
                    <a:pt x="12359" y="24980"/>
                  </a:cubicBezTo>
                  <a:lnTo>
                    <a:pt x="12383" y="24980"/>
                  </a:lnTo>
                  <a:cubicBezTo>
                    <a:pt x="12514" y="24992"/>
                    <a:pt x="12657" y="25016"/>
                    <a:pt x="12776" y="25040"/>
                  </a:cubicBezTo>
                  <a:lnTo>
                    <a:pt x="12978" y="25087"/>
                  </a:lnTo>
                  <a:cubicBezTo>
                    <a:pt x="13014" y="25099"/>
                    <a:pt x="13038" y="25111"/>
                    <a:pt x="13073" y="25111"/>
                  </a:cubicBezTo>
                  <a:lnTo>
                    <a:pt x="13181" y="25111"/>
                  </a:lnTo>
                  <a:lnTo>
                    <a:pt x="12823" y="26599"/>
                  </a:lnTo>
                  <a:cubicBezTo>
                    <a:pt x="12728" y="26540"/>
                    <a:pt x="12633" y="26492"/>
                    <a:pt x="12538" y="26456"/>
                  </a:cubicBezTo>
                  <a:cubicBezTo>
                    <a:pt x="12347" y="26397"/>
                    <a:pt x="12169" y="26349"/>
                    <a:pt x="11978" y="26325"/>
                  </a:cubicBezTo>
                  <a:cubicBezTo>
                    <a:pt x="11919" y="26325"/>
                    <a:pt x="11859" y="26349"/>
                    <a:pt x="11823" y="26397"/>
                  </a:cubicBezTo>
                  <a:cubicBezTo>
                    <a:pt x="11788" y="26433"/>
                    <a:pt x="11764" y="26480"/>
                    <a:pt x="11752" y="26528"/>
                  </a:cubicBezTo>
                  <a:cubicBezTo>
                    <a:pt x="11740" y="26635"/>
                    <a:pt x="11811" y="26742"/>
                    <a:pt x="11919" y="26778"/>
                  </a:cubicBezTo>
                  <a:cubicBezTo>
                    <a:pt x="11954" y="26790"/>
                    <a:pt x="11990" y="26802"/>
                    <a:pt x="12026" y="26814"/>
                  </a:cubicBezTo>
                  <a:lnTo>
                    <a:pt x="12097" y="26837"/>
                  </a:lnTo>
                  <a:lnTo>
                    <a:pt x="12133" y="26837"/>
                  </a:lnTo>
                  <a:lnTo>
                    <a:pt x="12157" y="26849"/>
                  </a:lnTo>
                  <a:cubicBezTo>
                    <a:pt x="12169" y="26861"/>
                    <a:pt x="12192" y="26873"/>
                    <a:pt x="12204" y="26885"/>
                  </a:cubicBezTo>
                  <a:cubicBezTo>
                    <a:pt x="12240" y="26909"/>
                    <a:pt x="12276" y="26921"/>
                    <a:pt x="12311" y="26945"/>
                  </a:cubicBezTo>
                  <a:cubicBezTo>
                    <a:pt x="12383" y="26992"/>
                    <a:pt x="12442" y="27028"/>
                    <a:pt x="12514" y="27076"/>
                  </a:cubicBezTo>
                  <a:cubicBezTo>
                    <a:pt x="12550" y="27099"/>
                    <a:pt x="12585" y="27123"/>
                    <a:pt x="12621" y="27135"/>
                  </a:cubicBezTo>
                  <a:cubicBezTo>
                    <a:pt x="12645" y="27147"/>
                    <a:pt x="12669" y="27159"/>
                    <a:pt x="12692" y="27171"/>
                  </a:cubicBezTo>
                  <a:cubicBezTo>
                    <a:pt x="12526" y="27873"/>
                    <a:pt x="12347" y="28588"/>
                    <a:pt x="12180" y="29290"/>
                  </a:cubicBezTo>
                  <a:cubicBezTo>
                    <a:pt x="12133" y="29242"/>
                    <a:pt x="12085" y="29207"/>
                    <a:pt x="12026" y="29183"/>
                  </a:cubicBezTo>
                  <a:lnTo>
                    <a:pt x="11919" y="29147"/>
                  </a:lnTo>
                  <a:cubicBezTo>
                    <a:pt x="11907" y="29135"/>
                    <a:pt x="11883" y="29135"/>
                    <a:pt x="11859" y="29123"/>
                  </a:cubicBezTo>
                  <a:cubicBezTo>
                    <a:pt x="11823" y="29111"/>
                    <a:pt x="11788" y="29088"/>
                    <a:pt x="11752" y="29076"/>
                  </a:cubicBezTo>
                  <a:cubicBezTo>
                    <a:pt x="11609" y="29004"/>
                    <a:pt x="11466" y="28933"/>
                    <a:pt x="11335" y="28850"/>
                  </a:cubicBezTo>
                  <a:cubicBezTo>
                    <a:pt x="11299" y="28830"/>
                    <a:pt x="11262" y="28820"/>
                    <a:pt x="11227" y="28820"/>
                  </a:cubicBezTo>
                  <a:cubicBezTo>
                    <a:pt x="11155" y="28820"/>
                    <a:pt x="11089" y="28858"/>
                    <a:pt x="11049" y="28921"/>
                  </a:cubicBezTo>
                  <a:cubicBezTo>
                    <a:pt x="10990" y="29028"/>
                    <a:pt x="11026" y="29147"/>
                    <a:pt x="11121" y="29219"/>
                  </a:cubicBezTo>
                  <a:cubicBezTo>
                    <a:pt x="11252" y="29302"/>
                    <a:pt x="11395" y="29385"/>
                    <a:pt x="11526" y="29469"/>
                  </a:cubicBezTo>
                  <a:cubicBezTo>
                    <a:pt x="11597" y="29504"/>
                    <a:pt x="11669" y="29540"/>
                    <a:pt x="11752" y="29576"/>
                  </a:cubicBezTo>
                  <a:cubicBezTo>
                    <a:pt x="11776" y="29588"/>
                    <a:pt x="11811" y="29612"/>
                    <a:pt x="11847" y="29623"/>
                  </a:cubicBezTo>
                  <a:cubicBezTo>
                    <a:pt x="11905" y="29643"/>
                    <a:pt x="11964" y="29662"/>
                    <a:pt x="12022" y="29662"/>
                  </a:cubicBezTo>
                  <a:cubicBezTo>
                    <a:pt x="12035" y="29662"/>
                    <a:pt x="12048" y="29661"/>
                    <a:pt x="12061" y="29659"/>
                  </a:cubicBezTo>
                  <a:lnTo>
                    <a:pt x="12109" y="29659"/>
                  </a:lnTo>
                  <a:cubicBezTo>
                    <a:pt x="11942" y="30338"/>
                    <a:pt x="11776" y="31028"/>
                    <a:pt x="11621" y="31707"/>
                  </a:cubicBezTo>
                  <a:cubicBezTo>
                    <a:pt x="11609" y="31707"/>
                    <a:pt x="11597" y="31695"/>
                    <a:pt x="11573" y="31695"/>
                  </a:cubicBezTo>
                  <a:cubicBezTo>
                    <a:pt x="11502" y="31683"/>
                    <a:pt x="11430" y="31659"/>
                    <a:pt x="11347" y="31636"/>
                  </a:cubicBezTo>
                  <a:cubicBezTo>
                    <a:pt x="11276" y="31612"/>
                    <a:pt x="11204" y="31600"/>
                    <a:pt x="11133" y="31576"/>
                  </a:cubicBezTo>
                  <a:cubicBezTo>
                    <a:pt x="11061" y="31564"/>
                    <a:pt x="10990" y="31540"/>
                    <a:pt x="10918" y="31517"/>
                  </a:cubicBezTo>
                  <a:lnTo>
                    <a:pt x="10859" y="31505"/>
                  </a:lnTo>
                  <a:cubicBezTo>
                    <a:pt x="10823" y="31481"/>
                    <a:pt x="10776" y="31469"/>
                    <a:pt x="10740" y="31445"/>
                  </a:cubicBezTo>
                  <a:cubicBezTo>
                    <a:pt x="10705" y="31425"/>
                    <a:pt x="10671" y="31416"/>
                    <a:pt x="10639" y="31416"/>
                  </a:cubicBezTo>
                  <a:cubicBezTo>
                    <a:pt x="10465" y="31416"/>
                    <a:pt x="10358" y="31680"/>
                    <a:pt x="10549" y="31790"/>
                  </a:cubicBezTo>
                  <a:cubicBezTo>
                    <a:pt x="10609" y="31826"/>
                    <a:pt x="10680" y="31862"/>
                    <a:pt x="10752" y="31909"/>
                  </a:cubicBezTo>
                  <a:cubicBezTo>
                    <a:pt x="10811" y="31957"/>
                    <a:pt x="10883" y="32005"/>
                    <a:pt x="10954" y="32040"/>
                  </a:cubicBezTo>
                  <a:cubicBezTo>
                    <a:pt x="11097" y="32136"/>
                    <a:pt x="11264" y="32195"/>
                    <a:pt x="11442" y="32243"/>
                  </a:cubicBezTo>
                  <a:lnTo>
                    <a:pt x="11502" y="32243"/>
                  </a:lnTo>
                  <a:cubicBezTo>
                    <a:pt x="11347" y="32910"/>
                    <a:pt x="11192" y="33576"/>
                    <a:pt x="11037" y="34243"/>
                  </a:cubicBezTo>
                  <a:cubicBezTo>
                    <a:pt x="11002" y="34184"/>
                    <a:pt x="10954" y="34136"/>
                    <a:pt x="10895" y="34100"/>
                  </a:cubicBezTo>
                  <a:cubicBezTo>
                    <a:pt x="10835" y="34076"/>
                    <a:pt x="10787" y="34053"/>
                    <a:pt x="10728" y="34029"/>
                  </a:cubicBezTo>
                  <a:cubicBezTo>
                    <a:pt x="10668" y="34005"/>
                    <a:pt x="10585" y="33993"/>
                    <a:pt x="10514" y="33981"/>
                  </a:cubicBezTo>
                  <a:cubicBezTo>
                    <a:pt x="10430" y="33957"/>
                    <a:pt x="10335" y="33945"/>
                    <a:pt x="10240" y="33934"/>
                  </a:cubicBezTo>
                  <a:lnTo>
                    <a:pt x="10014" y="33910"/>
                  </a:lnTo>
                  <a:cubicBezTo>
                    <a:pt x="9918" y="33910"/>
                    <a:pt x="9835" y="33969"/>
                    <a:pt x="9811" y="34064"/>
                  </a:cubicBezTo>
                  <a:cubicBezTo>
                    <a:pt x="9787" y="34160"/>
                    <a:pt x="9823" y="34267"/>
                    <a:pt x="9906" y="34315"/>
                  </a:cubicBezTo>
                  <a:lnTo>
                    <a:pt x="10097" y="34410"/>
                  </a:lnTo>
                  <a:cubicBezTo>
                    <a:pt x="10180" y="34457"/>
                    <a:pt x="10264" y="34493"/>
                    <a:pt x="10359" y="34517"/>
                  </a:cubicBezTo>
                  <a:cubicBezTo>
                    <a:pt x="10430" y="34541"/>
                    <a:pt x="10502" y="34565"/>
                    <a:pt x="10561" y="34588"/>
                  </a:cubicBezTo>
                  <a:cubicBezTo>
                    <a:pt x="10597" y="34600"/>
                    <a:pt x="10633" y="34612"/>
                    <a:pt x="10680" y="34612"/>
                  </a:cubicBezTo>
                  <a:cubicBezTo>
                    <a:pt x="10716" y="34618"/>
                    <a:pt x="10752" y="34621"/>
                    <a:pt x="10787" y="34621"/>
                  </a:cubicBezTo>
                  <a:cubicBezTo>
                    <a:pt x="10823" y="34621"/>
                    <a:pt x="10859" y="34618"/>
                    <a:pt x="10895" y="34612"/>
                  </a:cubicBezTo>
                  <a:cubicBezTo>
                    <a:pt x="10918" y="34600"/>
                    <a:pt x="10954" y="34588"/>
                    <a:pt x="10978" y="34565"/>
                  </a:cubicBezTo>
                  <a:lnTo>
                    <a:pt x="10978" y="34565"/>
                  </a:lnTo>
                  <a:cubicBezTo>
                    <a:pt x="10930" y="34755"/>
                    <a:pt x="10883" y="34946"/>
                    <a:pt x="10847" y="35136"/>
                  </a:cubicBezTo>
                  <a:lnTo>
                    <a:pt x="10526" y="36517"/>
                  </a:lnTo>
                  <a:cubicBezTo>
                    <a:pt x="10371" y="37232"/>
                    <a:pt x="10216" y="37934"/>
                    <a:pt x="10049" y="38636"/>
                  </a:cubicBezTo>
                  <a:cubicBezTo>
                    <a:pt x="10014" y="38601"/>
                    <a:pt x="9978" y="38577"/>
                    <a:pt x="9930" y="38541"/>
                  </a:cubicBezTo>
                  <a:cubicBezTo>
                    <a:pt x="9859" y="38506"/>
                    <a:pt x="9799" y="38482"/>
                    <a:pt x="9728" y="38446"/>
                  </a:cubicBezTo>
                  <a:cubicBezTo>
                    <a:pt x="9585" y="38375"/>
                    <a:pt x="9454" y="38315"/>
                    <a:pt x="9311" y="38244"/>
                  </a:cubicBezTo>
                  <a:cubicBezTo>
                    <a:pt x="9282" y="38227"/>
                    <a:pt x="9248" y="38219"/>
                    <a:pt x="9213" y="38219"/>
                  </a:cubicBezTo>
                  <a:cubicBezTo>
                    <a:pt x="9151" y="38219"/>
                    <a:pt x="9088" y="38245"/>
                    <a:pt x="9049" y="38291"/>
                  </a:cubicBezTo>
                  <a:cubicBezTo>
                    <a:pt x="8990" y="38375"/>
                    <a:pt x="8990" y="38494"/>
                    <a:pt x="9061" y="38565"/>
                  </a:cubicBezTo>
                  <a:lnTo>
                    <a:pt x="9406" y="38851"/>
                  </a:lnTo>
                  <a:cubicBezTo>
                    <a:pt x="9466" y="38898"/>
                    <a:pt x="9525" y="38946"/>
                    <a:pt x="9573" y="38994"/>
                  </a:cubicBezTo>
                  <a:cubicBezTo>
                    <a:pt x="9621" y="39029"/>
                    <a:pt x="9668" y="39065"/>
                    <a:pt x="9728" y="39089"/>
                  </a:cubicBezTo>
                  <a:lnTo>
                    <a:pt x="9835" y="39148"/>
                  </a:lnTo>
                  <a:cubicBezTo>
                    <a:pt x="9859" y="39160"/>
                    <a:pt x="9894" y="39172"/>
                    <a:pt x="9942" y="39172"/>
                  </a:cubicBezTo>
                  <a:cubicBezTo>
                    <a:pt x="9823" y="39672"/>
                    <a:pt x="9704" y="40172"/>
                    <a:pt x="9597" y="40661"/>
                  </a:cubicBezTo>
                  <a:lnTo>
                    <a:pt x="9561" y="40649"/>
                  </a:lnTo>
                  <a:cubicBezTo>
                    <a:pt x="9537" y="40625"/>
                    <a:pt x="9502" y="40601"/>
                    <a:pt x="9466" y="40577"/>
                  </a:cubicBezTo>
                  <a:cubicBezTo>
                    <a:pt x="9430" y="40553"/>
                    <a:pt x="9383" y="40530"/>
                    <a:pt x="9347" y="40518"/>
                  </a:cubicBezTo>
                  <a:lnTo>
                    <a:pt x="8871" y="40280"/>
                  </a:lnTo>
                  <a:cubicBezTo>
                    <a:pt x="8829" y="40257"/>
                    <a:pt x="8785" y="40246"/>
                    <a:pt x="8740" y="40246"/>
                  </a:cubicBezTo>
                  <a:cubicBezTo>
                    <a:pt x="8643" y="40246"/>
                    <a:pt x="8547" y="40297"/>
                    <a:pt x="8490" y="40387"/>
                  </a:cubicBezTo>
                  <a:cubicBezTo>
                    <a:pt x="8418" y="40518"/>
                    <a:pt x="8466" y="40684"/>
                    <a:pt x="8597" y="40756"/>
                  </a:cubicBezTo>
                  <a:cubicBezTo>
                    <a:pt x="8740" y="40863"/>
                    <a:pt x="8894" y="40958"/>
                    <a:pt x="9037" y="41042"/>
                  </a:cubicBezTo>
                  <a:cubicBezTo>
                    <a:pt x="9073" y="41077"/>
                    <a:pt x="9109" y="41101"/>
                    <a:pt x="9156" y="41113"/>
                  </a:cubicBezTo>
                  <a:lnTo>
                    <a:pt x="9263" y="41173"/>
                  </a:lnTo>
                  <a:cubicBezTo>
                    <a:pt x="9323" y="41196"/>
                    <a:pt x="9383" y="41220"/>
                    <a:pt x="9442" y="41232"/>
                  </a:cubicBezTo>
                  <a:lnTo>
                    <a:pt x="9466" y="41232"/>
                  </a:lnTo>
                  <a:cubicBezTo>
                    <a:pt x="9347" y="41732"/>
                    <a:pt x="9228" y="42244"/>
                    <a:pt x="9109" y="42744"/>
                  </a:cubicBezTo>
                  <a:cubicBezTo>
                    <a:pt x="9073" y="42720"/>
                    <a:pt x="9049" y="42708"/>
                    <a:pt x="9025" y="42685"/>
                  </a:cubicBezTo>
                  <a:cubicBezTo>
                    <a:pt x="8966" y="42625"/>
                    <a:pt x="8882" y="42577"/>
                    <a:pt x="8811" y="42518"/>
                  </a:cubicBezTo>
                  <a:cubicBezTo>
                    <a:pt x="8680" y="42423"/>
                    <a:pt x="8549" y="42327"/>
                    <a:pt x="8430" y="42220"/>
                  </a:cubicBezTo>
                  <a:cubicBezTo>
                    <a:pt x="8382" y="42173"/>
                    <a:pt x="8320" y="42149"/>
                    <a:pt x="8256" y="42149"/>
                  </a:cubicBezTo>
                  <a:cubicBezTo>
                    <a:pt x="8192" y="42149"/>
                    <a:pt x="8126" y="42173"/>
                    <a:pt x="8073" y="42220"/>
                  </a:cubicBezTo>
                  <a:cubicBezTo>
                    <a:pt x="7978" y="42327"/>
                    <a:pt x="7978" y="42482"/>
                    <a:pt x="8073" y="42577"/>
                  </a:cubicBezTo>
                  <a:cubicBezTo>
                    <a:pt x="8192" y="42720"/>
                    <a:pt x="8323" y="42839"/>
                    <a:pt x="8454" y="42958"/>
                  </a:cubicBezTo>
                  <a:cubicBezTo>
                    <a:pt x="8537" y="43018"/>
                    <a:pt x="8621" y="43078"/>
                    <a:pt x="8716" y="43137"/>
                  </a:cubicBezTo>
                  <a:cubicBezTo>
                    <a:pt x="8763" y="43173"/>
                    <a:pt x="8823" y="43197"/>
                    <a:pt x="8871" y="43208"/>
                  </a:cubicBezTo>
                  <a:lnTo>
                    <a:pt x="8942" y="43220"/>
                  </a:lnTo>
                  <a:cubicBezTo>
                    <a:pt x="8918" y="43316"/>
                    <a:pt x="8894" y="43411"/>
                    <a:pt x="8871" y="43518"/>
                  </a:cubicBezTo>
                  <a:cubicBezTo>
                    <a:pt x="8823" y="43839"/>
                    <a:pt x="8728" y="44173"/>
                    <a:pt x="8621" y="44482"/>
                  </a:cubicBezTo>
                  <a:cubicBezTo>
                    <a:pt x="8544" y="44653"/>
                    <a:pt x="8416" y="44704"/>
                    <a:pt x="8270" y="44704"/>
                  </a:cubicBezTo>
                  <a:cubicBezTo>
                    <a:pt x="8119" y="44704"/>
                    <a:pt x="7950" y="44650"/>
                    <a:pt x="7799" y="44613"/>
                  </a:cubicBezTo>
                  <a:lnTo>
                    <a:pt x="6716" y="44351"/>
                  </a:lnTo>
                  <a:cubicBezTo>
                    <a:pt x="6739" y="44328"/>
                    <a:pt x="6751" y="44304"/>
                    <a:pt x="6751" y="44280"/>
                  </a:cubicBezTo>
                  <a:cubicBezTo>
                    <a:pt x="7501" y="41577"/>
                    <a:pt x="8109" y="38839"/>
                    <a:pt x="8716" y="36100"/>
                  </a:cubicBezTo>
                  <a:cubicBezTo>
                    <a:pt x="8740" y="36017"/>
                    <a:pt x="8751" y="35934"/>
                    <a:pt x="8775" y="35850"/>
                  </a:cubicBezTo>
                  <a:cubicBezTo>
                    <a:pt x="9394" y="33041"/>
                    <a:pt x="9978" y="30231"/>
                    <a:pt x="10561" y="27421"/>
                  </a:cubicBezTo>
                  <a:cubicBezTo>
                    <a:pt x="11716" y="21789"/>
                    <a:pt x="12942" y="16158"/>
                    <a:pt x="14419" y="10585"/>
                  </a:cubicBezTo>
                  <a:cubicBezTo>
                    <a:pt x="14609" y="9859"/>
                    <a:pt x="14812" y="9133"/>
                    <a:pt x="15014" y="8407"/>
                  </a:cubicBezTo>
                  <a:cubicBezTo>
                    <a:pt x="15657" y="6121"/>
                    <a:pt x="16324" y="3823"/>
                    <a:pt x="16919" y="1525"/>
                  </a:cubicBezTo>
                  <a:close/>
                  <a:moveTo>
                    <a:pt x="9430" y="1"/>
                  </a:moveTo>
                  <a:cubicBezTo>
                    <a:pt x="9311" y="1"/>
                    <a:pt x="9204" y="84"/>
                    <a:pt x="9168" y="203"/>
                  </a:cubicBezTo>
                  <a:cubicBezTo>
                    <a:pt x="7799" y="5656"/>
                    <a:pt x="6454" y="11097"/>
                    <a:pt x="5489" y="16646"/>
                  </a:cubicBezTo>
                  <a:cubicBezTo>
                    <a:pt x="5489" y="16693"/>
                    <a:pt x="5513" y="16753"/>
                    <a:pt x="5573" y="16753"/>
                  </a:cubicBezTo>
                  <a:cubicBezTo>
                    <a:pt x="4941" y="19575"/>
                    <a:pt x="4322" y="22384"/>
                    <a:pt x="3727" y="25206"/>
                  </a:cubicBezTo>
                  <a:cubicBezTo>
                    <a:pt x="3108" y="28147"/>
                    <a:pt x="2489" y="31088"/>
                    <a:pt x="1870" y="34029"/>
                  </a:cubicBezTo>
                  <a:cubicBezTo>
                    <a:pt x="1572" y="35481"/>
                    <a:pt x="1274" y="36934"/>
                    <a:pt x="977" y="38375"/>
                  </a:cubicBezTo>
                  <a:cubicBezTo>
                    <a:pt x="822" y="39125"/>
                    <a:pt x="667" y="39875"/>
                    <a:pt x="524" y="40625"/>
                  </a:cubicBezTo>
                  <a:cubicBezTo>
                    <a:pt x="381" y="41327"/>
                    <a:pt x="191" y="42006"/>
                    <a:pt x="96" y="42744"/>
                  </a:cubicBezTo>
                  <a:cubicBezTo>
                    <a:pt x="0" y="43470"/>
                    <a:pt x="608" y="43601"/>
                    <a:pt x="1179" y="43720"/>
                  </a:cubicBezTo>
                  <a:cubicBezTo>
                    <a:pt x="1905" y="43887"/>
                    <a:pt x="2620" y="44066"/>
                    <a:pt x="3346" y="44232"/>
                  </a:cubicBezTo>
                  <a:cubicBezTo>
                    <a:pt x="4811" y="44578"/>
                    <a:pt x="6275" y="44935"/>
                    <a:pt x="7751" y="45280"/>
                  </a:cubicBezTo>
                  <a:cubicBezTo>
                    <a:pt x="7943" y="45326"/>
                    <a:pt x="8147" y="45363"/>
                    <a:pt x="8344" y="45363"/>
                  </a:cubicBezTo>
                  <a:cubicBezTo>
                    <a:pt x="8660" y="45363"/>
                    <a:pt x="8958" y="45267"/>
                    <a:pt x="9156" y="44959"/>
                  </a:cubicBezTo>
                  <a:cubicBezTo>
                    <a:pt x="9275" y="44732"/>
                    <a:pt x="9371" y="44494"/>
                    <a:pt x="9406" y="44244"/>
                  </a:cubicBezTo>
                  <a:cubicBezTo>
                    <a:pt x="9490" y="43863"/>
                    <a:pt x="9585" y="43482"/>
                    <a:pt x="9668" y="43101"/>
                  </a:cubicBezTo>
                  <a:cubicBezTo>
                    <a:pt x="10002" y="41649"/>
                    <a:pt x="10299" y="40196"/>
                    <a:pt x="10621" y="38744"/>
                  </a:cubicBezTo>
                  <a:cubicBezTo>
                    <a:pt x="11895" y="32898"/>
                    <a:pt x="13216" y="27099"/>
                    <a:pt x="14645" y="21289"/>
                  </a:cubicBezTo>
                  <a:cubicBezTo>
                    <a:pt x="16074" y="15467"/>
                    <a:pt x="17562" y="9669"/>
                    <a:pt x="19134" y="3882"/>
                  </a:cubicBezTo>
                  <a:lnTo>
                    <a:pt x="19705" y="1739"/>
                  </a:lnTo>
                  <a:cubicBezTo>
                    <a:pt x="19741" y="1608"/>
                    <a:pt x="19670" y="1465"/>
                    <a:pt x="19527" y="1430"/>
                  </a:cubicBezTo>
                  <a:cubicBezTo>
                    <a:pt x="16193" y="810"/>
                    <a:pt x="12823" y="239"/>
                    <a:pt x="94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35"/>
            <p:cNvSpPr/>
            <p:nvPr/>
          </p:nvSpPr>
          <p:spPr>
            <a:xfrm>
              <a:off x="2852477" y="705307"/>
              <a:ext cx="23798" cy="12677"/>
            </a:xfrm>
            <a:custGeom>
              <a:avLst/>
              <a:gdLst/>
              <a:ahLst/>
              <a:cxnLst/>
              <a:rect l="l" t="t" r="r" b="b"/>
              <a:pathLst>
                <a:path w="1299" h="692" extrusionOk="0">
                  <a:moveTo>
                    <a:pt x="286" y="489"/>
                  </a:moveTo>
                  <a:cubicBezTo>
                    <a:pt x="294" y="489"/>
                    <a:pt x="306" y="494"/>
                    <a:pt x="320" y="500"/>
                  </a:cubicBezTo>
                  <a:lnTo>
                    <a:pt x="320" y="500"/>
                  </a:lnTo>
                  <a:lnTo>
                    <a:pt x="286" y="489"/>
                  </a:lnTo>
                  <a:close/>
                  <a:moveTo>
                    <a:pt x="259" y="1"/>
                  </a:moveTo>
                  <a:cubicBezTo>
                    <a:pt x="220" y="1"/>
                    <a:pt x="182" y="14"/>
                    <a:pt x="144" y="37"/>
                  </a:cubicBezTo>
                  <a:cubicBezTo>
                    <a:pt x="96" y="61"/>
                    <a:pt x="48" y="108"/>
                    <a:pt x="36" y="168"/>
                  </a:cubicBezTo>
                  <a:cubicBezTo>
                    <a:pt x="1" y="299"/>
                    <a:pt x="72" y="430"/>
                    <a:pt x="203" y="465"/>
                  </a:cubicBezTo>
                  <a:cubicBezTo>
                    <a:pt x="238" y="477"/>
                    <a:pt x="285" y="489"/>
                    <a:pt x="320" y="501"/>
                  </a:cubicBezTo>
                  <a:lnTo>
                    <a:pt x="320" y="501"/>
                  </a:lnTo>
                  <a:cubicBezTo>
                    <a:pt x="328" y="504"/>
                    <a:pt x="337" y="509"/>
                    <a:pt x="346" y="513"/>
                  </a:cubicBezTo>
                  <a:lnTo>
                    <a:pt x="322" y="513"/>
                  </a:lnTo>
                  <a:cubicBezTo>
                    <a:pt x="370" y="537"/>
                    <a:pt x="429" y="549"/>
                    <a:pt x="477" y="573"/>
                  </a:cubicBezTo>
                  <a:lnTo>
                    <a:pt x="632" y="620"/>
                  </a:lnTo>
                  <a:cubicBezTo>
                    <a:pt x="679" y="632"/>
                    <a:pt x="727" y="656"/>
                    <a:pt x="775" y="668"/>
                  </a:cubicBezTo>
                  <a:cubicBezTo>
                    <a:pt x="858" y="680"/>
                    <a:pt x="929" y="692"/>
                    <a:pt x="1001" y="692"/>
                  </a:cubicBezTo>
                  <a:cubicBezTo>
                    <a:pt x="1084" y="692"/>
                    <a:pt x="1156" y="668"/>
                    <a:pt x="1203" y="608"/>
                  </a:cubicBezTo>
                  <a:cubicBezTo>
                    <a:pt x="1239" y="573"/>
                    <a:pt x="1263" y="537"/>
                    <a:pt x="1275" y="489"/>
                  </a:cubicBezTo>
                  <a:cubicBezTo>
                    <a:pt x="1287" y="477"/>
                    <a:pt x="1287" y="465"/>
                    <a:pt x="1287" y="442"/>
                  </a:cubicBezTo>
                  <a:cubicBezTo>
                    <a:pt x="1298" y="299"/>
                    <a:pt x="1215" y="168"/>
                    <a:pt x="1084" y="120"/>
                  </a:cubicBezTo>
                  <a:cubicBezTo>
                    <a:pt x="1013" y="96"/>
                    <a:pt x="941" y="72"/>
                    <a:pt x="870" y="61"/>
                  </a:cubicBezTo>
                  <a:lnTo>
                    <a:pt x="715" y="37"/>
                  </a:lnTo>
                  <a:lnTo>
                    <a:pt x="548" y="25"/>
                  </a:lnTo>
                  <a:cubicBezTo>
                    <a:pt x="525" y="19"/>
                    <a:pt x="501" y="16"/>
                    <a:pt x="477" y="16"/>
                  </a:cubicBezTo>
                  <a:cubicBezTo>
                    <a:pt x="453" y="16"/>
                    <a:pt x="429" y="19"/>
                    <a:pt x="405" y="25"/>
                  </a:cubicBezTo>
                  <a:cubicBezTo>
                    <a:pt x="382" y="13"/>
                    <a:pt x="346" y="13"/>
                    <a:pt x="322" y="13"/>
                  </a:cubicBezTo>
                  <a:cubicBezTo>
                    <a:pt x="301" y="4"/>
                    <a:pt x="280" y="1"/>
                    <a:pt x="2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5"/>
            <p:cNvSpPr/>
            <p:nvPr/>
          </p:nvSpPr>
          <p:spPr>
            <a:xfrm>
              <a:off x="2729231" y="711884"/>
              <a:ext cx="69378" cy="75918"/>
            </a:xfrm>
            <a:custGeom>
              <a:avLst/>
              <a:gdLst/>
              <a:ahLst/>
              <a:cxnLst/>
              <a:rect l="l" t="t" r="r" b="b"/>
              <a:pathLst>
                <a:path w="3787" h="4144" extrusionOk="0">
                  <a:moveTo>
                    <a:pt x="1909" y="410"/>
                  </a:moveTo>
                  <a:cubicBezTo>
                    <a:pt x="1944" y="410"/>
                    <a:pt x="1979" y="412"/>
                    <a:pt x="2013" y="416"/>
                  </a:cubicBezTo>
                  <a:cubicBezTo>
                    <a:pt x="2799" y="523"/>
                    <a:pt x="3311" y="1416"/>
                    <a:pt x="3299" y="2154"/>
                  </a:cubicBezTo>
                  <a:cubicBezTo>
                    <a:pt x="3275" y="2892"/>
                    <a:pt x="2739" y="3523"/>
                    <a:pt x="2013" y="3666"/>
                  </a:cubicBezTo>
                  <a:cubicBezTo>
                    <a:pt x="1924" y="3685"/>
                    <a:pt x="1836" y="3695"/>
                    <a:pt x="1749" y="3695"/>
                  </a:cubicBezTo>
                  <a:cubicBezTo>
                    <a:pt x="1130" y="3695"/>
                    <a:pt x="559" y="3236"/>
                    <a:pt x="382" y="2630"/>
                  </a:cubicBezTo>
                  <a:cubicBezTo>
                    <a:pt x="108" y="1761"/>
                    <a:pt x="775" y="1059"/>
                    <a:pt x="1417" y="547"/>
                  </a:cubicBezTo>
                  <a:cubicBezTo>
                    <a:pt x="1566" y="458"/>
                    <a:pt x="1739" y="410"/>
                    <a:pt x="1909" y="410"/>
                  </a:cubicBezTo>
                  <a:close/>
                  <a:moveTo>
                    <a:pt x="2032" y="1"/>
                  </a:moveTo>
                  <a:cubicBezTo>
                    <a:pt x="1817" y="1"/>
                    <a:pt x="1604" y="65"/>
                    <a:pt x="1417" y="190"/>
                  </a:cubicBezTo>
                  <a:cubicBezTo>
                    <a:pt x="1167" y="368"/>
                    <a:pt x="929" y="571"/>
                    <a:pt x="715" y="797"/>
                  </a:cubicBezTo>
                  <a:cubicBezTo>
                    <a:pt x="394" y="1083"/>
                    <a:pt x="191" y="1464"/>
                    <a:pt x="108" y="1880"/>
                  </a:cubicBezTo>
                  <a:cubicBezTo>
                    <a:pt x="36" y="2083"/>
                    <a:pt x="1" y="2297"/>
                    <a:pt x="24" y="2500"/>
                  </a:cubicBezTo>
                  <a:cubicBezTo>
                    <a:pt x="106" y="3437"/>
                    <a:pt x="903" y="4143"/>
                    <a:pt x="1836" y="4143"/>
                  </a:cubicBezTo>
                  <a:cubicBezTo>
                    <a:pt x="1851" y="4143"/>
                    <a:pt x="1866" y="4143"/>
                    <a:pt x="1882" y="4143"/>
                  </a:cubicBezTo>
                  <a:cubicBezTo>
                    <a:pt x="2870" y="4071"/>
                    <a:pt x="3656" y="3297"/>
                    <a:pt x="3751" y="2309"/>
                  </a:cubicBezTo>
                  <a:cubicBezTo>
                    <a:pt x="3787" y="1833"/>
                    <a:pt x="3680" y="1357"/>
                    <a:pt x="3430" y="952"/>
                  </a:cubicBezTo>
                  <a:cubicBezTo>
                    <a:pt x="3168" y="535"/>
                    <a:pt x="2739" y="130"/>
                    <a:pt x="2251" y="23"/>
                  </a:cubicBezTo>
                  <a:cubicBezTo>
                    <a:pt x="2179" y="8"/>
                    <a:pt x="2105" y="1"/>
                    <a:pt x="20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34" name="Google Shape;1534;p35"/>
          <p:cNvGrpSpPr/>
          <p:nvPr/>
        </p:nvGrpSpPr>
        <p:grpSpPr>
          <a:xfrm>
            <a:off x="5131865" y="331343"/>
            <a:ext cx="800935" cy="843462"/>
            <a:chOff x="1364525" y="174250"/>
            <a:chExt cx="513025" cy="540300"/>
          </a:xfrm>
        </p:grpSpPr>
        <p:sp>
          <p:nvSpPr>
            <p:cNvPr id="1535" name="Google Shape;1535;p35"/>
            <p:cNvSpPr/>
            <p:nvPr/>
          </p:nvSpPr>
          <p:spPr>
            <a:xfrm>
              <a:off x="1830350" y="189000"/>
              <a:ext cx="33650" cy="35150"/>
            </a:xfrm>
            <a:custGeom>
              <a:avLst/>
              <a:gdLst/>
              <a:ahLst/>
              <a:cxnLst/>
              <a:rect l="l" t="t" r="r" b="b"/>
              <a:pathLst>
                <a:path w="1346" h="1406" extrusionOk="0">
                  <a:moveTo>
                    <a:pt x="1346" y="1"/>
                  </a:moveTo>
                  <a:lnTo>
                    <a:pt x="1" y="632"/>
                  </a:lnTo>
                  <a:cubicBezTo>
                    <a:pt x="36" y="715"/>
                    <a:pt x="84" y="798"/>
                    <a:pt x="143" y="870"/>
                  </a:cubicBezTo>
                  <a:cubicBezTo>
                    <a:pt x="227" y="953"/>
                    <a:pt x="298" y="1024"/>
                    <a:pt x="393" y="1096"/>
                  </a:cubicBezTo>
                  <a:cubicBezTo>
                    <a:pt x="560" y="1215"/>
                    <a:pt x="739" y="1322"/>
                    <a:pt x="929" y="1405"/>
                  </a:cubicBezTo>
                  <a:cubicBezTo>
                    <a:pt x="1060" y="941"/>
                    <a:pt x="1203" y="477"/>
                    <a:pt x="1346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5"/>
            <p:cNvSpPr/>
            <p:nvPr/>
          </p:nvSpPr>
          <p:spPr>
            <a:xfrm>
              <a:off x="1375225" y="572675"/>
              <a:ext cx="109875" cy="132725"/>
            </a:xfrm>
            <a:custGeom>
              <a:avLst/>
              <a:gdLst/>
              <a:ahLst/>
              <a:cxnLst/>
              <a:rect l="l" t="t" r="r" b="b"/>
              <a:pathLst>
                <a:path w="4395" h="5309" extrusionOk="0">
                  <a:moveTo>
                    <a:pt x="1596" y="1"/>
                  </a:moveTo>
                  <a:cubicBezTo>
                    <a:pt x="1489" y="167"/>
                    <a:pt x="1370" y="322"/>
                    <a:pt x="1251" y="477"/>
                  </a:cubicBezTo>
                  <a:cubicBezTo>
                    <a:pt x="691" y="1251"/>
                    <a:pt x="156" y="2108"/>
                    <a:pt x="72" y="3084"/>
                  </a:cubicBezTo>
                  <a:cubicBezTo>
                    <a:pt x="1" y="3930"/>
                    <a:pt x="322" y="4977"/>
                    <a:pt x="1227" y="5251"/>
                  </a:cubicBezTo>
                  <a:cubicBezTo>
                    <a:pt x="1362" y="5290"/>
                    <a:pt x="1495" y="5308"/>
                    <a:pt x="1628" y="5308"/>
                  </a:cubicBezTo>
                  <a:cubicBezTo>
                    <a:pt x="2421" y="5308"/>
                    <a:pt x="3168" y="4670"/>
                    <a:pt x="3739" y="4180"/>
                  </a:cubicBezTo>
                  <a:cubicBezTo>
                    <a:pt x="3966" y="4001"/>
                    <a:pt x="4180" y="3811"/>
                    <a:pt x="4394" y="3620"/>
                  </a:cubicBezTo>
                  <a:cubicBezTo>
                    <a:pt x="4299" y="3608"/>
                    <a:pt x="4192" y="3596"/>
                    <a:pt x="4109" y="3584"/>
                  </a:cubicBezTo>
                  <a:cubicBezTo>
                    <a:pt x="3870" y="3537"/>
                    <a:pt x="3644" y="3465"/>
                    <a:pt x="3430" y="3370"/>
                  </a:cubicBezTo>
                  <a:cubicBezTo>
                    <a:pt x="2989" y="3168"/>
                    <a:pt x="2596" y="2858"/>
                    <a:pt x="2299" y="2477"/>
                  </a:cubicBezTo>
                  <a:cubicBezTo>
                    <a:pt x="1787" y="1763"/>
                    <a:pt x="1537" y="882"/>
                    <a:pt x="1596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5"/>
            <p:cNvSpPr/>
            <p:nvPr/>
          </p:nvSpPr>
          <p:spPr>
            <a:xfrm>
              <a:off x="1419875" y="548875"/>
              <a:ext cx="89025" cy="105375"/>
            </a:xfrm>
            <a:custGeom>
              <a:avLst/>
              <a:gdLst/>
              <a:ahLst/>
              <a:cxnLst/>
              <a:rect l="l" t="t" r="r" b="b"/>
              <a:pathLst>
                <a:path w="3561" h="4215" extrusionOk="0">
                  <a:moveTo>
                    <a:pt x="537" y="0"/>
                  </a:moveTo>
                  <a:cubicBezTo>
                    <a:pt x="525" y="12"/>
                    <a:pt x="513" y="24"/>
                    <a:pt x="513" y="36"/>
                  </a:cubicBezTo>
                  <a:lnTo>
                    <a:pt x="1" y="703"/>
                  </a:lnTo>
                  <a:cubicBezTo>
                    <a:pt x="1" y="1584"/>
                    <a:pt x="179" y="2500"/>
                    <a:pt x="715" y="3203"/>
                  </a:cubicBezTo>
                  <a:cubicBezTo>
                    <a:pt x="989" y="3548"/>
                    <a:pt x="1334" y="3834"/>
                    <a:pt x="1739" y="4013"/>
                  </a:cubicBezTo>
                  <a:cubicBezTo>
                    <a:pt x="1942" y="4108"/>
                    <a:pt x="2156" y="4167"/>
                    <a:pt x="2370" y="4191"/>
                  </a:cubicBezTo>
                  <a:cubicBezTo>
                    <a:pt x="2422" y="4200"/>
                    <a:pt x="2476" y="4203"/>
                    <a:pt x="2531" y="4203"/>
                  </a:cubicBezTo>
                  <a:cubicBezTo>
                    <a:pt x="2620" y="4203"/>
                    <a:pt x="2711" y="4196"/>
                    <a:pt x="2799" y="4196"/>
                  </a:cubicBezTo>
                  <a:cubicBezTo>
                    <a:pt x="2865" y="4196"/>
                    <a:pt x="2929" y="4200"/>
                    <a:pt x="2989" y="4215"/>
                  </a:cubicBezTo>
                  <a:cubicBezTo>
                    <a:pt x="3180" y="4036"/>
                    <a:pt x="3370" y="3870"/>
                    <a:pt x="3561" y="3691"/>
                  </a:cubicBezTo>
                  <a:lnTo>
                    <a:pt x="3561" y="3691"/>
                  </a:lnTo>
                  <a:cubicBezTo>
                    <a:pt x="3463" y="3707"/>
                    <a:pt x="3367" y="3715"/>
                    <a:pt x="3272" y="3715"/>
                  </a:cubicBezTo>
                  <a:cubicBezTo>
                    <a:pt x="2376" y="3715"/>
                    <a:pt x="1623" y="3035"/>
                    <a:pt x="1084" y="2346"/>
                  </a:cubicBezTo>
                  <a:cubicBezTo>
                    <a:pt x="763" y="1941"/>
                    <a:pt x="429" y="1512"/>
                    <a:pt x="382" y="976"/>
                  </a:cubicBezTo>
                  <a:cubicBezTo>
                    <a:pt x="346" y="643"/>
                    <a:pt x="406" y="310"/>
                    <a:pt x="537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35"/>
            <p:cNvSpPr/>
            <p:nvPr/>
          </p:nvSpPr>
          <p:spPr>
            <a:xfrm>
              <a:off x="1721100" y="206550"/>
              <a:ext cx="129825" cy="131600"/>
            </a:xfrm>
            <a:custGeom>
              <a:avLst/>
              <a:gdLst/>
              <a:ahLst/>
              <a:cxnLst/>
              <a:rect l="l" t="t" r="r" b="b"/>
              <a:pathLst>
                <a:path w="5193" h="5264" extrusionOk="0">
                  <a:moveTo>
                    <a:pt x="4228" y="1"/>
                  </a:moveTo>
                  <a:lnTo>
                    <a:pt x="3037" y="561"/>
                  </a:lnTo>
                  <a:cubicBezTo>
                    <a:pt x="2525" y="811"/>
                    <a:pt x="2001" y="1049"/>
                    <a:pt x="1477" y="1275"/>
                  </a:cubicBezTo>
                  <a:cubicBezTo>
                    <a:pt x="1215" y="1394"/>
                    <a:pt x="953" y="1513"/>
                    <a:pt x="680" y="1620"/>
                  </a:cubicBezTo>
                  <a:cubicBezTo>
                    <a:pt x="572" y="1668"/>
                    <a:pt x="465" y="1715"/>
                    <a:pt x="346" y="1751"/>
                  </a:cubicBezTo>
                  <a:cubicBezTo>
                    <a:pt x="346" y="1751"/>
                    <a:pt x="346" y="1751"/>
                    <a:pt x="346" y="1763"/>
                  </a:cubicBezTo>
                  <a:cubicBezTo>
                    <a:pt x="227" y="2085"/>
                    <a:pt x="1" y="2632"/>
                    <a:pt x="370" y="2882"/>
                  </a:cubicBezTo>
                  <a:cubicBezTo>
                    <a:pt x="467" y="2944"/>
                    <a:pt x="580" y="2968"/>
                    <a:pt x="698" y="2968"/>
                  </a:cubicBezTo>
                  <a:cubicBezTo>
                    <a:pt x="969" y="2968"/>
                    <a:pt x="1270" y="2839"/>
                    <a:pt x="1477" y="2739"/>
                  </a:cubicBezTo>
                  <a:cubicBezTo>
                    <a:pt x="1503" y="2727"/>
                    <a:pt x="1530" y="2721"/>
                    <a:pt x="1557" y="2721"/>
                  </a:cubicBezTo>
                  <a:cubicBezTo>
                    <a:pt x="1629" y="2721"/>
                    <a:pt x="1698" y="2765"/>
                    <a:pt x="1715" y="2835"/>
                  </a:cubicBezTo>
                  <a:cubicBezTo>
                    <a:pt x="1763" y="3001"/>
                    <a:pt x="1787" y="3180"/>
                    <a:pt x="1775" y="3347"/>
                  </a:cubicBezTo>
                  <a:cubicBezTo>
                    <a:pt x="1751" y="3513"/>
                    <a:pt x="1763" y="3692"/>
                    <a:pt x="1799" y="3859"/>
                  </a:cubicBezTo>
                  <a:cubicBezTo>
                    <a:pt x="1859" y="4023"/>
                    <a:pt x="1985" y="4079"/>
                    <a:pt x="2131" y="4079"/>
                  </a:cubicBezTo>
                  <a:cubicBezTo>
                    <a:pt x="2334" y="4079"/>
                    <a:pt x="2575" y="3971"/>
                    <a:pt x="2727" y="3894"/>
                  </a:cubicBezTo>
                  <a:cubicBezTo>
                    <a:pt x="2754" y="3880"/>
                    <a:pt x="2782" y="3873"/>
                    <a:pt x="2810" y="3873"/>
                  </a:cubicBezTo>
                  <a:cubicBezTo>
                    <a:pt x="2914" y="3873"/>
                    <a:pt x="3006" y="3971"/>
                    <a:pt x="2977" y="4085"/>
                  </a:cubicBezTo>
                  <a:cubicBezTo>
                    <a:pt x="2894" y="4656"/>
                    <a:pt x="3347" y="5168"/>
                    <a:pt x="3882" y="5264"/>
                  </a:cubicBezTo>
                  <a:cubicBezTo>
                    <a:pt x="4204" y="4228"/>
                    <a:pt x="4537" y="3192"/>
                    <a:pt x="4859" y="2144"/>
                  </a:cubicBezTo>
                  <a:cubicBezTo>
                    <a:pt x="4966" y="1787"/>
                    <a:pt x="5073" y="1418"/>
                    <a:pt x="5192" y="1061"/>
                  </a:cubicBezTo>
                  <a:cubicBezTo>
                    <a:pt x="4775" y="811"/>
                    <a:pt x="4347" y="489"/>
                    <a:pt x="4228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35"/>
            <p:cNvSpPr/>
            <p:nvPr/>
          </p:nvSpPr>
          <p:spPr>
            <a:xfrm>
              <a:off x="1476150" y="319675"/>
              <a:ext cx="339350" cy="312875"/>
            </a:xfrm>
            <a:custGeom>
              <a:avLst/>
              <a:gdLst/>
              <a:ahLst/>
              <a:cxnLst/>
              <a:rect l="l" t="t" r="r" b="b"/>
              <a:pathLst>
                <a:path w="13574" h="12515" extrusionOk="0">
                  <a:moveTo>
                    <a:pt x="12466" y="0"/>
                  </a:moveTo>
                  <a:cubicBezTo>
                    <a:pt x="11609" y="893"/>
                    <a:pt x="10751" y="1774"/>
                    <a:pt x="9858" y="2644"/>
                  </a:cubicBezTo>
                  <a:cubicBezTo>
                    <a:pt x="8251" y="4227"/>
                    <a:pt x="6644" y="5811"/>
                    <a:pt x="5036" y="7394"/>
                  </a:cubicBezTo>
                  <a:lnTo>
                    <a:pt x="191" y="12133"/>
                  </a:lnTo>
                  <a:cubicBezTo>
                    <a:pt x="165" y="12164"/>
                    <a:pt x="130" y="12179"/>
                    <a:pt x="94" y="12179"/>
                  </a:cubicBezTo>
                  <a:cubicBezTo>
                    <a:pt x="62" y="12179"/>
                    <a:pt x="28" y="12167"/>
                    <a:pt x="0" y="12145"/>
                  </a:cubicBezTo>
                  <a:lnTo>
                    <a:pt x="0" y="12157"/>
                  </a:lnTo>
                  <a:cubicBezTo>
                    <a:pt x="298" y="12371"/>
                    <a:pt x="655" y="12502"/>
                    <a:pt x="1036" y="12514"/>
                  </a:cubicBezTo>
                  <a:cubicBezTo>
                    <a:pt x="1046" y="12514"/>
                    <a:pt x="1057" y="12514"/>
                    <a:pt x="1067" y="12514"/>
                  </a:cubicBezTo>
                  <a:cubicBezTo>
                    <a:pt x="1552" y="12514"/>
                    <a:pt x="1936" y="12245"/>
                    <a:pt x="2274" y="11918"/>
                  </a:cubicBezTo>
                  <a:cubicBezTo>
                    <a:pt x="2643" y="11573"/>
                    <a:pt x="3000" y="11192"/>
                    <a:pt x="3370" y="10835"/>
                  </a:cubicBezTo>
                  <a:cubicBezTo>
                    <a:pt x="3751" y="10442"/>
                    <a:pt x="4143" y="10073"/>
                    <a:pt x="4536" y="9704"/>
                  </a:cubicBezTo>
                  <a:cubicBezTo>
                    <a:pt x="6096" y="8228"/>
                    <a:pt x="7692" y="6811"/>
                    <a:pt x="9275" y="5358"/>
                  </a:cubicBezTo>
                  <a:cubicBezTo>
                    <a:pt x="10763" y="3989"/>
                    <a:pt x="12204" y="2584"/>
                    <a:pt x="13573" y="1108"/>
                  </a:cubicBezTo>
                  <a:cubicBezTo>
                    <a:pt x="13026" y="977"/>
                    <a:pt x="12597" y="548"/>
                    <a:pt x="12466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35"/>
            <p:cNvSpPr/>
            <p:nvPr/>
          </p:nvSpPr>
          <p:spPr>
            <a:xfrm>
              <a:off x="1450850" y="284250"/>
              <a:ext cx="336375" cy="339350"/>
            </a:xfrm>
            <a:custGeom>
              <a:avLst/>
              <a:gdLst/>
              <a:ahLst/>
              <a:cxnLst/>
              <a:rect l="l" t="t" r="r" b="b"/>
              <a:pathLst>
                <a:path w="13455" h="13574" extrusionOk="0">
                  <a:moveTo>
                    <a:pt x="12252" y="0"/>
                  </a:moveTo>
                  <a:cubicBezTo>
                    <a:pt x="12133" y="48"/>
                    <a:pt x="12013" y="84"/>
                    <a:pt x="11894" y="120"/>
                  </a:cubicBezTo>
                  <a:lnTo>
                    <a:pt x="12002" y="262"/>
                  </a:lnTo>
                  <a:cubicBezTo>
                    <a:pt x="12006" y="260"/>
                    <a:pt x="12010" y="259"/>
                    <a:pt x="12014" y="259"/>
                  </a:cubicBezTo>
                  <a:cubicBezTo>
                    <a:pt x="12033" y="259"/>
                    <a:pt x="12047" y="279"/>
                    <a:pt x="12037" y="298"/>
                  </a:cubicBezTo>
                  <a:cubicBezTo>
                    <a:pt x="11644" y="774"/>
                    <a:pt x="11216" y="1239"/>
                    <a:pt x="10763" y="1667"/>
                  </a:cubicBezTo>
                  <a:lnTo>
                    <a:pt x="9430" y="3013"/>
                  </a:lnTo>
                  <a:cubicBezTo>
                    <a:pt x="7822" y="4620"/>
                    <a:pt x="6215" y="6216"/>
                    <a:pt x="4608" y="7823"/>
                  </a:cubicBezTo>
                  <a:cubicBezTo>
                    <a:pt x="3822" y="8633"/>
                    <a:pt x="3024" y="9430"/>
                    <a:pt x="2227" y="10228"/>
                  </a:cubicBezTo>
                  <a:cubicBezTo>
                    <a:pt x="1476" y="10990"/>
                    <a:pt x="726" y="11740"/>
                    <a:pt x="0" y="12526"/>
                  </a:cubicBezTo>
                  <a:cubicBezTo>
                    <a:pt x="202" y="12812"/>
                    <a:pt x="441" y="13085"/>
                    <a:pt x="703" y="13324"/>
                  </a:cubicBezTo>
                  <a:cubicBezTo>
                    <a:pt x="789" y="13399"/>
                    <a:pt x="884" y="13474"/>
                    <a:pt x="981" y="13549"/>
                  </a:cubicBezTo>
                  <a:lnTo>
                    <a:pt x="981" y="13549"/>
                  </a:lnTo>
                  <a:cubicBezTo>
                    <a:pt x="915" y="13486"/>
                    <a:pt x="914" y="13386"/>
                    <a:pt x="976" y="13324"/>
                  </a:cubicBezTo>
                  <a:lnTo>
                    <a:pt x="3715" y="10668"/>
                  </a:lnTo>
                  <a:cubicBezTo>
                    <a:pt x="5322" y="9097"/>
                    <a:pt x="6953" y="7501"/>
                    <a:pt x="8561" y="5942"/>
                  </a:cubicBezTo>
                  <a:cubicBezTo>
                    <a:pt x="10168" y="4394"/>
                    <a:pt x="11775" y="2846"/>
                    <a:pt x="13406" y="1334"/>
                  </a:cubicBezTo>
                  <a:lnTo>
                    <a:pt x="13454" y="1286"/>
                  </a:lnTo>
                  <a:cubicBezTo>
                    <a:pt x="13442" y="1263"/>
                    <a:pt x="13442" y="1239"/>
                    <a:pt x="13442" y="1203"/>
                  </a:cubicBezTo>
                  <a:cubicBezTo>
                    <a:pt x="13281" y="1264"/>
                    <a:pt x="13110" y="1309"/>
                    <a:pt x="12946" y="1309"/>
                  </a:cubicBezTo>
                  <a:cubicBezTo>
                    <a:pt x="12757" y="1309"/>
                    <a:pt x="12577" y="1249"/>
                    <a:pt x="12430" y="1084"/>
                  </a:cubicBezTo>
                  <a:cubicBezTo>
                    <a:pt x="12156" y="774"/>
                    <a:pt x="12299" y="370"/>
                    <a:pt x="12252" y="0"/>
                  </a:cubicBezTo>
                  <a:close/>
                  <a:moveTo>
                    <a:pt x="981" y="13549"/>
                  </a:moveTo>
                  <a:cubicBezTo>
                    <a:pt x="990" y="13558"/>
                    <a:pt x="1000" y="13566"/>
                    <a:pt x="1012" y="13574"/>
                  </a:cubicBezTo>
                  <a:cubicBezTo>
                    <a:pt x="1002" y="13566"/>
                    <a:pt x="991" y="13558"/>
                    <a:pt x="981" y="13549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35"/>
            <p:cNvSpPr/>
            <p:nvPr/>
          </p:nvSpPr>
          <p:spPr>
            <a:xfrm>
              <a:off x="1438325" y="262225"/>
              <a:ext cx="312575" cy="329825"/>
            </a:xfrm>
            <a:custGeom>
              <a:avLst/>
              <a:gdLst/>
              <a:ahLst/>
              <a:cxnLst/>
              <a:rect l="l" t="t" r="r" b="b"/>
              <a:pathLst>
                <a:path w="12503" h="13193" extrusionOk="0">
                  <a:moveTo>
                    <a:pt x="11169" y="0"/>
                  </a:moveTo>
                  <a:lnTo>
                    <a:pt x="11169" y="0"/>
                  </a:lnTo>
                  <a:cubicBezTo>
                    <a:pt x="10562" y="536"/>
                    <a:pt x="9943" y="1060"/>
                    <a:pt x="9347" y="1596"/>
                  </a:cubicBezTo>
                  <a:cubicBezTo>
                    <a:pt x="8026" y="2775"/>
                    <a:pt x="6740" y="3977"/>
                    <a:pt x="5478" y="5215"/>
                  </a:cubicBezTo>
                  <a:cubicBezTo>
                    <a:pt x="4597" y="6085"/>
                    <a:pt x="3716" y="6942"/>
                    <a:pt x="2835" y="7811"/>
                  </a:cubicBezTo>
                  <a:cubicBezTo>
                    <a:pt x="2489" y="8192"/>
                    <a:pt x="2144" y="8597"/>
                    <a:pt x="1835" y="8990"/>
                  </a:cubicBezTo>
                  <a:cubicBezTo>
                    <a:pt x="1525" y="9394"/>
                    <a:pt x="1215" y="9799"/>
                    <a:pt x="930" y="10228"/>
                  </a:cubicBezTo>
                  <a:cubicBezTo>
                    <a:pt x="620" y="10645"/>
                    <a:pt x="358" y="11097"/>
                    <a:pt x="156" y="11573"/>
                  </a:cubicBezTo>
                  <a:cubicBezTo>
                    <a:pt x="49" y="11811"/>
                    <a:pt x="1" y="12073"/>
                    <a:pt x="1" y="12335"/>
                  </a:cubicBezTo>
                  <a:cubicBezTo>
                    <a:pt x="25" y="12585"/>
                    <a:pt x="108" y="12835"/>
                    <a:pt x="263" y="13038"/>
                  </a:cubicBezTo>
                  <a:cubicBezTo>
                    <a:pt x="287" y="13097"/>
                    <a:pt x="334" y="13145"/>
                    <a:pt x="370" y="13193"/>
                  </a:cubicBezTo>
                  <a:cubicBezTo>
                    <a:pt x="1204" y="12347"/>
                    <a:pt x="2013" y="11478"/>
                    <a:pt x="2847" y="10621"/>
                  </a:cubicBezTo>
                  <a:cubicBezTo>
                    <a:pt x="4406" y="8978"/>
                    <a:pt x="6002" y="7358"/>
                    <a:pt x="7609" y="5751"/>
                  </a:cubicBezTo>
                  <a:cubicBezTo>
                    <a:pt x="8407" y="4953"/>
                    <a:pt x="9216" y="4168"/>
                    <a:pt x="10026" y="3394"/>
                  </a:cubicBezTo>
                  <a:cubicBezTo>
                    <a:pt x="10431" y="3001"/>
                    <a:pt x="10836" y="2608"/>
                    <a:pt x="11240" y="2227"/>
                  </a:cubicBezTo>
                  <a:cubicBezTo>
                    <a:pt x="11645" y="1846"/>
                    <a:pt x="12062" y="1477"/>
                    <a:pt x="12503" y="1155"/>
                  </a:cubicBezTo>
                  <a:lnTo>
                    <a:pt x="12395" y="1001"/>
                  </a:lnTo>
                  <a:cubicBezTo>
                    <a:pt x="12284" y="1039"/>
                    <a:pt x="12170" y="1058"/>
                    <a:pt x="12058" y="1058"/>
                  </a:cubicBezTo>
                  <a:cubicBezTo>
                    <a:pt x="11860" y="1058"/>
                    <a:pt x="11665" y="1000"/>
                    <a:pt x="11491" y="893"/>
                  </a:cubicBezTo>
                  <a:cubicBezTo>
                    <a:pt x="11181" y="679"/>
                    <a:pt x="11121" y="346"/>
                    <a:pt x="11169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35"/>
            <p:cNvSpPr/>
            <p:nvPr/>
          </p:nvSpPr>
          <p:spPr>
            <a:xfrm>
              <a:off x="1473450" y="317575"/>
              <a:ext cx="314350" cy="306600"/>
            </a:xfrm>
            <a:custGeom>
              <a:avLst/>
              <a:gdLst/>
              <a:ahLst/>
              <a:cxnLst/>
              <a:rect l="l" t="t" r="r" b="b"/>
              <a:pathLst>
                <a:path w="12574" h="12264" extrusionOk="0">
                  <a:moveTo>
                    <a:pt x="12502" y="1"/>
                  </a:moveTo>
                  <a:cubicBezTo>
                    <a:pt x="10859" y="1513"/>
                    <a:pt x="9252" y="3061"/>
                    <a:pt x="7657" y="4609"/>
                  </a:cubicBezTo>
                  <a:cubicBezTo>
                    <a:pt x="6037" y="6180"/>
                    <a:pt x="4418" y="7764"/>
                    <a:pt x="2799" y="9335"/>
                  </a:cubicBezTo>
                  <a:lnTo>
                    <a:pt x="72" y="11991"/>
                  </a:lnTo>
                  <a:cubicBezTo>
                    <a:pt x="1" y="12062"/>
                    <a:pt x="13" y="12181"/>
                    <a:pt x="108" y="12229"/>
                  </a:cubicBezTo>
                  <a:cubicBezTo>
                    <a:pt x="136" y="12251"/>
                    <a:pt x="170" y="12263"/>
                    <a:pt x="202" y="12263"/>
                  </a:cubicBezTo>
                  <a:cubicBezTo>
                    <a:pt x="238" y="12263"/>
                    <a:pt x="273" y="12248"/>
                    <a:pt x="299" y="12217"/>
                  </a:cubicBezTo>
                  <a:lnTo>
                    <a:pt x="5144" y="7478"/>
                  </a:lnTo>
                  <a:cubicBezTo>
                    <a:pt x="6752" y="5895"/>
                    <a:pt x="8359" y="4311"/>
                    <a:pt x="9966" y="2728"/>
                  </a:cubicBezTo>
                  <a:cubicBezTo>
                    <a:pt x="10848" y="1858"/>
                    <a:pt x="11705" y="965"/>
                    <a:pt x="12574" y="72"/>
                  </a:cubicBezTo>
                  <a:lnTo>
                    <a:pt x="125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35"/>
            <p:cNvSpPr/>
            <p:nvPr/>
          </p:nvSpPr>
          <p:spPr>
            <a:xfrm>
              <a:off x="1364525" y="174250"/>
              <a:ext cx="513025" cy="540300"/>
            </a:xfrm>
            <a:custGeom>
              <a:avLst/>
              <a:gdLst/>
              <a:ahLst/>
              <a:cxnLst/>
              <a:rect l="l" t="t" r="r" b="b"/>
              <a:pathLst>
                <a:path w="20521" h="21612" extrusionOk="0">
                  <a:moveTo>
                    <a:pt x="19967" y="591"/>
                  </a:moveTo>
                  <a:lnTo>
                    <a:pt x="19967" y="591"/>
                  </a:lnTo>
                  <a:cubicBezTo>
                    <a:pt x="19836" y="1067"/>
                    <a:pt x="19693" y="1531"/>
                    <a:pt x="19550" y="1995"/>
                  </a:cubicBezTo>
                  <a:cubicBezTo>
                    <a:pt x="19372" y="1912"/>
                    <a:pt x="19193" y="1805"/>
                    <a:pt x="19026" y="1686"/>
                  </a:cubicBezTo>
                  <a:cubicBezTo>
                    <a:pt x="18943" y="1614"/>
                    <a:pt x="18860" y="1543"/>
                    <a:pt x="18788" y="1460"/>
                  </a:cubicBezTo>
                  <a:cubicBezTo>
                    <a:pt x="18729" y="1388"/>
                    <a:pt x="18669" y="1305"/>
                    <a:pt x="18634" y="1222"/>
                  </a:cubicBezTo>
                  <a:lnTo>
                    <a:pt x="19967" y="591"/>
                  </a:lnTo>
                  <a:close/>
                  <a:moveTo>
                    <a:pt x="18491" y="1305"/>
                  </a:moveTo>
                  <a:cubicBezTo>
                    <a:pt x="18610" y="1781"/>
                    <a:pt x="19038" y="2115"/>
                    <a:pt x="19455" y="2353"/>
                  </a:cubicBezTo>
                  <a:cubicBezTo>
                    <a:pt x="19336" y="2722"/>
                    <a:pt x="19229" y="3079"/>
                    <a:pt x="19122" y="3436"/>
                  </a:cubicBezTo>
                  <a:cubicBezTo>
                    <a:pt x="18800" y="4484"/>
                    <a:pt x="18467" y="5520"/>
                    <a:pt x="18145" y="6567"/>
                  </a:cubicBezTo>
                  <a:cubicBezTo>
                    <a:pt x="17610" y="6472"/>
                    <a:pt x="17157" y="5948"/>
                    <a:pt x="17240" y="5389"/>
                  </a:cubicBezTo>
                  <a:cubicBezTo>
                    <a:pt x="17270" y="5272"/>
                    <a:pt x="17171" y="5171"/>
                    <a:pt x="17063" y="5171"/>
                  </a:cubicBezTo>
                  <a:cubicBezTo>
                    <a:pt x="17039" y="5171"/>
                    <a:pt x="17014" y="5176"/>
                    <a:pt x="16990" y="5186"/>
                  </a:cubicBezTo>
                  <a:cubicBezTo>
                    <a:pt x="16845" y="5263"/>
                    <a:pt x="16607" y="5371"/>
                    <a:pt x="16405" y="5371"/>
                  </a:cubicBezTo>
                  <a:cubicBezTo>
                    <a:pt x="16260" y="5371"/>
                    <a:pt x="16133" y="5315"/>
                    <a:pt x="16074" y="5151"/>
                  </a:cubicBezTo>
                  <a:cubicBezTo>
                    <a:pt x="16026" y="4984"/>
                    <a:pt x="16026" y="4817"/>
                    <a:pt x="16038" y="4651"/>
                  </a:cubicBezTo>
                  <a:cubicBezTo>
                    <a:pt x="16050" y="4472"/>
                    <a:pt x="16038" y="4305"/>
                    <a:pt x="15978" y="4139"/>
                  </a:cubicBezTo>
                  <a:cubicBezTo>
                    <a:pt x="15962" y="4063"/>
                    <a:pt x="15898" y="4017"/>
                    <a:pt x="15828" y="4017"/>
                  </a:cubicBezTo>
                  <a:cubicBezTo>
                    <a:pt x="15799" y="4017"/>
                    <a:pt x="15769" y="4026"/>
                    <a:pt x="15740" y="4043"/>
                  </a:cubicBezTo>
                  <a:cubicBezTo>
                    <a:pt x="15534" y="4134"/>
                    <a:pt x="15241" y="4265"/>
                    <a:pt x="14974" y="4265"/>
                  </a:cubicBezTo>
                  <a:cubicBezTo>
                    <a:pt x="14856" y="4265"/>
                    <a:pt x="14743" y="4240"/>
                    <a:pt x="14645" y="4174"/>
                  </a:cubicBezTo>
                  <a:cubicBezTo>
                    <a:pt x="14264" y="3936"/>
                    <a:pt x="14490" y="3377"/>
                    <a:pt x="14621" y="3055"/>
                  </a:cubicBezTo>
                  <a:lnTo>
                    <a:pt x="14609" y="3055"/>
                  </a:lnTo>
                  <a:cubicBezTo>
                    <a:pt x="14728" y="3019"/>
                    <a:pt x="14835" y="2972"/>
                    <a:pt x="14943" y="2924"/>
                  </a:cubicBezTo>
                  <a:cubicBezTo>
                    <a:pt x="15216" y="2817"/>
                    <a:pt x="15478" y="2698"/>
                    <a:pt x="15740" y="2579"/>
                  </a:cubicBezTo>
                  <a:cubicBezTo>
                    <a:pt x="16264" y="2353"/>
                    <a:pt x="16788" y="2115"/>
                    <a:pt x="17300" y="1864"/>
                  </a:cubicBezTo>
                  <a:lnTo>
                    <a:pt x="18491" y="1305"/>
                  </a:lnTo>
                  <a:close/>
                  <a:moveTo>
                    <a:pt x="14121" y="3519"/>
                  </a:moveTo>
                  <a:lnTo>
                    <a:pt x="14121" y="3519"/>
                  </a:lnTo>
                  <a:cubicBezTo>
                    <a:pt x="14073" y="3865"/>
                    <a:pt x="14133" y="4198"/>
                    <a:pt x="14443" y="4412"/>
                  </a:cubicBezTo>
                  <a:cubicBezTo>
                    <a:pt x="14617" y="4518"/>
                    <a:pt x="14810" y="4572"/>
                    <a:pt x="15005" y="4572"/>
                  </a:cubicBezTo>
                  <a:cubicBezTo>
                    <a:pt x="15116" y="4572"/>
                    <a:pt x="15227" y="4554"/>
                    <a:pt x="15335" y="4520"/>
                  </a:cubicBezTo>
                  <a:cubicBezTo>
                    <a:pt x="15455" y="4484"/>
                    <a:pt x="15586" y="4448"/>
                    <a:pt x="15693" y="4400"/>
                  </a:cubicBezTo>
                  <a:lnTo>
                    <a:pt x="15693" y="4400"/>
                  </a:lnTo>
                  <a:cubicBezTo>
                    <a:pt x="15740" y="4770"/>
                    <a:pt x="15609" y="5186"/>
                    <a:pt x="15871" y="5484"/>
                  </a:cubicBezTo>
                  <a:cubicBezTo>
                    <a:pt x="16018" y="5649"/>
                    <a:pt x="16198" y="5709"/>
                    <a:pt x="16387" y="5709"/>
                  </a:cubicBezTo>
                  <a:cubicBezTo>
                    <a:pt x="16552" y="5709"/>
                    <a:pt x="16723" y="5664"/>
                    <a:pt x="16883" y="5603"/>
                  </a:cubicBezTo>
                  <a:cubicBezTo>
                    <a:pt x="16895" y="5639"/>
                    <a:pt x="16895" y="5663"/>
                    <a:pt x="16895" y="5686"/>
                  </a:cubicBezTo>
                  <a:lnTo>
                    <a:pt x="16848" y="5734"/>
                  </a:lnTo>
                  <a:lnTo>
                    <a:pt x="16919" y="5805"/>
                  </a:lnTo>
                  <a:cubicBezTo>
                    <a:pt x="17050" y="6353"/>
                    <a:pt x="17479" y="6782"/>
                    <a:pt x="18026" y="6913"/>
                  </a:cubicBezTo>
                  <a:cubicBezTo>
                    <a:pt x="16657" y="8401"/>
                    <a:pt x="15205" y="9806"/>
                    <a:pt x="13716" y="11175"/>
                  </a:cubicBezTo>
                  <a:cubicBezTo>
                    <a:pt x="12145" y="12628"/>
                    <a:pt x="10537" y="14045"/>
                    <a:pt x="8989" y="15521"/>
                  </a:cubicBezTo>
                  <a:cubicBezTo>
                    <a:pt x="8597" y="15890"/>
                    <a:pt x="8204" y="16259"/>
                    <a:pt x="7811" y="16652"/>
                  </a:cubicBezTo>
                  <a:cubicBezTo>
                    <a:pt x="7454" y="17009"/>
                    <a:pt x="7096" y="17390"/>
                    <a:pt x="6727" y="17735"/>
                  </a:cubicBezTo>
                  <a:cubicBezTo>
                    <a:pt x="6389" y="18062"/>
                    <a:pt x="5994" y="18331"/>
                    <a:pt x="5520" y="18331"/>
                  </a:cubicBezTo>
                  <a:cubicBezTo>
                    <a:pt x="5509" y="18331"/>
                    <a:pt x="5499" y="18331"/>
                    <a:pt x="5489" y="18331"/>
                  </a:cubicBezTo>
                  <a:cubicBezTo>
                    <a:pt x="5108" y="18307"/>
                    <a:pt x="4763" y="18188"/>
                    <a:pt x="4453" y="17962"/>
                  </a:cubicBezTo>
                  <a:cubicBezTo>
                    <a:pt x="4346" y="17890"/>
                    <a:pt x="4251" y="17807"/>
                    <a:pt x="4156" y="17724"/>
                  </a:cubicBezTo>
                  <a:cubicBezTo>
                    <a:pt x="3894" y="17485"/>
                    <a:pt x="3655" y="17212"/>
                    <a:pt x="3453" y="16926"/>
                  </a:cubicBezTo>
                  <a:cubicBezTo>
                    <a:pt x="4179" y="16140"/>
                    <a:pt x="4941" y="15390"/>
                    <a:pt x="5691" y="14628"/>
                  </a:cubicBezTo>
                  <a:cubicBezTo>
                    <a:pt x="6477" y="13830"/>
                    <a:pt x="7275" y="13033"/>
                    <a:pt x="8073" y="12223"/>
                  </a:cubicBezTo>
                  <a:lnTo>
                    <a:pt x="8061" y="12223"/>
                  </a:lnTo>
                  <a:cubicBezTo>
                    <a:pt x="9668" y="10616"/>
                    <a:pt x="11275" y="9020"/>
                    <a:pt x="12871" y="7413"/>
                  </a:cubicBezTo>
                  <a:lnTo>
                    <a:pt x="14216" y="6079"/>
                  </a:lnTo>
                  <a:cubicBezTo>
                    <a:pt x="14657" y="5651"/>
                    <a:pt x="15085" y="5186"/>
                    <a:pt x="15478" y="4698"/>
                  </a:cubicBezTo>
                  <a:cubicBezTo>
                    <a:pt x="15488" y="4689"/>
                    <a:pt x="15474" y="4671"/>
                    <a:pt x="15456" y="4671"/>
                  </a:cubicBezTo>
                  <a:cubicBezTo>
                    <a:pt x="15452" y="4671"/>
                    <a:pt x="15447" y="4672"/>
                    <a:pt x="15443" y="4674"/>
                  </a:cubicBezTo>
                  <a:cubicBezTo>
                    <a:pt x="15002" y="5008"/>
                    <a:pt x="14585" y="5365"/>
                    <a:pt x="14192" y="5746"/>
                  </a:cubicBezTo>
                  <a:cubicBezTo>
                    <a:pt x="13788" y="6127"/>
                    <a:pt x="13383" y="6520"/>
                    <a:pt x="12978" y="6913"/>
                  </a:cubicBezTo>
                  <a:cubicBezTo>
                    <a:pt x="12168" y="7699"/>
                    <a:pt x="11347" y="8484"/>
                    <a:pt x="10549" y="9282"/>
                  </a:cubicBezTo>
                  <a:cubicBezTo>
                    <a:pt x="8942" y="10877"/>
                    <a:pt x="7358" y="12497"/>
                    <a:pt x="5787" y="14140"/>
                  </a:cubicBezTo>
                  <a:cubicBezTo>
                    <a:pt x="4965" y="14997"/>
                    <a:pt x="4144" y="15878"/>
                    <a:pt x="3310" y="16712"/>
                  </a:cubicBezTo>
                  <a:cubicBezTo>
                    <a:pt x="3274" y="16664"/>
                    <a:pt x="3239" y="16616"/>
                    <a:pt x="3203" y="16557"/>
                  </a:cubicBezTo>
                  <a:cubicBezTo>
                    <a:pt x="3060" y="16342"/>
                    <a:pt x="2977" y="16104"/>
                    <a:pt x="2953" y="15854"/>
                  </a:cubicBezTo>
                  <a:cubicBezTo>
                    <a:pt x="2953" y="15592"/>
                    <a:pt x="3001" y="15330"/>
                    <a:pt x="3108" y="15080"/>
                  </a:cubicBezTo>
                  <a:cubicBezTo>
                    <a:pt x="3322" y="14616"/>
                    <a:pt x="3572" y="14164"/>
                    <a:pt x="3882" y="13747"/>
                  </a:cubicBezTo>
                  <a:cubicBezTo>
                    <a:pt x="4167" y="13318"/>
                    <a:pt x="4465" y="12913"/>
                    <a:pt x="4787" y="12509"/>
                  </a:cubicBezTo>
                  <a:cubicBezTo>
                    <a:pt x="5108" y="12104"/>
                    <a:pt x="5441" y="11711"/>
                    <a:pt x="5787" y="11330"/>
                  </a:cubicBezTo>
                  <a:cubicBezTo>
                    <a:pt x="6680" y="10461"/>
                    <a:pt x="7549" y="9604"/>
                    <a:pt x="8430" y="8734"/>
                  </a:cubicBezTo>
                  <a:cubicBezTo>
                    <a:pt x="9692" y="7496"/>
                    <a:pt x="10990" y="6294"/>
                    <a:pt x="12299" y="5115"/>
                  </a:cubicBezTo>
                  <a:cubicBezTo>
                    <a:pt x="12895" y="4579"/>
                    <a:pt x="13502" y="4055"/>
                    <a:pt x="14121" y="3519"/>
                  </a:cubicBezTo>
                  <a:close/>
                  <a:moveTo>
                    <a:pt x="2751" y="14985"/>
                  </a:moveTo>
                  <a:lnTo>
                    <a:pt x="2751" y="14985"/>
                  </a:lnTo>
                  <a:cubicBezTo>
                    <a:pt x="2620" y="15295"/>
                    <a:pt x="2560" y="15628"/>
                    <a:pt x="2596" y="15961"/>
                  </a:cubicBezTo>
                  <a:cubicBezTo>
                    <a:pt x="2643" y="16497"/>
                    <a:pt x="2977" y="16926"/>
                    <a:pt x="3298" y="17331"/>
                  </a:cubicBezTo>
                  <a:cubicBezTo>
                    <a:pt x="3826" y="18020"/>
                    <a:pt x="4588" y="18700"/>
                    <a:pt x="5486" y="18700"/>
                  </a:cubicBezTo>
                  <a:cubicBezTo>
                    <a:pt x="5581" y="18700"/>
                    <a:pt x="5677" y="18692"/>
                    <a:pt x="5775" y="18676"/>
                  </a:cubicBezTo>
                  <a:lnTo>
                    <a:pt x="5775" y="18676"/>
                  </a:lnTo>
                  <a:cubicBezTo>
                    <a:pt x="5596" y="18855"/>
                    <a:pt x="5406" y="19033"/>
                    <a:pt x="5215" y="19200"/>
                  </a:cubicBezTo>
                  <a:cubicBezTo>
                    <a:pt x="5155" y="19189"/>
                    <a:pt x="5095" y="19186"/>
                    <a:pt x="5033" y="19186"/>
                  </a:cubicBezTo>
                  <a:cubicBezTo>
                    <a:pt x="4933" y="19186"/>
                    <a:pt x="4830" y="19195"/>
                    <a:pt x="4730" y="19195"/>
                  </a:cubicBezTo>
                  <a:cubicBezTo>
                    <a:pt x="4685" y="19195"/>
                    <a:pt x="4640" y="19193"/>
                    <a:pt x="4596" y="19188"/>
                  </a:cubicBezTo>
                  <a:cubicBezTo>
                    <a:pt x="4370" y="19152"/>
                    <a:pt x="4156" y="19093"/>
                    <a:pt x="3953" y="18998"/>
                  </a:cubicBezTo>
                  <a:cubicBezTo>
                    <a:pt x="3548" y="18819"/>
                    <a:pt x="3203" y="18545"/>
                    <a:pt x="2929" y="18188"/>
                  </a:cubicBezTo>
                  <a:cubicBezTo>
                    <a:pt x="2381" y="17485"/>
                    <a:pt x="2215" y="16569"/>
                    <a:pt x="2215" y="15700"/>
                  </a:cubicBezTo>
                  <a:lnTo>
                    <a:pt x="2727" y="15021"/>
                  </a:lnTo>
                  <a:cubicBezTo>
                    <a:pt x="2727" y="15009"/>
                    <a:pt x="2739" y="14997"/>
                    <a:pt x="2751" y="14985"/>
                  </a:cubicBezTo>
                  <a:close/>
                  <a:moveTo>
                    <a:pt x="2024" y="15938"/>
                  </a:moveTo>
                  <a:lnTo>
                    <a:pt x="2024" y="15938"/>
                  </a:lnTo>
                  <a:cubicBezTo>
                    <a:pt x="1965" y="16819"/>
                    <a:pt x="2215" y="17700"/>
                    <a:pt x="2727" y="18414"/>
                  </a:cubicBezTo>
                  <a:cubicBezTo>
                    <a:pt x="3024" y="18807"/>
                    <a:pt x="3417" y="19105"/>
                    <a:pt x="3858" y="19307"/>
                  </a:cubicBezTo>
                  <a:cubicBezTo>
                    <a:pt x="4072" y="19414"/>
                    <a:pt x="4298" y="19474"/>
                    <a:pt x="4537" y="19509"/>
                  </a:cubicBezTo>
                  <a:cubicBezTo>
                    <a:pt x="4620" y="19521"/>
                    <a:pt x="4727" y="19545"/>
                    <a:pt x="4822" y="19545"/>
                  </a:cubicBezTo>
                  <a:cubicBezTo>
                    <a:pt x="4608" y="19736"/>
                    <a:pt x="4394" y="19926"/>
                    <a:pt x="4167" y="20117"/>
                  </a:cubicBezTo>
                  <a:cubicBezTo>
                    <a:pt x="3598" y="20594"/>
                    <a:pt x="2855" y="21237"/>
                    <a:pt x="2065" y="21237"/>
                  </a:cubicBezTo>
                  <a:cubicBezTo>
                    <a:pt x="1930" y="21237"/>
                    <a:pt x="1793" y="21218"/>
                    <a:pt x="1655" y="21176"/>
                  </a:cubicBezTo>
                  <a:cubicBezTo>
                    <a:pt x="750" y="20914"/>
                    <a:pt x="429" y="19855"/>
                    <a:pt x="500" y="19009"/>
                  </a:cubicBezTo>
                  <a:cubicBezTo>
                    <a:pt x="584" y="18045"/>
                    <a:pt x="1119" y="17176"/>
                    <a:pt x="1679" y="16414"/>
                  </a:cubicBezTo>
                  <a:cubicBezTo>
                    <a:pt x="1798" y="16247"/>
                    <a:pt x="1917" y="16092"/>
                    <a:pt x="2024" y="15938"/>
                  </a:cubicBezTo>
                  <a:close/>
                  <a:moveTo>
                    <a:pt x="20278" y="0"/>
                  </a:moveTo>
                  <a:cubicBezTo>
                    <a:pt x="20250" y="0"/>
                    <a:pt x="20221" y="6"/>
                    <a:pt x="20193" y="19"/>
                  </a:cubicBezTo>
                  <a:cubicBezTo>
                    <a:pt x="19169" y="519"/>
                    <a:pt x="18157" y="1019"/>
                    <a:pt x="17133" y="1531"/>
                  </a:cubicBezTo>
                  <a:cubicBezTo>
                    <a:pt x="16633" y="1769"/>
                    <a:pt x="16145" y="2019"/>
                    <a:pt x="15645" y="2281"/>
                  </a:cubicBezTo>
                  <a:cubicBezTo>
                    <a:pt x="15395" y="2412"/>
                    <a:pt x="15133" y="2555"/>
                    <a:pt x="14883" y="2686"/>
                  </a:cubicBezTo>
                  <a:cubicBezTo>
                    <a:pt x="14776" y="2746"/>
                    <a:pt x="14669" y="2817"/>
                    <a:pt x="14562" y="2877"/>
                  </a:cubicBezTo>
                  <a:cubicBezTo>
                    <a:pt x="14526" y="2853"/>
                    <a:pt x="14481" y="2841"/>
                    <a:pt x="14437" y="2841"/>
                  </a:cubicBezTo>
                  <a:cubicBezTo>
                    <a:pt x="14392" y="2841"/>
                    <a:pt x="14347" y="2853"/>
                    <a:pt x="14312" y="2877"/>
                  </a:cubicBezTo>
                  <a:cubicBezTo>
                    <a:pt x="12930" y="4008"/>
                    <a:pt x="11609" y="5222"/>
                    <a:pt x="10311" y="6448"/>
                  </a:cubicBezTo>
                  <a:cubicBezTo>
                    <a:pt x="9728" y="7008"/>
                    <a:pt x="9156" y="7568"/>
                    <a:pt x="8585" y="8127"/>
                  </a:cubicBezTo>
                  <a:cubicBezTo>
                    <a:pt x="8061" y="8580"/>
                    <a:pt x="7561" y="9044"/>
                    <a:pt x="7061" y="9520"/>
                  </a:cubicBezTo>
                  <a:cubicBezTo>
                    <a:pt x="6287" y="10258"/>
                    <a:pt x="5560" y="11044"/>
                    <a:pt x="4870" y="11854"/>
                  </a:cubicBezTo>
                  <a:cubicBezTo>
                    <a:pt x="4382" y="12425"/>
                    <a:pt x="3929" y="13021"/>
                    <a:pt x="3513" y="13640"/>
                  </a:cubicBezTo>
                  <a:cubicBezTo>
                    <a:pt x="3358" y="13783"/>
                    <a:pt x="3215" y="13937"/>
                    <a:pt x="3072" y="14104"/>
                  </a:cubicBezTo>
                  <a:cubicBezTo>
                    <a:pt x="2893" y="14330"/>
                    <a:pt x="2691" y="14545"/>
                    <a:pt x="2512" y="14783"/>
                  </a:cubicBezTo>
                  <a:cubicBezTo>
                    <a:pt x="2167" y="15223"/>
                    <a:pt x="1810" y="15652"/>
                    <a:pt x="1477" y="16104"/>
                  </a:cubicBezTo>
                  <a:cubicBezTo>
                    <a:pt x="846" y="16926"/>
                    <a:pt x="262" y="17807"/>
                    <a:pt x="119" y="18855"/>
                  </a:cubicBezTo>
                  <a:cubicBezTo>
                    <a:pt x="0" y="19807"/>
                    <a:pt x="298" y="20891"/>
                    <a:pt x="1167" y="21391"/>
                  </a:cubicBezTo>
                  <a:cubicBezTo>
                    <a:pt x="1439" y="21546"/>
                    <a:pt x="1721" y="21611"/>
                    <a:pt x="2002" y="21611"/>
                  </a:cubicBezTo>
                  <a:cubicBezTo>
                    <a:pt x="2692" y="21611"/>
                    <a:pt x="3380" y="21218"/>
                    <a:pt x="3929" y="20795"/>
                  </a:cubicBezTo>
                  <a:cubicBezTo>
                    <a:pt x="4870" y="20069"/>
                    <a:pt x="5739" y="19248"/>
                    <a:pt x="6525" y="18355"/>
                  </a:cubicBezTo>
                  <a:cubicBezTo>
                    <a:pt x="6727" y="18212"/>
                    <a:pt x="6918" y="18057"/>
                    <a:pt x="7084" y="17890"/>
                  </a:cubicBezTo>
                  <a:cubicBezTo>
                    <a:pt x="7477" y="17497"/>
                    <a:pt x="7858" y="17104"/>
                    <a:pt x="8251" y="16723"/>
                  </a:cubicBezTo>
                  <a:cubicBezTo>
                    <a:pt x="9847" y="15152"/>
                    <a:pt x="11525" y="13664"/>
                    <a:pt x="13180" y="12163"/>
                  </a:cubicBezTo>
                  <a:cubicBezTo>
                    <a:pt x="14824" y="10663"/>
                    <a:pt x="16467" y="9139"/>
                    <a:pt x="17991" y="7496"/>
                  </a:cubicBezTo>
                  <a:cubicBezTo>
                    <a:pt x="18181" y="7294"/>
                    <a:pt x="18360" y="7091"/>
                    <a:pt x="18538" y="6889"/>
                  </a:cubicBezTo>
                  <a:cubicBezTo>
                    <a:pt x="18610" y="6806"/>
                    <a:pt x="18610" y="6698"/>
                    <a:pt x="18538" y="6627"/>
                  </a:cubicBezTo>
                  <a:cubicBezTo>
                    <a:pt x="18848" y="5591"/>
                    <a:pt x="19157" y="4567"/>
                    <a:pt x="19467" y="3531"/>
                  </a:cubicBezTo>
                  <a:cubicBezTo>
                    <a:pt x="19800" y="2436"/>
                    <a:pt x="20146" y="1353"/>
                    <a:pt x="20491" y="257"/>
                  </a:cubicBezTo>
                  <a:cubicBezTo>
                    <a:pt x="20520" y="121"/>
                    <a:pt x="20406" y="0"/>
                    <a:pt x="202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Google Shape;1548;p36"/>
          <p:cNvSpPr txBox="1">
            <a:spLocks noGrp="1"/>
          </p:cNvSpPr>
          <p:nvPr>
            <p:ph type="title"/>
          </p:nvPr>
        </p:nvSpPr>
        <p:spPr>
          <a:xfrm>
            <a:off x="758775" y="405130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 of this template</a:t>
            </a:r>
            <a:endParaRPr/>
          </a:p>
        </p:txBody>
      </p:sp>
      <p:sp>
        <p:nvSpPr>
          <p:cNvPr id="1549" name="Google Shape;1549;p36"/>
          <p:cNvSpPr txBox="1">
            <a:spLocks noGrp="1"/>
          </p:cNvSpPr>
          <p:nvPr>
            <p:ph type="body" idx="1"/>
          </p:nvPr>
        </p:nvSpPr>
        <p:spPr>
          <a:xfrm>
            <a:off x="713400" y="1038200"/>
            <a:ext cx="7717200" cy="36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Here’s what you’ll find in this </a:t>
            </a:r>
            <a:r>
              <a:rPr lang="en" b="1">
                <a:uFill>
                  <a:noFill/>
                </a:uFill>
                <a:hlinkClick r:id="rId3"/>
              </a:rPr>
              <a:t>Slidesgo</a:t>
            </a:r>
            <a:r>
              <a:rPr lang="en" b="1"/>
              <a:t> </a:t>
            </a:r>
            <a:r>
              <a:rPr lang="en"/>
              <a:t>template: </a:t>
            </a:r>
            <a:endParaRPr/>
          </a:p>
          <a:p>
            <a:pPr marL="457200" lvl="0" indent="-3048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/>
              <a:t>A slide structure based on an education presentation for pre-k, which you can easily adapt to your needs. For more info on how to edit the template, please visit </a:t>
            </a:r>
            <a:r>
              <a:rPr lang="en" b="1">
                <a:uFill>
                  <a:noFill/>
                </a:uFill>
                <a:hlinkClick r:id="rId4"/>
              </a:rPr>
              <a:t>Slidesgo School</a:t>
            </a:r>
            <a:r>
              <a:rPr lang="en"/>
              <a:t> or read our </a:t>
            </a:r>
            <a:r>
              <a:rPr lang="en" b="1">
                <a:uFill>
                  <a:noFill/>
                </a:uFill>
                <a:hlinkClick r:id="rId5"/>
              </a:rPr>
              <a:t>FAQs</a:t>
            </a:r>
            <a:r>
              <a:rPr lang="en"/>
              <a:t>.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/>
              <a:t>An assortment of pictures/illustrations that are suitable for use in the presentation can be found in the </a:t>
            </a:r>
            <a:r>
              <a:rPr lang="en" b="1"/>
              <a:t>a</a:t>
            </a:r>
            <a:r>
              <a:rPr lang="en" b="1">
                <a:uFill>
                  <a:noFill/>
                </a:uFill>
                <a:hlinkClick r:id="" action="ppaction://noaction"/>
              </a:rPr>
              <a:t>lternative resources</a:t>
            </a:r>
            <a:r>
              <a:rPr lang="en"/>
              <a:t> slide.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/>
              <a:t>A </a:t>
            </a:r>
            <a:r>
              <a:rPr lang="en" b="1">
                <a:uFill>
                  <a:noFill/>
                </a:uFill>
                <a:hlinkClick r:id="rId6" action="ppaction://hlinksldjump"/>
              </a:rPr>
              <a:t>thanks</a:t>
            </a:r>
            <a:r>
              <a:rPr lang="en">
                <a:uFill>
                  <a:noFill/>
                </a:uFill>
                <a:hlinkClick r:id="rId6" action="ppaction://hlinksldjump"/>
              </a:rPr>
              <a:t> </a:t>
            </a:r>
            <a:r>
              <a:rPr lang="en"/>
              <a:t>slide, which you must keep so that proper credits for our design are given.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/>
              <a:t>A </a:t>
            </a:r>
            <a:r>
              <a:rPr lang="en" b="1">
                <a:uFill>
                  <a:noFill/>
                </a:uFill>
                <a:hlinkClick r:id="" action="ppaction://noaction"/>
              </a:rPr>
              <a:t>resources</a:t>
            </a:r>
            <a:r>
              <a:rPr lang="en">
                <a:uFill>
                  <a:noFill/>
                </a:uFill>
                <a:hlinkClick r:id="" action="ppaction://noaction"/>
              </a:rPr>
              <a:t> </a:t>
            </a:r>
            <a:r>
              <a:rPr lang="en"/>
              <a:t>slide, where you’ll find links to all the elements used in the template.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b="1">
                <a:uFill>
                  <a:noFill/>
                </a:uFill>
                <a:hlinkClick r:id=""/>
              </a:rPr>
              <a:t>Instructions for use</a:t>
            </a:r>
            <a:r>
              <a:rPr lang="en"/>
              <a:t>.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/>
              <a:t>Final slides with: </a:t>
            </a:r>
            <a:endParaRPr/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</a:pPr>
            <a:r>
              <a:rPr lang="en"/>
              <a:t>The</a:t>
            </a:r>
            <a:r>
              <a:rPr lang="en">
                <a:uFill>
                  <a:noFill/>
                </a:uFill>
                <a:hlinkClick r:id="" action="ppaction://noaction"/>
              </a:rPr>
              <a:t> </a:t>
            </a:r>
            <a:r>
              <a:rPr lang="en" b="1">
                <a:uFill>
                  <a:noFill/>
                </a:uFill>
                <a:hlinkClick r:id="" action="ppaction://noaction"/>
              </a:rPr>
              <a:t>fonts and colors</a:t>
            </a:r>
            <a:r>
              <a:rPr lang="en"/>
              <a:t> used in the template.</a:t>
            </a:r>
            <a:endParaRPr/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</a:pPr>
            <a:r>
              <a:rPr lang="en"/>
              <a:t>A selection of </a:t>
            </a:r>
            <a:r>
              <a:rPr lang="en" b="1">
                <a:uFill>
                  <a:noFill/>
                </a:uFill>
                <a:hlinkClick r:id="" action="ppaction://noaction"/>
              </a:rPr>
              <a:t>illustrations</a:t>
            </a:r>
            <a:r>
              <a:rPr lang="en"/>
              <a:t>. You can also customize and animate them as you wish with the online editor. Visit </a:t>
            </a:r>
            <a:r>
              <a:rPr lang="en" b="1">
                <a:uFill>
                  <a:noFill/>
                </a:uFill>
                <a:hlinkClick r:id="rId7"/>
              </a:rPr>
              <a:t>Storyset</a:t>
            </a:r>
            <a:r>
              <a:rPr lang="en">
                <a:uFill>
                  <a:noFill/>
                </a:uFill>
                <a:hlinkClick r:id="rId7"/>
              </a:rPr>
              <a:t> </a:t>
            </a:r>
            <a:r>
              <a:rPr lang="en"/>
              <a:t>to find more. </a:t>
            </a:r>
            <a:endParaRPr/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</a:pPr>
            <a:r>
              <a:rPr lang="en"/>
              <a:t>More</a:t>
            </a:r>
            <a:r>
              <a:rPr lang="en">
                <a:uFill>
                  <a:noFill/>
                </a:uFill>
                <a:hlinkClick r:id="" action="ppaction://noaction"/>
              </a:rPr>
              <a:t> </a:t>
            </a:r>
            <a:r>
              <a:rPr lang="en" b="1">
                <a:uFill>
                  <a:noFill/>
                </a:uFill>
                <a:hlinkClick r:id="" action="ppaction://noaction"/>
              </a:rPr>
              <a:t>infographic resources</a:t>
            </a:r>
            <a:r>
              <a:rPr lang="en"/>
              <a:t>, whose size and color can be edited. </a:t>
            </a:r>
            <a:endParaRPr/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</a:pPr>
            <a:r>
              <a:rPr lang="en"/>
              <a:t>Sets of </a:t>
            </a:r>
            <a:r>
              <a:rPr lang="en" b="1">
                <a:uFill>
                  <a:noFill/>
                </a:uFill>
                <a:hlinkClick r:id="" action="ppaction://noaction"/>
              </a:rPr>
              <a:t>customizable icons</a:t>
            </a:r>
            <a:r>
              <a:rPr lang="en"/>
              <a:t> of the following themes: general, business, avatar, creative process, education, help &amp; support, medical, nature, performing arts, SEO &amp; marketing, and teamwork.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You can delete this slide when you’re done editing the presentation.</a:t>
            </a:r>
            <a:endParaRPr/>
          </a:p>
        </p:txBody>
      </p:sp>
      <p:grpSp>
        <p:nvGrpSpPr>
          <p:cNvPr id="1550" name="Google Shape;1550;p36"/>
          <p:cNvGrpSpPr/>
          <p:nvPr/>
        </p:nvGrpSpPr>
        <p:grpSpPr>
          <a:xfrm>
            <a:off x="937639" y="173480"/>
            <a:ext cx="492584" cy="572715"/>
            <a:chOff x="227650" y="187100"/>
            <a:chExt cx="374475" cy="435425"/>
          </a:xfrm>
        </p:grpSpPr>
        <p:sp>
          <p:nvSpPr>
            <p:cNvPr id="1551" name="Google Shape;1551;p36"/>
            <p:cNvSpPr/>
            <p:nvPr/>
          </p:nvSpPr>
          <p:spPr>
            <a:xfrm>
              <a:off x="401775" y="198450"/>
              <a:ext cx="181900" cy="153775"/>
            </a:xfrm>
            <a:custGeom>
              <a:avLst/>
              <a:gdLst/>
              <a:ahLst/>
              <a:cxnLst/>
              <a:rect l="l" t="t" r="r" b="b"/>
              <a:pathLst>
                <a:path w="7276" h="6151" extrusionOk="0">
                  <a:moveTo>
                    <a:pt x="3445" y="0"/>
                  </a:moveTo>
                  <a:cubicBezTo>
                    <a:pt x="3120" y="0"/>
                    <a:pt x="2794" y="38"/>
                    <a:pt x="2477" y="114"/>
                  </a:cubicBezTo>
                  <a:cubicBezTo>
                    <a:pt x="1930" y="245"/>
                    <a:pt x="1418" y="471"/>
                    <a:pt x="953" y="793"/>
                  </a:cubicBezTo>
                  <a:cubicBezTo>
                    <a:pt x="703" y="960"/>
                    <a:pt x="477" y="1138"/>
                    <a:pt x="263" y="1329"/>
                  </a:cubicBezTo>
                  <a:cubicBezTo>
                    <a:pt x="167" y="1412"/>
                    <a:pt x="96" y="1495"/>
                    <a:pt x="1" y="1555"/>
                  </a:cubicBezTo>
                  <a:cubicBezTo>
                    <a:pt x="1310" y="1662"/>
                    <a:pt x="2549" y="2210"/>
                    <a:pt x="3513" y="3091"/>
                  </a:cubicBezTo>
                  <a:cubicBezTo>
                    <a:pt x="4382" y="3900"/>
                    <a:pt x="4966" y="4972"/>
                    <a:pt x="5168" y="6151"/>
                  </a:cubicBezTo>
                  <a:cubicBezTo>
                    <a:pt x="6097" y="5782"/>
                    <a:pt x="6799" y="4972"/>
                    <a:pt x="7025" y="4008"/>
                  </a:cubicBezTo>
                  <a:cubicBezTo>
                    <a:pt x="7275" y="2876"/>
                    <a:pt x="6811" y="1626"/>
                    <a:pt x="5930" y="876"/>
                  </a:cubicBezTo>
                  <a:cubicBezTo>
                    <a:pt x="5240" y="291"/>
                    <a:pt x="4344" y="0"/>
                    <a:pt x="3445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36"/>
            <p:cNvSpPr/>
            <p:nvPr/>
          </p:nvSpPr>
          <p:spPr>
            <a:xfrm>
              <a:off x="238675" y="251225"/>
              <a:ext cx="283975" cy="253775"/>
            </a:xfrm>
            <a:custGeom>
              <a:avLst/>
              <a:gdLst/>
              <a:ahLst/>
              <a:cxnLst/>
              <a:rect l="l" t="t" r="r" b="b"/>
              <a:pathLst>
                <a:path w="11359" h="10151" extrusionOk="0">
                  <a:moveTo>
                    <a:pt x="5814" y="1"/>
                  </a:moveTo>
                  <a:cubicBezTo>
                    <a:pt x="4149" y="1"/>
                    <a:pt x="2476" y="671"/>
                    <a:pt x="1322" y="1885"/>
                  </a:cubicBezTo>
                  <a:cubicBezTo>
                    <a:pt x="1024" y="2194"/>
                    <a:pt x="774" y="2528"/>
                    <a:pt x="560" y="2897"/>
                  </a:cubicBezTo>
                  <a:cubicBezTo>
                    <a:pt x="107" y="3944"/>
                    <a:pt x="0" y="5111"/>
                    <a:pt x="262" y="6219"/>
                  </a:cubicBezTo>
                  <a:cubicBezTo>
                    <a:pt x="619" y="7635"/>
                    <a:pt x="1560" y="8838"/>
                    <a:pt x="2858" y="9517"/>
                  </a:cubicBezTo>
                  <a:cubicBezTo>
                    <a:pt x="3658" y="9936"/>
                    <a:pt x="4541" y="10150"/>
                    <a:pt x="5427" y="10150"/>
                  </a:cubicBezTo>
                  <a:cubicBezTo>
                    <a:pt x="6150" y="10150"/>
                    <a:pt x="6876" y="10008"/>
                    <a:pt x="7561" y="9719"/>
                  </a:cubicBezTo>
                  <a:cubicBezTo>
                    <a:pt x="7596" y="9683"/>
                    <a:pt x="7656" y="9659"/>
                    <a:pt x="7715" y="9659"/>
                  </a:cubicBezTo>
                  <a:cubicBezTo>
                    <a:pt x="8632" y="9255"/>
                    <a:pt x="9442" y="8624"/>
                    <a:pt x="10049" y="7838"/>
                  </a:cubicBezTo>
                  <a:cubicBezTo>
                    <a:pt x="10918" y="6695"/>
                    <a:pt x="11359" y="5278"/>
                    <a:pt x="11025" y="3861"/>
                  </a:cubicBezTo>
                  <a:cubicBezTo>
                    <a:pt x="10704" y="2563"/>
                    <a:pt x="9882" y="1456"/>
                    <a:pt x="8727" y="777"/>
                  </a:cubicBezTo>
                  <a:cubicBezTo>
                    <a:pt x="7839" y="250"/>
                    <a:pt x="6828" y="1"/>
                    <a:pt x="581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36"/>
            <p:cNvSpPr/>
            <p:nvPr/>
          </p:nvSpPr>
          <p:spPr>
            <a:xfrm>
              <a:off x="246100" y="463825"/>
              <a:ext cx="184875" cy="146850"/>
            </a:xfrm>
            <a:custGeom>
              <a:avLst/>
              <a:gdLst/>
              <a:ahLst/>
              <a:cxnLst/>
              <a:rect l="l" t="t" r="r" b="b"/>
              <a:pathLst>
                <a:path w="7395" h="5874" extrusionOk="0">
                  <a:moveTo>
                    <a:pt x="668" y="1"/>
                  </a:moveTo>
                  <a:cubicBezTo>
                    <a:pt x="346" y="1215"/>
                    <a:pt x="1" y="2429"/>
                    <a:pt x="394" y="3668"/>
                  </a:cubicBezTo>
                  <a:cubicBezTo>
                    <a:pt x="775" y="4858"/>
                    <a:pt x="1811" y="5716"/>
                    <a:pt x="3049" y="5846"/>
                  </a:cubicBezTo>
                  <a:cubicBezTo>
                    <a:pt x="3200" y="5865"/>
                    <a:pt x="3349" y="5874"/>
                    <a:pt x="3497" y="5874"/>
                  </a:cubicBezTo>
                  <a:cubicBezTo>
                    <a:pt x="5644" y="5874"/>
                    <a:pt x="7394" y="3984"/>
                    <a:pt x="7216" y="1834"/>
                  </a:cubicBezTo>
                  <a:lnTo>
                    <a:pt x="7216" y="1834"/>
                  </a:lnTo>
                  <a:cubicBezTo>
                    <a:pt x="6577" y="2056"/>
                    <a:pt x="5913" y="2165"/>
                    <a:pt x="5253" y="2165"/>
                  </a:cubicBezTo>
                  <a:cubicBezTo>
                    <a:pt x="3896" y="2165"/>
                    <a:pt x="2554" y="1707"/>
                    <a:pt x="1465" y="834"/>
                  </a:cubicBezTo>
                  <a:cubicBezTo>
                    <a:pt x="1168" y="584"/>
                    <a:pt x="906" y="310"/>
                    <a:pt x="668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36"/>
            <p:cNvSpPr/>
            <p:nvPr/>
          </p:nvSpPr>
          <p:spPr>
            <a:xfrm>
              <a:off x="227650" y="187100"/>
              <a:ext cx="374475" cy="435425"/>
            </a:xfrm>
            <a:custGeom>
              <a:avLst/>
              <a:gdLst/>
              <a:ahLst/>
              <a:cxnLst/>
              <a:rect l="l" t="t" r="r" b="b"/>
              <a:pathLst>
                <a:path w="14979" h="17417" extrusionOk="0">
                  <a:moveTo>
                    <a:pt x="10410" y="466"/>
                  </a:moveTo>
                  <a:cubicBezTo>
                    <a:pt x="11309" y="466"/>
                    <a:pt x="12205" y="757"/>
                    <a:pt x="12895" y="1342"/>
                  </a:cubicBezTo>
                  <a:cubicBezTo>
                    <a:pt x="13776" y="2080"/>
                    <a:pt x="14240" y="3330"/>
                    <a:pt x="13990" y="4462"/>
                  </a:cubicBezTo>
                  <a:cubicBezTo>
                    <a:pt x="13764" y="5438"/>
                    <a:pt x="13062" y="6236"/>
                    <a:pt x="12133" y="6605"/>
                  </a:cubicBezTo>
                  <a:cubicBezTo>
                    <a:pt x="11919" y="5438"/>
                    <a:pt x="11347" y="4366"/>
                    <a:pt x="10478" y="3557"/>
                  </a:cubicBezTo>
                  <a:cubicBezTo>
                    <a:pt x="9514" y="2676"/>
                    <a:pt x="8275" y="2128"/>
                    <a:pt x="6966" y="2021"/>
                  </a:cubicBezTo>
                  <a:cubicBezTo>
                    <a:pt x="7061" y="1949"/>
                    <a:pt x="7144" y="1866"/>
                    <a:pt x="7228" y="1795"/>
                  </a:cubicBezTo>
                  <a:cubicBezTo>
                    <a:pt x="7442" y="1604"/>
                    <a:pt x="7680" y="1425"/>
                    <a:pt x="7918" y="1259"/>
                  </a:cubicBezTo>
                  <a:cubicBezTo>
                    <a:pt x="8383" y="937"/>
                    <a:pt x="8895" y="711"/>
                    <a:pt x="9442" y="580"/>
                  </a:cubicBezTo>
                  <a:cubicBezTo>
                    <a:pt x="9759" y="504"/>
                    <a:pt x="10085" y="466"/>
                    <a:pt x="10410" y="466"/>
                  </a:cubicBezTo>
                  <a:close/>
                  <a:moveTo>
                    <a:pt x="6266" y="2566"/>
                  </a:moveTo>
                  <a:cubicBezTo>
                    <a:pt x="7281" y="2566"/>
                    <a:pt x="8292" y="2815"/>
                    <a:pt x="9180" y="3342"/>
                  </a:cubicBezTo>
                  <a:cubicBezTo>
                    <a:pt x="10323" y="4021"/>
                    <a:pt x="11157" y="5128"/>
                    <a:pt x="11466" y="6426"/>
                  </a:cubicBezTo>
                  <a:cubicBezTo>
                    <a:pt x="11800" y="7843"/>
                    <a:pt x="11359" y="9260"/>
                    <a:pt x="10502" y="10403"/>
                  </a:cubicBezTo>
                  <a:lnTo>
                    <a:pt x="10490" y="10403"/>
                  </a:lnTo>
                  <a:cubicBezTo>
                    <a:pt x="9883" y="11189"/>
                    <a:pt x="9085" y="11820"/>
                    <a:pt x="8168" y="12224"/>
                  </a:cubicBezTo>
                  <a:cubicBezTo>
                    <a:pt x="8109" y="12224"/>
                    <a:pt x="8049" y="12248"/>
                    <a:pt x="8002" y="12284"/>
                  </a:cubicBezTo>
                  <a:cubicBezTo>
                    <a:pt x="7322" y="12573"/>
                    <a:pt x="6600" y="12715"/>
                    <a:pt x="5878" y="12715"/>
                  </a:cubicBezTo>
                  <a:cubicBezTo>
                    <a:pt x="4994" y="12715"/>
                    <a:pt x="4111" y="12501"/>
                    <a:pt x="3311" y="12082"/>
                  </a:cubicBezTo>
                  <a:cubicBezTo>
                    <a:pt x="2013" y="11403"/>
                    <a:pt x="1072" y="10200"/>
                    <a:pt x="715" y="8784"/>
                  </a:cubicBezTo>
                  <a:cubicBezTo>
                    <a:pt x="453" y="7676"/>
                    <a:pt x="548" y="6509"/>
                    <a:pt x="1013" y="5462"/>
                  </a:cubicBezTo>
                  <a:cubicBezTo>
                    <a:pt x="1227" y="5093"/>
                    <a:pt x="1477" y="4759"/>
                    <a:pt x="1775" y="4450"/>
                  </a:cubicBezTo>
                  <a:cubicBezTo>
                    <a:pt x="2929" y="3236"/>
                    <a:pt x="4602" y="2566"/>
                    <a:pt x="6266" y="2566"/>
                  </a:cubicBezTo>
                  <a:close/>
                  <a:moveTo>
                    <a:pt x="1406" y="11058"/>
                  </a:moveTo>
                  <a:cubicBezTo>
                    <a:pt x="1644" y="11367"/>
                    <a:pt x="1906" y="11641"/>
                    <a:pt x="2203" y="11891"/>
                  </a:cubicBezTo>
                  <a:cubicBezTo>
                    <a:pt x="3289" y="12769"/>
                    <a:pt x="4627" y="13225"/>
                    <a:pt x="5979" y="13225"/>
                  </a:cubicBezTo>
                  <a:cubicBezTo>
                    <a:pt x="6643" y="13225"/>
                    <a:pt x="7311" y="13115"/>
                    <a:pt x="7954" y="12891"/>
                  </a:cubicBezTo>
                  <a:lnTo>
                    <a:pt x="7954" y="12891"/>
                  </a:lnTo>
                  <a:cubicBezTo>
                    <a:pt x="8132" y="15048"/>
                    <a:pt x="6400" y="16945"/>
                    <a:pt x="4251" y="16945"/>
                  </a:cubicBezTo>
                  <a:cubicBezTo>
                    <a:pt x="4098" y="16945"/>
                    <a:pt x="3943" y="16935"/>
                    <a:pt x="3787" y="16915"/>
                  </a:cubicBezTo>
                  <a:cubicBezTo>
                    <a:pt x="2549" y="16773"/>
                    <a:pt x="1513" y="15915"/>
                    <a:pt x="1144" y="14737"/>
                  </a:cubicBezTo>
                  <a:cubicBezTo>
                    <a:pt x="739" y="13498"/>
                    <a:pt x="1084" y="12272"/>
                    <a:pt x="1406" y="11058"/>
                  </a:cubicBezTo>
                  <a:close/>
                  <a:moveTo>
                    <a:pt x="10336" y="0"/>
                  </a:moveTo>
                  <a:cubicBezTo>
                    <a:pt x="9941" y="0"/>
                    <a:pt x="9543" y="54"/>
                    <a:pt x="9157" y="163"/>
                  </a:cubicBezTo>
                  <a:cubicBezTo>
                    <a:pt x="8573" y="330"/>
                    <a:pt x="8037" y="604"/>
                    <a:pt x="7549" y="961"/>
                  </a:cubicBezTo>
                  <a:cubicBezTo>
                    <a:pt x="7275" y="1164"/>
                    <a:pt x="6680" y="1592"/>
                    <a:pt x="6668" y="1997"/>
                  </a:cubicBezTo>
                  <a:cubicBezTo>
                    <a:pt x="6551" y="1991"/>
                    <a:pt x="6434" y="1988"/>
                    <a:pt x="6317" y="1988"/>
                  </a:cubicBezTo>
                  <a:cubicBezTo>
                    <a:pt x="4808" y="1988"/>
                    <a:pt x="3337" y="2486"/>
                    <a:pt x="2144" y="3426"/>
                  </a:cubicBezTo>
                  <a:cubicBezTo>
                    <a:pt x="905" y="4402"/>
                    <a:pt x="96" y="5855"/>
                    <a:pt x="48" y="7438"/>
                  </a:cubicBezTo>
                  <a:cubicBezTo>
                    <a:pt x="1" y="8688"/>
                    <a:pt x="417" y="9986"/>
                    <a:pt x="1286" y="10903"/>
                  </a:cubicBezTo>
                  <a:cubicBezTo>
                    <a:pt x="989" y="11379"/>
                    <a:pt x="775" y="11915"/>
                    <a:pt x="655" y="12474"/>
                  </a:cubicBezTo>
                  <a:cubicBezTo>
                    <a:pt x="524" y="13022"/>
                    <a:pt x="489" y="13606"/>
                    <a:pt x="560" y="14165"/>
                  </a:cubicBezTo>
                  <a:cubicBezTo>
                    <a:pt x="679" y="15201"/>
                    <a:pt x="1167" y="16177"/>
                    <a:pt x="2048" y="16773"/>
                  </a:cubicBezTo>
                  <a:cubicBezTo>
                    <a:pt x="2693" y="17212"/>
                    <a:pt x="3444" y="17416"/>
                    <a:pt x="4198" y="17416"/>
                  </a:cubicBezTo>
                  <a:cubicBezTo>
                    <a:pt x="5507" y="17416"/>
                    <a:pt x="6827" y="16802"/>
                    <a:pt x="7621" y="15737"/>
                  </a:cubicBezTo>
                  <a:cubicBezTo>
                    <a:pt x="8252" y="14868"/>
                    <a:pt x="8537" y="13796"/>
                    <a:pt x="8418" y="12724"/>
                  </a:cubicBezTo>
                  <a:cubicBezTo>
                    <a:pt x="9085" y="12439"/>
                    <a:pt x="9704" y="12058"/>
                    <a:pt x="10240" y="11570"/>
                  </a:cubicBezTo>
                  <a:cubicBezTo>
                    <a:pt x="11407" y="10522"/>
                    <a:pt x="12216" y="9034"/>
                    <a:pt x="12216" y="7450"/>
                  </a:cubicBezTo>
                  <a:cubicBezTo>
                    <a:pt x="12216" y="7331"/>
                    <a:pt x="12205" y="7212"/>
                    <a:pt x="12193" y="7093"/>
                  </a:cubicBezTo>
                  <a:cubicBezTo>
                    <a:pt x="14110" y="6581"/>
                    <a:pt x="14979" y="4331"/>
                    <a:pt x="14252" y="2545"/>
                  </a:cubicBezTo>
                  <a:cubicBezTo>
                    <a:pt x="13618" y="938"/>
                    <a:pt x="11996" y="0"/>
                    <a:pt x="10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5" name="Google Shape;1555;p36"/>
          <p:cNvGrpSpPr/>
          <p:nvPr/>
        </p:nvGrpSpPr>
        <p:grpSpPr>
          <a:xfrm rot="1640358">
            <a:off x="8295066" y="4152309"/>
            <a:ext cx="517544" cy="759725"/>
            <a:chOff x="5498600" y="3949025"/>
            <a:chExt cx="405125" cy="594700"/>
          </a:xfrm>
        </p:grpSpPr>
        <p:sp>
          <p:nvSpPr>
            <p:cNvPr id="1556" name="Google Shape;1556;p36"/>
            <p:cNvSpPr/>
            <p:nvPr/>
          </p:nvSpPr>
          <p:spPr>
            <a:xfrm>
              <a:off x="5582825" y="4045850"/>
              <a:ext cx="99150" cy="150950"/>
            </a:xfrm>
            <a:custGeom>
              <a:avLst/>
              <a:gdLst/>
              <a:ahLst/>
              <a:cxnLst/>
              <a:rect l="l" t="t" r="r" b="b"/>
              <a:pathLst>
                <a:path w="3966" h="6038" extrusionOk="0">
                  <a:moveTo>
                    <a:pt x="1088" y="1"/>
                  </a:moveTo>
                  <a:cubicBezTo>
                    <a:pt x="1063" y="1"/>
                    <a:pt x="1038" y="5"/>
                    <a:pt x="1013" y="13"/>
                  </a:cubicBezTo>
                  <a:cubicBezTo>
                    <a:pt x="846" y="37"/>
                    <a:pt x="691" y="84"/>
                    <a:pt x="536" y="144"/>
                  </a:cubicBezTo>
                  <a:cubicBezTo>
                    <a:pt x="358" y="204"/>
                    <a:pt x="179" y="275"/>
                    <a:pt x="1" y="346"/>
                  </a:cubicBezTo>
                  <a:cubicBezTo>
                    <a:pt x="310" y="680"/>
                    <a:pt x="608" y="1025"/>
                    <a:pt x="882" y="1394"/>
                  </a:cubicBezTo>
                  <a:cubicBezTo>
                    <a:pt x="1441" y="2120"/>
                    <a:pt x="1953" y="2894"/>
                    <a:pt x="2394" y="3692"/>
                  </a:cubicBezTo>
                  <a:cubicBezTo>
                    <a:pt x="2834" y="4430"/>
                    <a:pt x="3203" y="5228"/>
                    <a:pt x="3477" y="6038"/>
                  </a:cubicBezTo>
                  <a:lnTo>
                    <a:pt x="3584" y="6014"/>
                  </a:lnTo>
                  <a:cubicBezTo>
                    <a:pt x="3715" y="5966"/>
                    <a:pt x="3846" y="5907"/>
                    <a:pt x="3965" y="5847"/>
                  </a:cubicBezTo>
                  <a:lnTo>
                    <a:pt x="3227" y="4275"/>
                  </a:lnTo>
                  <a:cubicBezTo>
                    <a:pt x="2775" y="3323"/>
                    <a:pt x="2322" y="2359"/>
                    <a:pt x="1882" y="1394"/>
                  </a:cubicBezTo>
                  <a:cubicBezTo>
                    <a:pt x="1775" y="1156"/>
                    <a:pt x="1668" y="918"/>
                    <a:pt x="1560" y="680"/>
                  </a:cubicBezTo>
                  <a:lnTo>
                    <a:pt x="1382" y="287"/>
                  </a:lnTo>
                  <a:cubicBezTo>
                    <a:pt x="1358" y="192"/>
                    <a:pt x="1298" y="96"/>
                    <a:pt x="1215" y="37"/>
                  </a:cubicBezTo>
                  <a:cubicBezTo>
                    <a:pt x="1177" y="14"/>
                    <a:pt x="1133" y="1"/>
                    <a:pt x="108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36"/>
            <p:cNvSpPr/>
            <p:nvPr/>
          </p:nvSpPr>
          <p:spPr>
            <a:xfrm>
              <a:off x="5673025" y="3959550"/>
              <a:ext cx="116400" cy="226250"/>
            </a:xfrm>
            <a:custGeom>
              <a:avLst/>
              <a:gdLst/>
              <a:ahLst/>
              <a:cxnLst/>
              <a:rect l="l" t="t" r="r" b="b"/>
              <a:pathLst>
                <a:path w="4656" h="9050" extrusionOk="0">
                  <a:moveTo>
                    <a:pt x="4656" y="0"/>
                  </a:moveTo>
                  <a:lnTo>
                    <a:pt x="4656" y="0"/>
                  </a:lnTo>
                  <a:cubicBezTo>
                    <a:pt x="3917" y="286"/>
                    <a:pt x="3203" y="655"/>
                    <a:pt x="2536" y="1096"/>
                  </a:cubicBezTo>
                  <a:cubicBezTo>
                    <a:pt x="1346" y="1929"/>
                    <a:pt x="369" y="3144"/>
                    <a:pt x="119" y="4596"/>
                  </a:cubicBezTo>
                  <a:cubicBezTo>
                    <a:pt x="0" y="5370"/>
                    <a:pt x="12" y="6144"/>
                    <a:pt x="167" y="6906"/>
                  </a:cubicBezTo>
                  <a:cubicBezTo>
                    <a:pt x="226" y="7299"/>
                    <a:pt x="322" y="7680"/>
                    <a:pt x="417" y="8061"/>
                  </a:cubicBezTo>
                  <a:cubicBezTo>
                    <a:pt x="441" y="8144"/>
                    <a:pt x="465" y="8239"/>
                    <a:pt x="476" y="8323"/>
                  </a:cubicBezTo>
                  <a:cubicBezTo>
                    <a:pt x="500" y="8263"/>
                    <a:pt x="512" y="8180"/>
                    <a:pt x="524" y="8108"/>
                  </a:cubicBezTo>
                  <a:cubicBezTo>
                    <a:pt x="560" y="7847"/>
                    <a:pt x="607" y="7596"/>
                    <a:pt x="655" y="7335"/>
                  </a:cubicBezTo>
                  <a:cubicBezTo>
                    <a:pt x="1036" y="5561"/>
                    <a:pt x="1762" y="3894"/>
                    <a:pt x="2822" y="2417"/>
                  </a:cubicBezTo>
                  <a:cubicBezTo>
                    <a:pt x="2829" y="2411"/>
                    <a:pt x="2837" y="2408"/>
                    <a:pt x="2845" y="2408"/>
                  </a:cubicBezTo>
                  <a:cubicBezTo>
                    <a:pt x="2867" y="2408"/>
                    <a:pt x="2887" y="2427"/>
                    <a:pt x="2870" y="2453"/>
                  </a:cubicBezTo>
                  <a:cubicBezTo>
                    <a:pt x="2584" y="2870"/>
                    <a:pt x="2322" y="3310"/>
                    <a:pt x="2084" y="3763"/>
                  </a:cubicBezTo>
                  <a:cubicBezTo>
                    <a:pt x="1667" y="4548"/>
                    <a:pt x="1346" y="5394"/>
                    <a:pt x="1119" y="6263"/>
                  </a:cubicBezTo>
                  <a:cubicBezTo>
                    <a:pt x="1012" y="6704"/>
                    <a:pt x="929" y="7144"/>
                    <a:pt x="857" y="7585"/>
                  </a:cubicBezTo>
                  <a:cubicBezTo>
                    <a:pt x="834" y="7811"/>
                    <a:pt x="798" y="8037"/>
                    <a:pt x="786" y="8263"/>
                  </a:cubicBezTo>
                  <a:cubicBezTo>
                    <a:pt x="798" y="8478"/>
                    <a:pt x="786" y="8692"/>
                    <a:pt x="738" y="8906"/>
                  </a:cubicBezTo>
                  <a:cubicBezTo>
                    <a:pt x="727" y="8954"/>
                    <a:pt x="691" y="8990"/>
                    <a:pt x="643" y="9001"/>
                  </a:cubicBezTo>
                  <a:lnTo>
                    <a:pt x="667" y="9049"/>
                  </a:lnTo>
                  <a:cubicBezTo>
                    <a:pt x="1131" y="8668"/>
                    <a:pt x="1548" y="8228"/>
                    <a:pt x="1893" y="7739"/>
                  </a:cubicBezTo>
                  <a:cubicBezTo>
                    <a:pt x="2667" y="6632"/>
                    <a:pt x="3179" y="5394"/>
                    <a:pt x="3548" y="4108"/>
                  </a:cubicBezTo>
                  <a:cubicBezTo>
                    <a:pt x="3763" y="3358"/>
                    <a:pt x="3953" y="2620"/>
                    <a:pt x="4132" y="1870"/>
                  </a:cubicBezTo>
                  <a:cubicBezTo>
                    <a:pt x="4298" y="1250"/>
                    <a:pt x="4465" y="619"/>
                    <a:pt x="4656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36"/>
            <p:cNvSpPr/>
            <p:nvPr/>
          </p:nvSpPr>
          <p:spPr>
            <a:xfrm>
              <a:off x="5498600" y="4144075"/>
              <a:ext cx="393525" cy="389700"/>
            </a:xfrm>
            <a:custGeom>
              <a:avLst/>
              <a:gdLst/>
              <a:ahLst/>
              <a:cxnLst/>
              <a:rect l="l" t="t" r="r" b="b"/>
              <a:pathLst>
                <a:path w="15741" h="15588" extrusionOk="0">
                  <a:moveTo>
                    <a:pt x="10197" y="1"/>
                  </a:moveTo>
                  <a:cubicBezTo>
                    <a:pt x="9971" y="1"/>
                    <a:pt x="9742" y="31"/>
                    <a:pt x="9513" y="96"/>
                  </a:cubicBezTo>
                  <a:cubicBezTo>
                    <a:pt x="9489" y="96"/>
                    <a:pt x="9478" y="108"/>
                    <a:pt x="9454" y="108"/>
                  </a:cubicBezTo>
                  <a:cubicBezTo>
                    <a:pt x="9370" y="251"/>
                    <a:pt x="9263" y="406"/>
                    <a:pt x="9156" y="549"/>
                  </a:cubicBezTo>
                  <a:cubicBezTo>
                    <a:pt x="9299" y="561"/>
                    <a:pt x="9370" y="716"/>
                    <a:pt x="9287" y="835"/>
                  </a:cubicBezTo>
                  <a:cubicBezTo>
                    <a:pt x="8727" y="1609"/>
                    <a:pt x="7930" y="2180"/>
                    <a:pt x="7013" y="2454"/>
                  </a:cubicBezTo>
                  <a:cubicBezTo>
                    <a:pt x="6646" y="2570"/>
                    <a:pt x="6264" y="2631"/>
                    <a:pt x="5885" y="2631"/>
                  </a:cubicBezTo>
                  <a:cubicBezTo>
                    <a:pt x="5797" y="2631"/>
                    <a:pt x="5708" y="2627"/>
                    <a:pt x="5620" y="2621"/>
                  </a:cubicBezTo>
                  <a:cubicBezTo>
                    <a:pt x="5406" y="2609"/>
                    <a:pt x="5191" y="2561"/>
                    <a:pt x="4989" y="2490"/>
                  </a:cubicBezTo>
                  <a:cubicBezTo>
                    <a:pt x="4786" y="2406"/>
                    <a:pt x="4608" y="2275"/>
                    <a:pt x="4441" y="2120"/>
                  </a:cubicBezTo>
                  <a:cubicBezTo>
                    <a:pt x="4423" y="2102"/>
                    <a:pt x="4440" y="2062"/>
                    <a:pt x="4460" y="2062"/>
                  </a:cubicBezTo>
                  <a:cubicBezTo>
                    <a:pt x="4466" y="2062"/>
                    <a:pt x="4472" y="2065"/>
                    <a:pt x="4477" y="2073"/>
                  </a:cubicBezTo>
                  <a:cubicBezTo>
                    <a:pt x="4758" y="2292"/>
                    <a:pt x="5204" y="2337"/>
                    <a:pt x="5566" y="2337"/>
                  </a:cubicBezTo>
                  <a:cubicBezTo>
                    <a:pt x="5617" y="2337"/>
                    <a:pt x="5668" y="2336"/>
                    <a:pt x="5715" y="2335"/>
                  </a:cubicBezTo>
                  <a:cubicBezTo>
                    <a:pt x="6025" y="2311"/>
                    <a:pt x="6334" y="2263"/>
                    <a:pt x="6632" y="2180"/>
                  </a:cubicBezTo>
                  <a:cubicBezTo>
                    <a:pt x="6406" y="1775"/>
                    <a:pt x="6215" y="1347"/>
                    <a:pt x="6013" y="930"/>
                  </a:cubicBezTo>
                  <a:cubicBezTo>
                    <a:pt x="5953" y="906"/>
                    <a:pt x="5894" y="894"/>
                    <a:pt x="5834" y="882"/>
                  </a:cubicBezTo>
                  <a:cubicBezTo>
                    <a:pt x="5573" y="816"/>
                    <a:pt x="5307" y="783"/>
                    <a:pt x="5041" y="783"/>
                  </a:cubicBezTo>
                  <a:cubicBezTo>
                    <a:pt x="4542" y="783"/>
                    <a:pt x="4046" y="899"/>
                    <a:pt x="3596" y="1132"/>
                  </a:cubicBezTo>
                  <a:cubicBezTo>
                    <a:pt x="2786" y="1501"/>
                    <a:pt x="2167" y="2192"/>
                    <a:pt x="1715" y="2942"/>
                  </a:cubicBezTo>
                  <a:cubicBezTo>
                    <a:pt x="0" y="5752"/>
                    <a:pt x="298" y="9443"/>
                    <a:pt x="2131" y="12122"/>
                  </a:cubicBezTo>
                  <a:cubicBezTo>
                    <a:pt x="2572" y="12765"/>
                    <a:pt x="3096" y="13372"/>
                    <a:pt x="3691" y="13896"/>
                  </a:cubicBezTo>
                  <a:cubicBezTo>
                    <a:pt x="4286" y="14432"/>
                    <a:pt x="4953" y="14884"/>
                    <a:pt x="5679" y="15229"/>
                  </a:cubicBezTo>
                  <a:cubicBezTo>
                    <a:pt x="6131" y="15432"/>
                    <a:pt x="6639" y="15588"/>
                    <a:pt x="7141" y="15588"/>
                  </a:cubicBezTo>
                  <a:cubicBezTo>
                    <a:pt x="7434" y="15588"/>
                    <a:pt x="7725" y="15535"/>
                    <a:pt x="8001" y="15408"/>
                  </a:cubicBezTo>
                  <a:cubicBezTo>
                    <a:pt x="8704" y="15074"/>
                    <a:pt x="9156" y="14384"/>
                    <a:pt x="9513" y="13729"/>
                  </a:cubicBezTo>
                  <a:cubicBezTo>
                    <a:pt x="9551" y="13678"/>
                    <a:pt x="9613" y="13651"/>
                    <a:pt x="9673" y="13651"/>
                  </a:cubicBezTo>
                  <a:cubicBezTo>
                    <a:pt x="9726" y="13651"/>
                    <a:pt x="9777" y="13672"/>
                    <a:pt x="9811" y="13717"/>
                  </a:cubicBezTo>
                  <a:cubicBezTo>
                    <a:pt x="10192" y="14253"/>
                    <a:pt x="10835" y="14515"/>
                    <a:pt x="11478" y="14539"/>
                  </a:cubicBezTo>
                  <a:cubicBezTo>
                    <a:pt x="11511" y="14540"/>
                    <a:pt x="11544" y="14540"/>
                    <a:pt x="11577" y="14540"/>
                  </a:cubicBezTo>
                  <a:cubicBezTo>
                    <a:pt x="12232" y="14540"/>
                    <a:pt x="12861" y="14316"/>
                    <a:pt x="13371" y="13908"/>
                  </a:cubicBezTo>
                  <a:cubicBezTo>
                    <a:pt x="14490" y="13038"/>
                    <a:pt x="15062" y="11562"/>
                    <a:pt x="15371" y="10205"/>
                  </a:cubicBezTo>
                  <a:cubicBezTo>
                    <a:pt x="15740" y="8657"/>
                    <a:pt x="15728" y="7038"/>
                    <a:pt x="15335" y="5502"/>
                  </a:cubicBezTo>
                  <a:cubicBezTo>
                    <a:pt x="14954" y="4014"/>
                    <a:pt x="14204" y="2656"/>
                    <a:pt x="13145" y="1549"/>
                  </a:cubicBezTo>
                  <a:cubicBezTo>
                    <a:pt x="12391" y="746"/>
                    <a:pt x="11324" y="1"/>
                    <a:pt x="1019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36"/>
            <p:cNvSpPr/>
            <p:nvPr/>
          </p:nvSpPr>
          <p:spPr>
            <a:xfrm>
              <a:off x="5498600" y="3949025"/>
              <a:ext cx="405125" cy="594700"/>
            </a:xfrm>
            <a:custGeom>
              <a:avLst/>
              <a:gdLst/>
              <a:ahLst/>
              <a:cxnLst/>
              <a:rect l="l" t="t" r="r" b="b"/>
              <a:pathLst>
                <a:path w="16205" h="23788" extrusionOk="0">
                  <a:moveTo>
                    <a:pt x="11633" y="421"/>
                  </a:moveTo>
                  <a:lnTo>
                    <a:pt x="11633" y="421"/>
                  </a:lnTo>
                  <a:cubicBezTo>
                    <a:pt x="11442" y="1040"/>
                    <a:pt x="11263" y="1671"/>
                    <a:pt x="11109" y="2291"/>
                  </a:cubicBezTo>
                  <a:cubicBezTo>
                    <a:pt x="10918" y="3041"/>
                    <a:pt x="10740" y="3791"/>
                    <a:pt x="10525" y="4529"/>
                  </a:cubicBezTo>
                  <a:cubicBezTo>
                    <a:pt x="10144" y="5815"/>
                    <a:pt x="9644" y="7065"/>
                    <a:pt x="8870" y="8160"/>
                  </a:cubicBezTo>
                  <a:cubicBezTo>
                    <a:pt x="8513" y="8649"/>
                    <a:pt x="8096" y="9089"/>
                    <a:pt x="7632" y="9470"/>
                  </a:cubicBezTo>
                  <a:lnTo>
                    <a:pt x="7608" y="9422"/>
                  </a:lnTo>
                  <a:cubicBezTo>
                    <a:pt x="7656" y="9411"/>
                    <a:pt x="7704" y="9375"/>
                    <a:pt x="7715" y="9327"/>
                  </a:cubicBezTo>
                  <a:cubicBezTo>
                    <a:pt x="7751" y="9113"/>
                    <a:pt x="7775" y="8899"/>
                    <a:pt x="7763" y="8684"/>
                  </a:cubicBezTo>
                  <a:cubicBezTo>
                    <a:pt x="7775" y="8446"/>
                    <a:pt x="7799" y="8232"/>
                    <a:pt x="7834" y="8006"/>
                  </a:cubicBezTo>
                  <a:cubicBezTo>
                    <a:pt x="7894" y="7565"/>
                    <a:pt x="7989" y="7125"/>
                    <a:pt x="8096" y="6684"/>
                  </a:cubicBezTo>
                  <a:cubicBezTo>
                    <a:pt x="8323" y="5815"/>
                    <a:pt x="8644" y="4981"/>
                    <a:pt x="9061" y="4184"/>
                  </a:cubicBezTo>
                  <a:cubicBezTo>
                    <a:pt x="9299" y="3731"/>
                    <a:pt x="9561" y="3291"/>
                    <a:pt x="9847" y="2874"/>
                  </a:cubicBezTo>
                  <a:cubicBezTo>
                    <a:pt x="9855" y="2848"/>
                    <a:pt x="9839" y="2829"/>
                    <a:pt x="9816" y="2829"/>
                  </a:cubicBezTo>
                  <a:cubicBezTo>
                    <a:pt x="9807" y="2829"/>
                    <a:pt x="9797" y="2832"/>
                    <a:pt x="9787" y="2838"/>
                  </a:cubicBezTo>
                  <a:cubicBezTo>
                    <a:pt x="8739" y="4315"/>
                    <a:pt x="8001" y="5993"/>
                    <a:pt x="7632" y="7756"/>
                  </a:cubicBezTo>
                  <a:cubicBezTo>
                    <a:pt x="7584" y="8017"/>
                    <a:pt x="7537" y="8268"/>
                    <a:pt x="7501" y="8529"/>
                  </a:cubicBezTo>
                  <a:cubicBezTo>
                    <a:pt x="7489" y="8601"/>
                    <a:pt x="7465" y="8672"/>
                    <a:pt x="7453" y="8744"/>
                  </a:cubicBezTo>
                  <a:cubicBezTo>
                    <a:pt x="7430" y="8660"/>
                    <a:pt x="7418" y="8565"/>
                    <a:pt x="7394" y="8482"/>
                  </a:cubicBezTo>
                  <a:cubicBezTo>
                    <a:pt x="7287" y="8101"/>
                    <a:pt x="7203" y="7720"/>
                    <a:pt x="7132" y="7327"/>
                  </a:cubicBezTo>
                  <a:cubicBezTo>
                    <a:pt x="6989" y="6565"/>
                    <a:pt x="6977" y="5791"/>
                    <a:pt x="7084" y="5017"/>
                  </a:cubicBezTo>
                  <a:cubicBezTo>
                    <a:pt x="7346" y="3565"/>
                    <a:pt x="8323" y="2350"/>
                    <a:pt x="9513" y="1517"/>
                  </a:cubicBezTo>
                  <a:cubicBezTo>
                    <a:pt x="10180" y="1076"/>
                    <a:pt x="10882" y="707"/>
                    <a:pt x="11633" y="421"/>
                  </a:cubicBezTo>
                  <a:close/>
                  <a:moveTo>
                    <a:pt x="11870" y="1"/>
                  </a:moveTo>
                  <a:cubicBezTo>
                    <a:pt x="11847" y="1"/>
                    <a:pt x="11823" y="6"/>
                    <a:pt x="11799" y="16"/>
                  </a:cubicBezTo>
                  <a:cubicBezTo>
                    <a:pt x="10299" y="540"/>
                    <a:pt x="8823" y="1398"/>
                    <a:pt x="7823" y="2660"/>
                  </a:cubicBezTo>
                  <a:cubicBezTo>
                    <a:pt x="7358" y="3243"/>
                    <a:pt x="7025" y="3922"/>
                    <a:pt x="6834" y="4636"/>
                  </a:cubicBezTo>
                  <a:cubicBezTo>
                    <a:pt x="6656" y="5422"/>
                    <a:pt x="6632" y="6232"/>
                    <a:pt x="6763" y="7017"/>
                  </a:cubicBezTo>
                  <a:cubicBezTo>
                    <a:pt x="6811" y="7410"/>
                    <a:pt x="6894" y="7779"/>
                    <a:pt x="6989" y="8160"/>
                  </a:cubicBezTo>
                  <a:cubicBezTo>
                    <a:pt x="6727" y="7601"/>
                    <a:pt x="6465" y="7065"/>
                    <a:pt x="6203" y="6517"/>
                  </a:cubicBezTo>
                  <a:cubicBezTo>
                    <a:pt x="5965" y="6005"/>
                    <a:pt x="5703" y="5505"/>
                    <a:pt x="5453" y="4993"/>
                  </a:cubicBezTo>
                  <a:cubicBezTo>
                    <a:pt x="5322" y="4731"/>
                    <a:pt x="5203" y="4469"/>
                    <a:pt x="5060" y="4207"/>
                  </a:cubicBezTo>
                  <a:cubicBezTo>
                    <a:pt x="4965" y="4029"/>
                    <a:pt x="4882" y="3803"/>
                    <a:pt x="4691" y="3696"/>
                  </a:cubicBezTo>
                  <a:cubicBezTo>
                    <a:pt x="4618" y="3655"/>
                    <a:pt x="4539" y="3636"/>
                    <a:pt x="4459" y="3636"/>
                  </a:cubicBezTo>
                  <a:cubicBezTo>
                    <a:pt x="4421" y="3636"/>
                    <a:pt x="4384" y="3640"/>
                    <a:pt x="4346" y="3648"/>
                  </a:cubicBezTo>
                  <a:lnTo>
                    <a:pt x="4370" y="3874"/>
                  </a:lnTo>
                  <a:cubicBezTo>
                    <a:pt x="4388" y="3871"/>
                    <a:pt x="4406" y="3870"/>
                    <a:pt x="4425" y="3870"/>
                  </a:cubicBezTo>
                  <a:cubicBezTo>
                    <a:pt x="4481" y="3870"/>
                    <a:pt x="4539" y="3883"/>
                    <a:pt x="4584" y="3910"/>
                  </a:cubicBezTo>
                  <a:cubicBezTo>
                    <a:pt x="4667" y="3969"/>
                    <a:pt x="4727" y="4065"/>
                    <a:pt x="4751" y="4160"/>
                  </a:cubicBezTo>
                  <a:lnTo>
                    <a:pt x="4917" y="4553"/>
                  </a:lnTo>
                  <a:cubicBezTo>
                    <a:pt x="5025" y="4791"/>
                    <a:pt x="5144" y="5029"/>
                    <a:pt x="5251" y="5267"/>
                  </a:cubicBezTo>
                  <a:cubicBezTo>
                    <a:pt x="5691" y="6232"/>
                    <a:pt x="6144" y="7184"/>
                    <a:pt x="6596" y="8148"/>
                  </a:cubicBezTo>
                  <a:lnTo>
                    <a:pt x="7334" y="9720"/>
                  </a:lnTo>
                  <a:cubicBezTo>
                    <a:pt x="7215" y="9780"/>
                    <a:pt x="7084" y="9839"/>
                    <a:pt x="6953" y="9887"/>
                  </a:cubicBezTo>
                  <a:lnTo>
                    <a:pt x="6846" y="9911"/>
                  </a:lnTo>
                  <a:lnTo>
                    <a:pt x="6632" y="9982"/>
                  </a:lnTo>
                  <a:cubicBezTo>
                    <a:pt x="6334" y="10065"/>
                    <a:pt x="6025" y="10113"/>
                    <a:pt x="5715" y="10125"/>
                  </a:cubicBezTo>
                  <a:cubicBezTo>
                    <a:pt x="5652" y="10129"/>
                    <a:pt x="5585" y="10131"/>
                    <a:pt x="5516" y="10131"/>
                  </a:cubicBezTo>
                  <a:cubicBezTo>
                    <a:pt x="5164" y="10131"/>
                    <a:pt x="4747" y="10072"/>
                    <a:pt x="4489" y="9863"/>
                  </a:cubicBezTo>
                  <a:cubicBezTo>
                    <a:pt x="4482" y="9858"/>
                    <a:pt x="4475" y="9856"/>
                    <a:pt x="4469" y="9856"/>
                  </a:cubicBezTo>
                  <a:cubicBezTo>
                    <a:pt x="4442" y="9856"/>
                    <a:pt x="4424" y="9891"/>
                    <a:pt x="4453" y="9911"/>
                  </a:cubicBezTo>
                  <a:cubicBezTo>
                    <a:pt x="4608" y="10077"/>
                    <a:pt x="4798" y="10196"/>
                    <a:pt x="5001" y="10292"/>
                  </a:cubicBezTo>
                  <a:cubicBezTo>
                    <a:pt x="5203" y="10363"/>
                    <a:pt x="5406" y="10411"/>
                    <a:pt x="5620" y="10423"/>
                  </a:cubicBezTo>
                  <a:cubicBezTo>
                    <a:pt x="5688" y="10426"/>
                    <a:pt x="5756" y="10428"/>
                    <a:pt x="5824" y="10428"/>
                  </a:cubicBezTo>
                  <a:cubicBezTo>
                    <a:pt x="6232" y="10428"/>
                    <a:pt x="6637" y="10366"/>
                    <a:pt x="7025" y="10244"/>
                  </a:cubicBezTo>
                  <a:cubicBezTo>
                    <a:pt x="7942" y="9970"/>
                    <a:pt x="8739" y="9399"/>
                    <a:pt x="9299" y="8625"/>
                  </a:cubicBezTo>
                  <a:cubicBezTo>
                    <a:pt x="9382" y="8506"/>
                    <a:pt x="9311" y="8351"/>
                    <a:pt x="9168" y="8339"/>
                  </a:cubicBezTo>
                  <a:cubicBezTo>
                    <a:pt x="9263" y="8196"/>
                    <a:pt x="9370" y="8041"/>
                    <a:pt x="9466" y="7898"/>
                  </a:cubicBezTo>
                  <a:cubicBezTo>
                    <a:pt x="9478" y="7898"/>
                    <a:pt x="9501" y="7887"/>
                    <a:pt x="9513" y="7887"/>
                  </a:cubicBezTo>
                  <a:cubicBezTo>
                    <a:pt x="9745" y="7821"/>
                    <a:pt x="9975" y="7791"/>
                    <a:pt x="10203" y="7791"/>
                  </a:cubicBezTo>
                  <a:cubicBezTo>
                    <a:pt x="11336" y="7791"/>
                    <a:pt x="12403" y="8534"/>
                    <a:pt x="13157" y="9327"/>
                  </a:cubicBezTo>
                  <a:cubicBezTo>
                    <a:pt x="14204" y="10446"/>
                    <a:pt x="14954" y="11816"/>
                    <a:pt x="15335" y="13304"/>
                  </a:cubicBezTo>
                  <a:cubicBezTo>
                    <a:pt x="15728" y="14840"/>
                    <a:pt x="15740" y="16459"/>
                    <a:pt x="15371" y="18007"/>
                  </a:cubicBezTo>
                  <a:cubicBezTo>
                    <a:pt x="15062" y="19364"/>
                    <a:pt x="14490" y="20829"/>
                    <a:pt x="13371" y="21710"/>
                  </a:cubicBezTo>
                  <a:cubicBezTo>
                    <a:pt x="12861" y="22118"/>
                    <a:pt x="12232" y="22342"/>
                    <a:pt x="11577" y="22342"/>
                  </a:cubicBezTo>
                  <a:cubicBezTo>
                    <a:pt x="11544" y="22342"/>
                    <a:pt x="11511" y="22342"/>
                    <a:pt x="11478" y="22341"/>
                  </a:cubicBezTo>
                  <a:cubicBezTo>
                    <a:pt x="10835" y="22317"/>
                    <a:pt x="10192" y="22055"/>
                    <a:pt x="9811" y="21519"/>
                  </a:cubicBezTo>
                  <a:cubicBezTo>
                    <a:pt x="9776" y="21473"/>
                    <a:pt x="9722" y="21449"/>
                    <a:pt x="9667" y="21449"/>
                  </a:cubicBezTo>
                  <a:cubicBezTo>
                    <a:pt x="9609" y="21449"/>
                    <a:pt x="9550" y="21476"/>
                    <a:pt x="9513" y="21531"/>
                  </a:cubicBezTo>
                  <a:cubicBezTo>
                    <a:pt x="9156" y="22186"/>
                    <a:pt x="8704" y="22876"/>
                    <a:pt x="8001" y="23198"/>
                  </a:cubicBezTo>
                  <a:cubicBezTo>
                    <a:pt x="7720" y="23332"/>
                    <a:pt x="7425" y="23387"/>
                    <a:pt x="7127" y="23387"/>
                  </a:cubicBezTo>
                  <a:cubicBezTo>
                    <a:pt x="6629" y="23387"/>
                    <a:pt x="6126" y="23232"/>
                    <a:pt x="5679" y="23031"/>
                  </a:cubicBezTo>
                  <a:cubicBezTo>
                    <a:pt x="4953" y="22686"/>
                    <a:pt x="4286" y="22234"/>
                    <a:pt x="3691" y="21698"/>
                  </a:cubicBezTo>
                  <a:cubicBezTo>
                    <a:pt x="3096" y="21162"/>
                    <a:pt x="2572" y="20567"/>
                    <a:pt x="2131" y="19912"/>
                  </a:cubicBezTo>
                  <a:cubicBezTo>
                    <a:pt x="298" y="17245"/>
                    <a:pt x="0" y="13554"/>
                    <a:pt x="1715" y="10744"/>
                  </a:cubicBezTo>
                  <a:cubicBezTo>
                    <a:pt x="2167" y="9994"/>
                    <a:pt x="2786" y="9303"/>
                    <a:pt x="3596" y="8922"/>
                  </a:cubicBezTo>
                  <a:cubicBezTo>
                    <a:pt x="4051" y="8695"/>
                    <a:pt x="4553" y="8581"/>
                    <a:pt x="5057" y="8581"/>
                  </a:cubicBezTo>
                  <a:cubicBezTo>
                    <a:pt x="5317" y="8581"/>
                    <a:pt x="5579" y="8611"/>
                    <a:pt x="5834" y="8672"/>
                  </a:cubicBezTo>
                  <a:lnTo>
                    <a:pt x="5882" y="8494"/>
                  </a:lnTo>
                  <a:cubicBezTo>
                    <a:pt x="5532" y="8358"/>
                    <a:pt x="5160" y="8288"/>
                    <a:pt x="4787" y="8288"/>
                  </a:cubicBezTo>
                  <a:cubicBezTo>
                    <a:pt x="4475" y="8288"/>
                    <a:pt x="4161" y="8337"/>
                    <a:pt x="3858" y="8434"/>
                  </a:cubicBezTo>
                  <a:cubicBezTo>
                    <a:pt x="3048" y="8672"/>
                    <a:pt x="2370" y="9232"/>
                    <a:pt x="1858" y="9875"/>
                  </a:cubicBezTo>
                  <a:cubicBezTo>
                    <a:pt x="798" y="11220"/>
                    <a:pt x="286" y="13018"/>
                    <a:pt x="262" y="14721"/>
                  </a:cubicBezTo>
                  <a:cubicBezTo>
                    <a:pt x="226" y="16447"/>
                    <a:pt x="667" y="18150"/>
                    <a:pt x="1548" y="19638"/>
                  </a:cubicBezTo>
                  <a:cubicBezTo>
                    <a:pt x="2417" y="21114"/>
                    <a:pt x="3655" y="22329"/>
                    <a:pt x="5132" y="23186"/>
                  </a:cubicBezTo>
                  <a:cubicBezTo>
                    <a:pt x="5744" y="23526"/>
                    <a:pt x="6452" y="23787"/>
                    <a:pt x="7158" y="23787"/>
                  </a:cubicBezTo>
                  <a:cubicBezTo>
                    <a:pt x="7316" y="23787"/>
                    <a:pt x="7475" y="23774"/>
                    <a:pt x="7632" y="23746"/>
                  </a:cubicBezTo>
                  <a:cubicBezTo>
                    <a:pt x="8477" y="23603"/>
                    <a:pt x="9108" y="22984"/>
                    <a:pt x="9549" y="22257"/>
                  </a:cubicBezTo>
                  <a:cubicBezTo>
                    <a:pt x="9609" y="22162"/>
                    <a:pt x="9656" y="22067"/>
                    <a:pt x="9716" y="21972"/>
                  </a:cubicBezTo>
                  <a:cubicBezTo>
                    <a:pt x="10215" y="22492"/>
                    <a:pt x="10925" y="22741"/>
                    <a:pt x="11645" y="22741"/>
                  </a:cubicBezTo>
                  <a:cubicBezTo>
                    <a:pt x="12111" y="22741"/>
                    <a:pt x="12581" y="22637"/>
                    <a:pt x="13002" y="22436"/>
                  </a:cubicBezTo>
                  <a:cubicBezTo>
                    <a:pt x="14371" y="21769"/>
                    <a:pt x="15133" y="20281"/>
                    <a:pt x="15574" y="18888"/>
                  </a:cubicBezTo>
                  <a:cubicBezTo>
                    <a:pt x="16097" y="17257"/>
                    <a:pt x="16205" y="15530"/>
                    <a:pt x="15907" y="13840"/>
                  </a:cubicBezTo>
                  <a:cubicBezTo>
                    <a:pt x="15609" y="12208"/>
                    <a:pt x="14895" y="10684"/>
                    <a:pt x="13835" y="9411"/>
                  </a:cubicBezTo>
                  <a:cubicBezTo>
                    <a:pt x="12944" y="8369"/>
                    <a:pt x="11646" y="7337"/>
                    <a:pt x="10229" y="7337"/>
                  </a:cubicBezTo>
                  <a:cubicBezTo>
                    <a:pt x="10075" y="7337"/>
                    <a:pt x="9920" y="7349"/>
                    <a:pt x="9763" y="7375"/>
                  </a:cubicBezTo>
                  <a:cubicBezTo>
                    <a:pt x="10525" y="5958"/>
                    <a:pt x="10942" y="4291"/>
                    <a:pt x="11311" y="2767"/>
                  </a:cubicBezTo>
                  <a:cubicBezTo>
                    <a:pt x="11525" y="1910"/>
                    <a:pt x="11716" y="1040"/>
                    <a:pt x="12014" y="207"/>
                  </a:cubicBezTo>
                  <a:cubicBezTo>
                    <a:pt x="12053" y="100"/>
                    <a:pt x="11972" y="1"/>
                    <a:pt x="118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36"/>
            <p:cNvSpPr/>
            <p:nvPr/>
          </p:nvSpPr>
          <p:spPr>
            <a:xfrm>
              <a:off x="5572125" y="4040200"/>
              <a:ext cx="97650" cy="158375"/>
            </a:xfrm>
            <a:custGeom>
              <a:avLst/>
              <a:gdLst/>
              <a:ahLst/>
              <a:cxnLst/>
              <a:rect l="l" t="t" r="r" b="b"/>
              <a:pathLst>
                <a:path w="3906" h="6335" extrusionOk="0">
                  <a:moveTo>
                    <a:pt x="1393" y="1"/>
                  </a:moveTo>
                  <a:cubicBezTo>
                    <a:pt x="1274" y="25"/>
                    <a:pt x="1167" y="60"/>
                    <a:pt x="1048" y="96"/>
                  </a:cubicBezTo>
                  <a:cubicBezTo>
                    <a:pt x="750" y="179"/>
                    <a:pt x="452" y="287"/>
                    <a:pt x="155" y="382"/>
                  </a:cubicBezTo>
                  <a:cubicBezTo>
                    <a:pt x="48" y="406"/>
                    <a:pt x="0" y="537"/>
                    <a:pt x="71" y="620"/>
                  </a:cubicBezTo>
                  <a:cubicBezTo>
                    <a:pt x="810" y="1501"/>
                    <a:pt x="1500" y="2430"/>
                    <a:pt x="2119" y="3406"/>
                  </a:cubicBezTo>
                  <a:cubicBezTo>
                    <a:pt x="2417" y="3882"/>
                    <a:pt x="2691" y="4359"/>
                    <a:pt x="2941" y="4847"/>
                  </a:cubicBezTo>
                  <a:lnTo>
                    <a:pt x="2893" y="5037"/>
                  </a:lnTo>
                  <a:cubicBezTo>
                    <a:pt x="2953" y="5049"/>
                    <a:pt x="3012" y="5061"/>
                    <a:pt x="3060" y="5085"/>
                  </a:cubicBezTo>
                  <a:cubicBezTo>
                    <a:pt x="3274" y="5502"/>
                    <a:pt x="3465" y="5930"/>
                    <a:pt x="3691" y="6335"/>
                  </a:cubicBezTo>
                  <a:lnTo>
                    <a:pt x="3905" y="6275"/>
                  </a:lnTo>
                  <a:cubicBezTo>
                    <a:pt x="3620" y="5454"/>
                    <a:pt x="3262" y="4656"/>
                    <a:pt x="2810" y="3918"/>
                  </a:cubicBezTo>
                  <a:cubicBezTo>
                    <a:pt x="2369" y="3120"/>
                    <a:pt x="1857" y="2346"/>
                    <a:pt x="1298" y="1620"/>
                  </a:cubicBezTo>
                  <a:cubicBezTo>
                    <a:pt x="1024" y="1251"/>
                    <a:pt x="726" y="906"/>
                    <a:pt x="417" y="572"/>
                  </a:cubicBezTo>
                  <a:cubicBezTo>
                    <a:pt x="595" y="501"/>
                    <a:pt x="774" y="430"/>
                    <a:pt x="953" y="370"/>
                  </a:cubicBezTo>
                  <a:cubicBezTo>
                    <a:pt x="1107" y="310"/>
                    <a:pt x="1262" y="263"/>
                    <a:pt x="1417" y="239"/>
                  </a:cubicBezTo>
                  <a:lnTo>
                    <a:pt x="139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37"/>
          <p:cNvSpPr txBox="1">
            <a:spLocks noGrp="1"/>
          </p:cNvSpPr>
          <p:nvPr>
            <p:ph type="title"/>
          </p:nvPr>
        </p:nvSpPr>
        <p:spPr>
          <a:xfrm>
            <a:off x="758775" y="405130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Template </a:t>
            </a:r>
            <a:r>
              <a:rPr lang="en"/>
              <a:t>with wordarts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566" name="Google Shape;1566;p37"/>
          <p:cNvSpPr txBox="1"/>
          <p:nvPr/>
        </p:nvSpPr>
        <p:spPr>
          <a:xfrm>
            <a:off x="5409400" y="1553725"/>
            <a:ext cx="2859300" cy="235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This is WordArt text.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If you want to modify it: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74320" lvl="0" indent="-213359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AutoNum type="arabicPeriod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Double click on it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74320" lvl="0" indent="-21335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AutoNum type="arabicPeriod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Type your new text in the dialog box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74320" lvl="0" indent="-21335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AutoNum type="arabicPeriod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You can change the fill color in the top menu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74320" lvl="0" indent="-21335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AutoNum type="arabicPeriod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You can also modify the stroke, its color, thickness or type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74320" lvl="0" indent="-21335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AutoNum type="arabicPeriod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Press Enter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67" name="Google Shape;1567;p37"/>
          <p:cNvSpPr/>
          <p:nvPr/>
        </p:nvSpPr>
        <p:spPr>
          <a:xfrm>
            <a:off x="875299" y="2321350"/>
            <a:ext cx="3512875" cy="68162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 w="19050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accent2"/>
                </a:solidFill>
                <a:latin typeface="Viga"/>
              </a:rPr>
              <a:t>Wordarts</a:t>
            </a:r>
          </a:p>
        </p:txBody>
      </p:sp>
      <p:sp>
        <p:nvSpPr>
          <p:cNvPr id="1568" name="Google Shape;1568;p37"/>
          <p:cNvSpPr/>
          <p:nvPr/>
        </p:nvSpPr>
        <p:spPr>
          <a:xfrm rot="5736429">
            <a:off x="8485704" y="159844"/>
            <a:ext cx="233371" cy="413799"/>
          </a:xfrm>
          <a:custGeom>
            <a:avLst/>
            <a:gdLst/>
            <a:ahLst/>
            <a:cxnLst/>
            <a:rect l="l" t="t" r="r" b="b"/>
            <a:pathLst>
              <a:path w="15538" h="27551" extrusionOk="0">
                <a:moveTo>
                  <a:pt x="8994" y="2908"/>
                </a:moveTo>
                <a:cubicBezTo>
                  <a:pt x="10071" y="2908"/>
                  <a:pt x="11146" y="3372"/>
                  <a:pt x="12216" y="4301"/>
                </a:cubicBezTo>
                <a:cubicBezTo>
                  <a:pt x="12954" y="6658"/>
                  <a:pt x="12645" y="8706"/>
                  <a:pt x="11275" y="10444"/>
                </a:cubicBezTo>
                <a:cubicBezTo>
                  <a:pt x="9656" y="13147"/>
                  <a:pt x="9537" y="16469"/>
                  <a:pt x="8346" y="19445"/>
                </a:cubicBezTo>
                <a:cubicBezTo>
                  <a:pt x="7977" y="20386"/>
                  <a:pt x="7882" y="21660"/>
                  <a:pt x="7989" y="22934"/>
                </a:cubicBezTo>
                <a:cubicBezTo>
                  <a:pt x="7906" y="22898"/>
                  <a:pt x="7811" y="22874"/>
                  <a:pt x="7715" y="22863"/>
                </a:cubicBezTo>
                <a:cubicBezTo>
                  <a:pt x="6120" y="20422"/>
                  <a:pt x="5286" y="17588"/>
                  <a:pt x="4310" y="14862"/>
                </a:cubicBezTo>
                <a:cubicBezTo>
                  <a:pt x="3215" y="11766"/>
                  <a:pt x="3120" y="8444"/>
                  <a:pt x="4584" y="5479"/>
                </a:cubicBezTo>
                <a:cubicBezTo>
                  <a:pt x="6059" y="3765"/>
                  <a:pt x="7529" y="2908"/>
                  <a:pt x="8994" y="2908"/>
                </a:cubicBezTo>
                <a:close/>
                <a:moveTo>
                  <a:pt x="8865" y="1"/>
                </a:moveTo>
                <a:cubicBezTo>
                  <a:pt x="8350" y="1"/>
                  <a:pt x="7821" y="91"/>
                  <a:pt x="7287" y="288"/>
                </a:cubicBezTo>
                <a:cubicBezTo>
                  <a:pt x="2250" y="2158"/>
                  <a:pt x="0" y="7218"/>
                  <a:pt x="1072" y="12421"/>
                </a:cubicBezTo>
                <a:cubicBezTo>
                  <a:pt x="1988" y="16862"/>
                  <a:pt x="3215" y="22791"/>
                  <a:pt x="7215" y="25625"/>
                </a:cubicBezTo>
                <a:cubicBezTo>
                  <a:pt x="7692" y="26530"/>
                  <a:pt x="8525" y="27042"/>
                  <a:pt x="9906" y="27494"/>
                </a:cubicBezTo>
                <a:cubicBezTo>
                  <a:pt x="10024" y="27532"/>
                  <a:pt x="10139" y="27550"/>
                  <a:pt x="10251" y="27550"/>
                </a:cubicBezTo>
                <a:cubicBezTo>
                  <a:pt x="11114" y="27550"/>
                  <a:pt x="11750" y="26499"/>
                  <a:pt x="11275" y="25708"/>
                </a:cubicBezTo>
                <a:cubicBezTo>
                  <a:pt x="9466" y="22708"/>
                  <a:pt x="11561" y="18457"/>
                  <a:pt x="12585" y="15540"/>
                </a:cubicBezTo>
                <a:cubicBezTo>
                  <a:pt x="13216" y="13742"/>
                  <a:pt x="13287" y="12064"/>
                  <a:pt x="14311" y="10325"/>
                </a:cubicBezTo>
                <a:cubicBezTo>
                  <a:pt x="14776" y="9539"/>
                  <a:pt x="15538" y="7837"/>
                  <a:pt x="15442" y="6896"/>
                </a:cubicBezTo>
                <a:cubicBezTo>
                  <a:pt x="15153" y="3998"/>
                  <a:pt x="12297" y="1"/>
                  <a:pt x="886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9" name="Google Shape;1569;p37"/>
          <p:cNvSpPr/>
          <p:nvPr/>
        </p:nvSpPr>
        <p:spPr>
          <a:xfrm rot="-3313661">
            <a:off x="1125852" y="4269572"/>
            <a:ext cx="236489" cy="403711"/>
          </a:xfrm>
          <a:custGeom>
            <a:avLst/>
            <a:gdLst/>
            <a:ahLst/>
            <a:cxnLst/>
            <a:rect l="l" t="t" r="r" b="b"/>
            <a:pathLst>
              <a:path w="19003" h="32440" extrusionOk="0">
                <a:moveTo>
                  <a:pt x="13207" y="2777"/>
                </a:moveTo>
                <a:cubicBezTo>
                  <a:pt x="13954" y="2777"/>
                  <a:pt x="14675" y="3347"/>
                  <a:pt x="15264" y="4842"/>
                </a:cubicBezTo>
                <a:cubicBezTo>
                  <a:pt x="16490" y="7925"/>
                  <a:pt x="14788" y="10878"/>
                  <a:pt x="13633" y="13664"/>
                </a:cubicBezTo>
                <a:cubicBezTo>
                  <a:pt x="12144" y="17224"/>
                  <a:pt x="11025" y="20391"/>
                  <a:pt x="10668" y="23808"/>
                </a:cubicBezTo>
                <a:cubicBezTo>
                  <a:pt x="10513" y="23558"/>
                  <a:pt x="10370" y="23308"/>
                  <a:pt x="10239" y="23070"/>
                </a:cubicBezTo>
                <a:cubicBezTo>
                  <a:pt x="8025" y="18963"/>
                  <a:pt x="7906" y="12974"/>
                  <a:pt x="8632" y="8426"/>
                </a:cubicBezTo>
                <a:cubicBezTo>
                  <a:pt x="8816" y="7250"/>
                  <a:pt x="11115" y="2777"/>
                  <a:pt x="13207" y="2777"/>
                </a:cubicBezTo>
                <a:close/>
                <a:moveTo>
                  <a:pt x="13026" y="0"/>
                </a:moveTo>
                <a:cubicBezTo>
                  <a:pt x="11652" y="0"/>
                  <a:pt x="10156" y="529"/>
                  <a:pt x="8692" y="1651"/>
                </a:cubicBezTo>
                <a:cubicBezTo>
                  <a:pt x="0" y="8295"/>
                  <a:pt x="7644" y="25951"/>
                  <a:pt x="12680" y="32190"/>
                </a:cubicBezTo>
                <a:cubicBezTo>
                  <a:pt x="12821" y="32367"/>
                  <a:pt x="12991" y="32440"/>
                  <a:pt x="13161" y="32440"/>
                </a:cubicBezTo>
                <a:cubicBezTo>
                  <a:pt x="13554" y="32440"/>
                  <a:pt x="13948" y="32053"/>
                  <a:pt x="13990" y="31655"/>
                </a:cubicBezTo>
                <a:cubicBezTo>
                  <a:pt x="14145" y="30154"/>
                  <a:pt x="13490" y="28559"/>
                  <a:pt x="12644" y="27035"/>
                </a:cubicBezTo>
                <a:cubicBezTo>
                  <a:pt x="12204" y="22868"/>
                  <a:pt x="15609" y="16260"/>
                  <a:pt x="17014" y="13426"/>
                </a:cubicBezTo>
                <a:cubicBezTo>
                  <a:pt x="18312" y="10819"/>
                  <a:pt x="19002" y="8140"/>
                  <a:pt x="18431" y="5223"/>
                </a:cubicBezTo>
                <a:cubicBezTo>
                  <a:pt x="17769" y="1884"/>
                  <a:pt x="15617" y="0"/>
                  <a:pt x="1302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70" name="Google Shape;1570;p37"/>
          <p:cNvGrpSpPr/>
          <p:nvPr/>
        </p:nvGrpSpPr>
        <p:grpSpPr>
          <a:xfrm rot="-7921853">
            <a:off x="8083755" y="4042346"/>
            <a:ext cx="411175" cy="770118"/>
            <a:chOff x="895350" y="107900"/>
            <a:chExt cx="317050" cy="593825"/>
          </a:xfrm>
        </p:grpSpPr>
        <p:sp>
          <p:nvSpPr>
            <p:cNvPr id="1571" name="Google Shape;1571;p37"/>
            <p:cNvSpPr/>
            <p:nvPr/>
          </p:nvSpPr>
          <p:spPr>
            <a:xfrm>
              <a:off x="1059975" y="119550"/>
              <a:ext cx="136050" cy="136175"/>
            </a:xfrm>
            <a:custGeom>
              <a:avLst/>
              <a:gdLst/>
              <a:ahLst/>
              <a:cxnLst/>
              <a:rect l="l" t="t" r="r" b="b"/>
              <a:pathLst>
                <a:path w="5442" h="5447" extrusionOk="0">
                  <a:moveTo>
                    <a:pt x="2706" y="1"/>
                  </a:moveTo>
                  <a:cubicBezTo>
                    <a:pt x="2367" y="1"/>
                    <a:pt x="2028" y="72"/>
                    <a:pt x="1715" y="214"/>
                  </a:cubicBezTo>
                  <a:cubicBezTo>
                    <a:pt x="750" y="869"/>
                    <a:pt x="0" y="1857"/>
                    <a:pt x="24" y="3071"/>
                  </a:cubicBezTo>
                  <a:cubicBezTo>
                    <a:pt x="60" y="4441"/>
                    <a:pt x="1179" y="5381"/>
                    <a:pt x="2512" y="5441"/>
                  </a:cubicBezTo>
                  <a:cubicBezTo>
                    <a:pt x="2572" y="5445"/>
                    <a:pt x="2632" y="5446"/>
                    <a:pt x="2692" y="5446"/>
                  </a:cubicBezTo>
                  <a:cubicBezTo>
                    <a:pt x="3191" y="5446"/>
                    <a:pt x="3684" y="5314"/>
                    <a:pt x="4120" y="5048"/>
                  </a:cubicBezTo>
                  <a:cubicBezTo>
                    <a:pt x="4679" y="4703"/>
                    <a:pt x="4989" y="4131"/>
                    <a:pt x="5132" y="3500"/>
                  </a:cubicBezTo>
                  <a:cubicBezTo>
                    <a:pt x="5441" y="2202"/>
                    <a:pt x="4905" y="738"/>
                    <a:pt x="3631" y="190"/>
                  </a:cubicBezTo>
                  <a:cubicBezTo>
                    <a:pt x="3338" y="63"/>
                    <a:pt x="3022" y="1"/>
                    <a:pt x="2706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37"/>
            <p:cNvSpPr/>
            <p:nvPr/>
          </p:nvSpPr>
          <p:spPr>
            <a:xfrm>
              <a:off x="984650" y="553850"/>
              <a:ext cx="136650" cy="136150"/>
            </a:xfrm>
            <a:custGeom>
              <a:avLst/>
              <a:gdLst/>
              <a:ahLst/>
              <a:cxnLst/>
              <a:rect l="l" t="t" r="r" b="b"/>
              <a:pathLst>
                <a:path w="5466" h="5446" extrusionOk="0">
                  <a:moveTo>
                    <a:pt x="2720" y="0"/>
                  </a:moveTo>
                  <a:cubicBezTo>
                    <a:pt x="2380" y="0"/>
                    <a:pt x="2041" y="72"/>
                    <a:pt x="1727" y="213"/>
                  </a:cubicBezTo>
                  <a:cubicBezTo>
                    <a:pt x="763" y="868"/>
                    <a:pt x="1" y="1856"/>
                    <a:pt x="36" y="3071"/>
                  </a:cubicBezTo>
                  <a:cubicBezTo>
                    <a:pt x="72" y="4452"/>
                    <a:pt x="1191" y="5380"/>
                    <a:pt x="2513" y="5440"/>
                  </a:cubicBezTo>
                  <a:cubicBezTo>
                    <a:pt x="2574" y="5444"/>
                    <a:pt x="2635" y="5446"/>
                    <a:pt x="2696" y="5446"/>
                  </a:cubicBezTo>
                  <a:cubicBezTo>
                    <a:pt x="3204" y="5446"/>
                    <a:pt x="3696" y="5313"/>
                    <a:pt x="4132" y="5047"/>
                  </a:cubicBezTo>
                  <a:cubicBezTo>
                    <a:pt x="4692" y="4702"/>
                    <a:pt x="5001" y="4130"/>
                    <a:pt x="5144" y="3499"/>
                  </a:cubicBezTo>
                  <a:cubicBezTo>
                    <a:pt x="5466" y="2201"/>
                    <a:pt x="4930" y="737"/>
                    <a:pt x="3656" y="189"/>
                  </a:cubicBezTo>
                  <a:cubicBezTo>
                    <a:pt x="3357" y="63"/>
                    <a:pt x="3038" y="0"/>
                    <a:pt x="2720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37"/>
            <p:cNvSpPr/>
            <p:nvPr/>
          </p:nvSpPr>
          <p:spPr>
            <a:xfrm>
              <a:off x="998350" y="236800"/>
              <a:ext cx="99450" cy="100350"/>
            </a:xfrm>
            <a:custGeom>
              <a:avLst/>
              <a:gdLst/>
              <a:ahLst/>
              <a:cxnLst/>
              <a:rect l="l" t="t" r="r" b="b"/>
              <a:pathLst>
                <a:path w="3978" h="4014" extrusionOk="0">
                  <a:moveTo>
                    <a:pt x="2620" y="1"/>
                  </a:moveTo>
                  <a:cubicBezTo>
                    <a:pt x="2155" y="477"/>
                    <a:pt x="1703" y="965"/>
                    <a:pt x="1263" y="1465"/>
                  </a:cubicBezTo>
                  <a:cubicBezTo>
                    <a:pt x="1012" y="1739"/>
                    <a:pt x="762" y="2013"/>
                    <a:pt x="512" y="2287"/>
                  </a:cubicBezTo>
                  <a:cubicBezTo>
                    <a:pt x="393" y="2418"/>
                    <a:pt x="274" y="2560"/>
                    <a:pt x="143" y="2691"/>
                  </a:cubicBezTo>
                  <a:cubicBezTo>
                    <a:pt x="96" y="2739"/>
                    <a:pt x="48" y="2775"/>
                    <a:pt x="0" y="2811"/>
                  </a:cubicBezTo>
                  <a:cubicBezTo>
                    <a:pt x="179" y="2882"/>
                    <a:pt x="358" y="2953"/>
                    <a:pt x="512" y="3049"/>
                  </a:cubicBezTo>
                  <a:cubicBezTo>
                    <a:pt x="917" y="3287"/>
                    <a:pt x="1263" y="3620"/>
                    <a:pt x="1524" y="4013"/>
                  </a:cubicBezTo>
                  <a:cubicBezTo>
                    <a:pt x="1572" y="3906"/>
                    <a:pt x="1632" y="3811"/>
                    <a:pt x="1691" y="3727"/>
                  </a:cubicBezTo>
                  <a:cubicBezTo>
                    <a:pt x="1786" y="3584"/>
                    <a:pt x="1882" y="3442"/>
                    <a:pt x="1989" y="3311"/>
                  </a:cubicBezTo>
                  <a:cubicBezTo>
                    <a:pt x="2203" y="3037"/>
                    <a:pt x="2417" y="2775"/>
                    <a:pt x="2644" y="2525"/>
                  </a:cubicBezTo>
                  <a:cubicBezTo>
                    <a:pt x="3072" y="2001"/>
                    <a:pt x="3525" y="1501"/>
                    <a:pt x="3977" y="1013"/>
                  </a:cubicBezTo>
                  <a:cubicBezTo>
                    <a:pt x="3453" y="822"/>
                    <a:pt x="3001" y="489"/>
                    <a:pt x="2656" y="60"/>
                  </a:cubicBezTo>
                  <a:cubicBezTo>
                    <a:pt x="2644" y="36"/>
                    <a:pt x="2632" y="24"/>
                    <a:pt x="26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37"/>
            <p:cNvSpPr/>
            <p:nvPr/>
          </p:nvSpPr>
          <p:spPr>
            <a:xfrm>
              <a:off x="977800" y="449325"/>
              <a:ext cx="73850" cy="109575"/>
            </a:xfrm>
            <a:custGeom>
              <a:avLst/>
              <a:gdLst/>
              <a:ahLst/>
              <a:cxnLst/>
              <a:rect l="l" t="t" r="r" b="b"/>
              <a:pathLst>
                <a:path w="2954" h="4383" extrusionOk="0">
                  <a:moveTo>
                    <a:pt x="1668" y="1"/>
                  </a:moveTo>
                  <a:cubicBezTo>
                    <a:pt x="1168" y="334"/>
                    <a:pt x="596" y="536"/>
                    <a:pt x="1" y="560"/>
                  </a:cubicBezTo>
                  <a:cubicBezTo>
                    <a:pt x="120" y="810"/>
                    <a:pt x="191" y="1084"/>
                    <a:pt x="287" y="1346"/>
                  </a:cubicBezTo>
                  <a:cubicBezTo>
                    <a:pt x="418" y="1703"/>
                    <a:pt x="549" y="2072"/>
                    <a:pt x="668" y="2430"/>
                  </a:cubicBezTo>
                  <a:cubicBezTo>
                    <a:pt x="906" y="3096"/>
                    <a:pt x="1156" y="3739"/>
                    <a:pt x="1418" y="4382"/>
                  </a:cubicBezTo>
                  <a:cubicBezTo>
                    <a:pt x="1644" y="4180"/>
                    <a:pt x="1906" y="4013"/>
                    <a:pt x="2192" y="3894"/>
                  </a:cubicBezTo>
                  <a:cubicBezTo>
                    <a:pt x="2430" y="3799"/>
                    <a:pt x="2692" y="3739"/>
                    <a:pt x="2954" y="3727"/>
                  </a:cubicBezTo>
                  <a:cubicBezTo>
                    <a:pt x="2787" y="3299"/>
                    <a:pt x="2632" y="2870"/>
                    <a:pt x="2489" y="2430"/>
                  </a:cubicBezTo>
                  <a:cubicBezTo>
                    <a:pt x="2477" y="2430"/>
                    <a:pt x="2477" y="2418"/>
                    <a:pt x="2477" y="2418"/>
                  </a:cubicBezTo>
                  <a:cubicBezTo>
                    <a:pt x="2299" y="1953"/>
                    <a:pt x="2108" y="1501"/>
                    <a:pt x="1965" y="1037"/>
                  </a:cubicBezTo>
                  <a:cubicBezTo>
                    <a:pt x="1894" y="810"/>
                    <a:pt x="1811" y="572"/>
                    <a:pt x="1751" y="346"/>
                  </a:cubicBezTo>
                  <a:cubicBezTo>
                    <a:pt x="1715" y="227"/>
                    <a:pt x="1692" y="108"/>
                    <a:pt x="16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37"/>
            <p:cNvSpPr/>
            <p:nvPr/>
          </p:nvSpPr>
          <p:spPr>
            <a:xfrm>
              <a:off x="905775" y="315375"/>
              <a:ext cx="136350" cy="136200"/>
            </a:xfrm>
            <a:custGeom>
              <a:avLst/>
              <a:gdLst/>
              <a:ahLst/>
              <a:cxnLst/>
              <a:rect l="l" t="t" r="r" b="b"/>
              <a:pathLst>
                <a:path w="5454" h="5448" extrusionOk="0">
                  <a:moveTo>
                    <a:pt x="2720" y="0"/>
                  </a:moveTo>
                  <a:cubicBezTo>
                    <a:pt x="2376" y="0"/>
                    <a:pt x="2033" y="72"/>
                    <a:pt x="1715" y="215"/>
                  </a:cubicBezTo>
                  <a:cubicBezTo>
                    <a:pt x="763" y="870"/>
                    <a:pt x="1" y="1858"/>
                    <a:pt x="24" y="3073"/>
                  </a:cubicBezTo>
                  <a:cubicBezTo>
                    <a:pt x="60" y="4442"/>
                    <a:pt x="1191" y="5382"/>
                    <a:pt x="2513" y="5442"/>
                  </a:cubicBezTo>
                  <a:cubicBezTo>
                    <a:pt x="2573" y="5446"/>
                    <a:pt x="2633" y="5448"/>
                    <a:pt x="2693" y="5448"/>
                  </a:cubicBezTo>
                  <a:cubicBezTo>
                    <a:pt x="3194" y="5448"/>
                    <a:pt x="3696" y="5315"/>
                    <a:pt x="4132" y="5049"/>
                  </a:cubicBezTo>
                  <a:cubicBezTo>
                    <a:pt x="4680" y="4704"/>
                    <a:pt x="4989" y="4132"/>
                    <a:pt x="5132" y="3501"/>
                  </a:cubicBezTo>
                  <a:cubicBezTo>
                    <a:pt x="5454" y="2204"/>
                    <a:pt x="4906" y="739"/>
                    <a:pt x="3644" y="179"/>
                  </a:cubicBezTo>
                  <a:cubicBezTo>
                    <a:pt x="3348" y="60"/>
                    <a:pt x="3034" y="0"/>
                    <a:pt x="2720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37"/>
            <p:cNvSpPr/>
            <p:nvPr/>
          </p:nvSpPr>
          <p:spPr>
            <a:xfrm>
              <a:off x="895350" y="107900"/>
              <a:ext cx="317050" cy="593825"/>
            </a:xfrm>
            <a:custGeom>
              <a:avLst/>
              <a:gdLst/>
              <a:ahLst/>
              <a:cxnLst/>
              <a:rect l="l" t="t" r="r" b="b"/>
              <a:pathLst>
                <a:path w="12682" h="23753" extrusionOk="0">
                  <a:moveTo>
                    <a:pt x="9291" y="467"/>
                  </a:moveTo>
                  <a:cubicBezTo>
                    <a:pt x="9607" y="467"/>
                    <a:pt x="9923" y="529"/>
                    <a:pt x="10216" y="656"/>
                  </a:cubicBezTo>
                  <a:cubicBezTo>
                    <a:pt x="11490" y="1204"/>
                    <a:pt x="12038" y="2668"/>
                    <a:pt x="11717" y="3966"/>
                  </a:cubicBezTo>
                  <a:cubicBezTo>
                    <a:pt x="11574" y="4597"/>
                    <a:pt x="11264" y="5169"/>
                    <a:pt x="10705" y="5514"/>
                  </a:cubicBezTo>
                  <a:cubicBezTo>
                    <a:pt x="10269" y="5780"/>
                    <a:pt x="9776" y="5912"/>
                    <a:pt x="9269" y="5912"/>
                  </a:cubicBezTo>
                  <a:cubicBezTo>
                    <a:pt x="9208" y="5912"/>
                    <a:pt x="9147" y="5911"/>
                    <a:pt x="9085" y="5907"/>
                  </a:cubicBezTo>
                  <a:cubicBezTo>
                    <a:pt x="7764" y="5847"/>
                    <a:pt x="6645" y="4907"/>
                    <a:pt x="6609" y="3537"/>
                  </a:cubicBezTo>
                  <a:cubicBezTo>
                    <a:pt x="6585" y="2323"/>
                    <a:pt x="7335" y="1335"/>
                    <a:pt x="8300" y="680"/>
                  </a:cubicBezTo>
                  <a:cubicBezTo>
                    <a:pt x="8613" y="538"/>
                    <a:pt x="8952" y="467"/>
                    <a:pt x="9291" y="467"/>
                  </a:cubicBezTo>
                  <a:close/>
                  <a:moveTo>
                    <a:pt x="6728" y="5157"/>
                  </a:moveTo>
                  <a:cubicBezTo>
                    <a:pt x="6740" y="5180"/>
                    <a:pt x="6752" y="5192"/>
                    <a:pt x="6764" y="5216"/>
                  </a:cubicBezTo>
                  <a:cubicBezTo>
                    <a:pt x="7109" y="5645"/>
                    <a:pt x="7573" y="5978"/>
                    <a:pt x="8097" y="6169"/>
                  </a:cubicBezTo>
                  <a:cubicBezTo>
                    <a:pt x="7645" y="6657"/>
                    <a:pt x="7192" y="7157"/>
                    <a:pt x="6752" y="7681"/>
                  </a:cubicBezTo>
                  <a:cubicBezTo>
                    <a:pt x="6537" y="7943"/>
                    <a:pt x="6323" y="8193"/>
                    <a:pt x="6109" y="8467"/>
                  </a:cubicBezTo>
                  <a:cubicBezTo>
                    <a:pt x="6002" y="8598"/>
                    <a:pt x="5906" y="8728"/>
                    <a:pt x="5811" y="8883"/>
                  </a:cubicBezTo>
                  <a:cubicBezTo>
                    <a:pt x="5740" y="8967"/>
                    <a:pt x="5680" y="9062"/>
                    <a:pt x="5633" y="9169"/>
                  </a:cubicBezTo>
                  <a:cubicBezTo>
                    <a:pt x="5371" y="8776"/>
                    <a:pt x="5025" y="8443"/>
                    <a:pt x="4632" y="8205"/>
                  </a:cubicBezTo>
                  <a:cubicBezTo>
                    <a:pt x="4466" y="8109"/>
                    <a:pt x="4287" y="8038"/>
                    <a:pt x="4109" y="7967"/>
                  </a:cubicBezTo>
                  <a:cubicBezTo>
                    <a:pt x="4156" y="7931"/>
                    <a:pt x="4204" y="7895"/>
                    <a:pt x="4251" y="7847"/>
                  </a:cubicBezTo>
                  <a:cubicBezTo>
                    <a:pt x="4382" y="7716"/>
                    <a:pt x="4501" y="7574"/>
                    <a:pt x="4621" y="7443"/>
                  </a:cubicBezTo>
                  <a:cubicBezTo>
                    <a:pt x="4871" y="7169"/>
                    <a:pt x="5121" y="6895"/>
                    <a:pt x="5371" y="6621"/>
                  </a:cubicBezTo>
                  <a:cubicBezTo>
                    <a:pt x="5811" y="6121"/>
                    <a:pt x="6264" y="5633"/>
                    <a:pt x="6728" y="5157"/>
                  </a:cubicBezTo>
                  <a:close/>
                  <a:moveTo>
                    <a:pt x="3125" y="8301"/>
                  </a:moveTo>
                  <a:cubicBezTo>
                    <a:pt x="3443" y="8301"/>
                    <a:pt x="3762" y="8364"/>
                    <a:pt x="4061" y="8490"/>
                  </a:cubicBezTo>
                  <a:cubicBezTo>
                    <a:pt x="5335" y="9038"/>
                    <a:pt x="5871" y="10503"/>
                    <a:pt x="5561" y="11812"/>
                  </a:cubicBezTo>
                  <a:cubicBezTo>
                    <a:pt x="5406" y="12431"/>
                    <a:pt x="5097" y="13003"/>
                    <a:pt x="4549" y="13348"/>
                  </a:cubicBezTo>
                  <a:cubicBezTo>
                    <a:pt x="4113" y="13614"/>
                    <a:pt x="3620" y="13747"/>
                    <a:pt x="3113" y="13747"/>
                  </a:cubicBezTo>
                  <a:cubicBezTo>
                    <a:pt x="3052" y="13747"/>
                    <a:pt x="2991" y="13745"/>
                    <a:pt x="2930" y="13741"/>
                  </a:cubicBezTo>
                  <a:cubicBezTo>
                    <a:pt x="1608" y="13681"/>
                    <a:pt x="477" y="12753"/>
                    <a:pt x="441" y="11384"/>
                  </a:cubicBezTo>
                  <a:cubicBezTo>
                    <a:pt x="418" y="10157"/>
                    <a:pt x="1180" y="9181"/>
                    <a:pt x="2132" y="8514"/>
                  </a:cubicBezTo>
                  <a:cubicBezTo>
                    <a:pt x="2446" y="8373"/>
                    <a:pt x="2785" y="8301"/>
                    <a:pt x="3125" y="8301"/>
                  </a:cubicBezTo>
                  <a:close/>
                  <a:moveTo>
                    <a:pt x="4966" y="13658"/>
                  </a:moveTo>
                  <a:cubicBezTo>
                    <a:pt x="4990" y="13765"/>
                    <a:pt x="5025" y="13884"/>
                    <a:pt x="5049" y="14003"/>
                  </a:cubicBezTo>
                  <a:cubicBezTo>
                    <a:pt x="5121" y="14229"/>
                    <a:pt x="5192" y="14467"/>
                    <a:pt x="5263" y="14694"/>
                  </a:cubicBezTo>
                  <a:cubicBezTo>
                    <a:pt x="5418" y="15158"/>
                    <a:pt x="5597" y="15610"/>
                    <a:pt x="5775" y="16075"/>
                  </a:cubicBezTo>
                  <a:cubicBezTo>
                    <a:pt x="5775" y="16075"/>
                    <a:pt x="5775" y="16087"/>
                    <a:pt x="5787" y="16087"/>
                  </a:cubicBezTo>
                  <a:cubicBezTo>
                    <a:pt x="5930" y="16527"/>
                    <a:pt x="6085" y="16956"/>
                    <a:pt x="6252" y="17384"/>
                  </a:cubicBezTo>
                  <a:cubicBezTo>
                    <a:pt x="5990" y="17396"/>
                    <a:pt x="5740" y="17456"/>
                    <a:pt x="5490" y="17551"/>
                  </a:cubicBezTo>
                  <a:cubicBezTo>
                    <a:pt x="5204" y="17670"/>
                    <a:pt x="4942" y="17837"/>
                    <a:pt x="4716" y="18039"/>
                  </a:cubicBezTo>
                  <a:cubicBezTo>
                    <a:pt x="4454" y="17396"/>
                    <a:pt x="4204" y="16753"/>
                    <a:pt x="3978" y="16087"/>
                  </a:cubicBezTo>
                  <a:cubicBezTo>
                    <a:pt x="3847" y="15729"/>
                    <a:pt x="3716" y="15360"/>
                    <a:pt x="3585" y="15003"/>
                  </a:cubicBezTo>
                  <a:cubicBezTo>
                    <a:pt x="3501" y="14741"/>
                    <a:pt x="3418" y="14467"/>
                    <a:pt x="3299" y="14217"/>
                  </a:cubicBezTo>
                  <a:cubicBezTo>
                    <a:pt x="3894" y="14193"/>
                    <a:pt x="4478" y="13991"/>
                    <a:pt x="4966" y="13658"/>
                  </a:cubicBezTo>
                  <a:close/>
                  <a:moveTo>
                    <a:pt x="6304" y="17838"/>
                  </a:moveTo>
                  <a:cubicBezTo>
                    <a:pt x="6622" y="17838"/>
                    <a:pt x="6941" y="17901"/>
                    <a:pt x="7240" y="18027"/>
                  </a:cubicBezTo>
                  <a:cubicBezTo>
                    <a:pt x="8502" y="18575"/>
                    <a:pt x="9038" y="20039"/>
                    <a:pt x="8728" y="21337"/>
                  </a:cubicBezTo>
                  <a:cubicBezTo>
                    <a:pt x="8573" y="21968"/>
                    <a:pt x="8264" y="22540"/>
                    <a:pt x="7716" y="22885"/>
                  </a:cubicBezTo>
                  <a:cubicBezTo>
                    <a:pt x="7291" y="23151"/>
                    <a:pt x="6790" y="23284"/>
                    <a:pt x="6289" y="23284"/>
                  </a:cubicBezTo>
                  <a:cubicBezTo>
                    <a:pt x="6229" y="23284"/>
                    <a:pt x="6169" y="23282"/>
                    <a:pt x="6109" y="23278"/>
                  </a:cubicBezTo>
                  <a:cubicBezTo>
                    <a:pt x="4775" y="23218"/>
                    <a:pt x="3656" y="22278"/>
                    <a:pt x="3620" y="20909"/>
                  </a:cubicBezTo>
                  <a:cubicBezTo>
                    <a:pt x="3597" y="19694"/>
                    <a:pt x="4347" y="18706"/>
                    <a:pt x="5311" y="18051"/>
                  </a:cubicBezTo>
                  <a:cubicBezTo>
                    <a:pt x="5625" y="17910"/>
                    <a:pt x="5964" y="17838"/>
                    <a:pt x="6304" y="17838"/>
                  </a:cubicBezTo>
                  <a:close/>
                  <a:moveTo>
                    <a:pt x="9456" y="1"/>
                  </a:moveTo>
                  <a:cubicBezTo>
                    <a:pt x="9126" y="1"/>
                    <a:pt x="8794" y="63"/>
                    <a:pt x="8478" y="192"/>
                  </a:cubicBezTo>
                  <a:cubicBezTo>
                    <a:pt x="7930" y="418"/>
                    <a:pt x="7466" y="811"/>
                    <a:pt x="7157" y="1323"/>
                  </a:cubicBezTo>
                  <a:cubicBezTo>
                    <a:pt x="6656" y="1835"/>
                    <a:pt x="6335" y="2502"/>
                    <a:pt x="6252" y="3216"/>
                  </a:cubicBezTo>
                  <a:cubicBezTo>
                    <a:pt x="6192" y="3787"/>
                    <a:pt x="6287" y="4359"/>
                    <a:pt x="6549" y="4871"/>
                  </a:cubicBezTo>
                  <a:cubicBezTo>
                    <a:pt x="6037" y="5359"/>
                    <a:pt x="5537" y="5847"/>
                    <a:pt x="5061" y="6359"/>
                  </a:cubicBezTo>
                  <a:cubicBezTo>
                    <a:pt x="4811" y="6645"/>
                    <a:pt x="4585" y="6931"/>
                    <a:pt x="4347" y="7216"/>
                  </a:cubicBezTo>
                  <a:cubicBezTo>
                    <a:pt x="4240" y="7359"/>
                    <a:pt x="4120" y="7490"/>
                    <a:pt x="4025" y="7645"/>
                  </a:cubicBezTo>
                  <a:cubicBezTo>
                    <a:pt x="3978" y="7728"/>
                    <a:pt x="3918" y="7800"/>
                    <a:pt x="3882" y="7871"/>
                  </a:cubicBezTo>
                  <a:lnTo>
                    <a:pt x="3859" y="7907"/>
                  </a:lnTo>
                  <a:cubicBezTo>
                    <a:pt x="3664" y="7862"/>
                    <a:pt x="3467" y="7839"/>
                    <a:pt x="3269" y="7839"/>
                  </a:cubicBezTo>
                  <a:cubicBezTo>
                    <a:pt x="2945" y="7839"/>
                    <a:pt x="2621" y="7900"/>
                    <a:pt x="2311" y="8026"/>
                  </a:cubicBezTo>
                  <a:cubicBezTo>
                    <a:pt x="1763" y="8252"/>
                    <a:pt x="1299" y="8645"/>
                    <a:pt x="989" y="9157"/>
                  </a:cubicBezTo>
                  <a:cubicBezTo>
                    <a:pt x="489" y="9669"/>
                    <a:pt x="168" y="10336"/>
                    <a:pt x="84" y="11050"/>
                  </a:cubicBezTo>
                  <a:cubicBezTo>
                    <a:pt x="1" y="11753"/>
                    <a:pt x="179" y="12479"/>
                    <a:pt x="608" y="13050"/>
                  </a:cubicBezTo>
                  <a:cubicBezTo>
                    <a:pt x="1084" y="13646"/>
                    <a:pt x="1751" y="14039"/>
                    <a:pt x="2501" y="14158"/>
                  </a:cubicBezTo>
                  <a:cubicBezTo>
                    <a:pt x="2668" y="14193"/>
                    <a:pt x="2823" y="14205"/>
                    <a:pt x="2989" y="14217"/>
                  </a:cubicBezTo>
                  <a:cubicBezTo>
                    <a:pt x="3049" y="14515"/>
                    <a:pt x="3132" y="14813"/>
                    <a:pt x="3239" y="15098"/>
                  </a:cubicBezTo>
                  <a:cubicBezTo>
                    <a:pt x="3358" y="15467"/>
                    <a:pt x="3489" y="15837"/>
                    <a:pt x="3620" y="16194"/>
                  </a:cubicBezTo>
                  <a:cubicBezTo>
                    <a:pt x="3894" y="16908"/>
                    <a:pt x="4156" y="17622"/>
                    <a:pt x="4418" y="18337"/>
                  </a:cubicBezTo>
                  <a:cubicBezTo>
                    <a:pt x="4323" y="18444"/>
                    <a:pt x="4228" y="18563"/>
                    <a:pt x="4156" y="18694"/>
                  </a:cubicBezTo>
                  <a:cubicBezTo>
                    <a:pt x="3656" y="19206"/>
                    <a:pt x="3347" y="19873"/>
                    <a:pt x="3263" y="20587"/>
                  </a:cubicBezTo>
                  <a:cubicBezTo>
                    <a:pt x="3180" y="21290"/>
                    <a:pt x="3358" y="22004"/>
                    <a:pt x="3775" y="22587"/>
                  </a:cubicBezTo>
                  <a:cubicBezTo>
                    <a:pt x="4251" y="23171"/>
                    <a:pt x="4930" y="23564"/>
                    <a:pt x="5680" y="23695"/>
                  </a:cubicBezTo>
                  <a:cubicBezTo>
                    <a:pt x="5895" y="23733"/>
                    <a:pt x="6110" y="23753"/>
                    <a:pt x="6322" y="23753"/>
                  </a:cubicBezTo>
                  <a:cubicBezTo>
                    <a:pt x="7545" y="23753"/>
                    <a:pt x="8676" y="23114"/>
                    <a:pt x="9133" y="21897"/>
                  </a:cubicBezTo>
                  <a:cubicBezTo>
                    <a:pt x="9693" y="20397"/>
                    <a:pt x="9228" y="18575"/>
                    <a:pt x="7799" y="17742"/>
                  </a:cubicBezTo>
                  <a:cubicBezTo>
                    <a:pt x="7454" y="17539"/>
                    <a:pt x="7073" y="17420"/>
                    <a:pt x="6680" y="17372"/>
                  </a:cubicBezTo>
                  <a:cubicBezTo>
                    <a:pt x="6442" y="16765"/>
                    <a:pt x="6204" y="16158"/>
                    <a:pt x="5954" y="15563"/>
                  </a:cubicBezTo>
                  <a:cubicBezTo>
                    <a:pt x="5823" y="15241"/>
                    <a:pt x="5692" y="14944"/>
                    <a:pt x="5561" y="14646"/>
                  </a:cubicBezTo>
                  <a:cubicBezTo>
                    <a:pt x="5549" y="14634"/>
                    <a:pt x="5549" y="14622"/>
                    <a:pt x="5549" y="14610"/>
                  </a:cubicBezTo>
                  <a:cubicBezTo>
                    <a:pt x="5466" y="14372"/>
                    <a:pt x="5394" y="14158"/>
                    <a:pt x="5299" y="13932"/>
                  </a:cubicBezTo>
                  <a:cubicBezTo>
                    <a:pt x="5252" y="13812"/>
                    <a:pt x="5192" y="13693"/>
                    <a:pt x="5144" y="13586"/>
                  </a:cubicBezTo>
                  <a:cubicBezTo>
                    <a:pt x="5144" y="13562"/>
                    <a:pt x="5132" y="13551"/>
                    <a:pt x="5121" y="13527"/>
                  </a:cubicBezTo>
                  <a:cubicBezTo>
                    <a:pt x="5502" y="13217"/>
                    <a:pt x="5787" y="12812"/>
                    <a:pt x="5966" y="12360"/>
                  </a:cubicBezTo>
                  <a:cubicBezTo>
                    <a:pt x="6335" y="11348"/>
                    <a:pt x="6252" y="10229"/>
                    <a:pt x="5716" y="9288"/>
                  </a:cubicBezTo>
                  <a:cubicBezTo>
                    <a:pt x="5799" y="9217"/>
                    <a:pt x="5894" y="9133"/>
                    <a:pt x="5978" y="9050"/>
                  </a:cubicBezTo>
                  <a:cubicBezTo>
                    <a:pt x="6097" y="8931"/>
                    <a:pt x="6216" y="8812"/>
                    <a:pt x="6335" y="8681"/>
                  </a:cubicBezTo>
                  <a:cubicBezTo>
                    <a:pt x="6561" y="8419"/>
                    <a:pt x="6787" y="8157"/>
                    <a:pt x="7014" y="7895"/>
                  </a:cubicBezTo>
                  <a:cubicBezTo>
                    <a:pt x="7478" y="7383"/>
                    <a:pt x="7930" y="6871"/>
                    <a:pt x="8395" y="6359"/>
                  </a:cubicBezTo>
                  <a:cubicBezTo>
                    <a:pt x="8419" y="6335"/>
                    <a:pt x="8431" y="6300"/>
                    <a:pt x="8431" y="6276"/>
                  </a:cubicBezTo>
                  <a:cubicBezTo>
                    <a:pt x="8514" y="6288"/>
                    <a:pt x="8597" y="6312"/>
                    <a:pt x="8681" y="6323"/>
                  </a:cubicBezTo>
                  <a:cubicBezTo>
                    <a:pt x="8891" y="6362"/>
                    <a:pt x="9103" y="6381"/>
                    <a:pt x="9311" y="6381"/>
                  </a:cubicBezTo>
                  <a:cubicBezTo>
                    <a:pt x="10530" y="6381"/>
                    <a:pt x="11664" y="5735"/>
                    <a:pt x="12121" y="4526"/>
                  </a:cubicBezTo>
                  <a:cubicBezTo>
                    <a:pt x="12681" y="3014"/>
                    <a:pt x="12217" y="1204"/>
                    <a:pt x="10788" y="370"/>
                  </a:cubicBezTo>
                  <a:cubicBezTo>
                    <a:pt x="10383" y="126"/>
                    <a:pt x="9922" y="1"/>
                    <a:pt x="945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77" name="Google Shape;1577;p37"/>
          <p:cNvGrpSpPr/>
          <p:nvPr/>
        </p:nvGrpSpPr>
        <p:grpSpPr>
          <a:xfrm flipH="1">
            <a:off x="713400" y="539703"/>
            <a:ext cx="1161119" cy="957448"/>
            <a:chOff x="203550" y="2645688"/>
            <a:chExt cx="946925" cy="780825"/>
          </a:xfrm>
        </p:grpSpPr>
        <p:sp>
          <p:nvSpPr>
            <p:cNvPr id="1578" name="Google Shape;1578;p37"/>
            <p:cNvSpPr/>
            <p:nvPr/>
          </p:nvSpPr>
          <p:spPr>
            <a:xfrm>
              <a:off x="893575" y="2658113"/>
              <a:ext cx="245300" cy="236275"/>
            </a:xfrm>
            <a:custGeom>
              <a:avLst/>
              <a:gdLst/>
              <a:ahLst/>
              <a:cxnLst/>
              <a:rect l="l" t="t" r="r" b="b"/>
              <a:pathLst>
                <a:path w="9812" h="9451" extrusionOk="0">
                  <a:moveTo>
                    <a:pt x="6420" y="0"/>
                  </a:moveTo>
                  <a:cubicBezTo>
                    <a:pt x="4237" y="0"/>
                    <a:pt x="1639" y="1926"/>
                    <a:pt x="1" y="3117"/>
                  </a:cubicBezTo>
                  <a:cubicBezTo>
                    <a:pt x="274" y="3176"/>
                    <a:pt x="548" y="3259"/>
                    <a:pt x="810" y="3378"/>
                  </a:cubicBezTo>
                  <a:cubicBezTo>
                    <a:pt x="2227" y="3962"/>
                    <a:pt x="3251" y="5212"/>
                    <a:pt x="3954" y="6534"/>
                  </a:cubicBezTo>
                  <a:cubicBezTo>
                    <a:pt x="4346" y="7308"/>
                    <a:pt x="4739" y="8153"/>
                    <a:pt x="4930" y="8998"/>
                  </a:cubicBezTo>
                  <a:cubicBezTo>
                    <a:pt x="4966" y="9141"/>
                    <a:pt x="4989" y="9296"/>
                    <a:pt x="5001" y="9451"/>
                  </a:cubicBezTo>
                  <a:cubicBezTo>
                    <a:pt x="5478" y="8998"/>
                    <a:pt x="6037" y="8617"/>
                    <a:pt x="6549" y="8224"/>
                  </a:cubicBezTo>
                  <a:cubicBezTo>
                    <a:pt x="7192" y="7748"/>
                    <a:pt x="7799" y="7224"/>
                    <a:pt x="8371" y="6653"/>
                  </a:cubicBezTo>
                  <a:cubicBezTo>
                    <a:pt x="8966" y="6022"/>
                    <a:pt x="9514" y="5260"/>
                    <a:pt x="9669" y="4379"/>
                  </a:cubicBezTo>
                  <a:cubicBezTo>
                    <a:pt x="9811" y="3462"/>
                    <a:pt x="9633" y="2521"/>
                    <a:pt x="9168" y="1700"/>
                  </a:cubicBezTo>
                  <a:cubicBezTo>
                    <a:pt x="8460" y="463"/>
                    <a:pt x="7490" y="0"/>
                    <a:pt x="6420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37"/>
            <p:cNvSpPr/>
            <p:nvPr/>
          </p:nvSpPr>
          <p:spPr>
            <a:xfrm>
              <a:off x="799825" y="2745263"/>
              <a:ext cx="223250" cy="222050"/>
            </a:xfrm>
            <a:custGeom>
              <a:avLst/>
              <a:gdLst/>
              <a:ahLst/>
              <a:cxnLst/>
              <a:rect l="l" t="t" r="r" b="b"/>
              <a:pathLst>
                <a:path w="8930" h="8882" extrusionOk="0">
                  <a:moveTo>
                    <a:pt x="3433" y="0"/>
                  </a:moveTo>
                  <a:cubicBezTo>
                    <a:pt x="2804" y="0"/>
                    <a:pt x="2109" y="279"/>
                    <a:pt x="2215" y="1035"/>
                  </a:cubicBezTo>
                  <a:cubicBezTo>
                    <a:pt x="2215" y="1047"/>
                    <a:pt x="2215" y="1059"/>
                    <a:pt x="2215" y="1071"/>
                  </a:cubicBezTo>
                  <a:cubicBezTo>
                    <a:pt x="2739" y="1250"/>
                    <a:pt x="3251" y="1619"/>
                    <a:pt x="3655" y="1928"/>
                  </a:cubicBezTo>
                  <a:cubicBezTo>
                    <a:pt x="4263" y="2405"/>
                    <a:pt x="4810" y="2940"/>
                    <a:pt x="5310" y="3536"/>
                  </a:cubicBezTo>
                  <a:cubicBezTo>
                    <a:pt x="5338" y="3572"/>
                    <a:pt x="5302" y="3623"/>
                    <a:pt x="5262" y="3623"/>
                  </a:cubicBezTo>
                  <a:cubicBezTo>
                    <a:pt x="5250" y="3623"/>
                    <a:pt x="5238" y="3618"/>
                    <a:pt x="5227" y="3607"/>
                  </a:cubicBezTo>
                  <a:cubicBezTo>
                    <a:pt x="4656" y="3095"/>
                    <a:pt x="4048" y="2619"/>
                    <a:pt x="3393" y="2214"/>
                  </a:cubicBezTo>
                  <a:cubicBezTo>
                    <a:pt x="2941" y="1917"/>
                    <a:pt x="2381" y="1666"/>
                    <a:pt x="1941" y="1321"/>
                  </a:cubicBezTo>
                  <a:lnTo>
                    <a:pt x="1929" y="1321"/>
                  </a:lnTo>
                  <a:cubicBezTo>
                    <a:pt x="1840" y="1306"/>
                    <a:pt x="1749" y="1299"/>
                    <a:pt x="1657" y="1299"/>
                  </a:cubicBezTo>
                  <a:cubicBezTo>
                    <a:pt x="953" y="1299"/>
                    <a:pt x="211" y="1732"/>
                    <a:pt x="0" y="2417"/>
                  </a:cubicBezTo>
                  <a:cubicBezTo>
                    <a:pt x="67" y="2406"/>
                    <a:pt x="133" y="2400"/>
                    <a:pt x="199" y="2400"/>
                  </a:cubicBezTo>
                  <a:cubicBezTo>
                    <a:pt x="347" y="2400"/>
                    <a:pt x="495" y="2427"/>
                    <a:pt x="643" y="2476"/>
                  </a:cubicBezTo>
                  <a:cubicBezTo>
                    <a:pt x="2072" y="2940"/>
                    <a:pt x="3203" y="4000"/>
                    <a:pt x="3977" y="5274"/>
                  </a:cubicBezTo>
                  <a:cubicBezTo>
                    <a:pt x="4382" y="5941"/>
                    <a:pt x="4703" y="6667"/>
                    <a:pt x="4929" y="7417"/>
                  </a:cubicBezTo>
                  <a:cubicBezTo>
                    <a:pt x="5048" y="7786"/>
                    <a:pt x="5287" y="8382"/>
                    <a:pt x="5275" y="8882"/>
                  </a:cubicBezTo>
                  <a:cubicBezTo>
                    <a:pt x="5810" y="8763"/>
                    <a:pt x="6299" y="8524"/>
                    <a:pt x="6596" y="8048"/>
                  </a:cubicBezTo>
                  <a:cubicBezTo>
                    <a:pt x="6691" y="7882"/>
                    <a:pt x="6799" y="7739"/>
                    <a:pt x="6918" y="7596"/>
                  </a:cubicBezTo>
                  <a:cubicBezTo>
                    <a:pt x="6870" y="7370"/>
                    <a:pt x="6942" y="7179"/>
                    <a:pt x="6942" y="6941"/>
                  </a:cubicBezTo>
                  <a:cubicBezTo>
                    <a:pt x="6942" y="6655"/>
                    <a:pt x="6894" y="6369"/>
                    <a:pt x="6811" y="6096"/>
                  </a:cubicBezTo>
                  <a:cubicBezTo>
                    <a:pt x="6632" y="5560"/>
                    <a:pt x="6370" y="5048"/>
                    <a:pt x="6025" y="4607"/>
                  </a:cubicBezTo>
                  <a:cubicBezTo>
                    <a:pt x="6016" y="4590"/>
                    <a:pt x="6033" y="4579"/>
                    <a:pt x="6047" y="4579"/>
                  </a:cubicBezTo>
                  <a:cubicBezTo>
                    <a:pt x="6052" y="4579"/>
                    <a:pt x="6057" y="4580"/>
                    <a:pt x="6060" y="4584"/>
                  </a:cubicBezTo>
                  <a:cubicBezTo>
                    <a:pt x="6441" y="5060"/>
                    <a:pt x="6846" y="5500"/>
                    <a:pt x="7072" y="6084"/>
                  </a:cubicBezTo>
                  <a:cubicBezTo>
                    <a:pt x="7215" y="6417"/>
                    <a:pt x="7382" y="6941"/>
                    <a:pt x="7287" y="7346"/>
                  </a:cubicBezTo>
                  <a:cubicBezTo>
                    <a:pt x="7346" y="7322"/>
                    <a:pt x="7394" y="7310"/>
                    <a:pt x="7453" y="7298"/>
                  </a:cubicBezTo>
                  <a:cubicBezTo>
                    <a:pt x="8930" y="6834"/>
                    <a:pt x="8013" y="4929"/>
                    <a:pt x="7620" y="3964"/>
                  </a:cubicBezTo>
                  <a:cubicBezTo>
                    <a:pt x="7120" y="2786"/>
                    <a:pt x="6453" y="1643"/>
                    <a:pt x="5441" y="845"/>
                  </a:cubicBezTo>
                  <a:cubicBezTo>
                    <a:pt x="4977" y="476"/>
                    <a:pt x="4441" y="202"/>
                    <a:pt x="3870" y="47"/>
                  </a:cubicBezTo>
                  <a:cubicBezTo>
                    <a:pt x="3737" y="17"/>
                    <a:pt x="3587" y="0"/>
                    <a:pt x="343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37"/>
            <p:cNvSpPr/>
            <p:nvPr/>
          </p:nvSpPr>
          <p:spPr>
            <a:xfrm>
              <a:off x="378925" y="2904188"/>
              <a:ext cx="541775" cy="423300"/>
            </a:xfrm>
            <a:custGeom>
              <a:avLst/>
              <a:gdLst/>
              <a:ahLst/>
              <a:cxnLst/>
              <a:rect l="l" t="t" r="r" b="b"/>
              <a:pathLst>
                <a:path w="21671" h="16932" extrusionOk="0">
                  <a:moveTo>
                    <a:pt x="20884" y="1"/>
                  </a:moveTo>
                  <a:cubicBezTo>
                    <a:pt x="19360" y="1120"/>
                    <a:pt x="17717" y="2120"/>
                    <a:pt x="16158" y="3179"/>
                  </a:cubicBezTo>
                  <a:cubicBezTo>
                    <a:pt x="13312" y="5096"/>
                    <a:pt x="10502" y="7073"/>
                    <a:pt x="7764" y="9145"/>
                  </a:cubicBezTo>
                  <a:cubicBezTo>
                    <a:pt x="6382" y="10192"/>
                    <a:pt x="5025" y="11264"/>
                    <a:pt x="3704" y="12371"/>
                  </a:cubicBezTo>
                  <a:cubicBezTo>
                    <a:pt x="2453" y="13419"/>
                    <a:pt x="1251" y="14526"/>
                    <a:pt x="1" y="15574"/>
                  </a:cubicBezTo>
                  <a:cubicBezTo>
                    <a:pt x="346" y="16014"/>
                    <a:pt x="667" y="16479"/>
                    <a:pt x="977" y="16931"/>
                  </a:cubicBezTo>
                  <a:cubicBezTo>
                    <a:pt x="4501" y="14336"/>
                    <a:pt x="8026" y="11728"/>
                    <a:pt x="11621" y="9216"/>
                  </a:cubicBezTo>
                  <a:cubicBezTo>
                    <a:pt x="13252" y="8085"/>
                    <a:pt x="14895" y="6966"/>
                    <a:pt x="16574" y="5870"/>
                  </a:cubicBezTo>
                  <a:cubicBezTo>
                    <a:pt x="17384" y="5335"/>
                    <a:pt x="18217" y="4811"/>
                    <a:pt x="19051" y="4287"/>
                  </a:cubicBezTo>
                  <a:cubicBezTo>
                    <a:pt x="19479" y="4025"/>
                    <a:pt x="19908" y="3763"/>
                    <a:pt x="20349" y="3501"/>
                  </a:cubicBezTo>
                  <a:cubicBezTo>
                    <a:pt x="20741" y="3263"/>
                    <a:pt x="21563" y="2953"/>
                    <a:pt x="21634" y="2429"/>
                  </a:cubicBezTo>
                  <a:cubicBezTo>
                    <a:pt x="21670" y="2108"/>
                    <a:pt x="21456" y="1632"/>
                    <a:pt x="21372" y="1322"/>
                  </a:cubicBezTo>
                  <a:cubicBezTo>
                    <a:pt x="21253" y="917"/>
                    <a:pt x="21122" y="536"/>
                    <a:pt x="20956" y="155"/>
                  </a:cubicBezTo>
                  <a:lnTo>
                    <a:pt x="20884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37"/>
            <p:cNvSpPr/>
            <p:nvPr/>
          </p:nvSpPr>
          <p:spPr>
            <a:xfrm>
              <a:off x="342925" y="2852988"/>
              <a:ext cx="554550" cy="436975"/>
            </a:xfrm>
            <a:custGeom>
              <a:avLst/>
              <a:gdLst/>
              <a:ahLst/>
              <a:cxnLst/>
              <a:rect l="l" t="t" r="r" b="b"/>
              <a:pathLst>
                <a:path w="22182" h="17479" extrusionOk="0">
                  <a:moveTo>
                    <a:pt x="20931" y="1"/>
                  </a:moveTo>
                  <a:cubicBezTo>
                    <a:pt x="19288" y="1060"/>
                    <a:pt x="17633" y="2108"/>
                    <a:pt x="16026" y="3203"/>
                  </a:cubicBezTo>
                  <a:cubicBezTo>
                    <a:pt x="13156" y="5156"/>
                    <a:pt x="10382" y="7216"/>
                    <a:pt x="7680" y="9383"/>
                  </a:cubicBezTo>
                  <a:cubicBezTo>
                    <a:pt x="5036" y="11502"/>
                    <a:pt x="2584" y="13800"/>
                    <a:pt x="0" y="15967"/>
                  </a:cubicBezTo>
                  <a:cubicBezTo>
                    <a:pt x="476" y="16443"/>
                    <a:pt x="929" y="16943"/>
                    <a:pt x="1334" y="17479"/>
                  </a:cubicBezTo>
                  <a:cubicBezTo>
                    <a:pt x="2619" y="16134"/>
                    <a:pt x="4084" y="14931"/>
                    <a:pt x="5501" y="13752"/>
                  </a:cubicBezTo>
                  <a:cubicBezTo>
                    <a:pt x="8132" y="11585"/>
                    <a:pt x="10870" y="9538"/>
                    <a:pt x="13657" y="7573"/>
                  </a:cubicBezTo>
                  <a:cubicBezTo>
                    <a:pt x="15085" y="6573"/>
                    <a:pt x="16514" y="5585"/>
                    <a:pt x="17967" y="4596"/>
                  </a:cubicBezTo>
                  <a:cubicBezTo>
                    <a:pt x="19360" y="3644"/>
                    <a:pt x="20741" y="2644"/>
                    <a:pt x="22181" y="1775"/>
                  </a:cubicBezTo>
                  <a:cubicBezTo>
                    <a:pt x="21919" y="1227"/>
                    <a:pt x="21574" y="727"/>
                    <a:pt x="21181" y="275"/>
                  </a:cubicBezTo>
                  <a:cubicBezTo>
                    <a:pt x="21098" y="179"/>
                    <a:pt x="21015" y="84"/>
                    <a:pt x="20931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37"/>
            <p:cNvSpPr/>
            <p:nvPr/>
          </p:nvSpPr>
          <p:spPr>
            <a:xfrm>
              <a:off x="305100" y="2818613"/>
              <a:ext cx="555475" cy="431775"/>
            </a:xfrm>
            <a:custGeom>
              <a:avLst/>
              <a:gdLst/>
              <a:ahLst/>
              <a:cxnLst/>
              <a:rect l="l" t="t" r="r" b="b"/>
              <a:pathLst>
                <a:path w="22219" h="17271" extrusionOk="0">
                  <a:moveTo>
                    <a:pt x="20026" y="0"/>
                  </a:moveTo>
                  <a:cubicBezTo>
                    <a:pt x="19850" y="0"/>
                    <a:pt x="19674" y="42"/>
                    <a:pt x="19503" y="149"/>
                  </a:cubicBezTo>
                  <a:cubicBezTo>
                    <a:pt x="19063" y="435"/>
                    <a:pt x="18670" y="852"/>
                    <a:pt x="18277" y="1185"/>
                  </a:cubicBezTo>
                  <a:cubicBezTo>
                    <a:pt x="12800" y="5805"/>
                    <a:pt x="7264" y="10401"/>
                    <a:pt x="1489" y="14651"/>
                  </a:cubicBezTo>
                  <a:cubicBezTo>
                    <a:pt x="977" y="15139"/>
                    <a:pt x="489" y="15639"/>
                    <a:pt x="1" y="16151"/>
                  </a:cubicBezTo>
                  <a:cubicBezTo>
                    <a:pt x="513" y="16473"/>
                    <a:pt x="1001" y="16842"/>
                    <a:pt x="1442" y="17270"/>
                  </a:cubicBezTo>
                  <a:cubicBezTo>
                    <a:pt x="2751" y="15877"/>
                    <a:pt x="4216" y="14603"/>
                    <a:pt x="5656" y="13353"/>
                  </a:cubicBezTo>
                  <a:cubicBezTo>
                    <a:pt x="8240" y="11103"/>
                    <a:pt x="10919" y="8948"/>
                    <a:pt x="13681" y="6912"/>
                  </a:cubicBezTo>
                  <a:cubicBezTo>
                    <a:pt x="16432" y="4876"/>
                    <a:pt x="19253" y="2888"/>
                    <a:pt x="22218" y="1149"/>
                  </a:cubicBezTo>
                  <a:cubicBezTo>
                    <a:pt x="21837" y="804"/>
                    <a:pt x="21420" y="507"/>
                    <a:pt x="20956" y="280"/>
                  </a:cubicBezTo>
                  <a:cubicBezTo>
                    <a:pt x="20658" y="135"/>
                    <a:pt x="20341" y="0"/>
                    <a:pt x="20026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37"/>
            <p:cNvSpPr/>
            <p:nvPr/>
          </p:nvSpPr>
          <p:spPr>
            <a:xfrm>
              <a:off x="241700" y="3230713"/>
              <a:ext cx="152425" cy="159275"/>
            </a:xfrm>
            <a:custGeom>
              <a:avLst/>
              <a:gdLst/>
              <a:ahLst/>
              <a:cxnLst/>
              <a:rect l="l" t="t" r="r" b="b"/>
              <a:pathLst>
                <a:path w="6097" h="6371" extrusionOk="0">
                  <a:moveTo>
                    <a:pt x="2144" y="1"/>
                  </a:moveTo>
                  <a:cubicBezTo>
                    <a:pt x="1668" y="1215"/>
                    <a:pt x="1073" y="2406"/>
                    <a:pt x="561" y="3620"/>
                  </a:cubicBezTo>
                  <a:cubicBezTo>
                    <a:pt x="358" y="4084"/>
                    <a:pt x="180" y="4561"/>
                    <a:pt x="1" y="5025"/>
                  </a:cubicBezTo>
                  <a:cubicBezTo>
                    <a:pt x="299" y="5049"/>
                    <a:pt x="584" y="5168"/>
                    <a:pt x="811" y="5358"/>
                  </a:cubicBezTo>
                  <a:cubicBezTo>
                    <a:pt x="1144" y="5597"/>
                    <a:pt x="1358" y="5966"/>
                    <a:pt x="1406" y="6370"/>
                  </a:cubicBezTo>
                  <a:cubicBezTo>
                    <a:pt x="1751" y="6228"/>
                    <a:pt x="2085" y="6085"/>
                    <a:pt x="2418" y="5942"/>
                  </a:cubicBezTo>
                  <a:cubicBezTo>
                    <a:pt x="3668" y="5430"/>
                    <a:pt x="4894" y="4870"/>
                    <a:pt x="6097" y="4287"/>
                  </a:cubicBezTo>
                  <a:cubicBezTo>
                    <a:pt x="4990" y="2680"/>
                    <a:pt x="3847" y="1048"/>
                    <a:pt x="2144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37"/>
            <p:cNvSpPr/>
            <p:nvPr/>
          </p:nvSpPr>
          <p:spPr>
            <a:xfrm>
              <a:off x="221775" y="3359888"/>
              <a:ext cx="47350" cy="50350"/>
            </a:xfrm>
            <a:custGeom>
              <a:avLst/>
              <a:gdLst/>
              <a:ahLst/>
              <a:cxnLst/>
              <a:rect l="l" t="t" r="r" b="b"/>
              <a:pathLst>
                <a:path w="1894" h="2014" extrusionOk="0">
                  <a:moveTo>
                    <a:pt x="750" y="1"/>
                  </a:moveTo>
                  <a:cubicBezTo>
                    <a:pt x="500" y="680"/>
                    <a:pt x="250" y="1346"/>
                    <a:pt x="0" y="2013"/>
                  </a:cubicBezTo>
                  <a:cubicBezTo>
                    <a:pt x="643" y="1823"/>
                    <a:pt x="1274" y="1584"/>
                    <a:pt x="1893" y="1323"/>
                  </a:cubicBezTo>
                  <a:cubicBezTo>
                    <a:pt x="1655" y="775"/>
                    <a:pt x="1298" y="263"/>
                    <a:pt x="750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37"/>
            <p:cNvSpPr/>
            <p:nvPr/>
          </p:nvSpPr>
          <p:spPr>
            <a:xfrm>
              <a:off x="203550" y="2645688"/>
              <a:ext cx="946925" cy="780825"/>
            </a:xfrm>
            <a:custGeom>
              <a:avLst/>
              <a:gdLst/>
              <a:ahLst/>
              <a:cxnLst/>
              <a:rect l="l" t="t" r="r" b="b"/>
              <a:pathLst>
                <a:path w="37877" h="31233" extrusionOk="0">
                  <a:moveTo>
                    <a:pt x="34021" y="497"/>
                  </a:moveTo>
                  <a:cubicBezTo>
                    <a:pt x="35091" y="497"/>
                    <a:pt x="36061" y="960"/>
                    <a:pt x="36769" y="2197"/>
                  </a:cubicBezTo>
                  <a:cubicBezTo>
                    <a:pt x="37234" y="3018"/>
                    <a:pt x="37412" y="3959"/>
                    <a:pt x="37270" y="4876"/>
                  </a:cubicBezTo>
                  <a:cubicBezTo>
                    <a:pt x="37115" y="5757"/>
                    <a:pt x="36567" y="6507"/>
                    <a:pt x="35972" y="7150"/>
                  </a:cubicBezTo>
                  <a:cubicBezTo>
                    <a:pt x="35400" y="7721"/>
                    <a:pt x="34793" y="8245"/>
                    <a:pt x="34150" y="8733"/>
                  </a:cubicBezTo>
                  <a:cubicBezTo>
                    <a:pt x="33650" y="9126"/>
                    <a:pt x="33079" y="9507"/>
                    <a:pt x="32602" y="9948"/>
                  </a:cubicBezTo>
                  <a:cubicBezTo>
                    <a:pt x="32590" y="9793"/>
                    <a:pt x="32567" y="9650"/>
                    <a:pt x="32543" y="9507"/>
                  </a:cubicBezTo>
                  <a:cubicBezTo>
                    <a:pt x="32340" y="8662"/>
                    <a:pt x="31947" y="7805"/>
                    <a:pt x="31555" y="7043"/>
                  </a:cubicBezTo>
                  <a:cubicBezTo>
                    <a:pt x="30852" y="5709"/>
                    <a:pt x="29828" y="4471"/>
                    <a:pt x="28411" y="3875"/>
                  </a:cubicBezTo>
                  <a:cubicBezTo>
                    <a:pt x="28149" y="3768"/>
                    <a:pt x="27875" y="3673"/>
                    <a:pt x="27602" y="3614"/>
                  </a:cubicBezTo>
                  <a:cubicBezTo>
                    <a:pt x="29240" y="2423"/>
                    <a:pt x="31838" y="497"/>
                    <a:pt x="34021" y="497"/>
                  </a:cubicBezTo>
                  <a:close/>
                  <a:moveTo>
                    <a:pt x="27273" y="3994"/>
                  </a:moveTo>
                  <a:cubicBezTo>
                    <a:pt x="27431" y="3994"/>
                    <a:pt x="27585" y="4011"/>
                    <a:pt x="27721" y="4042"/>
                  </a:cubicBezTo>
                  <a:cubicBezTo>
                    <a:pt x="28292" y="4185"/>
                    <a:pt x="28828" y="4459"/>
                    <a:pt x="29280" y="4828"/>
                  </a:cubicBezTo>
                  <a:cubicBezTo>
                    <a:pt x="30304" y="5626"/>
                    <a:pt x="30971" y="6769"/>
                    <a:pt x="31471" y="7947"/>
                  </a:cubicBezTo>
                  <a:cubicBezTo>
                    <a:pt x="31864" y="8912"/>
                    <a:pt x="32793" y="10829"/>
                    <a:pt x="31304" y="11281"/>
                  </a:cubicBezTo>
                  <a:cubicBezTo>
                    <a:pt x="31245" y="11293"/>
                    <a:pt x="31197" y="11317"/>
                    <a:pt x="31150" y="11329"/>
                  </a:cubicBezTo>
                  <a:cubicBezTo>
                    <a:pt x="31221" y="10924"/>
                    <a:pt x="31066" y="10412"/>
                    <a:pt x="30923" y="10067"/>
                  </a:cubicBezTo>
                  <a:cubicBezTo>
                    <a:pt x="30697" y="9495"/>
                    <a:pt x="30292" y="9043"/>
                    <a:pt x="29911" y="8567"/>
                  </a:cubicBezTo>
                  <a:cubicBezTo>
                    <a:pt x="29909" y="8564"/>
                    <a:pt x="29906" y="8563"/>
                    <a:pt x="29903" y="8563"/>
                  </a:cubicBezTo>
                  <a:cubicBezTo>
                    <a:pt x="29888" y="8563"/>
                    <a:pt x="29866" y="8581"/>
                    <a:pt x="29876" y="8590"/>
                  </a:cubicBezTo>
                  <a:cubicBezTo>
                    <a:pt x="30221" y="9031"/>
                    <a:pt x="30495" y="9543"/>
                    <a:pt x="30662" y="10079"/>
                  </a:cubicBezTo>
                  <a:cubicBezTo>
                    <a:pt x="30745" y="10352"/>
                    <a:pt x="30793" y="10638"/>
                    <a:pt x="30793" y="10924"/>
                  </a:cubicBezTo>
                  <a:cubicBezTo>
                    <a:pt x="30793" y="11162"/>
                    <a:pt x="30733" y="11353"/>
                    <a:pt x="30769" y="11579"/>
                  </a:cubicBezTo>
                  <a:cubicBezTo>
                    <a:pt x="30650" y="11722"/>
                    <a:pt x="30542" y="11865"/>
                    <a:pt x="30459" y="12031"/>
                  </a:cubicBezTo>
                  <a:cubicBezTo>
                    <a:pt x="30150" y="12519"/>
                    <a:pt x="29661" y="12757"/>
                    <a:pt x="29138" y="12865"/>
                  </a:cubicBezTo>
                  <a:cubicBezTo>
                    <a:pt x="29138" y="12376"/>
                    <a:pt x="28899" y="11769"/>
                    <a:pt x="28780" y="11400"/>
                  </a:cubicBezTo>
                  <a:cubicBezTo>
                    <a:pt x="28554" y="10650"/>
                    <a:pt x="28221" y="9936"/>
                    <a:pt x="27816" y="9257"/>
                  </a:cubicBezTo>
                  <a:cubicBezTo>
                    <a:pt x="27054" y="7983"/>
                    <a:pt x="25911" y="6935"/>
                    <a:pt x="24482" y="6459"/>
                  </a:cubicBezTo>
                  <a:cubicBezTo>
                    <a:pt x="24342" y="6410"/>
                    <a:pt x="24191" y="6383"/>
                    <a:pt x="24041" y="6383"/>
                  </a:cubicBezTo>
                  <a:cubicBezTo>
                    <a:pt x="23973" y="6383"/>
                    <a:pt x="23906" y="6389"/>
                    <a:pt x="23839" y="6400"/>
                  </a:cubicBezTo>
                  <a:cubicBezTo>
                    <a:pt x="24050" y="5715"/>
                    <a:pt x="24792" y="5282"/>
                    <a:pt x="25504" y="5282"/>
                  </a:cubicBezTo>
                  <a:cubicBezTo>
                    <a:pt x="25597" y="5282"/>
                    <a:pt x="25689" y="5289"/>
                    <a:pt x="25780" y="5304"/>
                  </a:cubicBezTo>
                  <a:lnTo>
                    <a:pt x="25792" y="5304"/>
                  </a:lnTo>
                  <a:cubicBezTo>
                    <a:pt x="26221" y="5649"/>
                    <a:pt x="26780" y="5900"/>
                    <a:pt x="27244" y="6197"/>
                  </a:cubicBezTo>
                  <a:cubicBezTo>
                    <a:pt x="27887" y="6602"/>
                    <a:pt x="28507" y="7078"/>
                    <a:pt x="29078" y="7602"/>
                  </a:cubicBezTo>
                  <a:cubicBezTo>
                    <a:pt x="29089" y="7613"/>
                    <a:pt x="29101" y="7618"/>
                    <a:pt x="29113" y="7618"/>
                  </a:cubicBezTo>
                  <a:cubicBezTo>
                    <a:pt x="29152" y="7618"/>
                    <a:pt x="29186" y="7567"/>
                    <a:pt x="29149" y="7531"/>
                  </a:cubicBezTo>
                  <a:cubicBezTo>
                    <a:pt x="28661" y="6935"/>
                    <a:pt x="28102" y="6388"/>
                    <a:pt x="27494" y="5911"/>
                  </a:cubicBezTo>
                  <a:cubicBezTo>
                    <a:pt x="27090" y="5614"/>
                    <a:pt x="26590" y="5233"/>
                    <a:pt x="26066" y="5066"/>
                  </a:cubicBezTo>
                  <a:cubicBezTo>
                    <a:pt x="26066" y="5042"/>
                    <a:pt x="26066" y="5030"/>
                    <a:pt x="26066" y="5018"/>
                  </a:cubicBezTo>
                  <a:cubicBezTo>
                    <a:pt x="25952" y="4267"/>
                    <a:pt x="26644" y="3994"/>
                    <a:pt x="27273" y="3994"/>
                  </a:cubicBezTo>
                  <a:close/>
                  <a:moveTo>
                    <a:pt x="24087" y="6924"/>
                  </a:moveTo>
                  <a:cubicBezTo>
                    <a:pt x="24402" y="6924"/>
                    <a:pt x="24720" y="7064"/>
                    <a:pt x="25018" y="7209"/>
                  </a:cubicBezTo>
                  <a:cubicBezTo>
                    <a:pt x="25470" y="7435"/>
                    <a:pt x="25899" y="7721"/>
                    <a:pt x="26268" y="8066"/>
                  </a:cubicBezTo>
                  <a:lnTo>
                    <a:pt x="26280" y="8078"/>
                  </a:lnTo>
                  <a:cubicBezTo>
                    <a:pt x="23315" y="9805"/>
                    <a:pt x="20494" y="11793"/>
                    <a:pt x="17743" y="13841"/>
                  </a:cubicBezTo>
                  <a:cubicBezTo>
                    <a:pt x="14981" y="15889"/>
                    <a:pt x="12302" y="18032"/>
                    <a:pt x="9718" y="20282"/>
                  </a:cubicBezTo>
                  <a:cubicBezTo>
                    <a:pt x="8278" y="21532"/>
                    <a:pt x="6813" y="22806"/>
                    <a:pt x="5504" y="24199"/>
                  </a:cubicBezTo>
                  <a:cubicBezTo>
                    <a:pt x="5063" y="23771"/>
                    <a:pt x="4575" y="23402"/>
                    <a:pt x="4063" y="23080"/>
                  </a:cubicBezTo>
                  <a:cubicBezTo>
                    <a:pt x="4551" y="22568"/>
                    <a:pt x="5039" y="22068"/>
                    <a:pt x="5551" y="21580"/>
                  </a:cubicBezTo>
                  <a:cubicBezTo>
                    <a:pt x="11326" y="17329"/>
                    <a:pt x="16862" y="12734"/>
                    <a:pt x="22339" y="8114"/>
                  </a:cubicBezTo>
                  <a:cubicBezTo>
                    <a:pt x="22732" y="7769"/>
                    <a:pt x="23125" y="7352"/>
                    <a:pt x="23565" y="7078"/>
                  </a:cubicBezTo>
                  <a:cubicBezTo>
                    <a:pt x="23736" y="6967"/>
                    <a:pt x="23911" y="6924"/>
                    <a:pt x="24087" y="6924"/>
                  </a:cubicBezTo>
                  <a:close/>
                  <a:moveTo>
                    <a:pt x="26506" y="8293"/>
                  </a:moveTo>
                  <a:cubicBezTo>
                    <a:pt x="26590" y="8376"/>
                    <a:pt x="26673" y="8471"/>
                    <a:pt x="26756" y="8567"/>
                  </a:cubicBezTo>
                  <a:cubicBezTo>
                    <a:pt x="27149" y="9019"/>
                    <a:pt x="27494" y="9531"/>
                    <a:pt x="27756" y="10067"/>
                  </a:cubicBezTo>
                  <a:cubicBezTo>
                    <a:pt x="26316" y="10936"/>
                    <a:pt x="24935" y="11948"/>
                    <a:pt x="23542" y="12888"/>
                  </a:cubicBezTo>
                  <a:cubicBezTo>
                    <a:pt x="22101" y="13865"/>
                    <a:pt x="20660" y="14853"/>
                    <a:pt x="19232" y="15865"/>
                  </a:cubicBezTo>
                  <a:cubicBezTo>
                    <a:pt x="16445" y="17841"/>
                    <a:pt x="13707" y="19877"/>
                    <a:pt x="11088" y="22044"/>
                  </a:cubicBezTo>
                  <a:cubicBezTo>
                    <a:pt x="9659" y="23235"/>
                    <a:pt x="8194" y="24438"/>
                    <a:pt x="6920" y="25783"/>
                  </a:cubicBezTo>
                  <a:cubicBezTo>
                    <a:pt x="6504" y="25247"/>
                    <a:pt x="6063" y="24735"/>
                    <a:pt x="5575" y="24259"/>
                  </a:cubicBezTo>
                  <a:cubicBezTo>
                    <a:pt x="8171" y="22104"/>
                    <a:pt x="10623" y="19794"/>
                    <a:pt x="13255" y="17675"/>
                  </a:cubicBezTo>
                  <a:cubicBezTo>
                    <a:pt x="15957" y="15508"/>
                    <a:pt x="18743" y="13448"/>
                    <a:pt x="21601" y="11495"/>
                  </a:cubicBezTo>
                  <a:cubicBezTo>
                    <a:pt x="23220" y="10400"/>
                    <a:pt x="24863" y="9364"/>
                    <a:pt x="26506" y="8293"/>
                  </a:cubicBezTo>
                  <a:close/>
                  <a:moveTo>
                    <a:pt x="27899" y="10352"/>
                  </a:moveTo>
                  <a:lnTo>
                    <a:pt x="27971" y="10495"/>
                  </a:lnTo>
                  <a:cubicBezTo>
                    <a:pt x="28137" y="10876"/>
                    <a:pt x="28268" y="11269"/>
                    <a:pt x="28387" y="11662"/>
                  </a:cubicBezTo>
                  <a:cubicBezTo>
                    <a:pt x="28471" y="11972"/>
                    <a:pt x="28685" y="12460"/>
                    <a:pt x="28637" y="12781"/>
                  </a:cubicBezTo>
                  <a:lnTo>
                    <a:pt x="28649" y="12769"/>
                  </a:lnTo>
                  <a:lnTo>
                    <a:pt x="28649" y="12769"/>
                  </a:lnTo>
                  <a:cubicBezTo>
                    <a:pt x="28578" y="13293"/>
                    <a:pt x="27756" y="13603"/>
                    <a:pt x="27364" y="13841"/>
                  </a:cubicBezTo>
                  <a:cubicBezTo>
                    <a:pt x="26923" y="14103"/>
                    <a:pt x="26494" y="14377"/>
                    <a:pt x="26066" y="14639"/>
                  </a:cubicBezTo>
                  <a:cubicBezTo>
                    <a:pt x="25232" y="15163"/>
                    <a:pt x="24399" y="15686"/>
                    <a:pt x="23577" y="16222"/>
                  </a:cubicBezTo>
                  <a:cubicBezTo>
                    <a:pt x="21910" y="17306"/>
                    <a:pt x="20267" y="18437"/>
                    <a:pt x="18636" y="19568"/>
                  </a:cubicBezTo>
                  <a:cubicBezTo>
                    <a:pt x="15041" y="22068"/>
                    <a:pt x="11516" y="24676"/>
                    <a:pt x="7992" y="27283"/>
                  </a:cubicBezTo>
                  <a:cubicBezTo>
                    <a:pt x="7682" y="26819"/>
                    <a:pt x="7361" y="26366"/>
                    <a:pt x="7016" y="25914"/>
                  </a:cubicBezTo>
                  <a:cubicBezTo>
                    <a:pt x="8266" y="24878"/>
                    <a:pt x="9468" y="23759"/>
                    <a:pt x="10719" y="22723"/>
                  </a:cubicBezTo>
                  <a:cubicBezTo>
                    <a:pt x="12040" y="21616"/>
                    <a:pt x="13397" y="20532"/>
                    <a:pt x="14779" y="19485"/>
                  </a:cubicBezTo>
                  <a:cubicBezTo>
                    <a:pt x="17517" y="17413"/>
                    <a:pt x="20327" y="15448"/>
                    <a:pt x="23173" y="13531"/>
                  </a:cubicBezTo>
                  <a:cubicBezTo>
                    <a:pt x="24732" y="12460"/>
                    <a:pt x="26363" y="11460"/>
                    <a:pt x="27899" y="10352"/>
                  </a:cubicBezTo>
                  <a:close/>
                  <a:moveTo>
                    <a:pt x="3670" y="23402"/>
                  </a:moveTo>
                  <a:cubicBezTo>
                    <a:pt x="5373" y="24449"/>
                    <a:pt x="6516" y="26081"/>
                    <a:pt x="7623" y="27688"/>
                  </a:cubicBezTo>
                  <a:cubicBezTo>
                    <a:pt x="6420" y="28271"/>
                    <a:pt x="5194" y="28831"/>
                    <a:pt x="3956" y="29343"/>
                  </a:cubicBezTo>
                  <a:cubicBezTo>
                    <a:pt x="3622" y="29474"/>
                    <a:pt x="3277" y="29617"/>
                    <a:pt x="2944" y="29771"/>
                  </a:cubicBezTo>
                  <a:cubicBezTo>
                    <a:pt x="2884" y="29367"/>
                    <a:pt x="2670" y="28998"/>
                    <a:pt x="2348" y="28759"/>
                  </a:cubicBezTo>
                  <a:cubicBezTo>
                    <a:pt x="2122" y="28569"/>
                    <a:pt x="1837" y="28450"/>
                    <a:pt x="1539" y="28426"/>
                  </a:cubicBezTo>
                  <a:cubicBezTo>
                    <a:pt x="1717" y="27962"/>
                    <a:pt x="1896" y="27485"/>
                    <a:pt x="2087" y="27021"/>
                  </a:cubicBezTo>
                  <a:cubicBezTo>
                    <a:pt x="2599" y="25807"/>
                    <a:pt x="3194" y="24628"/>
                    <a:pt x="3670" y="23402"/>
                  </a:cubicBezTo>
                  <a:close/>
                  <a:moveTo>
                    <a:pt x="1479" y="28581"/>
                  </a:moveTo>
                  <a:cubicBezTo>
                    <a:pt x="2027" y="28831"/>
                    <a:pt x="2384" y="29355"/>
                    <a:pt x="2622" y="29902"/>
                  </a:cubicBezTo>
                  <a:cubicBezTo>
                    <a:pt x="2003" y="30164"/>
                    <a:pt x="1372" y="30403"/>
                    <a:pt x="729" y="30593"/>
                  </a:cubicBezTo>
                  <a:cubicBezTo>
                    <a:pt x="991" y="29926"/>
                    <a:pt x="1229" y="29260"/>
                    <a:pt x="1479" y="28581"/>
                  </a:cubicBezTo>
                  <a:close/>
                  <a:moveTo>
                    <a:pt x="33895" y="1"/>
                  </a:moveTo>
                  <a:cubicBezTo>
                    <a:pt x="33147" y="1"/>
                    <a:pt x="32388" y="210"/>
                    <a:pt x="31662" y="530"/>
                  </a:cubicBezTo>
                  <a:cubicBezTo>
                    <a:pt x="30066" y="1220"/>
                    <a:pt x="28447" y="2244"/>
                    <a:pt x="27304" y="3578"/>
                  </a:cubicBezTo>
                  <a:cubicBezTo>
                    <a:pt x="27234" y="3570"/>
                    <a:pt x="27165" y="3566"/>
                    <a:pt x="27096" y="3566"/>
                  </a:cubicBezTo>
                  <a:cubicBezTo>
                    <a:pt x="26848" y="3566"/>
                    <a:pt x="26608" y="3616"/>
                    <a:pt x="26375" y="3709"/>
                  </a:cubicBezTo>
                  <a:cubicBezTo>
                    <a:pt x="25899" y="3899"/>
                    <a:pt x="25589" y="4364"/>
                    <a:pt x="25589" y="4876"/>
                  </a:cubicBezTo>
                  <a:cubicBezTo>
                    <a:pt x="25078" y="4923"/>
                    <a:pt x="24589" y="4995"/>
                    <a:pt x="24161" y="5328"/>
                  </a:cubicBezTo>
                  <a:cubicBezTo>
                    <a:pt x="23792" y="5590"/>
                    <a:pt x="23589" y="6019"/>
                    <a:pt x="23601" y="6471"/>
                  </a:cubicBezTo>
                  <a:cubicBezTo>
                    <a:pt x="23137" y="6638"/>
                    <a:pt x="22744" y="7054"/>
                    <a:pt x="22327" y="7412"/>
                  </a:cubicBezTo>
                  <a:cubicBezTo>
                    <a:pt x="21518" y="8102"/>
                    <a:pt x="20708" y="8793"/>
                    <a:pt x="19898" y="9483"/>
                  </a:cubicBezTo>
                  <a:cubicBezTo>
                    <a:pt x="18231" y="10888"/>
                    <a:pt x="16553" y="12293"/>
                    <a:pt x="14862" y="13686"/>
                  </a:cubicBezTo>
                  <a:cubicBezTo>
                    <a:pt x="14683" y="13829"/>
                    <a:pt x="14493" y="13984"/>
                    <a:pt x="14314" y="14127"/>
                  </a:cubicBezTo>
                  <a:cubicBezTo>
                    <a:pt x="10730" y="16556"/>
                    <a:pt x="7444" y="19318"/>
                    <a:pt x="4253" y="22247"/>
                  </a:cubicBezTo>
                  <a:lnTo>
                    <a:pt x="3468" y="22890"/>
                  </a:lnTo>
                  <a:cubicBezTo>
                    <a:pt x="3444" y="22914"/>
                    <a:pt x="3444" y="22961"/>
                    <a:pt x="3468" y="22985"/>
                  </a:cubicBezTo>
                  <a:cubicBezTo>
                    <a:pt x="3444" y="23021"/>
                    <a:pt x="3432" y="23068"/>
                    <a:pt x="3432" y="23116"/>
                  </a:cubicBezTo>
                  <a:cubicBezTo>
                    <a:pt x="2706" y="24307"/>
                    <a:pt x="2158" y="25640"/>
                    <a:pt x="1610" y="26914"/>
                  </a:cubicBezTo>
                  <a:cubicBezTo>
                    <a:pt x="1051" y="28224"/>
                    <a:pt x="467" y="29545"/>
                    <a:pt x="39" y="30903"/>
                  </a:cubicBezTo>
                  <a:cubicBezTo>
                    <a:pt x="1" y="31082"/>
                    <a:pt x="136" y="31232"/>
                    <a:pt x="301" y="31232"/>
                  </a:cubicBezTo>
                  <a:cubicBezTo>
                    <a:pt x="343" y="31232"/>
                    <a:pt x="388" y="31222"/>
                    <a:pt x="432" y="31200"/>
                  </a:cubicBezTo>
                  <a:cubicBezTo>
                    <a:pt x="1634" y="30617"/>
                    <a:pt x="2944" y="30212"/>
                    <a:pt x="4194" y="29676"/>
                  </a:cubicBezTo>
                  <a:cubicBezTo>
                    <a:pt x="5444" y="29152"/>
                    <a:pt x="6670" y="28581"/>
                    <a:pt x="7885" y="27986"/>
                  </a:cubicBezTo>
                  <a:cubicBezTo>
                    <a:pt x="7921" y="27974"/>
                    <a:pt x="7944" y="27950"/>
                    <a:pt x="7956" y="27926"/>
                  </a:cubicBezTo>
                  <a:cubicBezTo>
                    <a:pt x="7992" y="27926"/>
                    <a:pt x="8040" y="27914"/>
                    <a:pt x="8063" y="27890"/>
                  </a:cubicBezTo>
                  <a:cubicBezTo>
                    <a:pt x="11492" y="25342"/>
                    <a:pt x="14933" y="22794"/>
                    <a:pt x="18434" y="20342"/>
                  </a:cubicBezTo>
                  <a:cubicBezTo>
                    <a:pt x="20184" y="19104"/>
                    <a:pt x="21970" y="17901"/>
                    <a:pt x="23768" y="16710"/>
                  </a:cubicBezTo>
                  <a:cubicBezTo>
                    <a:pt x="24637" y="16151"/>
                    <a:pt x="25518" y="15579"/>
                    <a:pt x="26411" y="15020"/>
                  </a:cubicBezTo>
                  <a:cubicBezTo>
                    <a:pt x="26828" y="14758"/>
                    <a:pt x="27256" y="14484"/>
                    <a:pt x="27697" y="14222"/>
                  </a:cubicBezTo>
                  <a:cubicBezTo>
                    <a:pt x="28090" y="13972"/>
                    <a:pt x="28614" y="13758"/>
                    <a:pt x="28935" y="13412"/>
                  </a:cubicBezTo>
                  <a:cubicBezTo>
                    <a:pt x="28959" y="13389"/>
                    <a:pt x="28971" y="13377"/>
                    <a:pt x="28983" y="13353"/>
                  </a:cubicBezTo>
                  <a:cubicBezTo>
                    <a:pt x="29685" y="13329"/>
                    <a:pt x="30328" y="12984"/>
                    <a:pt x="30733" y="12424"/>
                  </a:cubicBezTo>
                  <a:cubicBezTo>
                    <a:pt x="30971" y="12115"/>
                    <a:pt x="31031" y="11876"/>
                    <a:pt x="31435" y="11757"/>
                  </a:cubicBezTo>
                  <a:cubicBezTo>
                    <a:pt x="31733" y="11686"/>
                    <a:pt x="31995" y="11531"/>
                    <a:pt x="32209" y="11317"/>
                  </a:cubicBezTo>
                  <a:cubicBezTo>
                    <a:pt x="32364" y="11138"/>
                    <a:pt x="32483" y="10924"/>
                    <a:pt x="32543" y="10686"/>
                  </a:cubicBezTo>
                  <a:cubicBezTo>
                    <a:pt x="33114" y="10269"/>
                    <a:pt x="33650" y="9781"/>
                    <a:pt x="34222" y="9352"/>
                  </a:cubicBezTo>
                  <a:cubicBezTo>
                    <a:pt x="34817" y="8900"/>
                    <a:pt x="35388" y="8424"/>
                    <a:pt x="35948" y="7912"/>
                  </a:cubicBezTo>
                  <a:cubicBezTo>
                    <a:pt x="37008" y="6888"/>
                    <a:pt x="37877" y="5602"/>
                    <a:pt x="37781" y="4066"/>
                  </a:cubicBezTo>
                  <a:cubicBezTo>
                    <a:pt x="37686" y="2721"/>
                    <a:pt x="37043" y="1387"/>
                    <a:pt x="35924" y="625"/>
                  </a:cubicBezTo>
                  <a:cubicBezTo>
                    <a:pt x="35280" y="183"/>
                    <a:pt x="34592" y="1"/>
                    <a:pt x="338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p38"/>
          <p:cNvSpPr txBox="1">
            <a:spLocks noGrp="1"/>
          </p:cNvSpPr>
          <p:nvPr>
            <p:ph type="title"/>
          </p:nvPr>
        </p:nvSpPr>
        <p:spPr>
          <a:xfrm>
            <a:off x="758775" y="405130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591" name="Google Shape;1591;p38"/>
          <p:cNvSpPr/>
          <p:nvPr/>
        </p:nvSpPr>
        <p:spPr>
          <a:xfrm>
            <a:off x="1053725" y="1607360"/>
            <a:ext cx="800947" cy="800012"/>
          </a:xfrm>
          <a:custGeom>
            <a:avLst/>
            <a:gdLst/>
            <a:ahLst/>
            <a:cxnLst/>
            <a:rect l="l" t="t" r="r" b="b"/>
            <a:pathLst>
              <a:path w="5454" h="5448" extrusionOk="0">
                <a:moveTo>
                  <a:pt x="2720" y="0"/>
                </a:moveTo>
                <a:cubicBezTo>
                  <a:pt x="2376" y="0"/>
                  <a:pt x="2033" y="72"/>
                  <a:pt x="1715" y="215"/>
                </a:cubicBezTo>
                <a:cubicBezTo>
                  <a:pt x="763" y="870"/>
                  <a:pt x="1" y="1858"/>
                  <a:pt x="24" y="3073"/>
                </a:cubicBezTo>
                <a:cubicBezTo>
                  <a:pt x="60" y="4442"/>
                  <a:pt x="1191" y="5382"/>
                  <a:pt x="2513" y="5442"/>
                </a:cubicBezTo>
                <a:cubicBezTo>
                  <a:pt x="2573" y="5446"/>
                  <a:pt x="2633" y="5448"/>
                  <a:pt x="2693" y="5448"/>
                </a:cubicBezTo>
                <a:cubicBezTo>
                  <a:pt x="3194" y="5448"/>
                  <a:pt x="3696" y="5315"/>
                  <a:pt x="4132" y="5049"/>
                </a:cubicBezTo>
                <a:cubicBezTo>
                  <a:pt x="4680" y="4704"/>
                  <a:pt x="4989" y="4132"/>
                  <a:pt x="5132" y="3501"/>
                </a:cubicBezTo>
                <a:cubicBezTo>
                  <a:pt x="5454" y="2204"/>
                  <a:pt x="4906" y="739"/>
                  <a:pt x="3644" y="179"/>
                </a:cubicBezTo>
                <a:cubicBezTo>
                  <a:pt x="3348" y="60"/>
                  <a:pt x="3034" y="0"/>
                  <a:pt x="2720" y="0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2" name="Google Shape;1592;p38"/>
          <p:cNvSpPr txBox="1">
            <a:spLocks noGrp="1"/>
          </p:cNvSpPr>
          <p:nvPr>
            <p:ph type="title" idx="16"/>
          </p:nvPr>
        </p:nvSpPr>
        <p:spPr>
          <a:xfrm>
            <a:off x="978849" y="1808616"/>
            <a:ext cx="950700" cy="39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593" name="Google Shape;1593;p38"/>
          <p:cNvSpPr txBox="1">
            <a:spLocks noGrp="1"/>
          </p:cNvSpPr>
          <p:nvPr>
            <p:ph type="title" idx="2"/>
          </p:nvPr>
        </p:nvSpPr>
        <p:spPr>
          <a:xfrm>
            <a:off x="1929575" y="1489613"/>
            <a:ext cx="2589900" cy="44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594" name="Google Shape;1594;p38"/>
          <p:cNvSpPr txBox="1">
            <a:spLocks noGrp="1"/>
          </p:cNvSpPr>
          <p:nvPr>
            <p:ph type="title" idx="3"/>
          </p:nvPr>
        </p:nvSpPr>
        <p:spPr>
          <a:xfrm>
            <a:off x="1929575" y="1938413"/>
            <a:ext cx="2589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1595" name="Google Shape;1595;p38"/>
          <p:cNvSpPr txBox="1">
            <a:spLocks noGrp="1"/>
          </p:cNvSpPr>
          <p:nvPr>
            <p:ph type="title" idx="5"/>
          </p:nvPr>
        </p:nvSpPr>
        <p:spPr>
          <a:xfrm>
            <a:off x="5575250" y="1489613"/>
            <a:ext cx="2589900" cy="44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Science tools</a:t>
            </a:r>
            <a:endParaRPr/>
          </a:p>
        </p:txBody>
      </p:sp>
      <p:sp>
        <p:nvSpPr>
          <p:cNvPr id="1596" name="Google Shape;1596;p38"/>
          <p:cNvSpPr txBox="1">
            <a:spLocks noGrp="1"/>
          </p:cNvSpPr>
          <p:nvPr>
            <p:ph type="title" idx="6"/>
          </p:nvPr>
        </p:nvSpPr>
        <p:spPr>
          <a:xfrm>
            <a:off x="5575250" y="1938425"/>
            <a:ext cx="2589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1597" name="Google Shape;1597;p38"/>
          <p:cNvSpPr txBox="1">
            <a:spLocks noGrp="1"/>
          </p:cNvSpPr>
          <p:nvPr>
            <p:ph type="title" idx="8"/>
          </p:nvPr>
        </p:nvSpPr>
        <p:spPr>
          <a:xfrm>
            <a:off x="1929575" y="3016475"/>
            <a:ext cx="2589900" cy="44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Activities</a:t>
            </a:r>
            <a:endParaRPr/>
          </a:p>
        </p:txBody>
      </p:sp>
      <p:sp>
        <p:nvSpPr>
          <p:cNvPr id="1598" name="Google Shape;1598;p38"/>
          <p:cNvSpPr txBox="1">
            <a:spLocks noGrp="1"/>
          </p:cNvSpPr>
          <p:nvPr>
            <p:ph type="title" idx="9"/>
          </p:nvPr>
        </p:nvSpPr>
        <p:spPr>
          <a:xfrm>
            <a:off x="1929575" y="3465275"/>
            <a:ext cx="2589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1599" name="Google Shape;1599;p38"/>
          <p:cNvSpPr txBox="1">
            <a:spLocks noGrp="1"/>
          </p:cNvSpPr>
          <p:nvPr>
            <p:ph type="title" idx="14"/>
          </p:nvPr>
        </p:nvSpPr>
        <p:spPr>
          <a:xfrm>
            <a:off x="5575250" y="3016475"/>
            <a:ext cx="2589900" cy="44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us</a:t>
            </a:r>
            <a:endParaRPr/>
          </a:p>
        </p:txBody>
      </p:sp>
      <p:sp>
        <p:nvSpPr>
          <p:cNvPr id="1600" name="Google Shape;1600;p38"/>
          <p:cNvSpPr txBox="1">
            <a:spLocks noGrp="1"/>
          </p:cNvSpPr>
          <p:nvPr>
            <p:ph type="title" idx="15"/>
          </p:nvPr>
        </p:nvSpPr>
        <p:spPr>
          <a:xfrm>
            <a:off x="5575250" y="3465275"/>
            <a:ext cx="2589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grpSp>
        <p:nvGrpSpPr>
          <p:cNvPr id="1601" name="Google Shape;1601;p38"/>
          <p:cNvGrpSpPr/>
          <p:nvPr/>
        </p:nvGrpSpPr>
        <p:grpSpPr>
          <a:xfrm rot="-1301855">
            <a:off x="857840" y="4041763"/>
            <a:ext cx="485045" cy="1076411"/>
            <a:chOff x="1204300" y="2632925"/>
            <a:chExt cx="313450" cy="695650"/>
          </a:xfrm>
        </p:grpSpPr>
        <p:sp>
          <p:nvSpPr>
            <p:cNvPr id="1602" name="Google Shape;1602;p38"/>
            <p:cNvSpPr/>
            <p:nvPr/>
          </p:nvSpPr>
          <p:spPr>
            <a:xfrm>
              <a:off x="1296875" y="2887675"/>
              <a:ext cx="209875" cy="429550"/>
            </a:xfrm>
            <a:custGeom>
              <a:avLst/>
              <a:gdLst/>
              <a:ahLst/>
              <a:cxnLst/>
              <a:rect l="l" t="t" r="r" b="b"/>
              <a:pathLst>
                <a:path w="8395" h="17182" extrusionOk="0">
                  <a:moveTo>
                    <a:pt x="4834" y="1"/>
                  </a:moveTo>
                  <a:cubicBezTo>
                    <a:pt x="4334" y="680"/>
                    <a:pt x="3644" y="1204"/>
                    <a:pt x="2846" y="1489"/>
                  </a:cubicBezTo>
                  <a:cubicBezTo>
                    <a:pt x="2394" y="1650"/>
                    <a:pt x="1906" y="1739"/>
                    <a:pt x="1419" y="1739"/>
                  </a:cubicBezTo>
                  <a:cubicBezTo>
                    <a:pt x="932" y="1739"/>
                    <a:pt x="447" y="1650"/>
                    <a:pt x="1" y="1454"/>
                  </a:cubicBezTo>
                  <a:lnTo>
                    <a:pt x="1" y="1454"/>
                  </a:lnTo>
                  <a:cubicBezTo>
                    <a:pt x="322" y="2692"/>
                    <a:pt x="643" y="3930"/>
                    <a:pt x="953" y="5168"/>
                  </a:cubicBezTo>
                  <a:cubicBezTo>
                    <a:pt x="1405" y="6895"/>
                    <a:pt x="1834" y="8633"/>
                    <a:pt x="2298" y="10371"/>
                  </a:cubicBezTo>
                  <a:cubicBezTo>
                    <a:pt x="2525" y="11229"/>
                    <a:pt x="2763" y="12086"/>
                    <a:pt x="3049" y="12931"/>
                  </a:cubicBezTo>
                  <a:cubicBezTo>
                    <a:pt x="3299" y="13753"/>
                    <a:pt x="3632" y="14538"/>
                    <a:pt x="4049" y="15277"/>
                  </a:cubicBezTo>
                  <a:cubicBezTo>
                    <a:pt x="4430" y="15920"/>
                    <a:pt x="4906" y="16551"/>
                    <a:pt x="5573" y="16908"/>
                  </a:cubicBezTo>
                  <a:cubicBezTo>
                    <a:pt x="5881" y="17081"/>
                    <a:pt x="6244" y="17182"/>
                    <a:pt x="6605" y="17182"/>
                  </a:cubicBezTo>
                  <a:cubicBezTo>
                    <a:pt x="6914" y="17182"/>
                    <a:pt x="7221" y="17108"/>
                    <a:pt x="7490" y="16944"/>
                  </a:cubicBezTo>
                  <a:cubicBezTo>
                    <a:pt x="8085" y="16574"/>
                    <a:pt x="8287" y="15789"/>
                    <a:pt x="8335" y="15122"/>
                  </a:cubicBezTo>
                  <a:cubicBezTo>
                    <a:pt x="8394" y="14336"/>
                    <a:pt x="8252" y="13550"/>
                    <a:pt x="8073" y="12788"/>
                  </a:cubicBezTo>
                  <a:cubicBezTo>
                    <a:pt x="7668" y="11074"/>
                    <a:pt x="7216" y="9359"/>
                    <a:pt x="6775" y="7657"/>
                  </a:cubicBezTo>
                  <a:cubicBezTo>
                    <a:pt x="6335" y="5918"/>
                    <a:pt x="5894" y="4180"/>
                    <a:pt x="5454" y="2442"/>
                  </a:cubicBezTo>
                  <a:cubicBezTo>
                    <a:pt x="5239" y="1632"/>
                    <a:pt x="5037" y="811"/>
                    <a:pt x="4834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38"/>
            <p:cNvSpPr/>
            <p:nvPr/>
          </p:nvSpPr>
          <p:spPr>
            <a:xfrm>
              <a:off x="1295975" y="2877875"/>
              <a:ext cx="117600" cy="44750"/>
            </a:xfrm>
            <a:custGeom>
              <a:avLst/>
              <a:gdLst/>
              <a:ahLst/>
              <a:cxnLst/>
              <a:rect l="l" t="t" r="r" b="b"/>
              <a:pathLst>
                <a:path w="4704" h="1790" extrusionOk="0">
                  <a:moveTo>
                    <a:pt x="4704" y="0"/>
                  </a:moveTo>
                  <a:cubicBezTo>
                    <a:pt x="4549" y="119"/>
                    <a:pt x="4370" y="214"/>
                    <a:pt x="4192" y="298"/>
                  </a:cubicBezTo>
                  <a:cubicBezTo>
                    <a:pt x="4001" y="381"/>
                    <a:pt x="3799" y="464"/>
                    <a:pt x="3597" y="512"/>
                  </a:cubicBezTo>
                  <a:cubicBezTo>
                    <a:pt x="3156" y="619"/>
                    <a:pt x="2704" y="679"/>
                    <a:pt x="2251" y="679"/>
                  </a:cubicBezTo>
                  <a:cubicBezTo>
                    <a:pt x="2222" y="679"/>
                    <a:pt x="2194" y="680"/>
                    <a:pt x="2164" y="680"/>
                  </a:cubicBezTo>
                  <a:cubicBezTo>
                    <a:pt x="1986" y="680"/>
                    <a:pt x="1801" y="668"/>
                    <a:pt x="1617" y="668"/>
                  </a:cubicBezTo>
                  <a:cubicBezTo>
                    <a:pt x="1356" y="668"/>
                    <a:pt x="1099" y="692"/>
                    <a:pt x="870" y="810"/>
                  </a:cubicBezTo>
                  <a:cubicBezTo>
                    <a:pt x="679" y="929"/>
                    <a:pt x="489" y="1072"/>
                    <a:pt x="346" y="1238"/>
                  </a:cubicBezTo>
                  <a:cubicBezTo>
                    <a:pt x="215" y="1369"/>
                    <a:pt x="108" y="1500"/>
                    <a:pt x="1" y="1631"/>
                  </a:cubicBezTo>
                  <a:cubicBezTo>
                    <a:pt x="429" y="1731"/>
                    <a:pt x="865" y="1790"/>
                    <a:pt x="1299" y="1790"/>
                  </a:cubicBezTo>
                  <a:cubicBezTo>
                    <a:pt x="1794" y="1790"/>
                    <a:pt x="2287" y="1714"/>
                    <a:pt x="2763" y="1536"/>
                  </a:cubicBezTo>
                  <a:cubicBezTo>
                    <a:pt x="3549" y="1226"/>
                    <a:pt x="4216" y="691"/>
                    <a:pt x="4704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38"/>
            <p:cNvSpPr/>
            <p:nvPr/>
          </p:nvSpPr>
          <p:spPr>
            <a:xfrm>
              <a:off x="1215625" y="2642425"/>
              <a:ext cx="197650" cy="269400"/>
            </a:xfrm>
            <a:custGeom>
              <a:avLst/>
              <a:gdLst/>
              <a:ahLst/>
              <a:cxnLst/>
              <a:rect l="l" t="t" r="r" b="b"/>
              <a:pathLst>
                <a:path w="7906" h="10776" extrusionOk="0">
                  <a:moveTo>
                    <a:pt x="5093" y="415"/>
                  </a:moveTo>
                  <a:cubicBezTo>
                    <a:pt x="5244" y="415"/>
                    <a:pt x="5394" y="452"/>
                    <a:pt x="5489" y="560"/>
                  </a:cubicBezTo>
                  <a:cubicBezTo>
                    <a:pt x="5679" y="774"/>
                    <a:pt x="5465" y="1048"/>
                    <a:pt x="5275" y="1167"/>
                  </a:cubicBezTo>
                  <a:cubicBezTo>
                    <a:pt x="4751" y="1477"/>
                    <a:pt x="4191" y="1715"/>
                    <a:pt x="3620" y="1881"/>
                  </a:cubicBezTo>
                  <a:cubicBezTo>
                    <a:pt x="3060" y="2072"/>
                    <a:pt x="2489" y="2203"/>
                    <a:pt x="1905" y="2274"/>
                  </a:cubicBezTo>
                  <a:cubicBezTo>
                    <a:pt x="1835" y="2282"/>
                    <a:pt x="1742" y="2289"/>
                    <a:pt x="1639" y="2289"/>
                  </a:cubicBezTo>
                  <a:cubicBezTo>
                    <a:pt x="1271" y="2289"/>
                    <a:pt x="788" y="2203"/>
                    <a:pt x="881" y="1774"/>
                  </a:cubicBezTo>
                  <a:cubicBezTo>
                    <a:pt x="917" y="1560"/>
                    <a:pt x="1119" y="1417"/>
                    <a:pt x="1298" y="1334"/>
                  </a:cubicBezTo>
                  <a:cubicBezTo>
                    <a:pt x="1548" y="1215"/>
                    <a:pt x="1810" y="1119"/>
                    <a:pt x="2084" y="1060"/>
                  </a:cubicBezTo>
                  <a:cubicBezTo>
                    <a:pt x="2119" y="1060"/>
                    <a:pt x="2131" y="1119"/>
                    <a:pt x="2096" y="1131"/>
                  </a:cubicBezTo>
                  <a:cubicBezTo>
                    <a:pt x="1834" y="1227"/>
                    <a:pt x="1584" y="1369"/>
                    <a:pt x="1357" y="1548"/>
                  </a:cubicBezTo>
                  <a:cubicBezTo>
                    <a:pt x="1274" y="1596"/>
                    <a:pt x="1203" y="1667"/>
                    <a:pt x="1167" y="1762"/>
                  </a:cubicBezTo>
                  <a:cubicBezTo>
                    <a:pt x="1119" y="1881"/>
                    <a:pt x="1226" y="1929"/>
                    <a:pt x="1322" y="1941"/>
                  </a:cubicBezTo>
                  <a:cubicBezTo>
                    <a:pt x="1383" y="1947"/>
                    <a:pt x="1445" y="1950"/>
                    <a:pt x="1506" y="1950"/>
                  </a:cubicBezTo>
                  <a:cubicBezTo>
                    <a:pt x="1682" y="1950"/>
                    <a:pt x="1856" y="1926"/>
                    <a:pt x="2024" y="1881"/>
                  </a:cubicBezTo>
                  <a:cubicBezTo>
                    <a:pt x="2286" y="1834"/>
                    <a:pt x="2536" y="1774"/>
                    <a:pt x="2786" y="1703"/>
                  </a:cubicBezTo>
                  <a:cubicBezTo>
                    <a:pt x="3298" y="1560"/>
                    <a:pt x="3810" y="1381"/>
                    <a:pt x="4298" y="1179"/>
                  </a:cubicBezTo>
                  <a:cubicBezTo>
                    <a:pt x="4536" y="1084"/>
                    <a:pt x="4786" y="965"/>
                    <a:pt x="5013" y="846"/>
                  </a:cubicBezTo>
                  <a:cubicBezTo>
                    <a:pt x="5048" y="834"/>
                    <a:pt x="5108" y="786"/>
                    <a:pt x="5132" y="762"/>
                  </a:cubicBezTo>
                  <a:cubicBezTo>
                    <a:pt x="5084" y="750"/>
                    <a:pt x="5036" y="738"/>
                    <a:pt x="4989" y="727"/>
                  </a:cubicBezTo>
                  <a:cubicBezTo>
                    <a:pt x="4906" y="715"/>
                    <a:pt x="4834" y="715"/>
                    <a:pt x="4763" y="715"/>
                  </a:cubicBezTo>
                  <a:cubicBezTo>
                    <a:pt x="4620" y="715"/>
                    <a:pt x="4584" y="512"/>
                    <a:pt x="4727" y="477"/>
                  </a:cubicBezTo>
                  <a:cubicBezTo>
                    <a:pt x="4827" y="443"/>
                    <a:pt x="4961" y="415"/>
                    <a:pt x="5093" y="415"/>
                  </a:cubicBezTo>
                  <a:close/>
                  <a:moveTo>
                    <a:pt x="5239" y="0"/>
                  </a:moveTo>
                  <a:cubicBezTo>
                    <a:pt x="4810" y="12"/>
                    <a:pt x="4382" y="60"/>
                    <a:pt x="3965" y="155"/>
                  </a:cubicBezTo>
                  <a:cubicBezTo>
                    <a:pt x="3048" y="298"/>
                    <a:pt x="2143" y="548"/>
                    <a:pt x="1286" y="893"/>
                  </a:cubicBezTo>
                  <a:cubicBezTo>
                    <a:pt x="703" y="1131"/>
                    <a:pt x="0" y="1679"/>
                    <a:pt x="95" y="2393"/>
                  </a:cubicBezTo>
                  <a:cubicBezTo>
                    <a:pt x="143" y="2763"/>
                    <a:pt x="441" y="3001"/>
                    <a:pt x="786" y="3084"/>
                  </a:cubicBezTo>
                  <a:lnTo>
                    <a:pt x="905" y="3108"/>
                  </a:lnTo>
                  <a:cubicBezTo>
                    <a:pt x="935" y="3088"/>
                    <a:pt x="967" y="3078"/>
                    <a:pt x="998" y="3078"/>
                  </a:cubicBezTo>
                  <a:cubicBezTo>
                    <a:pt x="1042" y="3078"/>
                    <a:pt x="1085" y="3097"/>
                    <a:pt x="1119" y="3132"/>
                  </a:cubicBezTo>
                  <a:cubicBezTo>
                    <a:pt x="1465" y="3120"/>
                    <a:pt x="1810" y="3072"/>
                    <a:pt x="2131" y="2953"/>
                  </a:cubicBezTo>
                  <a:cubicBezTo>
                    <a:pt x="2167" y="2953"/>
                    <a:pt x="2179" y="2989"/>
                    <a:pt x="2143" y="3001"/>
                  </a:cubicBezTo>
                  <a:cubicBezTo>
                    <a:pt x="1869" y="3132"/>
                    <a:pt x="1572" y="3251"/>
                    <a:pt x="1274" y="3334"/>
                  </a:cubicBezTo>
                  <a:lnTo>
                    <a:pt x="1203" y="3346"/>
                  </a:lnTo>
                  <a:cubicBezTo>
                    <a:pt x="1298" y="3715"/>
                    <a:pt x="1405" y="4096"/>
                    <a:pt x="1500" y="4465"/>
                  </a:cubicBezTo>
                  <a:cubicBezTo>
                    <a:pt x="2048" y="6561"/>
                    <a:pt x="2596" y="8668"/>
                    <a:pt x="3143" y="10775"/>
                  </a:cubicBezTo>
                  <a:cubicBezTo>
                    <a:pt x="3286" y="10490"/>
                    <a:pt x="3501" y="10252"/>
                    <a:pt x="3751" y="10061"/>
                  </a:cubicBezTo>
                  <a:cubicBezTo>
                    <a:pt x="4069" y="9800"/>
                    <a:pt x="4427" y="9759"/>
                    <a:pt x="4805" y="9759"/>
                  </a:cubicBezTo>
                  <a:cubicBezTo>
                    <a:pt x="4893" y="9759"/>
                    <a:pt x="4982" y="9761"/>
                    <a:pt x="5072" y="9763"/>
                  </a:cubicBezTo>
                  <a:cubicBezTo>
                    <a:pt x="5169" y="9768"/>
                    <a:pt x="5267" y="9771"/>
                    <a:pt x="5365" y="9771"/>
                  </a:cubicBezTo>
                  <a:cubicBezTo>
                    <a:pt x="5747" y="9771"/>
                    <a:pt x="6131" y="9734"/>
                    <a:pt x="6501" y="9668"/>
                  </a:cubicBezTo>
                  <a:cubicBezTo>
                    <a:pt x="6739" y="9620"/>
                    <a:pt x="6965" y="9549"/>
                    <a:pt x="7192" y="9466"/>
                  </a:cubicBezTo>
                  <a:cubicBezTo>
                    <a:pt x="7287" y="9418"/>
                    <a:pt x="7394" y="9370"/>
                    <a:pt x="7489" y="9311"/>
                  </a:cubicBezTo>
                  <a:cubicBezTo>
                    <a:pt x="7596" y="9251"/>
                    <a:pt x="7703" y="9156"/>
                    <a:pt x="7811" y="9109"/>
                  </a:cubicBezTo>
                  <a:cubicBezTo>
                    <a:pt x="7827" y="9100"/>
                    <a:pt x="7850" y="9092"/>
                    <a:pt x="7875" y="9092"/>
                  </a:cubicBezTo>
                  <a:cubicBezTo>
                    <a:pt x="7885" y="9092"/>
                    <a:pt x="7895" y="9093"/>
                    <a:pt x="7906" y="9097"/>
                  </a:cubicBezTo>
                  <a:lnTo>
                    <a:pt x="7370" y="7001"/>
                  </a:lnTo>
                  <a:cubicBezTo>
                    <a:pt x="6941" y="5310"/>
                    <a:pt x="6501" y="3632"/>
                    <a:pt x="6001" y="1977"/>
                  </a:cubicBezTo>
                  <a:cubicBezTo>
                    <a:pt x="5679" y="2143"/>
                    <a:pt x="5334" y="2262"/>
                    <a:pt x="5013" y="2417"/>
                  </a:cubicBezTo>
                  <a:cubicBezTo>
                    <a:pt x="4981" y="2437"/>
                    <a:pt x="4950" y="2446"/>
                    <a:pt x="4921" y="2446"/>
                  </a:cubicBezTo>
                  <a:cubicBezTo>
                    <a:pt x="4777" y="2446"/>
                    <a:pt x="4687" y="2231"/>
                    <a:pt x="4846" y="2131"/>
                  </a:cubicBezTo>
                  <a:cubicBezTo>
                    <a:pt x="5251" y="1870"/>
                    <a:pt x="5763" y="1739"/>
                    <a:pt x="6120" y="1393"/>
                  </a:cubicBezTo>
                  <a:cubicBezTo>
                    <a:pt x="6418" y="1108"/>
                    <a:pt x="6608" y="679"/>
                    <a:pt x="6263" y="334"/>
                  </a:cubicBezTo>
                  <a:cubicBezTo>
                    <a:pt x="6001" y="60"/>
                    <a:pt x="5608" y="0"/>
                    <a:pt x="5239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8"/>
            <p:cNvSpPr/>
            <p:nvPr/>
          </p:nvSpPr>
          <p:spPr>
            <a:xfrm>
              <a:off x="1204300" y="2632925"/>
              <a:ext cx="313450" cy="695650"/>
            </a:xfrm>
            <a:custGeom>
              <a:avLst/>
              <a:gdLst/>
              <a:ahLst/>
              <a:cxnLst/>
              <a:rect l="l" t="t" r="r" b="b"/>
              <a:pathLst>
                <a:path w="12538" h="27826" extrusionOk="0">
                  <a:moveTo>
                    <a:pt x="5692" y="356"/>
                  </a:moveTo>
                  <a:cubicBezTo>
                    <a:pt x="6061" y="356"/>
                    <a:pt x="6454" y="428"/>
                    <a:pt x="6716" y="702"/>
                  </a:cubicBezTo>
                  <a:cubicBezTo>
                    <a:pt x="7061" y="1047"/>
                    <a:pt x="6871" y="1464"/>
                    <a:pt x="6573" y="1761"/>
                  </a:cubicBezTo>
                  <a:cubicBezTo>
                    <a:pt x="6216" y="2107"/>
                    <a:pt x="5704" y="2238"/>
                    <a:pt x="5299" y="2500"/>
                  </a:cubicBezTo>
                  <a:cubicBezTo>
                    <a:pt x="5140" y="2599"/>
                    <a:pt x="5230" y="2814"/>
                    <a:pt x="5374" y="2814"/>
                  </a:cubicBezTo>
                  <a:cubicBezTo>
                    <a:pt x="5403" y="2814"/>
                    <a:pt x="5434" y="2805"/>
                    <a:pt x="5466" y="2785"/>
                  </a:cubicBezTo>
                  <a:cubicBezTo>
                    <a:pt x="5787" y="2631"/>
                    <a:pt x="6132" y="2511"/>
                    <a:pt x="6454" y="2345"/>
                  </a:cubicBezTo>
                  <a:cubicBezTo>
                    <a:pt x="6954" y="4000"/>
                    <a:pt x="7383" y="5690"/>
                    <a:pt x="7811" y="7369"/>
                  </a:cubicBezTo>
                  <a:lnTo>
                    <a:pt x="8347" y="9465"/>
                  </a:lnTo>
                  <a:cubicBezTo>
                    <a:pt x="8323" y="9465"/>
                    <a:pt x="8287" y="9465"/>
                    <a:pt x="8264" y="9477"/>
                  </a:cubicBezTo>
                  <a:cubicBezTo>
                    <a:pt x="8145" y="9536"/>
                    <a:pt x="8049" y="9619"/>
                    <a:pt x="7930" y="9691"/>
                  </a:cubicBezTo>
                  <a:cubicBezTo>
                    <a:pt x="7835" y="9739"/>
                    <a:pt x="7740" y="9786"/>
                    <a:pt x="7633" y="9834"/>
                  </a:cubicBezTo>
                  <a:cubicBezTo>
                    <a:pt x="7418" y="9917"/>
                    <a:pt x="7192" y="9989"/>
                    <a:pt x="6954" y="10036"/>
                  </a:cubicBezTo>
                  <a:cubicBezTo>
                    <a:pt x="6575" y="10103"/>
                    <a:pt x="6196" y="10139"/>
                    <a:pt x="5817" y="10139"/>
                  </a:cubicBezTo>
                  <a:cubicBezTo>
                    <a:pt x="5720" y="10139"/>
                    <a:pt x="5622" y="10136"/>
                    <a:pt x="5525" y="10131"/>
                  </a:cubicBezTo>
                  <a:cubicBezTo>
                    <a:pt x="5491" y="10131"/>
                    <a:pt x="5457" y="10131"/>
                    <a:pt x="5423" y="10131"/>
                  </a:cubicBezTo>
                  <a:cubicBezTo>
                    <a:pt x="4983" y="10131"/>
                    <a:pt x="4557" y="10142"/>
                    <a:pt x="4192" y="10429"/>
                  </a:cubicBezTo>
                  <a:cubicBezTo>
                    <a:pt x="3942" y="10632"/>
                    <a:pt x="3739" y="10870"/>
                    <a:pt x="3584" y="11143"/>
                  </a:cubicBezTo>
                  <a:cubicBezTo>
                    <a:pt x="3049" y="9048"/>
                    <a:pt x="2501" y="6941"/>
                    <a:pt x="1953" y="4833"/>
                  </a:cubicBezTo>
                  <a:cubicBezTo>
                    <a:pt x="1858" y="4464"/>
                    <a:pt x="1763" y="4095"/>
                    <a:pt x="1656" y="3726"/>
                  </a:cubicBezTo>
                  <a:lnTo>
                    <a:pt x="1715" y="3714"/>
                  </a:lnTo>
                  <a:cubicBezTo>
                    <a:pt x="2025" y="3619"/>
                    <a:pt x="2311" y="3512"/>
                    <a:pt x="2596" y="3369"/>
                  </a:cubicBezTo>
                  <a:cubicBezTo>
                    <a:pt x="2617" y="3369"/>
                    <a:pt x="2610" y="3331"/>
                    <a:pt x="2592" y="3331"/>
                  </a:cubicBezTo>
                  <a:cubicBezTo>
                    <a:pt x="2589" y="3331"/>
                    <a:pt x="2587" y="3332"/>
                    <a:pt x="2584" y="3333"/>
                  </a:cubicBezTo>
                  <a:cubicBezTo>
                    <a:pt x="2263" y="3440"/>
                    <a:pt x="1918" y="3500"/>
                    <a:pt x="1572" y="3500"/>
                  </a:cubicBezTo>
                  <a:cubicBezTo>
                    <a:pt x="1538" y="3465"/>
                    <a:pt x="1491" y="3446"/>
                    <a:pt x="1446" y="3446"/>
                  </a:cubicBezTo>
                  <a:cubicBezTo>
                    <a:pt x="1414" y="3446"/>
                    <a:pt x="1383" y="3456"/>
                    <a:pt x="1358" y="3476"/>
                  </a:cubicBezTo>
                  <a:lnTo>
                    <a:pt x="1239" y="3464"/>
                  </a:lnTo>
                  <a:cubicBezTo>
                    <a:pt x="894" y="3369"/>
                    <a:pt x="584" y="3131"/>
                    <a:pt x="548" y="2762"/>
                  </a:cubicBezTo>
                  <a:cubicBezTo>
                    <a:pt x="453" y="2047"/>
                    <a:pt x="1156" y="1499"/>
                    <a:pt x="1739" y="1249"/>
                  </a:cubicBezTo>
                  <a:cubicBezTo>
                    <a:pt x="2596" y="904"/>
                    <a:pt x="3501" y="666"/>
                    <a:pt x="4418" y="523"/>
                  </a:cubicBezTo>
                  <a:cubicBezTo>
                    <a:pt x="4835" y="428"/>
                    <a:pt x="5263" y="380"/>
                    <a:pt x="5692" y="356"/>
                  </a:cubicBezTo>
                  <a:close/>
                  <a:moveTo>
                    <a:pt x="8359" y="9798"/>
                  </a:moveTo>
                  <a:cubicBezTo>
                    <a:pt x="7883" y="10489"/>
                    <a:pt x="7204" y="11024"/>
                    <a:pt x="6418" y="11334"/>
                  </a:cubicBezTo>
                  <a:cubicBezTo>
                    <a:pt x="5942" y="11512"/>
                    <a:pt x="5449" y="11588"/>
                    <a:pt x="4954" y="11588"/>
                  </a:cubicBezTo>
                  <a:cubicBezTo>
                    <a:pt x="4520" y="11588"/>
                    <a:pt x="4084" y="11529"/>
                    <a:pt x="3656" y="11429"/>
                  </a:cubicBezTo>
                  <a:cubicBezTo>
                    <a:pt x="3763" y="11286"/>
                    <a:pt x="3882" y="11167"/>
                    <a:pt x="4001" y="11036"/>
                  </a:cubicBezTo>
                  <a:cubicBezTo>
                    <a:pt x="4156" y="10858"/>
                    <a:pt x="4335" y="10715"/>
                    <a:pt x="4525" y="10596"/>
                  </a:cubicBezTo>
                  <a:cubicBezTo>
                    <a:pt x="4740" y="10485"/>
                    <a:pt x="4983" y="10460"/>
                    <a:pt x="5228" y="10460"/>
                  </a:cubicBezTo>
                  <a:cubicBezTo>
                    <a:pt x="5433" y="10460"/>
                    <a:pt x="5639" y="10478"/>
                    <a:pt x="5832" y="10478"/>
                  </a:cubicBezTo>
                  <a:cubicBezTo>
                    <a:pt x="5857" y="10478"/>
                    <a:pt x="5882" y="10477"/>
                    <a:pt x="5906" y="10477"/>
                  </a:cubicBezTo>
                  <a:cubicBezTo>
                    <a:pt x="6359" y="10477"/>
                    <a:pt x="6811" y="10417"/>
                    <a:pt x="7252" y="10310"/>
                  </a:cubicBezTo>
                  <a:cubicBezTo>
                    <a:pt x="7454" y="10251"/>
                    <a:pt x="7656" y="10179"/>
                    <a:pt x="7859" y="10084"/>
                  </a:cubicBezTo>
                  <a:cubicBezTo>
                    <a:pt x="8037" y="10012"/>
                    <a:pt x="8204" y="9917"/>
                    <a:pt x="8359" y="9798"/>
                  </a:cubicBezTo>
                  <a:close/>
                  <a:moveTo>
                    <a:pt x="8537" y="10179"/>
                  </a:moveTo>
                  <a:cubicBezTo>
                    <a:pt x="8752" y="11001"/>
                    <a:pt x="8954" y="11810"/>
                    <a:pt x="9169" y="12620"/>
                  </a:cubicBezTo>
                  <a:cubicBezTo>
                    <a:pt x="9597" y="14358"/>
                    <a:pt x="10038" y="16096"/>
                    <a:pt x="10490" y="17847"/>
                  </a:cubicBezTo>
                  <a:cubicBezTo>
                    <a:pt x="10919" y="19549"/>
                    <a:pt x="11371" y="21264"/>
                    <a:pt x="11776" y="22978"/>
                  </a:cubicBezTo>
                  <a:cubicBezTo>
                    <a:pt x="11966" y="23740"/>
                    <a:pt x="12109" y="24526"/>
                    <a:pt x="12050" y="25312"/>
                  </a:cubicBezTo>
                  <a:cubicBezTo>
                    <a:pt x="12002" y="25979"/>
                    <a:pt x="11800" y="26764"/>
                    <a:pt x="11193" y="27134"/>
                  </a:cubicBezTo>
                  <a:cubicBezTo>
                    <a:pt x="10924" y="27298"/>
                    <a:pt x="10619" y="27372"/>
                    <a:pt x="10313" y="27372"/>
                  </a:cubicBezTo>
                  <a:cubicBezTo>
                    <a:pt x="9956" y="27372"/>
                    <a:pt x="9596" y="27271"/>
                    <a:pt x="9288" y="27098"/>
                  </a:cubicBezTo>
                  <a:cubicBezTo>
                    <a:pt x="8621" y="26729"/>
                    <a:pt x="8145" y="26110"/>
                    <a:pt x="7764" y="25467"/>
                  </a:cubicBezTo>
                  <a:cubicBezTo>
                    <a:pt x="7347" y="24728"/>
                    <a:pt x="7002" y="23943"/>
                    <a:pt x="6752" y="23121"/>
                  </a:cubicBezTo>
                  <a:cubicBezTo>
                    <a:pt x="6478" y="22276"/>
                    <a:pt x="6228" y="21419"/>
                    <a:pt x="6001" y="20561"/>
                  </a:cubicBezTo>
                  <a:cubicBezTo>
                    <a:pt x="5537" y="18835"/>
                    <a:pt x="5108" y="17097"/>
                    <a:pt x="4656" y="15358"/>
                  </a:cubicBezTo>
                  <a:cubicBezTo>
                    <a:pt x="4346" y="14120"/>
                    <a:pt x="4025" y="12882"/>
                    <a:pt x="3715" y="11644"/>
                  </a:cubicBezTo>
                  <a:lnTo>
                    <a:pt x="3715" y="11644"/>
                  </a:lnTo>
                  <a:cubicBezTo>
                    <a:pt x="4156" y="11840"/>
                    <a:pt x="4641" y="11929"/>
                    <a:pt x="5128" y="11929"/>
                  </a:cubicBezTo>
                  <a:cubicBezTo>
                    <a:pt x="5614" y="11929"/>
                    <a:pt x="6103" y="11840"/>
                    <a:pt x="6549" y="11679"/>
                  </a:cubicBezTo>
                  <a:cubicBezTo>
                    <a:pt x="7347" y="11394"/>
                    <a:pt x="8037" y="10870"/>
                    <a:pt x="8537" y="10179"/>
                  </a:cubicBezTo>
                  <a:close/>
                  <a:moveTo>
                    <a:pt x="5695" y="1"/>
                  </a:moveTo>
                  <a:cubicBezTo>
                    <a:pt x="5437" y="1"/>
                    <a:pt x="5182" y="28"/>
                    <a:pt x="4930" y="83"/>
                  </a:cubicBezTo>
                  <a:cubicBezTo>
                    <a:pt x="4358" y="178"/>
                    <a:pt x="3787" y="297"/>
                    <a:pt x="3215" y="452"/>
                  </a:cubicBezTo>
                  <a:cubicBezTo>
                    <a:pt x="2692" y="571"/>
                    <a:pt x="2191" y="726"/>
                    <a:pt x="1679" y="916"/>
                  </a:cubicBezTo>
                  <a:cubicBezTo>
                    <a:pt x="894" y="1214"/>
                    <a:pt x="1" y="1714"/>
                    <a:pt x="25" y="2678"/>
                  </a:cubicBezTo>
                  <a:cubicBezTo>
                    <a:pt x="36" y="3226"/>
                    <a:pt x="453" y="3607"/>
                    <a:pt x="965" y="3726"/>
                  </a:cubicBezTo>
                  <a:cubicBezTo>
                    <a:pt x="1072" y="3750"/>
                    <a:pt x="1179" y="3750"/>
                    <a:pt x="1298" y="3762"/>
                  </a:cubicBezTo>
                  <a:cubicBezTo>
                    <a:pt x="1703" y="5548"/>
                    <a:pt x="2156" y="7298"/>
                    <a:pt x="2608" y="9096"/>
                  </a:cubicBezTo>
                  <a:cubicBezTo>
                    <a:pt x="3049" y="10893"/>
                    <a:pt x="3513" y="12679"/>
                    <a:pt x="3965" y="14477"/>
                  </a:cubicBezTo>
                  <a:cubicBezTo>
                    <a:pt x="4430" y="16275"/>
                    <a:pt x="4882" y="18085"/>
                    <a:pt x="5347" y="19883"/>
                  </a:cubicBezTo>
                  <a:cubicBezTo>
                    <a:pt x="5573" y="20752"/>
                    <a:pt x="5811" y="21633"/>
                    <a:pt x="6073" y="22502"/>
                  </a:cubicBezTo>
                  <a:cubicBezTo>
                    <a:pt x="6323" y="23359"/>
                    <a:pt x="6632" y="24205"/>
                    <a:pt x="7002" y="25026"/>
                  </a:cubicBezTo>
                  <a:cubicBezTo>
                    <a:pt x="7635" y="26316"/>
                    <a:pt x="8695" y="27825"/>
                    <a:pt x="10285" y="27825"/>
                  </a:cubicBezTo>
                  <a:cubicBezTo>
                    <a:pt x="10310" y="27825"/>
                    <a:pt x="10334" y="27825"/>
                    <a:pt x="10359" y="27824"/>
                  </a:cubicBezTo>
                  <a:cubicBezTo>
                    <a:pt x="11085" y="27812"/>
                    <a:pt x="11752" y="27419"/>
                    <a:pt x="12097" y="26776"/>
                  </a:cubicBezTo>
                  <a:cubicBezTo>
                    <a:pt x="12467" y="26098"/>
                    <a:pt x="12538" y="25264"/>
                    <a:pt x="12478" y="24502"/>
                  </a:cubicBezTo>
                  <a:cubicBezTo>
                    <a:pt x="12395" y="23716"/>
                    <a:pt x="12252" y="22931"/>
                    <a:pt x="12026" y="22157"/>
                  </a:cubicBezTo>
                  <a:cubicBezTo>
                    <a:pt x="11800" y="21252"/>
                    <a:pt x="11574" y="20347"/>
                    <a:pt x="11335" y="19442"/>
                  </a:cubicBezTo>
                  <a:lnTo>
                    <a:pt x="9978" y="14072"/>
                  </a:lnTo>
                  <a:cubicBezTo>
                    <a:pt x="9526" y="12275"/>
                    <a:pt x="9085" y="10477"/>
                    <a:pt x="8633" y="8691"/>
                  </a:cubicBezTo>
                  <a:cubicBezTo>
                    <a:pt x="8192" y="6917"/>
                    <a:pt x="7764" y="5131"/>
                    <a:pt x="7240" y="3369"/>
                  </a:cubicBezTo>
                  <a:cubicBezTo>
                    <a:pt x="7109" y="2940"/>
                    <a:pt x="6978" y="2511"/>
                    <a:pt x="6847" y="2083"/>
                  </a:cubicBezTo>
                  <a:lnTo>
                    <a:pt x="6859" y="2071"/>
                  </a:lnTo>
                  <a:cubicBezTo>
                    <a:pt x="7180" y="1797"/>
                    <a:pt x="7394" y="1333"/>
                    <a:pt x="7287" y="904"/>
                  </a:cubicBezTo>
                  <a:cubicBezTo>
                    <a:pt x="7168" y="440"/>
                    <a:pt x="6716" y="142"/>
                    <a:pt x="6275" y="47"/>
                  </a:cubicBezTo>
                  <a:cubicBezTo>
                    <a:pt x="6081" y="16"/>
                    <a:pt x="5887" y="1"/>
                    <a:pt x="56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8"/>
            <p:cNvSpPr/>
            <p:nvPr/>
          </p:nvSpPr>
          <p:spPr>
            <a:xfrm>
              <a:off x="1235325" y="2652900"/>
              <a:ext cx="122600" cy="46750"/>
            </a:xfrm>
            <a:custGeom>
              <a:avLst/>
              <a:gdLst/>
              <a:ahLst/>
              <a:cxnLst/>
              <a:rect l="l" t="t" r="r" b="b"/>
              <a:pathLst>
                <a:path w="4904" h="1870" extrusionOk="0">
                  <a:moveTo>
                    <a:pt x="4330" y="1"/>
                  </a:moveTo>
                  <a:cubicBezTo>
                    <a:pt x="4193" y="1"/>
                    <a:pt x="4053" y="29"/>
                    <a:pt x="3951" y="58"/>
                  </a:cubicBezTo>
                  <a:cubicBezTo>
                    <a:pt x="3808" y="93"/>
                    <a:pt x="3844" y="296"/>
                    <a:pt x="3987" y="296"/>
                  </a:cubicBezTo>
                  <a:cubicBezTo>
                    <a:pt x="4058" y="296"/>
                    <a:pt x="4129" y="296"/>
                    <a:pt x="4213" y="308"/>
                  </a:cubicBezTo>
                  <a:cubicBezTo>
                    <a:pt x="4260" y="319"/>
                    <a:pt x="4308" y="331"/>
                    <a:pt x="4356" y="343"/>
                  </a:cubicBezTo>
                  <a:cubicBezTo>
                    <a:pt x="4320" y="355"/>
                    <a:pt x="4260" y="415"/>
                    <a:pt x="4225" y="427"/>
                  </a:cubicBezTo>
                  <a:cubicBezTo>
                    <a:pt x="3998" y="546"/>
                    <a:pt x="3748" y="653"/>
                    <a:pt x="3510" y="760"/>
                  </a:cubicBezTo>
                  <a:cubicBezTo>
                    <a:pt x="3022" y="962"/>
                    <a:pt x="2510" y="1141"/>
                    <a:pt x="1998" y="1284"/>
                  </a:cubicBezTo>
                  <a:cubicBezTo>
                    <a:pt x="1748" y="1355"/>
                    <a:pt x="1498" y="1415"/>
                    <a:pt x="1236" y="1462"/>
                  </a:cubicBezTo>
                  <a:cubicBezTo>
                    <a:pt x="1068" y="1507"/>
                    <a:pt x="894" y="1531"/>
                    <a:pt x="718" y="1531"/>
                  </a:cubicBezTo>
                  <a:cubicBezTo>
                    <a:pt x="657" y="1531"/>
                    <a:pt x="595" y="1528"/>
                    <a:pt x="534" y="1522"/>
                  </a:cubicBezTo>
                  <a:cubicBezTo>
                    <a:pt x="438" y="1510"/>
                    <a:pt x="331" y="1462"/>
                    <a:pt x="379" y="1343"/>
                  </a:cubicBezTo>
                  <a:cubicBezTo>
                    <a:pt x="415" y="1248"/>
                    <a:pt x="486" y="1177"/>
                    <a:pt x="569" y="1129"/>
                  </a:cubicBezTo>
                  <a:cubicBezTo>
                    <a:pt x="796" y="950"/>
                    <a:pt x="1046" y="808"/>
                    <a:pt x="1308" y="712"/>
                  </a:cubicBezTo>
                  <a:cubicBezTo>
                    <a:pt x="1343" y="700"/>
                    <a:pt x="1331" y="641"/>
                    <a:pt x="1296" y="641"/>
                  </a:cubicBezTo>
                  <a:cubicBezTo>
                    <a:pt x="1022" y="700"/>
                    <a:pt x="760" y="796"/>
                    <a:pt x="510" y="915"/>
                  </a:cubicBezTo>
                  <a:cubicBezTo>
                    <a:pt x="331" y="998"/>
                    <a:pt x="129" y="1141"/>
                    <a:pt x="93" y="1355"/>
                  </a:cubicBezTo>
                  <a:cubicBezTo>
                    <a:pt x="0" y="1784"/>
                    <a:pt x="483" y="1870"/>
                    <a:pt x="851" y="1870"/>
                  </a:cubicBezTo>
                  <a:cubicBezTo>
                    <a:pt x="954" y="1870"/>
                    <a:pt x="1047" y="1863"/>
                    <a:pt x="1117" y="1855"/>
                  </a:cubicBezTo>
                  <a:cubicBezTo>
                    <a:pt x="1701" y="1784"/>
                    <a:pt x="2272" y="1653"/>
                    <a:pt x="2832" y="1462"/>
                  </a:cubicBezTo>
                  <a:cubicBezTo>
                    <a:pt x="3415" y="1296"/>
                    <a:pt x="3975" y="1058"/>
                    <a:pt x="4499" y="748"/>
                  </a:cubicBezTo>
                  <a:cubicBezTo>
                    <a:pt x="4689" y="629"/>
                    <a:pt x="4903" y="355"/>
                    <a:pt x="4713" y="141"/>
                  </a:cubicBezTo>
                  <a:cubicBezTo>
                    <a:pt x="4626" y="35"/>
                    <a:pt x="4480" y="1"/>
                    <a:pt x="43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07" name="Google Shape;1607;p38"/>
          <p:cNvSpPr/>
          <p:nvPr/>
        </p:nvSpPr>
        <p:spPr>
          <a:xfrm>
            <a:off x="4698101" y="1607360"/>
            <a:ext cx="800947" cy="800012"/>
          </a:xfrm>
          <a:custGeom>
            <a:avLst/>
            <a:gdLst/>
            <a:ahLst/>
            <a:cxnLst/>
            <a:rect l="l" t="t" r="r" b="b"/>
            <a:pathLst>
              <a:path w="5454" h="5448" extrusionOk="0">
                <a:moveTo>
                  <a:pt x="2720" y="0"/>
                </a:moveTo>
                <a:cubicBezTo>
                  <a:pt x="2376" y="0"/>
                  <a:pt x="2033" y="72"/>
                  <a:pt x="1715" y="215"/>
                </a:cubicBezTo>
                <a:cubicBezTo>
                  <a:pt x="763" y="870"/>
                  <a:pt x="1" y="1858"/>
                  <a:pt x="24" y="3073"/>
                </a:cubicBezTo>
                <a:cubicBezTo>
                  <a:pt x="60" y="4442"/>
                  <a:pt x="1191" y="5382"/>
                  <a:pt x="2513" y="5442"/>
                </a:cubicBezTo>
                <a:cubicBezTo>
                  <a:pt x="2573" y="5446"/>
                  <a:pt x="2633" y="5448"/>
                  <a:pt x="2693" y="5448"/>
                </a:cubicBezTo>
                <a:cubicBezTo>
                  <a:pt x="3194" y="5448"/>
                  <a:pt x="3696" y="5315"/>
                  <a:pt x="4132" y="5049"/>
                </a:cubicBezTo>
                <a:cubicBezTo>
                  <a:pt x="4680" y="4704"/>
                  <a:pt x="4989" y="4132"/>
                  <a:pt x="5132" y="3501"/>
                </a:cubicBezTo>
                <a:cubicBezTo>
                  <a:pt x="5454" y="2204"/>
                  <a:pt x="4906" y="739"/>
                  <a:pt x="3644" y="179"/>
                </a:cubicBezTo>
                <a:cubicBezTo>
                  <a:pt x="3348" y="60"/>
                  <a:pt x="3034" y="0"/>
                  <a:pt x="2720" y="0"/>
                </a:cubicBez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8" name="Google Shape;1608;p38"/>
          <p:cNvSpPr/>
          <p:nvPr/>
        </p:nvSpPr>
        <p:spPr>
          <a:xfrm>
            <a:off x="1053725" y="3127221"/>
            <a:ext cx="800947" cy="800012"/>
          </a:xfrm>
          <a:custGeom>
            <a:avLst/>
            <a:gdLst/>
            <a:ahLst/>
            <a:cxnLst/>
            <a:rect l="l" t="t" r="r" b="b"/>
            <a:pathLst>
              <a:path w="5454" h="5448" extrusionOk="0">
                <a:moveTo>
                  <a:pt x="2720" y="0"/>
                </a:moveTo>
                <a:cubicBezTo>
                  <a:pt x="2376" y="0"/>
                  <a:pt x="2033" y="72"/>
                  <a:pt x="1715" y="215"/>
                </a:cubicBezTo>
                <a:cubicBezTo>
                  <a:pt x="763" y="870"/>
                  <a:pt x="1" y="1858"/>
                  <a:pt x="24" y="3073"/>
                </a:cubicBezTo>
                <a:cubicBezTo>
                  <a:pt x="60" y="4442"/>
                  <a:pt x="1191" y="5382"/>
                  <a:pt x="2513" y="5442"/>
                </a:cubicBezTo>
                <a:cubicBezTo>
                  <a:pt x="2573" y="5446"/>
                  <a:pt x="2633" y="5448"/>
                  <a:pt x="2693" y="5448"/>
                </a:cubicBezTo>
                <a:cubicBezTo>
                  <a:pt x="3194" y="5448"/>
                  <a:pt x="3696" y="5315"/>
                  <a:pt x="4132" y="5049"/>
                </a:cubicBezTo>
                <a:cubicBezTo>
                  <a:pt x="4680" y="4704"/>
                  <a:pt x="4989" y="4132"/>
                  <a:pt x="5132" y="3501"/>
                </a:cubicBezTo>
                <a:cubicBezTo>
                  <a:pt x="5454" y="2204"/>
                  <a:pt x="4906" y="739"/>
                  <a:pt x="3644" y="179"/>
                </a:cubicBezTo>
                <a:cubicBezTo>
                  <a:pt x="3348" y="60"/>
                  <a:pt x="3034" y="0"/>
                  <a:pt x="2720" y="0"/>
                </a:cubicBezTo>
                <a:close/>
              </a:path>
            </a:pathLst>
          </a:custGeom>
          <a:solidFill>
            <a:schemeClr val="accent4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9" name="Google Shape;1609;p38"/>
          <p:cNvSpPr/>
          <p:nvPr/>
        </p:nvSpPr>
        <p:spPr>
          <a:xfrm>
            <a:off x="4698101" y="3127221"/>
            <a:ext cx="800947" cy="800012"/>
          </a:xfrm>
          <a:custGeom>
            <a:avLst/>
            <a:gdLst/>
            <a:ahLst/>
            <a:cxnLst/>
            <a:rect l="l" t="t" r="r" b="b"/>
            <a:pathLst>
              <a:path w="5454" h="5448" extrusionOk="0">
                <a:moveTo>
                  <a:pt x="2720" y="0"/>
                </a:moveTo>
                <a:cubicBezTo>
                  <a:pt x="2376" y="0"/>
                  <a:pt x="2033" y="72"/>
                  <a:pt x="1715" y="215"/>
                </a:cubicBezTo>
                <a:cubicBezTo>
                  <a:pt x="763" y="870"/>
                  <a:pt x="1" y="1858"/>
                  <a:pt x="24" y="3073"/>
                </a:cubicBezTo>
                <a:cubicBezTo>
                  <a:pt x="60" y="4442"/>
                  <a:pt x="1191" y="5382"/>
                  <a:pt x="2513" y="5442"/>
                </a:cubicBezTo>
                <a:cubicBezTo>
                  <a:pt x="2573" y="5446"/>
                  <a:pt x="2633" y="5448"/>
                  <a:pt x="2693" y="5448"/>
                </a:cubicBezTo>
                <a:cubicBezTo>
                  <a:pt x="3194" y="5448"/>
                  <a:pt x="3696" y="5315"/>
                  <a:pt x="4132" y="5049"/>
                </a:cubicBezTo>
                <a:cubicBezTo>
                  <a:pt x="4680" y="4704"/>
                  <a:pt x="4989" y="4132"/>
                  <a:pt x="5132" y="3501"/>
                </a:cubicBezTo>
                <a:cubicBezTo>
                  <a:pt x="5454" y="2204"/>
                  <a:pt x="4906" y="739"/>
                  <a:pt x="3644" y="179"/>
                </a:cubicBezTo>
                <a:cubicBezTo>
                  <a:pt x="3348" y="60"/>
                  <a:pt x="3034" y="0"/>
                  <a:pt x="2720" y="0"/>
                </a:cubicBezTo>
                <a:close/>
              </a:path>
            </a:pathLst>
          </a:custGeom>
          <a:solidFill>
            <a:schemeClr val="accent6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0" name="Google Shape;1610;p38"/>
          <p:cNvSpPr txBox="1">
            <a:spLocks noGrp="1"/>
          </p:cNvSpPr>
          <p:nvPr>
            <p:ph type="title" idx="4"/>
          </p:nvPr>
        </p:nvSpPr>
        <p:spPr>
          <a:xfrm>
            <a:off x="4598200" y="1808616"/>
            <a:ext cx="950700" cy="39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611" name="Google Shape;1611;p38"/>
          <p:cNvSpPr txBox="1">
            <a:spLocks noGrp="1"/>
          </p:cNvSpPr>
          <p:nvPr>
            <p:ph type="title" idx="7"/>
          </p:nvPr>
        </p:nvSpPr>
        <p:spPr>
          <a:xfrm>
            <a:off x="978849" y="3328477"/>
            <a:ext cx="950700" cy="39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612" name="Google Shape;1612;p38"/>
          <p:cNvSpPr txBox="1">
            <a:spLocks noGrp="1"/>
          </p:cNvSpPr>
          <p:nvPr>
            <p:ph type="title" idx="13"/>
          </p:nvPr>
        </p:nvSpPr>
        <p:spPr>
          <a:xfrm>
            <a:off x="4598200" y="3328477"/>
            <a:ext cx="950700" cy="39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1613" name="Google Shape;1613;p38"/>
          <p:cNvGrpSpPr/>
          <p:nvPr/>
        </p:nvGrpSpPr>
        <p:grpSpPr>
          <a:xfrm>
            <a:off x="8040363" y="358775"/>
            <a:ext cx="780475" cy="801400"/>
            <a:chOff x="5595875" y="4283875"/>
            <a:chExt cx="780475" cy="801400"/>
          </a:xfrm>
        </p:grpSpPr>
        <p:sp>
          <p:nvSpPr>
            <p:cNvPr id="1614" name="Google Shape;1614;p38"/>
            <p:cNvSpPr/>
            <p:nvPr/>
          </p:nvSpPr>
          <p:spPr>
            <a:xfrm>
              <a:off x="5615525" y="4293150"/>
              <a:ext cx="760825" cy="731525"/>
            </a:xfrm>
            <a:custGeom>
              <a:avLst/>
              <a:gdLst/>
              <a:ahLst/>
              <a:cxnLst/>
              <a:rect l="l" t="t" r="r" b="b"/>
              <a:pathLst>
                <a:path w="30433" h="29261" extrusionOk="0">
                  <a:moveTo>
                    <a:pt x="14824" y="1329"/>
                  </a:moveTo>
                  <a:cubicBezTo>
                    <a:pt x="15917" y="1329"/>
                    <a:pt x="17010" y="1489"/>
                    <a:pt x="18050" y="1823"/>
                  </a:cubicBezTo>
                  <a:cubicBezTo>
                    <a:pt x="22896" y="3108"/>
                    <a:pt x="26861" y="7157"/>
                    <a:pt x="27789" y="12181"/>
                  </a:cubicBezTo>
                  <a:cubicBezTo>
                    <a:pt x="28313" y="15015"/>
                    <a:pt x="27944" y="17944"/>
                    <a:pt x="26730" y="20563"/>
                  </a:cubicBezTo>
                  <a:cubicBezTo>
                    <a:pt x="25539" y="23123"/>
                    <a:pt x="23539" y="25206"/>
                    <a:pt x="21039" y="26504"/>
                  </a:cubicBezTo>
                  <a:cubicBezTo>
                    <a:pt x="19055" y="27548"/>
                    <a:pt x="16859" y="28085"/>
                    <a:pt x="14639" y="28085"/>
                  </a:cubicBezTo>
                  <a:cubicBezTo>
                    <a:pt x="14074" y="28085"/>
                    <a:pt x="13507" y="28051"/>
                    <a:pt x="12942" y="27980"/>
                  </a:cubicBezTo>
                  <a:cubicBezTo>
                    <a:pt x="10097" y="27588"/>
                    <a:pt x="7477" y="26242"/>
                    <a:pt x="5489" y="24171"/>
                  </a:cubicBezTo>
                  <a:cubicBezTo>
                    <a:pt x="3513" y="22158"/>
                    <a:pt x="2215" y="19587"/>
                    <a:pt x="1786" y="16801"/>
                  </a:cubicBezTo>
                  <a:cubicBezTo>
                    <a:pt x="1334" y="13645"/>
                    <a:pt x="2143" y="10419"/>
                    <a:pt x="3834" y="7728"/>
                  </a:cubicBezTo>
                  <a:cubicBezTo>
                    <a:pt x="5525" y="5037"/>
                    <a:pt x="8144" y="2918"/>
                    <a:pt x="11156" y="1930"/>
                  </a:cubicBezTo>
                  <a:cubicBezTo>
                    <a:pt x="12330" y="1536"/>
                    <a:pt x="13577" y="1329"/>
                    <a:pt x="14824" y="1329"/>
                  </a:cubicBezTo>
                  <a:close/>
                  <a:moveTo>
                    <a:pt x="14966" y="1"/>
                  </a:moveTo>
                  <a:cubicBezTo>
                    <a:pt x="9144" y="48"/>
                    <a:pt x="3739" y="4037"/>
                    <a:pt x="1500" y="9490"/>
                  </a:cubicBezTo>
                  <a:cubicBezTo>
                    <a:pt x="215" y="12621"/>
                    <a:pt x="0" y="16146"/>
                    <a:pt x="1084" y="19372"/>
                  </a:cubicBezTo>
                  <a:cubicBezTo>
                    <a:pt x="2084" y="22289"/>
                    <a:pt x="3953" y="24837"/>
                    <a:pt x="6442" y="26659"/>
                  </a:cubicBezTo>
                  <a:cubicBezTo>
                    <a:pt x="8850" y="28417"/>
                    <a:pt x="11723" y="29261"/>
                    <a:pt x="14608" y="29261"/>
                  </a:cubicBezTo>
                  <a:cubicBezTo>
                    <a:pt x="17741" y="29261"/>
                    <a:pt x="20888" y="28264"/>
                    <a:pt x="23467" y="26361"/>
                  </a:cubicBezTo>
                  <a:cubicBezTo>
                    <a:pt x="28528" y="22647"/>
                    <a:pt x="30433" y="15634"/>
                    <a:pt x="28349" y="9764"/>
                  </a:cubicBezTo>
                  <a:cubicBezTo>
                    <a:pt x="26361" y="4168"/>
                    <a:pt x="20800" y="418"/>
                    <a:pt x="14966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38"/>
            <p:cNvSpPr/>
            <p:nvPr/>
          </p:nvSpPr>
          <p:spPr>
            <a:xfrm>
              <a:off x="5666125" y="4334825"/>
              <a:ext cx="639375" cy="330725"/>
            </a:xfrm>
            <a:custGeom>
              <a:avLst/>
              <a:gdLst/>
              <a:ahLst/>
              <a:cxnLst/>
              <a:rect l="l" t="t" r="r" b="b"/>
              <a:pathLst>
                <a:path w="25575" h="13229" extrusionOk="0">
                  <a:moveTo>
                    <a:pt x="12942" y="1"/>
                  </a:moveTo>
                  <a:cubicBezTo>
                    <a:pt x="7775" y="36"/>
                    <a:pt x="2977" y="3585"/>
                    <a:pt x="989" y="8418"/>
                  </a:cubicBezTo>
                  <a:cubicBezTo>
                    <a:pt x="381" y="9859"/>
                    <a:pt x="60" y="11407"/>
                    <a:pt x="0" y="12967"/>
                  </a:cubicBezTo>
                  <a:cubicBezTo>
                    <a:pt x="393" y="10597"/>
                    <a:pt x="1489" y="8418"/>
                    <a:pt x="3001" y="6537"/>
                  </a:cubicBezTo>
                  <a:cubicBezTo>
                    <a:pt x="4608" y="4537"/>
                    <a:pt x="6715" y="2608"/>
                    <a:pt x="9156" y="1715"/>
                  </a:cubicBezTo>
                  <a:cubicBezTo>
                    <a:pt x="10269" y="1306"/>
                    <a:pt x="11433" y="1117"/>
                    <a:pt x="12599" y="1117"/>
                  </a:cubicBezTo>
                  <a:cubicBezTo>
                    <a:pt x="14179" y="1117"/>
                    <a:pt x="15763" y="1463"/>
                    <a:pt x="17229" y="2072"/>
                  </a:cubicBezTo>
                  <a:cubicBezTo>
                    <a:pt x="18443" y="2584"/>
                    <a:pt x="19598" y="3251"/>
                    <a:pt x="20646" y="4061"/>
                  </a:cubicBezTo>
                  <a:cubicBezTo>
                    <a:pt x="21705" y="4858"/>
                    <a:pt x="22682" y="5775"/>
                    <a:pt x="23384" y="6906"/>
                  </a:cubicBezTo>
                  <a:cubicBezTo>
                    <a:pt x="24122" y="8097"/>
                    <a:pt x="24646" y="9442"/>
                    <a:pt x="25051" y="10776"/>
                  </a:cubicBezTo>
                  <a:cubicBezTo>
                    <a:pt x="25301" y="11574"/>
                    <a:pt x="25468" y="12395"/>
                    <a:pt x="25551" y="13229"/>
                  </a:cubicBezTo>
                  <a:cubicBezTo>
                    <a:pt x="25575" y="11669"/>
                    <a:pt x="25337" y="10121"/>
                    <a:pt x="24813" y="8668"/>
                  </a:cubicBezTo>
                  <a:cubicBezTo>
                    <a:pt x="23051" y="3692"/>
                    <a:pt x="18110" y="370"/>
                    <a:pt x="12942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38"/>
            <p:cNvSpPr/>
            <p:nvPr/>
          </p:nvSpPr>
          <p:spPr>
            <a:xfrm>
              <a:off x="5666125" y="4372200"/>
              <a:ext cx="636400" cy="612225"/>
            </a:xfrm>
            <a:custGeom>
              <a:avLst/>
              <a:gdLst/>
              <a:ahLst/>
              <a:cxnLst/>
              <a:rect l="l" t="t" r="r" b="b"/>
              <a:pathLst>
                <a:path w="25456" h="24489" extrusionOk="0">
                  <a:moveTo>
                    <a:pt x="12437" y="371"/>
                  </a:moveTo>
                  <a:cubicBezTo>
                    <a:pt x="12451" y="371"/>
                    <a:pt x="12464" y="372"/>
                    <a:pt x="12478" y="375"/>
                  </a:cubicBezTo>
                  <a:cubicBezTo>
                    <a:pt x="12609" y="387"/>
                    <a:pt x="12704" y="494"/>
                    <a:pt x="12704" y="613"/>
                  </a:cubicBezTo>
                  <a:cubicBezTo>
                    <a:pt x="12692" y="768"/>
                    <a:pt x="12692" y="935"/>
                    <a:pt x="12692" y="1089"/>
                  </a:cubicBezTo>
                  <a:cubicBezTo>
                    <a:pt x="12692" y="1161"/>
                    <a:pt x="12704" y="1244"/>
                    <a:pt x="12704" y="1328"/>
                  </a:cubicBezTo>
                  <a:cubicBezTo>
                    <a:pt x="12704" y="1423"/>
                    <a:pt x="12704" y="1518"/>
                    <a:pt x="12680" y="1625"/>
                  </a:cubicBezTo>
                  <a:cubicBezTo>
                    <a:pt x="12657" y="1697"/>
                    <a:pt x="12609" y="1768"/>
                    <a:pt x="12538" y="1816"/>
                  </a:cubicBezTo>
                  <a:cubicBezTo>
                    <a:pt x="12490" y="1839"/>
                    <a:pt x="12430" y="1851"/>
                    <a:pt x="12383" y="1851"/>
                  </a:cubicBezTo>
                  <a:cubicBezTo>
                    <a:pt x="12240" y="1851"/>
                    <a:pt x="12121" y="1756"/>
                    <a:pt x="12085" y="1625"/>
                  </a:cubicBezTo>
                  <a:cubicBezTo>
                    <a:pt x="12061" y="1518"/>
                    <a:pt x="12049" y="1423"/>
                    <a:pt x="12061" y="1316"/>
                  </a:cubicBezTo>
                  <a:cubicBezTo>
                    <a:pt x="12073" y="1208"/>
                    <a:pt x="12097" y="1113"/>
                    <a:pt x="12109" y="1018"/>
                  </a:cubicBezTo>
                  <a:cubicBezTo>
                    <a:pt x="12133" y="863"/>
                    <a:pt x="12168" y="696"/>
                    <a:pt x="12204" y="554"/>
                  </a:cubicBezTo>
                  <a:cubicBezTo>
                    <a:pt x="12236" y="448"/>
                    <a:pt x="12333" y="371"/>
                    <a:pt x="12437" y="371"/>
                  </a:cubicBezTo>
                  <a:close/>
                  <a:moveTo>
                    <a:pt x="14324" y="1006"/>
                  </a:moveTo>
                  <a:cubicBezTo>
                    <a:pt x="14383" y="1018"/>
                    <a:pt x="14431" y="1066"/>
                    <a:pt x="14431" y="1125"/>
                  </a:cubicBezTo>
                  <a:cubicBezTo>
                    <a:pt x="14443" y="1185"/>
                    <a:pt x="14443" y="1280"/>
                    <a:pt x="14443" y="1339"/>
                  </a:cubicBezTo>
                  <a:cubicBezTo>
                    <a:pt x="14454" y="1399"/>
                    <a:pt x="14466" y="1470"/>
                    <a:pt x="14466" y="1542"/>
                  </a:cubicBezTo>
                  <a:cubicBezTo>
                    <a:pt x="14478" y="1601"/>
                    <a:pt x="14478" y="1673"/>
                    <a:pt x="14466" y="1732"/>
                  </a:cubicBezTo>
                  <a:lnTo>
                    <a:pt x="14466" y="1744"/>
                  </a:lnTo>
                  <a:cubicBezTo>
                    <a:pt x="14466" y="1792"/>
                    <a:pt x="14466" y="1828"/>
                    <a:pt x="14454" y="1875"/>
                  </a:cubicBezTo>
                  <a:cubicBezTo>
                    <a:pt x="14443" y="1911"/>
                    <a:pt x="14431" y="1947"/>
                    <a:pt x="14419" y="1982"/>
                  </a:cubicBezTo>
                  <a:cubicBezTo>
                    <a:pt x="14395" y="2069"/>
                    <a:pt x="14327" y="2107"/>
                    <a:pt x="14258" y="2107"/>
                  </a:cubicBezTo>
                  <a:cubicBezTo>
                    <a:pt x="14155" y="2107"/>
                    <a:pt x="14050" y="2022"/>
                    <a:pt x="14085" y="1887"/>
                  </a:cubicBezTo>
                  <a:lnTo>
                    <a:pt x="14097" y="1828"/>
                  </a:lnTo>
                  <a:cubicBezTo>
                    <a:pt x="14097" y="1816"/>
                    <a:pt x="14097" y="1816"/>
                    <a:pt x="14097" y="1816"/>
                  </a:cubicBezTo>
                  <a:cubicBezTo>
                    <a:pt x="14097" y="1768"/>
                    <a:pt x="14109" y="1732"/>
                    <a:pt x="14121" y="1685"/>
                  </a:cubicBezTo>
                  <a:cubicBezTo>
                    <a:pt x="14133" y="1625"/>
                    <a:pt x="14145" y="1566"/>
                    <a:pt x="14169" y="1494"/>
                  </a:cubicBezTo>
                  <a:cubicBezTo>
                    <a:pt x="14181" y="1435"/>
                    <a:pt x="14204" y="1387"/>
                    <a:pt x="14204" y="1328"/>
                  </a:cubicBezTo>
                  <a:lnTo>
                    <a:pt x="14204" y="1125"/>
                  </a:lnTo>
                  <a:cubicBezTo>
                    <a:pt x="14204" y="1066"/>
                    <a:pt x="14264" y="1018"/>
                    <a:pt x="14324" y="1006"/>
                  </a:cubicBezTo>
                  <a:close/>
                  <a:moveTo>
                    <a:pt x="10008" y="1007"/>
                  </a:moveTo>
                  <a:cubicBezTo>
                    <a:pt x="10064" y="1007"/>
                    <a:pt x="10119" y="1034"/>
                    <a:pt x="10156" y="1101"/>
                  </a:cubicBezTo>
                  <a:cubicBezTo>
                    <a:pt x="10180" y="1137"/>
                    <a:pt x="10192" y="1185"/>
                    <a:pt x="10216" y="1220"/>
                  </a:cubicBezTo>
                  <a:cubicBezTo>
                    <a:pt x="10240" y="1256"/>
                    <a:pt x="10263" y="1292"/>
                    <a:pt x="10287" y="1328"/>
                  </a:cubicBezTo>
                  <a:cubicBezTo>
                    <a:pt x="10323" y="1399"/>
                    <a:pt x="10359" y="1470"/>
                    <a:pt x="10394" y="1542"/>
                  </a:cubicBezTo>
                  <a:cubicBezTo>
                    <a:pt x="10442" y="1625"/>
                    <a:pt x="10478" y="1709"/>
                    <a:pt x="10502" y="1804"/>
                  </a:cubicBezTo>
                  <a:cubicBezTo>
                    <a:pt x="10514" y="1863"/>
                    <a:pt x="10525" y="1923"/>
                    <a:pt x="10525" y="1970"/>
                  </a:cubicBezTo>
                  <a:cubicBezTo>
                    <a:pt x="10525" y="2042"/>
                    <a:pt x="10490" y="2113"/>
                    <a:pt x="10430" y="2161"/>
                  </a:cubicBezTo>
                  <a:cubicBezTo>
                    <a:pt x="10403" y="2197"/>
                    <a:pt x="10362" y="2213"/>
                    <a:pt x="10323" y="2213"/>
                  </a:cubicBezTo>
                  <a:cubicBezTo>
                    <a:pt x="10310" y="2213"/>
                    <a:pt x="10299" y="2211"/>
                    <a:pt x="10287" y="2209"/>
                  </a:cubicBezTo>
                  <a:cubicBezTo>
                    <a:pt x="10216" y="2185"/>
                    <a:pt x="10156" y="2149"/>
                    <a:pt x="10109" y="2090"/>
                  </a:cubicBezTo>
                  <a:cubicBezTo>
                    <a:pt x="10097" y="2054"/>
                    <a:pt x="10085" y="2018"/>
                    <a:pt x="10061" y="1982"/>
                  </a:cubicBezTo>
                  <a:cubicBezTo>
                    <a:pt x="10025" y="1899"/>
                    <a:pt x="10002" y="1804"/>
                    <a:pt x="9978" y="1720"/>
                  </a:cubicBezTo>
                  <a:cubicBezTo>
                    <a:pt x="9954" y="1637"/>
                    <a:pt x="9930" y="1566"/>
                    <a:pt x="9906" y="1482"/>
                  </a:cubicBezTo>
                  <a:cubicBezTo>
                    <a:pt x="9906" y="1470"/>
                    <a:pt x="9894" y="1447"/>
                    <a:pt x="9894" y="1435"/>
                  </a:cubicBezTo>
                  <a:cubicBezTo>
                    <a:pt x="9894" y="1423"/>
                    <a:pt x="9894" y="1399"/>
                    <a:pt x="9894" y="1399"/>
                  </a:cubicBezTo>
                  <a:cubicBezTo>
                    <a:pt x="9882" y="1351"/>
                    <a:pt x="9871" y="1316"/>
                    <a:pt x="9847" y="1280"/>
                  </a:cubicBezTo>
                  <a:cubicBezTo>
                    <a:pt x="9765" y="1141"/>
                    <a:pt x="9886" y="1007"/>
                    <a:pt x="10008" y="1007"/>
                  </a:cubicBezTo>
                  <a:close/>
                  <a:moveTo>
                    <a:pt x="15767" y="1375"/>
                  </a:moveTo>
                  <a:cubicBezTo>
                    <a:pt x="15838" y="1375"/>
                    <a:pt x="15912" y="1437"/>
                    <a:pt x="15883" y="1530"/>
                  </a:cubicBezTo>
                  <a:cubicBezTo>
                    <a:pt x="15859" y="1601"/>
                    <a:pt x="15848" y="1685"/>
                    <a:pt x="15836" y="1756"/>
                  </a:cubicBezTo>
                  <a:cubicBezTo>
                    <a:pt x="15824" y="1839"/>
                    <a:pt x="15824" y="1899"/>
                    <a:pt x="15812" y="1994"/>
                  </a:cubicBezTo>
                  <a:cubicBezTo>
                    <a:pt x="15800" y="2090"/>
                    <a:pt x="15800" y="2173"/>
                    <a:pt x="15776" y="2268"/>
                  </a:cubicBezTo>
                  <a:cubicBezTo>
                    <a:pt x="15776" y="2292"/>
                    <a:pt x="15776" y="2304"/>
                    <a:pt x="15776" y="2316"/>
                  </a:cubicBezTo>
                  <a:lnTo>
                    <a:pt x="15776" y="2340"/>
                  </a:lnTo>
                  <a:lnTo>
                    <a:pt x="15776" y="2375"/>
                  </a:lnTo>
                  <a:cubicBezTo>
                    <a:pt x="15776" y="2423"/>
                    <a:pt x="15752" y="2459"/>
                    <a:pt x="15740" y="2506"/>
                  </a:cubicBezTo>
                  <a:cubicBezTo>
                    <a:pt x="15714" y="2590"/>
                    <a:pt x="15641" y="2630"/>
                    <a:pt x="15567" y="2630"/>
                  </a:cubicBezTo>
                  <a:cubicBezTo>
                    <a:pt x="15474" y="2630"/>
                    <a:pt x="15378" y="2566"/>
                    <a:pt x="15371" y="2447"/>
                  </a:cubicBezTo>
                  <a:cubicBezTo>
                    <a:pt x="15371" y="2399"/>
                    <a:pt x="15371" y="2340"/>
                    <a:pt x="15371" y="2292"/>
                  </a:cubicBezTo>
                  <a:lnTo>
                    <a:pt x="15407" y="2161"/>
                  </a:lnTo>
                  <a:cubicBezTo>
                    <a:pt x="15419" y="2078"/>
                    <a:pt x="15455" y="2006"/>
                    <a:pt x="15478" y="1935"/>
                  </a:cubicBezTo>
                  <a:cubicBezTo>
                    <a:pt x="15502" y="1851"/>
                    <a:pt x="15538" y="1768"/>
                    <a:pt x="15574" y="1697"/>
                  </a:cubicBezTo>
                  <a:cubicBezTo>
                    <a:pt x="15609" y="1613"/>
                    <a:pt x="15633" y="1542"/>
                    <a:pt x="15657" y="1470"/>
                  </a:cubicBezTo>
                  <a:cubicBezTo>
                    <a:pt x="15671" y="1403"/>
                    <a:pt x="15719" y="1375"/>
                    <a:pt x="15767" y="1375"/>
                  </a:cubicBezTo>
                  <a:close/>
                  <a:moveTo>
                    <a:pt x="8406" y="1744"/>
                  </a:moveTo>
                  <a:cubicBezTo>
                    <a:pt x="8439" y="1744"/>
                    <a:pt x="8472" y="1756"/>
                    <a:pt x="8501" y="1780"/>
                  </a:cubicBezTo>
                  <a:cubicBezTo>
                    <a:pt x="8537" y="1804"/>
                    <a:pt x="8561" y="1828"/>
                    <a:pt x="8597" y="1851"/>
                  </a:cubicBezTo>
                  <a:cubicBezTo>
                    <a:pt x="8597" y="1863"/>
                    <a:pt x="8609" y="1875"/>
                    <a:pt x="8620" y="1875"/>
                  </a:cubicBezTo>
                  <a:cubicBezTo>
                    <a:pt x="8632" y="1875"/>
                    <a:pt x="8656" y="1887"/>
                    <a:pt x="8668" y="1899"/>
                  </a:cubicBezTo>
                  <a:cubicBezTo>
                    <a:pt x="8739" y="1947"/>
                    <a:pt x="8811" y="1994"/>
                    <a:pt x="8882" y="2054"/>
                  </a:cubicBezTo>
                  <a:cubicBezTo>
                    <a:pt x="8942" y="2101"/>
                    <a:pt x="9001" y="2161"/>
                    <a:pt x="9061" y="2220"/>
                  </a:cubicBezTo>
                  <a:cubicBezTo>
                    <a:pt x="9085" y="2256"/>
                    <a:pt x="9120" y="2292"/>
                    <a:pt x="9144" y="2328"/>
                  </a:cubicBezTo>
                  <a:cubicBezTo>
                    <a:pt x="9180" y="2363"/>
                    <a:pt x="9192" y="2411"/>
                    <a:pt x="9216" y="2459"/>
                  </a:cubicBezTo>
                  <a:cubicBezTo>
                    <a:pt x="9240" y="2506"/>
                    <a:pt x="9251" y="2566"/>
                    <a:pt x="9240" y="2625"/>
                  </a:cubicBezTo>
                  <a:cubicBezTo>
                    <a:pt x="9228" y="2673"/>
                    <a:pt x="9192" y="2709"/>
                    <a:pt x="9156" y="2744"/>
                  </a:cubicBezTo>
                  <a:cubicBezTo>
                    <a:pt x="9118" y="2772"/>
                    <a:pt x="9070" y="2786"/>
                    <a:pt x="9021" y="2786"/>
                  </a:cubicBezTo>
                  <a:cubicBezTo>
                    <a:pt x="8963" y="2786"/>
                    <a:pt x="8904" y="2766"/>
                    <a:pt x="8859" y="2721"/>
                  </a:cubicBezTo>
                  <a:cubicBezTo>
                    <a:pt x="8823" y="2685"/>
                    <a:pt x="8787" y="2637"/>
                    <a:pt x="8751" y="2590"/>
                  </a:cubicBezTo>
                  <a:cubicBezTo>
                    <a:pt x="8728" y="2566"/>
                    <a:pt x="8716" y="2530"/>
                    <a:pt x="8692" y="2494"/>
                  </a:cubicBezTo>
                  <a:cubicBezTo>
                    <a:pt x="8656" y="2423"/>
                    <a:pt x="8620" y="2363"/>
                    <a:pt x="8573" y="2304"/>
                  </a:cubicBezTo>
                  <a:cubicBezTo>
                    <a:pt x="8525" y="2244"/>
                    <a:pt x="8489" y="2173"/>
                    <a:pt x="8442" y="2113"/>
                  </a:cubicBezTo>
                  <a:lnTo>
                    <a:pt x="8418" y="2054"/>
                  </a:lnTo>
                  <a:cubicBezTo>
                    <a:pt x="8406" y="2054"/>
                    <a:pt x="8406" y="2042"/>
                    <a:pt x="8406" y="2042"/>
                  </a:cubicBezTo>
                  <a:cubicBezTo>
                    <a:pt x="8370" y="2018"/>
                    <a:pt x="8347" y="1982"/>
                    <a:pt x="8311" y="1959"/>
                  </a:cubicBezTo>
                  <a:cubicBezTo>
                    <a:pt x="8263" y="1911"/>
                    <a:pt x="8263" y="1828"/>
                    <a:pt x="8311" y="1780"/>
                  </a:cubicBezTo>
                  <a:cubicBezTo>
                    <a:pt x="8341" y="1756"/>
                    <a:pt x="8373" y="1744"/>
                    <a:pt x="8406" y="1744"/>
                  </a:cubicBezTo>
                  <a:close/>
                  <a:moveTo>
                    <a:pt x="17534" y="1928"/>
                  </a:moveTo>
                  <a:cubicBezTo>
                    <a:pt x="17565" y="1928"/>
                    <a:pt x="17595" y="1938"/>
                    <a:pt x="17622" y="1959"/>
                  </a:cubicBezTo>
                  <a:cubicBezTo>
                    <a:pt x="17681" y="2006"/>
                    <a:pt x="17705" y="2090"/>
                    <a:pt x="17657" y="2161"/>
                  </a:cubicBezTo>
                  <a:cubicBezTo>
                    <a:pt x="17598" y="2268"/>
                    <a:pt x="17550" y="2375"/>
                    <a:pt x="17502" y="2482"/>
                  </a:cubicBezTo>
                  <a:cubicBezTo>
                    <a:pt x="17455" y="2578"/>
                    <a:pt x="17395" y="2685"/>
                    <a:pt x="17360" y="2792"/>
                  </a:cubicBezTo>
                  <a:cubicBezTo>
                    <a:pt x="17348" y="2816"/>
                    <a:pt x="17324" y="2840"/>
                    <a:pt x="17312" y="2863"/>
                  </a:cubicBezTo>
                  <a:cubicBezTo>
                    <a:pt x="17288" y="2887"/>
                    <a:pt x="17264" y="2899"/>
                    <a:pt x="17241" y="2911"/>
                  </a:cubicBezTo>
                  <a:cubicBezTo>
                    <a:pt x="17217" y="2917"/>
                    <a:pt x="17190" y="2920"/>
                    <a:pt x="17162" y="2920"/>
                  </a:cubicBezTo>
                  <a:cubicBezTo>
                    <a:pt x="17133" y="2920"/>
                    <a:pt x="17104" y="2917"/>
                    <a:pt x="17074" y="2911"/>
                  </a:cubicBezTo>
                  <a:cubicBezTo>
                    <a:pt x="16955" y="2852"/>
                    <a:pt x="16907" y="2709"/>
                    <a:pt x="16967" y="2601"/>
                  </a:cubicBezTo>
                  <a:cubicBezTo>
                    <a:pt x="17026" y="2494"/>
                    <a:pt x="17098" y="2387"/>
                    <a:pt x="17157" y="2280"/>
                  </a:cubicBezTo>
                  <a:cubicBezTo>
                    <a:pt x="17241" y="2173"/>
                    <a:pt x="17324" y="2066"/>
                    <a:pt x="17419" y="1970"/>
                  </a:cubicBezTo>
                  <a:cubicBezTo>
                    <a:pt x="17453" y="1944"/>
                    <a:pt x="17494" y="1928"/>
                    <a:pt x="17534" y="1928"/>
                  </a:cubicBezTo>
                  <a:close/>
                  <a:moveTo>
                    <a:pt x="7125" y="2547"/>
                  </a:moveTo>
                  <a:cubicBezTo>
                    <a:pt x="7160" y="2547"/>
                    <a:pt x="7195" y="2563"/>
                    <a:pt x="7215" y="2590"/>
                  </a:cubicBezTo>
                  <a:lnTo>
                    <a:pt x="7311" y="2673"/>
                  </a:lnTo>
                  <a:cubicBezTo>
                    <a:pt x="7323" y="2685"/>
                    <a:pt x="7335" y="2697"/>
                    <a:pt x="7358" y="2721"/>
                  </a:cubicBezTo>
                  <a:lnTo>
                    <a:pt x="7370" y="2732"/>
                  </a:lnTo>
                  <a:cubicBezTo>
                    <a:pt x="7430" y="2780"/>
                    <a:pt x="7477" y="2816"/>
                    <a:pt x="7561" y="2875"/>
                  </a:cubicBezTo>
                  <a:cubicBezTo>
                    <a:pt x="7632" y="2935"/>
                    <a:pt x="7692" y="2994"/>
                    <a:pt x="7763" y="3066"/>
                  </a:cubicBezTo>
                  <a:cubicBezTo>
                    <a:pt x="7799" y="3102"/>
                    <a:pt x="7835" y="3149"/>
                    <a:pt x="7870" y="3197"/>
                  </a:cubicBezTo>
                  <a:cubicBezTo>
                    <a:pt x="7894" y="3221"/>
                    <a:pt x="7918" y="3256"/>
                    <a:pt x="7918" y="3304"/>
                  </a:cubicBezTo>
                  <a:cubicBezTo>
                    <a:pt x="7918" y="3328"/>
                    <a:pt x="7918" y="3352"/>
                    <a:pt x="7918" y="3375"/>
                  </a:cubicBezTo>
                  <a:cubicBezTo>
                    <a:pt x="7918" y="3435"/>
                    <a:pt x="7894" y="3483"/>
                    <a:pt x="7847" y="3518"/>
                  </a:cubicBezTo>
                  <a:cubicBezTo>
                    <a:pt x="7807" y="3548"/>
                    <a:pt x="7768" y="3569"/>
                    <a:pt x="7722" y="3569"/>
                  </a:cubicBezTo>
                  <a:cubicBezTo>
                    <a:pt x="7712" y="3569"/>
                    <a:pt x="7702" y="3568"/>
                    <a:pt x="7692" y="3566"/>
                  </a:cubicBezTo>
                  <a:cubicBezTo>
                    <a:pt x="7668" y="3566"/>
                    <a:pt x="7632" y="3554"/>
                    <a:pt x="7596" y="3530"/>
                  </a:cubicBezTo>
                  <a:cubicBezTo>
                    <a:pt x="7573" y="3518"/>
                    <a:pt x="7549" y="3494"/>
                    <a:pt x="7525" y="3471"/>
                  </a:cubicBezTo>
                  <a:cubicBezTo>
                    <a:pt x="7489" y="3423"/>
                    <a:pt x="7454" y="3387"/>
                    <a:pt x="7418" y="3340"/>
                  </a:cubicBezTo>
                  <a:cubicBezTo>
                    <a:pt x="7370" y="3280"/>
                    <a:pt x="7323" y="3209"/>
                    <a:pt x="7287" y="3149"/>
                  </a:cubicBezTo>
                  <a:cubicBezTo>
                    <a:pt x="7239" y="3078"/>
                    <a:pt x="7215" y="3006"/>
                    <a:pt x="7168" y="2935"/>
                  </a:cubicBezTo>
                  <a:cubicBezTo>
                    <a:pt x="7120" y="2863"/>
                    <a:pt x="7061" y="2804"/>
                    <a:pt x="7013" y="2744"/>
                  </a:cubicBezTo>
                  <a:cubicBezTo>
                    <a:pt x="6989" y="2685"/>
                    <a:pt x="7001" y="2613"/>
                    <a:pt x="7049" y="2578"/>
                  </a:cubicBezTo>
                  <a:cubicBezTo>
                    <a:pt x="7070" y="2557"/>
                    <a:pt x="7097" y="2547"/>
                    <a:pt x="7125" y="2547"/>
                  </a:cubicBezTo>
                  <a:close/>
                  <a:moveTo>
                    <a:pt x="19437" y="2875"/>
                  </a:moveTo>
                  <a:cubicBezTo>
                    <a:pt x="19473" y="2875"/>
                    <a:pt x="19509" y="2887"/>
                    <a:pt x="19538" y="2911"/>
                  </a:cubicBezTo>
                  <a:cubicBezTo>
                    <a:pt x="19586" y="2971"/>
                    <a:pt x="19586" y="3054"/>
                    <a:pt x="19538" y="3113"/>
                  </a:cubicBezTo>
                  <a:cubicBezTo>
                    <a:pt x="19491" y="3137"/>
                    <a:pt x="19431" y="3209"/>
                    <a:pt x="19407" y="3233"/>
                  </a:cubicBezTo>
                  <a:cubicBezTo>
                    <a:pt x="19384" y="3244"/>
                    <a:pt x="19372" y="3268"/>
                    <a:pt x="19348" y="3292"/>
                  </a:cubicBezTo>
                  <a:cubicBezTo>
                    <a:pt x="19348" y="3304"/>
                    <a:pt x="19336" y="3316"/>
                    <a:pt x="19324" y="3328"/>
                  </a:cubicBezTo>
                  <a:lnTo>
                    <a:pt x="19312" y="3340"/>
                  </a:lnTo>
                  <a:cubicBezTo>
                    <a:pt x="19253" y="3423"/>
                    <a:pt x="19181" y="3518"/>
                    <a:pt x="19110" y="3614"/>
                  </a:cubicBezTo>
                  <a:cubicBezTo>
                    <a:pt x="19086" y="3661"/>
                    <a:pt x="19038" y="3697"/>
                    <a:pt x="18991" y="3697"/>
                  </a:cubicBezTo>
                  <a:cubicBezTo>
                    <a:pt x="18984" y="3698"/>
                    <a:pt x="18977" y="3698"/>
                    <a:pt x="18970" y="3698"/>
                  </a:cubicBezTo>
                  <a:cubicBezTo>
                    <a:pt x="18872" y="3698"/>
                    <a:pt x="18788" y="3619"/>
                    <a:pt x="18788" y="3518"/>
                  </a:cubicBezTo>
                  <a:lnTo>
                    <a:pt x="18788" y="3483"/>
                  </a:lnTo>
                  <a:cubicBezTo>
                    <a:pt x="18788" y="3447"/>
                    <a:pt x="18812" y="3423"/>
                    <a:pt x="18836" y="3399"/>
                  </a:cubicBezTo>
                  <a:cubicBezTo>
                    <a:pt x="18872" y="3352"/>
                    <a:pt x="18907" y="3304"/>
                    <a:pt x="18955" y="3256"/>
                  </a:cubicBezTo>
                  <a:cubicBezTo>
                    <a:pt x="18991" y="3221"/>
                    <a:pt x="19026" y="3185"/>
                    <a:pt x="19074" y="3149"/>
                  </a:cubicBezTo>
                  <a:lnTo>
                    <a:pt x="19205" y="3030"/>
                  </a:lnTo>
                  <a:cubicBezTo>
                    <a:pt x="19253" y="2982"/>
                    <a:pt x="19288" y="2947"/>
                    <a:pt x="19336" y="2911"/>
                  </a:cubicBezTo>
                  <a:cubicBezTo>
                    <a:pt x="19366" y="2887"/>
                    <a:pt x="19402" y="2875"/>
                    <a:pt x="19437" y="2875"/>
                  </a:cubicBezTo>
                  <a:close/>
                  <a:moveTo>
                    <a:pt x="6287" y="3628"/>
                  </a:moveTo>
                  <a:cubicBezTo>
                    <a:pt x="6299" y="3628"/>
                    <a:pt x="6311" y="3631"/>
                    <a:pt x="6323" y="3637"/>
                  </a:cubicBezTo>
                  <a:cubicBezTo>
                    <a:pt x="6346" y="3637"/>
                    <a:pt x="6382" y="3649"/>
                    <a:pt x="6406" y="3661"/>
                  </a:cubicBezTo>
                  <a:lnTo>
                    <a:pt x="6430" y="3673"/>
                  </a:lnTo>
                  <a:lnTo>
                    <a:pt x="6453" y="3673"/>
                  </a:lnTo>
                  <a:cubicBezTo>
                    <a:pt x="6465" y="3673"/>
                    <a:pt x="6477" y="3673"/>
                    <a:pt x="6489" y="3685"/>
                  </a:cubicBezTo>
                  <a:cubicBezTo>
                    <a:pt x="6525" y="3685"/>
                    <a:pt x="6549" y="3697"/>
                    <a:pt x="6584" y="3709"/>
                  </a:cubicBezTo>
                  <a:lnTo>
                    <a:pt x="6704" y="3768"/>
                  </a:lnTo>
                  <a:cubicBezTo>
                    <a:pt x="6739" y="3780"/>
                    <a:pt x="6787" y="3816"/>
                    <a:pt x="6811" y="3852"/>
                  </a:cubicBezTo>
                  <a:cubicBezTo>
                    <a:pt x="6834" y="3875"/>
                    <a:pt x="6858" y="3899"/>
                    <a:pt x="6882" y="3923"/>
                  </a:cubicBezTo>
                  <a:cubicBezTo>
                    <a:pt x="6918" y="3959"/>
                    <a:pt x="6942" y="3995"/>
                    <a:pt x="6965" y="4042"/>
                  </a:cubicBezTo>
                  <a:cubicBezTo>
                    <a:pt x="6965" y="4054"/>
                    <a:pt x="6977" y="4078"/>
                    <a:pt x="6977" y="4090"/>
                  </a:cubicBezTo>
                  <a:cubicBezTo>
                    <a:pt x="7001" y="4185"/>
                    <a:pt x="6954" y="4280"/>
                    <a:pt x="6882" y="4328"/>
                  </a:cubicBezTo>
                  <a:cubicBezTo>
                    <a:pt x="6844" y="4347"/>
                    <a:pt x="6804" y="4356"/>
                    <a:pt x="6765" y="4356"/>
                  </a:cubicBezTo>
                  <a:cubicBezTo>
                    <a:pt x="6707" y="4356"/>
                    <a:pt x="6651" y="4335"/>
                    <a:pt x="6608" y="4292"/>
                  </a:cubicBezTo>
                  <a:cubicBezTo>
                    <a:pt x="6596" y="4280"/>
                    <a:pt x="6584" y="4268"/>
                    <a:pt x="6573" y="4256"/>
                  </a:cubicBezTo>
                  <a:cubicBezTo>
                    <a:pt x="6561" y="4233"/>
                    <a:pt x="6537" y="4209"/>
                    <a:pt x="6525" y="4173"/>
                  </a:cubicBezTo>
                  <a:cubicBezTo>
                    <a:pt x="6513" y="4149"/>
                    <a:pt x="6489" y="4125"/>
                    <a:pt x="6477" y="4102"/>
                  </a:cubicBezTo>
                  <a:cubicBezTo>
                    <a:pt x="6453" y="4066"/>
                    <a:pt x="6442" y="4042"/>
                    <a:pt x="6430" y="4018"/>
                  </a:cubicBezTo>
                  <a:cubicBezTo>
                    <a:pt x="6406" y="3995"/>
                    <a:pt x="6394" y="3971"/>
                    <a:pt x="6382" y="3947"/>
                  </a:cubicBezTo>
                  <a:cubicBezTo>
                    <a:pt x="6370" y="3935"/>
                    <a:pt x="6370" y="3923"/>
                    <a:pt x="6358" y="3911"/>
                  </a:cubicBezTo>
                  <a:lnTo>
                    <a:pt x="6346" y="3899"/>
                  </a:lnTo>
                  <a:cubicBezTo>
                    <a:pt x="6334" y="3887"/>
                    <a:pt x="6334" y="3875"/>
                    <a:pt x="6323" y="3864"/>
                  </a:cubicBezTo>
                  <a:lnTo>
                    <a:pt x="6311" y="3852"/>
                  </a:lnTo>
                  <a:lnTo>
                    <a:pt x="6227" y="3804"/>
                  </a:lnTo>
                  <a:cubicBezTo>
                    <a:pt x="6215" y="3792"/>
                    <a:pt x="6192" y="3780"/>
                    <a:pt x="6192" y="3768"/>
                  </a:cubicBezTo>
                  <a:cubicBezTo>
                    <a:pt x="6180" y="3756"/>
                    <a:pt x="6168" y="3756"/>
                    <a:pt x="6168" y="3756"/>
                  </a:cubicBezTo>
                  <a:cubicBezTo>
                    <a:pt x="6108" y="3721"/>
                    <a:pt x="6132" y="3637"/>
                    <a:pt x="6203" y="3637"/>
                  </a:cubicBezTo>
                  <a:lnTo>
                    <a:pt x="6251" y="3637"/>
                  </a:lnTo>
                  <a:cubicBezTo>
                    <a:pt x="6263" y="3631"/>
                    <a:pt x="6275" y="3628"/>
                    <a:pt x="6287" y="3628"/>
                  </a:cubicBezTo>
                  <a:close/>
                  <a:moveTo>
                    <a:pt x="20574" y="4149"/>
                  </a:moveTo>
                  <a:cubicBezTo>
                    <a:pt x="20646" y="4149"/>
                    <a:pt x="20717" y="4161"/>
                    <a:pt x="20777" y="4209"/>
                  </a:cubicBezTo>
                  <a:cubicBezTo>
                    <a:pt x="20848" y="4245"/>
                    <a:pt x="20884" y="4328"/>
                    <a:pt x="20872" y="4411"/>
                  </a:cubicBezTo>
                  <a:cubicBezTo>
                    <a:pt x="20860" y="4423"/>
                    <a:pt x="20860" y="4435"/>
                    <a:pt x="20860" y="4435"/>
                  </a:cubicBezTo>
                  <a:cubicBezTo>
                    <a:pt x="20848" y="4506"/>
                    <a:pt x="20812" y="4566"/>
                    <a:pt x="20765" y="4614"/>
                  </a:cubicBezTo>
                  <a:cubicBezTo>
                    <a:pt x="20729" y="4661"/>
                    <a:pt x="20670" y="4697"/>
                    <a:pt x="20610" y="4733"/>
                  </a:cubicBezTo>
                  <a:cubicBezTo>
                    <a:pt x="20527" y="4768"/>
                    <a:pt x="20443" y="4816"/>
                    <a:pt x="20372" y="4876"/>
                  </a:cubicBezTo>
                  <a:cubicBezTo>
                    <a:pt x="20324" y="4899"/>
                    <a:pt x="20289" y="4935"/>
                    <a:pt x="20253" y="4959"/>
                  </a:cubicBezTo>
                  <a:cubicBezTo>
                    <a:pt x="20241" y="4971"/>
                    <a:pt x="20241" y="4971"/>
                    <a:pt x="20229" y="4983"/>
                  </a:cubicBezTo>
                  <a:cubicBezTo>
                    <a:pt x="20217" y="4983"/>
                    <a:pt x="20205" y="4995"/>
                    <a:pt x="20193" y="4995"/>
                  </a:cubicBezTo>
                  <a:lnTo>
                    <a:pt x="20134" y="5030"/>
                  </a:lnTo>
                  <a:cubicBezTo>
                    <a:pt x="20098" y="5054"/>
                    <a:pt x="20062" y="5078"/>
                    <a:pt x="20015" y="5102"/>
                  </a:cubicBezTo>
                  <a:cubicBezTo>
                    <a:pt x="20015" y="5102"/>
                    <a:pt x="20003" y="5114"/>
                    <a:pt x="19991" y="5126"/>
                  </a:cubicBezTo>
                  <a:cubicBezTo>
                    <a:pt x="19979" y="5138"/>
                    <a:pt x="19955" y="5149"/>
                    <a:pt x="19943" y="5173"/>
                  </a:cubicBezTo>
                  <a:cubicBezTo>
                    <a:pt x="19911" y="5215"/>
                    <a:pt x="19869" y="5232"/>
                    <a:pt x="19828" y="5232"/>
                  </a:cubicBezTo>
                  <a:cubicBezTo>
                    <a:pt x="19717" y="5232"/>
                    <a:pt x="19610" y="5104"/>
                    <a:pt x="19705" y="4983"/>
                  </a:cubicBezTo>
                  <a:cubicBezTo>
                    <a:pt x="19729" y="4935"/>
                    <a:pt x="19753" y="4887"/>
                    <a:pt x="19777" y="4852"/>
                  </a:cubicBezTo>
                  <a:cubicBezTo>
                    <a:pt x="19800" y="4804"/>
                    <a:pt x="19812" y="4768"/>
                    <a:pt x="19836" y="4721"/>
                  </a:cubicBezTo>
                  <a:cubicBezTo>
                    <a:pt x="19896" y="4626"/>
                    <a:pt x="19967" y="4530"/>
                    <a:pt x="20062" y="4459"/>
                  </a:cubicBezTo>
                  <a:cubicBezTo>
                    <a:pt x="20146" y="4376"/>
                    <a:pt x="20241" y="4304"/>
                    <a:pt x="20336" y="4233"/>
                  </a:cubicBezTo>
                  <a:cubicBezTo>
                    <a:pt x="20348" y="4221"/>
                    <a:pt x="20372" y="4209"/>
                    <a:pt x="20396" y="4197"/>
                  </a:cubicBezTo>
                  <a:cubicBezTo>
                    <a:pt x="20455" y="4173"/>
                    <a:pt x="20515" y="4149"/>
                    <a:pt x="20574" y="4149"/>
                  </a:cubicBezTo>
                  <a:close/>
                  <a:moveTo>
                    <a:pt x="5025" y="4816"/>
                  </a:moveTo>
                  <a:cubicBezTo>
                    <a:pt x="5060" y="4816"/>
                    <a:pt x="5108" y="4816"/>
                    <a:pt x="5156" y="4840"/>
                  </a:cubicBezTo>
                  <a:cubicBezTo>
                    <a:pt x="5275" y="4923"/>
                    <a:pt x="5394" y="5007"/>
                    <a:pt x="5513" y="5078"/>
                  </a:cubicBezTo>
                  <a:cubicBezTo>
                    <a:pt x="5572" y="5114"/>
                    <a:pt x="5644" y="5138"/>
                    <a:pt x="5703" y="5173"/>
                  </a:cubicBezTo>
                  <a:cubicBezTo>
                    <a:pt x="5751" y="5197"/>
                    <a:pt x="5799" y="5233"/>
                    <a:pt x="5834" y="5280"/>
                  </a:cubicBezTo>
                  <a:cubicBezTo>
                    <a:pt x="5858" y="5304"/>
                    <a:pt x="5882" y="5328"/>
                    <a:pt x="5906" y="5352"/>
                  </a:cubicBezTo>
                  <a:cubicBezTo>
                    <a:pt x="5965" y="5423"/>
                    <a:pt x="5989" y="5519"/>
                    <a:pt x="5953" y="5602"/>
                  </a:cubicBezTo>
                  <a:cubicBezTo>
                    <a:pt x="5918" y="5697"/>
                    <a:pt x="5834" y="5757"/>
                    <a:pt x="5739" y="5757"/>
                  </a:cubicBezTo>
                  <a:lnTo>
                    <a:pt x="5632" y="5757"/>
                  </a:lnTo>
                  <a:cubicBezTo>
                    <a:pt x="5572" y="5757"/>
                    <a:pt x="5513" y="5733"/>
                    <a:pt x="5465" y="5709"/>
                  </a:cubicBezTo>
                  <a:cubicBezTo>
                    <a:pt x="5406" y="5697"/>
                    <a:pt x="5346" y="5661"/>
                    <a:pt x="5299" y="5626"/>
                  </a:cubicBezTo>
                  <a:cubicBezTo>
                    <a:pt x="5251" y="5590"/>
                    <a:pt x="5215" y="5554"/>
                    <a:pt x="5168" y="5519"/>
                  </a:cubicBezTo>
                  <a:cubicBezTo>
                    <a:pt x="5037" y="5411"/>
                    <a:pt x="4941" y="5280"/>
                    <a:pt x="4870" y="5138"/>
                  </a:cubicBezTo>
                  <a:cubicBezTo>
                    <a:pt x="4822" y="5054"/>
                    <a:pt x="4834" y="4947"/>
                    <a:pt x="4906" y="4876"/>
                  </a:cubicBezTo>
                  <a:cubicBezTo>
                    <a:pt x="4929" y="4840"/>
                    <a:pt x="4977" y="4828"/>
                    <a:pt x="5025" y="4816"/>
                  </a:cubicBezTo>
                  <a:close/>
                  <a:moveTo>
                    <a:pt x="21967" y="5897"/>
                  </a:moveTo>
                  <a:cubicBezTo>
                    <a:pt x="22083" y="5897"/>
                    <a:pt x="22139" y="6059"/>
                    <a:pt x="22039" y="6126"/>
                  </a:cubicBezTo>
                  <a:cubicBezTo>
                    <a:pt x="21967" y="6173"/>
                    <a:pt x="21884" y="6233"/>
                    <a:pt x="21813" y="6280"/>
                  </a:cubicBezTo>
                  <a:cubicBezTo>
                    <a:pt x="21741" y="6316"/>
                    <a:pt x="21658" y="6364"/>
                    <a:pt x="21574" y="6400"/>
                  </a:cubicBezTo>
                  <a:cubicBezTo>
                    <a:pt x="21396" y="6459"/>
                    <a:pt x="21229" y="6542"/>
                    <a:pt x="21062" y="6614"/>
                  </a:cubicBezTo>
                  <a:cubicBezTo>
                    <a:pt x="21048" y="6618"/>
                    <a:pt x="21033" y="6620"/>
                    <a:pt x="21018" y="6620"/>
                  </a:cubicBezTo>
                  <a:cubicBezTo>
                    <a:pt x="20951" y="6620"/>
                    <a:pt x="20892" y="6577"/>
                    <a:pt x="20872" y="6519"/>
                  </a:cubicBezTo>
                  <a:cubicBezTo>
                    <a:pt x="20836" y="6447"/>
                    <a:pt x="20872" y="6364"/>
                    <a:pt x="20931" y="6328"/>
                  </a:cubicBezTo>
                  <a:cubicBezTo>
                    <a:pt x="21098" y="6245"/>
                    <a:pt x="21253" y="6161"/>
                    <a:pt x="21420" y="6090"/>
                  </a:cubicBezTo>
                  <a:cubicBezTo>
                    <a:pt x="21503" y="6042"/>
                    <a:pt x="21598" y="6007"/>
                    <a:pt x="21682" y="5971"/>
                  </a:cubicBezTo>
                  <a:cubicBezTo>
                    <a:pt x="21765" y="5947"/>
                    <a:pt x="21860" y="5923"/>
                    <a:pt x="21944" y="5900"/>
                  </a:cubicBezTo>
                  <a:cubicBezTo>
                    <a:pt x="21952" y="5898"/>
                    <a:pt x="21959" y="5897"/>
                    <a:pt x="21967" y="5897"/>
                  </a:cubicBezTo>
                  <a:close/>
                  <a:moveTo>
                    <a:pt x="3000" y="6636"/>
                  </a:moveTo>
                  <a:cubicBezTo>
                    <a:pt x="3025" y="6636"/>
                    <a:pt x="3050" y="6644"/>
                    <a:pt x="3072" y="6661"/>
                  </a:cubicBezTo>
                  <a:cubicBezTo>
                    <a:pt x="3144" y="6697"/>
                    <a:pt x="3227" y="6745"/>
                    <a:pt x="3298" y="6781"/>
                  </a:cubicBezTo>
                  <a:cubicBezTo>
                    <a:pt x="3358" y="6828"/>
                    <a:pt x="3441" y="6864"/>
                    <a:pt x="3513" y="6900"/>
                  </a:cubicBezTo>
                  <a:cubicBezTo>
                    <a:pt x="3596" y="6947"/>
                    <a:pt x="3667" y="7007"/>
                    <a:pt x="3739" y="7078"/>
                  </a:cubicBezTo>
                  <a:cubicBezTo>
                    <a:pt x="3775" y="7102"/>
                    <a:pt x="3810" y="7126"/>
                    <a:pt x="3834" y="7162"/>
                  </a:cubicBezTo>
                  <a:cubicBezTo>
                    <a:pt x="3882" y="7197"/>
                    <a:pt x="3906" y="7245"/>
                    <a:pt x="3941" y="7293"/>
                  </a:cubicBezTo>
                  <a:cubicBezTo>
                    <a:pt x="3989" y="7376"/>
                    <a:pt x="3977" y="7483"/>
                    <a:pt x="3906" y="7554"/>
                  </a:cubicBezTo>
                  <a:lnTo>
                    <a:pt x="3894" y="7554"/>
                  </a:lnTo>
                  <a:cubicBezTo>
                    <a:pt x="3852" y="7589"/>
                    <a:pt x="3802" y="7608"/>
                    <a:pt x="3752" y="7608"/>
                  </a:cubicBezTo>
                  <a:cubicBezTo>
                    <a:pt x="3715" y="7608"/>
                    <a:pt x="3678" y="7598"/>
                    <a:pt x="3644" y="7578"/>
                  </a:cubicBezTo>
                  <a:cubicBezTo>
                    <a:pt x="3596" y="7554"/>
                    <a:pt x="3548" y="7519"/>
                    <a:pt x="3501" y="7471"/>
                  </a:cubicBezTo>
                  <a:cubicBezTo>
                    <a:pt x="3477" y="7447"/>
                    <a:pt x="3441" y="7412"/>
                    <a:pt x="3417" y="7388"/>
                  </a:cubicBezTo>
                  <a:cubicBezTo>
                    <a:pt x="3358" y="7328"/>
                    <a:pt x="3298" y="7281"/>
                    <a:pt x="3251" y="7221"/>
                  </a:cubicBezTo>
                  <a:cubicBezTo>
                    <a:pt x="3203" y="7150"/>
                    <a:pt x="3144" y="7090"/>
                    <a:pt x="3084" y="7031"/>
                  </a:cubicBezTo>
                  <a:cubicBezTo>
                    <a:pt x="3024" y="6983"/>
                    <a:pt x="2965" y="6935"/>
                    <a:pt x="2894" y="6888"/>
                  </a:cubicBezTo>
                  <a:cubicBezTo>
                    <a:pt x="2846" y="6828"/>
                    <a:pt x="2846" y="6745"/>
                    <a:pt x="2882" y="6697"/>
                  </a:cubicBezTo>
                  <a:cubicBezTo>
                    <a:pt x="2912" y="6660"/>
                    <a:pt x="2956" y="6636"/>
                    <a:pt x="3000" y="6636"/>
                  </a:cubicBezTo>
                  <a:close/>
                  <a:moveTo>
                    <a:pt x="22661" y="7461"/>
                  </a:moveTo>
                  <a:cubicBezTo>
                    <a:pt x="22719" y="7461"/>
                    <a:pt x="22780" y="7494"/>
                    <a:pt x="22813" y="7543"/>
                  </a:cubicBezTo>
                  <a:cubicBezTo>
                    <a:pt x="22860" y="7626"/>
                    <a:pt x="22836" y="7733"/>
                    <a:pt x="22753" y="7781"/>
                  </a:cubicBezTo>
                  <a:cubicBezTo>
                    <a:pt x="22682" y="7816"/>
                    <a:pt x="22622" y="7840"/>
                    <a:pt x="22563" y="7876"/>
                  </a:cubicBezTo>
                  <a:lnTo>
                    <a:pt x="22372" y="7947"/>
                  </a:lnTo>
                  <a:cubicBezTo>
                    <a:pt x="22241" y="8007"/>
                    <a:pt x="22110" y="8066"/>
                    <a:pt x="21979" y="8114"/>
                  </a:cubicBezTo>
                  <a:cubicBezTo>
                    <a:pt x="21962" y="8122"/>
                    <a:pt x="21945" y="8126"/>
                    <a:pt x="21929" y="8126"/>
                  </a:cubicBezTo>
                  <a:cubicBezTo>
                    <a:pt x="21899" y="8126"/>
                    <a:pt x="21871" y="8113"/>
                    <a:pt x="21848" y="8090"/>
                  </a:cubicBezTo>
                  <a:cubicBezTo>
                    <a:pt x="21824" y="8043"/>
                    <a:pt x="21848" y="7983"/>
                    <a:pt x="21884" y="7959"/>
                  </a:cubicBezTo>
                  <a:lnTo>
                    <a:pt x="22229" y="7721"/>
                  </a:lnTo>
                  <a:lnTo>
                    <a:pt x="22396" y="7602"/>
                  </a:lnTo>
                  <a:cubicBezTo>
                    <a:pt x="22455" y="7554"/>
                    <a:pt x="22515" y="7519"/>
                    <a:pt x="22586" y="7483"/>
                  </a:cubicBezTo>
                  <a:cubicBezTo>
                    <a:pt x="22609" y="7468"/>
                    <a:pt x="22635" y="7461"/>
                    <a:pt x="22661" y="7461"/>
                  </a:cubicBezTo>
                  <a:close/>
                  <a:moveTo>
                    <a:pt x="2466" y="7871"/>
                  </a:moveTo>
                  <a:cubicBezTo>
                    <a:pt x="2489" y="7871"/>
                    <a:pt x="2513" y="7876"/>
                    <a:pt x="2536" y="7888"/>
                  </a:cubicBezTo>
                  <a:lnTo>
                    <a:pt x="2596" y="7912"/>
                  </a:lnTo>
                  <a:lnTo>
                    <a:pt x="2608" y="7912"/>
                  </a:lnTo>
                  <a:cubicBezTo>
                    <a:pt x="2643" y="7924"/>
                    <a:pt x="2679" y="7935"/>
                    <a:pt x="2703" y="7947"/>
                  </a:cubicBezTo>
                  <a:cubicBezTo>
                    <a:pt x="2774" y="7971"/>
                    <a:pt x="2834" y="7995"/>
                    <a:pt x="2894" y="8019"/>
                  </a:cubicBezTo>
                  <a:cubicBezTo>
                    <a:pt x="2965" y="8043"/>
                    <a:pt x="3024" y="8066"/>
                    <a:pt x="3096" y="8090"/>
                  </a:cubicBezTo>
                  <a:lnTo>
                    <a:pt x="3144" y="8102"/>
                  </a:lnTo>
                  <a:lnTo>
                    <a:pt x="3215" y="8126"/>
                  </a:lnTo>
                  <a:lnTo>
                    <a:pt x="3227" y="8126"/>
                  </a:lnTo>
                  <a:cubicBezTo>
                    <a:pt x="3227" y="8126"/>
                    <a:pt x="3239" y="8138"/>
                    <a:pt x="3239" y="8138"/>
                  </a:cubicBezTo>
                  <a:lnTo>
                    <a:pt x="3298" y="8162"/>
                  </a:lnTo>
                  <a:cubicBezTo>
                    <a:pt x="3346" y="8174"/>
                    <a:pt x="3394" y="8209"/>
                    <a:pt x="3429" y="8257"/>
                  </a:cubicBezTo>
                  <a:cubicBezTo>
                    <a:pt x="3453" y="8305"/>
                    <a:pt x="3465" y="8364"/>
                    <a:pt x="3453" y="8424"/>
                  </a:cubicBezTo>
                  <a:lnTo>
                    <a:pt x="3465" y="8447"/>
                  </a:lnTo>
                  <a:cubicBezTo>
                    <a:pt x="3436" y="8543"/>
                    <a:pt x="3353" y="8601"/>
                    <a:pt x="3260" y="8601"/>
                  </a:cubicBezTo>
                  <a:cubicBezTo>
                    <a:pt x="3238" y="8601"/>
                    <a:pt x="3214" y="8597"/>
                    <a:pt x="3191" y="8590"/>
                  </a:cubicBezTo>
                  <a:cubicBezTo>
                    <a:pt x="3108" y="8566"/>
                    <a:pt x="3036" y="8531"/>
                    <a:pt x="2953" y="8483"/>
                  </a:cubicBezTo>
                  <a:cubicBezTo>
                    <a:pt x="2894" y="8447"/>
                    <a:pt x="2834" y="8412"/>
                    <a:pt x="2763" y="8376"/>
                  </a:cubicBezTo>
                  <a:cubicBezTo>
                    <a:pt x="2643" y="8293"/>
                    <a:pt x="2524" y="8209"/>
                    <a:pt x="2393" y="8126"/>
                  </a:cubicBezTo>
                  <a:cubicBezTo>
                    <a:pt x="2334" y="8090"/>
                    <a:pt x="2310" y="8007"/>
                    <a:pt x="2346" y="7935"/>
                  </a:cubicBezTo>
                  <a:cubicBezTo>
                    <a:pt x="2370" y="7895"/>
                    <a:pt x="2416" y="7871"/>
                    <a:pt x="2466" y="7871"/>
                  </a:cubicBezTo>
                  <a:close/>
                  <a:moveTo>
                    <a:pt x="23466" y="8623"/>
                  </a:moveTo>
                  <a:cubicBezTo>
                    <a:pt x="23643" y="8623"/>
                    <a:pt x="23706" y="8881"/>
                    <a:pt x="23515" y="8959"/>
                  </a:cubicBezTo>
                  <a:cubicBezTo>
                    <a:pt x="23337" y="9007"/>
                    <a:pt x="23146" y="9043"/>
                    <a:pt x="22956" y="9090"/>
                  </a:cubicBezTo>
                  <a:cubicBezTo>
                    <a:pt x="22872" y="9102"/>
                    <a:pt x="22777" y="9126"/>
                    <a:pt x="22682" y="9150"/>
                  </a:cubicBezTo>
                  <a:cubicBezTo>
                    <a:pt x="22634" y="9150"/>
                    <a:pt x="22586" y="9162"/>
                    <a:pt x="22539" y="9174"/>
                  </a:cubicBezTo>
                  <a:cubicBezTo>
                    <a:pt x="22479" y="9174"/>
                    <a:pt x="22432" y="9174"/>
                    <a:pt x="22384" y="9186"/>
                  </a:cubicBezTo>
                  <a:cubicBezTo>
                    <a:pt x="22336" y="9186"/>
                    <a:pt x="22325" y="9114"/>
                    <a:pt x="22360" y="9090"/>
                  </a:cubicBezTo>
                  <a:cubicBezTo>
                    <a:pt x="22408" y="9067"/>
                    <a:pt x="22444" y="9043"/>
                    <a:pt x="22491" y="9019"/>
                  </a:cubicBezTo>
                  <a:cubicBezTo>
                    <a:pt x="22527" y="8983"/>
                    <a:pt x="22575" y="8971"/>
                    <a:pt x="22622" y="8959"/>
                  </a:cubicBezTo>
                  <a:cubicBezTo>
                    <a:pt x="22717" y="8912"/>
                    <a:pt x="22801" y="8876"/>
                    <a:pt x="22884" y="8840"/>
                  </a:cubicBezTo>
                  <a:cubicBezTo>
                    <a:pt x="23063" y="8769"/>
                    <a:pt x="23241" y="8697"/>
                    <a:pt x="23432" y="8626"/>
                  </a:cubicBezTo>
                  <a:cubicBezTo>
                    <a:pt x="23444" y="8624"/>
                    <a:pt x="23455" y="8623"/>
                    <a:pt x="23466" y="8623"/>
                  </a:cubicBezTo>
                  <a:close/>
                  <a:moveTo>
                    <a:pt x="1869" y="9208"/>
                  </a:moveTo>
                  <a:cubicBezTo>
                    <a:pt x="1873" y="9208"/>
                    <a:pt x="1877" y="9209"/>
                    <a:pt x="1881" y="9209"/>
                  </a:cubicBezTo>
                  <a:cubicBezTo>
                    <a:pt x="1917" y="9233"/>
                    <a:pt x="1953" y="9245"/>
                    <a:pt x="2001" y="9245"/>
                  </a:cubicBezTo>
                  <a:cubicBezTo>
                    <a:pt x="2036" y="9245"/>
                    <a:pt x="2084" y="9245"/>
                    <a:pt x="2120" y="9257"/>
                  </a:cubicBezTo>
                  <a:lnTo>
                    <a:pt x="2346" y="9328"/>
                  </a:lnTo>
                  <a:cubicBezTo>
                    <a:pt x="2429" y="9352"/>
                    <a:pt x="2513" y="9388"/>
                    <a:pt x="2596" y="9424"/>
                  </a:cubicBezTo>
                  <a:cubicBezTo>
                    <a:pt x="2632" y="9436"/>
                    <a:pt x="2667" y="9459"/>
                    <a:pt x="2703" y="9483"/>
                  </a:cubicBezTo>
                  <a:cubicBezTo>
                    <a:pt x="2739" y="9507"/>
                    <a:pt x="2774" y="9543"/>
                    <a:pt x="2798" y="9579"/>
                  </a:cubicBezTo>
                  <a:cubicBezTo>
                    <a:pt x="2870" y="9650"/>
                    <a:pt x="2822" y="9769"/>
                    <a:pt x="2727" y="9769"/>
                  </a:cubicBezTo>
                  <a:lnTo>
                    <a:pt x="2715" y="9781"/>
                  </a:lnTo>
                  <a:cubicBezTo>
                    <a:pt x="2667" y="9781"/>
                    <a:pt x="2620" y="9781"/>
                    <a:pt x="2572" y="9769"/>
                  </a:cubicBezTo>
                  <a:cubicBezTo>
                    <a:pt x="2536" y="9757"/>
                    <a:pt x="2501" y="9745"/>
                    <a:pt x="2465" y="9733"/>
                  </a:cubicBezTo>
                  <a:cubicBezTo>
                    <a:pt x="2382" y="9698"/>
                    <a:pt x="2298" y="9650"/>
                    <a:pt x="2227" y="9602"/>
                  </a:cubicBezTo>
                  <a:cubicBezTo>
                    <a:pt x="2167" y="9567"/>
                    <a:pt x="2096" y="9531"/>
                    <a:pt x="2036" y="9483"/>
                  </a:cubicBezTo>
                  <a:cubicBezTo>
                    <a:pt x="1989" y="9459"/>
                    <a:pt x="1953" y="9436"/>
                    <a:pt x="1929" y="9400"/>
                  </a:cubicBezTo>
                  <a:cubicBezTo>
                    <a:pt x="1905" y="9364"/>
                    <a:pt x="1870" y="9340"/>
                    <a:pt x="1834" y="9328"/>
                  </a:cubicBezTo>
                  <a:cubicBezTo>
                    <a:pt x="1778" y="9295"/>
                    <a:pt x="1806" y="9208"/>
                    <a:pt x="1869" y="9208"/>
                  </a:cubicBezTo>
                  <a:close/>
                  <a:moveTo>
                    <a:pt x="23634" y="10126"/>
                  </a:moveTo>
                  <a:cubicBezTo>
                    <a:pt x="23753" y="10126"/>
                    <a:pt x="23849" y="10233"/>
                    <a:pt x="23825" y="10352"/>
                  </a:cubicBezTo>
                  <a:cubicBezTo>
                    <a:pt x="23813" y="10412"/>
                    <a:pt x="23777" y="10460"/>
                    <a:pt x="23718" y="10495"/>
                  </a:cubicBezTo>
                  <a:cubicBezTo>
                    <a:pt x="23697" y="10509"/>
                    <a:pt x="23668" y="10515"/>
                    <a:pt x="23637" y="10515"/>
                  </a:cubicBezTo>
                  <a:cubicBezTo>
                    <a:pt x="23616" y="10515"/>
                    <a:pt x="23594" y="10512"/>
                    <a:pt x="23575" y="10507"/>
                  </a:cubicBezTo>
                  <a:lnTo>
                    <a:pt x="23396" y="10507"/>
                  </a:lnTo>
                  <a:cubicBezTo>
                    <a:pt x="23348" y="10495"/>
                    <a:pt x="23313" y="10483"/>
                    <a:pt x="23265" y="10483"/>
                  </a:cubicBezTo>
                  <a:lnTo>
                    <a:pt x="23182" y="10483"/>
                  </a:lnTo>
                  <a:cubicBezTo>
                    <a:pt x="23122" y="10471"/>
                    <a:pt x="23051" y="10460"/>
                    <a:pt x="22979" y="10460"/>
                  </a:cubicBezTo>
                  <a:cubicBezTo>
                    <a:pt x="22908" y="10460"/>
                    <a:pt x="22836" y="10471"/>
                    <a:pt x="22765" y="10483"/>
                  </a:cubicBezTo>
                  <a:cubicBezTo>
                    <a:pt x="22758" y="10485"/>
                    <a:pt x="22751" y="10486"/>
                    <a:pt x="22745" y="10486"/>
                  </a:cubicBezTo>
                  <a:cubicBezTo>
                    <a:pt x="22652" y="10486"/>
                    <a:pt x="22618" y="10339"/>
                    <a:pt x="22729" y="10317"/>
                  </a:cubicBezTo>
                  <a:cubicBezTo>
                    <a:pt x="22801" y="10305"/>
                    <a:pt x="22872" y="10281"/>
                    <a:pt x="22944" y="10257"/>
                  </a:cubicBezTo>
                  <a:cubicBezTo>
                    <a:pt x="23015" y="10233"/>
                    <a:pt x="23087" y="10210"/>
                    <a:pt x="23158" y="10186"/>
                  </a:cubicBezTo>
                  <a:cubicBezTo>
                    <a:pt x="23229" y="10162"/>
                    <a:pt x="23313" y="10150"/>
                    <a:pt x="23396" y="10138"/>
                  </a:cubicBezTo>
                  <a:cubicBezTo>
                    <a:pt x="23468" y="10126"/>
                    <a:pt x="23551" y="10126"/>
                    <a:pt x="23634" y="10126"/>
                  </a:cubicBezTo>
                  <a:close/>
                  <a:moveTo>
                    <a:pt x="1977" y="10722"/>
                  </a:moveTo>
                  <a:cubicBezTo>
                    <a:pt x="2048" y="10733"/>
                    <a:pt x="2143" y="10745"/>
                    <a:pt x="2215" y="10757"/>
                  </a:cubicBezTo>
                  <a:cubicBezTo>
                    <a:pt x="2298" y="10769"/>
                    <a:pt x="2370" y="10805"/>
                    <a:pt x="2441" y="10852"/>
                  </a:cubicBezTo>
                  <a:cubicBezTo>
                    <a:pt x="2513" y="10888"/>
                    <a:pt x="2536" y="10983"/>
                    <a:pt x="2513" y="11055"/>
                  </a:cubicBezTo>
                  <a:cubicBezTo>
                    <a:pt x="2475" y="11111"/>
                    <a:pt x="2415" y="11146"/>
                    <a:pt x="2356" y="11146"/>
                  </a:cubicBezTo>
                  <a:cubicBezTo>
                    <a:pt x="2340" y="11146"/>
                    <a:pt x="2325" y="11143"/>
                    <a:pt x="2310" y="11138"/>
                  </a:cubicBezTo>
                  <a:lnTo>
                    <a:pt x="2203" y="11114"/>
                  </a:lnTo>
                  <a:cubicBezTo>
                    <a:pt x="2167" y="11103"/>
                    <a:pt x="2120" y="11091"/>
                    <a:pt x="2084" y="11067"/>
                  </a:cubicBezTo>
                  <a:lnTo>
                    <a:pt x="2036" y="11055"/>
                  </a:lnTo>
                  <a:lnTo>
                    <a:pt x="2024" y="11055"/>
                  </a:lnTo>
                  <a:cubicBezTo>
                    <a:pt x="1989" y="11043"/>
                    <a:pt x="1953" y="11031"/>
                    <a:pt x="1929" y="11019"/>
                  </a:cubicBezTo>
                  <a:cubicBezTo>
                    <a:pt x="1858" y="10995"/>
                    <a:pt x="1822" y="10972"/>
                    <a:pt x="1739" y="10948"/>
                  </a:cubicBezTo>
                  <a:cubicBezTo>
                    <a:pt x="1715" y="10936"/>
                    <a:pt x="1679" y="10924"/>
                    <a:pt x="1655" y="10924"/>
                  </a:cubicBezTo>
                  <a:lnTo>
                    <a:pt x="1548" y="10924"/>
                  </a:lnTo>
                  <a:cubicBezTo>
                    <a:pt x="1441" y="10924"/>
                    <a:pt x="1441" y="10757"/>
                    <a:pt x="1548" y="10757"/>
                  </a:cubicBezTo>
                  <a:lnTo>
                    <a:pt x="1655" y="10757"/>
                  </a:lnTo>
                  <a:cubicBezTo>
                    <a:pt x="1691" y="10757"/>
                    <a:pt x="1715" y="10745"/>
                    <a:pt x="1751" y="10745"/>
                  </a:cubicBezTo>
                  <a:cubicBezTo>
                    <a:pt x="1822" y="10733"/>
                    <a:pt x="1893" y="10722"/>
                    <a:pt x="1977" y="10722"/>
                  </a:cubicBezTo>
                  <a:close/>
                  <a:moveTo>
                    <a:pt x="24143" y="12303"/>
                  </a:moveTo>
                  <a:cubicBezTo>
                    <a:pt x="24215" y="12303"/>
                    <a:pt x="24283" y="12337"/>
                    <a:pt x="24325" y="12388"/>
                  </a:cubicBezTo>
                  <a:cubicBezTo>
                    <a:pt x="24384" y="12448"/>
                    <a:pt x="24420" y="12531"/>
                    <a:pt x="24420" y="12615"/>
                  </a:cubicBezTo>
                  <a:cubicBezTo>
                    <a:pt x="24420" y="12698"/>
                    <a:pt x="24384" y="12781"/>
                    <a:pt x="24325" y="12841"/>
                  </a:cubicBezTo>
                  <a:cubicBezTo>
                    <a:pt x="24277" y="12888"/>
                    <a:pt x="24194" y="12924"/>
                    <a:pt x="24122" y="12924"/>
                  </a:cubicBezTo>
                  <a:cubicBezTo>
                    <a:pt x="24015" y="12936"/>
                    <a:pt x="23896" y="12948"/>
                    <a:pt x="23789" y="12948"/>
                  </a:cubicBezTo>
                  <a:lnTo>
                    <a:pt x="23479" y="12924"/>
                  </a:lnTo>
                  <a:cubicBezTo>
                    <a:pt x="23372" y="12912"/>
                    <a:pt x="23265" y="12888"/>
                    <a:pt x="23158" y="12888"/>
                  </a:cubicBezTo>
                  <a:lnTo>
                    <a:pt x="22825" y="12888"/>
                  </a:lnTo>
                  <a:cubicBezTo>
                    <a:pt x="22717" y="12888"/>
                    <a:pt x="22622" y="12793"/>
                    <a:pt x="22622" y="12686"/>
                  </a:cubicBezTo>
                  <a:cubicBezTo>
                    <a:pt x="22622" y="12567"/>
                    <a:pt x="22717" y="12472"/>
                    <a:pt x="22825" y="12472"/>
                  </a:cubicBezTo>
                  <a:lnTo>
                    <a:pt x="23134" y="12472"/>
                  </a:lnTo>
                  <a:cubicBezTo>
                    <a:pt x="23229" y="12460"/>
                    <a:pt x="23337" y="12448"/>
                    <a:pt x="23432" y="12424"/>
                  </a:cubicBezTo>
                  <a:cubicBezTo>
                    <a:pt x="23527" y="12400"/>
                    <a:pt x="23622" y="12376"/>
                    <a:pt x="23729" y="12353"/>
                  </a:cubicBezTo>
                  <a:cubicBezTo>
                    <a:pt x="23849" y="12329"/>
                    <a:pt x="23979" y="12305"/>
                    <a:pt x="24110" y="12305"/>
                  </a:cubicBezTo>
                  <a:cubicBezTo>
                    <a:pt x="24121" y="12304"/>
                    <a:pt x="24132" y="12303"/>
                    <a:pt x="24143" y="12303"/>
                  </a:cubicBezTo>
                  <a:close/>
                  <a:moveTo>
                    <a:pt x="1691" y="12805"/>
                  </a:moveTo>
                  <a:cubicBezTo>
                    <a:pt x="2001" y="12817"/>
                    <a:pt x="2060" y="13258"/>
                    <a:pt x="1762" y="13341"/>
                  </a:cubicBezTo>
                  <a:cubicBezTo>
                    <a:pt x="1703" y="13365"/>
                    <a:pt x="1643" y="13389"/>
                    <a:pt x="1572" y="13400"/>
                  </a:cubicBezTo>
                  <a:lnTo>
                    <a:pt x="1393" y="13424"/>
                  </a:lnTo>
                  <a:cubicBezTo>
                    <a:pt x="1310" y="13436"/>
                    <a:pt x="1227" y="13448"/>
                    <a:pt x="1143" y="13448"/>
                  </a:cubicBezTo>
                  <a:lnTo>
                    <a:pt x="977" y="13448"/>
                  </a:lnTo>
                  <a:lnTo>
                    <a:pt x="905" y="13460"/>
                  </a:lnTo>
                  <a:cubicBezTo>
                    <a:pt x="882" y="13466"/>
                    <a:pt x="860" y="13469"/>
                    <a:pt x="838" y="13469"/>
                  </a:cubicBezTo>
                  <a:cubicBezTo>
                    <a:pt x="732" y="13469"/>
                    <a:pt x="637" y="13402"/>
                    <a:pt x="608" y="13293"/>
                  </a:cubicBezTo>
                  <a:cubicBezTo>
                    <a:pt x="584" y="13234"/>
                    <a:pt x="596" y="13162"/>
                    <a:pt x="631" y="13103"/>
                  </a:cubicBezTo>
                  <a:cubicBezTo>
                    <a:pt x="667" y="13055"/>
                    <a:pt x="715" y="13008"/>
                    <a:pt x="786" y="12996"/>
                  </a:cubicBezTo>
                  <a:cubicBezTo>
                    <a:pt x="858" y="12984"/>
                    <a:pt x="917" y="12972"/>
                    <a:pt x="989" y="12948"/>
                  </a:cubicBezTo>
                  <a:cubicBezTo>
                    <a:pt x="1060" y="12924"/>
                    <a:pt x="1131" y="12900"/>
                    <a:pt x="1203" y="12877"/>
                  </a:cubicBezTo>
                  <a:lnTo>
                    <a:pt x="1417" y="12841"/>
                  </a:lnTo>
                  <a:cubicBezTo>
                    <a:pt x="1500" y="12817"/>
                    <a:pt x="1596" y="12805"/>
                    <a:pt x="1691" y="12805"/>
                  </a:cubicBezTo>
                  <a:close/>
                  <a:moveTo>
                    <a:pt x="22705" y="14038"/>
                  </a:moveTo>
                  <a:cubicBezTo>
                    <a:pt x="22776" y="14038"/>
                    <a:pt x="22844" y="14043"/>
                    <a:pt x="22908" y="14043"/>
                  </a:cubicBezTo>
                  <a:cubicBezTo>
                    <a:pt x="23003" y="14043"/>
                    <a:pt x="23110" y="14043"/>
                    <a:pt x="23206" y="14055"/>
                  </a:cubicBezTo>
                  <a:cubicBezTo>
                    <a:pt x="23325" y="14067"/>
                    <a:pt x="23432" y="14103"/>
                    <a:pt x="23539" y="14139"/>
                  </a:cubicBezTo>
                  <a:cubicBezTo>
                    <a:pt x="23587" y="14162"/>
                    <a:pt x="23634" y="14174"/>
                    <a:pt x="23670" y="14210"/>
                  </a:cubicBezTo>
                  <a:cubicBezTo>
                    <a:pt x="23682" y="14222"/>
                    <a:pt x="23706" y="14246"/>
                    <a:pt x="23718" y="14258"/>
                  </a:cubicBezTo>
                  <a:cubicBezTo>
                    <a:pt x="23765" y="14305"/>
                    <a:pt x="23801" y="14365"/>
                    <a:pt x="23813" y="14436"/>
                  </a:cubicBezTo>
                  <a:cubicBezTo>
                    <a:pt x="23813" y="14484"/>
                    <a:pt x="23789" y="14532"/>
                    <a:pt x="23741" y="14555"/>
                  </a:cubicBezTo>
                  <a:cubicBezTo>
                    <a:pt x="23698" y="14573"/>
                    <a:pt x="23654" y="14584"/>
                    <a:pt x="23611" y="14584"/>
                  </a:cubicBezTo>
                  <a:cubicBezTo>
                    <a:pt x="23595" y="14584"/>
                    <a:pt x="23579" y="14582"/>
                    <a:pt x="23563" y="14579"/>
                  </a:cubicBezTo>
                  <a:lnTo>
                    <a:pt x="23456" y="14579"/>
                  </a:lnTo>
                  <a:cubicBezTo>
                    <a:pt x="23432" y="14567"/>
                    <a:pt x="23420" y="14555"/>
                    <a:pt x="23396" y="14555"/>
                  </a:cubicBezTo>
                  <a:cubicBezTo>
                    <a:pt x="23313" y="14520"/>
                    <a:pt x="23217" y="14496"/>
                    <a:pt x="23134" y="14460"/>
                  </a:cubicBezTo>
                  <a:cubicBezTo>
                    <a:pt x="23039" y="14424"/>
                    <a:pt x="22956" y="14401"/>
                    <a:pt x="22860" y="14377"/>
                  </a:cubicBezTo>
                  <a:cubicBezTo>
                    <a:pt x="22825" y="14365"/>
                    <a:pt x="22789" y="14365"/>
                    <a:pt x="22753" y="14365"/>
                  </a:cubicBezTo>
                  <a:lnTo>
                    <a:pt x="22598" y="14365"/>
                  </a:lnTo>
                  <a:cubicBezTo>
                    <a:pt x="22515" y="14365"/>
                    <a:pt x="22444" y="14293"/>
                    <a:pt x="22444" y="14210"/>
                  </a:cubicBezTo>
                  <a:cubicBezTo>
                    <a:pt x="22444" y="14115"/>
                    <a:pt x="22515" y="14043"/>
                    <a:pt x="22598" y="14043"/>
                  </a:cubicBezTo>
                  <a:cubicBezTo>
                    <a:pt x="22634" y="14039"/>
                    <a:pt x="22670" y="14038"/>
                    <a:pt x="22705" y="14038"/>
                  </a:cubicBezTo>
                  <a:close/>
                  <a:moveTo>
                    <a:pt x="2656" y="14549"/>
                  </a:moveTo>
                  <a:cubicBezTo>
                    <a:pt x="2734" y="14549"/>
                    <a:pt x="2804" y="14595"/>
                    <a:pt x="2834" y="14674"/>
                  </a:cubicBezTo>
                  <a:cubicBezTo>
                    <a:pt x="2870" y="14758"/>
                    <a:pt x="2834" y="14853"/>
                    <a:pt x="2763" y="14901"/>
                  </a:cubicBezTo>
                  <a:lnTo>
                    <a:pt x="2751" y="14901"/>
                  </a:lnTo>
                  <a:cubicBezTo>
                    <a:pt x="2643" y="14960"/>
                    <a:pt x="2536" y="14996"/>
                    <a:pt x="2429" y="15020"/>
                  </a:cubicBezTo>
                  <a:cubicBezTo>
                    <a:pt x="2334" y="15055"/>
                    <a:pt x="2227" y="15079"/>
                    <a:pt x="2120" y="15103"/>
                  </a:cubicBezTo>
                  <a:cubicBezTo>
                    <a:pt x="2012" y="15115"/>
                    <a:pt x="1881" y="15127"/>
                    <a:pt x="1786" y="15139"/>
                  </a:cubicBezTo>
                  <a:cubicBezTo>
                    <a:pt x="1691" y="15151"/>
                    <a:pt x="1584" y="15174"/>
                    <a:pt x="1489" y="15186"/>
                  </a:cubicBezTo>
                  <a:cubicBezTo>
                    <a:pt x="1479" y="15188"/>
                    <a:pt x="1470" y="15189"/>
                    <a:pt x="1462" y="15189"/>
                  </a:cubicBezTo>
                  <a:cubicBezTo>
                    <a:pt x="1402" y="15189"/>
                    <a:pt x="1355" y="15155"/>
                    <a:pt x="1334" y="15103"/>
                  </a:cubicBezTo>
                  <a:cubicBezTo>
                    <a:pt x="1322" y="15032"/>
                    <a:pt x="1358" y="14972"/>
                    <a:pt x="1429" y="14948"/>
                  </a:cubicBezTo>
                  <a:cubicBezTo>
                    <a:pt x="1524" y="14936"/>
                    <a:pt x="1631" y="14913"/>
                    <a:pt x="1739" y="14877"/>
                  </a:cubicBezTo>
                  <a:cubicBezTo>
                    <a:pt x="1834" y="14841"/>
                    <a:pt x="1929" y="14805"/>
                    <a:pt x="2012" y="14770"/>
                  </a:cubicBezTo>
                  <a:cubicBezTo>
                    <a:pt x="2108" y="14734"/>
                    <a:pt x="2215" y="14698"/>
                    <a:pt x="2310" y="14662"/>
                  </a:cubicBezTo>
                  <a:cubicBezTo>
                    <a:pt x="2405" y="14627"/>
                    <a:pt x="2513" y="14591"/>
                    <a:pt x="2608" y="14555"/>
                  </a:cubicBezTo>
                  <a:cubicBezTo>
                    <a:pt x="2624" y="14551"/>
                    <a:pt x="2640" y="14549"/>
                    <a:pt x="2656" y="14549"/>
                  </a:cubicBezTo>
                  <a:close/>
                  <a:moveTo>
                    <a:pt x="22302" y="15325"/>
                  </a:moveTo>
                  <a:cubicBezTo>
                    <a:pt x="22313" y="15325"/>
                    <a:pt x="22324" y="15326"/>
                    <a:pt x="22336" y="15329"/>
                  </a:cubicBezTo>
                  <a:cubicBezTo>
                    <a:pt x="22432" y="15365"/>
                    <a:pt x="22515" y="15401"/>
                    <a:pt x="22622" y="15424"/>
                  </a:cubicBezTo>
                  <a:cubicBezTo>
                    <a:pt x="22717" y="15448"/>
                    <a:pt x="22801" y="15460"/>
                    <a:pt x="22896" y="15496"/>
                  </a:cubicBezTo>
                  <a:lnTo>
                    <a:pt x="23170" y="15579"/>
                  </a:lnTo>
                  <a:cubicBezTo>
                    <a:pt x="23277" y="15615"/>
                    <a:pt x="23384" y="15651"/>
                    <a:pt x="23479" y="15698"/>
                  </a:cubicBezTo>
                  <a:cubicBezTo>
                    <a:pt x="23575" y="15758"/>
                    <a:pt x="23610" y="15865"/>
                    <a:pt x="23563" y="15972"/>
                  </a:cubicBezTo>
                  <a:cubicBezTo>
                    <a:pt x="23534" y="16048"/>
                    <a:pt x="23460" y="16102"/>
                    <a:pt x="23376" y="16102"/>
                  </a:cubicBezTo>
                  <a:cubicBezTo>
                    <a:pt x="23356" y="16102"/>
                    <a:pt x="23334" y="16098"/>
                    <a:pt x="23313" y="16091"/>
                  </a:cubicBezTo>
                  <a:cubicBezTo>
                    <a:pt x="23206" y="16056"/>
                    <a:pt x="23110" y="16020"/>
                    <a:pt x="23003" y="15972"/>
                  </a:cubicBezTo>
                  <a:cubicBezTo>
                    <a:pt x="22920" y="15925"/>
                    <a:pt x="22836" y="15889"/>
                    <a:pt x="22753" y="15841"/>
                  </a:cubicBezTo>
                  <a:cubicBezTo>
                    <a:pt x="22670" y="15782"/>
                    <a:pt x="22586" y="15734"/>
                    <a:pt x="22503" y="15686"/>
                  </a:cubicBezTo>
                  <a:cubicBezTo>
                    <a:pt x="22420" y="15639"/>
                    <a:pt x="22325" y="15603"/>
                    <a:pt x="22241" y="15555"/>
                  </a:cubicBezTo>
                  <a:cubicBezTo>
                    <a:pt x="22132" y="15490"/>
                    <a:pt x="22183" y="15325"/>
                    <a:pt x="22302" y="15325"/>
                  </a:cubicBezTo>
                  <a:close/>
                  <a:moveTo>
                    <a:pt x="3170" y="16240"/>
                  </a:moveTo>
                  <a:cubicBezTo>
                    <a:pt x="3250" y="16240"/>
                    <a:pt x="3328" y="16284"/>
                    <a:pt x="3358" y="16353"/>
                  </a:cubicBezTo>
                  <a:cubicBezTo>
                    <a:pt x="3394" y="16448"/>
                    <a:pt x="3358" y="16556"/>
                    <a:pt x="3275" y="16603"/>
                  </a:cubicBezTo>
                  <a:lnTo>
                    <a:pt x="3275" y="16615"/>
                  </a:lnTo>
                  <a:cubicBezTo>
                    <a:pt x="3227" y="16639"/>
                    <a:pt x="3179" y="16663"/>
                    <a:pt x="3132" y="16687"/>
                  </a:cubicBezTo>
                  <a:cubicBezTo>
                    <a:pt x="3084" y="16710"/>
                    <a:pt x="3024" y="16734"/>
                    <a:pt x="2977" y="16758"/>
                  </a:cubicBezTo>
                  <a:cubicBezTo>
                    <a:pt x="2882" y="16794"/>
                    <a:pt x="2786" y="16841"/>
                    <a:pt x="2679" y="16877"/>
                  </a:cubicBezTo>
                  <a:cubicBezTo>
                    <a:pt x="2489" y="16960"/>
                    <a:pt x="2286" y="17044"/>
                    <a:pt x="2084" y="17139"/>
                  </a:cubicBezTo>
                  <a:cubicBezTo>
                    <a:pt x="2059" y="17150"/>
                    <a:pt x="2032" y="17155"/>
                    <a:pt x="2005" y="17155"/>
                  </a:cubicBezTo>
                  <a:cubicBezTo>
                    <a:pt x="1942" y="17155"/>
                    <a:pt x="1879" y="17126"/>
                    <a:pt x="1846" y="17068"/>
                  </a:cubicBezTo>
                  <a:cubicBezTo>
                    <a:pt x="1798" y="16984"/>
                    <a:pt x="1822" y="16877"/>
                    <a:pt x="1905" y="16829"/>
                  </a:cubicBezTo>
                  <a:cubicBezTo>
                    <a:pt x="2108" y="16722"/>
                    <a:pt x="2298" y="16627"/>
                    <a:pt x="2489" y="16520"/>
                  </a:cubicBezTo>
                  <a:cubicBezTo>
                    <a:pt x="2596" y="16484"/>
                    <a:pt x="2691" y="16425"/>
                    <a:pt x="2786" y="16377"/>
                  </a:cubicBezTo>
                  <a:cubicBezTo>
                    <a:pt x="2846" y="16353"/>
                    <a:pt x="2894" y="16329"/>
                    <a:pt x="2941" y="16306"/>
                  </a:cubicBezTo>
                  <a:cubicBezTo>
                    <a:pt x="3001" y="16270"/>
                    <a:pt x="3060" y="16258"/>
                    <a:pt x="3120" y="16246"/>
                  </a:cubicBezTo>
                  <a:cubicBezTo>
                    <a:pt x="3136" y="16242"/>
                    <a:pt x="3153" y="16240"/>
                    <a:pt x="3170" y="16240"/>
                  </a:cubicBezTo>
                  <a:close/>
                  <a:moveTo>
                    <a:pt x="21830" y="16509"/>
                  </a:moveTo>
                  <a:cubicBezTo>
                    <a:pt x="21856" y="16509"/>
                    <a:pt x="21883" y="16519"/>
                    <a:pt x="21908" y="16544"/>
                  </a:cubicBezTo>
                  <a:cubicBezTo>
                    <a:pt x="22074" y="16687"/>
                    <a:pt x="22241" y="16818"/>
                    <a:pt x="22408" y="16960"/>
                  </a:cubicBezTo>
                  <a:cubicBezTo>
                    <a:pt x="22491" y="17020"/>
                    <a:pt x="22575" y="17091"/>
                    <a:pt x="22658" y="17163"/>
                  </a:cubicBezTo>
                  <a:cubicBezTo>
                    <a:pt x="22717" y="17199"/>
                    <a:pt x="22765" y="17246"/>
                    <a:pt x="22801" y="17294"/>
                  </a:cubicBezTo>
                  <a:cubicBezTo>
                    <a:pt x="22836" y="17329"/>
                    <a:pt x="22860" y="17377"/>
                    <a:pt x="22896" y="17425"/>
                  </a:cubicBezTo>
                  <a:cubicBezTo>
                    <a:pt x="22932" y="17484"/>
                    <a:pt x="22920" y="17580"/>
                    <a:pt x="22860" y="17627"/>
                  </a:cubicBezTo>
                  <a:cubicBezTo>
                    <a:pt x="22831" y="17664"/>
                    <a:pt x="22782" y="17683"/>
                    <a:pt x="22733" y="17683"/>
                  </a:cubicBezTo>
                  <a:cubicBezTo>
                    <a:pt x="22703" y="17683"/>
                    <a:pt x="22673" y="17676"/>
                    <a:pt x="22646" y="17663"/>
                  </a:cubicBezTo>
                  <a:cubicBezTo>
                    <a:pt x="22598" y="17627"/>
                    <a:pt x="22551" y="17591"/>
                    <a:pt x="22503" y="17556"/>
                  </a:cubicBezTo>
                  <a:cubicBezTo>
                    <a:pt x="22455" y="17520"/>
                    <a:pt x="22420" y="17472"/>
                    <a:pt x="22384" y="17437"/>
                  </a:cubicBezTo>
                  <a:lnTo>
                    <a:pt x="22170" y="17187"/>
                  </a:lnTo>
                  <a:lnTo>
                    <a:pt x="21741" y="16710"/>
                  </a:lnTo>
                  <a:cubicBezTo>
                    <a:pt x="21658" y="16628"/>
                    <a:pt x="21739" y="16509"/>
                    <a:pt x="21830" y="16509"/>
                  </a:cubicBezTo>
                  <a:close/>
                  <a:moveTo>
                    <a:pt x="4209" y="17805"/>
                  </a:moveTo>
                  <a:cubicBezTo>
                    <a:pt x="4340" y="17805"/>
                    <a:pt x="4427" y="18010"/>
                    <a:pt x="4287" y="18080"/>
                  </a:cubicBezTo>
                  <a:lnTo>
                    <a:pt x="4275" y="18080"/>
                  </a:lnTo>
                  <a:cubicBezTo>
                    <a:pt x="4084" y="18175"/>
                    <a:pt x="3882" y="18258"/>
                    <a:pt x="3667" y="18330"/>
                  </a:cubicBezTo>
                  <a:cubicBezTo>
                    <a:pt x="3465" y="18401"/>
                    <a:pt x="3263" y="18472"/>
                    <a:pt x="3048" y="18532"/>
                  </a:cubicBezTo>
                  <a:cubicBezTo>
                    <a:pt x="3041" y="18534"/>
                    <a:pt x="3035" y="18535"/>
                    <a:pt x="3029" y="18535"/>
                  </a:cubicBezTo>
                  <a:cubicBezTo>
                    <a:pt x="2973" y="18535"/>
                    <a:pt x="2960" y="18446"/>
                    <a:pt x="3024" y="18425"/>
                  </a:cubicBezTo>
                  <a:cubicBezTo>
                    <a:pt x="3215" y="18342"/>
                    <a:pt x="3405" y="18246"/>
                    <a:pt x="3596" y="18151"/>
                  </a:cubicBezTo>
                  <a:cubicBezTo>
                    <a:pt x="3775" y="18044"/>
                    <a:pt x="3977" y="17925"/>
                    <a:pt x="4132" y="17830"/>
                  </a:cubicBezTo>
                  <a:cubicBezTo>
                    <a:pt x="4158" y="17812"/>
                    <a:pt x="4185" y="17805"/>
                    <a:pt x="4209" y="17805"/>
                  </a:cubicBezTo>
                  <a:close/>
                  <a:moveTo>
                    <a:pt x="21343" y="17665"/>
                  </a:moveTo>
                  <a:cubicBezTo>
                    <a:pt x="21350" y="17665"/>
                    <a:pt x="21357" y="17668"/>
                    <a:pt x="21360" y="17675"/>
                  </a:cubicBezTo>
                  <a:cubicBezTo>
                    <a:pt x="21396" y="17770"/>
                    <a:pt x="21432" y="17853"/>
                    <a:pt x="21479" y="17937"/>
                  </a:cubicBezTo>
                  <a:cubicBezTo>
                    <a:pt x="21527" y="18008"/>
                    <a:pt x="21586" y="18080"/>
                    <a:pt x="21646" y="18139"/>
                  </a:cubicBezTo>
                  <a:cubicBezTo>
                    <a:pt x="21705" y="18211"/>
                    <a:pt x="21765" y="18270"/>
                    <a:pt x="21824" y="18342"/>
                  </a:cubicBezTo>
                  <a:cubicBezTo>
                    <a:pt x="21908" y="18413"/>
                    <a:pt x="21967" y="18508"/>
                    <a:pt x="22003" y="18603"/>
                  </a:cubicBezTo>
                  <a:cubicBezTo>
                    <a:pt x="22032" y="18699"/>
                    <a:pt x="21953" y="18787"/>
                    <a:pt x="21859" y="18787"/>
                  </a:cubicBezTo>
                  <a:cubicBezTo>
                    <a:pt x="21836" y="18787"/>
                    <a:pt x="21812" y="18782"/>
                    <a:pt x="21789" y="18770"/>
                  </a:cubicBezTo>
                  <a:cubicBezTo>
                    <a:pt x="21693" y="18711"/>
                    <a:pt x="21622" y="18615"/>
                    <a:pt x="21586" y="18508"/>
                  </a:cubicBezTo>
                  <a:cubicBezTo>
                    <a:pt x="21539" y="18425"/>
                    <a:pt x="21503" y="18330"/>
                    <a:pt x="21479" y="18234"/>
                  </a:cubicBezTo>
                  <a:cubicBezTo>
                    <a:pt x="21443" y="18151"/>
                    <a:pt x="21420" y="18056"/>
                    <a:pt x="21396" y="17972"/>
                  </a:cubicBezTo>
                  <a:cubicBezTo>
                    <a:pt x="21372" y="17877"/>
                    <a:pt x="21336" y="17794"/>
                    <a:pt x="21312" y="17699"/>
                  </a:cubicBezTo>
                  <a:cubicBezTo>
                    <a:pt x="21304" y="17682"/>
                    <a:pt x="21325" y="17665"/>
                    <a:pt x="21343" y="17665"/>
                  </a:cubicBezTo>
                  <a:close/>
                  <a:moveTo>
                    <a:pt x="4982" y="19117"/>
                  </a:moveTo>
                  <a:cubicBezTo>
                    <a:pt x="5070" y="19117"/>
                    <a:pt x="5143" y="19235"/>
                    <a:pt x="5060" y="19318"/>
                  </a:cubicBezTo>
                  <a:lnTo>
                    <a:pt x="5049" y="19318"/>
                  </a:lnTo>
                  <a:cubicBezTo>
                    <a:pt x="4799" y="19520"/>
                    <a:pt x="4537" y="19735"/>
                    <a:pt x="4275" y="19937"/>
                  </a:cubicBezTo>
                  <a:cubicBezTo>
                    <a:pt x="4257" y="19955"/>
                    <a:pt x="4230" y="19964"/>
                    <a:pt x="4203" y="19964"/>
                  </a:cubicBezTo>
                  <a:cubicBezTo>
                    <a:pt x="4176" y="19964"/>
                    <a:pt x="4150" y="19955"/>
                    <a:pt x="4132" y="19937"/>
                  </a:cubicBezTo>
                  <a:cubicBezTo>
                    <a:pt x="4096" y="19889"/>
                    <a:pt x="4096" y="19818"/>
                    <a:pt x="4132" y="19782"/>
                  </a:cubicBezTo>
                  <a:cubicBezTo>
                    <a:pt x="4382" y="19568"/>
                    <a:pt x="4644" y="19365"/>
                    <a:pt x="4906" y="19151"/>
                  </a:cubicBezTo>
                  <a:cubicBezTo>
                    <a:pt x="4930" y="19127"/>
                    <a:pt x="4957" y="19117"/>
                    <a:pt x="4982" y="19117"/>
                  </a:cubicBezTo>
                  <a:close/>
                  <a:moveTo>
                    <a:pt x="17976" y="3242"/>
                  </a:moveTo>
                  <a:cubicBezTo>
                    <a:pt x="18066" y="3242"/>
                    <a:pt x="18148" y="3313"/>
                    <a:pt x="18157" y="3411"/>
                  </a:cubicBezTo>
                  <a:cubicBezTo>
                    <a:pt x="18217" y="4149"/>
                    <a:pt x="18098" y="4923"/>
                    <a:pt x="17991" y="5638"/>
                  </a:cubicBezTo>
                  <a:cubicBezTo>
                    <a:pt x="17860" y="6364"/>
                    <a:pt x="17705" y="7078"/>
                    <a:pt x="17550" y="7793"/>
                  </a:cubicBezTo>
                  <a:cubicBezTo>
                    <a:pt x="17252" y="9067"/>
                    <a:pt x="16907" y="10341"/>
                    <a:pt x="16693" y="11638"/>
                  </a:cubicBezTo>
                  <a:cubicBezTo>
                    <a:pt x="16633" y="11995"/>
                    <a:pt x="16586" y="12365"/>
                    <a:pt x="16538" y="12734"/>
                  </a:cubicBezTo>
                  <a:cubicBezTo>
                    <a:pt x="16514" y="13031"/>
                    <a:pt x="16526" y="13353"/>
                    <a:pt x="16431" y="13627"/>
                  </a:cubicBezTo>
                  <a:cubicBezTo>
                    <a:pt x="16348" y="13900"/>
                    <a:pt x="16121" y="14067"/>
                    <a:pt x="15907" y="14246"/>
                  </a:cubicBezTo>
                  <a:cubicBezTo>
                    <a:pt x="15633" y="14472"/>
                    <a:pt x="15347" y="14710"/>
                    <a:pt x="15062" y="14936"/>
                  </a:cubicBezTo>
                  <a:cubicBezTo>
                    <a:pt x="12764" y="16806"/>
                    <a:pt x="10394" y="18580"/>
                    <a:pt x="8049" y="20377"/>
                  </a:cubicBezTo>
                  <a:cubicBezTo>
                    <a:pt x="8016" y="20399"/>
                    <a:pt x="7980" y="20408"/>
                    <a:pt x="7944" y="20408"/>
                  </a:cubicBezTo>
                  <a:cubicBezTo>
                    <a:pt x="7839" y="20408"/>
                    <a:pt x="7739" y="20323"/>
                    <a:pt x="7739" y="20199"/>
                  </a:cubicBezTo>
                  <a:cubicBezTo>
                    <a:pt x="7775" y="18675"/>
                    <a:pt x="7823" y="17127"/>
                    <a:pt x="7918" y="15603"/>
                  </a:cubicBezTo>
                  <a:cubicBezTo>
                    <a:pt x="8001" y="14281"/>
                    <a:pt x="8156" y="12972"/>
                    <a:pt x="8370" y="11662"/>
                  </a:cubicBezTo>
                  <a:cubicBezTo>
                    <a:pt x="8478" y="11019"/>
                    <a:pt x="8597" y="10364"/>
                    <a:pt x="8775" y="9733"/>
                  </a:cubicBezTo>
                  <a:cubicBezTo>
                    <a:pt x="8930" y="9162"/>
                    <a:pt x="9406" y="8947"/>
                    <a:pt x="9882" y="8650"/>
                  </a:cubicBezTo>
                  <a:cubicBezTo>
                    <a:pt x="11109" y="7864"/>
                    <a:pt x="12299" y="7019"/>
                    <a:pt x="13526" y="6233"/>
                  </a:cubicBezTo>
                  <a:cubicBezTo>
                    <a:pt x="13835" y="6030"/>
                    <a:pt x="14133" y="5828"/>
                    <a:pt x="14454" y="5614"/>
                  </a:cubicBezTo>
                  <a:cubicBezTo>
                    <a:pt x="14812" y="5328"/>
                    <a:pt x="15181" y="5042"/>
                    <a:pt x="15550" y="4768"/>
                  </a:cubicBezTo>
                  <a:cubicBezTo>
                    <a:pt x="16312" y="4233"/>
                    <a:pt x="17121" y="3780"/>
                    <a:pt x="17883" y="3268"/>
                  </a:cubicBezTo>
                  <a:cubicBezTo>
                    <a:pt x="17914" y="3250"/>
                    <a:pt x="17945" y="3242"/>
                    <a:pt x="17976" y="3242"/>
                  </a:cubicBezTo>
                  <a:close/>
                  <a:moveTo>
                    <a:pt x="19702" y="19134"/>
                  </a:moveTo>
                  <a:cubicBezTo>
                    <a:pt x="19744" y="19134"/>
                    <a:pt x="19786" y="19144"/>
                    <a:pt x="19824" y="19163"/>
                  </a:cubicBezTo>
                  <a:cubicBezTo>
                    <a:pt x="19860" y="19199"/>
                    <a:pt x="19908" y="19234"/>
                    <a:pt x="19955" y="19270"/>
                  </a:cubicBezTo>
                  <a:cubicBezTo>
                    <a:pt x="20027" y="19318"/>
                    <a:pt x="20098" y="19365"/>
                    <a:pt x="20158" y="19425"/>
                  </a:cubicBezTo>
                  <a:cubicBezTo>
                    <a:pt x="20205" y="19473"/>
                    <a:pt x="20241" y="19520"/>
                    <a:pt x="20289" y="19580"/>
                  </a:cubicBezTo>
                  <a:cubicBezTo>
                    <a:pt x="20324" y="19615"/>
                    <a:pt x="20360" y="19663"/>
                    <a:pt x="20384" y="19711"/>
                  </a:cubicBezTo>
                  <a:cubicBezTo>
                    <a:pt x="20408" y="19770"/>
                    <a:pt x="20431" y="19818"/>
                    <a:pt x="20455" y="19877"/>
                  </a:cubicBezTo>
                  <a:cubicBezTo>
                    <a:pt x="20479" y="19937"/>
                    <a:pt x="20503" y="19996"/>
                    <a:pt x="20527" y="20068"/>
                  </a:cubicBezTo>
                  <a:cubicBezTo>
                    <a:pt x="20574" y="20247"/>
                    <a:pt x="20467" y="20425"/>
                    <a:pt x="20289" y="20473"/>
                  </a:cubicBezTo>
                  <a:cubicBezTo>
                    <a:pt x="20261" y="20481"/>
                    <a:pt x="20232" y="20485"/>
                    <a:pt x="20202" y="20485"/>
                  </a:cubicBezTo>
                  <a:cubicBezTo>
                    <a:pt x="20143" y="20485"/>
                    <a:pt x="20082" y="20469"/>
                    <a:pt x="20027" y="20437"/>
                  </a:cubicBezTo>
                  <a:cubicBezTo>
                    <a:pt x="19991" y="20425"/>
                    <a:pt x="19967" y="20389"/>
                    <a:pt x="19943" y="20354"/>
                  </a:cubicBezTo>
                  <a:cubicBezTo>
                    <a:pt x="19931" y="20342"/>
                    <a:pt x="19919" y="20330"/>
                    <a:pt x="19908" y="20306"/>
                  </a:cubicBezTo>
                  <a:cubicBezTo>
                    <a:pt x="19896" y="20306"/>
                    <a:pt x="19896" y="20294"/>
                    <a:pt x="19896" y="20282"/>
                  </a:cubicBezTo>
                  <a:cubicBezTo>
                    <a:pt x="19872" y="20223"/>
                    <a:pt x="19836" y="20163"/>
                    <a:pt x="19824" y="20127"/>
                  </a:cubicBezTo>
                  <a:cubicBezTo>
                    <a:pt x="19800" y="20104"/>
                    <a:pt x="19788" y="20068"/>
                    <a:pt x="19777" y="20044"/>
                  </a:cubicBezTo>
                  <a:cubicBezTo>
                    <a:pt x="19753" y="20008"/>
                    <a:pt x="19741" y="19973"/>
                    <a:pt x="19729" y="19937"/>
                  </a:cubicBezTo>
                  <a:lnTo>
                    <a:pt x="19622" y="19699"/>
                  </a:lnTo>
                  <a:cubicBezTo>
                    <a:pt x="19586" y="19627"/>
                    <a:pt x="19550" y="19556"/>
                    <a:pt x="19491" y="19496"/>
                  </a:cubicBezTo>
                  <a:cubicBezTo>
                    <a:pt x="19467" y="19437"/>
                    <a:pt x="19455" y="19365"/>
                    <a:pt x="19467" y="19306"/>
                  </a:cubicBezTo>
                  <a:cubicBezTo>
                    <a:pt x="19491" y="19270"/>
                    <a:pt x="19503" y="19234"/>
                    <a:pt x="19527" y="19199"/>
                  </a:cubicBezTo>
                  <a:cubicBezTo>
                    <a:pt x="19577" y="19156"/>
                    <a:pt x="19639" y="19134"/>
                    <a:pt x="19702" y="19134"/>
                  </a:cubicBezTo>
                  <a:close/>
                  <a:moveTo>
                    <a:pt x="6120" y="20092"/>
                  </a:moveTo>
                  <a:cubicBezTo>
                    <a:pt x="6168" y="20092"/>
                    <a:pt x="6215" y="20104"/>
                    <a:pt x="6263" y="20139"/>
                  </a:cubicBezTo>
                  <a:cubicBezTo>
                    <a:pt x="6311" y="20175"/>
                    <a:pt x="6334" y="20223"/>
                    <a:pt x="6358" y="20270"/>
                  </a:cubicBezTo>
                  <a:cubicBezTo>
                    <a:pt x="6370" y="20330"/>
                    <a:pt x="6358" y="20401"/>
                    <a:pt x="6334" y="20461"/>
                  </a:cubicBezTo>
                  <a:cubicBezTo>
                    <a:pt x="6275" y="20532"/>
                    <a:pt x="6227" y="20592"/>
                    <a:pt x="6168" y="20663"/>
                  </a:cubicBezTo>
                  <a:cubicBezTo>
                    <a:pt x="6120" y="20711"/>
                    <a:pt x="6072" y="20758"/>
                    <a:pt x="6025" y="20794"/>
                  </a:cubicBezTo>
                  <a:cubicBezTo>
                    <a:pt x="5918" y="20889"/>
                    <a:pt x="5811" y="20973"/>
                    <a:pt x="5691" y="21056"/>
                  </a:cubicBezTo>
                  <a:cubicBezTo>
                    <a:pt x="5657" y="21074"/>
                    <a:pt x="5622" y="21085"/>
                    <a:pt x="5582" y="21085"/>
                  </a:cubicBezTo>
                  <a:cubicBezTo>
                    <a:pt x="5568" y="21085"/>
                    <a:pt x="5553" y="21083"/>
                    <a:pt x="5537" y="21080"/>
                  </a:cubicBezTo>
                  <a:cubicBezTo>
                    <a:pt x="5501" y="21068"/>
                    <a:pt x="5465" y="21044"/>
                    <a:pt x="5441" y="21009"/>
                  </a:cubicBezTo>
                  <a:cubicBezTo>
                    <a:pt x="5382" y="20925"/>
                    <a:pt x="5382" y="20818"/>
                    <a:pt x="5453" y="20747"/>
                  </a:cubicBezTo>
                  <a:cubicBezTo>
                    <a:pt x="5525" y="20675"/>
                    <a:pt x="5608" y="20568"/>
                    <a:pt x="5656" y="20508"/>
                  </a:cubicBezTo>
                  <a:cubicBezTo>
                    <a:pt x="5703" y="20449"/>
                    <a:pt x="5739" y="20377"/>
                    <a:pt x="5787" y="20330"/>
                  </a:cubicBezTo>
                  <a:cubicBezTo>
                    <a:pt x="5846" y="20270"/>
                    <a:pt x="5894" y="20223"/>
                    <a:pt x="5942" y="20163"/>
                  </a:cubicBezTo>
                  <a:cubicBezTo>
                    <a:pt x="5989" y="20116"/>
                    <a:pt x="6049" y="20092"/>
                    <a:pt x="6120" y="20092"/>
                  </a:cubicBezTo>
                  <a:close/>
                  <a:moveTo>
                    <a:pt x="18846" y="19988"/>
                  </a:moveTo>
                  <a:cubicBezTo>
                    <a:pt x="18885" y="19988"/>
                    <a:pt x="18924" y="20009"/>
                    <a:pt x="18943" y="20056"/>
                  </a:cubicBezTo>
                  <a:cubicBezTo>
                    <a:pt x="19003" y="20235"/>
                    <a:pt x="19062" y="20425"/>
                    <a:pt x="19122" y="20616"/>
                  </a:cubicBezTo>
                  <a:cubicBezTo>
                    <a:pt x="19205" y="20794"/>
                    <a:pt x="19253" y="20985"/>
                    <a:pt x="19253" y="21187"/>
                  </a:cubicBezTo>
                  <a:cubicBezTo>
                    <a:pt x="19253" y="21254"/>
                    <a:pt x="19197" y="21298"/>
                    <a:pt x="19137" y="21298"/>
                  </a:cubicBezTo>
                  <a:cubicBezTo>
                    <a:pt x="19102" y="21298"/>
                    <a:pt x="19065" y="21282"/>
                    <a:pt x="19038" y="21247"/>
                  </a:cubicBezTo>
                  <a:cubicBezTo>
                    <a:pt x="18943" y="21080"/>
                    <a:pt x="18884" y="20878"/>
                    <a:pt x="18860" y="20687"/>
                  </a:cubicBezTo>
                  <a:cubicBezTo>
                    <a:pt x="18824" y="20497"/>
                    <a:pt x="18788" y="20306"/>
                    <a:pt x="18741" y="20116"/>
                  </a:cubicBezTo>
                  <a:cubicBezTo>
                    <a:pt x="18726" y="20036"/>
                    <a:pt x="18786" y="19988"/>
                    <a:pt x="18846" y="19988"/>
                  </a:cubicBezTo>
                  <a:close/>
                  <a:moveTo>
                    <a:pt x="17679" y="20808"/>
                  </a:moveTo>
                  <a:cubicBezTo>
                    <a:pt x="17718" y="20808"/>
                    <a:pt x="17756" y="20825"/>
                    <a:pt x="17776" y="20866"/>
                  </a:cubicBezTo>
                  <a:cubicBezTo>
                    <a:pt x="17872" y="21056"/>
                    <a:pt x="17955" y="21259"/>
                    <a:pt x="18026" y="21461"/>
                  </a:cubicBezTo>
                  <a:cubicBezTo>
                    <a:pt x="18122" y="21663"/>
                    <a:pt x="18169" y="21890"/>
                    <a:pt x="18169" y="22104"/>
                  </a:cubicBezTo>
                  <a:lnTo>
                    <a:pt x="18169" y="22116"/>
                  </a:lnTo>
                  <a:cubicBezTo>
                    <a:pt x="18163" y="22241"/>
                    <a:pt x="18062" y="22311"/>
                    <a:pt x="17961" y="22311"/>
                  </a:cubicBezTo>
                  <a:cubicBezTo>
                    <a:pt x="17879" y="22311"/>
                    <a:pt x="17796" y="22265"/>
                    <a:pt x="17764" y="22163"/>
                  </a:cubicBezTo>
                  <a:cubicBezTo>
                    <a:pt x="17729" y="21961"/>
                    <a:pt x="17705" y="21759"/>
                    <a:pt x="17705" y="21556"/>
                  </a:cubicBezTo>
                  <a:cubicBezTo>
                    <a:pt x="17669" y="21354"/>
                    <a:pt x="17622" y="21151"/>
                    <a:pt x="17550" y="20961"/>
                  </a:cubicBezTo>
                  <a:cubicBezTo>
                    <a:pt x="17519" y="20874"/>
                    <a:pt x="17602" y="20808"/>
                    <a:pt x="17679" y="20808"/>
                  </a:cubicBezTo>
                  <a:close/>
                  <a:moveTo>
                    <a:pt x="7618" y="21537"/>
                  </a:moveTo>
                  <a:cubicBezTo>
                    <a:pt x="7631" y="21537"/>
                    <a:pt x="7644" y="21539"/>
                    <a:pt x="7656" y="21544"/>
                  </a:cubicBezTo>
                  <a:cubicBezTo>
                    <a:pt x="7716" y="21556"/>
                    <a:pt x="7763" y="21628"/>
                    <a:pt x="7739" y="21687"/>
                  </a:cubicBezTo>
                  <a:lnTo>
                    <a:pt x="7513" y="22318"/>
                  </a:lnTo>
                  <a:cubicBezTo>
                    <a:pt x="7503" y="22367"/>
                    <a:pt x="7454" y="22408"/>
                    <a:pt x="7403" y="22408"/>
                  </a:cubicBezTo>
                  <a:cubicBezTo>
                    <a:pt x="7392" y="22408"/>
                    <a:pt x="7381" y="22406"/>
                    <a:pt x="7370" y="22402"/>
                  </a:cubicBezTo>
                  <a:cubicBezTo>
                    <a:pt x="7299" y="22378"/>
                    <a:pt x="7263" y="22318"/>
                    <a:pt x="7287" y="22247"/>
                  </a:cubicBezTo>
                  <a:cubicBezTo>
                    <a:pt x="7358" y="22044"/>
                    <a:pt x="7430" y="21830"/>
                    <a:pt x="7513" y="21628"/>
                  </a:cubicBezTo>
                  <a:cubicBezTo>
                    <a:pt x="7523" y="21571"/>
                    <a:pt x="7569" y="21537"/>
                    <a:pt x="7618" y="21537"/>
                  </a:cubicBezTo>
                  <a:close/>
                  <a:moveTo>
                    <a:pt x="16342" y="21515"/>
                  </a:moveTo>
                  <a:cubicBezTo>
                    <a:pt x="16396" y="21515"/>
                    <a:pt x="16449" y="21542"/>
                    <a:pt x="16479" y="21604"/>
                  </a:cubicBezTo>
                  <a:cubicBezTo>
                    <a:pt x="16562" y="21794"/>
                    <a:pt x="16621" y="21985"/>
                    <a:pt x="16657" y="22175"/>
                  </a:cubicBezTo>
                  <a:cubicBezTo>
                    <a:pt x="16681" y="22282"/>
                    <a:pt x="16693" y="22390"/>
                    <a:pt x="16705" y="22485"/>
                  </a:cubicBezTo>
                  <a:lnTo>
                    <a:pt x="16705" y="22628"/>
                  </a:lnTo>
                  <a:cubicBezTo>
                    <a:pt x="16705" y="22687"/>
                    <a:pt x="16693" y="22759"/>
                    <a:pt x="16669" y="22818"/>
                  </a:cubicBezTo>
                  <a:lnTo>
                    <a:pt x="16657" y="22818"/>
                  </a:lnTo>
                  <a:cubicBezTo>
                    <a:pt x="16635" y="22894"/>
                    <a:pt x="16564" y="22951"/>
                    <a:pt x="16479" y="22951"/>
                  </a:cubicBezTo>
                  <a:cubicBezTo>
                    <a:pt x="16471" y="22951"/>
                    <a:pt x="16463" y="22950"/>
                    <a:pt x="16455" y="22949"/>
                  </a:cubicBezTo>
                  <a:cubicBezTo>
                    <a:pt x="16371" y="22937"/>
                    <a:pt x="16300" y="22854"/>
                    <a:pt x="16300" y="22759"/>
                  </a:cubicBezTo>
                  <a:cubicBezTo>
                    <a:pt x="16288" y="22723"/>
                    <a:pt x="16288" y="22675"/>
                    <a:pt x="16300" y="22628"/>
                  </a:cubicBezTo>
                  <a:lnTo>
                    <a:pt x="16300" y="22485"/>
                  </a:lnTo>
                  <a:cubicBezTo>
                    <a:pt x="16300" y="22402"/>
                    <a:pt x="16300" y="22318"/>
                    <a:pt x="16288" y="22223"/>
                  </a:cubicBezTo>
                  <a:lnTo>
                    <a:pt x="16288" y="22163"/>
                  </a:lnTo>
                  <a:lnTo>
                    <a:pt x="16288" y="22128"/>
                  </a:lnTo>
                  <a:cubicBezTo>
                    <a:pt x="16276" y="22080"/>
                    <a:pt x="16276" y="22044"/>
                    <a:pt x="16264" y="21997"/>
                  </a:cubicBezTo>
                  <a:cubicBezTo>
                    <a:pt x="16240" y="21901"/>
                    <a:pt x="16217" y="21818"/>
                    <a:pt x="16193" y="21723"/>
                  </a:cubicBezTo>
                  <a:cubicBezTo>
                    <a:pt x="16138" y="21607"/>
                    <a:pt x="16241" y="21515"/>
                    <a:pt x="16342" y="21515"/>
                  </a:cubicBezTo>
                  <a:close/>
                  <a:moveTo>
                    <a:pt x="9244" y="21764"/>
                  </a:moveTo>
                  <a:cubicBezTo>
                    <a:pt x="9316" y="21764"/>
                    <a:pt x="9389" y="21829"/>
                    <a:pt x="9359" y="21913"/>
                  </a:cubicBezTo>
                  <a:cubicBezTo>
                    <a:pt x="9299" y="22068"/>
                    <a:pt x="9263" y="22223"/>
                    <a:pt x="9216" y="22378"/>
                  </a:cubicBezTo>
                  <a:cubicBezTo>
                    <a:pt x="9180" y="22532"/>
                    <a:pt x="9132" y="22687"/>
                    <a:pt x="9109" y="22854"/>
                  </a:cubicBezTo>
                  <a:cubicBezTo>
                    <a:pt x="9079" y="22923"/>
                    <a:pt x="9017" y="22967"/>
                    <a:pt x="8949" y="22967"/>
                  </a:cubicBezTo>
                  <a:cubicBezTo>
                    <a:pt x="8935" y="22967"/>
                    <a:pt x="8921" y="22965"/>
                    <a:pt x="8906" y="22961"/>
                  </a:cubicBezTo>
                  <a:cubicBezTo>
                    <a:pt x="8823" y="22937"/>
                    <a:pt x="8775" y="22842"/>
                    <a:pt x="8787" y="22759"/>
                  </a:cubicBezTo>
                  <a:cubicBezTo>
                    <a:pt x="8823" y="22604"/>
                    <a:pt x="8859" y="22437"/>
                    <a:pt x="8918" y="22282"/>
                  </a:cubicBezTo>
                  <a:cubicBezTo>
                    <a:pt x="8978" y="22128"/>
                    <a:pt x="9049" y="21973"/>
                    <a:pt x="9144" y="21830"/>
                  </a:cubicBezTo>
                  <a:cubicBezTo>
                    <a:pt x="9165" y="21784"/>
                    <a:pt x="9204" y="21764"/>
                    <a:pt x="9244" y="21764"/>
                  </a:cubicBezTo>
                  <a:close/>
                  <a:moveTo>
                    <a:pt x="10530" y="22342"/>
                  </a:moveTo>
                  <a:cubicBezTo>
                    <a:pt x="10568" y="22342"/>
                    <a:pt x="10604" y="22375"/>
                    <a:pt x="10597" y="22425"/>
                  </a:cubicBezTo>
                  <a:lnTo>
                    <a:pt x="10597" y="22413"/>
                  </a:lnTo>
                  <a:cubicBezTo>
                    <a:pt x="10549" y="22675"/>
                    <a:pt x="10537" y="22949"/>
                    <a:pt x="10549" y="23211"/>
                  </a:cubicBezTo>
                  <a:cubicBezTo>
                    <a:pt x="10549" y="23283"/>
                    <a:pt x="10490" y="23342"/>
                    <a:pt x="10418" y="23342"/>
                  </a:cubicBezTo>
                  <a:cubicBezTo>
                    <a:pt x="10347" y="23342"/>
                    <a:pt x="10287" y="23283"/>
                    <a:pt x="10287" y="23211"/>
                  </a:cubicBezTo>
                  <a:cubicBezTo>
                    <a:pt x="10323" y="22925"/>
                    <a:pt x="10383" y="22652"/>
                    <a:pt x="10466" y="22390"/>
                  </a:cubicBezTo>
                  <a:cubicBezTo>
                    <a:pt x="10480" y="22357"/>
                    <a:pt x="10506" y="22342"/>
                    <a:pt x="10530" y="22342"/>
                  </a:cubicBezTo>
                  <a:close/>
                  <a:moveTo>
                    <a:pt x="11538" y="22542"/>
                  </a:moveTo>
                  <a:cubicBezTo>
                    <a:pt x="11546" y="22542"/>
                    <a:pt x="11554" y="22543"/>
                    <a:pt x="11561" y="22544"/>
                  </a:cubicBezTo>
                  <a:cubicBezTo>
                    <a:pt x="11621" y="22568"/>
                    <a:pt x="11657" y="22628"/>
                    <a:pt x="11645" y="22687"/>
                  </a:cubicBezTo>
                  <a:lnTo>
                    <a:pt x="11633" y="22687"/>
                  </a:lnTo>
                  <a:cubicBezTo>
                    <a:pt x="11585" y="22913"/>
                    <a:pt x="11573" y="23152"/>
                    <a:pt x="11573" y="23390"/>
                  </a:cubicBezTo>
                  <a:cubicBezTo>
                    <a:pt x="11573" y="23491"/>
                    <a:pt x="11499" y="23542"/>
                    <a:pt x="11424" y="23542"/>
                  </a:cubicBezTo>
                  <a:cubicBezTo>
                    <a:pt x="11350" y="23542"/>
                    <a:pt x="11276" y="23491"/>
                    <a:pt x="11276" y="23390"/>
                  </a:cubicBezTo>
                  <a:cubicBezTo>
                    <a:pt x="11299" y="23140"/>
                    <a:pt x="11347" y="22878"/>
                    <a:pt x="11418" y="22628"/>
                  </a:cubicBezTo>
                  <a:cubicBezTo>
                    <a:pt x="11439" y="22576"/>
                    <a:pt x="11487" y="22542"/>
                    <a:pt x="11538" y="22542"/>
                  </a:cubicBezTo>
                  <a:close/>
                  <a:moveTo>
                    <a:pt x="14965" y="22150"/>
                  </a:moveTo>
                  <a:cubicBezTo>
                    <a:pt x="15026" y="22150"/>
                    <a:pt x="15075" y="22193"/>
                    <a:pt x="15086" y="22247"/>
                  </a:cubicBezTo>
                  <a:cubicBezTo>
                    <a:pt x="15193" y="22652"/>
                    <a:pt x="15228" y="23080"/>
                    <a:pt x="15216" y="23497"/>
                  </a:cubicBezTo>
                  <a:cubicBezTo>
                    <a:pt x="15211" y="23625"/>
                    <a:pt x="15120" y="23684"/>
                    <a:pt x="15027" y="23684"/>
                  </a:cubicBezTo>
                  <a:cubicBezTo>
                    <a:pt x="14912" y="23684"/>
                    <a:pt x="14796" y="23595"/>
                    <a:pt x="14835" y="23437"/>
                  </a:cubicBezTo>
                  <a:cubicBezTo>
                    <a:pt x="14883" y="23056"/>
                    <a:pt x="14883" y="22663"/>
                    <a:pt x="14835" y="22282"/>
                  </a:cubicBezTo>
                  <a:cubicBezTo>
                    <a:pt x="14824" y="22211"/>
                    <a:pt x="14895" y="22163"/>
                    <a:pt x="14943" y="22151"/>
                  </a:cubicBezTo>
                  <a:cubicBezTo>
                    <a:pt x="14950" y="22150"/>
                    <a:pt x="14957" y="22150"/>
                    <a:pt x="14965" y="22150"/>
                  </a:cubicBezTo>
                  <a:close/>
                  <a:moveTo>
                    <a:pt x="12983" y="22549"/>
                  </a:moveTo>
                  <a:cubicBezTo>
                    <a:pt x="13020" y="22549"/>
                    <a:pt x="13055" y="22557"/>
                    <a:pt x="13085" y="22580"/>
                  </a:cubicBezTo>
                  <a:cubicBezTo>
                    <a:pt x="13133" y="22604"/>
                    <a:pt x="13169" y="22652"/>
                    <a:pt x="13181" y="22699"/>
                  </a:cubicBezTo>
                  <a:lnTo>
                    <a:pt x="13181" y="22711"/>
                  </a:lnTo>
                  <a:lnTo>
                    <a:pt x="13204" y="22759"/>
                  </a:lnTo>
                  <a:cubicBezTo>
                    <a:pt x="13228" y="22806"/>
                    <a:pt x="13252" y="22842"/>
                    <a:pt x="13264" y="22878"/>
                  </a:cubicBezTo>
                  <a:cubicBezTo>
                    <a:pt x="13300" y="22961"/>
                    <a:pt x="13323" y="23033"/>
                    <a:pt x="13347" y="23116"/>
                  </a:cubicBezTo>
                  <a:cubicBezTo>
                    <a:pt x="13371" y="23211"/>
                    <a:pt x="13395" y="23318"/>
                    <a:pt x="13407" y="23414"/>
                  </a:cubicBezTo>
                  <a:cubicBezTo>
                    <a:pt x="13407" y="23521"/>
                    <a:pt x="13371" y="23640"/>
                    <a:pt x="13311" y="23723"/>
                  </a:cubicBezTo>
                  <a:lnTo>
                    <a:pt x="13311" y="23735"/>
                  </a:lnTo>
                  <a:cubicBezTo>
                    <a:pt x="13264" y="23795"/>
                    <a:pt x="13192" y="23842"/>
                    <a:pt x="13109" y="23842"/>
                  </a:cubicBezTo>
                  <a:cubicBezTo>
                    <a:pt x="13038" y="23842"/>
                    <a:pt x="12966" y="23806"/>
                    <a:pt x="12930" y="23747"/>
                  </a:cubicBezTo>
                  <a:cubicBezTo>
                    <a:pt x="12930" y="23751"/>
                    <a:pt x="12930" y="23754"/>
                    <a:pt x="12929" y="23754"/>
                  </a:cubicBezTo>
                  <a:cubicBezTo>
                    <a:pt x="12927" y="23754"/>
                    <a:pt x="12922" y="23746"/>
                    <a:pt x="12907" y="23723"/>
                  </a:cubicBezTo>
                  <a:lnTo>
                    <a:pt x="12871" y="23675"/>
                  </a:lnTo>
                  <a:lnTo>
                    <a:pt x="12859" y="23640"/>
                  </a:lnTo>
                  <a:cubicBezTo>
                    <a:pt x="12859" y="23628"/>
                    <a:pt x="12847" y="23616"/>
                    <a:pt x="12847" y="23616"/>
                  </a:cubicBezTo>
                  <a:cubicBezTo>
                    <a:pt x="12823" y="23568"/>
                    <a:pt x="12800" y="23521"/>
                    <a:pt x="12811" y="23461"/>
                  </a:cubicBezTo>
                  <a:lnTo>
                    <a:pt x="12811" y="23414"/>
                  </a:lnTo>
                  <a:cubicBezTo>
                    <a:pt x="12800" y="23354"/>
                    <a:pt x="12800" y="23271"/>
                    <a:pt x="12800" y="23199"/>
                  </a:cubicBezTo>
                  <a:cubicBezTo>
                    <a:pt x="12800" y="23128"/>
                    <a:pt x="12776" y="23056"/>
                    <a:pt x="12776" y="22985"/>
                  </a:cubicBezTo>
                  <a:lnTo>
                    <a:pt x="12776" y="22878"/>
                  </a:lnTo>
                  <a:lnTo>
                    <a:pt x="12776" y="22842"/>
                  </a:lnTo>
                  <a:lnTo>
                    <a:pt x="12776" y="22818"/>
                  </a:lnTo>
                  <a:cubicBezTo>
                    <a:pt x="12740" y="22699"/>
                    <a:pt x="12811" y="22592"/>
                    <a:pt x="12919" y="22556"/>
                  </a:cubicBezTo>
                  <a:cubicBezTo>
                    <a:pt x="12940" y="22552"/>
                    <a:pt x="12962" y="22549"/>
                    <a:pt x="12983" y="22549"/>
                  </a:cubicBezTo>
                  <a:close/>
                  <a:moveTo>
                    <a:pt x="12610" y="0"/>
                  </a:moveTo>
                  <a:cubicBezTo>
                    <a:pt x="11135" y="0"/>
                    <a:pt x="9666" y="305"/>
                    <a:pt x="8335" y="970"/>
                  </a:cubicBezTo>
                  <a:cubicBezTo>
                    <a:pt x="6096" y="2090"/>
                    <a:pt x="4144" y="3995"/>
                    <a:pt x="2691" y="5995"/>
                  </a:cubicBezTo>
                  <a:cubicBezTo>
                    <a:pt x="1370" y="7816"/>
                    <a:pt x="381" y="9912"/>
                    <a:pt x="0" y="12126"/>
                  </a:cubicBezTo>
                  <a:cubicBezTo>
                    <a:pt x="24" y="13341"/>
                    <a:pt x="227" y="14543"/>
                    <a:pt x="619" y="15698"/>
                  </a:cubicBezTo>
                  <a:cubicBezTo>
                    <a:pt x="1500" y="18294"/>
                    <a:pt x="3155" y="20556"/>
                    <a:pt x="5370" y="22187"/>
                  </a:cubicBezTo>
                  <a:cubicBezTo>
                    <a:pt x="7506" y="23742"/>
                    <a:pt x="10052" y="24488"/>
                    <a:pt x="12608" y="24488"/>
                  </a:cubicBezTo>
                  <a:cubicBezTo>
                    <a:pt x="15394" y="24488"/>
                    <a:pt x="18193" y="23602"/>
                    <a:pt x="20491" y="21913"/>
                  </a:cubicBezTo>
                  <a:cubicBezTo>
                    <a:pt x="23182" y="19925"/>
                    <a:pt x="24872" y="16877"/>
                    <a:pt x="25384" y="13639"/>
                  </a:cubicBezTo>
                  <a:cubicBezTo>
                    <a:pt x="25456" y="12007"/>
                    <a:pt x="25075" y="10448"/>
                    <a:pt x="24551" y="8912"/>
                  </a:cubicBezTo>
                  <a:cubicBezTo>
                    <a:pt x="24063" y="7471"/>
                    <a:pt x="23468" y="5995"/>
                    <a:pt x="22503" y="4792"/>
                  </a:cubicBezTo>
                  <a:cubicBezTo>
                    <a:pt x="21693" y="3804"/>
                    <a:pt x="20658" y="2971"/>
                    <a:pt x="19586" y="2256"/>
                  </a:cubicBezTo>
                  <a:cubicBezTo>
                    <a:pt x="18515" y="1530"/>
                    <a:pt x="17348" y="970"/>
                    <a:pt x="16121" y="566"/>
                  </a:cubicBezTo>
                  <a:cubicBezTo>
                    <a:pt x="14994" y="199"/>
                    <a:pt x="13800" y="0"/>
                    <a:pt x="1261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38"/>
            <p:cNvSpPr/>
            <p:nvPr/>
          </p:nvSpPr>
          <p:spPr>
            <a:xfrm>
              <a:off x="5604500" y="4545875"/>
              <a:ext cx="637900" cy="527325"/>
            </a:xfrm>
            <a:custGeom>
              <a:avLst/>
              <a:gdLst/>
              <a:ahLst/>
              <a:cxnLst/>
              <a:rect l="l" t="t" r="r" b="b"/>
              <a:pathLst>
                <a:path w="25516" h="21093" extrusionOk="0">
                  <a:moveTo>
                    <a:pt x="1298" y="0"/>
                  </a:moveTo>
                  <a:cubicBezTo>
                    <a:pt x="846" y="1108"/>
                    <a:pt x="501" y="2251"/>
                    <a:pt x="286" y="3429"/>
                  </a:cubicBezTo>
                  <a:cubicBezTo>
                    <a:pt x="1" y="5168"/>
                    <a:pt x="13" y="6953"/>
                    <a:pt x="310" y="8692"/>
                  </a:cubicBezTo>
                  <a:cubicBezTo>
                    <a:pt x="822" y="11692"/>
                    <a:pt x="2251" y="14478"/>
                    <a:pt x="4406" y="16633"/>
                  </a:cubicBezTo>
                  <a:cubicBezTo>
                    <a:pt x="6513" y="18705"/>
                    <a:pt x="9157" y="20146"/>
                    <a:pt x="12050" y="20765"/>
                  </a:cubicBezTo>
                  <a:cubicBezTo>
                    <a:pt x="13055" y="20979"/>
                    <a:pt x="14107" y="21092"/>
                    <a:pt x="15164" y="21092"/>
                  </a:cubicBezTo>
                  <a:cubicBezTo>
                    <a:pt x="17338" y="21092"/>
                    <a:pt x="19534" y="20612"/>
                    <a:pt x="21384" y="19538"/>
                  </a:cubicBezTo>
                  <a:cubicBezTo>
                    <a:pt x="23099" y="18538"/>
                    <a:pt x="24361" y="17098"/>
                    <a:pt x="25516" y="15538"/>
                  </a:cubicBezTo>
                  <a:lnTo>
                    <a:pt x="25516" y="15538"/>
                  </a:lnTo>
                  <a:cubicBezTo>
                    <a:pt x="24539" y="16455"/>
                    <a:pt x="23432" y="17240"/>
                    <a:pt x="22253" y="17871"/>
                  </a:cubicBezTo>
                  <a:cubicBezTo>
                    <a:pt x="20020" y="19035"/>
                    <a:pt x="17554" y="19635"/>
                    <a:pt x="15064" y="19635"/>
                  </a:cubicBezTo>
                  <a:cubicBezTo>
                    <a:pt x="14421" y="19635"/>
                    <a:pt x="13776" y="19595"/>
                    <a:pt x="13133" y="19515"/>
                  </a:cubicBezTo>
                  <a:cubicBezTo>
                    <a:pt x="9931" y="19074"/>
                    <a:pt x="6978" y="17574"/>
                    <a:pt x="4739" y="15240"/>
                  </a:cubicBezTo>
                  <a:cubicBezTo>
                    <a:pt x="2549" y="12978"/>
                    <a:pt x="1025" y="10049"/>
                    <a:pt x="572" y="6930"/>
                  </a:cubicBezTo>
                  <a:cubicBezTo>
                    <a:pt x="251" y="4596"/>
                    <a:pt x="501" y="2215"/>
                    <a:pt x="1298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38"/>
            <p:cNvSpPr/>
            <p:nvPr/>
          </p:nvSpPr>
          <p:spPr>
            <a:xfrm>
              <a:off x="5898300" y="4465200"/>
              <a:ext cx="211950" cy="249175"/>
            </a:xfrm>
            <a:custGeom>
              <a:avLst/>
              <a:gdLst/>
              <a:ahLst/>
              <a:cxnLst/>
              <a:rect l="l" t="t" r="r" b="b"/>
              <a:pathLst>
                <a:path w="8478" h="9967" extrusionOk="0">
                  <a:moveTo>
                    <a:pt x="8477" y="1"/>
                  </a:moveTo>
                  <a:cubicBezTo>
                    <a:pt x="8311" y="72"/>
                    <a:pt x="8156" y="155"/>
                    <a:pt x="8013" y="251"/>
                  </a:cubicBezTo>
                  <a:cubicBezTo>
                    <a:pt x="8025" y="263"/>
                    <a:pt x="8025" y="298"/>
                    <a:pt x="8013" y="310"/>
                  </a:cubicBezTo>
                  <a:cubicBezTo>
                    <a:pt x="7430" y="798"/>
                    <a:pt x="6834" y="1239"/>
                    <a:pt x="6203" y="1644"/>
                  </a:cubicBezTo>
                  <a:cubicBezTo>
                    <a:pt x="5548" y="2096"/>
                    <a:pt x="4894" y="2525"/>
                    <a:pt x="4227" y="2965"/>
                  </a:cubicBezTo>
                  <a:cubicBezTo>
                    <a:pt x="3084" y="3739"/>
                    <a:pt x="1905" y="4454"/>
                    <a:pt x="762" y="5227"/>
                  </a:cubicBezTo>
                  <a:cubicBezTo>
                    <a:pt x="512" y="5394"/>
                    <a:pt x="167" y="5561"/>
                    <a:pt x="0" y="5811"/>
                  </a:cubicBezTo>
                  <a:cubicBezTo>
                    <a:pt x="548" y="6120"/>
                    <a:pt x="1072" y="6406"/>
                    <a:pt x="1619" y="6740"/>
                  </a:cubicBezTo>
                  <a:cubicBezTo>
                    <a:pt x="2179" y="7073"/>
                    <a:pt x="2715" y="7418"/>
                    <a:pt x="3262" y="7764"/>
                  </a:cubicBezTo>
                  <a:cubicBezTo>
                    <a:pt x="4382" y="8490"/>
                    <a:pt x="5513" y="9204"/>
                    <a:pt x="6644" y="9930"/>
                  </a:cubicBezTo>
                  <a:cubicBezTo>
                    <a:pt x="6656" y="9930"/>
                    <a:pt x="6668" y="9942"/>
                    <a:pt x="6680" y="9966"/>
                  </a:cubicBezTo>
                  <a:cubicBezTo>
                    <a:pt x="6858" y="9680"/>
                    <a:pt x="6811" y="9276"/>
                    <a:pt x="6846" y="8954"/>
                  </a:cubicBezTo>
                  <a:cubicBezTo>
                    <a:pt x="6906" y="8371"/>
                    <a:pt x="7001" y="7775"/>
                    <a:pt x="7108" y="7192"/>
                  </a:cubicBezTo>
                  <a:cubicBezTo>
                    <a:pt x="7346" y="5930"/>
                    <a:pt x="7680" y="4704"/>
                    <a:pt x="7965" y="3465"/>
                  </a:cubicBezTo>
                  <a:cubicBezTo>
                    <a:pt x="8108" y="2858"/>
                    <a:pt x="8227" y="2251"/>
                    <a:pt x="8323" y="1632"/>
                  </a:cubicBezTo>
                  <a:cubicBezTo>
                    <a:pt x="8406" y="1084"/>
                    <a:pt x="8430" y="548"/>
                    <a:pt x="8477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38"/>
            <p:cNvSpPr/>
            <p:nvPr/>
          </p:nvSpPr>
          <p:spPr>
            <a:xfrm>
              <a:off x="5870025" y="4612850"/>
              <a:ext cx="189025" cy="253925"/>
            </a:xfrm>
            <a:custGeom>
              <a:avLst/>
              <a:gdLst/>
              <a:ahLst/>
              <a:cxnLst/>
              <a:rect l="l" t="t" r="r" b="b"/>
              <a:pathLst>
                <a:path w="7561" h="10157" extrusionOk="0">
                  <a:moveTo>
                    <a:pt x="1072" y="0"/>
                  </a:moveTo>
                  <a:cubicBezTo>
                    <a:pt x="941" y="274"/>
                    <a:pt x="893" y="631"/>
                    <a:pt x="834" y="929"/>
                  </a:cubicBezTo>
                  <a:cubicBezTo>
                    <a:pt x="703" y="1548"/>
                    <a:pt x="595" y="2179"/>
                    <a:pt x="488" y="2810"/>
                  </a:cubicBezTo>
                  <a:cubicBezTo>
                    <a:pt x="131" y="5251"/>
                    <a:pt x="48" y="7703"/>
                    <a:pt x="0" y="10156"/>
                  </a:cubicBezTo>
                  <a:cubicBezTo>
                    <a:pt x="1203" y="9311"/>
                    <a:pt x="2369" y="8418"/>
                    <a:pt x="3536" y="7525"/>
                  </a:cubicBezTo>
                  <a:cubicBezTo>
                    <a:pt x="4691" y="6620"/>
                    <a:pt x="5846" y="5703"/>
                    <a:pt x="6977" y="4775"/>
                  </a:cubicBezTo>
                  <a:cubicBezTo>
                    <a:pt x="7156" y="4632"/>
                    <a:pt x="7382" y="4489"/>
                    <a:pt x="7561" y="4322"/>
                  </a:cubicBezTo>
                  <a:cubicBezTo>
                    <a:pt x="6453" y="3596"/>
                    <a:pt x="5334" y="2881"/>
                    <a:pt x="4215" y="2155"/>
                  </a:cubicBezTo>
                  <a:cubicBezTo>
                    <a:pt x="3679" y="1822"/>
                    <a:pt x="3120" y="1453"/>
                    <a:pt x="2596" y="1096"/>
                  </a:cubicBezTo>
                  <a:cubicBezTo>
                    <a:pt x="2072" y="738"/>
                    <a:pt x="1584" y="369"/>
                    <a:pt x="1072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38"/>
            <p:cNvSpPr/>
            <p:nvPr/>
          </p:nvSpPr>
          <p:spPr>
            <a:xfrm>
              <a:off x="5595875" y="4283875"/>
              <a:ext cx="780175" cy="801400"/>
            </a:xfrm>
            <a:custGeom>
              <a:avLst/>
              <a:gdLst/>
              <a:ahLst/>
              <a:cxnLst/>
              <a:rect l="l" t="t" r="r" b="b"/>
              <a:pathLst>
                <a:path w="31207" h="32056" extrusionOk="0">
                  <a:moveTo>
                    <a:pt x="15752" y="372"/>
                  </a:moveTo>
                  <a:cubicBezTo>
                    <a:pt x="21586" y="789"/>
                    <a:pt x="27147" y="4527"/>
                    <a:pt x="29135" y="10135"/>
                  </a:cubicBezTo>
                  <a:cubicBezTo>
                    <a:pt x="31207" y="15993"/>
                    <a:pt x="29314" y="23018"/>
                    <a:pt x="24265" y="26732"/>
                  </a:cubicBezTo>
                  <a:cubicBezTo>
                    <a:pt x="21685" y="28637"/>
                    <a:pt x="18535" y="29636"/>
                    <a:pt x="15399" y="29636"/>
                  </a:cubicBezTo>
                  <a:cubicBezTo>
                    <a:pt x="12516" y="29636"/>
                    <a:pt x="9646" y="28792"/>
                    <a:pt x="7239" y="27030"/>
                  </a:cubicBezTo>
                  <a:cubicBezTo>
                    <a:pt x="4739" y="25208"/>
                    <a:pt x="2870" y="22660"/>
                    <a:pt x="1882" y="19743"/>
                  </a:cubicBezTo>
                  <a:cubicBezTo>
                    <a:pt x="798" y="16517"/>
                    <a:pt x="1001" y="13004"/>
                    <a:pt x="2298" y="9861"/>
                  </a:cubicBezTo>
                  <a:cubicBezTo>
                    <a:pt x="4537" y="4408"/>
                    <a:pt x="9942" y="419"/>
                    <a:pt x="15752" y="372"/>
                  </a:cubicBezTo>
                  <a:close/>
                  <a:moveTo>
                    <a:pt x="1643" y="10468"/>
                  </a:moveTo>
                  <a:cubicBezTo>
                    <a:pt x="846" y="12683"/>
                    <a:pt x="596" y="15064"/>
                    <a:pt x="917" y="17398"/>
                  </a:cubicBezTo>
                  <a:cubicBezTo>
                    <a:pt x="1358" y="20529"/>
                    <a:pt x="2894" y="23446"/>
                    <a:pt x="5084" y="25708"/>
                  </a:cubicBezTo>
                  <a:cubicBezTo>
                    <a:pt x="7323" y="28042"/>
                    <a:pt x="10276" y="29554"/>
                    <a:pt x="13478" y="29983"/>
                  </a:cubicBezTo>
                  <a:cubicBezTo>
                    <a:pt x="14127" y="30067"/>
                    <a:pt x="14778" y="30108"/>
                    <a:pt x="15427" y="30108"/>
                  </a:cubicBezTo>
                  <a:cubicBezTo>
                    <a:pt x="17911" y="30108"/>
                    <a:pt x="20371" y="29501"/>
                    <a:pt x="22598" y="28340"/>
                  </a:cubicBezTo>
                  <a:cubicBezTo>
                    <a:pt x="23777" y="27720"/>
                    <a:pt x="24873" y="26935"/>
                    <a:pt x="25849" y="26006"/>
                  </a:cubicBezTo>
                  <a:lnTo>
                    <a:pt x="25849" y="26006"/>
                  </a:lnTo>
                  <a:cubicBezTo>
                    <a:pt x="24706" y="27566"/>
                    <a:pt x="23432" y="29006"/>
                    <a:pt x="21729" y="30006"/>
                  </a:cubicBezTo>
                  <a:lnTo>
                    <a:pt x="21741" y="30018"/>
                  </a:lnTo>
                  <a:cubicBezTo>
                    <a:pt x="19897" y="31088"/>
                    <a:pt x="17706" y="31569"/>
                    <a:pt x="15536" y="31569"/>
                  </a:cubicBezTo>
                  <a:cubicBezTo>
                    <a:pt x="14469" y="31569"/>
                    <a:pt x="13407" y="31453"/>
                    <a:pt x="12395" y="31233"/>
                  </a:cubicBezTo>
                  <a:cubicBezTo>
                    <a:pt x="9502" y="30614"/>
                    <a:pt x="6858" y="29185"/>
                    <a:pt x="4751" y="27113"/>
                  </a:cubicBezTo>
                  <a:cubicBezTo>
                    <a:pt x="2596" y="24946"/>
                    <a:pt x="1167" y="22172"/>
                    <a:pt x="655" y="19160"/>
                  </a:cubicBezTo>
                  <a:cubicBezTo>
                    <a:pt x="358" y="17422"/>
                    <a:pt x="346" y="15648"/>
                    <a:pt x="631" y="13897"/>
                  </a:cubicBezTo>
                  <a:cubicBezTo>
                    <a:pt x="846" y="12731"/>
                    <a:pt x="1191" y="11576"/>
                    <a:pt x="1643" y="10468"/>
                  </a:cubicBezTo>
                  <a:close/>
                  <a:moveTo>
                    <a:pt x="15610" y="0"/>
                  </a:moveTo>
                  <a:cubicBezTo>
                    <a:pt x="14206" y="0"/>
                    <a:pt x="12798" y="232"/>
                    <a:pt x="11478" y="670"/>
                  </a:cubicBezTo>
                  <a:cubicBezTo>
                    <a:pt x="8085" y="1789"/>
                    <a:pt x="5144" y="4182"/>
                    <a:pt x="3239" y="7194"/>
                  </a:cubicBezTo>
                  <a:cubicBezTo>
                    <a:pt x="2644" y="8135"/>
                    <a:pt x="2001" y="8992"/>
                    <a:pt x="1524" y="10004"/>
                  </a:cubicBezTo>
                  <a:cubicBezTo>
                    <a:pt x="1024" y="11076"/>
                    <a:pt x="643" y="12207"/>
                    <a:pt x="405" y="13362"/>
                  </a:cubicBezTo>
                  <a:cubicBezTo>
                    <a:pt x="84" y="14909"/>
                    <a:pt x="0" y="16493"/>
                    <a:pt x="131" y="18065"/>
                  </a:cubicBezTo>
                  <a:cubicBezTo>
                    <a:pt x="405" y="21208"/>
                    <a:pt x="1643" y="24196"/>
                    <a:pt x="3703" y="26601"/>
                  </a:cubicBezTo>
                  <a:cubicBezTo>
                    <a:pt x="6593" y="29937"/>
                    <a:pt x="11131" y="32055"/>
                    <a:pt x="15605" y="32055"/>
                  </a:cubicBezTo>
                  <a:cubicBezTo>
                    <a:pt x="17344" y="32055"/>
                    <a:pt x="19074" y="31735"/>
                    <a:pt x="20693" y="31042"/>
                  </a:cubicBezTo>
                  <a:cubicBezTo>
                    <a:pt x="23777" y="29733"/>
                    <a:pt x="26063" y="26958"/>
                    <a:pt x="27611" y="24030"/>
                  </a:cubicBezTo>
                  <a:cubicBezTo>
                    <a:pt x="28159" y="23279"/>
                    <a:pt x="28623" y="22494"/>
                    <a:pt x="29016" y="21660"/>
                  </a:cubicBezTo>
                  <a:cubicBezTo>
                    <a:pt x="30373" y="18707"/>
                    <a:pt x="30790" y="15409"/>
                    <a:pt x="30207" y="12207"/>
                  </a:cubicBezTo>
                  <a:cubicBezTo>
                    <a:pt x="29147" y="6563"/>
                    <a:pt x="24694" y="2015"/>
                    <a:pt x="19229" y="550"/>
                  </a:cubicBezTo>
                  <a:cubicBezTo>
                    <a:pt x="18067" y="178"/>
                    <a:pt x="16840" y="0"/>
                    <a:pt x="156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38"/>
            <p:cNvSpPr/>
            <p:nvPr/>
          </p:nvSpPr>
          <p:spPr>
            <a:xfrm>
              <a:off x="5648850" y="4326475"/>
              <a:ext cx="674525" cy="668825"/>
            </a:xfrm>
            <a:custGeom>
              <a:avLst/>
              <a:gdLst/>
              <a:ahLst/>
              <a:cxnLst/>
              <a:rect l="l" t="t" r="r" b="b"/>
              <a:pathLst>
                <a:path w="26981" h="26753" extrusionOk="0">
                  <a:moveTo>
                    <a:pt x="13633" y="335"/>
                  </a:moveTo>
                  <a:cubicBezTo>
                    <a:pt x="18813" y="704"/>
                    <a:pt x="23742" y="4026"/>
                    <a:pt x="25504" y="9002"/>
                  </a:cubicBezTo>
                  <a:cubicBezTo>
                    <a:pt x="26028" y="10455"/>
                    <a:pt x="26266" y="12003"/>
                    <a:pt x="26242" y="13563"/>
                  </a:cubicBezTo>
                  <a:cubicBezTo>
                    <a:pt x="26159" y="12729"/>
                    <a:pt x="25992" y="11908"/>
                    <a:pt x="25742" y="11098"/>
                  </a:cubicBezTo>
                  <a:cubicBezTo>
                    <a:pt x="25337" y="9776"/>
                    <a:pt x="24825" y="8419"/>
                    <a:pt x="24075" y="7240"/>
                  </a:cubicBezTo>
                  <a:cubicBezTo>
                    <a:pt x="23373" y="6109"/>
                    <a:pt x="22384" y="5192"/>
                    <a:pt x="21337" y="4395"/>
                  </a:cubicBezTo>
                  <a:cubicBezTo>
                    <a:pt x="20289" y="3585"/>
                    <a:pt x="19134" y="2918"/>
                    <a:pt x="17920" y="2406"/>
                  </a:cubicBezTo>
                  <a:cubicBezTo>
                    <a:pt x="16449" y="1795"/>
                    <a:pt x="14855" y="1449"/>
                    <a:pt x="13269" y="1449"/>
                  </a:cubicBezTo>
                  <a:cubicBezTo>
                    <a:pt x="12108" y="1449"/>
                    <a:pt x="10950" y="1635"/>
                    <a:pt x="9847" y="2037"/>
                  </a:cubicBezTo>
                  <a:cubicBezTo>
                    <a:pt x="7395" y="2930"/>
                    <a:pt x="5299" y="4871"/>
                    <a:pt x="3692" y="6871"/>
                  </a:cubicBezTo>
                  <a:cubicBezTo>
                    <a:pt x="2180" y="8752"/>
                    <a:pt x="1084" y="10931"/>
                    <a:pt x="691" y="13301"/>
                  </a:cubicBezTo>
                  <a:cubicBezTo>
                    <a:pt x="751" y="11741"/>
                    <a:pt x="1072" y="10193"/>
                    <a:pt x="1668" y="8752"/>
                  </a:cubicBezTo>
                  <a:cubicBezTo>
                    <a:pt x="3656" y="3919"/>
                    <a:pt x="8466" y="370"/>
                    <a:pt x="13633" y="335"/>
                  </a:cubicBezTo>
                  <a:close/>
                  <a:moveTo>
                    <a:pt x="13302" y="1835"/>
                  </a:moveTo>
                  <a:cubicBezTo>
                    <a:pt x="14492" y="1835"/>
                    <a:pt x="15685" y="2033"/>
                    <a:pt x="16812" y="2395"/>
                  </a:cubicBezTo>
                  <a:cubicBezTo>
                    <a:pt x="18039" y="2799"/>
                    <a:pt x="19206" y="3371"/>
                    <a:pt x="20277" y="4085"/>
                  </a:cubicBezTo>
                  <a:cubicBezTo>
                    <a:pt x="21349" y="4800"/>
                    <a:pt x="22384" y="5633"/>
                    <a:pt x="23194" y="6633"/>
                  </a:cubicBezTo>
                  <a:cubicBezTo>
                    <a:pt x="24159" y="7824"/>
                    <a:pt x="24754" y="9300"/>
                    <a:pt x="25242" y="10741"/>
                  </a:cubicBezTo>
                  <a:cubicBezTo>
                    <a:pt x="25766" y="12277"/>
                    <a:pt x="26147" y="13824"/>
                    <a:pt x="26075" y="15468"/>
                  </a:cubicBezTo>
                  <a:cubicBezTo>
                    <a:pt x="25563" y="18706"/>
                    <a:pt x="23885" y="21754"/>
                    <a:pt x="21182" y="23742"/>
                  </a:cubicBezTo>
                  <a:cubicBezTo>
                    <a:pt x="18887" y="25436"/>
                    <a:pt x="16090" y="26321"/>
                    <a:pt x="13307" y="26321"/>
                  </a:cubicBezTo>
                  <a:cubicBezTo>
                    <a:pt x="10748" y="26321"/>
                    <a:pt x="8200" y="25573"/>
                    <a:pt x="6061" y="24016"/>
                  </a:cubicBezTo>
                  <a:cubicBezTo>
                    <a:pt x="3846" y="22397"/>
                    <a:pt x="2191" y="20135"/>
                    <a:pt x="1310" y="17539"/>
                  </a:cubicBezTo>
                  <a:cubicBezTo>
                    <a:pt x="918" y="16384"/>
                    <a:pt x="715" y="15182"/>
                    <a:pt x="691" y="13967"/>
                  </a:cubicBezTo>
                  <a:cubicBezTo>
                    <a:pt x="1072" y="11741"/>
                    <a:pt x="2072" y="9645"/>
                    <a:pt x="3382" y="7836"/>
                  </a:cubicBezTo>
                  <a:cubicBezTo>
                    <a:pt x="4835" y="5824"/>
                    <a:pt x="6799" y="3919"/>
                    <a:pt x="9026" y="2811"/>
                  </a:cubicBezTo>
                  <a:cubicBezTo>
                    <a:pt x="10357" y="2139"/>
                    <a:pt x="11827" y="1835"/>
                    <a:pt x="13302" y="1835"/>
                  </a:cubicBezTo>
                  <a:close/>
                  <a:moveTo>
                    <a:pt x="13512" y="0"/>
                  </a:moveTo>
                  <a:cubicBezTo>
                    <a:pt x="12258" y="0"/>
                    <a:pt x="11002" y="208"/>
                    <a:pt x="9823" y="597"/>
                  </a:cubicBezTo>
                  <a:cubicBezTo>
                    <a:pt x="6811" y="1597"/>
                    <a:pt x="4192" y="3716"/>
                    <a:pt x="2501" y="6395"/>
                  </a:cubicBezTo>
                  <a:cubicBezTo>
                    <a:pt x="822" y="9074"/>
                    <a:pt x="1" y="12312"/>
                    <a:pt x="453" y="15468"/>
                  </a:cubicBezTo>
                  <a:cubicBezTo>
                    <a:pt x="894" y="18254"/>
                    <a:pt x="2180" y="20825"/>
                    <a:pt x="4156" y="22838"/>
                  </a:cubicBezTo>
                  <a:cubicBezTo>
                    <a:pt x="6144" y="24909"/>
                    <a:pt x="8776" y="26255"/>
                    <a:pt x="11609" y="26647"/>
                  </a:cubicBezTo>
                  <a:cubicBezTo>
                    <a:pt x="12175" y="26718"/>
                    <a:pt x="12743" y="26752"/>
                    <a:pt x="13308" y="26752"/>
                  </a:cubicBezTo>
                  <a:cubicBezTo>
                    <a:pt x="15528" y="26752"/>
                    <a:pt x="17723" y="26217"/>
                    <a:pt x="19706" y="25183"/>
                  </a:cubicBezTo>
                  <a:cubicBezTo>
                    <a:pt x="22206" y="23873"/>
                    <a:pt x="24206" y="21790"/>
                    <a:pt x="25397" y="19230"/>
                  </a:cubicBezTo>
                  <a:cubicBezTo>
                    <a:pt x="26611" y="16611"/>
                    <a:pt x="26980" y="13682"/>
                    <a:pt x="26456" y="10848"/>
                  </a:cubicBezTo>
                  <a:cubicBezTo>
                    <a:pt x="25528" y="5835"/>
                    <a:pt x="21563" y="1775"/>
                    <a:pt x="16717" y="490"/>
                  </a:cubicBezTo>
                  <a:cubicBezTo>
                    <a:pt x="15687" y="157"/>
                    <a:pt x="14601" y="0"/>
                    <a:pt x="13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38"/>
            <p:cNvSpPr/>
            <p:nvPr/>
          </p:nvSpPr>
          <p:spPr>
            <a:xfrm>
              <a:off x="6231375" y="4679825"/>
              <a:ext cx="45250" cy="16075"/>
            </a:xfrm>
            <a:custGeom>
              <a:avLst/>
              <a:gdLst/>
              <a:ahLst/>
              <a:cxnLst/>
              <a:rect l="l" t="t" r="r" b="b"/>
              <a:pathLst>
                <a:path w="1810" h="643" extrusionOk="0">
                  <a:moveTo>
                    <a:pt x="1489" y="0"/>
                  </a:moveTo>
                  <a:cubicBezTo>
                    <a:pt x="1358" y="12"/>
                    <a:pt x="1239" y="36"/>
                    <a:pt x="1108" y="60"/>
                  </a:cubicBezTo>
                  <a:cubicBezTo>
                    <a:pt x="1012" y="83"/>
                    <a:pt x="905" y="107"/>
                    <a:pt x="810" y="119"/>
                  </a:cubicBezTo>
                  <a:cubicBezTo>
                    <a:pt x="715" y="143"/>
                    <a:pt x="607" y="167"/>
                    <a:pt x="512" y="167"/>
                  </a:cubicBezTo>
                  <a:lnTo>
                    <a:pt x="215" y="167"/>
                  </a:lnTo>
                  <a:cubicBezTo>
                    <a:pt x="96" y="179"/>
                    <a:pt x="0" y="262"/>
                    <a:pt x="0" y="381"/>
                  </a:cubicBezTo>
                  <a:cubicBezTo>
                    <a:pt x="0" y="500"/>
                    <a:pt x="96" y="595"/>
                    <a:pt x="215" y="595"/>
                  </a:cubicBezTo>
                  <a:cubicBezTo>
                    <a:pt x="286" y="595"/>
                    <a:pt x="363" y="590"/>
                    <a:pt x="434" y="590"/>
                  </a:cubicBezTo>
                  <a:cubicBezTo>
                    <a:pt x="470" y="590"/>
                    <a:pt x="504" y="591"/>
                    <a:pt x="536" y="595"/>
                  </a:cubicBezTo>
                  <a:cubicBezTo>
                    <a:pt x="643" y="607"/>
                    <a:pt x="750" y="619"/>
                    <a:pt x="858" y="631"/>
                  </a:cubicBezTo>
                  <a:lnTo>
                    <a:pt x="1167" y="643"/>
                  </a:lnTo>
                  <a:cubicBezTo>
                    <a:pt x="1286" y="643"/>
                    <a:pt x="1393" y="643"/>
                    <a:pt x="1500" y="619"/>
                  </a:cubicBezTo>
                  <a:cubicBezTo>
                    <a:pt x="1584" y="619"/>
                    <a:pt x="1655" y="583"/>
                    <a:pt x="1727" y="536"/>
                  </a:cubicBezTo>
                  <a:cubicBezTo>
                    <a:pt x="1774" y="476"/>
                    <a:pt x="1810" y="393"/>
                    <a:pt x="1810" y="310"/>
                  </a:cubicBezTo>
                  <a:cubicBezTo>
                    <a:pt x="1810" y="226"/>
                    <a:pt x="1774" y="143"/>
                    <a:pt x="1715" y="83"/>
                  </a:cubicBezTo>
                  <a:cubicBezTo>
                    <a:pt x="1655" y="36"/>
                    <a:pt x="1572" y="0"/>
                    <a:pt x="14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38"/>
            <p:cNvSpPr/>
            <p:nvPr/>
          </p:nvSpPr>
          <p:spPr>
            <a:xfrm>
              <a:off x="6231850" y="4625350"/>
              <a:ext cx="30500" cy="10025"/>
            </a:xfrm>
            <a:custGeom>
              <a:avLst/>
              <a:gdLst/>
              <a:ahLst/>
              <a:cxnLst/>
              <a:rect l="l" t="t" r="r" b="b"/>
              <a:pathLst>
                <a:path w="1220" h="401" extrusionOk="0">
                  <a:moveTo>
                    <a:pt x="1005" y="0"/>
                  </a:moveTo>
                  <a:cubicBezTo>
                    <a:pt x="922" y="0"/>
                    <a:pt x="839" y="0"/>
                    <a:pt x="779" y="24"/>
                  </a:cubicBezTo>
                  <a:cubicBezTo>
                    <a:pt x="696" y="36"/>
                    <a:pt x="612" y="48"/>
                    <a:pt x="529" y="72"/>
                  </a:cubicBezTo>
                  <a:cubicBezTo>
                    <a:pt x="469" y="95"/>
                    <a:pt x="398" y="119"/>
                    <a:pt x="327" y="143"/>
                  </a:cubicBezTo>
                  <a:cubicBezTo>
                    <a:pt x="255" y="167"/>
                    <a:pt x="184" y="191"/>
                    <a:pt x="100" y="203"/>
                  </a:cubicBezTo>
                  <a:cubicBezTo>
                    <a:pt x="0" y="225"/>
                    <a:pt x="35" y="372"/>
                    <a:pt x="127" y="372"/>
                  </a:cubicBezTo>
                  <a:cubicBezTo>
                    <a:pt x="134" y="372"/>
                    <a:pt x="141" y="371"/>
                    <a:pt x="148" y="369"/>
                  </a:cubicBezTo>
                  <a:cubicBezTo>
                    <a:pt x="219" y="357"/>
                    <a:pt x="291" y="345"/>
                    <a:pt x="362" y="345"/>
                  </a:cubicBezTo>
                  <a:cubicBezTo>
                    <a:pt x="422" y="345"/>
                    <a:pt x="493" y="357"/>
                    <a:pt x="565" y="369"/>
                  </a:cubicBezTo>
                  <a:lnTo>
                    <a:pt x="648" y="369"/>
                  </a:lnTo>
                  <a:cubicBezTo>
                    <a:pt x="684" y="381"/>
                    <a:pt x="731" y="393"/>
                    <a:pt x="779" y="393"/>
                  </a:cubicBezTo>
                  <a:lnTo>
                    <a:pt x="958" y="393"/>
                  </a:lnTo>
                  <a:cubicBezTo>
                    <a:pt x="977" y="398"/>
                    <a:pt x="997" y="401"/>
                    <a:pt x="1017" y="401"/>
                  </a:cubicBezTo>
                  <a:cubicBezTo>
                    <a:pt x="1045" y="401"/>
                    <a:pt x="1073" y="395"/>
                    <a:pt x="1100" y="381"/>
                  </a:cubicBezTo>
                  <a:cubicBezTo>
                    <a:pt x="1160" y="345"/>
                    <a:pt x="1196" y="286"/>
                    <a:pt x="1196" y="226"/>
                  </a:cubicBezTo>
                  <a:cubicBezTo>
                    <a:pt x="1220" y="107"/>
                    <a:pt x="1124" y="0"/>
                    <a:pt x="10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38"/>
            <p:cNvSpPr/>
            <p:nvPr/>
          </p:nvSpPr>
          <p:spPr>
            <a:xfrm>
              <a:off x="6227500" y="4723275"/>
              <a:ext cx="33950" cy="13525"/>
            </a:xfrm>
            <a:custGeom>
              <a:avLst/>
              <a:gdLst/>
              <a:ahLst/>
              <a:cxnLst/>
              <a:rect l="l" t="t" r="r" b="b"/>
              <a:pathLst>
                <a:path w="1358" h="541" extrusionOk="0">
                  <a:moveTo>
                    <a:pt x="155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55" y="322"/>
                  </a:cubicBezTo>
                  <a:lnTo>
                    <a:pt x="310" y="322"/>
                  </a:lnTo>
                  <a:cubicBezTo>
                    <a:pt x="346" y="322"/>
                    <a:pt x="381" y="322"/>
                    <a:pt x="417" y="334"/>
                  </a:cubicBezTo>
                  <a:cubicBezTo>
                    <a:pt x="501" y="358"/>
                    <a:pt x="596" y="381"/>
                    <a:pt x="691" y="417"/>
                  </a:cubicBezTo>
                  <a:cubicBezTo>
                    <a:pt x="774" y="453"/>
                    <a:pt x="870" y="477"/>
                    <a:pt x="953" y="512"/>
                  </a:cubicBezTo>
                  <a:cubicBezTo>
                    <a:pt x="965" y="512"/>
                    <a:pt x="989" y="524"/>
                    <a:pt x="1001" y="536"/>
                  </a:cubicBezTo>
                  <a:lnTo>
                    <a:pt x="1108" y="536"/>
                  </a:lnTo>
                  <a:cubicBezTo>
                    <a:pt x="1124" y="539"/>
                    <a:pt x="1140" y="541"/>
                    <a:pt x="1156" y="541"/>
                  </a:cubicBezTo>
                  <a:cubicBezTo>
                    <a:pt x="1199" y="541"/>
                    <a:pt x="1243" y="530"/>
                    <a:pt x="1286" y="512"/>
                  </a:cubicBezTo>
                  <a:cubicBezTo>
                    <a:pt x="1334" y="489"/>
                    <a:pt x="1358" y="441"/>
                    <a:pt x="1358" y="393"/>
                  </a:cubicBezTo>
                  <a:cubicBezTo>
                    <a:pt x="1346" y="322"/>
                    <a:pt x="1322" y="262"/>
                    <a:pt x="1274" y="215"/>
                  </a:cubicBezTo>
                  <a:cubicBezTo>
                    <a:pt x="1263" y="203"/>
                    <a:pt x="1239" y="191"/>
                    <a:pt x="1227" y="167"/>
                  </a:cubicBezTo>
                  <a:cubicBezTo>
                    <a:pt x="1179" y="131"/>
                    <a:pt x="1143" y="119"/>
                    <a:pt x="1096" y="96"/>
                  </a:cubicBezTo>
                  <a:cubicBezTo>
                    <a:pt x="989" y="60"/>
                    <a:pt x="882" y="24"/>
                    <a:pt x="762" y="12"/>
                  </a:cubicBezTo>
                  <a:cubicBezTo>
                    <a:pt x="667" y="0"/>
                    <a:pt x="560" y="0"/>
                    <a:pt x="465" y="0"/>
                  </a:cubicBezTo>
                  <a:cubicBezTo>
                    <a:pt x="433" y="4"/>
                    <a:pt x="400" y="6"/>
                    <a:pt x="366" y="6"/>
                  </a:cubicBezTo>
                  <a:cubicBezTo>
                    <a:pt x="298" y="6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38"/>
            <p:cNvSpPr/>
            <p:nvPr/>
          </p:nvSpPr>
          <p:spPr>
            <a:xfrm>
              <a:off x="6224225" y="4587675"/>
              <a:ext cx="33350" cy="14175"/>
            </a:xfrm>
            <a:custGeom>
              <a:avLst/>
              <a:gdLst/>
              <a:ahLst/>
              <a:cxnLst/>
              <a:rect l="l" t="t" r="r" b="b"/>
              <a:pathLst>
                <a:path w="1334" h="567" extrusionOk="0">
                  <a:moveTo>
                    <a:pt x="1156" y="1"/>
                  </a:moveTo>
                  <a:cubicBezTo>
                    <a:pt x="1140" y="1"/>
                    <a:pt x="1124" y="3"/>
                    <a:pt x="1108" y="7"/>
                  </a:cubicBezTo>
                  <a:cubicBezTo>
                    <a:pt x="917" y="78"/>
                    <a:pt x="739" y="150"/>
                    <a:pt x="560" y="221"/>
                  </a:cubicBezTo>
                  <a:cubicBezTo>
                    <a:pt x="477" y="257"/>
                    <a:pt x="393" y="293"/>
                    <a:pt x="298" y="328"/>
                  </a:cubicBezTo>
                  <a:cubicBezTo>
                    <a:pt x="251" y="352"/>
                    <a:pt x="203" y="364"/>
                    <a:pt x="167" y="388"/>
                  </a:cubicBezTo>
                  <a:cubicBezTo>
                    <a:pt x="120" y="424"/>
                    <a:pt x="84" y="448"/>
                    <a:pt x="36" y="471"/>
                  </a:cubicBezTo>
                  <a:cubicBezTo>
                    <a:pt x="1" y="495"/>
                    <a:pt x="12" y="567"/>
                    <a:pt x="60" y="567"/>
                  </a:cubicBezTo>
                  <a:cubicBezTo>
                    <a:pt x="108" y="555"/>
                    <a:pt x="155" y="555"/>
                    <a:pt x="215" y="555"/>
                  </a:cubicBezTo>
                  <a:cubicBezTo>
                    <a:pt x="262" y="543"/>
                    <a:pt x="310" y="531"/>
                    <a:pt x="358" y="519"/>
                  </a:cubicBezTo>
                  <a:cubicBezTo>
                    <a:pt x="453" y="507"/>
                    <a:pt x="548" y="483"/>
                    <a:pt x="632" y="471"/>
                  </a:cubicBezTo>
                  <a:cubicBezTo>
                    <a:pt x="822" y="424"/>
                    <a:pt x="1013" y="388"/>
                    <a:pt x="1203" y="328"/>
                  </a:cubicBezTo>
                  <a:cubicBezTo>
                    <a:pt x="1286" y="305"/>
                    <a:pt x="1334" y="221"/>
                    <a:pt x="1322" y="126"/>
                  </a:cubicBezTo>
                  <a:cubicBezTo>
                    <a:pt x="1293" y="47"/>
                    <a:pt x="1230" y="1"/>
                    <a:pt x="11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38"/>
            <p:cNvSpPr/>
            <p:nvPr/>
          </p:nvSpPr>
          <p:spPr>
            <a:xfrm>
              <a:off x="6219425" y="4755300"/>
              <a:ext cx="36975" cy="19350"/>
            </a:xfrm>
            <a:custGeom>
              <a:avLst/>
              <a:gdLst/>
              <a:ahLst/>
              <a:cxnLst/>
              <a:rect l="l" t="t" r="r" b="b"/>
              <a:pathLst>
                <a:path w="1479" h="774" extrusionOk="0">
                  <a:moveTo>
                    <a:pt x="170" y="1"/>
                  </a:moveTo>
                  <a:cubicBezTo>
                    <a:pt x="51" y="1"/>
                    <a:pt x="0" y="166"/>
                    <a:pt x="109" y="231"/>
                  </a:cubicBezTo>
                  <a:cubicBezTo>
                    <a:pt x="193" y="267"/>
                    <a:pt x="288" y="303"/>
                    <a:pt x="371" y="362"/>
                  </a:cubicBezTo>
                  <a:cubicBezTo>
                    <a:pt x="454" y="410"/>
                    <a:pt x="538" y="458"/>
                    <a:pt x="621" y="505"/>
                  </a:cubicBezTo>
                  <a:cubicBezTo>
                    <a:pt x="704" y="553"/>
                    <a:pt x="788" y="589"/>
                    <a:pt x="871" y="636"/>
                  </a:cubicBezTo>
                  <a:cubicBezTo>
                    <a:pt x="978" y="684"/>
                    <a:pt x="1074" y="732"/>
                    <a:pt x="1181" y="767"/>
                  </a:cubicBezTo>
                  <a:cubicBezTo>
                    <a:pt x="1199" y="771"/>
                    <a:pt x="1217" y="773"/>
                    <a:pt x="1236" y="773"/>
                  </a:cubicBezTo>
                  <a:cubicBezTo>
                    <a:pt x="1323" y="773"/>
                    <a:pt x="1401" y="727"/>
                    <a:pt x="1431" y="648"/>
                  </a:cubicBezTo>
                  <a:cubicBezTo>
                    <a:pt x="1478" y="541"/>
                    <a:pt x="1443" y="434"/>
                    <a:pt x="1347" y="374"/>
                  </a:cubicBezTo>
                  <a:cubicBezTo>
                    <a:pt x="1252" y="327"/>
                    <a:pt x="1145" y="279"/>
                    <a:pt x="1038" y="243"/>
                  </a:cubicBezTo>
                  <a:lnTo>
                    <a:pt x="764" y="160"/>
                  </a:lnTo>
                  <a:cubicBezTo>
                    <a:pt x="669" y="136"/>
                    <a:pt x="585" y="112"/>
                    <a:pt x="478" y="89"/>
                  </a:cubicBezTo>
                  <a:cubicBezTo>
                    <a:pt x="383" y="77"/>
                    <a:pt x="288" y="29"/>
                    <a:pt x="204" y="5"/>
                  </a:cubicBezTo>
                  <a:cubicBezTo>
                    <a:pt x="192" y="2"/>
                    <a:pt x="181" y="1"/>
                    <a:pt x="1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38"/>
            <p:cNvSpPr/>
            <p:nvPr/>
          </p:nvSpPr>
          <p:spPr>
            <a:xfrm>
              <a:off x="6207875" y="4784925"/>
              <a:ext cx="31550" cy="29350"/>
            </a:xfrm>
            <a:custGeom>
              <a:avLst/>
              <a:gdLst/>
              <a:ahLst/>
              <a:cxnLst/>
              <a:rect l="l" t="t" r="r" b="b"/>
              <a:pathLst>
                <a:path w="1262" h="1174" extrusionOk="0">
                  <a:moveTo>
                    <a:pt x="161" y="0"/>
                  </a:moveTo>
                  <a:cubicBezTo>
                    <a:pt x="74" y="0"/>
                    <a:pt x="0" y="119"/>
                    <a:pt x="83" y="201"/>
                  </a:cubicBezTo>
                  <a:lnTo>
                    <a:pt x="512" y="678"/>
                  </a:lnTo>
                  <a:lnTo>
                    <a:pt x="714" y="928"/>
                  </a:lnTo>
                  <a:cubicBezTo>
                    <a:pt x="750" y="963"/>
                    <a:pt x="797" y="1011"/>
                    <a:pt x="833" y="1047"/>
                  </a:cubicBezTo>
                  <a:cubicBezTo>
                    <a:pt x="881" y="1082"/>
                    <a:pt x="928" y="1118"/>
                    <a:pt x="988" y="1154"/>
                  </a:cubicBezTo>
                  <a:cubicBezTo>
                    <a:pt x="1010" y="1167"/>
                    <a:pt x="1038" y="1174"/>
                    <a:pt x="1066" y="1174"/>
                  </a:cubicBezTo>
                  <a:cubicBezTo>
                    <a:pt x="1114" y="1174"/>
                    <a:pt x="1165" y="1155"/>
                    <a:pt x="1202" y="1118"/>
                  </a:cubicBezTo>
                  <a:cubicBezTo>
                    <a:pt x="1250" y="1071"/>
                    <a:pt x="1262" y="975"/>
                    <a:pt x="1226" y="916"/>
                  </a:cubicBezTo>
                  <a:cubicBezTo>
                    <a:pt x="1190" y="868"/>
                    <a:pt x="1166" y="820"/>
                    <a:pt x="1143" y="785"/>
                  </a:cubicBezTo>
                  <a:cubicBezTo>
                    <a:pt x="1107" y="737"/>
                    <a:pt x="1059" y="690"/>
                    <a:pt x="1000" y="654"/>
                  </a:cubicBezTo>
                  <a:cubicBezTo>
                    <a:pt x="916" y="582"/>
                    <a:pt x="833" y="511"/>
                    <a:pt x="750" y="451"/>
                  </a:cubicBezTo>
                  <a:cubicBezTo>
                    <a:pt x="571" y="309"/>
                    <a:pt x="404" y="178"/>
                    <a:pt x="238" y="35"/>
                  </a:cubicBezTo>
                  <a:cubicBezTo>
                    <a:pt x="213" y="10"/>
                    <a:pt x="187" y="0"/>
                    <a:pt x="1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38"/>
            <p:cNvSpPr/>
            <p:nvPr/>
          </p:nvSpPr>
          <p:spPr>
            <a:xfrm>
              <a:off x="6211725" y="4558725"/>
              <a:ext cx="25925" cy="16650"/>
            </a:xfrm>
            <a:custGeom>
              <a:avLst/>
              <a:gdLst/>
              <a:ahLst/>
              <a:cxnLst/>
              <a:rect l="l" t="t" r="r" b="b"/>
              <a:pathLst>
                <a:path w="1037" h="666" extrusionOk="0">
                  <a:moveTo>
                    <a:pt x="837" y="0"/>
                  </a:moveTo>
                  <a:cubicBezTo>
                    <a:pt x="811" y="0"/>
                    <a:pt x="785" y="7"/>
                    <a:pt x="762" y="22"/>
                  </a:cubicBezTo>
                  <a:cubicBezTo>
                    <a:pt x="691" y="58"/>
                    <a:pt x="631" y="93"/>
                    <a:pt x="572" y="141"/>
                  </a:cubicBezTo>
                  <a:lnTo>
                    <a:pt x="405" y="260"/>
                  </a:lnTo>
                  <a:lnTo>
                    <a:pt x="60" y="498"/>
                  </a:lnTo>
                  <a:cubicBezTo>
                    <a:pt x="24" y="522"/>
                    <a:pt x="0" y="582"/>
                    <a:pt x="24" y="629"/>
                  </a:cubicBezTo>
                  <a:cubicBezTo>
                    <a:pt x="47" y="652"/>
                    <a:pt x="75" y="665"/>
                    <a:pt x="105" y="665"/>
                  </a:cubicBezTo>
                  <a:cubicBezTo>
                    <a:pt x="121" y="665"/>
                    <a:pt x="138" y="661"/>
                    <a:pt x="155" y="653"/>
                  </a:cubicBezTo>
                  <a:cubicBezTo>
                    <a:pt x="286" y="605"/>
                    <a:pt x="417" y="546"/>
                    <a:pt x="548" y="486"/>
                  </a:cubicBezTo>
                  <a:lnTo>
                    <a:pt x="739" y="415"/>
                  </a:lnTo>
                  <a:cubicBezTo>
                    <a:pt x="798" y="379"/>
                    <a:pt x="870" y="355"/>
                    <a:pt x="929" y="320"/>
                  </a:cubicBezTo>
                  <a:cubicBezTo>
                    <a:pt x="1012" y="272"/>
                    <a:pt x="1036" y="165"/>
                    <a:pt x="989" y="82"/>
                  </a:cubicBezTo>
                  <a:cubicBezTo>
                    <a:pt x="956" y="33"/>
                    <a:pt x="895" y="0"/>
                    <a:pt x="8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38"/>
            <p:cNvSpPr/>
            <p:nvPr/>
          </p:nvSpPr>
          <p:spPr>
            <a:xfrm>
              <a:off x="6187025" y="4519625"/>
              <a:ext cx="32600" cy="18100"/>
            </a:xfrm>
            <a:custGeom>
              <a:avLst/>
              <a:gdLst/>
              <a:ahLst/>
              <a:cxnLst/>
              <a:rect l="l" t="t" r="r" b="b"/>
              <a:pathLst>
                <a:path w="1304" h="724" extrusionOk="0">
                  <a:moveTo>
                    <a:pt x="1131" y="0"/>
                  </a:moveTo>
                  <a:cubicBezTo>
                    <a:pt x="1123" y="0"/>
                    <a:pt x="1116" y="1"/>
                    <a:pt x="1108" y="3"/>
                  </a:cubicBezTo>
                  <a:cubicBezTo>
                    <a:pt x="1024" y="26"/>
                    <a:pt x="941" y="50"/>
                    <a:pt x="857" y="74"/>
                  </a:cubicBezTo>
                  <a:cubicBezTo>
                    <a:pt x="762" y="110"/>
                    <a:pt x="667" y="145"/>
                    <a:pt x="584" y="193"/>
                  </a:cubicBezTo>
                  <a:cubicBezTo>
                    <a:pt x="417" y="264"/>
                    <a:pt x="262" y="348"/>
                    <a:pt x="95" y="431"/>
                  </a:cubicBezTo>
                  <a:cubicBezTo>
                    <a:pt x="36" y="467"/>
                    <a:pt x="0" y="550"/>
                    <a:pt x="36" y="622"/>
                  </a:cubicBezTo>
                  <a:cubicBezTo>
                    <a:pt x="56" y="680"/>
                    <a:pt x="115" y="723"/>
                    <a:pt x="182" y="723"/>
                  </a:cubicBezTo>
                  <a:cubicBezTo>
                    <a:pt x="197" y="723"/>
                    <a:pt x="212" y="721"/>
                    <a:pt x="226" y="717"/>
                  </a:cubicBezTo>
                  <a:cubicBezTo>
                    <a:pt x="393" y="645"/>
                    <a:pt x="572" y="574"/>
                    <a:pt x="738" y="503"/>
                  </a:cubicBezTo>
                  <a:cubicBezTo>
                    <a:pt x="822" y="467"/>
                    <a:pt x="905" y="431"/>
                    <a:pt x="977" y="383"/>
                  </a:cubicBezTo>
                  <a:cubicBezTo>
                    <a:pt x="1048" y="324"/>
                    <a:pt x="1131" y="276"/>
                    <a:pt x="1203" y="229"/>
                  </a:cubicBezTo>
                  <a:cubicBezTo>
                    <a:pt x="1303" y="162"/>
                    <a:pt x="1247" y="0"/>
                    <a:pt x="11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38"/>
            <p:cNvSpPr/>
            <p:nvPr/>
          </p:nvSpPr>
          <p:spPr>
            <a:xfrm>
              <a:off x="6198925" y="4813800"/>
              <a:ext cx="17775" cy="28100"/>
            </a:xfrm>
            <a:custGeom>
              <a:avLst/>
              <a:gdLst/>
              <a:ahLst/>
              <a:cxnLst/>
              <a:rect l="l" t="t" r="r" b="b"/>
              <a:pathLst>
                <a:path w="711" h="1124" extrusionOk="0">
                  <a:moveTo>
                    <a:pt x="29" y="1"/>
                  </a:moveTo>
                  <a:cubicBezTo>
                    <a:pt x="18" y="1"/>
                    <a:pt x="0" y="18"/>
                    <a:pt x="0" y="35"/>
                  </a:cubicBezTo>
                  <a:cubicBezTo>
                    <a:pt x="24" y="130"/>
                    <a:pt x="60" y="213"/>
                    <a:pt x="84" y="308"/>
                  </a:cubicBezTo>
                  <a:cubicBezTo>
                    <a:pt x="108" y="392"/>
                    <a:pt x="131" y="487"/>
                    <a:pt x="155" y="570"/>
                  </a:cubicBezTo>
                  <a:cubicBezTo>
                    <a:pt x="191" y="666"/>
                    <a:pt x="227" y="761"/>
                    <a:pt x="262" y="844"/>
                  </a:cubicBezTo>
                  <a:cubicBezTo>
                    <a:pt x="310" y="951"/>
                    <a:pt x="381" y="1047"/>
                    <a:pt x="477" y="1106"/>
                  </a:cubicBezTo>
                  <a:cubicBezTo>
                    <a:pt x="498" y="1118"/>
                    <a:pt x="520" y="1123"/>
                    <a:pt x="541" y="1123"/>
                  </a:cubicBezTo>
                  <a:cubicBezTo>
                    <a:pt x="629" y="1123"/>
                    <a:pt x="710" y="1035"/>
                    <a:pt x="691" y="939"/>
                  </a:cubicBezTo>
                  <a:cubicBezTo>
                    <a:pt x="655" y="844"/>
                    <a:pt x="596" y="749"/>
                    <a:pt x="512" y="678"/>
                  </a:cubicBezTo>
                  <a:cubicBezTo>
                    <a:pt x="453" y="606"/>
                    <a:pt x="393" y="547"/>
                    <a:pt x="334" y="475"/>
                  </a:cubicBezTo>
                  <a:cubicBezTo>
                    <a:pt x="274" y="416"/>
                    <a:pt x="215" y="344"/>
                    <a:pt x="167" y="273"/>
                  </a:cubicBezTo>
                  <a:cubicBezTo>
                    <a:pt x="120" y="189"/>
                    <a:pt x="84" y="106"/>
                    <a:pt x="36" y="11"/>
                  </a:cubicBezTo>
                  <a:cubicBezTo>
                    <a:pt x="36" y="4"/>
                    <a:pt x="33" y="1"/>
                    <a:pt x="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38"/>
            <p:cNvSpPr/>
            <p:nvPr/>
          </p:nvSpPr>
          <p:spPr>
            <a:xfrm>
              <a:off x="6156650" y="4475925"/>
              <a:ext cx="31575" cy="27100"/>
            </a:xfrm>
            <a:custGeom>
              <a:avLst/>
              <a:gdLst/>
              <a:ahLst/>
              <a:cxnLst/>
              <a:rect l="l" t="t" r="r" b="b"/>
              <a:pathLst>
                <a:path w="1263" h="1084" extrusionOk="0">
                  <a:moveTo>
                    <a:pt x="965" y="0"/>
                  </a:moveTo>
                  <a:cubicBezTo>
                    <a:pt x="906" y="12"/>
                    <a:pt x="834" y="24"/>
                    <a:pt x="787" y="48"/>
                  </a:cubicBezTo>
                  <a:cubicBezTo>
                    <a:pt x="763" y="60"/>
                    <a:pt x="739" y="72"/>
                    <a:pt x="727" y="84"/>
                  </a:cubicBezTo>
                  <a:cubicBezTo>
                    <a:pt x="620" y="155"/>
                    <a:pt x="537" y="227"/>
                    <a:pt x="441" y="310"/>
                  </a:cubicBezTo>
                  <a:cubicBezTo>
                    <a:pt x="358" y="393"/>
                    <a:pt x="287" y="477"/>
                    <a:pt x="227" y="572"/>
                  </a:cubicBezTo>
                  <a:cubicBezTo>
                    <a:pt x="203" y="619"/>
                    <a:pt x="191" y="655"/>
                    <a:pt x="167" y="703"/>
                  </a:cubicBezTo>
                  <a:cubicBezTo>
                    <a:pt x="144" y="750"/>
                    <a:pt x="120" y="786"/>
                    <a:pt x="96" y="834"/>
                  </a:cubicBezTo>
                  <a:cubicBezTo>
                    <a:pt x="0" y="955"/>
                    <a:pt x="102" y="1083"/>
                    <a:pt x="214" y="1083"/>
                  </a:cubicBezTo>
                  <a:cubicBezTo>
                    <a:pt x="256" y="1083"/>
                    <a:pt x="299" y="1066"/>
                    <a:pt x="334" y="1024"/>
                  </a:cubicBezTo>
                  <a:cubicBezTo>
                    <a:pt x="346" y="1012"/>
                    <a:pt x="370" y="989"/>
                    <a:pt x="382" y="977"/>
                  </a:cubicBezTo>
                  <a:cubicBezTo>
                    <a:pt x="394" y="965"/>
                    <a:pt x="394" y="965"/>
                    <a:pt x="406" y="953"/>
                  </a:cubicBezTo>
                  <a:cubicBezTo>
                    <a:pt x="441" y="929"/>
                    <a:pt x="477" y="905"/>
                    <a:pt x="525" y="881"/>
                  </a:cubicBezTo>
                  <a:lnTo>
                    <a:pt x="584" y="858"/>
                  </a:lnTo>
                  <a:cubicBezTo>
                    <a:pt x="596" y="846"/>
                    <a:pt x="608" y="846"/>
                    <a:pt x="620" y="834"/>
                  </a:cubicBezTo>
                  <a:cubicBezTo>
                    <a:pt x="620" y="822"/>
                    <a:pt x="632" y="822"/>
                    <a:pt x="644" y="810"/>
                  </a:cubicBezTo>
                  <a:cubicBezTo>
                    <a:pt x="679" y="786"/>
                    <a:pt x="715" y="762"/>
                    <a:pt x="751" y="727"/>
                  </a:cubicBezTo>
                  <a:cubicBezTo>
                    <a:pt x="834" y="679"/>
                    <a:pt x="918" y="619"/>
                    <a:pt x="1001" y="584"/>
                  </a:cubicBezTo>
                  <a:cubicBezTo>
                    <a:pt x="1060" y="548"/>
                    <a:pt x="1108" y="512"/>
                    <a:pt x="1156" y="465"/>
                  </a:cubicBezTo>
                  <a:cubicBezTo>
                    <a:pt x="1203" y="417"/>
                    <a:pt x="1239" y="357"/>
                    <a:pt x="1251" y="286"/>
                  </a:cubicBezTo>
                  <a:cubicBezTo>
                    <a:pt x="1251" y="286"/>
                    <a:pt x="1251" y="274"/>
                    <a:pt x="1251" y="262"/>
                  </a:cubicBezTo>
                  <a:cubicBezTo>
                    <a:pt x="1263" y="179"/>
                    <a:pt x="1227" y="96"/>
                    <a:pt x="1156" y="60"/>
                  </a:cubicBezTo>
                  <a:cubicBezTo>
                    <a:pt x="1096" y="12"/>
                    <a:pt x="1037" y="0"/>
                    <a:pt x="9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38"/>
            <p:cNvSpPr/>
            <p:nvPr/>
          </p:nvSpPr>
          <p:spPr>
            <a:xfrm>
              <a:off x="6152500" y="4850550"/>
              <a:ext cx="28000" cy="33775"/>
            </a:xfrm>
            <a:custGeom>
              <a:avLst/>
              <a:gdLst/>
              <a:ahLst/>
              <a:cxnLst/>
              <a:rect l="l" t="t" r="r" b="b"/>
              <a:pathLst>
                <a:path w="1120" h="1351" extrusionOk="0">
                  <a:moveTo>
                    <a:pt x="248" y="0"/>
                  </a:moveTo>
                  <a:cubicBezTo>
                    <a:pt x="186" y="0"/>
                    <a:pt x="126" y="22"/>
                    <a:pt x="83" y="65"/>
                  </a:cubicBezTo>
                  <a:cubicBezTo>
                    <a:pt x="48" y="100"/>
                    <a:pt x="36" y="136"/>
                    <a:pt x="24" y="172"/>
                  </a:cubicBezTo>
                  <a:cubicBezTo>
                    <a:pt x="0" y="231"/>
                    <a:pt x="12" y="303"/>
                    <a:pt x="48" y="362"/>
                  </a:cubicBezTo>
                  <a:cubicBezTo>
                    <a:pt x="95" y="422"/>
                    <a:pt x="131" y="493"/>
                    <a:pt x="167" y="565"/>
                  </a:cubicBezTo>
                  <a:lnTo>
                    <a:pt x="274" y="791"/>
                  </a:lnTo>
                  <a:cubicBezTo>
                    <a:pt x="286" y="839"/>
                    <a:pt x="298" y="874"/>
                    <a:pt x="322" y="910"/>
                  </a:cubicBezTo>
                  <a:cubicBezTo>
                    <a:pt x="333" y="934"/>
                    <a:pt x="345" y="946"/>
                    <a:pt x="369" y="993"/>
                  </a:cubicBezTo>
                  <a:cubicBezTo>
                    <a:pt x="393" y="1041"/>
                    <a:pt x="417" y="1089"/>
                    <a:pt x="441" y="1136"/>
                  </a:cubicBezTo>
                  <a:cubicBezTo>
                    <a:pt x="453" y="1148"/>
                    <a:pt x="453" y="1160"/>
                    <a:pt x="453" y="1172"/>
                  </a:cubicBezTo>
                  <a:cubicBezTo>
                    <a:pt x="464" y="1196"/>
                    <a:pt x="476" y="1208"/>
                    <a:pt x="488" y="1220"/>
                  </a:cubicBezTo>
                  <a:cubicBezTo>
                    <a:pt x="512" y="1255"/>
                    <a:pt x="536" y="1291"/>
                    <a:pt x="584" y="1303"/>
                  </a:cubicBezTo>
                  <a:cubicBezTo>
                    <a:pt x="631" y="1335"/>
                    <a:pt x="689" y="1351"/>
                    <a:pt x="748" y="1351"/>
                  </a:cubicBezTo>
                  <a:cubicBezTo>
                    <a:pt x="777" y="1351"/>
                    <a:pt x="806" y="1347"/>
                    <a:pt x="834" y="1339"/>
                  </a:cubicBezTo>
                  <a:cubicBezTo>
                    <a:pt x="1012" y="1291"/>
                    <a:pt x="1119" y="1113"/>
                    <a:pt x="1072" y="934"/>
                  </a:cubicBezTo>
                  <a:cubicBezTo>
                    <a:pt x="1048" y="862"/>
                    <a:pt x="1024" y="803"/>
                    <a:pt x="1000" y="743"/>
                  </a:cubicBezTo>
                  <a:cubicBezTo>
                    <a:pt x="976" y="684"/>
                    <a:pt x="953" y="636"/>
                    <a:pt x="929" y="577"/>
                  </a:cubicBezTo>
                  <a:cubicBezTo>
                    <a:pt x="905" y="529"/>
                    <a:pt x="869" y="481"/>
                    <a:pt x="834" y="434"/>
                  </a:cubicBezTo>
                  <a:cubicBezTo>
                    <a:pt x="786" y="386"/>
                    <a:pt x="750" y="339"/>
                    <a:pt x="703" y="291"/>
                  </a:cubicBezTo>
                  <a:cubicBezTo>
                    <a:pt x="643" y="231"/>
                    <a:pt x="572" y="184"/>
                    <a:pt x="500" y="136"/>
                  </a:cubicBezTo>
                  <a:cubicBezTo>
                    <a:pt x="453" y="100"/>
                    <a:pt x="417" y="65"/>
                    <a:pt x="369" y="29"/>
                  </a:cubicBezTo>
                  <a:cubicBezTo>
                    <a:pt x="331" y="10"/>
                    <a:pt x="289" y="0"/>
                    <a:pt x="2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38"/>
            <p:cNvSpPr/>
            <p:nvPr/>
          </p:nvSpPr>
          <p:spPr>
            <a:xfrm>
              <a:off x="6163500" y="4879250"/>
              <a:ext cx="325" cy="625"/>
            </a:xfrm>
            <a:custGeom>
              <a:avLst/>
              <a:gdLst/>
              <a:ahLst/>
              <a:cxnLst/>
              <a:rect l="l" t="t" r="r" b="b"/>
              <a:pathLst>
                <a:path w="13" h="25" extrusionOk="0">
                  <a:moveTo>
                    <a:pt x="1" y="0"/>
                  </a:moveTo>
                  <a:cubicBezTo>
                    <a:pt x="1" y="12"/>
                    <a:pt x="1" y="24"/>
                    <a:pt x="13" y="24"/>
                  </a:cubicBezTo>
                  <a:cubicBezTo>
                    <a:pt x="13" y="12"/>
                    <a:pt x="13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38"/>
            <p:cNvSpPr/>
            <p:nvPr/>
          </p:nvSpPr>
          <p:spPr>
            <a:xfrm>
              <a:off x="6135525" y="4443775"/>
              <a:ext cx="20275" cy="20875"/>
            </a:xfrm>
            <a:custGeom>
              <a:avLst/>
              <a:gdLst/>
              <a:ahLst/>
              <a:cxnLst/>
              <a:rect l="l" t="t" r="r" b="b"/>
              <a:pathLst>
                <a:path w="811" h="835" extrusionOk="0">
                  <a:moveTo>
                    <a:pt x="657" y="0"/>
                  </a:moveTo>
                  <a:cubicBezTo>
                    <a:pt x="620" y="0"/>
                    <a:pt x="584" y="12"/>
                    <a:pt x="560" y="36"/>
                  </a:cubicBezTo>
                  <a:cubicBezTo>
                    <a:pt x="512" y="84"/>
                    <a:pt x="465" y="119"/>
                    <a:pt x="429" y="155"/>
                  </a:cubicBezTo>
                  <a:lnTo>
                    <a:pt x="286" y="274"/>
                  </a:lnTo>
                  <a:cubicBezTo>
                    <a:pt x="250" y="310"/>
                    <a:pt x="203" y="358"/>
                    <a:pt x="167" y="393"/>
                  </a:cubicBezTo>
                  <a:cubicBezTo>
                    <a:pt x="120" y="441"/>
                    <a:pt x="84" y="477"/>
                    <a:pt x="48" y="524"/>
                  </a:cubicBezTo>
                  <a:cubicBezTo>
                    <a:pt x="24" y="548"/>
                    <a:pt x="12" y="584"/>
                    <a:pt x="0" y="608"/>
                  </a:cubicBezTo>
                  <a:lnTo>
                    <a:pt x="0" y="655"/>
                  </a:lnTo>
                  <a:cubicBezTo>
                    <a:pt x="0" y="756"/>
                    <a:pt x="84" y="835"/>
                    <a:pt x="182" y="835"/>
                  </a:cubicBezTo>
                  <a:cubicBezTo>
                    <a:pt x="189" y="835"/>
                    <a:pt x="196" y="835"/>
                    <a:pt x="203" y="834"/>
                  </a:cubicBezTo>
                  <a:cubicBezTo>
                    <a:pt x="262" y="822"/>
                    <a:pt x="310" y="798"/>
                    <a:pt x="334" y="751"/>
                  </a:cubicBezTo>
                  <a:cubicBezTo>
                    <a:pt x="405" y="655"/>
                    <a:pt x="465" y="560"/>
                    <a:pt x="536" y="465"/>
                  </a:cubicBezTo>
                  <a:lnTo>
                    <a:pt x="548" y="453"/>
                  </a:lnTo>
                  <a:cubicBezTo>
                    <a:pt x="548" y="441"/>
                    <a:pt x="560" y="429"/>
                    <a:pt x="572" y="429"/>
                  </a:cubicBezTo>
                  <a:cubicBezTo>
                    <a:pt x="596" y="405"/>
                    <a:pt x="584" y="405"/>
                    <a:pt x="631" y="358"/>
                  </a:cubicBezTo>
                  <a:cubicBezTo>
                    <a:pt x="667" y="322"/>
                    <a:pt x="715" y="274"/>
                    <a:pt x="762" y="239"/>
                  </a:cubicBezTo>
                  <a:cubicBezTo>
                    <a:pt x="810" y="179"/>
                    <a:pt x="810" y="96"/>
                    <a:pt x="762" y="36"/>
                  </a:cubicBezTo>
                  <a:cubicBezTo>
                    <a:pt x="733" y="12"/>
                    <a:pt x="694" y="0"/>
                    <a:pt x="6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38"/>
            <p:cNvSpPr/>
            <p:nvPr/>
          </p:nvSpPr>
          <p:spPr>
            <a:xfrm>
              <a:off x="6134275" y="4871800"/>
              <a:ext cx="13175" cy="32725"/>
            </a:xfrm>
            <a:custGeom>
              <a:avLst/>
              <a:gdLst/>
              <a:ahLst/>
              <a:cxnLst/>
              <a:rect l="l" t="t" r="r" b="b"/>
              <a:pathLst>
                <a:path w="527" h="1309" extrusionOk="0">
                  <a:moveTo>
                    <a:pt x="123" y="0"/>
                  </a:moveTo>
                  <a:cubicBezTo>
                    <a:pt x="62" y="0"/>
                    <a:pt x="0" y="47"/>
                    <a:pt x="15" y="120"/>
                  </a:cubicBezTo>
                  <a:cubicBezTo>
                    <a:pt x="62" y="310"/>
                    <a:pt x="98" y="501"/>
                    <a:pt x="134" y="691"/>
                  </a:cubicBezTo>
                  <a:cubicBezTo>
                    <a:pt x="158" y="894"/>
                    <a:pt x="217" y="1084"/>
                    <a:pt x="312" y="1263"/>
                  </a:cubicBezTo>
                  <a:cubicBezTo>
                    <a:pt x="339" y="1294"/>
                    <a:pt x="377" y="1309"/>
                    <a:pt x="413" y="1309"/>
                  </a:cubicBezTo>
                  <a:cubicBezTo>
                    <a:pt x="472" y="1309"/>
                    <a:pt x="527" y="1270"/>
                    <a:pt x="527" y="1203"/>
                  </a:cubicBezTo>
                  <a:cubicBezTo>
                    <a:pt x="527" y="1001"/>
                    <a:pt x="479" y="798"/>
                    <a:pt x="396" y="620"/>
                  </a:cubicBezTo>
                  <a:cubicBezTo>
                    <a:pt x="336" y="441"/>
                    <a:pt x="277" y="251"/>
                    <a:pt x="217" y="60"/>
                  </a:cubicBezTo>
                  <a:cubicBezTo>
                    <a:pt x="199" y="19"/>
                    <a:pt x="161" y="0"/>
                    <a:pt x="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38"/>
            <p:cNvSpPr/>
            <p:nvPr/>
          </p:nvSpPr>
          <p:spPr>
            <a:xfrm>
              <a:off x="6104075" y="4892100"/>
              <a:ext cx="16300" cy="37650"/>
            </a:xfrm>
            <a:custGeom>
              <a:avLst/>
              <a:gdLst/>
              <a:ahLst/>
              <a:cxnLst/>
              <a:rect l="l" t="t" r="r" b="b"/>
              <a:pathLst>
                <a:path w="652" h="1506" extrusionOk="0">
                  <a:moveTo>
                    <a:pt x="161" y="0"/>
                  </a:moveTo>
                  <a:cubicBezTo>
                    <a:pt x="84" y="0"/>
                    <a:pt x="1" y="66"/>
                    <a:pt x="32" y="153"/>
                  </a:cubicBezTo>
                  <a:cubicBezTo>
                    <a:pt x="104" y="343"/>
                    <a:pt x="151" y="546"/>
                    <a:pt x="187" y="748"/>
                  </a:cubicBezTo>
                  <a:cubicBezTo>
                    <a:pt x="187" y="951"/>
                    <a:pt x="211" y="1165"/>
                    <a:pt x="246" y="1367"/>
                  </a:cubicBezTo>
                  <a:cubicBezTo>
                    <a:pt x="278" y="1462"/>
                    <a:pt x="358" y="1505"/>
                    <a:pt x="438" y="1505"/>
                  </a:cubicBezTo>
                  <a:cubicBezTo>
                    <a:pt x="541" y="1505"/>
                    <a:pt x="645" y="1435"/>
                    <a:pt x="651" y="1308"/>
                  </a:cubicBezTo>
                  <a:cubicBezTo>
                    <a:pt x="651" y="1082"/>
                    <a:pt x="604" y="867"/>
                    <a:pt x="508" y="653"/>
                  </a:cubicBezTo>
                  <a:cubicBezTo>
                    <a:pt x="437" y="451"/>
                    <a:pt x="354" y="248"/>
                    <a:pt x="258" y="58"/>
                  </a:cubicBezTo>
                  <a:cubicBezTo>
                    <a:pt x="238" y="18"/>
                    <a:pt x="200" y="0"/>
                    <a:pt x="1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38"/>
            <p:cNvSpPr/>
            <p:nvPr/>
          </p:nvSpPr>
          <p:spPr>
            <a:xfrm>
              <a:off x="5859300" y="4452975"/>
              <a:ext cx="261950" cy="429275"/>
            </a:xfrm>
            <a:custGeom>
              <a:avLst/>
              <a:gdLst/>
              <a:ahLst/>
              <a:cxnLst/>
              <a:rect l="l" t="t" r="r" b="b"/>
              <a:pathLst>
                <a:path w="10478" h="17171" extrusionOk="0">
                  <a:moveTo>
                    <a:pt x="10037" y="478"/>
                  </a:moveTo>
                  <a:cubicBezTo>
                    <a:pt x="9990" y="1037"/>
                    <a:pt x="9966" y="1573"/>
                    <a:pt x="9883" y="2121"/>
                  </a:cubicBezTo>
                  <a:cubicBezTo>
                    <a:pt x="9787" y="2740"/>
                    <a:pt x="9668" y="3347"/>
                    <a:pt x="9514" y="3942"/>
                  </a:cubicBezTo>
                  <a:cubicBezTo>
                    <a:pt x="9240" y="5193"/>
                    <a:pt x="8894" y="6419"/>
                    <a:pt x="8656" y="7669"/>
                  </a:cubicBezTo>
                  <a:cubicBezTo>
                    <a:pt x="8549" y="8241"/>
                    <a:pt x="8454" y="8836"/>
                    <a:pt x="8394" y="9431"/>
                  </a:cubicBezTo>
                  <a:cubicBezTo>
                    <a:pt x="8371" y="9753"/>
                    <a:pt x="8406" y="10169"/>
                    <a:pt x="8240" y="10443"/>
                  </a:cubicBezTo>
                  <a:cubicBezTo>
                    <a:pt x="8228" y="10431"/>
                    <a:pt x="8216" y="10419"/>
                    <a:pt x="8192" y="10408"/>
                  </a:cubicBezTo>
                  <a:cubicBezTo>
                    <a:pt x="7073" y="9681"/>
                    <a:pt x="5942" y="8967"/>
                    <a:pt x="4811" y="8241"/>
                  </a:cubicBezTo>
                  <a:cubicBezTo>
                    <a:pt x="4263" y="7895"/>
                    <a:pt x="3703" y="7550"/>
                    <a:pt x="3179" y="7217"/>
                  </a:cubicBezTo>
                  <a:cubicBezTo>
                    <a:pt x="2644" y="6883"/>
                    <a:pt x="2096" y="6586"/>
                    <a:pt x="1548" y="6288"/>
                  </a:cubicBezTo>
                  <a:cubicBezTo>
                    <a:pt x="1727" y="6038"/>
                    <a:pt x="2060" y="5871"/>
                    <a:pt x="2310" y="5705"/>
                  </a:cubicBezTo>
                  <a:cubicBezTo>
                    <a:pt x="3453" y="4931"/>
                    <a:pt x="4644" y="4216"/>
                    <a:pt x="5787" y="3442"/>
                  </a:cubicBezTo>
                  <a:cubicBezTo>
                    <a:pt x="6442" y="3002"/>
                    <a:pt x="7108" y="2573"/>
                    <a:pt x="7751" y="2121"/>
                  </a:cubicBezTo>
                  <a:cubicBezTo>
                    <a:pt x="8382" y="1716"/>
                    <a:pt x="8990" y="1275"/>
                    <a:pt x="9561" y="787"/>
                  </a:cubicBezTo>
                  <a:cubicBezTo>
                    <a:pt x="9585" y="775"/>
                    <a:pt x="9585" y="740"/>
                    <a:pt x="9561" y="728"/>
                  </a:cubicBezTo>
                  <a:cubicBezTo>
                    <a:pt x="9716" y="633"/>
                    <a:pt x="9871" y="561"/>
                    <a:pt x="10037" y="478"/>
                  </a:cubicBezTo>
                  <a:close/>
                  <a:moveTo>
                    <a:pt x="1501" y="6395"/>
                  </a:moveTo>
                  <a:cubicBezTo>
                    <a:pt x="2013" y="6764"/>
                    <a:pt x="2489" y="7133"/>
                    <a:pt x="3025" y="7491"/>
                  </a:cubicBezTo>
                  <a:cubicBezTo>
                    <a:pt x="3560" y="7848"/>
                    <a:pt x="4108" y="8205"/>
                    <a:pt x="4644" y="8550"/>
                  </a:cubicBezTo>
                  <a:cubicBezTo>
                    <a:pt x="5763" y="9276"/>
                    <a:pt x="6882" y="9991"/>
                    <a:pt x="7990" y="10717"/>
                  </a:cubicBezTo>
                  <a:cubicBezTo>
                    <a:pt x="7811" y="10884"/>
                    <a:pt x="7585" y="11027"/>
                    <a:pt x="7406" y="11170"/>
                  </a:cubicBezTo>
                  <a:cubicBezTo>
                    <a:pt x="6275" y="12098"/>
                    <a:pt x="5132" y="13015"/>
                    <a:pt x="3965" y="13920"/>
                  </a:cubicBezTo>
                  <a:cubicBezTo>
                    <a:pt x="2798" y="14813"/>
                    <a:pt x="1632" y="15706"/>
                    <a:pt x="429" y="16551"/>
                  </a:cubicBezTo>
                  <a:cubicBezTo>
                    <a:pt x="477" y="14098"/>
                    <a:pt x="560" y="11646"/>
                    <a:pt x="917" y="9205"/>
                  </a:cubicBezTo>
                  <a:cubicBezTo>
                    <a:pt x="1012" y="8574"/>
                    <a:pt x="1132" y="7943"/>
                    <a:pt x="1263" y="7324"/>
                  </a:cubicBezTo>
                  <a:cubicBezTo>
                    <a:pt x="1322" y="7026"/>
                    <a:pt x="1370" y="6669"/>
                    <a:pt x="1501" y="6395"/>
                  </a:cubicBezTo>
                  <a:close/>
                  <a:moveTo>
                    <a:pt x="10232" y="1"/>
                  </a:moveTo>
                  <a:cubicBezTo>
                    <a:pt x="10203" y="1"/>
                    <a:pt x="10173" y="8"/>
                    <a:pt x="10145" y="25"/>
                  </a:cubicBezTo>
                  <a:cubicBezTo>
                    <a:pt x="9383" y="549"/>
                    <a:pt x="8573" y="990"/>
                    <a:pt x="7823" y="1526"/>
                  </a:cubicBezTo>
                  <a:cubicBezTo>
                    <a:pt x="7442" y="1799"/>
                    <a:pt x="7073" y="2085"/>
                    <a:pt x="6716" y="2383"/>
                  </a:cubicBezTo>
                  <a:cubicBezTo>
                    <a:pt x="6406" y="2585"/>
                    <a:pt x="6096" y="2788"/>
                    <a:pt x="5787" y="2990"/>
                  </a:cubicBezTo>
                  <a:cubicBezTo>
                    <a:pt x="4561" y="3776"/>
                    <a:pt x="3370" y="4621"/>
                    <a:pt x="2144" y="5407"/>
                  </a:cubicBezTo>
                  <a:cubicBezTo>
                    <a:pt x="1667" y="5716"/>
                    <a:pt x="1191" y="5919"/>
                    <a:pt x="1036" y="6490"/>
                  </a:cubicBezTo>
                  <a:cubicBezTo>
                    <a:pt x="870" y="7133"/>
                    <a:pt x="751" y="7776"/>
                    <a:pt x="631" y="8431"/>
                  </a:cubicBezTo>
                  <a:cubicBezTo>
                    <a:pt x="417" y="9729"/>
                    <a:pt x="262" y="11039"/>
                    <a:pt x="191" y="12360"/>
                  </a:cubicBezTo>
                  <a:cubicBezTo>
                    <a:pt x="84" y="13896"/>
                    <a:pt x="48" y="15432"/>
                    <a:pt x="0" y="16968"/>
                  </a:cubicBezTo>
                  <a:cubicBezTo>
                    <a:pt x="10" y="17087"/>
                    <a:pt x="110" y="17171"/>
                    <a:pt x="221" y="17171"/>
                  </a:cubicBezTo>
                  <a:cubicBezTo>
                    <a:pt x="254" y="17171"/>
                    <a:pt x="289" y="17163"/>
                    <a:pt x="322" y="17146"/>
                  </a:cubicBezTo>
                  <a:cubicBezTo>
                    <a:pt x="2667" y="15337"/>
                    <a:pt x="5025" y="13575"/>
                    <a:pt x="7335" y="11705"/>
                  </a:cubicBezTo>
                  <a:cubicBezTo>
                    <a:pt x="7609" y="11479"/>
                    <a:pt x="7894" y="11241"/>
                    <a:pt x="8180" y="11015"/>
                  </a:cubicBezTo>
                  <a:cubicBezTo>
                    <a:pt x="8394" y="10836"/>
                    <a:pt x="8597" y="10669"/>
                    <a:pt x="8704" y="10396"/>
                  </a:cubicBezTo>
                  <a:cubicBezTo>
                    <a:pt x="8799" y="10110"/>
                    <a:pt x="8775" y="9800"/>
                    <a:pt x="8811" y="9503"/>
                  </a:cubicBezTo>
                  <a:cubicBezTo>
                    <a:pt x="8847" y="9134"/>
                    <a:pt x="8894" y="8764"/>
                    <a:pt x="8954" y="8407"/>
                  </a:cubicBezTo>
                  <a:cubicBezTo>
                    <a:pt x="9168" y="7110"/>
                    <a:pt x="9514" y="5836"/>
                    <a:pt x="9811" y="4562"/>
                  </a:cubicBezTo>
                  <a:cubicBezTo>
                    <a:pt x="9978" y="3847"/>
                    <a:pt x="10133" y="3133"/>
                    <a:pt x="10252" y="2407"/>
                  </a:cubicBezTo>
                  <a:cubicBezTo>
                    <a:pt x="10359" y="1692"/>
                    <a:pt x="10478" y="918"/>
                    <a:pt x="10418" y="180"/>
                  </a:cubicBezTo>
                  <a:cubicBezTo>
                    <a:pt x="10418" y="80"/>
                    <a:pt x="10328" y="1"/>
                    <a:pt x="102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38"/>
            <p:cNvSpPr/>
            <p:nvPr/>
          </p:nvSpPr>
          <p:spPr>
            <a:xfrm>
              <a:off x="6088500" y="4420450"/>
              <a:ext cx="19950" cy="24975"/>
            </a:xfrm>
            <a:custGeom>
              <a:avLst/>
              <a:gdLst/>
              <a:ahLst/>
              <a:cxnLst/>
              <a:rect l="l" t="t" r="r" b="b"/>
              <a:pathLst>
                <a:path w="798" h="999" extrusionOk="0">
                  <a:moveTo>
                    <a:pt x="627" y="0"/>
                  </a:moveTo>
                  <a:cubicBezTo>
                    <a:pt x="588" y="0"/>
                    <a:pt x="549" y="15"/>
                    <a:pt x="524" y="40"/>
                  </a:cubicBezTo>
                  <a:cubicBezTo>
                    <a:pt x="429" y="148"/>
                    <a:pt x="334" y="243"/>
                    <a:pt x="262" y="350"/>
                  </a:cubicBezTo>
                  <a:cubicBezTo>
                    <a:pt x="191" y="457"/>
                    <a:pt x="131" y="564"/>
                    <a:pt x="72" y="671"/>
                  </a:cubicBezTo>
                  <a:cubicBezTo>
                    <a:pt x="0" y="779"/>
                    <a:pt x="60" y="922"/>
                    <a:pt x="179" y="981"/>
                  </a:cubicBezTo>
                  <a:cubicBezTo>
                    <a:pt x="203" y="993"/>
                    <a:pt x="229" y="999"/>
                    <a:pt x="258" y="999"/>
                  </a:cubicBezTo>
                  <a:cubicBezTo>
                    <a:pt x="286" y="999"/>
                    <a:pt x="316" y="993"/>
                    <a:pt x="346" y="981"/>
                  </a:cubicBezTo>
                  <a:cubicBezTo>
                    <a:pt x="369" y="969"/>
                    <a:pt x="393" y="957"/>
                    <a:pt x="405" y="933"/>
                  </a:cubicBezTo>
                  <a:cubicBezTo>
                    <a:pt x="429" y="910"/>
                    <a:pt x="441" y="886"/>
                    <a:pt x="453" y="862"/>
                  </a:cubicBezTo>
                  <a:cubicBezTo>
                    <a:pt x="500" y="755"/>
                    <a:pt x="548" y="648"/>
                    <a:pt x="607" y="552"/>
                  </a:cubicBezTo>
                  <a:cubicBezTo>
                    <a:pt x="655" y="445"/>
                    <a:pt x="703" y="338"/>
                    <a:pt x="762" y="231"/>
                  </a:cubicBezTo>
                  <a:cubicBezTo>
                    <a:pt x="798" y="160"/>
                    <a:pt x="786" y="76"/>
                    <a:pt x="727" y="40"/>
                  </a:cubicBezTo>
                  <a:cubicBezTo>
                    <a:pt x="698" y="12"/>
                    <a:pt x="662" y="0"/>
                    <a:pt x="6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38"/>
            <p:cNvSpPr/>
            <p:nvPr/>
          </p:nvSpPr>
          <p:spPr>
            <a:xfrm>
              <a:off x="6069475" y="4910175"/>
              <a:ext cx="13975" cy="35800"/>
            </a:xfrm>
            <a:custGeom>
              <a:avLst/>
              <a:gdLst/>
              <a:ahLst/>
              <a:cxnLst/>
              <a:rect l="l" t="t" r="r" b="b"/>
              <a:pathLst>
                <a:path w="559" h="1432" extrusionOk="0">
                  <a:moveTo>
                    <a:pt x="200" y="0"/>
                  </a:moveTo>
                  <a:cubicBezTo>
                    <a:pt x="103" y="0"/>
                    <a:pt x="1" y="93"/>
                    <a:pt x="47" y="216"/>
                  </a:cubicBezTo>
                  <a:cubicBezTo>
                    <a:pt x="83" y="299"/>
                    <a:pt x="106" y="382"/>
                    <a:pt x="130" y="478"/>
                  </a:cubicBezTo>
                  <a:cubicBezTo>
                    <a:pt x="142" y="525"/>
                    <a:pt x="154" y="561"/>
                    <a:pt x="154" y="609"/>
                  </a:cubicBezTo>
                  <a:lnTo>
                    <a:pt x="154" y="644"/>
                  </a:lnTo>
                  <a:lnTo>
                    <a:pt x="154" y="704"/>
                  </a:lnTo>
                  <a:cubicBezTo>
                    <a:pt x="166" y="799"/>
                    <a:pt x="166" y="883"/>
                    <a:pt x="154" y="966"/>
                  </a:cubicBezTo>
                  <a:lnTo>
                    <a:pt x="154" y="1109"/>
                  </a:lnTo>
                  <a:cubicBezTo>
                    <a:pt x="154" y="1156"/>
                    <a:pt x="154" y="1204"/>
                    <a:pt x="154" y="1252"/>
                  </a:cubicBezTo>
                  <a:cubicBezTo>
                    <a:pt x="166" y="1335"/>
                    <a:pt x="237" y="1418"/>
                    <a:pt x="321" y="1430"/>
                  </a:cubicBezTo>
                  <a:cubicBezTo>
                    <a:pt x="329" y="1431"/>
                    <a:pt x="337" y="1432"/>
                    <a:pt x="345" y="1432"/>
                  </a:cubicBezTo>
                  <a:cubicBezTo>
                    <a:pt x="430" y="1432"/>
                    <a:pt x="501" y="1375"/>
                    <a:pt x="523" y="1299"/>
                  </a:cubicBezTo>
                  <a:cubicBezTo>
                    <a:pt x="547" y="1240"/>
                    <a:pt x="559" y="1168"/>
                    <a:pt x="559" y="1109"/>
                  </a:cubicBezTo>
                  <a:cubicBezTo>
                    <a:pt x="559" y="1061"/>
                    <a:pt x="559" y="1013"/>
                    <a:pt x="559" y="966"/>
                  </a:cubicBezTo>
                  <a:cubicBezTo>
                    <a:pt x="559" y="871"/>
                    <a:pt x="535" y="763"/>
                    <a:pt x="523" y="656"/>
                  </a:cubicBezTo>
                  <a:cubicBezTo>
                    <a:pt x="487" y="466"/>
                    <a:pt x="428" y="275"/>
                    <a:pt x="333" y="97"/>
                  </a:cubicBezTo>
                  <a:cubicBezTo>
                    <a:pt x="307" y="29"/>
                    <a:pt x="254" y="0"/>
                    <a:pt x="2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38"/>
            <p:cNvSpPr/>
            <p:nvPr/>
          </p:nvSpPr>
          <p:spPr>
            <a:xfrm>
              <a:off x="6050400" y="4406700"/>
              <a:ext cx="13350" cy="31275"/>
            </a:xfrm>
            <a:custGeom>
              <a:avLst/>
              <a:gdLst/>
              <a:ahLst/>
              <a:cxnLst/>
              <a:rect l="l" t="t" r="r" b="b"/>
              <a:pathLst>
                <a:path w="534" h="1251" extrusionOk="0">
                  <a:moveTo>
                    <a:pt x="389" y="1"/>
                  </a:moveTo>
                  <a:cubicBezTo>
                    <a:pt x="341" y="1"/>
                    <a:pt x="293" y="28"/>
                    <a:pt x="274" y="90"/>
                  </a:cubicBezTo>
                  <a:cubicBezTo>
                    <a:pt x="250" y="162"/>
                    <a:pt x="226" y="245"/>
                    <a:pt x="203" y="317"/>
                  </a:cubicBezTo>
                  <a:cubicBezTo>
                    <a:pt x="167" y="400"/>
                    <a:pt x="143" y="471"/>
                    <a:pt x="107" y="555"/>
                  </a:cubicBezTo>
                  <a:cubicBezTo>
                    <a:pt x="84" y="626"/>
                    <a:pt x="60" y="710"/>
                    <a:pt x="36" y="781"/>
                  </a:cubicBezTo>
                  <a:lnTo>
                    <a:pt x="12" y="912"/>
                  </a:lnTo>
                  <a:cubicBezTo>
                    <a:pt x="0" y="960"/>
                    <a:pt x="0" y="1019"/>
                    <a:pt x="12" y="1067"/>
                  </a:cubicBezTo>
                  <a:cubicBezTo>
                    <a:pt x="12" y="1186"/>
                    <a:pt x="105" y="1250"/>
                    <a:pt x="197" y="1250"/>
                  </a:cubicBezTo>
                  <a:cubicBezTo>
                    <a:pt x="270" y="1250"/>
                    <a:pt x="343" y="1210"/>
                    <a:pt x="369" y="1126"/>
                  </a:cubicBezTo>
                  <a:cubicBezTo>
                    <a:pt x="393" y="1079"/>
                    <a:pt x="405" y="1043"/>
                    <a:pt x="417" y="995"/>
                  </a:cubicBezTo>
                  <a:lnTo>
                    <a:pt x="417" y="960"/>
                  </a:lnTo>
                  <a:lnTo>
                    <a:pt x="417" y="948"/>
                  </a:lnTo>
                  <a:cubicBezTo>
                    <a:pt x="417" y="924"/>
                    <a:pt x="417" y="912"/>
                    <a:pt x="417" y="888"/>
                  </a:cubicBezTo>
                  <a:cubicBezTo>
                    <a:pt x="429" y="805"/>
                    <a:pt x="441" y="698"/>
                    <a:pt x="441" y="614"/>
                  </a:cubicBezTo>
                  <a:cubicBezTo>
                    <a:pt x="453" y="543"/>
                    <a:pt x="453" y="459"/>
                    <a:pt x="465" y="376"/>
                  </a:cubicBezTo>
                  <a:cubicBezTo>
                    <a:pt x="477" y="305"/>
                    <a:pt x="488" y="233"/>
                    <a:pt x="512" y="162"/>
                  </a:cubicBezTo>
                  <a:cubicBezTo>
                    <a:pt x="534" y="62"/>
                    <a:pt x="461" y="1"/>
                    <a:pt x="3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38"/>
            <p:cNvSpPr/>
            <p:nvPr/>
          </p:nvSpPr>
          <p:spPr>
            <a:xfrm>
              <a:off x="6036025" y="4926225"/>
              <a:ext cx="10825" cy="38225"/>
            </a:xfrm>
            <a:custGeom>
              <a:avLst/>
              <a:gdLst/>
              <a:ahLst/>
              <a:cxnLst/>
              <a:rect l="l" t="t" r="r" b="b"/>
              <a:pathLst>
                <a:path w="433" h="1529" extrusionOk="0">
                  <a:moveTo>
                    <a:pt x="174" y="0"/>
                  </a:moveTo>
                  <a:cubicBezTo>
                    <a:pt x="165" y="0"/>
                    <a:pt x="156" y="1"/>
                    <a:pt x="147" y="2"/>
                  </a:cubicBezTo>
                  <a:cubicBezTo>
                    <a:pt x="87" y="2"/>
                    <a:pt x="28" y="62"/>
                    <a:pt x="39" y="121"/>
                  </a:cubicBezTo>
                  <a:cubicBezTo>
                    <a:pt x="87" y="502"/>
                    <a:pt x="87" y="895"/>
                    <a:pt x="39" y="1288"/>
                  </a:cubicBezTo>
                  <a:cubicBezTo>
                    <a:pt x="0" y="1439"/>
                    <a:pt x="116" y="1529"/>
                    <a:pt x="231" y="1529"/>
                  </a:cubicBezTo>
                  <a:cubicBezTo>
                    <a:pt x="324" y="1529"/>
                    <a:pt x="415" y="1469"/>
                    <a:pt x="420" y="1336"/>
                  </a:cubicBezTo>
                  <a:cubicBezTo>
                    <a:pt x="432" y="919"/>
                    <a:pt x="397" y="502"/>
                    <a:pt x="290" y="86"/>
                  </a:cubicBezTo>
                  <a:cubicBezTo>
                    <a:pt x="279" y="34"/>
                    <a:pt x="233" y="0"/>
                    <a:pt x="1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38"/>
            <p:cNvSpPr/>
            <p:nvPr/>
          </p:nvSpPr>
          <p:spPr>
            <a:xfrm>
              <a:off x="6017175" y="4397625"/>
              <a:ext cx="10925" cy="27375"/>
            </a:xfrm>
            <a:custGeom>
              <a:avLst/>
              <a:gdLst/>
              <a:ahLst/>
              <a:cxnLst/>
              <a:rect l="l" t="t" r="r" b="b"/>
              <a:pathLst>
                <a:path w="437" h="1095" extrusionOk="0">
                  <a:moveTo>
                    <a:pt x="270" y="1"/>
                  </a:moveTo>
                  <a:cubicBezTo>
                    <a:pt x="210" y="1"/>
                    <a:pt x="162" y="49"/>
                    <a:pt x="162" y="108"/>
                  </a:cubicBezTo>
                  <a:lnTo>
                    <a:pt x="162" y="311"/>
                  </a:lnTo>
                  <a:cubicBezTo>
                    <a:pt x="151" y="370"/>
                    <a:pt x="139" y="430"/>
                    <a:pt x="127" y="489"/>
                  </a:cubicBezTo>
                  <a:cubicBezTo>
                    <a:pt x="103" y="549"/>
                    <a:pt x="91" y="608"/>
                    <a:pt x="67" y="680"/>
                  </a:cubicBezTo>
                  <a:cubicBezTo>
                    <a:pt x="55" y="715"/>
                    <a:pt x="55" y="763"/>
                    <a:pt x="43" y="799"/>
                  </a:cubicBezTo>
                  <a:cubicBezTo>
                    <a:pt x="43" y="799"/>
                    <a:pt x="43" y="811"/>
                    <a:pt x="43" y="811"/>
                  </a:cubicBezTo>
                  <a:lnTo>
                    <a:pt x="43" y="870"/>
                  </a:lnTo>
                  <a:cubicBezTo>
                    <a:pt x="0" y="1006"/>
                    <a:pt x="108" y="1095"/>
                    <a:pt x="214" y="1095"/>
                  </a:cubicBezTo>
                  <a:cubicBezTo>
                    <a:pt x="284" y="1095"/>
                    <a:pt x="353" y="1056"/>
                    <a:pt x="377" y="965"/>
                  </a:cubicBezTo>
                  <a:cubicBezTo>
                    <a:pt x="389" y="930"/>
                    <a:pt x="401" y="894"/>
                    <a:pt x="412" y="870"/>
                  </a:cubicBezTo>
                  <a:cubicBezTo>
                    <a:pt x="412" y="822"/>
                    <a:pt x="424" y="775"/>
                    <a:pt x="424" y="727"/>
                  </a:cubicBezTo>
                  <a:cubicBezTo>
                    <a:pt x="436" y="656"/>
                    <a:pt x="436" y="596"/>
                    <a:pt x="424" y="525"/>
                  </a:cubicBezTo>
                  <a:cubicBezTo>
                    <a:pt x="424" y="453"/>
                    <a:pt x="412" y="394"/>
                    <a:pt x="401" y="322"/>
                  </a:cubicBezTo>
                  <a:cubicBezTo>
                    <a:pt x="389" y="263"/>
                    <a:pt x="389" y="180"/>
                    <a:pt x="389" y="108"/>
                  </a:cubicBezTo>
                  <a:cubicBezTo>
                    <a:pt x="389" y="49"/>
                    <a:pt x="329" y="1"/>
                    <a:pt x="2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38"/>
            <p:cNvSpPr/>
            <p:nvPr/>
          </p:nvSpPr>
          <p:spPr>
            <a:xfrm>
              <a:off x="5984600" y="4935975"/>
              <a:ext cx="16700" cy="32600"/>
            </a:xfrm>
            <a:custGeom>
              <a:avLst/>
              <a:gdLst/>
              <a:ahLst/>
              <a:cxnLst/>
              <a:rect l="l" t="t" r="r" b="b"/>
              <a:pathLst>
                <a:path w="668" h="1304" extrusionOk="0">
                  <a:moveTo>
                    <a:pt x="225" y="1"/>
                  </a:moveTo>
                  <a:cubicBezTo>
                    <a:pt x="211" y="1"/>
                    <a:pt x="196" y="2"/>
                    <a:pt x="180" y="5"/>
                  </a:cubicBezTo>
                  <a:cubicBezTo>
                    <a:pt x="72" y="41"/>
                    <a:pt x="1" y="160"/>
                    <a:pt x="25" y="267"/>
                  </a:cubicBezTo>
                  <a:lnTo>
                    <a:pt x="37" y="303"/>
                  </a:lnTo>
                  <a:lnTo>
                    <a:pt x="37" y="339"/>
                  </a:lnTo>
                  <a:lnTo>
                    <a:pt x="37" y="446"/>
                  </a:lnTo>
                  <a:cubicBezTo>
                    <a:pt x="49" y="505"/>
                    <a:pt x="49" y="589"/>
                    <a:pt x="61" y="660"/>
                  </a:cubicBezTo>
                  <a:cubicBezTo>
                    <a:pt x="61" y="720"/>
                    <a:pt x="61" y="803"/>
                    <a:pt x="61" y="874"/>
                  </a:cubicBezTo>
                  <a:lnTo>
                    <a:pt x="61" y="922"/>
                  </a:lnTo>
                  <a:cubicBezTo>
                    <a:pt x="61" y="970"/>
                    <a:pt x="72" y="1017"/>
                    <a:pt x="108" y="1065"/>
                  </a:cubicBezTo>
                  <a:cubicBezTo>
                    <a:pt x="108" y="1077"/>
                    <a:pt x="108" y="1089"/>
                    <a:pt x="120" y="1089"/>
                  </a:cubicBezTo>
                  <a:lnTo>
                    <a:pt x="132" y="1136"/>
                  </a:lnTo>
                  <a:lnTo>
                    <a:pt x="168" y="1184"/>
                  </a:lnTo>
                  <a:cubicBezTo>
                    <a:pt x="180" y="1196"/>
                    <a:pt x="180" y="1196"/>
                    <a:pt x="180" y="1208"/>
                  </a:cubicBezTo>
                  <a:cubicBezTo>
                    <a:pt x="227" y="1267"/>
                    <a:pt x="299" y="1303"/>
                    <a:pt x="370" y="1303"/>
                  </a:cubicBezTo>
                  <a:cubicBezTo>
                    <a:pt x="453" y="1291"/>
                    <a:pt x="525" y="1255"/>
                    <a:pt x="572" y="1184"/>
                  </a:cubicBezTo>
                  <a:cubicBezTo>
                    <a:pt x="632" y="1089"/>
                    <a:pt x="668" y="982"/>
                    <a:pt x="656" y="874"/>
                  </a:cubicBezTo>
                  <a:cubicBezTo>
                    <a:pt x="656" y="767"/>
                    <a:pt x="632" y="672"/>
                    <a:pt x="608" y="577"/>
                  </a:cubicBezTo>
                  <a:cubicBezTo>
                    <a:pt x="584" y="493"/>
                    <a:pt x="561" y="410"/>
                    <a:pt x="525" y="339"/>
                  </a:cubicBezTo>
                  <a:cubicBezTo>
                    <a:pt x="513" y="291"/>
                    <a:pt x="489" y="255"/>
                    <a:pt x="465" y="220"/>
                  </a:cubicBezTo>
                  <a:lnTo>
                    <a:pt x="442" y="172"/>
                  </a:lnTo>
                  <a:lnTo>
                    <a:pt x="442" y="148"/>
                  </a:lnTo>
                  <a:cubicBezTo>
                    <a:pt x="418" y="101"/>
                    <a:pt x="394" y="53"/>
                    <a:pt x="346" y="29"/>
                  </a:cubicBezTo>
                  <a:cubicBezTo>
                    <a:pt x="303" y="12"/>
                    <a:pt x="265" y="1"/>
                    <a:pt x="2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38"/>
            <p:cNvSpPr/>
            <p:nvPr/>
          </p:nvSpPr>
          <p:spPr>
            <a:xfrm>
              <a:off x="5988775" y="4965575"/>
              <a:ext cx="625" cy="725"/>
            </a:xfrm>
            <a:custGeom>
              <a:avLst/>
              <a:gdLst/>
              <a:ahLst/>
              <a:cxnLst/>
              <a:rect l="l" t="t" r="r" b="b"/>
              <a:pathLst>
                <a:path w="25" h="29" extrusionOk="0">
                  <a:moveTo>
                    <a:pt x="1" y="0"/>
                  </a:moveTo>
                  <a:cubicBezTo>
                    <a:pt x="18" y="17"/>
                    <a:pt x="23" y="29"/>
                    <a:pt x="24" y="29"/>
                  </a:cubicBezTo>
                  <a:cubicBezTo>
                    <a:pt x="24" y="29"/>
                    <a:pt x="24" y="27"/>
                    <a:pt x="24" y="24"/>
                  </a:cubicBezTo>
                  <a:cubicBezTo>
                    <a:pt x="13" y="12"/>
                    <a:pt x="13" y="12"/>
                    <a:pt x="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38"/>
            <p:cNvSpPr/>
            <p:nvPr/>
          </p:nvSpPr>
          <p:spPr>
            <a:xfrm>
              <a:off x="5967350" y="4381225"/>
              <a:ext cx="16400" cy="37275"/>
            </a:xfrm>
            <a:custGeom>
              <a:avLst/>
              <a:gdLst/>
              <a:ahLst/>
              <a:cxnLst/>
              <a:rect l="l" t="t" r="r" b="b"/>
              <a:pathLst>
                <a:path w="656" h="1491" extrusionOk="0">
                  <a:moveTo>
                    <a:pt x="403" y="1"/>
                  </a:moveTo>
                  <a:cubicBezTo>
                    <a:pt x="293" y="1"/>
                    <a:pt x="188" y="70"/>
                    <a:pt x="155" y="181"/>
                  </a:cubicBezTo>
                  <a:cubicBezTo>
                    <a:pt x="108" y="335"/>
                    <a:pt x="84" y="490"/>
                    <a:pt x="48" y="657"/>
                  </a:cubicBezTo>
                  <a:cubicBezTo>
                    <a:pt x="36" y="752"/>
                    <a:pt x="24" y="847"/>
                    <a:pt x="12" y="955"/>
                  </a:cubicBezTo>
                  <a:cubicBezTo>
                    <a:pt x="0" y="1050"/>
                    <a:pt x="0" y="1157"/>
                    <a:pt x="24" y="1264"/>
                  </a:cubicBezTo>
                  <a:cubicBezTo>
                    <a:pt x="72" y="1395"/>
                    <a:pt x="191" y="1478"/>
                    <a:pt x="322" y="1490"/>
                  </a:cubicBezTo>
                  <a:cubicBezTo>
                    <a:pt x="381" y="1478"/>
                    <a:pt x="441" y="1467"/>
                    <a:pt x="489" y="1443"/>
                  </a:cubicBezTo>
                  <a:cubicBezTo>
                    <a:pt x="560" y="1407"/>
                    <a:pt x="608" y="1336"/>
                    <a:pt x="631" y="1264"/>
                  </a:cubicBezTo>
                  <a:cubicBezTo>
                    <a:pt x="655" y="1157"/>
                    <a:pt x="655" y="1062"/>
                    <a:pt x="655" y="967"/>
                  </a:cubicBezTo>
                  <a:cubicBezTo>
                    <a:pt x="643" y="883"/>
                    <a:pt x="643" y="800"/>
                    <a:pt x="631" y="716"/>
                  </a:cubicBezTo>
                  <a:cubicBezTo>
                    <a:pt x="631" y="562"/>
                    <a:pt x="631" y="395"/>
                    <a:pt x="643" y="252"/>
                  </a:cubicBezTo>
                  <a:cubicBezTo>
                    <a:pt x="643" y="121"/>
                    <a:pt x="548" y="26"/>
                    <a:pt x="429" y="2"/>
                  </a:cubicBezTo>
                  <a:cubicBezTo>
                    <a:pt x="420" y="1"/>
                    <a:pt x="412" y="1"/>
                    <a:pt x="4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38"/>
            <p:cNvSpPr/>
            <p:nvPr/>
          </p:nvSpPr>
          <p:spPr>
            <a:xfrm>
              <a:off x="5947700" y="4935750"/>
              <a:ext cx="9550" cy="25000"/>
            </a:xfrm>
            <a:custGeom>
              <a:avLst/>
              <a:gdLst/>
              <a:ahLst/>
              <a:cxnLst/>
              <a:rect l="l" t="t" r="r" b="b"/>
              <a:pathLst>
                <a:path w="382" h="1000" extrusionOk="0">
                  <a:moveTo>
                    <a:pt x="263" y="0"/>
                  </a:moveTo>
                  <a:cubicBezTo>
                    <a:pt x="212" y="0"/>
                    <a:pt x="164" y="34"/>
                    <a:pt x="143" y="86"/>
                  </a:cubicBezTo>
                  <a:cubicBezTo>
                    <a:pt x="72" y="336"/>
                    <a:pt x="24" y="586"/>
                    <a:pt x="1" y="848"/>
                  </a:cubicBezTo>
                  <a:cubicBezTo>
                    <a:pt x="1" y="949"/>
                    <a:pt x="75" y="1000"/>
                    <a:pt x="149" y="1000"/>
                  </a:cubicBezTo>
                  <a:cubicBezTo>
                    <a:pt x="224" y="1000"/>
                    <a:pt x="298" y="949"/>
                    <a:pt x="298" y="848"/>
                  </a:cubicBezTo>
                  <a:cubicBezTo>
                    <a:pt x="298" y="610"/>
                    <a:pt x="322" y="371"/>
                    <a:pt x="370" y="145"/>
                  </a:cubicBezTo>
                  <a:cubicBezTo>
                    <a:pt x="382" y="86"/>
                    <a:pt x="346" y="14"/>
                    <a:pt x="286" y="2"/>
                  </a:cubicBezTo>
                  <a:cubicBezTo>
                    <a:pt x="279" y="1"/>
                    <a:pt x="271" y="0"/>
                    <a:pt x="2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38"/>
            <p:cNvSpPr/>
            <p:nvPr/>
          </p:nvSpPr>
          <p:spPr>
            <a:xfrm>
              <a:off x="5923300" y="4930650"/>
              <a:ext cx="7950" cy="25125"/>
            </a:xfrm>
            <a:custGeom>
              <a:avLst/>
              <a:gdLst/>
              <a:ahLst/>
              <a:cxnLst/>
              <a:rect l="l" t="t" r="r" b="b"/>
              <a:pathLst>
                <a:path w="318" h="1005" extrusionOk="0">
                  <a:moveTo>
                    <a:pt x="240" y="1"/>
                  </a:moveTo>
                  <a:cubicBezTo>
                    <a:pt x="217" y="1"/>
                    <a:pt x="193" y="12"/>
                    <a:pt x="179" y="40"/>
                  </a:cubicBezTo>
                  <a:cubicBezTo>
                    <a:pt x="96" y="314"/>
                    <a:pt x="36" y="587"/>
                    <a:pt x="0" y="873"/>
                  </a:cubicBezTo>
                  <a:cubicBezTo>
                    <a:pt x="0" y="945"/>
                    <a:pt x="60" y="1004"/>
                    <a:pt x="131" y="1004"/>
                  </a:cubicBezTo>
                  <a:cubicBezTo>
                    <a:pt x="203" y="1004"/>
                    <a:pt x="262" y="945"/>
                    <a:pt x="262" y="873"/>
                  </a:cubicBezTo>
                  <a:cubicBezTo>
                    <a:pt x="250" y="599"/>
                    <a:pt x="262" y="337"/>
                    <a:pt x="310" y="75"/>
                  </a:cubicBezTo>
                  <a:cubicBezTo>
                    <a:pt x="317" y="31"/>
                    <a:pt x="279" y="1"/>
                    <a:pt x="2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38"/>
            <p:cNvSpPr/>
            <p:nvPr/>
          </p:nvSpPr>
          <p:spPr>
            <a:xfrm>
              <a:off x="5910250" y="4397300"/>
              <a:ext cx="19025" cy="30200"/>
            </a:xfrm>
            <a:custGeom>
              <a:avLst/>
              <a:gdLst/>
              <a:ahLst/>
              <a:cxnLst/>
              <a:rect l="l" t="t" r="r" b="b"/>
              <a:pathLst>
                <a:path w="761" h="1208" extrusionOk="0">
                  <a:moveTo>
                    <a:pt x="248" y="1"/>
                  </a:moveTo>
                  <a:cubicBezTo>
                    <a:pt x="124" y="1"/>
                    <a:pt x="1" y="130"/>
                    <a:pt x="82" y="276"/>
                  </a:cubicBezTo>
                  <a:cubicBezTo>
                    <a:pt x="106" y="312"/>
                    <a:pt x="117" y="347"/>
                    <a:pt x="141" y="383"/>
                  </a:cubicBezTo>
                  <a:cubicBezTo>
                    <a:pt x="141" y="395"/>
                    <a:pt x="141" y="407"/>
                    <a:pt x="141" y="419"/>
                  </a:cubicBezTo>
                  <a:cubicBezTo>
                    <a:pt x="141" y="443"/>
                    <a:pt x="141" y="454"/>
                    <a:pt x="153" y="478"/>
                  </a:cubicBezTo>
                  <a:cubicBezTo>
                    <a:pt x="165" y="562"/>
                    <a:pt x="201" y="633"/>
                    <a:pt x="225" y="705"/>
                  </a:cubicBezTo>
                  <a:cubicBezTo>
                    <a:pt x="237" y="800"/>
                    <a:pt x="272" y="895"/>
                    <a:pt x="308" y="978"/>
                  </a:cubicBezTo>
                  <a:cubicBezTo>
                    <a:pt x="320" y="1014"/>
                    <a:pt x="332" y="1050"/>
                    <a:pt x="356" y="1074"/>
                  </a:cubicBezTo>
                  <a:cubicBezTo>
                    <a:pt x="391" y="1145"/>
                    <a:pt x="451" y="1181"/>
                    <a:pt x="522" y="1205"/>
                  </a:cubicBezTo>
                  <a:cubicBezTo>
                    <a:pt x="533" y="1207"/>
                    <a:pt x="543" y="1208"/>
                    <a:pt x="553" y="1208"/>
                  </a:cubicBezTo>
                  <a:cubicBezTo>
                    <a:pt x="599" y="1208"/>
                    <a:pt x="638" y="1186"/>
                    <a:pt x="677" y="1157"/>
                  </a:cubicBezTo>
                  <a:cubicBezTo>
                    <a:pt x="725" y="1109"/>
                    <a:pt x="760" y="1038"/>
                    <a:pt x="760" y="966"/>
                  </a:cubicBezTo>
                  <a:cubicBezTo>
                    <a:pt x="760" y="907"/>
                    <a:pt x="749" y="859"/>
                    <a:pt x="737" y="800"/>
                  </a:cubicBezTo>
                  <a:cubicBezTo>
                    <a:pt x="713" y="705"/>
                    <a:pt x="677" y="621"/>
                    <a:pt x="641" y="526"/>
                  </a:cubicBezTo>
                  <a:cubicBezTo>
                    <a:pt x="606" y="454"/>
                    <a:pt x="570" y="383"/>
                    <a:pt x="534" y="312"/>
                  </a:cubicBezTo>
                  <a:cubicBezTo>
                    <a:pt x="510" y="276"/>
                    <a:pt x="475" y="252"/>
                    <a:pt x="463" y="204"/>
                  </a:cubicBezTo>
                  <a:cubicBezTo>
                    <a:pt x="439" y="169"/>
                    <a:pt x="415" y="133"/>
                    <a:pt x="403" y="97"/>
                  </a:cubicBezTo>
                  <a:cubicBezTo>
                    <a:pt x="365" y="29"/>
                    <a:pt x="307" y="1"/>
                    <a:pt x="2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38"/>
            <p:cNvSpPr/>
            <p:nvPr/>
          </p:nvSpPr>
          <p:spPr>
            <a:xfrm>
              <a:off x="5885200" y="4916225"/>
              <a:ext cx="15200" cy="30150"/>
            </a:xfrm>
            <a:custGeom>
              <a:avLst/>
              <a:gdLst/>
              <a:ahLst/>
              <a:cxnLst/>
              <a:rect l="l" t="t" r="r" b="b"/>
              <a:pathLst>
                <a:path w="608" h="1206" extrusionOk="0">
                  <a:moveTo>
                    <a:pt x="475" y="0"/>
                  </a:moveTo>
                  <a:cubicBezTo>
                    <a:pt x="430" y="0"/>
                    <a:pt x="387" y="22"/>
                    <a:pt x="369" y="57"/>
                  </a:cubicBezTo>
                  <a:cubicBezTo>
                    <a:pt x="274" y="212"/>
                    <a:pt x="203" y="367"/>
                    <a:pt x="143" y="521"/>
                  </a:cubicBezTo>
                  <a:cubicBezTo>
                    <a:pt x="96" y="676"/>
                    <a:pt x="48" y="843"/>
                    <a:pt x="24" y="998"/>
                  </a:cubicBezTo>
                  <a:cubicBezTo>
                    <a:pt x="0" y="1081"/>
                    <a:pt x="48" y="1164"/>
                    <a:pt x="131" y="1200"/>
                  </a:cubicBezTo>
                  <a:cubicBezTo>
                    <a:pt x="144" y="1204"/>
                    <a:pt x="157" y="1205"/>
                    <a:pt x="170" y="1205"/>
                  </a:cubicBezTo>
                  <a:cubicBezTo>
                    <a:pt x="242" y="1205"/>
                    <a:pt x="313" y="1152"/>
                    <a:pt x="334" y="1081"/>
                  </a:cubicBezTo>
                  <a:cubicBezTo>
                    <a:pt x="369" y="926"/>
                    <a:pt x="393" y="771"/>
                    <a:pt x="453" y="617"/>
                  </a:cubicBezTo>
                  <a:cubicBezTo>
                    <a:pt x="500" y="450"/>
                    <a:pt x="536" y="307"/>
                    <a:pt x="596" y="152"/>
                  </a:cubicBezTo>
                  <a:cubicBezTo>
                    <a:pt x="608" y="93"/>
                    <a:pt x="584" y="33"/>
                    <a:pt x="524" y="9"/>
                  </a:cubicBezTo>
                  <a:cubicBezTo>
                    <a:pt x="508" y="3"/>
                    <a:pt x="491" y="0"/>
                    <a:pt x="4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38"/>
            <p:cNvSpPr/>
            <p:nvPr/>
          </p:nvSpPr>
          <p:spPr>
            <a:xfrm>
              <a:off x="5872400" y="4415575"/>
              <a:ext cx="24725" cy="26250"/>
            </a:xfrm>
            <a:custGeom>
              <a:avLst/>
              <a:gdLst/>
              <a:ahLst/>
              <a:cxnLst/>
              <a:rect l="l" t="t" r="r" b="b"/>
              <a:pathLst>
                <a:path w="989" h="1050" extrusionOk="0">
                  <a:moveTo>
                    <a:pt x="148" y="0"/>
                  </a:moveTo>
                  <a:cubicBezTo>
                    <a:pt x="113" y="0"/>
                    <a:pt x="78" y="15"/>
                    <a:pt x="48" y="45"/>
                  </a:cubicBezTo>
                  <a:cubicBezTo>
                    <a:pt x="0" y="93"/>
                    <a:pt x="0" y="164"/>
                    <a:pt x="48" y="224"/>
                  </a:cubicBezTo>
                  <a:cubicBezTo>
                    <a:pt x="84" y="247"/>
                    <a:pt x="107" y="271"/>
                    <a:pt x="143" y="307"/>
                  </a:cubicBezTo>
                  <a:cubicBezTo>
                    <a:pt x="143" y="307"/>
                    <a:pt x="155" y="307"/>
                    <a:pt x="155" y="319"/>
                  </a:cubicBezTo>
                  <a:lnTo>
                    <a:pt x="191" y="366"/>
                  </a:lnTo>
                  <a:cubicBezTo>
                    <a:pt x="227" y="438"/>
                    <a:pt x="274" y="497"/>
                    <a:pt x="310" y="569"/>
                  </a:cubicBezTo>
                  <a:cubicBezTo>
                    <a:pt x="358" y="628"/>
                    <a:pt x="393" y="688"/>
                    <a:pt x="429" y="759"/>
                  </a:cubicBezTo>
                  <a:cubicBezTo>
                    <a:pt x="453" y="783"/>
                    <a:pt x="465" y="819"/>
                    <a:pt x="488" y="855"/>
                  </a:cubicBezTo>
                  <a:cubicBezTo>
                    <a:pt x="524" y="902"/>
                    <a:pt x="560" y="950"/>
                    <a:pt x="608" y="986"/>
                  </a:cubicBezTo>
                  <a:cubicBezTo>
                    <a:pt x="645" y="1029"/>
                    <a:pt x="698" y="1050"/>
                    <a:pt x="754" y="1050"/>
                  </a:cubicBezTo>
                  <a:cubicBezTo>
                    <a:pt x="805" y="1050"/>
                    <a:pt x="859" y="1032"/>
                    <a:pt x="905" y="997"/>
                  </a:cubicBezTo>
                  <a:cubicBezTo>
                    <a:pt x="941" y="974"/>
                    <a:pt x="965" y="938"/>
                    <a:pt x="977" y="890"/>
                  </a:cubicBezTo>
                  <a:cubicBezTo>
                    <a:pt x="989" y="831"/>
                    <a:pt x="989" y="759"/>
                    <a:pt x="965" y="712"/>
                  </a:cubicBezTo>
                  <a:cubicBezTo>
                    <a:pt x="941" y="664"/>
                    <a:pt x="917" y="628"/>
                    <a:pt x="893" y="581"/>
                  </a:cubicBezTo>
                  <a:cubicBezTo>
                    <a:pt x="858" y="545"/>
                    <a:pt x="834" y="509"/>
                    <a:pt x="798" y="485"/>
                  </a:cubicBezTo>
                  <a:cubicBezTo>
                    <a:pt x="739" y="426"/>
                    <a:pt x="679" y="366"/>
                    <a:pt x="619" y="319"/>
                  </a:cubicBezTo>
                  <a:cubicBezTo>
                    <a:pt x="560" y="259"/>
                    <a:pt x="477" y="212"/>
                    <a:pt x="405" y="164"/>
                  </a:cubicBezTo>
                  <a:cubicBezTo>
                    <a:pt x="393" y="152"/>
                    <a:pt x="369" y="140"/>
                    <a:pt x="358" y="140"/>
                  </a:cubicBezTo>
                  <a:cubicBezTo>
                    <a:pt x="358" y="128"/>
                    <a:pt x="346" y="116"/>
                    <a:pt x="334" y="116"/>
                  </a:cubicBezTo>
                  <a:cubicBezTo>
                    <a:pt x="298" y="93"/>
                    <a:pt x="274" y="69"/>
                    <a:pt x="238" y="45"/>
                  </a:cubicBezTo>
                  <a:cubicBezTo>
                    <a:pt x="215" y="15"/>
                    <a:pt x="182" y="0"/>
                    <a:pt x="1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38"/>
            <p:cNvSpPr/>
            <p:nvPr/>
          </p:nvSpPr>
          <p:spPr>
            <a:xfrm>
              <a:off x="5839950" y="4435575"/>
              <a:ext cx="23850" cy="25675"/>
            </a:xfrm>
            <a:custGeom>
              <a:avLst/>
              <a:gdLst/>
              <a:ahLst/>
              <a:cxnLst/>
              <a:rect l="l" t="t" r="r" b="b"/>
              <a:pathLst>
                <a:path w="954" h="1027" extrusionOk="0">
                  <a:moveTo>
                    <a:pt x="144" y="0"/>
                  </a:moveTo>
                  <a:cubicBezTo>
                    <a:pt x="118" y="0"/>
                    <a:pt x="93" y="10"/>
                    <a:pt x="72" y="31"/>
                  </a:cubicBezTo>
                  <a:cubicBezTo>
                    <a:pt x="12" y="66"/>
                    <a:pt x="1" y="138"/>
                    <a:pt x="36" y="197"/>
                  </a:cubicBezTo>
                  <a:cubicBezTo>
                    <a:pt x="84" y="257"/>
                    <a:pt x="143" y="317"/>
                    <a:pt x="179" y="388"/>
                  </a:cubicBezTo>
                  <a:cubicBezTo>
                    <a:pt x="227" y="459"/>
                    <a:pt x="262" y="531"/>
                    <a:pt x="298" y="602"/>
                  </a:cubicBezTo>
                  <a:cubicBezTo>
                    <a:pt x="346" y="662"/>
                    <a:pt x="393" y="733"/>
                    <a:pt x="429" y="793"/>
                  </a:cubicBezTo>
                  <a:cubicBezTo>
                    <a:pt x="465" y="840"/>
                    <a:pt x="501" y="876"/>
                    <a:pt x="548" y="924"/>
                  </a:cubicBezTo>
                  <a:cubicBezTo>
                    <a:pt x="560" y="948"/>
                    <a:pt x="596" y="971"/>
                    <a:pt x="620" y="983"/>
                  </a:cubicBezTo>
                  <a:cubicBezTo>
                    <a:pt x="643" y="1007"/>
                    <a:pt x="679" y="1019"/>
                    <a:pt x="715" y="1019"/>
                  </a:cubicBezTo>
                  <a:cubicBezTo>
                    <a:pt x="732" y="1024"/>
                    <a:pt x="749" y="1027"/>
                    <a:pt x="766" y="1027"/>
                  </a:cubicBezTo>
                  <a:cubicBezTo>
                    <a:pt x="866" y="1027"/>
                    <a:pt x="953" y="942"/>
                    <a:pt x="953" y="840"/>
                  </a:cubicBezTo>
                  <a:cubicBezTo>
                    <a:pt x="953" y="817"/>
                    <a:pt x="953" y="793"/>
                    <a:pt x="953" y="769"/>
                  </a:cubicBezTo>
                  <a:cubicBezTo>
                    <a:pt x="953" y="721"/>
                    <a:pt x="929" y="686"/>
                    <a:pt x="905" y="650"/>
                  </a:cubicBezTo>
                  <a:cubicBezTo>
                    <a:pt x="870" y="602"/>
                    <a:pt x="834" y="567"/>
                    <a:pt x="798" y="519"/>
                  </a:cubicBezTo>
                  <a:cubicBezTo>
                    <a:pt x="727" y="459"/>
                    <a:pt x="655" y="388"/>
                    <a:pt x="596" y="340"/>
                  </a:cubicBezTo>
                  <a:cubicBezTo>
                    <a:pt x="524" y="293"/>
                    <a:pt x="465" y="245"/>
                    <a:pt x="405" y="197"/>
                  </a:cubicBezTo>
                  <a:cubicBezTo>
                    <a:pt x="417" y="197"/>
                    <a:pt x="393" y="186"/>
                    <a:pt x="393" y="186"/>
                  </a:cubicBezTo>
                  <a:lnTo>
                    <a:pt x="370" y="174"/>
                  </a:lnTo>
                  <a:cubicBezTo>
                    <a:pt x="358" y="150"/>
                    <a:pt x="346" y="138"/>
                    <a:pt x="334" y="126"/>
                  </a:cubicBezTo>
                  <a:lnTo>
                    <a:pt x="239" y="43"/>
                  </a:lnTo>
                  <a:cubicBezTo>
                    <a:pt x="212" y="16"/>
                    <a:pt x="178" y="0"/>
                    <a:pt x="1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38"/>
            <p:cNvSpPr/>
            <p:nvPr/>
          </p:nvSpPr>
          <p:spPr>
            <a:xfrm>
              <a:off x="5847700" y="4910750"/>
              <a:ext cx="12225" cy="21675"/>
            </a:xfrm>
            <a:custGeom>
              <a:avLst/>
              <a:gdLst/>
              <a:ahLst/>
              <a:cxnLst/>
              <a:rect l="l" t="t" r="r" b="b"/>
              <a:pathLst>
                <a:path w="489" h="867" extrusionOk="0">
                  <a:moveTo>
                    <a:pt x="366" y="0"/>
                  </a:moveTo>
                  <a:cubicBezTo>
                    <a:pt x="307" y="0"/>
                    <a:pt x="259" y="34"/>
                    <a:pt x="238" y="86"/>
                  </a:cubicBezTo>
                  <a:cubicBezTo>
                    <a:pt x="167" y="300"/>
                    <a:pt x="95" y="502"/>
                    <a:pt x="24" y="717"/>
                  </a:cubicBezTo>
                  <a:cubicBezTo>
                    <a:pt x="0" y="776"/>
                    <a:pt x="36" y="848"/>
                    <a:pt x="107" y="860"/>
                  </a:cubicBezTo>
                  <a:cubicBezTo>
                    <a:pt x="120" y="864"/>
                    <a:pt x="133" y="867"/>
                    <a:pt x="145" y="867"/>
                  </a:cubicBezTo>
                  <a:cubicBezTo>
                    <a:pt x="194" y="867"/>
                    <a:pt x="241" y="833"/>
                    <a:pt x="250" y="776"/>
                  </a:cubicBezTo>
                  <a:lnTo>
                    <a:pt x="476" y="157"/>
                  </a:lnTo>
                  <a:cubicBezTo>
                    <a:pt x="488" y="86"/>
                    <a:pt x="453" y="26"/>
                    <a:pt x="393" y="2"/>
                  </a:cubicBezTo>
                  <a:cubicBezTo>
                    <a:pt x="384" y="1"/>
                    <a:pt x="375" y="0"/>
                    <a:pt x="3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38"/>
            <p:cNvSpPr/>
            <p:nvPr/>
          </p:nvSpPr>
          <p:spPr>
            <a:xfrm>
              <a:off x="5819125" y="4463125"/>
              <a:ext cx="22050" cy="18000"/>
            </a:xfrm>
            <a:custGeom>
              <a:avLst/>
              <a:gdLst/>
              <a:ahLst/>
              <a:cxnLst/>
              <a:rect l="l" t="t" r="r" b="b"/>
              <a:pathLst>
                <a:path w="882" h="720" extrusionOk="0">
                  <a:moveTo>
                    <a:pt x="83" y="0"/>
                  </a:moveTo>
                  <a:cubicBezTo>
                    <a:pt x="24" y="0"/>
                    <a:pt x="0" y="84"/>
                    <a:pt x="60" y="119"/>
                  </a:cubicBezTo>
                  <a:cubicBezTo>
                    <a:pt x="60" y="131"/>
                    <a:pt x="72" y="143"/>
                    <a:pt x="72" y="143"/>
                  </a:cubicBezTo>
                  <a:cubicBezTo>
                    <a:pt x="83" y="155"/>
                    <a:pt x="95" y="167"/>
                    <a:pt x="119" y="179"/>
                  </a:cubicBezTo>
                  <a:lnTo>
                    <a:pt x="191" y="227"/>
                  </a:lnTo>
                  <a:lnTo>
                    <a:pt x="214" y="238"/>
                  </a:lnTo>
                  <a:cubicBezTo>
                    <a:pt x="214" y="250"/>
                    <a:pt x="226" y="262"/>
                    <a:pt x="238" y="262"/>
                  </a:cubicBezTo>
                  <a:lnTo>
                    <a:pt x="250" y="274"/>
                  </a:lnTo>
                  <a:cubicBezTo>
                    <a:pt x="262" y="286"/>
                    <a:pt x="262" y="298"/>
                    <a:pt x="274" y="310"/>
                  </a:cubicBezTo>
                  <a:cubicBezTo>
                    <a:pt x="286" y="334"/>
                    <a:pt x="298" y="358"/>
                    <a:pt x="310" y="393"/>
                  </a:cubicBezTo>
                  <a:cubicBezTo>
                    <a:pt x="333" y="417"/>
                    <a:pt x="345" y="441"/>
                    <a:pt x="357" y="465"/>
                  </a:cubicBezTo>
                  <a:cubicBezTo>
                    <a:pt x="381" y="488"/>
                    <a:pt x="393" y="512"/>
                    <a:pt x="417" y="548"/>
                  </a:cubicBezTo>
                  <a:cubicBezTo>
                    <a:pt x="429" y="572"/>
                    <a:pt x="441" y="596"/>
                    <a:pt x="464" y="619"/>
                  </a:cubicBezTo>
                  <a:cubicBezTo>
                    <a:pt x="476" y="631"/>
                    <a:pt x="488" y="643"/>
                    <a:pt x="500" y="655"/>
                  </a:cubicBezTo>
                  <a:cubicBezTo>
                    <a:pt x="543" y="698"/>
                    <a:pt x="599" y="719"/>
                    <a:pt x="654" y="719"/>
                  </a:cubicBezTo>
                  <a:cubicBezTo>
                    <a:pt x="692" y="719"/>
                    <a:pt x="729" y="710"/>
                    <a:pt x="762" y="691"/>
                  </a:cubicBezTo>
                  <a:cubicBezTo>
                    <a:pt x="834" y="643"/>
                    <a:pt x="881" y="548"/>
                    <a:pt x="857" y="453"/>
                  </a:cubicBezTo>
                  <a:cubicBezTo>
                    <a:pt x="845" y="441"/>
                    <a:pt x="845" y="417"/>
                    <a:pt x="845" y="405"/>
                  </a:cubicBezTo>
                  <a:cubicBezTo>
                    <a:pt x="822" y="358"/>
                    <a:pt x="798" y="322"/>
                    <a:pt x="762" y="286"/>
                  </a:cubicBezTo>
                  <a:cubicBezTo>
                    <a:pt x="738" y="262"/>
                    <a:pt x="714" y="238"/>
                    <a:pt x="691" y="215"/>
                  </a:cubicBezTo>
                  <a:cubicBezTo>
                    <a:pt x="667" y="179"/>
                    <a:pt x="619" y="143"/>
                    <a:pt x="584" y="131"/>
                  </a:cubicBezTo>
                  <a:lnTo>
                    <a:pt x="464" y="72"/>
                  </a:lnTo>
                  <a:cubicBezTo>
                    <a:pt x="429" y="60"/>
                    <a:pt x="405" y="48"/>
                    <a:pt x="369" y="48"/>
                  </a:cubicBezTo>
                  <a:cubicBezTo>
                    <a:pt x="357" y="36"/>
                    <a:pt x="345" y="36"/>
                    <a:pt x="333" y="36"/>
                  </a:cubicBezTo>
                  <a:lnTo>
                    <a:pt x="298" y="36"/>
                  </a:lnTo>
                  <a:cubicBezTo>
                    <a:pt x="274" y="12"/>
                    <a:pt x="238" y="12"/>
                    <a:pt x="2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38"/>
            <p:cNvSpPr/>
            <p:nvPr/>
          </p:nvSpPr>
          <p:spPr>
            <a:xfrm>
              <a:off x="5800950" y="4874475"/>
              <a:ext cx="24450" cy="24850"/>
            </a:xfrm>
            <a:custGeom>
              <a:avLst/>
              <a:gdLst/>
              <a:ahLst/>
              <a:cxnLst/>
              <a:rect l="l" t="t" r="r" b="b"/>
              <a:pathLst>
                <a:path w="978" h="994" extrusionOk="0">
                  <a:moveTo>
                    <a:pt x="739" y="1"/>
                  </a:moveTo>
                  <a:cubicBezTo>
                    <a:pt x="668" y="1"/>
                    <a:pt x="608" y="25"/>
                    <a:pt x="560" y="72"/>
                  </a:cubicBezTo>
                  <a:cubicBezTo>
                    <a:pt x="513" y="120"/>
                    <a:pt x="465" y="167"/>
                    <a:pt x="418" y="227"/>
                  </a:cubicBezTo>
                  <a:cubicBezTo>
                    <a:pt x="370" y="298"/>
                    <a:pt x="334" y="334"/>
                    <a:pt x="275" y="417"/>
                  </a:cubicBezTo>
                  <a:cubicBezTo>
                    <a:pt x="215" y="501"/>
                    <a:pt x="144" y="584"/>
                    <a:pt x="72" y="656"/>
                  </a:cubicBezTo>
                  <a:cubicBezTo>
                    <a:pt x="1" y="727"/>
                    <a:pt x="1" y="834"/>
                    <a:pt x="60" y="918"/>
                  </a:cubicBezTo>
                  <a:cubicBezTo>
                    <a:pt x="84" y="953"/>
                    <a:pt x="120" y="977"/>
                    <a:pt x="168" y="989"/>
                  </a:cubicBezTo>
                  <a:cubicBezTo>
                    <a:pt x="180" y="992"/>
                    <a:pt x="193" y="994"/>
                    <a:pt x="206" y="994"/>
                  </a:cubicBezTo>
                  <a:cubicBezTo>
                    <a:pt x="241" y="994"/>
                    <a:pt x="276" y="983"/>
                    <a:pt x="310" y="965"/>
                  </a:cubicBezTo>
                  <a:cubicBezTo>
                    <a:pt x="429" y="882"/>
                    <a:pt x="537" y="798"/>
                    <a:pt x="656" y="703"/>
                  </a:cubicBezTo>
                  <a:cubicBezTo>
                    <a:pt x="703" y="667"/>
                    <a:pt x="751" y="620"/>
                    <a:pt x="787" y="572"/>
                  </a:cubicBezTo>
                  <a:cubicBezTo>
                    <a:pt x="834" y="501"/>
                    <a:pt x="882" y="441"/>
                    <a:pt x="941" y="370"/>
                  </a:cubicBezTo>
                  <a:cubicBezTo>
                    <a:pt x="965" y="310"/>
                    <a:pt x="977" y="239"/>
                    <a:pt x="965" y="179"/>
                  </a:cubicBezTo>
                  <a:cubicBezTo>
                    <a:pt x="953" y="132"/>
                    <a:pt x="918" y="84"/>
                    <a:pt x="882" y="48"/>
                  </a:cubicBezTo>
                  <a:cubicBezTo>
                    <a:pt x="846" y="13"/>
                    <a:pt x="787" y="1"/>
                    <a:pt x="7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38"/>
            <p:cNvSpPr/>
            <p:nvPr/>
          </p:nvSpPr>
          <p:spPr>
            <a:xfrm>
              <a:off x="5824475" y="44690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38"/>
            <p:cNvSpPr/>
            <p:nvPr/>
          </p:nvSpPr>
          <p:spPr>
            <a:xfrm>
              <a:off x="5786675" y="4492475"/>
              <a:ext cx="29200" cy="23350"/>
            </a:xfrm>
            <a:custGeom>
              <a:avLst/>
              <a:gdLst/>
              <a:ahLst/>
              <a:cxnLst/>
              <a:rect l="l" t="t" r="r" b="b"/>
              <a:pathLst>
                <a:path w="1168" h="934" extrusionOk="0">
                  <a:moveTo>
                    <a:pt x="241" y="0"/>
                  </a:moveTo>
                  <a:cubicBezTo>
                    <a:pt x="228" y="0"/>
                    <a:pt x="215" y="2"/>
                    <a:pt x="203" y="5"/>
                  </a:cubicBezTo>
                  <a:cubicBezTo>
                    <a:pt x="155" y="5"/>
                    <a:pt x="119" y="29"/>
                    <a:pt x="84" y="65"/>
                  </a:cubicBezTo>
                  <a:cubicBezTo>
                    <a:pt x="12" y="124"/>
                    <a:pt x="0" y="231"/>
                    <a:pt x="48" y="315"/>
                  </a:cubicBezTo>
                  <a:cubicBezTo>
                    <a:pt x="119" y="469"/>
                    <a:pt x="227" y="600"/>
                    <a:pt x="346" y="708"/>
                  </a:cubicBezTo>
                  <a:cubicBezTo>
                    <a:pt x="393" y="743"/>
                    <a:pt x="441" y="779"/>
                    <a:pt x="488" y="815"/>
                  </a:cubicBezTo>
                  <a:cubicBezTo>
                    <a:pt x="536" y="850"/>
                    <a:pt x="584" y="874"/>
                    <a:pt x="643" y="898"/>
                  </a:cubicBezTo>
                  <a:cubicBezTo>
                    <a:pt x="691" y="922"/>
                    <a:pt x="750" y="934"/>
                    <a:pt x="810" y="934"/>
                  </a:cubicBezTo>
                  <a:lnTo>
                    <a:pt x="917" y="934"/>
                  </a:lnTo>
                  <a:cubicBezTo>
                    <a:pt x="1012" y="934"/>
                    <a:pt x="1096" y="874"/>
                    <a:pt x="1131" y="791"/>
                  </a:cubicBezTo>
                  <a:cubicBezTo>
                    <a:pt x="1167" y="708"/>
                    <a:pt x="1143" y="612"/>
                    <a:pt x="1084" y="541"/>
                  </a:cubicBezTo>
                  <a:cubicBezTo>
                    <a:pt x="1060" y="517"/>
                    <a:pt x="1036" y="493"/>
                    <a:pt x="1024" y="457"/>
                  </a:cubicBezTo>
                  <a:cubicBezTo>
                    <a:pt x="977" y="422"/>
                    <a:pt x="929" y="386"/>
                    <a:pt x="881" y="362"/>
                  </a:cubicBezTo>
                  <a:cubicBezTo>
                    <a:pt x="822" y="315"/>
                    <a:pt x="750" y="291"/>
                    <a:pt x="691" y="255"/>
                  </a:cubicBezTo>
                  <a:cubicBezTo>
                    <a:pt x="572" y="184"/>
                    <a:pt x="453" y="112"/>
                    <a:pt x="334" y="29"/>
                  </a:cubicBezTo>
                  <a:cubicBezTo>
                    <a:pt x="308" y="11"/>
                    <a:pt x="275" y="0"/>
                    <a:pt x="2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38"/>
            <p:cNvSpPr/>
            <p:nvPr/>
          </p:nvSpPr>
          <p:spPr>
            <a:xfrm>
              <a:off x="5768225" y="4850175"/>
              <a:ext cx="25325" cy="21125"/>
            </a:xfrm>
            <a:custGeom>
              <a:avLst/>
              <a:gdLst/>
              <a:ahLst/>
              <a:cxnLst/>
              <a:rect l="l" t="t" r="r" b="b"/>
              <a:pathLst>
                <a:path w="1013" h="845" extrusionOk="0">
                  <a:moveTo>
                    <a:pt x="898" y="1"/>
                  </a:moveTo>
                  <a:cubicBezTo>
                    <a:pt x="868" y="1"/>
                    <a:pt x="835" y="13"/>
                    <a:pt x="810" y="32"/>
                  </a:cubicBezTo>
                  <a:cubicBezTo>
                    <a:pt x="560" y="246"/>
                    <a:pt x="298" y="461"/>
                    <a:pt x="48" y="663"/>
                  </a:cubicBezTo>
                  <a:cubicBezTo>
                    <a:pt x="0" y="711"/>
                    <a:pt x="0" y="770"/>
                    <a:pt x="48" y="818"/>
                  </a:cubicBezTo>
                  <a:cubicBezTo>
                    <a:pt x="66" y="836"/>
                    <a:pt x="89" y="845"/>
                    <a:pt x="115" y="845"/>
                  </a:cubicBezTo>
                  <a:cubicBezTo>
                    <a:pt x="140" y="845"/>
                    <a:pt x="167" y="836"/>
                    <a:pt x="191" y="818"/>
                  </a:cubicBezTo>
                  <a:cubicBezTo>
                    <a:pt x="453" y="616"/>
                    <a:pt x="715" y="401"/>
                    <a:pt x="965" y="199"/>
                  </a:cubicBezTo>
                  <a:cubicBezTo>
                    <a:pt x="1012" y="151"/>
                    <a:pt x="1012" y="80"/>
                    <a:pt x="965" y="32"/>
                  </a:cubicBezTo>
                  <a:cubicBezTo>
                    <a:pt x="948" y="10"/>
                    <a:pt x="924" y="1"/>
                    <a:pt x="8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38"/>
            <p:cNvSpPr/>
            <p:nvPr/>
          </p:nvSpPr>
          <p:spPr>
            <a:xfrm>
              <a:off x="5739825" y="4817325"/>
              <a:ext cx="36675" cy="18275"/>
            </a:xfrm>
            <a:custGeom>
              <a:avLst/>
              <a:gdLst/>
              <a:ahLst/>
              <a:cxnLst/>
              <a:rect l="l" t="t" r="r" b="b"/>
              <a:pathLst>
                <a:path w="1467" h="731" extrusionOk="0">
                  <a:moveTo>
                    <a:pt x="1261" y="0"/>
                  </a:moveTo>
                  <a:cubicBezTo>
                    <a:pt x="1236" y="0"/>
                    <a:pt x="1210" y="7"/>
                    <a:pt x="1184" y="25"/>
                  </a:cubicBezTo>
                  <a:cubicBezTo>
                    <a:pt x="1005" y="132"/>
                    <a:pt x="827" y="239"/>
                    <a:pt x="636" y="346"/>
                  </a:cubicBezTo>
                  <a:cubicBezTo>
                    <a:pt x="457" y="441"/>
                    <a:pt x="255" y="537"/>
                    <a:pt x="65" y="620"/>
                  </a:cubicBezTo>
                  <a:cubicBezTo>
                    <a:pt x="0" y="641"/>
                    <a:pt x="13" y="730"/>
                    <a:pt x="77" y="730"/>
                  </a:cubicBezTo>
                  <a:cubicBezTo>
                    <a:pt x="84" y="730"/>
                    <a:pt x="92" y="729"/>
                    <a:pt x="100" y="727"/>
                  </a:cubicBezTo>
                  <a:cubicBezTo>
                    <a:pt x="303" y="667"/>
                    <a:pt x="505" y="596"/>
                    <a:pt x="719" y="525"/>
                  </a:cubicBezTo>
                  <a:cubicBezTo>
                    <a:pt x="922" y="453"/>
                    <a:pt x="1124" y="370"/>
                    <a:pt x="1327" y="275"/>
                  </a:cubicBezTo>
                  <a:cubicBezTo>
                    <a:pt x="1467" y="205"/>
                    <a:pt x="1388" y="0"/>
                    <a:pt x="12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38"/>
            <p:cNvSpPr/>
            <p:nvPr/>
          </p:nvSpPr>
          <p:spPr>
            <a:xfrm>
              <a:off x="5736950" y="4538225"/>
              <a:ext cx="28600" cy="24450"/>
            </a:xfrm>
            <a:custGeom>
              <a:avLst/>
              <a:gdLst/>
              <a:ahLst/>
              <a:cxnLst/>
              <a:rect l="l" t="t" r="r" b="b"/>
              <a:pathLst>
                <a:path w="1144" h="978" extrusionOk="0">
                  <a:moveTo>
                    <a:pt x="157" y="0"/>
                  </a:moveTo>
                  <a:cubicBezTo>
                    <a:pt x="112" y="0"/>
                    <a:pt x="71" y="19"/>
                    <a:pt x="49" y="56"/>
                  </a:cubicBezTo>
                  <a:cubicBezTo>
                    <a:pt x="1" y="116"/>
                    <a:pt x="1" y="199"/>
                    <a:pt x="61" y="247"/>
                  </a:cubicBezTo>
                  <a:cubicBezTo>
                    <a:pt x="120" y="294"/>
                    <a:pt x="191" y="342"/>
                    <a:pt x="251" y="401"/>
                  </a:cubicBezTo>
                  <a:cubicBezTo>
                    <a:pt x="299" y="461"/>
                    <a:pt x="358" y="521"/>
                    <a:pt x="406" y="580"/>
                  </a:cubicBezTo>
                  <a:cubicBezTo>
                    <a:pt x="465" y="640"/>
                    <a:pt x="513" y="699"/>
                    <a:pt x="572" y="759"/>
                  </a:cubicBezTo>
                  <a:cubicBezTo>
                    <a:pt x="608" y="782"/>
                    <a:pt x="632" y="806"/>
                    <a:pt x="656" y="842"/>
                  </a:cubicBezTo>
                  <a:cubicBezTo>
                    <a:pt x="703" y="878"/>
                    <a:pt x="751" y="913"/>
                    <a:pt x="799" y="949"/>
                  </a:cubicBezTo>
                  <a:cubicBezTo>
                    <a:pt x="832" y="968"/>
                    <a:pt x="869" y="978"/>
                    <a:pt x="906" y="978"/>
                  </a:cubicBezTo>
                  <a:cubicBezTo>
                    <a:pt x="962" y="978"/>
                    <a:pt x="1018" y="956"/>
                    <a:pt x="1061" y="913"/>
                  </a:cubicBezTo>
                  <a:cubicBezTo>
                    <a:pt x="1132" y="842"/>
                    <a:pt x="1144" y="735"/>
                    <a:pt x="1096" y="652"/>
                  </a:cubicBezTo>
                  <a:cubicBezTo>
                    <a:pt x="1073" y="604"/>
                    <a:pt x="1037" y="556"/>
                    <a:pt x="1001" y="521"/>
                  </a:cubicBezTo>
                  <a:cubicBezTo>
                    <a:pt x="965" y="497"/>
                    <a:pt x="942" y="461"/>
                    <a:pt x="906" y="437"/>
                  </a:cubicBezTo>
                  <a:cubicBezTo>
                    <a:pt x="834" y="378"/>
                    <a:pt x="751" y="318"/>
                    <a:pt x="668" y="271"/>
                  </a:cubicBezTo>
                  <a:cubicBezTo>
                    <a:pt x="596" y="223"/>
                    <a:pt x="525" y="187"/>
                    <a:pt x="453" y="151"/>
                  </a:cubicBezTo>
                  <a:cubicBezTo>
                    <a:pt x="382" y="116"/>
                    <a:pt x="311" y="68"/>
                    <a:pt x="239" y="20"/>
                  </a:cubicBezTo>
                  <a:cubicBezTo>
                    <a:pt x="212" y="7"/>
                    <a:pt x="184" y="0"/>
                    <a:pt x="1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38"/>
            <p:cNvSpPr/>
            <p:nvPr/>
          </p:nvSpPr>
          <p:spPr>
            <a:xfrm>
              <a:off x="5723275" y="4568375"/>
              <a:ext cx="29200" cy="18250"/>
            </a:xfrm>
            <a:custGeom>
              <a:avLst/>
              <a:gdLst/>
              <a:ahLst/>
              <a:cxnLst/>
              <a:rect l="l" t="t" r="r" b="b"/>
              <a:pathLst>
                <a:path w="1168" h="730" extrusionOk="0">
                  <a:moveTo>
                    <a:pt x="164" y="0"/>
                  </a:moveTo>
                  <a:cubicBezTo>
                    <a:pt x="117" y="0"/>
                    <a:pt x="68" y="24"/>
                    <a:pt x="36" y="65"/>
                  </a:cubicBezTo>
                  <a:cubicBezTo>
                    <a:pt x="0" y="136"/>
                    <a:pt x="24" y="219"/>
                    <a:pt x="96" y="255"/>
                  </a:cubicBezTo>
                  <a:cubicBezTo>
                    <a:pt x="215" y="338"/>
                    <a:pt x="334" y="422"/>
                    <a:pt x="465" y="505"/>
                  </a:cubicBezTo>
                  <a:cubicBezTo>
                    <a:pt x="524" y="541"/>
                    <a:pt x="584" y="577"/>
                    <a:pt x="643" y="612"/>
                  </a:cubicBezTo>
                  <a:cubicBezTo>
                    <a:pt x="727" y="660"/>
                    <a:pt x="810" y="696"/>
                    <a:pt x="893" y="719"/>
                  </a:cubicBezTo>
                  <a:cubicBezTo>
                    <a:pt x="914" y="726"/>
                    <a:pt x="935" y="730"/>
                    <a:pt x="956" y="730"/>
                  </a:cubicBezTo>
                  <a:cubicBezTo>
                    <a:pt x="1044" y="730"/>
                    <a:pt x="1126" y="673"/>
                    <a:pt x="1155" y="577"/>
                  </a:cubicBezTo>
                  <a:cubicBezTo>
                    <a:pt x="1167" y="517"/>
                    <a:pt x="1167" y="458"/>
                    <a:pt x="1131" y="410"/>
                  </a:cubicBezTo>
                  <a:cubicBezTo>
                    <a:pt x="1108" y="350"/>
                    <a:pt x="1048" y="303"/>
                    <a:pt x="989" y="291"/>
                  </a:cubicBezTo>
                  <a:lnTo>
                    <a:pt x="941" y="267"/>
                  </a:lnTo>
                  <a:cubicBezTo>
                    <a:pt x="929" y="267"/>
                    <a:pt x="929" y="255"/>
                    <a:pt x="917" y="255"/>
                  </a:cubicBezTo>
                  <a:lnTo>
                    <a:pt x="905" y="255"/>
                  </a:lnTo>
                  <a:lnTo>
                    <a:pt x="846" y="231"/>
                  </a:lnTo>
                  <a:lnTo>
                    <a:pt x="786" y="219"/>
                  </a:lnTo>
                  <a:cubicBezTo>
                    <a:pt x="715" y="196"/>
                    <a:pt x="655" y="172"/>
                    <a:pt x="596" y="148"/>
                  </a:cubicBezTo>
                  <a:cubicBezTo>
                    <a:pt x="524" y="124"/>
                    <a:pt x="465" y="100"/>
                    <a:pt x="393" y="77"/>
                  </a:cubicBezTo>
                  <a:cubicBezTo>
                    <a:pt x="369" y="65"/>
                    <a:pt x="334" y="53"/>
                    <a:pt x="310" y="41"/>
                  </a:cubicBezTo>
                  <a:lnTo>
                    <a:pt x="286" y="41"/>
                  </a:lnTo>
                  <a:lnTo>
                    <a:pt x="227" y="17"/>
                  </a:lnTo>
                  <a:cubicBezTo>
                    <a:pt x="207" y="6"/>
                    <a:pt x="186" y="0"/>
                    <a:pt x="1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38"/>
            <p:cNvSpPr/>
            <p:nvPr/>
          </p:nvSpPr>
          <p:spPr>
            <a:xfrm>
              <a:off x="5711075" y="4778175"/>
              <a:ext cx="39900" cy="23050"/>
            </a:xfrm>
            <a:custGeom>
              <a:avLst/>
              <a:gdLst/>
              <a:ahLst/>
              <a:cxnLst/>
              <a:rect l="l" t="t" r="r" b="b"/>
              <a:pathLst>
                <a:path w="1596" h="922" extrusionOk="0">
                  <a:moveTo>
                    <a:pt x="1378" y="1"/>
                  </a:moveTo>
                  <a:cubicBezTo>
                    <a:pt x="1363" y="1"/>
                    <a:pt x="1348" y="3"/>
                    <a:pt x="1334" y="7"/>
                  </a:cubicBezTo>
                  <a:cubicBezTo>
                    <a:pt x="1274" y="19"/>
                    <a:pt x="1203" y="43"/>
                    <a:pt x="1143" y="67"/>
                  </a:cubicBezTo>
                  <a:cubicBezTo>
                    <a:pt x="1096" y="90"/>
                    <a:pt x="1048" y="114"/>
                    <a:pt x="1000" y="138"/>
                  </a:cubicBezTo>
                  <a:cubicBezTo>
                    <a:pt x="905" y="186"/>
                    <a:pt x="798" y="233"/>
                    <a:pt x="703" y="293"/>
                  </a:cubicBezTo>
                  <a:cubicBezTo>
                    <a:pt x="512" y="388"/>
                    <a:pt x="310" y="495"/>
                    <a:pt x="119" y="590"/>
                  </a:cubicBezTo>
                  <a:cubicBezTo>
                    <a:pt x="36" y="638"/>
                    <a:pt x="0" y="745"/>
                    <a:pt x="48" y="829"/>
                  </a:cubicBezTo>
                  <a:cubicBezTo>
                    <a:pt x="89" y="886"/>
                    <a:pt x="153" y="921"/>
                    <a:pt x="217" y="921"/>
                  </a:cubicBezTo>
                  <a:cubicBezTo>
                    <a:pt x="245" y="921"/>
                    <a:pt x="272" y="915"/>
                    <a:pt x="298" y="900"/>
                  </a:cubicBezTo>
                  <a:cubicBezTo>
                    <a:pt x="488" y="817"/>
                    <a:pt x="691" y="733"/>
                    <a:pt x="893" y="650"/>
                  </a:cubicBezTo>
                  <a:cubicBezTo>
                    <a:pt x="988" y="602"/>
                    <a:pt x="1084" y="555"/>
                    <a:pt x="1191" y="519"/>
                  </a:cubicBezTo>
                  <a:cubicBezTo>
                    <a:pt x="1238" y="495"/>
                    <a:pt x="1286" y="483"/>
                    <a:pt x="1334" y="459"/>
                  </a:cubicBezTo>
                  <a:cubicBezTo>
                    <a:pt x="1381" y="424"/>
                    <a:pt x="1429" y="400"/>
                    <a:pt x="1477" y="364"/>
                  </a:cubicBezTo>
                  <a:cubicBezTo>
                    <a:pt x="1560" y="317"/>
                    <a:pt x="1596" y="209"/>
                    <a:pt x="1560" y="114"/>
                  </a:cubicBezTo>
                  <a:cubicBezTo>
                    <a:pt x="1521" y="45"/>
                    <a:pt x="1449" y="1"/>
                    <a:pt x="13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38"/>
            <p:cNvSpPr/>
            <p:nvPr/>
          </p:nvSpPr>
          <p:spPr>
            <a:xfrm>
              <a:off x="5699150" y="4736225"/>
              <a:ext cx="38425" cy="16000"/>
            </a:xfrm>
            <a:custGeom>
              <a:avLst/>
              <a:gdLst/>
              <a:ahLst/>
              <a:cxnLst/>
              <a:rect l="l" t="t" r="r" b="b"/>
              <a:pathLst>
                <a:path w="1537" h="640" extrusionOk="0">
                  <a:moveTo>
                    <a:pt x="1331" y="0"/>
                  </a:moveTo>
                  <a:cubicBezTo>
                    <a:pt x="1316" y="0"/>
                    <a:pt x="1301" y="2"/>
                    <a:pt x="1287" y="6"/>
                  </a:cubicBezTo>
                  <a:cubicBezTo>
                    <a:pt x="1180" y="30"/>
                    <a:pt x="1084" y="66"/>
                    <a:pt x="989" y="101"/>
                  </a:cubicBezTo>
                  <a:cubicBezTo>
                    <a:pt x="894" y="137"/>
                    <a:pt x="787" y="173"/>
                    <a:pt x="691" y="209"/>
                  </a:cubicBezTo>
                  <a:cubicBezTo>
                    <a:pt x="596" y="256"/>
                    <a:pt x="501" y="292"/>
                    <a:pt x="406" y="328"/>
                  </a:cubicBezTo>
                  <a:cubicBezTo>
                    <a:pt x="310" y="352"/>
                    <a:pt x="203" y="375"/>
                    <a:pt x="96" y="399"/>
                  </a:cubicBezTo>
                  <a:cubicBezTo>
                    <a:pt x="37" y="411"/>
                    <a:pt x="1" y="482"/>
                    <a:pt x="13" y="542"/>
                  </a:cubicBezTo>
                  <a:cubicBezTo>
                    <a:pt x="23" y="604"/>
                    <a:pt x="79" y="640"/>
                    <a:pt x="133" y="640"/>
                  </a:cubicBezTo>
                  <a:cubicBezTo>
                    <a:pt x="140" y="640"/>
                    <a:pt x="148" y="639"/>
                    <a:pt x="156" y="637"/>
                  </a:cubicBezTo>
                  <a:cubicBezTo>
                    <a:pt x="251" y="613"/>
                    <a:pt x="346" y="602"/>
                    <a:pt x="453" y="590"/>
                  </a:cubicBezTo>
                  <a:cubicBezTo>
                    <a:pt x="572" y="566"/>
                    <a:pt x="680" y="566"/>
                    <a:pt x="799" y="542"/>
                  </a:cubicBezTo>
                  <a:cubicBezTo>
                    <a:pt x="894" y="530"/>
                    <a:pt x="1001" y="506"/>
                    <a:pt x="1108" y="471"/>
                  </a:cubicBezTo>
                  <a:cubicBezTo>
                    <a:pt x="1215" y="435"/>
                    <a:pt x="1322" y="399"/>
                    <a:pt x="1430" y="340"/>
                  </a:cubicBezTo>
                  <a:cubicBezTo>
                    <a:pt x="1513" y="292"/>
                    <a:pt x="1537" y="197"/>
                    <a:pt x="1501" y="113"/>
                  </a:cubicBezTo>
                  <a:cubicBezTo>
                    <a:pt x="1472" y="45"/>
                    <a:pt x="1401" y="0"/>
                    <a:pt x="13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38"/>
            <p:cNvSpPr/>
            <p:nvPr/>
          </p:nvSpPr>
          <p:spPr>
            <a:xfrm>
              <a:off x="5710550" y="4602400"/>
              <a:ext cx="27025" cy="14325"/>
            </a:xfrm>
            <a:custGeom>
              <a:avLst/>
              <a:gdLst/>
              <a:ahLst/>
              <a:cxnLst/>
              <a:rect l="l" t="t" r="r" b="b"/>
              <a:pathLst>
                <a:path w="1081" h="573" extrusionOk="0">
                  <a:moveTo>
                    <a:pt x="82" y="0"/>
                  </a:moveTo>
                  <a:cubicBezTo>
                    <a:pt x="29" y="0"/>
                    <a:pt x="0" y="87"/>
                    <a:pt x="45" y="120"/>
                  </a:cubicBezTo>
                  <a:cubicBezTo>
                    <a:pt x="81" y="132"/>
                    <a:pt x="116" y="168"/>
                    <a:pt x="140" y="192"/>
                  </a:cubicBezTo>
                  <a:cubicBezTo>
                    <a:pt x="176" y="228"/>
                    <a:pt x="212" y="251"/>
                    <a:pt x="247" y="275"/>
                  </a:cubicBezTo>
                  <a:cubicBezTo>
                    <a:pt x="307" y="323"/>
                    <a:pt x="378" y="359"/>
                    <a:pt x="450" y="394"/>
                  </a:cubicBezTo>
                  <a:cubicBezTo>
                    <a:pt x="521" y="442"/>
                    <a:pt x="593" y="490"/>
                    <a:pt x="676" y="525"/>
                  </a:cubicBezTo>
                  <a:cubicBezTo>
                    <a:pt x="712" y="537"/>
                    <a:pt x="747" y="549"/>
                    <a:pt x="783" y="561"/>
                  </a:cubicBezTo>
                  <a:cubicBezTo>
                    <a:pt x="831" y="573"/>
                    <a:pt x="890" y="573"/>
                    <a:pt x="938" y="573"/>
                  </a:cubicBezTo>
                  <a:cubicBezTo>
                    <a:pt x="1033" y="561"/>
                    <a:pt x="1081" y="442"/>
                    <a:pt x="1021" y="371"/>
                  </a:cubicBezTo>
                  <a:cubicBezTo>
                    <a:pt x="986" y="335"/>
                    <a:pt x="950" y="299"/>
                    <a:pt x="914" y="275"/>
                  </a:cubicBezTo>
                  <a:cubicBezTo>
                    <a:pt x="878" y="251"/>
                    <a:pt x="843" y="228"/>
                    <a:pt x="807" y="216"/>
                  </a:cubicBezTo>
                  <a:cubicBezTo>
                    <a:pt x="724" y="180"/>
                    <a:pt x="640" y="144"/>
                    <a:pt x="557" y="120"/>
                  </a:cubicBezTo>
                  <a:lnTo>
                    <a:pt x="343" y="49"/>
                  </a:lnTo>
                  <a:cubicBezTo>
                    <a:pt x="295" y="37"/>
                    <a:pt x="259" y="37"/>
                    <a:pt x="212" y="37"/>
                  </a:cubicBezTo>
                  <a:cubicBezTo>
                    <a:pt x="176" y="37"/>
                    <a:pt x="128" y="25"/>
                    <a:pt x="93" y="1"/>
                  </a:cubicBezTo>
                  <a:cubicBezTo>
                    <a:pt x="89" y="1"/>
                    <a:pt x="86" y="0"/>
                    <a:pt x="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38"/>
            <p:cNvSpPr/>
            <p:nvPr/>
          </p:nvSpPr>
          <p:spPr>
            <a:xfrm>
              <a:off x="5702125" y="4640525"/>
              <a:ext cx="27725" cy="10600"/>
            </a:xfrm>
            <a:custGeom>
              <a:avLst/>
              <a:gdLst/>
              <a:ahLst/>
              <a:cxnLst/>
              <a:rect l="l" t="t" r="r" b="b"/>
              <a:pathLst>
                <a:path w="1109" h="424" extrusionOk="0">
                  <a:moveTo>
                    <a:pt x="537" y="0"/>
                  </a:moveTo>
                  <a:cubicBezTo>
                    <a:pt x="465" y="0"/>
                    <a:pt x="382" y="12"/>
                    <a:pt x="311" y="24"/>
                  </a:cubicBezTo>
                  <a:cubicBezTo>
                    <a:pt x="287" y="24"/>
                    <a:pt x="251" y="36"/>
                    <a:pt x="227" y="36"/>
                  </a:cubicBezTo>
                  <a:lnTo>
                    <a:pt x="108" y="36"/>
                  </a:lnTo>
                  <a:cubicBezTo>
                    <a:pt x="1" y="36"/>
                    <a:pt x="1" y="191"/>
                    <a:pt x="108" y="203"/>
                  </a:cubicBezTo>
                  <a:lnTo>
                    <a:pt x="215" y="203"/>
                  </a:lnTo>
                  <a:cubicBezTo>
                    <a:pt x="251" y="203"/>
                    <a:pt x="275" y="215"/>
                    <a:pt x="311" y="227"/>
                  </a:cubicBezTo>
                  <a:cubicBezTo>
                    <a:pt x="382" y="250"/>
                    <a:pt x="418" y="274"/>
                    <a:pt x="489" y="298"/>
                  </a:cubicBezTo>
                  <a:cubicBezTo>
                    <a:pt x="525" y="310"/>
                    <a:pt x="549" y="322"/>
                    <a:pt x="584" y="334"/>
                  </a:cubicBezTo>
                  <a:lnTo>
                    <a:pt x="608" y="334"/>
                  </a:lnTo>
                  <a:lnTo>
                    <a:pt x="644" y="346"/>
                  </a:lnTo>
                  <a:cubicBezTo>
                    <a:pt x="680" y="370"/>
                    <a:pt x="727" y="381"/>
                    <a:pt x="775" y="393"/>
                  </a:cubicBezTo>
                  <a:lnTo>
                    <a:pt x="870" y="417"/>
                  </a:lnTo>
                  <a:cubicBezTo>
                    <a:pt x="885" y="421"/>
                    <a:pt x="900" y="423"/>
                    <a:pt x="914" y="423"/>
                  </a:cubicBezTo>
                  <a:cubicBezTo>
                    <a:pt x="981" y="423"/>
                    <a:pt x="1043" y="381"/>
                    <a:pt x="1073" y="322"/>
                  </a:cubicBezTo>
                  <a:cubicBezTo>
                    <a:pt x="1108" y="250"/>
                    <a:pt x="1073" y="155"/>
                    <a:pt x="1001" y="119"/>
                  </a:cubicBezTo>
                  <a:cubicBezTo>
                    <a:pt x="930" y="72"/>
                    <a:pt x="858" y="48"/>
                    <a:pt x="787" y="36"/>
                  </a:cubicBezTo>
                  <a:cubicBezTo>
                    <a:pt x="703" y="24"/>
                    <a:pt x="620" y="0"/>
                    <a:pt x="5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38"/>
            <p:cNvSpPr/>
            <p:nvPr/>
          </p:nvSpPr>
          <p:spPr>
            <a:xfrm>
              <a:off x="5681000" y="4692325"/>
              <a:ext cx="34550" cy="16600"/>
            </a:xfrm>
            <a:custGeom>
              <a:avLst/>
              <a:gdLst/>
              <a:ahLst/>
              <a:cxnLst/>
              <a:rect l="l" t="t" r="r" b="b"/>
              <a:pathLst>
                <a:path w="1382" h="664" extrusionOk="0">
                  <a:moveTo>
                    <a:pt x="1108" y="0"/>
                  </a:moveTo>
                  <a:cubicBezTo>
                    <a:pt x="1013" y="0"/>
                    <a:pt x="917" y="12"/>
                    <a:pt x="834" y="24"/>
                  </a:cubicBezTo>
                  <a:lnTo>
                    <a:pt x="620" y="72"/>
                  </a:lnTo>
                  <a:cubicBezTo>
                    <a:pt x="548" y="83"/>
                    <a:pt x="477" y="107"/>
                    <a:pt x="405" y="131"/>
                  </a:cubicBezTo>
                  <a:cubicBezTo>
                    <a:pt x="334" y="155"/>
                    <a:pt x="263" y="167"/>
                    <a:pt x="191" y="179"/>
                  </a:cubicBezTo>
                  <a:cubicBezTo>
                    <a:pt x="132" y="203"/>
                    <a:pt x="72" y="238"/>
                    <a:pt x="48" y="298"/>
                  </a:cubicBezTo>
                  <a:cubicBezTo>
                    <a:pt x="13" y="357"/>
                    <a:pt x="1" y="417"/>
                    <a:pt x="24" y="488"/>
                  </a:cubicBezTo>
                  <a:cubicBezTo>
                    <a:pt x="54" y="588"/>
                    <a:pt x="152" y="663"/>
                    <a:pt x="260" y="663"/>
                  </a:cubicBezTo>
                  <a:cubicBezTo>
                    <a:pt x="280" y="663"/>
                    <a:pt x="301" y="661"/>
                    <a:pt x="322" y="655"/>
                  </a:cubicBezTo>
                  <a:lnTo>
                    <a:pt x="394" y="643"/>
                  </a:lnTo>
                  <a:lnTo>
                    <a:pt x="560" y="643"/>
                  </a:lnTo>
                  <a:cubicBezTo>
                    <a:pt x="644" y="643"/>
                    <a:pt x="727" y="631"/>
                    <a:pt x="810" y="619"/>
                  </a:cubicBezTo>
                  <a:lnTo>
                    <a:pt x="989" y="595"/>
                  </a:lnTo>
                  <a:cubicBezTo>
                    <a:pt x="1048" y="584"/>
                    <a:pt x="1108" y="560"/>
                    <a:pt x="1179" y="536"/>
                  </a:cubicBezTo>
                  <a:cubicBezTo>
                    <a:pt x="1298" y="500"/>
                    <a:pt x="1382" y="381"/>
                    <a:pt x="1370" y="238"/>
                  </a:cubicBezTo>
                  <a:cubicBezTo>
                    <a:pt x="1358" y="107"/>
                    <a:pt x="1239" y="0"/>
                    <a:pt x="11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" name="Google Shape;1670;p39"/>
          <p:cNvSpPr txBox="1">
            <a:spLocks noGrp="1"/>
          </p:cNvSpPr>
          <p:nvPr>
            <p:ph type="subTitle" idx="1"/>
          </p:nvPr>
        </p:nvSpPr>
        <p:spPr>
          <a:xfrm>
            <a:off x="3733700" y="2747300"/>
            <a:ext cx="4620600" cy="6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can be the part of the presentation where you introduce yourself, write your email…</a:t>
            </a:r>
            <a:endParaRPr/>
          </a:p>
        </p:txBody>
      </p:sp>
      <p:sp>
        <p:nvSpPr>
          <p:cNvPr id="1671" name="Google Shape;1671;p39"/>
          <p:cNvSpPr/>
          <p:nvPr/>
        </p:nvSpPr>
        <p:spPr>
          <a:xfrm>
            <a:off x="3923959" y="1945129"/>
            <a:ext cx="4240092" cy="728401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 w="19050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accent2"/>
                </a:solidFill>
                <a:latin typeface="Viga"/>
              </a:rPr>
              <a:t>Hi science!</a:t>
            </a:r>
          </a:p>
        </p:txBody>
      </p:sp>
      <p:grpSp>
        <p:nvGrpSpPr>
          <p:cNvPr id="1672" name="Google Shape;1672;p39"/>
          <p:cNvGrpSpPr/>
          <p:nvPr/>
        </p:nvGrpSpPr>
        <p:grpSpPr>
          <a:xfrm>
            <a:off x="1250972" y="859063"/>
            <a:ext cx="2224636" cy="3421765"/>
            <a:chOff x="2936663" y="3609500"/>
            <a:chExt cx="1388575" cy="2135800"/>
          </a:xfrm>
        </p:grpSpPr>
        <p:sp>
          <p:nvSpPr>
            <p:cNvPr id="1673" name="Google Shape;1673;p39"/>
            <p:cNvSpPr/>
            <p:nvPr/>
          </p:nvSpPr>
          <p:spPr>
            <a:xfrm>
              <a:off x="3137563" y="5278800"/>
              <a:ext cx="1169525" cy="448675"/>
            </a:xfrm>
            <a:custGeom>
              <a:avLst/>
              <a:gdLst/>
              <a:ahLst/>
              <a:cxnLst/>
              <a:rect l="l" t="t" r="r" b="b"/>
              <a:pathLst>
                <a:path w="46781" h="17947" extrusionOk="0">
                  <a:moveTo>
                    <a:pt x="45340" y="0"/>
                  </a:moveTo>
                  <a:cubicBezTo>
                    <a:pt x="42018" y="1310"/>
                    <a:pt x="38541" y="2167"/>
                    <a:pt x="35101" y="3072"/>
                  </a:cubicBezTo>
                  <a:cubicBezTo>
                    <a:pt x="29028" y="4644"/>
                    <a:pt x="23016" y="6477"/>
                    <a:pt x="17122" y="8608"/>
                  </a:cubicBezTo>
                  <a:cubicBezTo>
                    <a:pt x="14169" y="9668"/>
                    <a:pt x="11240" y="10799"/>
                    <a:pt x="8347" y="12002"/>
                  </a:cubicBezTo>
                  <a:cubicBezTo>
                    <a:pt x="6895" y="12597"/>
                    <a:pt x="5454" y="13228"/>
                    <a:pt x="4025" y="13847"/>
                  </a:cubicBezTo>
                  <a:cubicBezTo>
                    <a:pt x="2692" y="14419"/>
                    <a:pt x="1370" y="15085"/>
                    <a:pt x="1" y="15562"/>
                  </a:cubicBezTo>
                  <a:cubicBezTo>
                    <a:pt x="96" y="16133"/>
                    <a:pt x="203" y="16716"/>
                    <a:pt x="310" y="17276"/>
                  </a:cubicBezTo>
                  <a:cubicBezTo>
                    <a:pt x="367" y="17547"/>
                    <a:pt x="338" y="17946"/>
                    <a:pt x="680" y="17946"/>
                  </a:cubicBezTo>
                  <a:cubicBezTo>
                    <a:pt x="698" y="17946"/>
                    <a:pt x="718" y="17945"/>
                    <a:pt x="739" y="17943"/>
                  </a:cubicBezTo>
                  <a:cubicBezTo>
                    <a:pt x="953" y="17919"/>
                    <a:pt x="1215" y="17752"/>
                    <a:pt x="1418" y="17669"/>
                  </a:cubicBezTo>
                  <a:lnTo>
                    <a:pt x="2846" y="17097"/>
                  </a:lnTo>
                  <a:cubicBezTo>
                    <a:pt x="3823" y="16705"/>
                    <a:pt x="4811" y="16324"/>
                    <a:pt x="5799" y="15931"/>
                  </a:cubicBezTo>
                  <a:cubicBezTo>
                    <a:pt x="7704" y="15192"/>
                    <a:pt x="9633" y="14454"/>
                    <a:pt x="11550" y="13740"/>
                  </a:cubicBezTo>
                  <a:cubicBezTo>
                    <a:pt x="15431" y="12287"/>
                    <a:pt x="19337" y="10894"/>
                    <a:pt x="23254" y="9561"/>
                  </a:cubicBezTo>
                  <a:cubicBezTo>
                    <a:pt x="27171" y="8215"/>
                    <a:pt x="31112" y="6941"/>
                    <a:pt x="35065" y="5727"/>
                  </a:cubicBezTo>
                  <a:cubicBezTo>
                    <a:pt x="38946" y="4524"/>
                    <a:pt x="42851" y="3334"/>
                    <a:pt x="46781" y="2298"/>
                  </a:cubicBezTo>
                  <a:cubicBezTo>
                    <a:pt x="46400" y="1476"/>
                    <a:pt x="45911" y="703"/>
                    <a:pt x="45340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39"/>
            <p:cNvSpPr/>
            <p:nvPr/>
          </p:nvSpPr>
          <p:spPr>
            <a:xfrm>
              <a:off x="3120313" y="5095600"/>
              <a:ext cx="1142125" cy="568375"/>
            </a:xfrm>
            <a:custGeom>
              <a:avLst/>
              <a:gdLst/>
              <a:ahLst/>
              <a:cxnLst/>
              <a:rect l="l" t="t" r="r" b="b"/>
              <a:pathLst>
                <a:path w="45685" h="22735" extrusionOk="0">
                  <a:moveTo>
                    <a:pt x="31021" y="2253"/>
                  </a:moveTo>
                  <a:cubicBezTo>
                    <a:pt x="33157" y="2253"/>
                    <a:pt x="34990" y="3965"/>
                    <a:pt x="34838" y="6221"/>
                  </a:cubicBezTo>
                  <a:cubicBezTo>
                    <a:pt x="34683" y="8495"/>
                    <a:pt x="32933" y="10543"/>
                    <a:pt x="30611" y="10769"/>
                  </a:cubicBezTo>
                  <a:cubicBezTo>
                    <a:pt x="30477" y="10783"/>
                    <a:pt x="30343" y="10789"/>
                    <a:pt x="30210" y="10789"/>
                  </a:cubicBezTo>
                  <a:cubicBezTo>
                    <a:pt x="28239" y="10789"/>
                    <a:pt x="26422" y="9334"/>
                    <a:pt x="26266" y="7304"/>
                  </a:cubicBezTo>
                  <a:cubicBezTo>
                    <a:pt x="25944" y="4959"/>
                    <a:pt x="28099" y="2661"/>
                    <a:pt x="30385" y="2304"/>
                  </a:cubicBezTo>
                  <a:cubicBezTo>
                    <a:pt x="30599" y="2270"/>
                    <a:pt x="30811" y="2253"/>
                    <a:pt x="31021" y="2253"/>
                  </a:cubicBezTo>
                  <a:close/>
                  <a:moveTo>
                    <a:pt x="28156" y="1"/>
                  </a:moveTo>
                  <a:cubicBezTo>
                    <a:pt x="23301" y="1"/>
                    <a:pt x="18483" y="1234"/>
                    <a:pt x="14074" y="3220"/>
                  </a:cubicBezTo>
                  <a:cubicBezTo>
                    <a:pt x="14478" y="3459"/>
                    <a:pt x="14871" y="3744"/>
                    <a:pt x="15240" y="4054"/>
                  </a:cubicBezTo>
                  <a:cubicBezTo>
                    <a:pt x="16133" y="4875"/>
                    <a:pt x="15193" y="5566"/>
                    <a:pt x="14562" y="6137"/>
                  </a:cubicBezTo>
                  <a:lnTo>
                    <a:pt x="11395" y="8947"/>
                  </a:lnTo>
                  <a:lnTo>
                    <a:pt x="8359" y="11638"/>
                  </a:lnTo>
                  <a:lnTo>
                    <a:pt x="6704" y="13115"/>
                  </a:lnTo>
                  <a:cubicBezTo>
                    <a:pt x="6357" y="13427"/>
                    <a:pt x="5999" y="13806"/>
                    <a:pt x="5499" y="13806"/>
                  </a:cubicBezTo>
                  <a:cubicBezTo>
                    <a:pt x="5484" y="13806"/>
                    <a:pt x="5469" y="13806"/>
                    <a:pt x="5453" y="13805"/>
                  </a:cubicBezTo>
                  <a:cubicBezTo>
                    <a:pt x="4941" y="13781"/>
                    <a:pt x="4465" y="13341"/>
                    <a:pt x="4048" y="13067"/>
                  </a:cubicBezTo>
                  <a:cubicBezTo>
                    <a:pt x="3513" y="12710"/>
                    <a:pt x="2977" y="12353"/>
                    <a:pt x="2441" y="11995"/>
                  </a:cubicBezTo>
                  <a:lnTo>
                    <a:pt x="2215" y="11852"/>
                  </a:lnTo>
                  <a:cubicBezTo>
                    <a:pt x="0" y="15091"/>
                    <a:pt x="72" y="19008"/>
                    <a:pt x="655" y="22735"/>
                  </a:cubicBezTo>
                  <a:cubicBezTo>
                    <a:pt x="2036" y="21889"/>
                    <a:pt x="3596" y="21246"/>
                    <a:pt x="5060" y="20592"/>
                  </a:cubicBezTo>
                  <a:cubicBezTo>
                    <a:pt x="6656" y="19877"/>
                    <a:pt x="8251" y="19187"/>
                    <a:pt x="9871" y="18520"/>
                  </a:cubicBezTo>
                  <a:cubicBezTo>
                    <a:pt x="15705" y="16115"/>
                    <a:pt x="21634" y="13996"/>
                    <a:pt x="27659" y="12162"/>
                  </a:cubicBezTo>
                  <a:cubicBezTo>
                    <a:pt x="30695" y="11245"/>
                    <a:pt x="33755" y="10412"/>
                    <a:pt x="36826" y="9614"/>
                  </a:cubicBezTo>
                  <a:cubicBezTo>
                    <a:pt x="39827" y="8828"/>
                    <a:pt x="42791" y="8007"/>
                    <a:pt x="45685" y="6923"/>
                  </a:cubicBezTo>
                  <a:cubicBezTo>
                    <a:pt x="44768" y="5899"/>
                    <a:pt x="43708" y="4983"/>
                    <a:pt x="42565" y="4221"/>
                  </a:cubicBezTo>
                  <a:cubicBezTo>
                    <a:pt x="38505" y="1470"/>
                    <a:pt x="33564" y="101"/>
                    <a:pt x="28694" y="6"/>
                  </a:cubicBezTo>
                  <a:cubicBezTo>
                    <a:pt x="28515" y="2"/>
                    <a:pt x="28335" y="1"/>
                    <a:pt x="28156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39"/>
            <p:cNvSpPr/>
            <p:nvPr/>
          </p:nvSpPr>
          <p:spPr>
            <a:xfrm>
              <a:off x="3782288" y="5165350"/>
              <a:ext cx="198575" cy="188875"/>
            </a:xfrm>
            <a:custGeom>
              <a:avLst/>
              <a:gdLst/>
              <a:ahLst/>
              <a:cxnLst/>
              <a:rect l="l" t="t" r="r" b="b"/>
              <a:pathLst>
                <a:path w="7943" h="7555" extrusionOk="0">
                  <a:moveTo>
                    <a:pt x="4351" y="1269"/>
                  </a:moveTo>
                  <a:cubicBezTo>
                    <a:pt x="5579" y="1269"/>
                    <a:pt x="6624" y="2262"/>
                    <a:pt x="6537" y="3550"/>
                  </a:cubicBezTo>
                  <a:cubicBezTo>
                    <a:pt x="6454" y="4871"/>
                    <a:pt x="5442" y="6050"/>
                    <a:pt x="4097" y="6181"/>
                  </a:cubicBezTo>
                  <a:cubicBezTo>
                    <a:pt x="4022" y="6188"/>
                    <a:pt x="3948" y="6192"/>
                    <a:pt x="3873" y="6192"/>
                  </a:cubicBezTo>
                  <a:cubicBezTo>
                    <a:pt x="2740" y="6192"/>
                    <a:pt x="1686" y="5354"/>
                    <a:pt x="1596" y="4181"/>
                  </a:cubicBezTo>
                  <a:cubicBezTo>
                    <a:pt x="1418" y="2824"/>
                    <a:pt x="2656" y="1502"/>
                    <a:pt x="3978" y="1300"/>
                  </a:cubicBezTo>
                  <a:cubicBezTo>
                    <a:pt x="4103" y="1279"/>
                    <a:pt x="4228" y="1269"/>
                    <a:pt x="4351" y="1269"/>
                  </a:cubicBezTo>
                  <a:close/>
                  <a:moveTo>
                    <a:pt x="4422" y="0"/>
                  </a:moveTo>
                  <a:cubicBezTo>
                    <a:pt x="4025" y="0"/>
                    <a:pt x="3624" y="63"/>
                    <a:pt x="3239" y="192"/>
                  </a:cubicBezTo>
                  <a:cubicBezTo>
                    <a:pt x="1989" y="633"/>
                    <a:pt x="953" y="1538"/>
                    <a:pt x="358" y="2728"/>
                  </a:cubicBezTo>
                  <a:cubicBezTo>
                    <a:pt x="72" y="3395"/>
                    <a:pt x="1" y="4121"/>
                    <a:pt x="156" y="4824"/>
                  </a:cubicBezTo>
                  <a:cubicBezTo>
                    <a:pt x="528" y="6528"/>
                    <a:pt x="2059" y="7555"/>
                    <a:pt x="3691" y="7555"/>
                  </a:cubicBezTo>
                  <a:cubicBezTo>
                    <a:pt x="4043" y="7555"/>
                    <a:pt x="4400" y="7507"/>
                    <a:pt x="4751" y="7407"/>
                  </a:cubicBezTo>
                  <a:cubicBezTo>
                    <a:pt x="6633" y="6872"/>
                    <a:pt x="7942" y="4895"/>
                    <a:pt x="7835" y="2955"/>
                  </a:cubicBezTo>
                  <a:cubicBezTo>
                    <a:pt x="7729" y="1115"/>
                    <a:pt x="6104" y="0"/>
                    <a:pt x="4422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39"/>
            <p:cNvSpPr/>
            <p:nvPr/>
          </p:nvSpPr>
          <p:spPr>
            <a:xfrm>
              <a:off x="3825463" y="5204875"/>
              <a:ext cx="114325" cy="108800"/>
            </a:xfrm>
            <a:custGeom>
              <a:avLst/>
              <a:gdLst/>
              <a:ahLst/>
              <a:cxnLst/>
              <a:rect l="l" t="t" r="r" b="b"/>
              <a:pathLst>
                <a:path w="4573" h="4352" extrusionOk="0">
                  <a:moveTo>
                    <a:pt x="2548" y="1"/>
                  </a:moveTo>
                  <a:cubicBezTo>
                    <a:pt x="2320" y="1"/>
                    <a:pt x="2090" y="37"/>
                    <a:pt x="1870" y="111"/>
                  </a:cubicBezTo>
                  <a:cubicBezTo>
                    <a:pt x="1143" y="362"/>
                    <a:pt x="548" y="885"/>
                    <a:pt x="203" y="1564"/>
                  </a:cubicBezTo>
                  <a:cubicBezTo>
                    <a:pt x="48" y="1945"/>
                    <a:pt x="0" y="2374"/>
                    <a:pt x="84" y="2778"/>
                  </a:cubicBezTo>
                  <a:cubicBezTo>
                    <a:pt x="309" y="3758"/>
                    <a:pt x="1187" y="4351"/>
                    <a:pt x="2129" y="4351"/>
                  </a:cubicBezTo>
                  <a:cubicBezTo>
                    <a:pt x="2331" y="4351"/>
                    <a:pt x="2536" y="4324"/>
                    <a:pt x="2739" y="4267"/>
                  </a:cubicBezTo>
                  <a:cubicBezTo>
                    <a:pt x="3822" y="3957"/>
                    <a:pt x="4572" y="2814"/>
                    <a:pt x="4513" y="1707"/>
                  </a:cubicBezTo>
                  <a:cubicBezTo>
                    <a:pt x="4455" y="647"/>
                    <a:pt x="3516" y="1"/>
                    <a:pt x="2548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39"/>
            <p:cNvSpPr/>
            <p:nvPr/>
          </p:nvSpPr>
          <p:spPr>
            <a:xfrm>
              <a:off x="3722463" y="4926950"/>
              <a:ext cx="226250" cy="166725"/>
            </a:xfrm>
            <a:custGeom>
              <a:avLst/>
              <a:gdLst/>
              <a:ahLst/>
              <a:cxnLst/>
              <a:rect l="l" t="t" r="r" b="b"/>
              <a:pathLst>
                <a:path w="9050" h="6669" extrusionOk="0">
                  <a:moveTo>
                    <a:pt x="2537" y="1"/>
                  </a:moveTo>
                  <a:cubicBezTo>
                    <a:pt x="2025" y="1037"/>
                    <a:pt x="1037" y="1882"/>
                    <a:pt x="1" y="2430"/>
                  </a:cubicBezTo>
                  <a:cubicBezTo>
                    <a:pt x="1346" y="3108"/>
                    <a:pt x="2239" y="4811"/>
                    <a:pt x="2203" y="6276"/>
                  </a:cubicBezTo>
                  <a:cubicBezTo>
                    <a:pt x="2778" y="6243"/>
                    <a:pt x="3352" y="6226"/>
                    <a:pt x="3926" y="6226"/>
                  </a:cubicBezTo>
                  <a:cubicBezTo>
                    <a:pt x="5647" y="6226"/>
                    <a:pt x="7362" y="6374"/>
                    <a:pt x="9049" y="6668"/>
                  </a:cubicBezTo>
                  <a:cubicBezTo>
                    <a:pt x="8752" y="4918"/>
                    <a:pt x="8049" y="3323"/>
                    <a:pt x="6728" y="2085"/>
                  </a:cubicBezTo>
                  <a:cubicBezTo>
                    <a:pt x="6085" y="1489"/>
                    <a:pt x="5347" y="989"/>
                    <a:pt x="4549" y="632"/>
                  </a:cubicBezTo>
                  <a:cubicBezTo>
                    <a:pt x="3894" y="334"/>
                    <a:pt x="3215" y="203"/>
                    <a:pt x="2537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39"/>
            <p:cNvSpPr/>
            <p:nvPr/>
          </p:nvSpPr>
          <p:spPr>
            <a:xfrm>
              <a:off x="3398013" y="4780800"/>
              <a:ext cx="463775" cy="223750"/>
            </a:xfrm>
            <a:custGeom>
              <a:avLst/>
              <a:gdLst/>
              <a:ahLst/>
              <a:cxnLst/>
              <a:rect l="l" t="t" r="r" b="b"/>
              <a:pathLst>
                <a:path w="18551" h="8950" extrusionOk="0">
                  <a:moveTo>
                    <a:pt x="17789" y="1"/>
                  </a:moveTo>
                  <a:cubicBezTo>
                    <a:pt x="12312" y="2346"/>
                    <a:pt x="6859" y="4787"/>
                    <a:pt x="1275" y="6871"/>
                  </a:cubicBezTo>
                  <a:cubicBezTo>
                    <a:pt x="1061" y="6978"/>
                    <a:pt x="834" y="7073"/>
                    <a:pt x="620" y="7169"/>
                  </a:cubicBezTo>
                  <a:cubicBezTo>
                    <a:pt x="477" y="7216"/>
                    <a:pt x="334" y="7288"/>
                    <a:pt x="203" y="7359"/>
                  </a:cubicBezTo>
                  <a:cubicBezTo>
                    <a:pt x="37" y="7383"/>
                    <a:pt x="1" y="7466"/>
                    <a:pt x="108" y="7585"/>
                  </a:cubicBezTo>
                  <a:cubicBezTo>
                    <a:pt x="132" y="7645"/>
                    <a:pt x="144" y="7692"/>
                    <a:pt x="168" y="7740"/>
                  </a:cubicBezTo>
                  <a:cubicBezTo>
                    <a:pt x="310" y="8050"/>
                    <a:pt x="477" y="8347"/>
                    <a:pt x="668" y="8633"/>
                  </a:cubicBezTo>
                  <a:cubicBezTo>
                    <a:pt x="821" y="8856"/>
                    <a:pt x="975" y="8950"/>
                    <a:pt x="1168" y="8950"/>
                  </a:cubicBezTo>
                  <a:cubicBezTo>
                    <a:pt x="1273" y="8950"/>
                    <a:pt x="1390" y="8922"/>
                    <a:pt x="1525" y="8871"/>
                  </a:cubicBezTo>
                  <a:cubicBezTo>
                    <a:pt x="2073" y="8669"/>
                    <a:pt x="2620" y="8466"/>
                    <a:pt x="3168" y="8252"/>
                  </a:cubicBezTo>
                  <a:cubicBezTo>
                    <a:pt x="4370" y="7788"/>
                    <a:pt x="5561" y="7299"/>
                    <a:pt x="6740" y="6811"/>
                  </a:cubicBezTo>
                  <a:cubicBezTo>
                    <a:pt x="9050" y="5835"/>
                    <a:pt x="11348" y="4835"/>
                    <a:pt x="13705" y="3966"/>
                  </a:cubicBezTo>
                  <a:cubicBezTo>
                    <a:pt x="14848" y="3537"/>
                    <a:pt x="16003" y="3144"/>
                    <a:pt x="17170" y="2787"/>
                  </a:cubicBezTo>
                  <a:cubicBezTo>
                    <a:pt x="17479" y="2692"/>
                    <a:pt x="17884" y="2644"/>
                    <a:pt x="18170" y="2489"/>
                  </a:cubicBezTo>
                  <a:cubicBezTo>
                    <a:pt x="18551" y="2299"/>
                    <a:pt x="18360" y="1918"/>
                    <a:pt x="18277" y="1584"/>
                  </a:cubicBezTo>
                  <a:cubicBezTo>
                    <a:pt x="18146" y="1049"/>
                    <a:pt x="17979" y="513"/>
                    <a:pt x="17789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39"/>
            <p:cNvSpPr/>
            <p:nvPr/>
          </p:nvSpPr>
          <p:spPr>
            <a:xfrm>
              <a:off x="3561438" y="4877250"/>
              <a:ext cx="225950" cy="119900"/>
            </a:xfrm>
            <a:custGeom>
              <a:avLst/>
              <a:gdLst/>
              <a:ahLst/>
              <a:cxnLst/>
              <a:rect l="l" t="t" r="r" b="b"/>
              <a:pathLst>
                <a:path w="9038" h="4796" extrusionOk="0">
                  <a:moveTo>
                    <a:pt x="8787" y="1"/>
                  </a:moveTo>
                  <a:lnTo>
                    <a:pt x="8787" y="1"/>
                  </a:lnTo>
                  <a:cubicBezTo>
                    <a:pt x="8180" y="203"/>
                    <a:pt x="7573" y="417"/>
                    <a:pt x="6977" y="644"/>
                  </a:cubicBezTo>
                  <a:cubicBezTo>
                    <a:pt x="4620" y="1536"/>
                    <a:pt x="2310" y="2525"/>
                    <a:pt x="0" y="3501"/>
                  </a:cubicBezTo>
                  <a:cubicBezTo>
                    <a:pt x="971" y="4351"/>
                    <a:pt x="2194" y="4796"/>
                    <a:pt x="3439" y="4796"/>
                  </a:cubicBezTo>
                  <a:cubicBezTo>
                    <a:pt x="4043" y="4796"/>
                    <a:pt x="4652" y="4691"/>
                    <a:pt x="5239" y="4477"/>
                  </a:cubicBezTo>
                  <a:cubicBezTo>
                    <a:pt x="7156" y="3811"/>
                    <a:pt x="9037" y="2179"/>
                    <a:pt x="8787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39"/>
            <p:cNvSpPr/>
            <p:nvPr/>
          </p:nvSpPr>
          <p:spPr>
            <a:xfrm>
              <a:off x="3465588" y="4792725"/>
              <a:ext cx="280725" cy="130700"/>
            </a:xfrm>
            <a:custGeom>
              <a:avLst/>
              <a:gdLst/>
              <a:ahLst/>
              <a:cxnLst/>
              <a:rect l="l" t="t" r="r" b="b"/>
              <a:pathLst>
                <a:path w="11229" h="5228" extrusionOk="0">
                  <a:moveTo>
                    <a:pt x="11002" y="0"/>
                  </a:moveTo>
                  <a:cubicBezTo>
                    <a:pt x="9037" y="786"/>
                    <a:pt x="7085" y="1584"/>
                    <a:pt x="5132" y="2381"/>
                  </a:cubicBezTo>
                  <a:cubicBezTo>
                    <a:pt x="4132" y="2786"/>
                    <a:pt x="3120" y="3191"/>
                    <a:pt x="2120" y="3620"/>
                  </a:cubicBezTo>
                  <a:cubicBezTo>
                    <a:pt x="1608" y="3834"/>
                    <a:pt x="1096" y="4048"/>
                    <a:pt x="584" y="4275"/>
                  </a:cubicBezTo>
                  <a:cubicBezTo>
                    <a:pt x="358" y="4370"/>
                    <a:pt x="1" y="4453"/>
                    <a:pt x="1" y="4703"/>
                  </a:cubicBezTo>
                  <a:cubicBezTo>
                    <a:pt x="24" y="4894"/>
                    <a:pt x="84" y="5060"/>
                    <a:pt x="167" y="5227"/>
                  </a:cubicBezTo>
                  <a:cubicBezTo>
                    <a:pt x="1394" y="4691"/>
                    <a:pt x="2632" y="4167"/>
                    <a:pt x="3870" y="3644"/>
                  </a:cubicBezTo>
                  <a:cubicBezTo>
                    <a:pt x="5227" y="3084"/>
                    <a:pt x="6585" y="2536"/>
                    <a:pt x="7954" y="2024"/>
                  </a:cubicBezTo>
                  <a:lnTo>
                    <a:pt x="11228" y="619"/>
                  </a:lnTo>
                  <a:cubicBezTo>
                    <a:pt x="11181" y="405"/>
                    <a:pt x="11097" y="191"/>
                    <a:pt x="11002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39"/>
            <p:cNvSpPr/>
            <p:nvPr/>
          </p:nvSpPr>
          <p:spPr>
            <a:xfrm>
              <a:off x="3546563" y="4671575"/>
              <a:ext cx="118225" cy="82475"/>
            </a:xfrm>
            <a:custGeom>
              <a:avLst/>
              <a:gdLst/>
              <a:ahLst/>
              <a:cxnLst/>
              <a:rect l="l" t="t" r="r" b="b"/>
              <a:pathLst>
                <a:path w="4729" h="3299" extrusionOk="0">
                  <a:moveTo>
                    <a:pt x="3941" y="0"/>
                  </a:moveTo>
                  <a:cubicBezTo>
                    <a:pt x="3370" y="310"/>
                    <a:pt x="2762" y="560"/>
                    <a:pt x="2179" y="834"/>
                  </a:cubicBezTo>
                  <a:cubicBezTo>
                    <a:pt x="1465" y="1179"/>
                    <a:pt x="750" y="1501"/>
                    <a:pt x="0" y="1774"/>
                  </a:cubicBezTo>
                  <a:lnTo>
                    <a:pt x="36" y="1870"/>
                  </a:lnTo>
                  <a:lnTo>
                    <a:pt x="322" y="2655"/>
                  </a:lnTo>
                  <a:cubicBezTo>
                    <a:pt x="381" y="2870"/>
                    <a:pt x="464" y="3084"/>
                    <a:pt x="560" y="3298"/>
                  </a:cubicBezTo>
                  <a:cubicBezTo>
                    <a:pt x="1298" y="2870"/>
                    <a:pt x="2012" y="2441"/>
                    <a:pt x="2762" y="2036"/>
                  </a:cubicBezTo>
                  <a:cubicBezTo>
                    <a:pt x="3143" y="1834"/>
                    <a:pt x="3536" y="1632"/>
                    <a:pt x="3917" y="1441"/>
                  </a:cubicBezTo>
                  <a:cubicBezTo>
                    <a:pt x="4096" y="1358"/>
                    <a:pt x="4405" y="1274"/>
                    <a:pt x="4560" y="1131"/>
                  </a:cubicBezTo>
                  <a:cubicBezTo>
                    <a:pt x="4596" y="1139"/>
                    <a:pt x="4625" y="1143"/>
                    <a:pt x="4647" y="1143"/>
                  </a:cubicBezTo>
                  <a:cubicBezTo>
                    <a:pt x="4729" y="1143"/>
                    <a:pt x="4717" y="1092"/>
                    <a:pt x="4596" y="989"/>
                  </a:cubicBezTo>
                  <a:cubicBezTo>
                    <a:pt x="4536" y="881"/>
                    <a:pt x="4465" y="786"/>
                    <a:pt x="4405" y="691"/>
                  </a:cubicBezTo>
                  <a:cubicBezTo>
                    <a:pt x="4251" y="465"/>
                    <a:pt x="4096" y="227"/>
                    <a:pt x="3941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39"/>
            <p:cNvSpPr/>
            <p:nvPr/>
          </p:nvSpPr>
          <p:spPr>
            <a:xfrm>
              <a:off x="3537913" y="4648050"/>
              <a:ext cx="103325" cy="62825"/>
            </a:xfrm>
            <a:custGeom>
              <a:avLst/>
              <a:gdLst/>
              <a:ahLst/>
              <a:cxnLst/>
              <a:rect l="l" t="t" r="r" b="b"/>
              <a:pathLst>
                <a:path w="4133" h="2513" extrusionOk="0">
                  <a:moveTo>
                    <a:pt x="3656" y="1"/>
                  </a:moveTo>
                  <a:cubicBezTo>
                    <a:pt x="2430" y="548"/>
                    <a:pt x="1263" y="1299"/>
                    <a:pt x="1" y="1763"/>
                  </a:cubicBezTo>
                  <a:cubicBezTo>
                    <a:pt x="84" y="2013"/>
                    <a:pt x="179" y="2263"/>
                    <a:pt x="275" y="2513"/>
                  </a:cubicBezTo>
                  <a:cubicBezTo>
                    <a:pt x="918" y="2156"/>
                    <a:pt x="1584" y="1846"/>
                    <a:pt x="2251" y="1537"/>
                  </a:cubicBezTo>
                  <a:cubicBezTo>
                    <a:pt x="2870" y="1251"/>
                    <a:pt x="3489" y="941"/>
                    <a:pt x="4132" y="691"/>
                  </a:cubicBezTo>
                  <a:lnTo>
                    <a:pt x="365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39"/>
            <p:cNvSpPr/>
            <p:nvPr/>
          </p:nvSpPr>
          <p:spPr>
            <a:xfrm>
              <a:off x="3325088" y="4495650"/>
              <a:ext cx="278350" cy="142275"/>
            </a:xfrm>
            <a:custGeom>
              <a:avLst/>
              <a:gdLst/>
              <a:ahLst/>
              <a:cxnLst/>
              <a:rect l="l" t="t" r="r" b="b"/>
              <a:pathLst>
                <a:path w="11134" h="5691" extrusionOk="0">
                  <a:moveTo>
                    <a:pt x="10907" y="1"/>
                  </a:moveTo>
                  <a:cubicBezTo>
                    <a:pt x="9097" y="572"/>
                    <a:pt x="7299" y="1144"/>
                    <a:pt x="5513" y="1775"/>
                  </a:cubicBezTo>
                  <a:cubicBezTo>
                    <a:pt x="4573" y="2108"/>
                    <a:pt x="3644" y="2442"/>
                    <a:pt x="2715" y="2787"/>
                  </a:cubicBezTo>
                  <a:cubicBezTo>
                    <a:pt x="1811" y="3120"/>
                    <a:pt x="918" y="3513"/>
                    <a:pt x="1" y="3799"/>
                  </a:cubicBezTo>
                  <a:cubicBezTo>
                    <a:pt x="96" y="4132"/>
                    <a:pt x="179" y="4478"/>
                    <a:pt x="275" y="4811"/>
                  </a:cubicBezTo>
                  <a:cubicBezTo>
                    <a:pt x="382" y="5204"/>
                    <a:pt x="489" y="5609"/>
                    <a:pt x="953" y="5680"/>
                  </a:cubicBezTo>
                  <a:cubicBezTo>
                    <a:pt x="1002" y="5687"/>
                    <a:pt x="1051" y="5690"/>
                    <a:pt x="1100" y="5690"/>
                  </a:cubicBezTo>
                  <a:cubicBezTo>
                    <a:pt x="1389" y="5690"/>
                    <a:pt x="1689" y="5581"/>
                    <a:pt x="1953" y="5490"/>
                  </a:cubicBezTo>
                  <a:cubicBezTo>
                    <a:pt x="3632" y="4918"/>
                    <a:pt x="5287" y="4299"/>
                    <a:pt x="6954" y="3680"/>
                  </a:cubicBezTo>
                  <a:cubicBezTo>
                    <a:pt x="7788" y="3382"/>
                    <a:pt x="8609" y="3073"/>
                    <a:pt x="9442" y="2775"/>
                  </a:cubicBezTo>
                  <a:cubicBezTo>
                    <a:pt x="9883" y="2620"/>
                    <a:pt x="10312" y="2465"/>
                    <a:pt x="10740" y="2311"/>
                  </a:cubicBezTo>
                  <a:cubicBezTo>
                    <a:pt x="10966" y="2227"/>
                    <a:pt x="11109" y="2156"/>
                    <a:pt x="11133" y="1894"/>
                  </a:cubicBezTo>
                  <a:cubicBezTo>
                    <a:pt x="11133" y="1691"/>
                    <a:pt x="11109" y="1489"/>
                    <a:pt x="11062" y="1299"/>
                  </a:cubicBezTo>
                  <a:cubicBezTo>
                    <a:pt x="11002" y="858"/>
                    <a:pt x="10955" y="429"/>
                    <a:pt x="109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39"/>
            <p:cNvSpPr/>
            <p:nvPr/>
          </p:nvSpPr>
          <p:spPr>
            <a:xfrm>
              <a:off x="3311113" y="4452800"/>
              <a:ext cx="286075" cy="132175"/>
            </a:xfrm>
            <a:custGeom>
              <a:avLst/>
              <a:gdLst/>
              <a:ahLst/>
              <a:cxnLst/>
              <a:rect l="l" t="t" r="r" b="b"/>
              <a:pathLst>
                <a:path w="11443" h="5287" extrusionOk="0">
                  <a:moveTo>
                    <a:pt x="11299" y="0"/>
                  </a:moveTo>
                  <a:cubicBezTo>
                    <a:pt x="10394" y="369"/>
                    <a:pt x="9406" y="572"/>
                    <a:pt x="8454" y="846"/>
                  </a:cubicBezTo>
                  <a:cubicBezTo>
                    <a:pt x="7489" y="1119"/>
                    <a:pt x="6537" y="1393"/>
                    <a:pt x="5584" y="1679"/>
                  </a:cubicBezTo>
                  <a:cubicBezTo>
                    <a:pt x="3715" y="2239"/>
                    <a:pt x="1858" y="2834"/>
                    <a:pt x="0" y="3465"/>
                  </a:cubicBezTo>
                  <a:cubicBezTo>
                    <a:pt x="48" y="3620"/>
                    <a:pt x="95" y="3775"/>
                    <a:pt x="131" y="3929"/>
                  </a:cubicBezTo>
                  <a:lnTo>
                    <a:pt x="500" y="5287"/>
                  </a:lnTo>
                  <a:cubicBezTo>
                    <a:pt x="1381" y="4846"/>
                    <a:pt x="2334" y="4513"/>
                    <a:pt x="3251" y="4167"/>
                  </a:cubicBezTo>
                  <a:cubicBezTo>
                    <a:pt x="4156" y="3822"/>
                    <a:pt x="5048" y="3489"/>
                    <a:pt x="5965" y="3191"/>
                  </a:cubicBezTo>
                  <a:cubicBezTo>
                    <a:pt x="7775" y="2560"/>
                    <a:pt x="9597" y="1965"/>
                    <a:pt x="11442" y="1441"/>
                  </a:cubicBezTo>
                  <a:cubicBezTo>
                    <a:pt x="11383" y="965"/>
                    <a:pt x="11347" y="488"/>
                    <a:pt x="11299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39"/>
            <p:cNvSpPr/>
            <p:nvPr/>
          </p:nvSpPr>
          <p:spPr>
            <a:xfrm>
              <a:off x="3125363" y="3877775"/>
              <a:ext cx="467950" cy="654225"/>
            </a:xfrm>
            <a:custGeom>
              <a:avLst/>
              <a:gdLst/>
              <a:ahLst/>
              <a:cxnLst/>
              <a:rect l="l" t="t" r="r" b="b"/>
              <a:pathLst>
                <a:path w="18718" h="26169" extrusionOk="0">
                  <a:moveTo>
                    <a:pt x="5511" y="2874"/>
                  </a:moveTo>
                  <a:cubicBezTo>
                    <a:pt x="5842" y="2874"/>
                    <a:pt x="6173" y="2926"/>
                    <a:pt x="6490" y="3023"/>
                  </a:cubicBezTo>
                  <a:cubicBezTo>
                    <a:pt x="8180" y="3594"/>
                    <a:pt x="8859" y="5761"/>
                    <a:pt x="8335" y="7345"/>
                  </a:cubicBezTo>
                  <a:cubicBezTo>
                    <a:pt x="7876" y="8732"/>
                    <a:pt x="6558" y="9647"/>
                    <a:pt x="5152" y="9647"/>
                  </a:cubicBezTo>
                  <a:cubicBezTo>
                    <a:pt x="4846" y="9647"/>
                    <a:pt x="4535" y="9603"/>
                    <a:pt x="4227" y="9512"/>
                  </a:cubicBezTo>
                  <a:cubicBezTo>
                    <a:pt x="2632" y="9011"/>
                    <a:pt x="1680" y="7392"/>
                    <a:pt x="2013" y="5761"/>
                  </a:cubicBezTo>
                  <a:cubicBezTo>
                    <a:pt x="2275" y="4487"/>
                    <a:pt x="3358" y="3177"/>
                    <a:pt x="4680" y="2987"/>
                  </a:cubicBezTo>
                  <a:cubicBezTo>
                    <a:pt x="4952" y="2911"/>
                    <a:pt x="5232" y="2874"/>
                    <a:pt x="5511" y="2874"/>
                  </a:cubicBezTo>
                  <a:close/>
                  <a:moveTo>
                    <a:pt x="12484" y="0"/>
                  </a:moveTo>
                  <a:cubicBezTo>
                    <a:pt x="12211" y="0"/>
                    <a:pt x="11931" y="39"/>
                    <a:pt x="11669" y="82"/>
                  </a:cubicBezTo>
                  <a:cubicBezTo>
                    <a:pt x="10835" y="225"/>
                    <a:pt x="10014" y="403"/>
                    <a:pt x="9192" y="594"/>
                  </a:cubicBezTo>
                  <a:cubicBezTo>
                    <a:pt x="7633" y="951"/>
                    <a:pt x="6085" y="1403"/>
                    <a:pt x="4561" y="1927"/>
                  </a:cubicBezTo>
                  <a:cubicBezTo>
                    <a:pt x="3799" y="2189"/>
                    <a:pt x="3061" y="2475"/>
                    <a:pt x="2311" y="2785"/>
                  </a:cubicBezTo>
                  <a:cubicBezTo>
                    <a:pt x="1691" y="3046"/>
                    <a:pt x="894" y="3285"/>
                    <a:pt x="477" y="3844"/>
                  </a:cubicBezTo>
                  <a:cubicBezTo>
                    <a:pt x="1" y="4487"/>
                    <a:pt x="453" y="5511"/>
                    <a:pt x="632" y="6190"/>
                  </a:cubicBezTo>
                  <a:cubicBezTo>
                    <a:pt x="834" y="6976"/>
                    <a:pt x="1060" y="7738"/>
                    <a:pt x="1287" y="8511"/>
                  </a:cubicBezTo>
                  <a:cubicBezTo>
                    <a:pt x="1715" y="9976"/>
                    <a:pt x="2287" y="11405"/>
                    <a:pt x="2632" y="12893"/>
                  </a:cubicBezTo>
                  <a:cubicBezTo>
                    <a:pt x="2823" y="12619"/>
                    <a:pt x="3037" y="12345"/>
                    <a:pt x="3251" y="12083"/>
                  </a:cubicBezTo>
                  <a:cubicBezTo>
                    <a:pt x="3906" y="11333"/>
                    <a:pt x="4728" y="10666"/>
                    <a:pt x="5728" y="10452"/>
                  </a:cubicBezTo>
                  <a:cubicBezTo>
                    <a:pt x="5927" y="10417"/>
                    <a:pt x="6127" y="10400"/>
                    <a:pt x="6326" y="10400"/>
                  </a:cubicBezTo>
                  <a:cubicBezTo>
                    <a:pt x="7009" y="10400"/>
                    <a:pt x="7680" y="10604"/>
                    <a:pt x="8252" y="11000"/>
                  </a:cubicBezTo>
                  <a:cubicBezTo>
                    <a:pt x="9026" y="11512"/>
                    <a:pt x="9573" y="12274"/>
                    <a:pt x="9823" y="13167"/>
                  </a:cubicBezTo>
                  <a:cubicBezTo>
                    <a:pt x="10073" y="14155"/>
                    <a:pt x="9788" y="15143"/>
                    <a:pt x="9300" y="16012"/>
                  </a:cubicBezTo>
                  <a:cubicBezTo>
                    <a:pt x="8716" y="17024"/>
                    <a:pt x="7978" y="17953"/>
                    <a:pt x="7383" y="18965"/>
                  </a:cubicBezTo>
                  <a:cubicBezTo>
                    <a:pt x="6883" y="19799"/>
                    <a:pt x="6418" y="20656"/>
                    <a:pt x="6013" y="21549"/>
                  </a:cubicBezTo>
                  <a:cubicBezTo>
                    <a:pt x="6371" y="22335"/>
                    <a:pt x="6537" y="23263"/>
                    <a:pt x="6763" y="24085"/>
                  </a:cubicBezTo>
                  <a:cubicBezTo>
                    <a:pt x="6966" y="24775"/>
                    <a:pt x="7156" y="25478"/>
                    <a:pt x="7347" y="26168"/>
                  </a:cubicBezTo>
                  <a:cubicBezTo>
                    <a:pt x="9216" y="25537"/>
                    <a:pt x="11109" y="24930"/>
                    <a:pt x="13002" y="24371"/>
                  </a:cubicBezTo>
                  <a:cubicBezTo>
                    <a:pt x="14014" y="24061"/>
                    <a:pt x="15015" y="23763"/>
                    <a:pt x="16038" y="23501"/>
                  </a:cubicBezTo>
                  <a:cubicBezTo>
                    <a:pt x="16908" y="23275"/>
                    <a:pt x="17824" y="22966"/>
                    <a:pt x="18717" y="22858"/>
                  </a:cubicBezTo>
                  <a:lnTo>
                    <a:pt x="18717" y="22847"/>
                  </a:lnTo>
                  <a:cubicBezTo>
                    <a:pt x="18539" y="21811"/>
                    <a:pt x="18360" y="20775"/>
                    <a:pt x="18182" y="19739"/>
                  </a:cubicBezTo>
                  <a:cubicBezTo>
                    <a:pt x="17511" y="19904"/>
                    <a:pt x="16816" y="19990"/>
                    <a:pt x="16123" y="19990"/>
                  </a:cubicBezTo>
                  <a:cubicBezTo>
                    <a:pt x="15968" y="19990"/>
                    <a:pt x="15812" y="19986"/>
                    <a:pt x="15657" y="19977"/>
                  </a:cubicBezTo>
                  <a:cubicBezTo>
                    <a:pt x="15038" y="19930"/>
                    <a:pt x="14395" y="19799"/>
                    <a:pt x="13919" y="19334"/>
                  </a:cubicBezTo>
                  <a:cubicBezTo>
                    <a:pt x="13443" y="18870"/>
                    <a:pt x="13312" y="18179"/>
                    <a:pt x="13157" y="17560"/>
                  </a:cubicBezTo>
                  <a:cubicBezTo>
                    <a:pt x="12943" y="16703"/>
                    <a:pt x="12740" y="15846"/>
                    <a:pt x="12550" y="14988"/>
                  </a:cubicBezTo>
                  <a:cubicBezTo>
                    <a:pt x="12145" y="13310"/>
                    <a:pt x="11859" y="11619"/>
                    <a:pt x="11681" y="9916"/>
                  </a:cubicBezTo>
                  <a:cubicBezTo>
                    <a:pt x="11538" y="8464"/>
                    <a:pt x="11478" y="6880"/>
                    <a:pt x="12169" y="5559"/>
                  </a:cubicBezTo>
                  <a:cubicBezTo>
                    <a:pt x="12657" y="4618"/>
                    <a:pt x="13610" y="3666"/>
                    <a:pt x="14729" y="3594"/>
                  </a:cubicBezTo>
                  <a:cubicBezTo>
                    <a:pt x="14645" y="3261"/>
                    <a:pt x="14550" y="2916"/>
                    <a:pt x="14467" y="2570"/>
                  </a:cubicBezTo>
                  <a:cubicBezTo>
                    <a:pt x="14288" y="1903"/>
                    <a:pt x="14169" y="1118"/>
                    <a:pt x="13752" y="546"/>
                  </a:cubicBezTo>
                  <a:cubicBezTo>
                    <a:pt x="13433" y="120"/>
                    <a:pt x="12968" y="0"/>
                    <a:pt x="12484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39"/>
            <p:cNvSpPr/>
            <p:nvPr/>
          </p:nvSpPr>
          <p:spPr>
            <a:xfrm>
              <a:off x="3502488" y="4574250"/>
              <a:ext cx="122975" cy="113425"/>
            </a:xfrm>
            <a:custGeom>
              <a:avLst/>
              <a:gdLst/>
              <a:ahLst/>
              <a:cxnLst/>
              <a:rect l="l" t="t" r="r" b="b"/>
              <a:pathLst>
                <a:path w="4919" h="4537" extrusionOk="0">
                  <a:moveTo>
                    <a:pt x="2989" y="0"/>
                  </a:moveTo>
                  <a:cubicBezTo>
                    <a:pt x="2787" y="71"/>
                    <a:pt x="2573" y="143"/>
                    <a:pt x="2370" y="226"/>
                  </a:cubicBezTo>
                  <a:cubicBezTo>
                    <a:pt x="1573" y="512"/>
                    <a:pt x="787" y="798"/>
                    <a:pt x="1" y="1072"/>
                  </a:cubicBezTo>
                  <a:cubicBezTo>
                    <a:pt x="501" y="2024"/>
                    <a:pt x="822" y="3108"/>
                    <a:pt x="1192" y="4108"/>
                  </a:cubicBezTo>
                  <a:cubicBezTo>
                    <a:pt x="1239" y="4239"/>
                    <a:pt x="1299" y="4382"/>
                    <a:pt x="1346" y="4536"/>
                  </a:cubicBezTo>
                  <a:cubicBezTo>
                    <a:pt x="2418" y="3751"/>
                    <a:pt x="3716" y="3262"/>
                    <a:pt x="4918" y="2715"/>
                  </a:cubicBezTo>
                  <a:cubicBezTo>
                    <a:pt x="4299" y="1798"/>
                    <a:pt x="3656" y="893"/>
                    <a:pt x="2989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39"/>
            <p:cNvSpPr/>
            <p:nvPr/>
          </p:nvSpPr>
          <p:spPr>
            <a:xfrm>
              <a:off x="3400713" y="3975350"/>
              <a:ext cx="176825" cy="391550"/>
            </a:xfrm>
            <a:custGeom>
              <a:avLst/>
              <a:gdLst/>
              <a:ahLst/>
              <a:cxnLst/>
              <a:rect l="l" t="t" r="r" b="b"/>
              <a:pathLst>
                <a:path w="7073" h="15662" extrusionOk="0">
                  <a:moveTo>
                    <a:pt x="3786" y="1"/>
                  </a:moveTo>
                  <a:cubicBezTo>
                    <a:pt x="0" y="941"/>
                    <a:pt x="833" y="5775"/>
                    <a:pt x="1369" y="8680"/>
                  </a:cubicBezTo>
                  <a:cubicBezTo>
                    <a:pt x="1691" y="10550"/>
                    <a:pt x="2119" y="12407"/>
                    <a:pt x="2655" y="14229"/>
                  </a:cubicBezTo>
                  <a:cubicBezTo>
                    <a:pt x="2917" y="15098"/>
                    <a:pt x="3453" y="15574"/>
                    <a:pt x="4382" y="15646"/>
                  </a:cubicBezTo>
                  <a:cubicBezTo>
                    <a:pt x="4520" y="15656"/>
                    <a:pt x="4660" y="15662"/>
                    <a:pt x="4799" y="15662"/>
                  </a:cubicBezTo>
                  <a:cubicBezTo>
                    <a:pt x="5567" y="15662"/>
                    <a:pt x="6337" y="15507"/>
                    <a:pt x="7072" y="15336"/>
                  </a:cubicBezTo>
                  <a:cubicBezTo>
                    <a:pt x="6810" y="13836"/>
                    <a:pt x="6537" y="12336"/>
                    <a:pt x="6239" y="10835"/>
                  </a:cubicBezTo>
                  <a:cubicBezTo>
                    <a:pt x="5584" y="7561"/>
                    <a:pt x="4858" y="4299"/>
                    <a:pt x="4048" y="1060"/>
                  </a:cubicBezTo>
                  <a:lnTo>
                    <a:pt x="3786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39"/>
            <p:cNvSpPr/>
            <p:nvPr/>
          </p:nvSpPr>
          <p:spPr>
            <a:xfrm>
              <a:off x="3404563" y="4743900"/>
              <a:ext cx="104200" cy="62825"/>
            </a:xfrm>
            <a:custGeom>
              <a:avLst/>
              <a:gdLst/>
              <a:ahLst/>
              <a:cxnLst/>
              <a:rect l="l" t="t" r="r" b="b"/>
              <a:pathLst>
                <a:path w="4168" h="2513" extrusionOk="0">
                  <a:moveTo>
                    <a:pt x="3775" y="1"/>
                  </a:moveTo>
                  <a:cubicBezTo>
                    <a:pt x="3180" y="239"/>
                    <a:pt x="2573" y="453"/>
                    <a:pt x="1953" y="620"/>
                  </a:cubicBezTo>
                  <a:cubicBezTo>
                    <a:pt x="1334" y="810"/>
                    <a:pt x="668" y="1108"/>
                    <a:pt x="1" y="1191"/>
                  </a:cubicBezTo>
                  <a:cubicBezTo>
                    <a:pt x="60" y="1632"/>
                    <a:pt x="96" y="2060"/>
                    <a:pt x="132" y="2513"/>
                  </a:cubicBezTo>
                  <a:cubicBezTo>
                    <a:pt x="906" y="2227"/>
                    <a:pt x="1703" y="1989"/>
                    <a:pt x="2513" y="1787"/>
                  </a:cubicBezTo>
                  <a:cubicBezTo>
                    <a:pt x="2954" y="1679"/>
                    <a:pt x="3394" y="1560"/>
                    <a:pt x="3835" y="1441"/>
                  </a:cubicBezTo>
                  <a:cubicBezTo>
                    <a:pt x="3882" y="1429"/>
                    <a:pt x="4144" y="1382"/>
                    <a:pt x="4168" y="1334"/>
                  </a:cubicBezTo>
                  <a:cubicBezTo>
                    <a:pt x="4168" y="1334"/>
                    <a:pt x="4049" y="1072"/>
                    <a:pt x="4049" y="1036"/>
                  </a:cubicBezTo>
                  <a:cubicBezTo>
                    <a:pt x="3977" y="810"/>
                    <a:pt x="3918" y="572"/>
                    <a:pt x="3858" y="346"/>
                  </a:cubicBezTo>
                  <a:cubicBezTo>
                    <a:pt x="3835" y="227"/>
                    <a:pt x="3811" y="120"/>
                    <a:pt x="3775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39"/>
            <p:cNvSpPr/>
            <p:nvPr/>
          </p:nvSpPr>
          <p:spPr>
            <a:xfrm>
              <a:off x="3401288" y="4719800"/>
              <a:ext cx="96175" cy="46750"/>
            </a:xfrm>
            <a:custGeom>
              <a:avLst/>
              <a:gdLst/>
              <a:ahLst/>
              <a:cxnLst/>
              <a:rect l="l" t="t" r="r" b="b"/>
              <a:pathLst>
                <a:path w="3847" h="1870" extrusionOk="0">
                  <a:moveTo>
                    <a:pt x="3680" y="0"/>
                  </a:moveTo>
                  <a:cubicBezTo>
                    <a:pt x="3442" y="84"/>
                    <a:pt x="3192" y="155"/>
                    <a:pt x="2942" y="203"/>
                  </a:cubicBezTo>
                  <a:cubicBezTo>
                    <a:pt x="2596" y="298"/>
                    <a:pt x="2239" y="393"/>
                    <a:pt x="1882" y="488"/>
                  </a:cubicBezTo>
                  <a:cubicBezTo>
                    <a:pt x="1251" y="643"/>
                    <a:pt x="632" y="786"/>
                    <a:pt x="1" y="917"/>
                  </a:cubicBezTo>
                  <a:cubicBezTo>
                    <a:pt x="37" y="1238"/>
                    <a:pt x="72" y="1548"/>
                    <a:pt x="108" y="1869"/>
                  </a:cubicBezTo>
                  <a:cubicBezTo>
                    <a:pt x="679" y="1584"/>
                    <a:pt x="1370" y="1453"/>
                    <a:pt x="1965" y="1262"/>
                  </a:cubicBezTo>
                  <a:cubicBezTo>
                    <a:pt x="2584" y="1048"/>
                    <a:pt x="3204" y="857"/>
                    <a:pt x="3847" y="715"/>
                  </a:cubicBezTo>
                  <a:lnTo>
                    <a:pt x="368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39"/>
            <p:cNvSpPr/>
            <p:nvPr/>
          </p:nvSpPr>
          <p:spPr>
            <a:xfrm>
              <a:off x="2947963" y="4152050"/>
              <a:ext cx="551575" cy="1273225"/>
            </a:xfrm>
            <a:custGeom>
              <a:avLst/>
              <a:gdLst/>
              <a:ahLst/>
              <a:cxnLst/>
              <a:rect l="l" t="t" r="r" b="b"/>
              <a:pathLst>
                <a:path w="22063" h="50929" extrusionOk="0">
                  <a:moveTo>
                    <a:pt x="13169" y="1144"/>
                  </a:moveTo>
                  <a:cubicBezTo>
                    <a:pt x="13289" y="1144"/>
                    <a:pt x="13412" y="1153"/>
                    <a:pt x="13538" y="1172"/>
                  </a:cubicBezTo>
                  <a:cubicBezTo>
                    <a:pt x="15038" y="1386"/>
                    <a:pt x="15562" y="2815"/>
                    <a:pt x="15241" y="4160"/>
                  </a:cubicBezTo>
                  <a:cubicBezTo>
                    <a:pt x="14943" y="5434"/>
                    <a:pt x="14026" y="6673"/>
                    <a:pt x="12657" y="6875"/>
                  </a:cubicBezTo>
                  <a:cubicBezTo>
                    <a:pt x="12533" y="6896"/>
                    <a:pt x="12410" y="6906"/>
                    <a:pt x="12289" y="6906"/>
                  </a:cubicBezTo>
                  <a:cubicBezTo>
                    <a:pt x="11120" y="6906"/>
                    <a:pt x="10133" y="5952"/>
                    <a:pt x="10133" y="4744"/>
                  </a:cubicBezTo>
                  <a:cubicBezTo>
                    <a:pt x="10133" y="3982"/>
                    <a:pt x="10383" y="3255"/>
                    <a:pt x="10847" y="2660"/>
                  </a:cubicBezTo>
                  <a:cubicBezTo>
                    <a:pt x="11359" y="1807"/>
                    <a:pt x="12139" y="1144"/>
                    <a:pt x="13169" y="1144"/>
                  </a:cubicBezTo>
                  <a:close/>
                  <a:moveTo>
                    <a:pt x="10307" y="7655"/>
                  </a:moveTo>
                  <a:cubicBezTo>
                    <a:pt x="11084" y="7655"/>
                    <a:pt x="11907" y="7967"/>
                    <a:pt x="11871" y="8828"/>
                  </a:cubicBezTo>
                  <a:cubicBezTo>
                    <a:pt x="11859" y="9387"/>
                    <a:pt x="11514" y="9935"/>
                    <a:pt x="11276" y="10435"/>
                  </a:cubicBezTo>
                  <a:cubicBezTo>
                    <a:pt x="10978" y="11137"/>
                    <a:pt x="10692" y="11864"/>
                    <a:pt x="10430" y="12590"/>
                  </a:cubicBezTo>
                  <a:cubicBezTo>
                    <a:pt x="9930" y="14019"/>
                    <a:pt x="9514" y="15483"/>
                    <a:pt x="9049" y="16912"/>
                  </a:cubicBezTo>
                  <a:cubicBezTo>
                    <a:pt x="8847" y="17579"/>
                    <a:pt x="8621" y="18222"/>
                    <a:pt x="8383" y="18864"/>
                  </a:cubicBezTo>
                  <a:cubicBezTo>
                    <a:pt x="8180" y="19424"/>
                    <a:pt x="7942" y="19984"/>
                    <a:pt x="7454" y="20341"/>
                  </a:cubicBezTo>
                  <a:cubicBezTo>
                    <a:pt x="7090" y="20603"/>
                    <a:pt x="6517" y="20782"/>
                    <a:pt x="5972" y="20782"/>
                  </a:cubicBezTo>
                  <a:cubicBezTo>
                    <a:pt x="5501" y="20782"/>
                    <a:pt x="5051" y="20648"/>
                    <a:pt x="4775" y="20317"/>
                  </a:cubicBezTo>
                  <a:cubicBezTo>
                    <a:pt x="4596" y="20067"/>
                    <a:pt x="4513" y="19757"/>
                    <a:pt x="4561" y="19448"/>
                  </a:cubicBezTo>
                  <a:cubicBezTo>
                    <a:pt x="4561" y="19448"/>
                    <a:pt x="4561" y="19436"/>
                    <a:pt x="4561" y="19436"/>
                  </a:cubicBezTo>
                  <a:cubicBezTo>
                    <a:pt x="4561" y="19412"/>
                    <a:pt x="4573" y="19388"/>
                    <a:pt x="4573" y="19365"/>
                  </a:cubicBezTo>
                  <a:cubicBezTo>
                    <a:pt x="4596" y="19186"/>
                    <a:pt x="4632" y="18995"/>
                    <a:pt x="4656" y="18829"/>
                  </a:cubicBezTo>
                  <a:cubicBezTo>
                    <a:pt x="4787" y="18079"/>
                    <a:pt x="4966" y="17340"/>
                    <a:pt x="5168" y="16614"/>
                  </a:cubicBezTo>
                  <a:cubicBezTo>
                    <a:pt x="5251" y="16317"/>
                    <a:pt x="5335" y="16019"/>
                    <a:pt x="5430" y="15721"/>
                  </a:cubicBezTo>
                  <a:cubicBezTo>
                    <a:pt x="5882" y="13876"/>
                    <a:pt x="6513" y="12078"/>
                    <a:pt x="7311" y="10340"/>
                  </a:cubicBezTo>
                  <a:cubicBezTo>
                    <a:pt x="7787" y="9316"/>
                    <a:pt x="8371" y="8101"/>
                    <a:pt x="9561" y="7756"/>
                  </a:cubicBezTo>
                  <a:cubicBezTo>
                    <a:pt x="9780" y="7692"/>
                    <a:pt x="10041" y="7655"/>
                    <a:pt x="10307" y="7655"/>
                  </a:cubicBezTo>
                  <a:close/>
                  <a:moveTo>
                    <a:pt x="5059" y="22008"/>
                  </a:moveTo>
                  <a:cubicBezTo>
                    <a:pt x="5552" y="22008"/>
                    <a:pt x="6021" y="22272"/>
                    <a:pt x="6263" y="22805"/>
                  </a:cubicBezTo>
                  <a:cubicBezTo>
                    <a:pt x="6490" y="23294"/>
                    <a:pt x="6501" y="23853"/>
                    <a:pt x="6501" y="24377"/>
                  </a:cubicBezTo>
                  <a:cubicBezTo>
                    <a:pt x="6501" y="25044"/>
                    <a:pt x="6466" y="25711"/>
                    <a:pt x="6382" y="26365"/>
                  </a:cubicBezTo>
                  <a:cubicBezTo>
                    <a:pt x="6263" y="27604"/>
                    <a:pt x="6132" y="28818"/>
                    <a:pt x="6144" y="30068"/>
                  </a:cubicBezTo>
                  <a:cubicBezTo>
                    <a:pt x="6192" y="33616"/>
                    <a:pt x="7073" y="37105"/>
                    <a:pt x="8704" y="40260"/>
                  </a:cubicBezTo>
                  <a:cubicBezTo>
                    <a:pt x="9264" y="41320"/>
                    <a:pt x="9907" y="42344"/>
                    <a:pt x="10609" y="43308"/>
                  </a:cubicBezTo>
                  <a:cubicBezTo>
                    <a:pt x="11240" y="44201"/>
                    <a:pt x="11978" y="45177"/>
                    <a:pt x="12264" y="46249"/>
                  </a:cubicBezTo>
                  <a:cubicBezTo>
                    <a:pt x="12490" y="47058"/>
                    <a:pt x="12157" y="48023"/>
                    <a:pt x="11204" y="48094"/>
                  </a:cubicBezTo>
                  <a:cubicBezTo>
                    <a:pt x="11148" y="48098"/>
                    <a:pt x="11092" y="48100"/>
                    <a:pt x="11035" y="48100"/>
                  </a:cubicBezTo>
                  <a:cubicBezTo>
                    <a:pt x="10088" y="48100"/>
                    <a:pt x="9124" y="47552"/>
                    <a:pt x="8371" y="47047"/>
                  </a:cubicBezTo>
                  <a:cubicBezTo>
                    <a:pt x="6609" y="45939"/>
                    <a:pt x="4906" y="44641"/>
                    <a:pt x="3572" y="43034"/>
                  </a:cubicBezTo>
                  <a:cubicBezTo>
                    <a:pt x="2120" y="41296"/>
                    <a:pt x="1286" y="39129"/>
                    <a:pt x="1191" y="36867"/>
                  </a:cubicBezTo>
                  <a:cubicBezTo>
                    <a:pt x="1072" y="34426"/>
                    <a:pt x="1513" y="31938"/>
                    <a:pt x="2001" y="29556"/>
                  </a:cubicBezTo>
                  <a:cubicBezTo>
                    <a:pt x="2001" y="29544"/>
                    <a:pt x="2001" y="29532"/>
                    <a:pt x="2001" y="29521"/>
                  </a:cubicBezTo>
                  <a:cubicBezTo>
                    <a:pt x="2156" y="28199"/>
                    <a:pt x="2406" y="26889"/>
                    <a:pt x="2739" y="25603"/>
                  </a:cubicBezTo>
                  <a:cubicBezTo>
                    <a:pt x="2894" y="24984"/>
                    <a:pt x="3061" y="24353"/>
                    <a:pt x="3275" y="23746"/>
                  </a:cubicBezTo>
                  <a:cubicBezTo>
                    <a:pt x="3442" y="23258"/>
                    <a:pt x="3632" y="22758"/>
                    <a:pt x="4037" y="22413"/>
                  </a:cubicBezTo>
                  <a:cubicBezTo>
                    <a:pt x="4340" y="22144"/>
                    <a:pt x="4706" y="22008"/>
                    <a:pt x="5059" y="22008"/>
                  </a:cubicBezTo>
                  <a:close/>
                  <a:moveTo>
                    <a:pt x="13427" y="0"/>
                  </a:moveTo>
                  <a:cubicBezTo>
                    <a:pt x="13377" y="0"/>
                    <a:pt x="13327" y="2"/>
                    <a:pt x="13276" y="5"/>
                  </a:cubicBezTo>
                  <a:cubicBezTo>
                    <a:pt x="11764" y="88"/>
                    <a:pt x="10669" y="1231"/>
                    <a:pt x="9823" y="2505"/>
                  </a:cubicBezTo>
                  <a:cubicBezTo>
                    <a:pt x="9502" y="3136"/>
                    <a:pt x="9180" y="3755"/>
                    <a:pt x="8871" y="4398"/>
                  </a:cubicBezTo>
                  <a:cubicBezTo>
                    <a:pt x="8264" y="5625"/>
                    <a:pt x="7680" y="6875"/>
                    <a:pt x="7132" y="8137"/>
                  </a:cubicBezTo>
                  <a:cubicBezTo>
                    <a:pt x="6728" y="9185"/>
                    <a:pt x="6347" y="10244"/>
                    <a:pt x="5966" y="11280"/>
                  </a:cubicBezTo>
                  <a:cubicBezTo>
                    <a:pt x="5573" y="12364"/>
                    <a:pt x="5180" y="13447"/>
                    <a:pt x="4811" y="14543"/>
                  </a:cubicBezTo>
                  <a:cubicBezTo>
                    <a:pt x="4620" y="15090"/>
                    <a:pt x="4454" y="15662"/>
                    <a:pt x="4239" y="16209"/>
                  </a:cubicBezTo>
                  <a:cubicBezTo>
                    <a:pt x="4084" y="16602"/>
                    <a:pt x="3846" y="16924"/>
                    <a:pt x="3703" y="17340"/>
                  </a:cubicBezTo>
                  <a:cubicBezTo>
                    <a:pt x="2977" y="19448"/>
                    <a:pt x="2477" y="21627"/>
                    <a:pt x="1989" y="23794"/>
                  </a:cubicBezTo>
                  <a:cubicBezTo>
                    <a:pt x="1429" y="26234"/>
                    <a:pt x="989" y="28687"/>
                    <a:pt x="667" y="31164"/>
                  </a:cubicBezTo>
                  <a:cubicBezTo>
                    <a:pt x="346" y="33569"/>
                    <a:pt x="1" y="36057"/>
                    <a:pt x="274" y="38474"/>
                  </a:cubicBezTo>
                  <a:cubicBezTo>
                    <a:pt x="524" y="40724"/>
                    <a:pt x="1537" y="42832"/>
                    <a:pt x="3156" y="44415"/>
                  </a:cubicBezTo>
                  <a:cubicBezTo>
                    <a:pt x="4692" y="45963"/>
                    <a:pt x="6549" y="47166"/>
                    <a:pt x="8359" y="48368"/>
                  </a:cubicBezTo>
                  <a:cubicBezTo>
                    <a:pt x="9430" y="49082"/>
                    <a:pt x="10502" y="49797"/>
                    <a:pt x="11562" y="50511"/>
                  </a:cubicBezTo>
                  <a:cubicBezTo>
                    <a:pt x="11811" y="50677"/>
                    <a:pt x="12102" y="50929"/>
                    <a:pt x="12404" y="50929"/>
                  </a:cubicBezTo>
                  <a:cubicBezTo>
                    <a:pt x="12492" y="50929"/>
                    <a:pt x="12580" y="50908"/>
                    <a:pt x="12669" y="50857"/>
                  </a:cubicBezTo>
                  <a:cubicBezTo>
                    <a:pt x="12895" y="50714"/>
                    <a:pt x="13086" y="50547"/>
                    <a:pt x="13264" y="50368"/>
                  </a:cubicBezTo>
                  <a:lnTo>
                    <a:pt x="14645" y="49142"/>
                  </a:lnTo>
                  <a:cubicBezTo>
                    <a:pt x="16622" y="47392"/>
                    <a:pt x="18598" y="45642"/>
                    <a:pt x="20575" y="43879"/>
                  </a:cubicBezTo>
                  <a:lnTo>
                    <a:pt x="21396" y="43153"/>
                  </a:lnTo>
                  <a:cubicBezTo>
                    <a:pt x="21622" y="42963"/>
                    <a:pt x="22063" y="42713"/>
                    <a:pt x="21813" y="42367"/>
                  </a:cubicBezTo>
                  <a:cubicBezTo>
                    <a:pt x="21694" y="42201"/>
                    <a:pt x="21384" y="42058"/>
                    <a:pt x="21218" y="41939"/>
                  </a:cubicBezTo>
                  <a:cubicBezTo>
                    <a:pt x="20968" y="41784"/>
                    <a:pt x="20729" y="41617"/>
                    <a:pt x="20491" y="41451"/>
                  </a:cubicBezTo>
                  <a:cubicBezTo>
                    <a:pt x="19503" y="40784"/>
                    <a:pt x="18551" y="40069"/>
                    <a:pt x="17646" y="39296"/>
                  </a:cubicBezTo>
                  <a:cubicBezTo>
                    <a:pt x="14491" y="36533"/>
                    <a:pt x="12205" y="32830"/>
                    <a:pt x="10978" y="28830"/>
                  </a:cubicBezTo>
                  <a:cubicBezTo>
                    <a:pt x="9704" y="24663"/>
                    <a:pt x="9645" y="20186"/>
                    <a:pt x="10657" y="15959"/>
                  </a:cubicBezTo>
                  <a:cubicBezTo>
                    <a:pt x="11443" y="12745"/>
                    <a:pt x="12752" y="9673"/>
                    <a:pt x="14550" y="6899"/>
                  </a:cubicBezTo>
                  <a:cubicBezTo>
                    <a:pt x="15157" y="5970"/>
                    <a:pt x="15907" y="5065"/>
                    <a:pt x="16276" y="4006"/>
                  </a:cubicBezTo>
                  <a:cubicBezTo>
                    <a:pt x="16622" y="3041"/>
                    <a:pt x="16431" y="1958"/>
                    <a:pt x="15753" y="1172"/>
                  </a:cubicBezTo>
                  <a:cubicBezTo>
                    <a:pt x="15189" y="495"/>
                    <a:pt x="14326" y="0"/>
                    <a:pt x="13427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39"/>
            <p:cNvSpPr/>
            <p:nvPr/>
          </p:nvSpPr>
          <p:spPr>
            <a:xfrm>
              <a:off x="3391763" y="4612350"/>
              <a:ext cx="99750" cy="127400"/>
            </a:xfrm>
            <a:custGeom>
              <a:avLst/>
              <a:gdLst/>
              <a:ahLst/>
              <a:cxnLst/>
              <a:rect l="l" t="t" r="r" b="b"/>
              <a:pathLst>
                <a:path w="3990" h="5096" extrusionOk="0">
                  <a:moveTo>
                    <a:pt x="3192" y="0"/>
                  </a:moveTo>
                  <a:lnTo>
                    <a:pt x="1108" y="750"/>
                  </a:lnTo>
                  <a:cubicBezTo>
                    <a:pt x="739" y="881"/>
                    <a:pt x="370" y="1036"/>
                    <a:pt x="1" y="1191"/>
                  </a:cubicBezTo>
                  <a:cubicBezTo>
                    <a:pt x="227" y="2250"/>
                    <a:pt x="239" y="3334"/>
                    <a:pt x="310" y="4417"/>
                  </a:cubicBezTo>
                  <a:cubicBezTo>
                    <a:pt x="334" y="4643"/>
                    <a:pt x="346" y="4870"/>
                    <a:pt x="370" y="5096"/>
                  </a:cubicBezTo>
                  <a:cubicBezTo>
                    <a:pt x="1025" y="4870"/>
                    <a:pt x="1680" y="4655"/>
                    <a:pt x="2346" y="4465"/>
                  </a:cubicBezTo>
                  <a:cubicBezTo>
                    <a:pt x="2846" y="4322"/>
                    <a:pt x="3442" y="4048"/>
                    <a:pt x="3989" y="3989"/>
                  </a:cubicBezTo>
                  <a:cubicBezTo>
                    <a:pt x="3894" y="3596"/>
                    <a:pt x="3799" y="3191"/>
                    <a:pt x="3716" y="2786"/>
                  </a:cubicBezTo>
                  <a:cubicBezTo>
                    <a:pt x="3525" y="1869"/>
                    <a:pt x="3299" y="929"/>
                    <a:pt x="3192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39"/>
            <p:cNvSpPr/>
            <p:nvPr/>
          </p:nvSpPr>
          <p:spPr>
            <a:xfrm>
              <a:off x="3182213" y="3960700"/>
              <a:ext cx="149450" cy="147475"/>
            </a:xfrm>
            <a:custGeom>
              <a:avLst/>
              <a:gdLst/>
              <a:ahLst/>
              <a:cxnLst/>
              <a:rect l="l" t="t" r="r" b="b"/>
              <a:pathLst>
                <a:path w="5978" h="5899" extrusionOk="0">
                  <a:moveTo>
                    <a:pt x="3256" y="892"/>
                  </a:moveTo>
                  <a:cubicBezTo>
                    <a:pt x="3809" y="892"/>
                    <a:pt x="4329" y="1125"/>
                    <a:pt x="4632" y="1718"/>
                  </a:cubicBezTo>
                  <a:cubicBezTo>
                    <a:pt x="5144" y="2742"/>
                    <a:pt x="4680" y="4254"/>
                    <a:pt x="3597" y="4671"/>
                  </a:cubicBezTo>
                  <a:cubicBezTo>
                    <a:pt x="3336" y="4772"/>
                    <a:pt x="3066" y="4822"/>
                    <a:pt x="2802" y="4822"/>
                  </a:cubicBezTo>
                  <a:cubicBezTo>
                    <a:pt x="1954" y="4822"/>
                    <a:pt x="1171" y="4313"/>
                    <a:pt x="989" y="3397"/>
                  </a:cubicBezTo>
                  <a:cubicBezTo>
                    <a:pt x="787" y="2432"/>
                    <a:pt x="1322" y="1468"/>
                    <a:pt x="2251" y="1123"/>
                  </a:cubicBezTo>
                  <a:cubicBezTo>
                    <a:pt x="2571" y="978"/>
                    <a:pt x="2919" y="892"/>
                    <a:pt x="3256" y="892"/>
                  </a:cubicBezTo>
                  <a:close/>
                  <a:moveTo>
                    <a:pt x="3107" y="1"/>
                  </a:moveTo>
                  <a:cubicBezTo>
                    <a:pt x="2303" y="1"/>
                    <a:pt x="1524" y="274"/>
                    <a:pt x="894" y="789"/>
                  </a:cubicBezTo>
                  <a:cubicBezTo>
                    <a:pt x="346" y="1420"/>
                    <a:pt x="25" y="2230"/>
                    <a:pt x="1" y="3063"/>
                  </a:cubicBezTo>
                  <a:cubicBezTo>
                    <a:pt x="25" y="4587"/>
                    <a:pt x="1215" y="5825"/>
                    <a:pt x="2739" y="5897"/>
                  </a:cubicBezTo>
                  <a:cubicBezTo>
                    <a:pt x="2770" y="5898"/>
                    <a:pt x="2801" y="5898"/>
                    <a:pt x="2831" y="5898"/>
                  </a:cubicBezTo>
                  <a:cubicBezTo>
                    <a:pt x="4245" y="5898"/>
                    <a:pt x="5471" y="4831"/>
                    <a:pt x="5716" y="3432"/>
                  </a:cubicBezTo>
                  <a:cubicBezTo>
                    <a:pt x="5978" y="1896"/>
                    <a:pt x="5073" y="158"/>
                    <a:pt x="3430" y="15"/>
                  </a:cubicBezTo>
                  <a:cubicBezTo>
                    <a:pt x="3322" y="5"/>
                    <a:pt x="3214" y="1"/>
                    <a:pt x="3107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39"/>
            <p:cNvSpPr/>
            <p:nvPr/>
          </p:nvSpPr>
          <p:spPr>
            <a:xfrm>
              <a:off x="3175088" y="3779800"/>
              <a:ext cx="158675" cy="147350"/>
            </a:xfrm>
            <a:custGeom>
              <a:avLst/>
              <a:gdLst/>
              <a:ahLst/>
              <a:cxnLst/>
              <a:rect l="l" t="t" r="r" b="b"/>
              <a:pathLst>
                <a:path w="6347" h="5894" extrusionOk="0">
                  <a:moveTo>
                    <a:pt x="5751" y="0"/>
                  </a:moveTo>
                  <a:cubicBezTo>
                    <a:pt x="4774" y="358"/>
                    <a:pt x="3798" y="679"/>
                    <a:pt x="2810" y="989"/>
                  </a:cubicBezTo>
                  <a:cubicBezTo>
                    <a:pt x="2274" y="1167"/>
                    <a:pt x="1750" y="1322"/>
                    <a:pt x="1215" y="1489"/>
                  </a:cubicBezTo>
                  <a:cubicBezTo>
                    <a:pt x="822" y="1620"/>
                    <a:pt x="417" y="1727"/>
                    <a:pt x="0" y="1810"/>
                  </a:cubicBezTo>
                  <a:cubicBezTo>
                    <a:pt x="274" y="2441"/>
                    <a:pt x="524" y="3084"/>
                    <a:pt x="762" y="3739"/>
                  </a:cubicBezTo>
                  <a:cubicBezTo>
                    <a:pt x="905" y="4120"/>
                    <a:pt x="1048" y="4513"/>
                    <a:pt x="1179" y="4906"/>
                  </a:cubicBezTo>
                  <a:cubicBezTo>
                    <a:pt x="1274" y="5227"/>
                    <a:pt x="1345" y="5561"/>
                    <a:pt x="1405" y="5894"/>
                  </a:cubicBezTo>
                  <a:cubicBezTo>
                    <a:pt x="1893" y="5715"/>
                    <a:pt x="2381" y="5537"/>
                    <a:pt x="2881" y="5382"/>
                  </a:cubicBezTo>
                  <a:cubicBezTo>
                    <a:pt x="4024" y="5001"/>
                    <a:pt x="5179" y="4656"/>
                    <a:pt x="6346" y="4358"/>
                  </a:cubicBezTo>
                  <a:cubicBezTo>
                    <a:pt x="6168" y="2905"/>
                    <a:pt x="5965" y="1453"/>
                    <a:pt x="5751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39"/>
            <p:cNvSpPr/>
            <p:nvPr/>
          </p:nvSpPr>
          <p:spPr>
            <a:xfrm>
              <a:off x="3161988" y="3740500"/>
              <a:ext cx="155700" cy="80100"/>
            </a:xfrm>
            <a:custGeom>
              <a:avLst/>
              <a:gdLst/>
              <a:ahLst/>
              <a:cxnLst/>
              <a:rect l="l" t="t" r="r" b="b"/>
              <a:pathLst>
                <a:path w="6228" h="3204" extrusionOk="0">
                  <a:moveTo>
                    <a:pt x="6025" y="1"/>
                  </a:moveTo>
                  <a:cubicBezTo>
                    <a:pt x="4989" y="394"/>
                    <a:pt x="3917" y="703"/>
                    <a:pt x="2870" y="1060"/>
                  </a:cubicBezTo>
                  <a:cubicBezTo>
                    <a:pt x="2310" y="1239"/>
                    <a:pt x="1762" y="1453"/>
                    <a:pt x="1203" y="1656"/>
                  </a:cubicBezTo>
                  <a:cubicBezTo>
                    <a:pt x="822" y="1810"/>
                    <a:pt x="405" y="2013"/>
                    <a:pt x="0" y="2108"/>
                  </a:cubicBezTo>
                  <a:lnTo>
                    <a:pt x="405" y="3084"/>
                  </a:lnTo>
                  <a:lnTo>
                    <a:pt x="465" y="3203"/>
                  </a:lnTo>
                  <a:cubicBezTo>
                    <a:pt x="869" y="3013"/>
                    <a:pt x="1286" y="2846"/>
                    <a:pt x="1715" y="2727"/>
                  </a:cubicBezTo>
                  <a:cubicBezTo>
                    <a:pt x="2215" y="2549"/>
                    <a:pt x="2703" y="2382"/>
                    <a:pt x="3203" y="2215"/>
                  </a:cubicBezTo>
                  <a:cubicBezTo>
                    <a:pt x="4215" y="1894"/>
                    <a:pt x="5215" y="1572"/>
                    <a:pt x="6227" y="1287"/>
                  </a:cubicBezTo>
                  <a:cubicBezTo>
                    <a:pt x="6168" y="858"/>
                    <a:pt x="6096" y="429"/>
                    <a:pt x="6025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39"/>
            <p:cNvSpPr/>
            <p:nvPr/>
          </p:nvSpPr>
          <p:spPr>
            <a:xfrm>
              <a:off x="3125663" y="3668775"/>
              <a:ext cx="186075" cy="119975"/>
            </a:xfrm>
            <a:custGeom>
              <a:avLst/>
              <a:gdLst/>
              <a:ahLst/>
              <a:cxnLst/>
              <a:rect l="l" t="t" r="r" b="b"/>
              <a:pathLst>
                <a:path w="7443" h="4799" extrusionOk="0">
                  <a:moveTo>
                    <a:pt x="6847" y="0"/>
                  </a:moveTo>
                  <a:cubicBezTo>
                    <a:pt x="6763" y="12"/>
                    <a:pt x="6680" y="36"/>
                    <a:pt x="6597" y="60"/>
                  </a:cubicBezTo>
                  <a:cubicBezTo>
                    <a:pt x="6263" y="143"/>
                    <a:pt x="5942" y="227"/>
                    <a:pt x="5608" y="310"/>
                  </a:cubicBezTo>
                  <a:cubicBezTo>
                    <a:pt x="4966" y="477"/>
                    <a:pt x="4311" y="655"/>
                    <a:pt x="3656" y="834"/>
                  </a:cubicBezTo>
                  <a:lnTo>
                    <a:pt x="1703" y="1358"/>
                  </a:lnTo>
                  <a:cubicBezTo>
                    <a:pt x="1132" y="1489"/>
                    <a:pt x="560" y="1655"/>
                    <a:pt x="1" y="1858"/>
                  </a:cubicBezTo>
                  <a:cubicBezTo>
                    <a:pt x="501" y="2810"/>
                    <a:pt x="941" y="3798"/>
                    <a:pt x="1358" y="4799"/>
                  </a:cubicBezTo>
                  <a:cubicBezTo>
                    <a:pt x="1727" y="4560"/>
                    <a:pt x="2179" y="4429"/>
                    <a:pt x="2572" y="4275"/>
                  </a:cubicBezTo>
                  <a:cubicBezTo>
                    <a:pt x="3108" y="4060"/>
                    <a:pt x="3668" y="3858"/>
                    <a:pt x="4227" y="3656"/>
                  </a:cubicBezTo>
                  <a:cubicBezTo>
                    <a:pt x="5263" y="3286"/>
                    <a:pt x="6359" y="2905"/>
                    <a:pt x="7442" y="2679"/>
                  </a:cubicBezTo>
                  <a:cubicBezTo>
                    <a:pt x="7347" y="2036"/>
                    <a:pt x="7228" y="1393"/>
                    <a:pt x="7121" y="762"/>
                  </a:cubicBezTo>
                  <a:cubicBezTo>
                    <a:pt x="7085" y="584"/>
                    <a:pt x="7073" y="381"/>
                    <a:pt x="7025" y="215"/>
                  </a:cubicBezTo>
                  <a:cubicBezTo>
                    <a:pt x="7002" y="155"/>
                    <a:pt x="6978" y="96"/>
                    <a:pt x="6954" y="48"/>
                  </a:cubicBezTo>
                  <a:cubicBezTo>
                    <a:pt x="6918" y="36"/>
                    <a:pt x="6871" y="24"/>
                    <a:pt x="6847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39"/>
            <p:cNvSpPr/>
            <p:nvPr/>
          </p:nvSpPr>
          <p:spPr>
            <a:xfrm>
              <a:off x="3206038" y="4191700"/>
              <a:ext cx="126825" cy="122475"/>
            </a:xfrm>
            <a:custGeom>
              <a:avLst/>
              <a:gdLst/>
              <a:ahLst/>
              <a:cxnLst/>
              <a:rect l="l" t="t" r="r" b="b"/>
              <a:pathLst>
                <a:path w="5073" h="4899" extrusionOk="0">
                  <a:moveTo>
                    <a:pt x="2828" y="816"/>
                  </a:moveTo>
                  <a:cubicBezTo>
                    <a:pt x="2874" y="816"/>
                    <a:pt x="2919" y="819"/>
                    <a:pt x="2965" y="824"/>
                  </a:cubicBezTo>
                  <a:cubicBezTo>
                    <a:pt x="4013" y="955"/>
                    <a:pt x="4132" y="2098"/>
                    <a:pt x="3727" y="2872"/>
                  </a:cubicBezTo>
                  <a:lnTo>
                    <a:pt x="3727" y="2884"/>
                  </a:lnTo>
                  <a:cubicBezTo>
                    <a:pt x="3437" y="3455"/>
                    <a:pt x="2793" y="4277"/>
                    <a:pt x="2085" y="4277"/>
                  </a:cubicBezTo>
                  <a:cubicBezTo>
                    <a:pt x="1893" y="4277"/>
                    <a:pt x="1696" y="4217"/>
                    <a:pt x="1501" y="4074"/>
                  </a:cubicBezTo>
                  <a:cubicBezTo>
                    <a:pt x="279" y="3176"/>
                    <a:pt x="1466" y="816"/>
                    <a:pt x="2828" y="816"/>
                  </a:cubicBezTo>
                  <a:close/>
                  <a:moveTo>
                    <a:pt x="2852" y="1"/>
                  </a:moveTo>
                  <a:cubicBezTo>
                    <a:pt x="1734" y="1"/>
                    <a:pt x="849" y="895"/>
                    <a:pt x="334" y="1872"/>
                  </a:cubicBezTo>
                  <a:cubicBezTo>
                    <a:pt x="48" y="2598"/>
                    <a:pt x="0" y="3396"/>
                    <a:pt x="369" y="4039"/>
                  </a:cubicBezTo>
                  <a:cubicBezTo>
                    <a:pt x="696" y="4618"/>
                    <a:pt x="1301" y="4899"/>
                    <a:pt x="1930" y="4899"/>
                  </a:cubicBezTo>
                  <a:cubicBezTo>
                    <a:pt x="2013" y="4899"/>
                    <a:pt x="2096" y="4894"/>
                    <a:pt x="2179" y="4884"/>
                  </a:cubicBezTo>
                  <a:cubicBezTo>
                    <a:pt x="2894" y="4801"/>
                    <a:pt x="3465" y="4348"/>
                    <a:pt x="3870" y="3765"/>
                  </a:cubicBezTo>
                  <a:cubicBezTo>
                    <a:pt x="4644" y="2658"/>
                    <a:pt x="5072" y="431"/>
                    <a:pt x="3310" y="50"/>
                  </a:cubicBezTo>
                  <a:cubicBezTo>
                    <a:pt x="3154" y="17"/>
                    <a:pt x="3001" y="1"/>
                    <a:pt x="2852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39"/>
            <p:cNvSpPr/>
            <p:nvPr/>
          </p:nvSpPr>
          <p:spPr>
            <a:xfrm>
              <a:off x="3231338" y="4218750"/>
              <a:ext cx="69675" cy="72400"/>
            </a:xfrm>
            <a:custGeom>
              <a:avLst/>
              <a:gdLst/>
              <a:ahLst/>
              <a:cxnLst/>
              <a:rect l="l" t="t" r="r" b="b"/>
              <a:pathLst>
                <a:path w="2787" h="2896" extrusionOk="0">
                  <a:moveTo>
                    <a:pt x="1824" y="1"/>
                  </a:moveTo>
                  <a:cubicBezTo>
                    <a:pt x="1796" y="1"/>
                    <a:pt x="1767" y="2"/>
                    <a:pt x="1739" y="4"/>
                  </a:cubicBezTo>
                  <a:cubicBezTo>
                    <a:pt x="1322" y="28"/>
                    <a:pt x="953" y="230"/>
                    <a:pt x="691" y="540"/>
                  </a:cubicBezTo>
                  <a:cubicBezTo>
                    <a:pt x="691" y="540"/>
                    <a:pt x="691" y="552"/>
                    <a:pt x="691" y="552"/>
                  </a:cubicBezTo>
                  <a:cubicBezTo>
                    <a:pt x="381" y="1147"/>
                    <a:pt x="0" y="1933"/>
                    <a:pt x="441" y="2564"/>
                  </a:cubicBezTo>
                  <a:cubicBezTo>
                    <a:pt x="613" y="2802"/>
                    <a:pt x="808" y="2896"/>
                    <a:pt x="1009" y="2896"/>
                  </a:cubicBezTo>
                  <a:cubicBezTo>
                    <a:pt x="1532" y="2896"/>
                    <a:pt x="2091" y="2257"/>
                    <a:pt x="2358" y="1861"/>
                  </a:cubicBezTo>
                  <a:cubicBezTo>
                    <a:pt x="2596" y="1516"/>
                    <a:pt x="2786" y="1135"/>
                    <a:pt x="2703" y="706"/>
                  </a:cubicBezTo>
                  <a:cubicBezTo>
                    <a:pt x="2625" y="259"/>
                    <a:pt x="2263" y="1"/>
                    <a:pt x="1824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39"/>
            <p:cNvSpPr/>
            <p:nvPr/>
          </p:nvSpPr>
          <p:spPr>
            <a:xfrm>
              <a:off x="3096188" y="3623525"/>
              <a:ext cx="205425" cy="83675"/>
            </a:xfrm>
            <a:custGeom>
              <a:avLst/>
              <a:gdLst/>
              <a:ahLst/>
              <a:cxnLst/>
              <a:rect l="l" t="t" r="r" b="b"/>
              <a:pathLst>
                <a:path w="8217" h="3347" extrusionOk="0">
                  <a:moveTo>
                    <a:pt x="8216" y="1"/>
                  </a:moveTo>
                  <a:cubicBezTo>
                    <a:pt x="6823" y="393"/>
                    <a:pt x="5430" y="810"/>
                    <a:pt x="4037" y="1251"/>
                  </a:cubicBezTo>
                  <a:cubicBezTo>
                    <a:pt x="2704" y="1679"/>
                    <a:pt x="1299" y="2072"/>
                    <a:pt x="1" y="2620"/>
                  </a:cubicBezTo>
                  <a:cubicBezTo>
                    <a:pt x="275" y="2858"/>
                    <a:pt x="537" y="3096"/>
                    <a:pt x="787" y="3346"/>
                  </a:cubicBezTo>
                  <a:cubicBezTo>
                    <a:pt x="811" y="3334"/>
                    <a:pt x="834" y="3322"/>
                    <a:pt x="870" y="3322"/>
                  </a:cubicBezTo>
                  <a:cubicBezTo>
                    <a:pt x="1680" y="3251"/>
                    <a:pt x="2513" y="2941"/>
                    <a:pt x="3311" y="2715"/>
                  </a:cubicBezTo>
                  <a:lnTo>
                    <a:pt x="5430" y="2120"/>
                  </a:lnTo>
                  <a:cubicBezTo>
                    <a:pt x="6145" y="1929"/>
                    <a:pt x="6847" y="1715"/>
                    <a:pt x="7549" y="1513"/>
                  </a:cubicBezTo>
                  <a:cubicBezTo>
                    <a:pt x="7692" y="1465"/>
                    <a:pt x="7847" y="1429"/>
                    <a:pt x="7990" y="1394"/>
                  </a:cubicBezTo>
                  <a:cubicBezTo>
                    <a:pt x="8085" y="929"/>
                    <a:pt x="8157" y="465"/>
                    <a:pt x="8216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39"/>
            <p:cNvSpPr/>
            <p:nvPr/>
          </p:nvSpPr>
          <p:spPr>
            <a:xfrm>
              <a:off x="3211388" y="3990175"/>
              <a:ext cx="86950" cy="82525"/>
            </a:xfrm>
            <a:custGeom>
              <a:avLst/>
              <a:gdLst/>
              <a:ahLst/>
              <a:cxnLst/>
              <a:rect l="l" t="t" r="r" b="b"/>
              <a:pathLst>
                <a:path w="3478" h="3301" extrusionOk="0">
                  <a:moveTo>
                    <a:pt x="1911" y="0"/>
                  </a:moveTo>
                  <a:cubicBezTo>
                    <a:pt x="1523" y="0"/>
                    <a:pt x="1111" y="112"/>
                    <a:pt x="763" y="277"/>
                  </a:cubicBezTo>
                  <a:cubicBezTo>
                    <a:pt x="251" y="694"/>
                    <a:pt x="1" y="1360"/>
                    <a:pt x="84" y="2015"/>
                  </a:cubicBezTo>
                  <a:cubicBezTo>
                    <a:pt x="195" y="2837"/>
                    <a:pt x="864" y="3301"/>
                    <a:pt x="1604" y="3301"/>
                  </a:cubicBezTo>
                  <a:cubicBezTo>
                    <a:pt x="1818" y="3301"/>
                    <a:pt x="2037" y="3262"/>
                    <a:pt x="2251" y="3182"/>
                  </a:cubicBezTo>
                  <a:cubicBezTo>
                    <a:pt x="3108" y="2849"/>
                    <a:pt x="3477" y="1634"/>
                    <a:pt x="3168" y="813"/>
                  </a:cubicBezTo>
                  <a:cubicBezTo>
                    <a:pt x="2946" y="217"/>
                    <a:pt x="2451" y="0"/>
                    <a:pt x="19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39"/>
            <p:cNvSpPr/>
            <p:nvPr/>
          </p:nvSpPr>
          <p:spPr>
            <a:xfrm>
              <a:off x="2985163" y="4715600"/>
              <a:ext cx="271500" cy="628675"/>
            </a:xfrm>
            <a:custGeom>
              <a:avLst/>
              <a:gdLst/>
              <a:ahLst/>
              <a:cxnLst/>
              <a:rect l="l" t="t" r="r" b="b"/>
              <a:pathLst>
                <a:path w="10860" h="25147" extrusionOk="0">
                  <a:moveTo>
                    <a:pt x="3512" y="0"/>
                  </a:moveTo>
                  <a:cubicBezTo>
                    <a:pt x="3081" y="0"/>
                    <a:pt x="2718" y="300"/>
                    <a:pt x="2465" y="644"/>
                  </a:cubicBezTo>
                  <a:cubicBezTo>
                    <a:pt x="1823" y="2823"/>
                    <a:pt x="1287" y="5038"/>
                    <a:pt x="858" y="7264"/>
                  </a:cubicBezTo>
                  <a:cubicBezTo>
                    <a:pt x="406" y="9705"/>
                    <a:pt x="1" y="12241"/>
                    <a:pt x="239" y="14718"/>
                  </a:cubicBezTo>
                  <a:cubicBezTo>
                    <a:pt x="418" y="16813"/>
                    <a:pt x="1239" y="18801"/>
                    <a:pt x="2596" y="20397"/>
                  </a:cubicBezTo>
                  <a:cubicBezTo>
                    <a:pt x="3882" y="21921"/>
                    <a:pt x="5513" y="23183"/>
                    <a:pt x="7192" y="24219"/>
                  </a:cubicBezTo>
                  <a:cubicBezTo>
                    <a:pt x="7665" y="24506"/>
                    <a:pt x="8731" y="25146"/>
                    <a:pt x="9523" y="25146"/>
                  </a:cubicBezTo>
                  <a:cubicBezTo>
                    <a:pt x="9848" y="25146"/>
                    <a:pt x="10127" y="25038"/>
                    <a:pt x="10300" y="24755"/>
                  </a:cubicBezTo>
                  <a:cubicBezTo>
                    <a:pt x="10859" y="23838"/>
                    <a:pt x="9788" y="22421"/>
                    <a:pt x="9288" y="21671"/>
                  </a:cubicBezTo>
                  <a:cubicBezTo>
                    <a:pt x="8145" y="19944"/>
                    <a:pt x="6978" y="18289"/>
                    <a:pt x="6145" y="16373"/>
                  </a:cubicBezTo>
                  <a:cubicBezTo>
                    <a:pt x="4490" y="12574"/>
                    <a:pt x="3989" y="8526"/>
                    <a:pt x="4335" y="4419"/>
                  </a:cubicBezTo>
                  <a:cubicBezTo>
                    <a:pt x="4430" y="3347"/>
                    <a:pt x="4561" y="2204"/>
                    <a:pt x="4418" y="1109"/>
                  </a:cubicBezTo>
                  <a:cubicBezTo>
                    <a:pt x="4347" y="609"/>
                    <a:pt x="4156" y="25"/>
                    <a:pt x="3561" y="2"/>
                  </a:cubicBezTo>
                  <a:cubicBezTo>
                    <a:pt x="3544" y="1"/>
                    <a:pt x="3528" y="0"/>
                    <a:pt x="3512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39"/>
            <p:cNvSpPr/>
            <p:nvPr/>
          </p:nvSpPr>
          <p:spPr>
            <a:xfrm>
              <a:off x="3070313" y="4352400"/>
              <a:ext cx="177725" cy="310200"/>
            </a:xfrm>
            <a:custGeom>
              <a:avLst/>
              <a:gdLst/>
              <a:ahLst/>
              <a:cxnLst/>
              <a:rect l="l" t="t" r="r" b="b"/>
              <a:pathLst>
                <a:path w="7109" h="12408" extrusionOk="0">
                  <a:moveTo>
                    <a:pt x="5585" y="1"/>
                  </a:moveTo>
                  <a:cubicBezTo>
                    <a:pt x="5116" y="1"/>
                    <a:pt x="4626" y="140"/>
                    <a:pt x="4286" y="361"/>
                  </a:cubicBezTo>
                  <a:cubicBezTo>
                    <a:pt x="3870" y="659"/>
                    <a:pt x="3524" y="1052"/>
                    <a:pt x="3274" y="1492"/>
                  </a:cubicBezTo>
                  <a:cubicBezTo>
                    <a:pt x="2691" y="2492"/>
                    <a:pt x="2191" y="3552"/>
                    <a:pt x="1798" y="4647"/>
                  </a:cubicBezTo>
                  <a:cubicBezTo>
                    <a:pt x="1548" y="5266"/>
                    <a:pt x="1322" y="5886"/>
                    <a:pt x="1131" y="6529"/>
                  </a:cubicBezTo>
                  <a:cubicBezTo>
                    <a:pt x="929" y="7183"/>
                    <a:pt x="750" y="7802"/>
                    <a:pt x="583" y="8481"/>
                  </a:cubicBezTo>
                  <a:cubicBezTo>
                    <a:pt x="417" y="9160"/>
                    <a:pt x="262" y="9838"/>
                    <a:pt x="155" y="10529"/>
                  </a:cubicBezTo>
                  <a:cubicBezTo>
                    <a:pt x="95" y="10850"/>
                    <a:pt x="48" y="11160"/>
                    <a:pt x="24" y="11482"/>
                  </a:cubicBezTo>
                  <a:cubicBezTo>
                    <a:pt x="0" y="11993"/>
                    <a:pt x="262" y="12255"/>
                    <a:pt x="750" y="12351"/>
                  </a:cubicBezTo>
                  <a:cubicBezTo>
                    <a:pt x="907" y="12389"/>
                    <a:pt x="1065" y="12408"/>
                    <a:pt x="1223" y="12408"/>
                  </a:cubicBezTo>
                  <a:cubicBezTo>
                    <a:pt x="1652" y="12408"/>
                    <a:pt x="2075" y="12270"/>
                    <a:pt x="2441" y="12017"/>
                  </a:cubicBezTo>
                  <a:cubicBezTo>
                    <a:pt x="2917" y="11636"/>
                    <a:pt x="3108" y="11017"/>
                    <a:pt x="3310" y="10469"/>
                  </a:cubicBezTo>
                  <a:cubicBezTo>
                    <a:pt x="3739" y="9326"/>
                    <a:pt x="4096" y="8160"/>
                    <a:pt x="4453" y="6993"/>
                  </a:cubicBezTo>
                  <a:cubicBezTo>
                    <a:pt x="4798" y="5886"/>
                    <a:pt x="5155" y="4778"/>
                    <a:pt x="5572" y="3707"/>
                  </a:cubicBezTo>
                  <a:cubicBezTo>
                    <a:pt x="5810" y="3123"/>
                    <a:pt x="6048" y="2540"/>
                    <a:pt x="6310" y="1968"/>
                  </a:cubicBezTo>
                  <a:cubicBezTo>
                    <a:pt x="6537" y="1468"/>
                    <a:pt x="7108" y="540"/>
                    <a:pt x="6382" y="171"/>
                  </a:cubicBezTo>
                  <a:cubicBezTo>
                    <a:pt x="6151" y="53"/>
                    <a:pt x="5872" y="1"/>
                    <a:pt x="5585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39"/>
            <p:cNvSpPr/>
            <p:nvPr/>
          </p:nvSpPr>
          <p:spPr>
            <a:xfrm>
              <a:off x="2936663" y="3609500"/>
              <a:ext cx="1388575" cy="2135800"/>
            </a:xfrm>
            <a:custGeom>
              <a:avLst/>
              <a:gdLst/>
              <a:ahLst/>
              <a:cxnLst/>
              <a:rect l="l" t="t" r="r" b="b"/>
              <a:pathLst>
                <a:path w="55543" h="85432" extrusionOk="0">
                  <a:moveTo>
                    <a:pt x="14597" y="562"/>
                  </a:moveTo>
                  <a:cubicBezTo>
                    <a:pt x="14538" y="1026"/>
                    <a:pt x="14466" y="1490"/>
                    <a:pt x="14371" y="1955"/>
                  </a:cubicBezTo>
                  <a:cubicBezTo>
                    <a:pt x="14228" y="1990"/>
                    <a:pt x="14073" y="2026"/>
                    <a:pt x="13930" y="2074"/>
                  </a:cubicBezTo>
                  <a:cubicBezTo>
                    <a:pt x="13228" y="2276"/>
                    <a:pt x="12514" y="2490"/>
                    <a:pt x="11811" y="2693"/>
                  </a:cubicBezTo>
                  <a:lnTo>
                    <a:pt x="9692" y="3288"/>
                  </a:lnTo>
                  <a:cubicBezTo>
                    <a:pt x="8894" y="3502"/>
                    <a:pt x="8061" y="3812"/>
                    <a:pt x="7239" y="3895"/>
                  </a:cubicBezTo>
                  <a:cubicBezTo>
                    <a:pt x="7215" y="3895"/>
                    <a:pt x="7192" y="3895"/>
                    <a:pt x="7168" y="3907"/>
                  </a:cubicBezTo>
                  <a:cubicBezTo>
                    <a:pt x="6906" y="3657"/>
                    <a:pt x="6656" y="3419"/>
                    <a:pt x="6382" y="3181"/>
                  </a:cubicBezTo>
                  <a:cubicBezTo>
                    <a:pt x="7680" y="2633"/>
                    <a:pt x="9085" y="2252"/>
                    <a:pt x="10418" y="1812"/>
                  </a:cubicBezTo>
                  <a:cubicBezTo>
                    <a:pt x="11799" y="1371"/>
                    <a:pt x="13192" y="954"/>
                    <a:pt x="14597" y="562"/>
                  </a:cubicBezTo>
                  <a:close/>
                  <a:moveTo>
                    <a:pt x="14407" y="2359"/>
                  </a:moveTo>
                  <a:cubicBezTo>
                    <a:pt x="14431" y="2383"/>
                    <a:pt x="14466" y="2407"/>
                    <a:pt x="14514" y="2419"/>
                  </a:cubicBezTo>
                  <a:cubicBezTo>
                    <a:pt x="14538" y="2467"/>
                    <a:pt x="14562" y="2526"/>
                    <a:pt x="14573" y="2574"/>
                  </a:cubicBezTo>
                  <a:cubicBezTo>
                    <a:pt x="14621" y="2752"/>
                    <a:pt x="14645" y="2955"/>
                    <a:pt x="14669" y="3121"/>
                  </a:cubicBezTo>
                  <a:cubicBezTo>
                    <a:pt x="14788" y="3764"/>
                    <a:pt x="14895" y="4407"/>
                    <a:pt x="15002" y="5050"/>
                  </a:cubicBezTo>
                  <a:cubicBezTo>
                    <a:pt x="13919" y="5265"/>
                    <a:pt x="12823" y="5657"/>
                    <a:pt x="11787" y="6027"/>
                  </a:cubicBezTo>
                  <a:cubicBezTo>
                    <a:pt x="11228" y="6229"/>
                    <a:pt x="10668" y="6431"/>
                    <a:pt x="10120" y="6646"/>
                  </a:cubicBezTo>
                  <a:cubicBezTo>
                    <a:pt x="9739" y="6800"/>
                    <a:pt x="9287" y="6931"/>
                    <a:pt x="8918" y="7158"/>
                  </a:cubicBezTo>
                  <a:cubicBezTo>
                    <a:pt x="8501" y="6169"/>
                    <a:pt x="8049" y="5181"/>
                    <a:pt x="7561" y="4217"/>
                  </a:cubicBezTo>
                  <a:cubicBezTo>
                    <a:pt x="8120" y="4026"/>
                    <a:pt x="8680" y="3860"/>
                    <a:pt x="9263" y="3729"/>
                  </a:cubicBezTo>
                  <a:lnTo>
                    <a:pt x="11216" y="3193"/>
                  </a:lnTo>
                  <a:cubicBezTo>
                    <a:pt x="11859" y="3026"/>
                    <a:pt x="12514" y="2848"/>
                    <a:pt x="13168" y="2681"/>
                  </a:cubicBezTo>
                  <a:cubicBezTo>
                    <a:pt x="13502" y="2586"/>
                    <a:pt x="13823" y="2502"/>
                    <a:pt x="14145" y="2419"/>
                  </a:cubicBezTo>
                  <a:cubicBezTo>
                    <a:pt x="14228" y="2395"/>
                    <a:pt x="14311" y="2371"/>
                    <a:pt x="14407" y="2359"/>
                  </a:cubicBezTo>
                  <a:close/>
                  <a:moveTo>
                    <a:pt x="15038" y="5241"/>
                  </a:moveTo>
                  <a:cubicBezTo>
                    <a:pt x="15109" y="5669"/>
                    <a:pt x="15181" y="6098"/>
                    <a:pt x="15240" y="6527"/>
                  </a:cubicBezTo>
                  <a:cubicBezTo>
                    <a:pt x="14228" y="6812"/>
                    <a:pt x="13216" y="7134"/>
                    <a:pt x="12216" y="7455"/>
                  </a:cubicBezTo>
                  <a:cubicBezTo>
                    <a:pt x="11716" y="7622"/>
                    <a:pt x="11228" y="7789"/>
                    <a:pt x="10728" y="7967"/>
                  </a:cubicBezTo>
                  <a:cubicBezTo>
                    <a:pt x="10299" y="8086"/>
                    <a:pt x="9870" y="8241"/>
                    <a:pt x="9466" y="8443"/>
                  </a:cubicBezTo>
                  <a:lnTo>
                    <a:pt x="9418" y="8313"/>
                  </a:lnTo>
                  <a:lnTo>
                    <a:pt x="9001" y="7336"/>
                  </a:lnTo>
                  <a:cubicBezTo>
                    <a:pt x="9418" y="7253"/>
                    <a:pt x="9835" y="7039"/>
                    <a:pt x="10216" y="6896"/>
                  </a:cubicBezTo>
                  <a:cubicBezTo>
                    <a:pt x="10763" y="6693"/>
                    <a:pt x="11323" y="6491"/>
                    <a:pt x="11883" y="6300"/>
                  </a:cubicBezTo>
                  <a:cubicBezTo>
                    <a:pt x="12930" y="5943"/>
                    <a:pt x="14002" y="5634"/>
                    <a:pt x="15038" y="5241"/>
                  </a:cubicBezTo>
                  <a:close/>
                  <a:moveTo>
                    <a:pt x="15288" y="6812"/>
                  </a:moveTo>
                  <a:cubicBezTo>
                    <a:pt x="15514" y="8265"/>
                    <a:pt x="15705" y="9717"/>
                    <a:pt x="15883" y="11170"/>
                  </a:cubicBezTo>
                  <a:cubicBezTo>
                    <a:pt x="14716" y="11468"/>
                    <a:pt x="13561" y="11813"/>
                    <a:pt x="12418" y="12194"/>
                  </a:cubicBezTo>
                  <a:cubicBezTo>
                    <a:pt x="11918" y="12349"/>
                    <a:pt x="11430" y="12527"/>
                    <a:pt x="10942" y="12706"/>
                  </a:cubicBezTo>
                  <a:cubicBezTo>
                    <a:pt x="10882" y="12373"/>
                    <a:pt x="10811" y="12039"/>
                    <a:pt x="10716" y="11718"/>
                  </a:cubicBezTo>
                  <a:cubicBezTo>
                    <a:pt x="10585" y="11325"/>
                    <a:pt x="10442" y="10932"/>
                    <a:pt x="10299" y="10539"/>
                  </a:cubicBezTo>
                  <a:cubicBezTo>
                    <a:pt x="10061" y="9896"/>
                    <a:pt x="9811" y="9253"/>
                    <a:pt x="9537" y="8622"/>
                  </a:cubicBezTo>
                  <a:cubicBezTo>
                    <a:pt x="9954" y="8539"/>
                    <a:pt x="10359" y="8432"/>
                    <a:pt x="10752" y="8289"/>
                  </a:cubicBezTo>
                  <a:cubicBezTo>
                    <a:pt x="11287" y="8134"/>
                    <a:pt x="11811" y="7967"/>
                    <a:pt x="12347" y="7801"/>
                  </a:cubicBezTo>
                  <a:cubicBezTo>
                    <a:pt x="13335" y="7491"/>
                    <a:pt x="14311" y="7170"/>
                    <a:pt x="15288" y="6812"/>
                  </a:cubicBezTo>
                  <a:close/>
                  <a:moveTo>
                    <a:pt x="22348" y="14635"/>
                  </a:moveTo>
                  <a:lnTo>
                    <a:pt x="22622" y="15694"/>
                  </a:lnTo>
                  <a:cubicBezTo>
                    <a:pt x="23420" y="18933"/>
                    <a:pt x="24158" y="22195"/>
                    <a:pt x="24801" y="25469"/>
                  </a:cubicBezTo>
                  <a:cubicBezTo>
                    <a:pt x="25099" y="26970"/>
                    <a:pt x="25384" y="28470"/>
                    <a:pt x="25646" y="29970"/>
                  </a:cubicBezTo>
                  <a:cubicBezTo>
                    <a:pt x="24900" y="30141"/>
                    <a:pt x="24129" y="30296"/>
                    <a:pt x="23368" y="30296"/>
                  </a:cubicBezTo>
                  <a:cubicBezTo>
                    <a:pt x="23230" y="30296"/>
                    <a:pt x="23092" y="30290"/>
                    <a:pt x="22955" y="30280"/>
                  </a:cubicBezTo>
                  <a:cubicBezTo>
                    <a:pt x="22027" y="30208"/>
                    <a:pt x="21491" y="29744"/>
                    <a:pt x="21217" y="28863"/>
                  </a:cubicBezTo>
                  <a:cubicBezTo>
                    <a:pt x="20693" y="27041"/>
                    <a:pt x="20265" y="25184"/>
                    <a:pt x="19943" y="23314"/>
                  </a:cubicBezTo>
                  <a:cubicBezTo>
                    <a:pt x="19407" y="20409"/>
                    <a:pt x="18574" y="15587"/>
                    <a:pt x="22348" y="14635"/>
                  </a:cubicBezTo>
                  <a:close/>
                  <a:moveTo>
                    <a:pt x="20035" y="10731"/>
                  </a:moveTo>
                  <a:cubicBezTo>
                    <a:pt x="20521" y="10731"/>
                    <a:pt x="20989" y="10851"/>
                    <a:pt x="21300" y="11277"/>
                  </a:cubicBezTo>
                  <a:cubicBezTo>
                    <a:pt x="21717" y="11837"/>
                    <a:pt x="21836" y="12634"/>
                    <a:pt x="22015" y="13301"/>
                  </a:cubicBezTo>
                  <a:cubicBezTo>
                    <a:pt x="22098" y="13647"/>
                    <a:pt x="22193" y="13980"/>
                    <a:pt x="22277" y="14325"/>
                  </a:cubicBezTo>
                  <a:cubicBezTo>
                    <a:pt x="21169" y="14397"/>
                    <a:pt x="20205" y="15349"/>
                    <a:pt x="19717" y="16290"/>
                  </a:cubicBezTo>
                  <a:cubicBezTo>
                    <a:pt x="19026" y="17611"/>
                    <a:pt x="19086" y="19195"/>
                    <a:pt x="19229" y="20635"/>
                  </a:cubicBezTo>
                  <a:cubicBezTo>
                    <a:pt x="19407" y="22350"/>
                    <a:pt x="19693" y="24041"/>
                    <a:pt x="20098" y="25708"/>
                  </a:cubicBezTo>
                  <a:cubicBezTo>
                    <a:pt x="20288" y="26577"/>
                    <a:pt x="20503" y="27434"/>
                    <a:pt x="20705" y="28291"/>
                  </a:cubicBezTo>
                  <a:cubicBezTo>
                    <a:pt x="20860" y="28910"/>
                    <a:pt x="21015" y="29613"/>
                    <a:pt x="21467" y="30065"/>
                  </a:cubicBezTo>
                  <a:cubicBezTo>
                    <a:pt x="21920" y="30518"/>
                    <a:pt x="22586" y="30661"/>
                    <a:pt x="23205" y="30696"/>
                  </a:cubicBezTo>
                  <a:cubicBezTo>
                    <a:pt x="23385" y="30709"/>
                    <a:pt x="23565" y="30715"/>
                    <a:pt x="23745" y="30715"/>
                  </a:cubicBezTo>
                  <a:cubicBezTo>
                    <a:pt x="24413" y="30715"/>
                    <a:pt x="25085" y="30629"/>
                    <a:pt x="25741" y="30470"/>
                  </a:cubicBezTo>
                  <a:cubicBezTo>
                    <a:pt x="25908" y="31506"/>
                    <a:pt x="26087" y="32542"/>
                    <a:pt x="26265" y="33578"/>
                  </a:cubicBezTo>
                  <a:lnTo>
                    <a:pt x="26265" y="33589"/>
                  </a:lnTo>
                  <a:cubicBezTo>
                    <a:pt x="25360" y="33697"/>
                    <a:pt x="24456" y="34006"/>
                    <a:pt x="23598" y="34232"/>
                  </a:cubicBezTo>
                  <a:cubicBezTo>
                    <a:pt x="22574" y="34506"/>
                    <a:pt x="21562" y="34804"/>
                    <a:pt x="20550" y="35102"/>
                  </a:cubicBezTo>
                  <a:cubicBezTo>
                    <a:pt x="18657" y="35661"/>
                    <a:pt x="16764" y="36268"/>
                    <a:pt x="14895" y="36899"/>
                  </a:cubicBezTo>
                  <a:cubicBezTo>
                    <a:pt x="14704" y="36209"/>
                    <a:pt x="14514" y="35506"/>
                    <a:pt x="14323" y="34816"/>
                  </a:cubicBezTo>
                  <a:cubicBezTo>
                    <a:pt x="14097" y="33994"/>
                    <a:pt x="13930" y="33066"/>
                    <a:pt x="13561" y="32280"/>
                  </a:cubicBezTo>
                  <a:cubicBezTo>
                    <a:pt x="13978" y="31387"/>
                    <a:pt x="14431" y="30530"/>
                    <a:pt x="14931" y="29696"/>
                  </a:cubicBezTo>
                  <a:cubicBezTo>
                    <a:pt x="15538" y="28684"/>
                    <a:pt x="16276" y="27767"/>
                    <a:pt x="16848" y="26743"/>
                  </a:cubicBezTo>
                  <a:cubicBezTo>
                    <a:pt x="17348" y="25874"/>
                    <a:pt x="17633" y="24886"/>
                    <a:pt x="17371" y="23898"/>
                  </a:cubicBezTo>
                  <a:cubicBezTo>
                    <a:pt x="17133" y="23005"/>
                    <a:pt x="16574" y="22231"/>
                    <a:pt x="15800" y="21731"/>
                  </a:cubicBezTo>
                  <a:cubicBezTo>
                    <a:pt x="15231" y="21337"/>
                    <a:pt x="14564" y="21126"/>
                    <a:pt x="13885" y="21126"/>
                  </a:cubicBezTo>
                  <a:cubicBezTo>
                    <a:pt x="13682" y="21126"/>
                    <a:pt x="13478" y="21145"/>
                    <a:pt x="13276" y="21183"/>
                  </a:cubicBezTo>
                  <a:cubicBezTo>
                    <a:pt x="12276" y="21386"/>
                    <a:pt x="11454" y="22052"/>
                    <a:pt x="10799" y="22814"/>
                  </a:cubicBezTo>
                  <a:cubicBezTo>
                    <a:pt x="10585" y="23076"/>
                    <a:pt x="10371" y="23350"/>
                    <a:pt x="10180" y="23624"/>
                  </a:cubicBezTo>
                  <a:cubicBezTo>
                    <a:pt x="9835" y="22136"/>
                    <a:pt x="9263" y="20707"/>
                    <a:pt x="8835" y="19242"/>
                  </a:cubicBezTo>
                  <a:cubicBezTo>
                    <a:pt x="8608" y="18469"/>
                    <a:pt x="8382" y="17707"/>
                    <a:pt x="8180" y="16921"/>
                  </a:cubicBezTo>
                  <a:cubicBezTo>
                    <a:pt x="8001" y="16242"/>
                    <a:pt x="7561" y="15218"/>
                    <a:pt x="8025" y="14575"/>
                  </a:cubicBezTo>
                  <a:cubicBezTo>
                    <a:pt x="8442" y="14016"/>
                    <a:pt x="9251" y="13777"/>
                    <a:pt x="9859" y="13516"/>
                  </a:cubicBezTo>
                  <a:cubicBezTo>
                    <a:pt x="10597" y="13206"/>
                    <a:pt x="11347" y="12920"/>
                    <a:pt x="12109" y="12658"/>
                  </a:cubicBezTo>
                  <a:cubicBezTo>
                    <a:pt x="13633" y="12134"/>
                    <a:pt x="15181" y="11682"/>
                    <a:pt x="16752" y="11313"/>
                  </a:cubicBezTo>
                  <a:cubicBezTo>
                    <a:pt x="17562" y="11134"/>
                    <a:pt x="18383" y="10968"/>
                    <a:pt x="19217" y="10813"/>
                  </a:cubicBezTo>
                  <a:cubicBezTo>
                    <a:pt x="19479" y="10770"/>
                    <a:pt x="19760" y="10731"/>
                    <a:pt x="20035" y="10731"/>
                  </a:cubicBezTo>
                  <a:close/>
                  <a:moveTo>
                    <a:pt x="26277" y="33732"/>
                  </a:moveTo>
                  <a:cubicBezTo>
                    <a:pt x="26325" y="34209"/>
                    <a:pt x="26361" y="34697"/>
                    <a:pt x="26420" y="35173"/>
                  </a:cubicBezTo>
                  <a:cubicBezTo>
                    <a:pt x="24575" y="35697"/>
                    <a:pt x="22753" y="36292"/>
                    <a:pt x="20943" y="36911"/>
                  </a:cubicBezTo>
                  <a:cubicBezTo>
                    <a:pt x="20026" y="37221"/>
                    <a:pt x="19145" y="37542"/>
                    <a:pt x="18229" y="37899"/>
                  </a:cubicBezTo>
                  <a:cubicBezTo>
                    <a:pt x="17312" y="38245"/>
                    <a:pt x="16359" y="38578"/>
                    <a:pt x="15478" y="39019"/>
                  </a:cubicBezTo>
                  <a:lnTo>
                    <a:pt x="15109" y="37661"/>
                  </a:lnTo>
                  <a:cubicBezTo>
                    <a:pt x="15073" y="37507"/>
                    <a:pt x="15026" y="37340"/>
                    <a:pt x="14978" y="37197"/>
                  </a:cubicBezTo>
                  <a:cubicBezTo>
                    <a:pt x="16836" y="36566"/>
                    <a:pt x="18693" y="35971"/>
                    <a:pt x="20562" y="35411"/>
                  </a:cubicBezTo>
                  <a:cubicBezTo>
                    <a:pt x="21515" y="35125"/>
                    <a:pt x="22491" y="34840"/>
                    <a:pt x="23432" y="34578"/>
                  </a:cubicBezTo>
                  <a:cubicBezTo>
                    <a:pt x="24360" y="34304"/>
                    <a:pt x="25372" y="34101"/>
                    <a:pt x="26277" y="33732"/>
                  </a:cubicBezTo>
                  <a:close/>
                  <a:moveTo>
                    <a:pt x="26444" y="35447"/>
                  </a:moveTo>
                  <a:cubicBezTo>
                    <a:pt x="26492" y="35887"/>
                    <a:pt x="26539" y="36316"/>
                    <a:pt x="26599" y="36745"/>
                  </a:cubicBezTo>
                  <a:cubicBezTo>
                    <a:pt x="26646" y="36947"/>
                    <a:pt x="26670" y="37137"/>
                    <a:pt x="26670" y="37340"/>
                  </a:cubicBezTo>
                  <a:cubicBezTo>
                    <a:pt x="26646" y="37614"/>
                    <a:pt x="26503" y="37673"/>
                    <a:pt x="26277" y="37769"/>
                  </a:cubicBezTo>
                  <a:cubicBezTo>
                    <a:pt x="25849" y="37923"/>
                    <a:pt x="25420" y="38078"/>
                    <a:pt x="24979" y="38233"/>
                  </a:cubicBezTo>
                  <a:cubicBezTo>
                    <a:pt x="24146" y="38542"/>
                    <a:pt x="23325" y="38840"/>
                    <a:pt x="22491" y="39138"/>
                  </a:cubicBezTo>
                  <a:cubicBezTo>
                    <a:pt x="20824" y="39745"/>
                    <a:pt x="19169" y="40364"/>
                    <a:pt x="17490" y="40947"/>
                  </a:cubicBezTo>
                  <a:cubicBezTo>
                    <a:pt x="17226" y="41029"/>
                    <a:pt x="16927" y="41136"/>
                    <a:pt x="16638" y="41136"/>
                  </a:cubicBezTo>
                  <a:cubicBezTo>
                    <a:pt x="16588" y="41136"/>
                    <a:pt x="16539" y="41133"/>
                    <a:pt x="16490" y="41126"/>
                  </a:cubicBezTo>
                  <a:cubicBezTo>
                    <a:pt x="16026" y="41055"/>
                    <a:pt x="15919" y="40650"/>
                    <a:pt x="15812" y="40257"/>
                  </a:cubicBezTo>
                  <a:cubicBezTo>
                    <a:pt x="15716" y="39924"/>
                    <a:pt x="15633" y="39590"/>
                    <a:pt x="15538" y="39257"/>
                  </a:cubicBezTo>
                  <a:cubicBezTo>
                    <a:pt x="16455" y="38959"/>
                    <a:pt x="17348" y="38578"/>
                    <a:pt x="18252" y="38245"/>
                  </a:cubicBezTo>
                  <a:cubicBezTo>
                    <a:pt x="19181" y="37899"/>
                    <a:pt x="20122" y="37554"/>
                    <a:pt x="21050" y="37221"/>
                  </a:cubicBezTo>
                  <a:cubicBezTo>
                    <a:pt x="22836" y="36590"/>
                    <a:pt x="24646" y="36018"/>
                    <a:pt x="26444" y="35447"/>
                  </a:cubicBezTo>
                  <a:close/>
                  <a:moveTo>
                    <a:pt x="25622" y="38590"/>
                  </a:moveTo>
                  <a:cubicBezTo>
                    <a:pt x="26289" y="39483"/>
                    <a:pt x="26932" y="40388"/>
                    <a:pt x="27563" y="41305"/>
                  </a:cubicBezTo>
                  <a:cubicBezTo>
                    <a:pt x="26361" y="41852"/>
                    <a:pt x="25063" y="42329"/>
                    <a:pt x="23991" y="43126"/>
                  </a:cubicBezTo>
                  <a:lnTo>
                    <a:pt x="23979" y="43126"/>
                  </a:lnTo>
                  <a:cubicBezTo>
                    <a:pt x="23932" y="42983"/>
                    <a:pt x="23872" y="42841"/>
                    <a:pt x="23825" y="42698"/>
                  </a:cubicBezTo>
                  <a:cubicBezTo>
                    <a:pt x="23455" y="41698"/>
                    <a:pt x="23134" y="40614"/>
                    <a:pt x="22634" y="39662"/>
                  </a:cubicBezTo>
                  <a:cubicBezTo>
                    <a:pt x="23420" y="39388"/>
                    <a:pt x="24206" y="39102"/>
                    <a:pt x="25003" y="38816"/>
                  </a:cubicBezTo>
                  <a:cubicBezTo>
                    <a:pt x="25206" y="38733"/>
                    <a:pt x="25420" y="38661"/>
                    <a:pt x="25622" y="38590"/>
                  </a:cubicBezTo>
                  <a:close/>
                  <a:moveTo>
                    <a:pt x="27694" y="41543"/>
                  </a:moveTo>
                  <a:lnTo>
                    <a:pt x="28170" y="42233"/>
                  </a:lnTo>
                  <a:lnTo>
                    <a:pt x="28182" y="42233"/>
                  </a:lnTo>
                  <a:cubicBezTo>
                    <a:pt x="27539" y="42483"/>
                    <a:pt x="26920" y="42793"/>
                    <a:pt x="26289" y="43079"/>
                  </a:cubicBezTo>
                  <a:cubicBezTo>
                    <a:pt x="25622" y="43388"/>
                    <a:pt x="24956" y="43710"/>
                    <a:pt x="24313" y="44067"/>
                  </a:cubicBezTo>
                  <a:cubicBezTo>
                    <a:pt x="24217" y="43817"/>
                    <a:pt x="24122" y="43567"/>
                    <a:pt x="24039" y="43305"/>
                  </a:cubicBezTo>
                  <a:cubicBezTo>
                    <a:pt x="25301" y="42841"/>
                    <a:pt x="26468" y="42090"/>
                    <a:pt x="27694" y="41543"/>
                  </a:cubicBezTo>
                  <a:close/>
                  <a:moveTo>
                    <a:pt x="21396" y="40114"/>
                  </a:moveTo>
                  <a:cubicBezTo>
                    <a:pt x="21491" y="41043"/>
                    <a:pt x="21729" y="41983"/>
                    <a:pt x="21920" y="42900"/>
                  </a:cubicBezTo>
                  <a:cubicBezTo>
                    <a:pt x="22003" y="43305"/>
                    <a:pt x="22098" y="43710"/>
                    <a:pt x="22182" y="44103"/>
                  </a:cubicBezTo>
                  <a:lnTo>
                    <a:pt x="22193" y="44103"/>
                  </a:lnTo>
                  <a:cubicBezTo>
                    <a:pt x="21646" y="44162"/>
                    <a:pt x="21050" y="44436"/>
                    <a:pt x="20538" y="44579"/>
                  </a:cubicBezTo>
                  <a:cubicBezTo>
                    <a:pt x="19872" y="44769"/>
                    <a:pt x="19217" y="44984"/>
                    <a:pt x="18574" y="45210"/>
                  </a:cubicBezTo>
                  <a:cubicBezTo>
                    <a:pt x="18550" y="44984"/>
                    <a:pt x="18526" y="44757"/>
                    <a:pt x="18514" y="44531"/>
                  </a:cubicBezTo>
                  <a:cubicBezTo>
                    <a:pt x="18443" y="43448"/>
                    <a:pt x="18431" y="42364"/>
                    <a:pt x="18193" y="41305"/>
                  </a:cubicBezTo>
                  <a:cubicBezTo>
                    <a:pt x="18562" y="41162"/>
                    <a:pt x="18943" y="40995"/>
                    <a:pt x="19312" y="40864"/>
                  </a:cubicBezTo>
                  <a:lnTo>
                    <a:pt x="21396" y="40114"/>
                  </a:lnTo>
                  <a:close/>
                  <a:moveTo>
                    <a:pt x="28325" y="42483"/>
                  </a:moveTo>
                  <a:cubicBezTo>
                    <a:pt x="28492" y="42710"/>
                    <a:pt x="28635" y="42936"/>
                    <a:pt x="28789" y="43174"/>
                  </a:cubicBezTo>
                  <a:cubicBezTo>
                    <a:pt x="28849" y="43281"/>
                    <a:pt x="28920" y="43376"/>
                    <a:pt x="28980" y="43472"/>
                  </a:cubicBezTo>
                  <a:cubicBezTo>
                    <a:pt x="29099" y="43581"/>
                    <a:pt x="29111" y="43632"/>
                    <a:pt x="29007" y="43632"/>
                  </a:cubicBezTo>
                  <a:cubicBezTo>
                    <a:pt x="28987" y="43632"/>
                    <a:pt x="28962" y="43630"/>
                    <a:pt x="28932" y="43626"/>
                  </a:cubicBezTo>
                  <a:lnTo>
                    <a:pt x="28944" y="43615"/>
                  </a:lnTo>
                  <a:lnTo>
                    <a:pt x="28944" y="43615"/>
                  </a:lnTo>
                  <a:cubicBezTo>
                    <a:pt x="28801" y="43757"/>
                    <a:pt x="28492" y="43841"/>
                    <a:pt x="28301" y="43924"/>
                  </a:cubicBezTo>
                  <a:cubicBezTo>
                    <a:pt x="27908" y="44115"/>
                    <a:pt x="27527" y="44317"/>
                    <a:pt x="27146" y="44519"/>
                  </a:cubicBezTo>
                  <a:cubicBezTo>
                    <a:pt x="26396" y="44924"/>
                    <a:pt x="25670" y="45353"/>
                    <a:pt x="24944" y="45781"/>
                  </a:cubicBezTo>
                  <a:cubicBezTo>
                    <a:pt x="24849" y="45567"/>
                    <a:pt x="24765" y="45353"/>
                    <a:pt x="24706" y="45138"/>
                  </a:cubicBezTo>
                  <a:lnTo>
                    <a:pt x="24420" y="44353"/>
                  </a:lnTo>
                  <a:lnTo>
                    <a:pt x="24384" y="44257"/>
                  </a:lnTo>
                  <a:cubicBezTo>
                    <a:pt x="25122" y="43972"/>
                    <a:pt x="25849" y="43662"/>
                    <a:pt x="26563" y="43317"/>
                  </a:cubicBezTo>
                  <a:cubicBezTo>
                    <a:pt x="27146" y="43043"/>
                    <a:pt x="27754" y="42781"/>
                    <a:pt x="28325" y="42483"/>
                  </a:cubicBezTo>
                  <a:close/>
                  <a:moveTo>
                    <a:pt x="22265" y="44412"/>
                  </a:moveTo>
                  <a:lnTo>
                    <a:pt x="22432" y="45127"/>
                  </a:lnTo>
                  <a:cubicBezTo>
                    <a:pt x="21789" y="45269"/>
                    <a:pt x="21169" y="45460"/>
                    <a:pt x="20550" y="45674"/>
                  </a:cubicBezTo>
                  <a:cubicBezTo>
                    <a:pt x="19955" y="45865"/>
                    <a:pt x="19264" y="45996"/>
                    <a:pt x="18693" y="46281"/>
                  </a:cubicBezTo>
                  <a:cubicBezTo>
                    <a:pt x="18657" y="45960"/>
                    <a:pt x="18622" y="45650"/>
                    <a:pt x="18586" y="45329"/>
                  </a:cubicBezTo>
                  <a:cubicBezTo>
                    <a:pt x="19217" y="45198"/>
                    <a:pt x="19848" y="45055"/>
                    <a:pt x="20467" y="44900"/>
                  </a:cubicBezTo>
                  <a:cubicBezTo>
                    <a:pt x="20824" y="44805"/>
                    <a:pt x="21181" y="44710"/>
                    <a:pt x="21539" y="44615"/>
                  </a:cubicBezTo>
                  <a:cubicBezTo>
                    <a:pt x="21777" y="44567"/>
                    <a:pt x="22027" y="44496"/>
                    <a:pt x="22265" y="44412"/>
                  </a:cubicBezTo>
                  <a:close/>
                  <a:moveTo>
                    <a:pt x="22491" y="45377"/>
                  </a:moveTo>
                  <a:cubicBezTo>
                    <a:pt x="22515" y="45496"/>
                    <a:pt x="22551" y="45603"/>
                    <a:pt x="22574" y="45722"/>
                  </a:cubicBezTo>
                  <a:cubicBezTo>
                    <a:pt x="22634" y="45948"/>
                    <a:pt x="22693" y="46186"/>
                    <a:pt x="22765" y="46412"/>
                  </a:cubicBezTo>
                  <a:cubicBezTo>
                    <a:pt x="22765" y="46448"/>
                    <a:pt x="22884" y="46710"/>
                    <a:pt x="22884" y="46710"/>
                  </a:cubicBezTo>
                  <a:cubicBezTo>
                    <a:pt x="22860" y="46758"/>
                    <a:pt x="22598" y="46805"/>
                    <a:pt x="22539" y="46805"/>
                  </a:cubicBezTo>
                  <a:cubicBezTo>
                    <a:pt x="22110" y="46936"/>
                    <a:pt x="21658" y="47043"/>
                    <a:pt x="21217" y="47163"/>
                  </a:cubicBezTo>
                  <a:cubicBezTo>
                    <a:pt x="20407" y="47353"/>
                    <a:pt x="19610" y="47603"/>
                    <a:pt x="18836" y="47877"/>
                  </a:cubicBezTo>
                  <a:cubicBezTo>
                    <a:pt x="18812" y="47436"/>
                    <a:pt x="18764" y="46996"/>
                    <a:pt x="18717" y="46567"/>
                  </a:cubicBezTo>
                  <a:cubicBezTo>
                    <a:pt x="19372" y="46484"/>
                    <a:pt x="20038" y="46186"/>
                    <a:pt x="20658" y="45996"/>
                  </a:cubicBezTo>
                  <a:cubicBezTo>
                    <a:pt x="21277" y="45817"/>
                    <a:pt x="21896" y="45615"/>
                    <a:pt x="22491" y="45377"/>
                  </a:cubicBezTo>
                  <a:close/>
                  <a:moveTo>
                    <a:pt x="32147" y="47329"/>
                  </a:moveTo>
                  <a:cubicBezTo>
                    <a:pt x="32242" y="47532"/>
                    <a:pt x="32326" y="47734"/>
                    <a:pt x="32373" y="47948"/>
                  </a:cubicBezTo>
                  <a:lnTo>
                    <a:pt x="29099" y="49353"/>
                  </a:lnTo>
                  <a:lnTo>
                    <a:pt x="29111" y="49353"/>
                  </a:lnTo>
                  <a:cubicBezTo>
                    <a:pt x="27742" y="49865"/>
                    <a:pt x="26373" y="50413"/>
                    <a:pt x="25015" y="50984"/>
                  </a:cubicBezTo>
                  <a:cubicBezTo>
                    <a:pt x="23777" y="51496"/>
                    <a:pt x="22539" y="52020"/>
                    <a:pt x="21312" y="52568"/>
                  </a:cubicBezTo>
                  <a:cubicBezTo>
                    <a:pt x="21229" y="52401"/>
                    <a:pt x="21169" y="52223"/>
                    <a:pt x="21146" y="52044"/>
                  </a:cubicBezTo>
                  <a:cubicBezTo>
                    <a:pt x="21146" y="51794"/>
                    <a:pt x="21503" y="51699"/>
                    <a:pt x="21729" y="51604"/>
                  </a:cubicBezTo>
                  <a:cubicBezTo>
                    <a:pt x="22241" y="51389"/>
                    <a:pt x="22753" y="51163"/>
                    <a:pt x="23265" y="50949"/>
                  </a:cubicBezTo>
                  <a:cubicBezTo>
                    <a:pt x="24265" y="50520"/>
                    <a:pt x="25277" y="50127"/>
                    <a:pt x="26277" y="49710"/>
                  </a:cubicBezTo>
                  <a:cubicBezTo>
                    <a:pt x="28230" y="48913"/>
                    <a:pt x="30183" y="48127"/>
                    <a:pt x="32147" y="47329"/>
                  </a:cubicBezTo>
                  <a:close/>
                  <a:moveTo>
                    <a:pt x="33766" y="50711"/>
                  </a:moveTo>
                  <a:lnTo>
                    <a:pt x="33766" y="50711"/>
                  </a:lnTo>
                  <a:cubicBezTo>
                    <a:pt x="34016" y="52889"/>
                    <a:pt x="32135" y="54521"/>
                    <a:pt x="30218" y="55187"/>
                  </a:cubicBezTo>
                  <a:cubicBezTo>
                    <a:pt x="29630" y="55406"/>
                    <a:pt x="29020" y="55512"/>
                    <a:pt x="28415" y="55512"/>
                  </a:cubicBezTo>
                  <a:cubicBezTo>
                    <a:pt x="27171" y="55512"/>
                    <a:pt x="25949" y="55064"/>
                    <a:pt x="24979" y="54223"/>
                  </a:cubicBezTo>
                  <a:cubicBezTo>
                    <a:pt x="27289" y="53235"/>
                    <a:pt x="29599" y="52258"/>
                    <a:pt x="31957" y="51365"/>
                  </a:cubicBezTo>
                  <a:cubicBezTo>
                    <a:pt x="32552" y="51139"/>
                    <a:pt x="33159" y="50925"/>
                    <a:pt x="33766" y="50711"/>
                  </a:cubicBezTo>
                  <a:close/>
                  <a:moveTo>
                    <a:pt x="36231" y="46853"/>
                  </a:moveTo>
                  <a:cubicBezTo>
                    <a:pt x="36421" y="47377"/>
                    <a:pt x="36576" y="47901"/>
                    <a:pt x="36719" y="48436"/>
                  </a:cubicBezTo>
                  <a:cubicBezTo>
                    <a:pt x="36790" y="48782"/>
                    <a:pt x="36981" y="49151"/>
                    <a:pt x="36612" y="49353"/>
                  </a:cubicBezTo>
                  <a:lnTo>
                    <a:pt x="36624" y="49341"/>
                  </a:lnTo>
                  <a:lnTo>
                    <a:pt x="36624" y="49341"/>
                  </a:lnTo>
                  <a:cubicBezTo>
                    <a:pt x="36338" y="49496"/>
                    <a:pt x="35933" y="49544"/>
                    <a:pt x="35612" y="49639"/>
                  </a:cubicBezTo>
                  <a:cubicBezTo>
                    <a:pt x="34445" y="49996"/>
                    <a:pt x="33278" y="50389"/>
                    <a:pt x="32135" y="50818"/>
                  </a:cubicBezTo>
                  <a:cubicBezTo>
                    <a:pt x="29790" y="51687"/>
                    <a:pt x="27492" y="52687"/>
                    <a:pt x="25182" y="53663"/>
                  </a:cubicBezTo>
                  <a:cubicBezTo>
                    <a:pt x="23991" y="54163"/>
                    <a:pt x="22801" y="54640"/>
                    <a:pt x="21610" y="55104"/>
                  </a:cubicBezTo>
                  <a:cubicBezTo>
                    <a:pt x="21062" y="55318"/>
                    <a:pt x="20515" y="55521"/>
                    <a:pt x="19967" y="55723"/>
                  </a:cubicBezTo>
                  <a:cubicBezTo>
                    <a:pt x="19832" y="55774"/>
                    <a:pt x="19714" y="55802"/>
                    <a:pt x="19607" y="55802"/>
                  </a:cubicBezTo>
                  <a:cubicBezTo>
                    <a:pt x="19412" y="55802"/>
                    <a:pt x="19256" y="55708"/>
                    <a:pt x="19110" y="55485"/>
                  </a:cubicBezTo>
                  <a:cubicBezTo>
                    <a:pt x="18919" y="55199"/>
                    <a:pt x="18753" y="54902"/>
                    <a:pt x="18610" y="54592"/>
                  </a:cubicBezTo>
                  <a:cubicBezTo>
                    <a:pt x="18586" y="54532"/>
                    <a:pt x="18562" y="54485"/>
                    <a:pt x="18550" y="54437"/>
                  </a:cubicBezTo>
                  <a:cubicBezTo>
                    <a:pt x="18443" y="54318"/>
                    <a:pt x="18479" y="54235"/>
                    <a:pt x="18645" y="54211"/>
                  </a:cubicBezTo>
                  <a:cubicBezTo>
                    <a:pt x="18776" y="54128"/>
                    <a:pt x="18907" y="54068"/>
                    <a:pt x="19062" y="54021"/>
                  </a:cubicBezTo>
                  <a:cubicBezTo>
                    <a:pt x="19276" y="53925"/>
                    <a:pt x="19491" y="53830"/>
                    <a:pt x="19717" y="53723"/>
                  </a:cubicBezTo>
                  <a:cubicBezTo>
                    <a:pt x="25301" y="51651"/>
                    <a:pt x="30754" y="49198"/>
                    <a:pt x="36231" y="46853"/>
                  </a:cubicBezTo>
                  <a:close/>
                  <a:moveTo>
                    <a:pt x="33957" y="52699"/>
                  </a:moveTo>
                  <a:cubicBezTo>
                    <a:pt x="34624" y="52913"/>
                    <a:pt x="35314" y="53032"/>
                    <a:pt x="35969" y="53330"/>
                  </a:cubicBezTo>
                  <a:cubicBezTo>
                    <a:pt x="36767" y="53699"/>
                    <a:pt x="37505" y="54187"/>
                    <a:pt x="38160" y="54794"/>
                  </a:cubicBezTo>
                  <a:cubicBezTo>
                    <a:pt x="39466" y="56018"/>
                    <a:pt x="40180" y="57621"/>
                    <a:pt x="40479" y="59366"/>
                  </a:cubicBezTo>
                  <a:lnTo>
                    <a:pt x="40479" y="59366"/>
                  </a:lnTo>
                  <a:cubicBezTo>
                    <a:pt x="38817" y="59067"/>
                    <a:pt x="37128" y="58918"/>
                    <a:pt x="35433" y="58918"/>
                  </a:cubicBezTo>
                  <a:cubicBezTo>
                    <a:pt x="34834" y="58918"/>
                    <a:pt x="34235" y="58936"/>
                    <a:pt x="33635" y="58974"/>
                  </a:cubicBezTo>
                  <a:cubicBezTo>
                    <a:pt x="33671" y="57509"/>
                    <a:pt x="32778" y="55806"/>
                    <a:pt x="31433" y="55128"/>
                  </a:cubicBezTo>
                  <a:cubicBezTo>
                    <a:pt x="32469" y="54580"/>
                    <a:pt x="33457" y="53735"/>
                    <a:pt x="33957" y="52699"/>
                  </a:cubicBezTo>
                  <a:close/>
                  <a:moveTo>
                    <a:pt x="13879" y="21702"/>
                  </a:moveTo>
                  <a:cubicBezTo>
                    <a:pt x="14778" y="21702"/>
                    <a:pt x="15641" y="22197"/>
                    <a:pt x="16205" y="22874"/>
                  </a:cubicBezTo>
                  <a:cubicBezTo>
                    <a:pt x="16883" y="23648"/>
                    <a:pt x="17086" y="24731"/>
                    <a:pt x="16728" y="25696"/>
                  </a:cubicBezTo>
                  <a:cubicBezTo>
                    <a:pt x="16359" y="26767"/>
                    <a:pt x="15609" y="27660"/>
                    <a:pt x="15002" y="28589"/>
                  </a:cubicBezTo>
                  <a:cubicBezTo>
                    <a:pt x="13204" y="31375"/>
                    <a:pt x="11895" y="34435"/>
                    <a:pt x="11109" y="37649"/>
                  </a:cubicBezTo>
                  <a:cubicBezTo>
                    <a:pt x="10097" y="41888"/>
                    <a:pt x="10156" y="46365"/>
                    <a:pt x="11430" y="50532"/>
                  </a:cubicBezTo>
                  <a:cubicBezTo>
                    <a:pt x="12645" y="54532"/>
                    <a:pt x="14931" y="58235"/>
                    <a:pt x="18098" y="60998"/>
                  </a:cubicBezTo>
                  <a:cubicBezTo>
                    <a:pt x="19003" y="61771"/>
                    <a:pt x="19955" y="62486"/>
                    <a:pt x="20943" y="63153"/>
                  </a:cubicBezTo>
                  <a:cubicBezTo>
                    <a:pt x="21181" y="63319"/>
                    <a:pt x="21420" y="63486"/>
                    <a:pt x="21670" y="63641"/>
                  </a:cubicBezTo>
                  <a:cubicBezTo>
                    <a:pt x="21836" y="63760"/>
                    <a:pt x="22134" y="63903"/>
                    <a:pt x="22265" y="64069"/>
                  </a:cubicBezTo>
                  <a:cubicBezTo>
                    <a:pt x="22515" y="64403"/>
                    <a:pt x="22062" y="64665"/>
                    <a:pt x="21848" y="64855"/>
                  </a:cubicBezTo>
                  <a:lnTo>
                    <a:pt x="21027" y="65581"/>
                  </a:lnTo>
                  <a:cubicBezTo>
                    <a:pt x="19050" y="67332"/>
                    <a:pt x="17074" y="69082"/>
                    <a:pt x="15097" y="70844"/>
                  </a:cubicBezTo>
                  <a:lnTo>
                    <a:pt x="13728" y="72058"/>
                  </a:lnTo>
                  <a:cubicBezTo>
                    <a:pt x="13538" y="72249"/>
                    <a:pt x="13347" y="72416"/>
                    <a:pt x="13133" y="72559"/>
                  </a:cubicBezTo>
                  <a:cubicBezTo>
                    <a:pt x="13045" y="72605"/>
                    <a:pt x="12958" y="72625"/>
                    <a:pt x="12872" y="72625"/>
                  </a:cubicBezTo>
                  <a:cubicBezTo>
                    <a:pt x="12561" y="72625"/>
                    <a:pt x="12265" y="72369"/>
                    <a:pt x="12014" y="72201"/>
                  </a:cubicBezTo>
                  <a:cubicBezTo>
                    <a:pt x="10954" y="71499"/>
                    <a:pt x="9882" y="70784"/>
                    <a:pt x="8811" y="70070"/>
                  </a:cubicBezTo>
                  <a:cubicBezTo>
                    <a:pt x="7001" y="68856"/>
                    <a:pt x="5156" y="67665"/>
                    <a:pt x="3608" y="66117"/>
                  </a:cubicBezTo>
                  <a:cubicBezTo>
                    <a:pt x="2000" y="64522"/>
                    <a:pt x="976" y="62426"/>
                    <a:pt x="726" y="60176"/>
                  </a:cubicBezTo>
                  <a:cubicBezTo>
                    <a:pt x="453" y="57747"/>
                    <a:pt x="798" y="55271"/>
                    <a:pt x="1119" y="52866"/>
                  </a:cubicBezTo>
                  <a:cubicBezTo>
                    <a:pt x="1441" y="50389"/>
                    <a:pt x="1893" y="47925"/>
                    <a:pt x="2441" y="45496"/>
                  </a:cubicBezTo>
                  <a:cubicBezTo>
                    <a:pt x="2929" y="43317"/>
                    <a:pt x="3429" y="41138"/>
                    <a:pt x="4155" y="39031"/>
                  </a:cubicBezTo>
                  <a:cubicBezTo>
                    <a:pt x="4298" y="38626"/>
                    <a:pt x="4548" y="38304"/>
                    <a:pt x="4691" y="37911"/>
                  </a:cubicBezTo>
                  <a:cubicBezTo>
                    <a:pt x="4906" y="37364"/>
                    <a:pt x="5072" y="36792"/>
                    <a:pt x="5263" y="36233"/>
                  </a:cubicBezTo>
                  <a:cubicBezTo>
                    <a:pt x="5632" y="35149"/>
                    <a:pt x="6025" y="34054"/>
                    <a:pt x="6418" y="32982"/>
                  </a:cubicBezTo>
                  <a:cubicBezTo>
                    <a:pt x="6799" y="31934"/>
                    <a:pt x="7180" y="30875"/>
                    <a:pt x="7584" y="29839"/>
                  </a:cubicBezTo>
                  <a:cubicBezTo>
                    <a:pt x="8144" y="28565"/>
                    <a:pt x="8716" y="27327"/>
                    <a:pt x="9323" y="26089"/>
                  </a:cubicBezTo>
                  <a:cubicBezTo>
                    <a:pt x="9632" y="25457"/>
                    <a:pt x="9954" y="24826"/>
                    <a:pt x="10287" y="24207"/>
                  </a:cubicBezTo>
                  <a:cubicBezTo>
                    <a:pt x="11121" y="22921"/>
                    <a:pt x="12216" y="21790"/>
                    <a:pt x="13728" y="21707"/>
                  </a:cubicBezTo>
                  <a:cubicBezTo>
                    <a:pt x="13779" y="21704"/>
                    <a:pt x="13829" y="21702"/>
                    <a:pt x="13879" y="21702"/>
                  </a:cubicBezTo>
                  <a:close/>
                  <a:moveTo>
                    <a:pt x="35554" y="59446"/>
                  </a:moveTo>
                  <a:cubicBezTo>
                    <a:pt x="35712" y="59446"/>
                    <a:pt x="35870" y="59447"/>
                    <a:pt x="36028" y="59450"/>
                  </a:cubicBezTo>
                  <a:cubicBezTo>
                    <a:pt x="40910" y="59545"/>
                    <a:pt x="45851" y="60914"/>
                    <a:pt x="49899" y="63665"/>
                  </a:cubicBezTo>
                  <a:cubicBezTo>
                    <a:pt x="51054" y="64427"/>
                    <a:pt x="52102" y="65343"/>
                    <a:pt x="53031" y="66367"/>
                  </a:cubicBezTo>
                  <a:cubicBezTo>
                    <a:pt x="50137" y="67451"/>
                    <a:pt x="47173" y="68272"/>
                    <a:pt x="44172" y="69070"/>
                  </a:cubicBezTo>
                  <a:cubicBezTo>
                    <a:pt x="41112" y="69868"/>
                    <a:pt x="38041" y="70689"/>
                    <a:pt x="35005" y="71618"/>
                  </a:cubicBezTo>
                  <a:cubicBezTo>
                    <a:pt x="28968" y="73440"/>
                    <a:pt x="23039" y="75559"/>
                    <a:pt x="17217" y="77976"/>
                  </a:cubicBezTo>
                  <a:cubicBezTo>
                    <a:pt x="15597" y="78643"/>
                    <a:pt x="14002" y="79333"/>
                    <a:pt x="12406" y="80048"/>
                  </a:cubicBezTo>
                  <a:cubicBezTo>
                    <a:pt x="10942" y="80690"/>
                    <a:pt x="9382" y="81333"/>
                    <a:pt x="8001" y="82179"/>
                  </a:cubicBezTo>
                  <a:cubicBezTo>
                    <a:pt x="7418" y="78452"/>
                    <a:pt x="7346" y="74535"/>
                    <a:pt x="9561" y="71296"/>
                  </a:cubicBezTo>
                  <a:lnTo>
                    <a:pt x="9787" y="71451"/>
                  </a:lnTo>
                  <a:cubicBezTo>
                    <a:pt x="10323" y="71808"/>
                    <a:pt x="10859" y="72154"/>
                    <a:pt x="11394" y="72511"/>
                  </a:cubicBezTo>
                  <a:cubicBezTo>
                    <a:pt x="11811" y="72809"/>
                    <a:pt x="12276" y="73225"/>
                    <a:pt x="12799" y="73249"/>
                  </a:cubicBezTo>
                  <a:cubicBezTo>
                    <a:pt x="12815" y="73250"/>
                    <a:pt x="12830" y="73250"/>
                    <a:pt x="12845" y="73250"/>
                  </a:cubicBezTo>
                  <a:cubicBezTo>
                    <a:pt x="13345" y="73250"/>
                    <a:pt x="13703" y="72871"/>
                    <a:pt x="14050" y="72559"/>
                  </a:cubicBezTo>
                  <a:lnTo>
                    <a:pt x="15705" y="71094"/>
                  </a:lnTo>
                  <a:lnTo>
                    <a:pt x="18729" y="68403"/>
                  </a:lnTo>
                  <a:lnTo>
                    <a:pt x="21908" y="65581"/>
                  </a:lnTo>
                  <a:cubicBezTo>
                    <a:pt x="22539" y="65010"/>
                    <a:pt x="23479" y="64319"/>
                    <a:pt x="22586" y="63498"/>
                  </a:cubicBezTo>
                  <a:cubicBezTo>
                    <a:pt x="22217" y="63188"/>
                    <a:pt x="21824" y="62914"/>
                    <a:pt x="21420" y="62664"/>
                  </a:cubicBezTo>
                  <a:cubicBezTo>
                    <a:pt x="25848" y="60681"/>
                    <a:pt x="30689" y="59446"/>
                    <a:pt x="35554" y="59446"/>
                  </a:cubicBezTo>
                  <a:close/>
                  <a:moveTo>
                    <a:pt x="53376" y="66772"/>
                  </a:moveTo>
                  <a:cubicBezTo>
                    <a:pt x="53947" y="67475"/>
                    <a:pt x="54436" y="68248"/>
                    <a:pt x="54817" y="69070"/>
                  </a:cubicBezTo>
                  <a:cubicBezTo>
                    <a:pt x="50887" y="70106"/>
                    <a:pt x="46982" y="71296"/>
                    <a:pt x="43101" y="72487"/>
                  </a:cubicBezTo>
                  <a:cubicBezTo>
                    <a:pt x="39148" y="73713"/>
                    <a:pt x="35207" y="74987"/>
                    <a:pt x="31290" y="76321"/>
                  </a:cubicBezTo>
                  <a:cubicBezTo>
                    <a:pt x="27373" y="77654"/>
                    <a:pt x="23467" y="79047"/>
                    <a:pt x="19586" y="80500"/>
                  </a:cubicBezTo>
                  <a:cubicBezTo>
                    <a:pt x="17669" y="81214"/>
                    <a:pt x="15752" y="81953"/>
                    <a:pt x="13835" y="82703"/>
                  </a:cubicBezTo>
                  <a:cubicBezTo>
                    <a:pt x="12847" y="83084"/>
                    <a:pt x="11859" y="83477"/>
                    <a:pt x="10882" y="83869"/>
                  </a:cubicBezTo>
                  <a:lnTo>
                    <a:pt x="9454" y="84441"/>
                  </a:lnTo>
                  <a:cubicBezTo>
                    <a:pt x="9251" y="84524"/>
                    <a:pt x="8989" y="84691"/>
                    <a:pt x="8775" y="84715"/>
                  </a:cubicBezTo>
                  <a:cubicBezTo>
                    <a:pt x="8759" y="84716"/>
                    <a:pt x="8743" y="84717"/>
                    <a:pt x="8728" y="84717"/>
                  </a:cubicBezTo>
                  <a:cubicBezTo>
                    <a:pt x="8373" y="84717"/>
                    <a:pt x="8404" y="84322"/>
                    <a:pt x="8346" y="84048"/>
                  </a:cubicBezTo>
                  <a:cubicBezTo>
                    <a:pt x="8239" y="83477"/>
                    <a:pt x="8132" y="82905"/>
                    <a:pt x="8037" y="82322"/>
                  </a:cubicBezTo>
                  <a:cubicBezTo>
                    <a:pt x="9406" y="81857"/>
                    <a:pt x="10728" y="81191"/>
                    <a:pt x="12061" y="80607"/>
                  </a:cubicBezTo>
                  <a:cubicBezTo>
                    <a:pt x="13490" y="79988"/>
                    <a:pt x="14931" y="79369"/>
                    <a:pt x="16383" y="78774"/>
                  </a:cubicBezTo>
                  <a:cubicBezTo>
                    <a:pt x="19276" y="77571"/>
                    <a:pt x="22205" y="76440"/>
                    <a:pt x="25158" y="75380"/>
                  </a:cubicBezTo>
                  <a:cubicBezTo>
                    <a:pt x="31064" y="73249"/>
                    <a:pt x="37064" y="71416"/>
                    <a:pt x="43137" y="69832"/>
                  </a:cubicBezTo>
                  <a:cubicBezTo>
                    <a:pt x="46577" y="68939"/>
                    <a:pt x="50054" y="68082"/>
                    <a:pt x="53376" y="66772"/>
                  </a:cubicBezTo>
                  <a:close/>
                  <a:moveTo>
                    <a:pt x="14878" y="0"/>
                  </a:moveTo>
                  <a:cubicBezTo>
                    <a:pt x="14852" y="0"/>
                    <a:pt x="14826" y="5"/>
                    <a:pt x="14800" y="14"/>
                  </a:cubicBezTo>
                  <a:cubicBezTo>
                    <a:pt x="13288" y="443"/>
                    <a:pt x="11775" y="895"/>
                    <a:pt x="10275" y="1383"/>
                  </a:cubicBezTo>
                  <a:cubicBezTo>
                    <a:pt x="8787" y="1871"/>
                    <a:pt x="7311" y="2478"/>
                    <a:pt x="5799" y="2871"/>
                  </a:cubicBezTo>
                  <a:cubicBezTo>
                    <a:pt x="5608" y="2943"/>
                    <a:pt x="5560" y="3181"/>
                    <a:pt x="5715" y="3312"/>
                  </a:cubicBezTo>
                  <a:cubicBezTo>
                    <a:pt x="6144" y="3610"/>
                    <a:pt x="6584" y="3860"/>
                    <a:pt x="7049" y="4098"/>
                  </a:cubicBezTo>
                  <a:cubicBezTo>
                    <a:pt x="7049" y="4122"/>
                    <a:pt x="7049" y="4157"/>
                    <a:pt x="7061" y="4181"/>
                  </a:cubicBezTo>
                  <a:cubicBezTo>
                    <a:pt x="7692" y="5646"/>
                    <a:pt x="8382" y="7086"/>
                    <a:pt x="9001" y="8563"/>
                  </a:cubicBezTo>
                  <a:cubicBezTo>
                    <a:pt x="9573" y="9967"/>
                    <a:pt x="10085" y="11408"/>
                    <a:pt x="10787" y="12754"/>
                  </a:cubicBezTo>
                  <a:cubicBezTo>
                    <a:pt x="10490" y="12861"/>
                    <a:pt x="10192" y="12968"/>
                    <a:pt x="9894" y="13087"/>
                  </a:cubicBezTo>
                  <a:cubicBezTo>
                    <a:pt x="9251" y="13325"/>
                    <a:pt x="8537" y="13539"/>
                    <a:pt x="7977" y="13932"/>
                  </a:cubicBezTo>
                  <a:cubicBezTo>
                    <a:pt x="7346" y="14385"/>
                    <a:pt x="7144" y="15040"/>
                    <a:pt x="7287" y="15790"/>
                  </a:cubicBezTo>
                  <a:cubicBezTo>
                    <a:pt x="7465" y="16695"/>
                    <a:pt x="7739" y="17599"/>
                    <a:pt x="8001" y="18492"/>
                  </a:cubicBezTo>
                  <a:cubicBezTo>
                    <a:pt x="8525" y="20302"/>
                    <a:pt x="9049" y="22243"/>
                    <a:pt x="9978" y="23898"/>
                  </a:cubicBezTo>
                  <a:cubicBezTo>
                    <a:pt x="8894" y="25505"/>
                    <a:pt x="8156" y="27362"/>
                    <a:pt x="7453" y="29137"/>
                  </a:cubicBezTo>
                  <a:cubicBezTo>
                    <a:pt x="7132" y="29958"/>
                    <a:pt x="6811" y="30768"/>
                    <a:pt x="6501" y="31589"/>
                  </a:cubicBezTo>
                  <a:cubicBezTo>
                    <a:pt x="3870" y="37685"/>
                    <a:pt x="1989" y="44091"/>
                    <a:pt x="905" y="50639"/>
                  </a:cubicBezTo>
                  <a:cubicBezTo>
                    <a:pt x="500" y="53068"/>
                    <a:pt x="143" y="55545"/>
                    <a:pt x="72" y="58009"/>
                  </a:cubicBezTo>
                  <a:cubicBezTo>
                    <a:pt x="0" y="60414"/>
                    <a:pt x="405" y="62807"/>
                    <a:pt x="1774" y="64831"/>
                  </a:cubicBezTo>
                  <a:cubicBezTo>
                    <a:pt x="3012" y="66653"/>
                    <a:pt x="4798" y="68034"/>
                    <a:pt x="6584" y="69284"/>
                  </a:cubicBezTo>
                  <a:cubicBezTo>
                    <a:pt x="7442" y="69880"/>
                    <a:pt x="8311" y="70451"/>
                    <a:pt x="9180" y="71035"/>
                  </a:cubicBezTo>
                  <a:cubicBezTo>
                    <a:pt x="6834" y="74249"/>
                    <a:pt x="6799" y="78428"/>
                    <a:pt x="7358" y="82203"/>
                  </a:cubicBezTo>
                  <a:cubicBezTo>
                    <a:pt x="7430" y="82715"/>
                    <a:pt x="7525" y="83226"/>
                    <a:pt x="7608" y="83738"/>
                  </a:cubicBezTo>
                  <a:cubicBezTo>
                    <a:pt x="7692" y="84155"/>
                    <a:pt x="7704" y="84691"/>
                    <a:pt x="7930" y="85060"/>
                  </a:cubicBezTo>
                  <a:cubicBezTo>
                    <a:pt x="8092" y="85333"/>
                    <a:pt x="8327" y="85431"/>
                    <a:pt x="8591" y="85431"/>
                  </a:cubicBezTo>
                  <a:cubicBezTo>
                    <a:pt x="9120" y="85431"/>
                    <a:pt x="9767" y="85036"/>
                    <a:pt x="10180" y="84870"/>
                  </a:cubicBezTo>
                  <a:cubicBezTo>
                    <a:pt x="12192" y="84048"/>
                    <a:pt x="14216" y="83250"/>
                    <a:pt x="16252" y="82464"/>
                  </a:cubicBezTo>
                  <a:cubicBezTo>
                    <a:pt x="24432" y="79309"/>
                    <a:pt x="32707" y="76416"/>
                    <a:pt x="41065" y="73785"/>
                  </a:cubicBezTo>
                  <a:cubicBezTo>
                    <a:pt x="45792" y="72285"/>
                    <a:pt x="50554" y="70939"/>
                    <a:pt x="55317" y="69534"/>
                  </a:cubicBezTo>
                  <a:cubicBezTo>
                    <a:pt x="55459" y="69487"/>
                    <a:pt x="55543" y="69320"/>
                    <a:pt x="55495" y="69165"/>
                  </a:cubicBezTo>
                  <a:cubicBezTo>
                    <a:pt x="53483" y="64772"/>
                    <a:pt x="48994" y="61962"/>
                    <a:pt x="44565" y="60426"/>
                  </a:cubicBezTo>
                  <a:cubicBezTo>
                    <a:pt x="43422" y="60033"/>
                    <a:pt x="42255" y="59712"/>
                    <a:pt x="41065" y="59474"/>
                  </a:cubicBezTo>
                  <a:cubicBezTo>
                    <a:pt x="40898" y="57616"/>
                    <a:pt x="39934" y="55783"/>
                    <a:pt x="38588" y="54509"/>
                  </a:cubicBezTo>
                  <a:cubicBezTo>
                    <a:pt x="37922" y="53866"/>
                    <a:pt x="37148" y="53354"/>
                    <a:pt x="36302" y="52985"/>
                  </a:cubicBezTo>
                  <a:cubicBezTo>
                    <a:pt x="35636" y="52699"/>
                    <a:pt x="34850" y="52413"/>
                    <a:pt x="34100" y="52401"/>
                  </a:cubicBezTo>
                  <a:cubicBezTo>
                    <a:pt x="34338" y="51818"/>
                    <a:pt x="34409" y="51163"/>
                    <a:pt x="34278" y="50532"/>
                  </a:cubicBezTo>
                  <a:cubicBezTo>
                    <a:pt x="35052" y="50282"/>
                    <a:pt x="35826" y="50044"/>
                    <a:pt x="36612" y="49830"/>
                  </a:cubicBezTo>
                  <a:cubicBezTo>
                    <a:pt x="36838" y="49758"/>
                    <a:pt x="37100" y="49710"/>
                    <a:pt x="37243" y="49496"/>
                  </a:cubicBezTo>
                  <a:cubicBezTo>
                    <a:pt x="37422" y="49246"/>
                    <a:pt x="37326" y="48948"/>
                    <a:pt x="37267" y="48675"/>
                  </a:cubicBezTo>
                  <a:cubicBezTo>
                    <a:pt x="37112" y="47913"/>
                    <a:pt x="36898" y="47163"/>
                    <a:pt x="36624" y="46424"/>
                  </a:cubicBezTo>
                  <a:cubicBezTo>
                    <a:pt x="36587" y="46324"/>
                    <a:pt x="36494" y="46265"/>
                    <a:pt x="36394" y="46265"/>
                  </a:cubicBezTo>
                  <a:cubicBezTo>
                    <a:pt x="36363" y="46265"/>
                    <a:pt x="36333" y="46270"/>
                    <a:pt x="36302" y="46281"/>
                  </a:cubicBezTo>
                  <a:cubicBezTo>
                    <a:pt x="35124" y="46782"/>
                    <a:pt x="33945" y="47282"/>
                    <a:pt x="32766" y="47782"/>
                  </a:cubicBezTo>
                  <a:cubicBezTo>
                    <a:pt x="32683" y="47496"/>
                    <a:pt x="32564" y="47222"/>
                    <a:pt x="32409" y="46960"/>
                  </a:cubicBezTo>
                  <a:cubicBezTo>
                    <a:pt x="32374" y="46908"/>
                    <a:pt x="32314" y="46875"/>
                    <a:pt x="32251" y="46875"/>
                  </a:cubicBezTo>
                  <a:cubicBezTo>
                    <a:pt x="32228" y="46875"/>
                    <a:pt x="32205" y="46879"/>
                    <a:pt x="32183" y="46889"/>
                  </a:cubicBezTo>
                  <a:cubicBezTo>
                    <a:pt x="29861" y="47853"/>
                    <a:pt x="27551" y="48829"/>
                    <a:pt x="25230" y="49782"/>
                  </a:cubicBezTo>
                  <a:cubicBezTo>
                    <a:pt x="24075" y="50258"/>
                    <a:pt x="22932" y="50722"/>
                    <a:pt x="21777" y="51187"/>
                  </a:cubicBezTo>
                  <a:cubicBezTo>
                    <a:pt x="21491" y="51306"/>
                    <a:pt x="20800" y="51401"/>
                    <a:pt x="20681" y="51746"/>
                  </a:cubicBezTo>
                  <a:cubicBezTo>
                    <a:pt x="20586" y="52032"/>
                    <a:pt x="20872" y="52401"/>
                    <a:pt x="21098" y="52651"/>
                  </a:cubicBezTo>
                  <a:cubicBezTo>
                    <a:pt x="21015" y="52687"/>
                    <a:pt x="20919" y="52723"/>
                    <a:pt x="20836" y="52758"/>
                  </a:cubicBezTo>
                  <a:lnTo>
                    <a:pt x="19003" y="53568"/>
                  </a:lnTo>
                  <a:cubicBezTo>
                    <a:pt x="18645" y="53723"/>
                    <a:pt x="17967" y="53842"/>
                    <a:pt x="18038" y="54354"/>
                  </a:cubicBezTo>
                  <a:cubicBezTo>
                    <a:pt x="18110" y="54878"/>
                    <a:pt x="18502" y="55473"/>
                    <a:pt x="18800" y="55890"/>
                  </a:cubicBezTo>
                  <a:cubicBezTo>
                    <a:pt x="19027" y="56203"/>
                    <a:pt x="19234" y="56341"/>
                    <a:pt x="19505" y="56341"/>
                  </a:cubicBezTo>
                  <a:cubicBezTo>
                    <a:pt x="19646" y="56341"/>
                    <a:pt x="19804" y="56304"/>
                    <a:pt x="19991" y="56235"/>
                  </a:cubicBezTo>
                  <a:cubicBezTo>
                    <a:pt x="21348" y="55735"/>
                    <a:pt x="22705" y="55175"/>
                    <a:pt x="24051" y="54616"/>
                  </a:cubicBezTo>
                  <a:lnTo>
                    <a:pt x="24825" y="54294"/>
                  </a:lnTo>
                  <a:cubicBezTo>
                    <a:pt x="25688" y="55388"/>
                    <a:pt x="27100" y="55859"/>
                    <a:pt x="28499" y="55859"/>
                  </a:cubicBezTo>
                  <a:cubicBezTo>
                    <a:pt x="29202" y="55859"/>
                    <a:pt x="29902" y="55740"/>
                    <a:pt x="30528" y="55521"/>
                  </a:cubicBezTo>
                  <a:cubicBezTo>
                    <a:pt x="30742" y="55449"/>
                    <a:pt x="30968" y="55354"/>
                    <a:pt x="31171" y="55259"/>
                  </a:cubicBezTo>
                  <a:cubicBezTo>
                    <a:pt x="31611" y="55735"/>
                    <a:pt x="32111" y="56140"/>
                    <a:pt x="32480" y="56688"/>
                  </a:cubicBezTo>
                  <a:cubicBezTo>
                    <a:pt x="32945" y="57366"/>
                    <a:pt x="33183" y="58188"/>
                    <a:pt x="33147" y="59009"/>
                  </a:cubicBezTo>
                  <a:cubicBezTo>
                    <a:pt x="31873" y="59116"/>
                    <a:pt x="30599" y="59295"/>
                    <a:pt x="29337" y="59557"/>
                  </a:cubicBezTo>
                  <a:cubicBezTo>
                    <a:pt x="26480" y="60164"/>
                    <a:pt x="23717" y="61140"/>
                    <a:pt x="21110" y="62462"/>
                  </a:cubicBezTo>
                  <a:cubicBezTo>
                    <a:pt x="21110" y="62462"/>
                    <a:pt x="21098" y="62450"/>
                    <a:pt x="21086" y="62450"/>
                  </a:cubicBezTo>
                  <a:cubicBezTo>
                    <a:pt x="20515" y="62045"/>
                    <a:pt x="19943" y="61641"/>
                    <a:pt x="19395" y="61200"/>
                  </a:cubicBezTo>
                  <a:cubicBezTo>
                    <a:pt x="18514" y="60509"/>
                    <a:pt x="17693" y="59747"/>
                    <a:pt x="16943" y="58926"/>
                  </a:cubicBezTo>
                  <a:cubicBezTo>
                    <a:pt x="15407" y="57235"/>
                    <a:pt x="14157" y="55306"/>
                    <a:pt x="13228" y="53223"/>
                  </a:cubicBezTo>
                  <a:cubicBezTo>
                    <a:pt x="11299" y="48984"/>
                    <a:pt x="10704" y="44281"/>
                    <a:pt x="11383" y="39685"/>
                  </a:cubicBezTo>
                  <a:cubicBezTo>
                    <a:pt x="11728" y="37328"/>
                    <a:pt x="12395" y="35018"/>
                    <a:pt x="13335" y="32827"/>
                  </a:cubicBezTo>
                  <a:cubicBezTo>
                    <a:pt x="13466" y="33542"/>
                    <a:pt x="13716" y="34280"/>
                    <a:pt x="13895" y="34971"/>
                  </a:cubicBezTo>
                  <a:cubicBezTo>
                    <a:pt x="14157" y="35947"/>
                    <a:pt x="14407" y="36935"/>
                    <a:pt x="14657" y="37923"/>
                  </a:cubicBezTo>
                  <a:cubicBezTo>
                    <a:pt x="14907" y="38864"/>
                    <a:pt x="15085" y="39852"/>
                    <a:pt x="15407" y="40769"/>
                  </a:cubicBezTo>
                  <a:cubicBezTo>
                    <a:pt x="15609" y="41365"/>
                    <a:pt x="16058" y="41675"/>
                    <a:pt x="16644" y="41675"/>
                  </a:cubicBezTo>
                  <a:cubicBezTo>
                    <a:pt x="16714" y="41675"/>
                    <a:pt x="16786" y="41671"/>
                    <a:pt x="16859" y="41662"/>
                  </a:cubicBezTo>
                  <a:cubicBezTo>
                    <a:pt x="17229" y="41614"/>
                    <a:pt x="17610" y="41519"/>
                    <a:pt x="17967" y="41388"/>
                  </a:cubicBezTo>
                  <a:cubicBezTo>
                    <a:pt x="18050" y="42471"/>
                    <a:pt x="17991" y="43567"/>
                    <a:pt x="18026" y="44650"/>
                  </a:cubicBezTo>
                  <a:cubicBezTo>
                    <a:pt x="18062" y="45853"/>
                    <a:pt x="18062" y="47127"/>
                    <a:pt x="18288" y="48317"/>
                  </a:cubicBezTo>
                  <a:cubicBezTo>
                    <a:pt x="18297" y="48488"/>
                    <a:pt x="18434" y="48598"/>
                    <a:pt x="18581" y="48598"/>
                  </a:cubicBezTo>
                  <a:cubicBezTo>
                    <a:pt x="18639" y="48598"/>
                    <a:pt x="18699" y="48581"/>
                    <a:pt x="18753" y="48544"/>
                  </a:cubicBezTo>
                  <a:cubicBezTo>
                    <a:pt x="19681" y="48008"/>
                    <a:pt x="20812" y="47794"/>
                    <a:pt x="21848" y="47555"/>
                  </a:cubicBezTo>
                  <a:cubicBezTo>
                    <a:pt x="22265" y="47460"/>
                    <a:pt x="22824" y="47413"/>
                    <a:pt x="23205" y="47210"/>
                  </a:cubicBezTo>
                  <a:cubicBezTo>
                    <a:pt x="23527" y="47032"/>
                    <a:pt x="23455" y="46686"/>
                    <a:pt x="23384" y="46389"/>
                  </a:cubicBezTo>
                  <a:cubicBezTo>
                    <a:pt x="23110" y="45329"/>
                    <a:pt x="22860" y="44269"/>
                    <a:pt x="22622" y="43210"/>
                  </a:cubicBezTo>
                  <a:cubicBezTo>
                    <a:pt x="22372" y="42114"/>
                    <a:pt x="22217" y="40995"/>
                    <a:pt x="21920" y="39924"/>
                  </a:cubicBezTo>
                  <a:lnTo>
                    <a:pt x="22170" y="39828"/>
                  </a:lnTo>
                  <a:cubicBezTo>
                    <a:pt x="22265" y="39793"/>
                    <a:pt x="22360" y="39757"/>
                    <a:pt x="22455" y="39721"/>
                  </a:cubicBezTo>
                  <a:cubicBezTo>
                    <a:pt x="22658" y="40900"/>
                    <a:pt x="23122" y="42067"/>
                    <a:pt x="23491" y="43198"/>
                  </a:cubicBezTo>
                  <a:cubicBezTo>
                    <a:pt x="23682" y="43793"/>
                    <a:pt x="23872" y="44376"/>
                    <a:pt x="24063" y="44972"/>
                  </a:cubicBezTo>
                  <a:cubicBezTo>
                    <a:pt x="24217" y="45424"/>
                    <a:pt x="24301" y="46067"/>
                    <a:pt x="24694" y="46389"/>
                  </a:cubicBezTo>
                  <a:cubicBezTo>
                    <a:pt x="24751" y="46433"/>
                    <a:pt x="24819" y="46457"/>
                    <a:pt x="24887" y="46457"/>
                  </a:cubicBezTo>
                  <a:cubicBezTo>
                    <a:pt x="24947" y="46457"/>
                    <a:pt x="25008" y="46439"/>
                    <a:pt x="25063" y="46401"/>
                  </a:cubicBezTo>
                  <a:cubicBezTo>
                    <a:pt x="25944" y="45829"/>
                    <a:pt x="26861" y="45293"/>
                    <a:pt x="27801" y="44817"/>
                  </a:cubicBezTo>
                  <a:cubicBezTo>
                    <a:pt x="28301" y="44555"/>
                    <a:pt x="28813" y="44329"/>
                    <a:pt x="29313" y="44067"/>
                  </a:cubicBezTo>
                  <a:cubicBezTo>
                    <a:pt x="29587" y="43924"/>
                    <a:pt x="29754" y="43710"/>
                    <a:pt x="29635" y="43400"/>
                  </a:cubicBezTo>
                  <a:cubicBezTo>
                    <a:pt x="29480" y="42972"/>
                    <a:pt x="29123" y="42555"/>
                    <a:pt x="28873" y="42174"/>
                  </a:cubicBezTo>
                  <a:cubicBezTo>
                    <a:pt x="28575" y="41733"/>
                    <a:pt x="28278" y="41293"/>
                    <a:pt x="27980" y="40864"/>
                  </a:cubicBezTo>
                  <a:cubicBezTo>
                    <a:pt x="27385" y="40031"/>
                    <a:pt x="26777" y="39197"/>
                    <a:pt x="26134" y="38388"/>
                  </a:cubicBezTo>
                  <a:lnTo>
                    <a:pt x="26384" y="38304"/>
                  </a:lnTo>
                  <a:cubicBezTo>
                    <a:pt x="26670" y="38197"/>
                    <a:pt x="27004" y="38126"/>
                    <a:pt x="27158" y="37852"/>
                  </a:cubicBezTo>
                  <a:cubicBezTo>
                    <a:pt x="27373" y="37507"/>
                    <a:pt x="27218" y="36983"/>
                    <a:pt x="27170" y="36614"/>
                  </a:cubicBezTo>
                  <a:cubicBezTo>
                    <a:pt x="27218" y="36566"/>
                    <a:pt x="27242" y="36495"/>
                    <a:pt x="27230" y="36423"/>
                  </a:cubicBezTo>
                  <a:cubicBezTo>
                    <a:pt x="26194" y="29303"/>
                    <a:pt x="24777" y="22231"/>
                    <a:pt x="22979" y="15266"/>
                  </a:cubicBezTo>
                  <a:cubicBezTo>
                    <a:pt x="22753" y="14385"/>
                    <a:pt x="22515" y="13492"/>
                    <a:pt x="22277" y="12611"/>
                  </a:cubicBezTo>
                  <a:cubicBezTo>
                    <a:pt x="22110" y="12015"/>
                    <a:pt x="21955" y="11349"/>
                    <a:pt x="21527" y="10884"/>
                  </a:cubicBezTo>
                  <a:cubicBezTo>
                    <a:pt x="21123" y="10442"/>
                    <a:pt x="20575" y="10295"/>
                    <a:pt x="19986" y="10295"/>
                  </a:cubicBezTo>
                  <a:cubicBezTo>
                    <a:pt x="19133" y="10295"/>
                    <a:pt x="18195" y="10603"/>
                    <a:pt x="17490" y="10765"/>
                  </a:cubicBezTo>
                  <a:cubicBezTo>
                    <a:pt x="17121" y="10849"/>
                    <a:pt x="16764" y="10932"/>
                    <a:pt x="16395" y="11027"/>
                  </a:cubicBezTo>
                  <a:cubicBezTo>
                    <a:pt x="16193" y="9527"/>
                    <a:pt x="15966" y="8027"/>
                    <a:pt x="15728" y="6538"/>
                  </a:cubicBezTo>
                  <a:cubicBezTo>
                    <a:pt x="15609" y="5812"/>
                    <a:pt x="15490" y="5086"/>
                    <a:pt x="15359" y="4348"/>
                  </a:cubicBezTo>
                  <a:cubicBezTo>
                    <a:pt x="15300" y="3991"/>
                    <a:pt x="15228" y="3621"/>
                    <a:pt x="15169" y="3264"/>
                  </a:cubicBezTo>
                  <a:cubicBezTo>
                    <a:pt x="15109" y="2943"/>
                    <a:pt x="15085" y="2550"/>
                    <a:pt x="14966" y="2240"/>
                  </a:cubicBezTo>
                  <a:cubicBezTo>
                    <a:pt x="14943" y="2169"/>
                    <a:pt x="14895" y="2097"/>
                    <a:pt x="14835" y="2038"/>
                  </a:cubicBezTo>
                  <a:cubicBezTo>
                    <a:pt x="14954" y="1455"/>
                    <a:pt x="15038" y="871"/>
                    <a:pt x="15109" y="276"/>
                  </a:cubicBezTo>
                  <a:cubicBezTo>
                    <a:pt x="15129" y="125"/>
                    <a:pt x="15014" y="0"/>
                    <a:pt x="148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39"/>
            <p:cNvSpPr/>
            <p:nvPr/>
          </p:nvSpPr>
          <p:spPr>
            <a:xfrm>
              <a:off x="3768913" y="5151925"/>
              <a:ext cx="225875" cy="213425"/>
            </a:xfrm>
            <a:custGeom>
              <a:avLst/>
              <a:gdLst/>
              <a:ahLst/>
              <a:cxnLst/>
              <a:rect l="l" t="t" r="r" b="b"/>
              <a:pathLst>
                <a:path w="9035" h="8537" extrusionOk="0">
                  <a:moveTo>
                    <a:pt x="4964" y="548"/>
                  </a:moveTo>
                  <a:cubicBezTo>
                    <a:pt x="6644" y="548"/>
                    <a:pt x="8264" y="1655"/>
                    <a:pt x="8370" y="3492"/>
                  </a:cubicBezTo>
                  <a:cubicBezTo>
                    <a:pt x="8477" y="5432"/>
                    <a:pt x="7168" y="7397"/>
                    <a:pt x="5286" y="7933"/>
                  </a:cubicBezTo>
                  <a:cubicBezTo>
                    <a:pt x="4930" y="8036"/>
                    <a:pt x="4567" y="8085"/>
                    <a:pt x="4209" y="8085"/>
                  </a:cubicBezTo>
                  <a:cubicBezTo>
                    <a:pt x="2584" y="8085"/>
                    <a:pt x="1061" y="7061"/>
                    <a:pt x="691" y="5373"/>
                  </a:cubicBezTo>
                  <a:cubicBezTo>
                    <a:pt x="536" y="4670"/>
                    <a:pt x="607" y="3932"/>
                    <a:pt x="893" y="3265"/>
                  </a:cubicBezTo>
                  <a:cubicBezTo>
                    <a:pt x="1488" y="2087"/>
                    <a:pt x="2524" y="1170"/>
                    <a:pt x="3774" y="741"/>
                  </a:cubicBezTo>
                  <a:cubicBezTo>
                    <a:pt x="4161" y="611"/>
                    <a:pt x="4564" y="548"/>
                    <a:pt x="4964" y="548"/>
                  </a:cubicBezTo>
                  <a:close/>
                  <a:moveTo>
                    <a:pt x="5076" y="0"/>
                  </a:moveTo>
                  <a:cubicBezTo>
                    <a:pt x="4867" y="0"/>
                    <a:pt x="4655" y="17"/>
                    <a:pt x="4441" y="51"/>
                  </a:cubicBezTo>
                  <a:cubicBezTo>
                    <a:pt x="2155" y="408"/>
                    <a:pt x="0" y="2706"/>
                    <a:pt x="322" y="5051"/>
                  </a:cubicBezTo>
                  <a:cubicBezTo>
                    <a:pt x="478" y="7081"/>
                    <a:pt x="2295" y="8536"/>
                    <a:pt x="4266" y="8536"/>
                  </a:cubicBezTo>
                  <a:cubicBezTo>
                    <a:pt x="4399" y="8536"/>
                    <a:pt x="4533" y="8530"/>
                    <a:pt x="4667" y="8516"/>
                  </a:cubicBezTo>
                  <a:cubicBezTo>
                    <a:pt x="6989" y="8290"/>
                    <a:pt x="8739" y="6242"/>
                    <a:pt x="8894" y="3968"/>
                  </a:cubicBezTo>
                  <a:cubicBezTo>
                    <a:pt x="9035" y="1712"/>
                    <a:pt x="7211" y="0"/>
                    <a:pt x="50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39"/>
            <p:cNvSpPr/>
            <p:nvPr/>
          </p:nvSpPr>
          <p:spPr>
            <a:xfrm>
              <a:off x="3817713" y="5197125"/>
              <a:ext cx="130200" cy="123050"/>
            </a:xfrm>
            <a:custGeom>
              <a:avLst/>
              <a:gdLst/>
              <a:ahLst/>
              <a:cxnLst/>
              <a:rect l="l" t="t" r="r" b="b"/>
              <a:pathLst>
                <a:path w="5208" h="4922" extrusionOk="0">
                  <a:moveTo>
                    <a:pt x="2859" y="310"/>
                  </a:moveTo>
                  <a:cubicBezTo>
                    <a:pt x="3827" y="310"/>
                    <a:pt x="4765" y="955"/>
                    <a:pt x="4823" y="2005"/>
                  </a:cubicBezTo>
                  <a:cubicBezTo>
                    <a:pt x="4882" y="3124"/>
                    <a:pt x="4120" y="4267"/>
                    <a:pt x="3049" y="4577"/>
                  </a:cubicBezTo>
                  <a:cubicBezTo>
                    <a:pt x="2846" y="4634"/>
                    <a:pt x="2641" y="4661"/>
                    <a:pt x="2438" y="4661"/>
                  </a:cubicBezTo>
                  <a:cubicBezTo>
                    <a:pt x="1494" y="4661"/>
                    <a:pt x="609" y="4068"/>
                    <a:pt x="394" y="3088"/>
                  </a:cubicBezTo>
                  <a:cubicBezTo>
                    <a:pt x="310" y="2684"/>
                    <a:pt x="358" y="2267"/>
                    <a:pt x="513" y="1874"/>
                  </a:cubicBezTo>
                  <a:cubicBezTo>
                    <a:pt x="858" y="1195"/>
                    <a:pt x="1453" y="672"/>
                    <a:pt x="2180" y="421"/>
                  </a:cubicBezTo>
                  <a:cubicBezTo>
                    <a:pt x="2400" y="346"/>
                    <a:pt x="2630" y="310"/>
                    <a:pt x="2859" y="310"/>
                  </a:cubicBezTo>
                  <a:close/>
                  <a:moveTo>
                    <a:pt x="2920" y="1"/>
                  </a:moveTo>
                  <a:cubicBezTo>
                    <a:pt x="2802" y="1"/>
                    <a:pt x="2681" y="10"/>
                    <a:pt x="2561" y="29"/>
                  </a:cubicBezTo>
                  <a:cubicBezTo>
                    <a:pt x="1239" y="243"/>
                    <a:pt x="1" y="1564"/>
                    <a:pt x="179" y="2910"/>
                  </a:cubicBezTo>
                  <a:cubicBezTo>
                    <a:pt x="280" y="4083"/>
                    <a:pt x="1324" y="4921"/>
                    <a:pt x="2466" y="4921"/>
                  </a:cubicBezTo>
                  <a:cubicBezTo>
                    <a:pt x="2541" y="4921"/>
                    <a:pt x="2616" y="4917"/>
                    <a:pt x="2691" y="4910"/>
                  </a:cubicBezTo>
                  <a:cubicBezTo>
                    <a:pt x="4025" y="4779"/>
                    <a:pt x="5037" y="3600"/>
                    <a:pt x="5120" y="2291"/>
                  </a:cubicBezTo>
                  <a:cubicBezTo>
                    <a:pt x="5207" y="987"/>
                    <a:pt x="4154" y="1"/>
                    <a:pt x="29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39"/>
            <p:cNvSpPr/>
            <p:nvPr/>
          </p:nvSpPr>
          <p:spPr>
            <a:xfrm>
              <a:off x="3167638" y="3949775"/>
              <a:ext cx="179500" cy="169175"/>
            </a:xfrm>
            <a:custGeom>
              <a:avLst/>
              <a:gdLst/>
              <a:ahLst/>
              <a:cxnLst/>
              <a:rect l="l" t="t" r="r" b="b"/>
              <a:pathLst>
                <a:path w="7180" h="6767" extrusionOk="0">
                  <a:moveTo>
                    <a:pt x="3690" y="438"/>
                  </a:moveTo>
                  <a:cubicBezTo>
                    <a:pt x="3797" y="438"/>
                    <a:pt x="3905" y="442"/>
                    <a:pt x="4013" y="452"/>
                  </a:cubicBezTo>
                  <a:cubicBezTo>
                    <a:pt x="5656" y="595"/>
                    <a:pt x="6561" y="2345"/>
                    <a:pt x="6299" y="3869"/>
                  </a:cubicBezTo>
                  <a:cubicBezTo>
                    <a:pt x="6055" y="5261"/>
                    <a:pt x="4841" y="6324"/>
                    <a:pt x="3436" y="6324"/>
                  </a:cubicBezTo>
                  <a:cubicBezTo>
                    <a:pt x="3398" y="6324"/>
                    <a:pt x="3360" y="6324"/>
                    <a:pt x="3322" y="6322"/>
                  </a:cubicBezTo>
                  <a:cubicBezTo>
                    <a:pt x="1798" y="6251"/>
                    <a:pt x="608" y="5012"/>
                    <a:pt x="584" y="3500"/>
                  </a:cubicBezTo>
                  <a:cubicBezTo>
                    <a:pt x="608" y="2655"/>
                    <a:pt x="929" y="1845"/>
                    <a:pt x="1477" y="1214"/>
                  </a:cubicBezTo>
                  <a:cubicBezTo>
                    <a:pt x="2107" y="710"/>
                    <a:pt x="2885" y="438"/>
                    <a:pt x="3690" y="438"/>
                  </a:cubicBezTo>
                  <a:close/>
                  <a:moveTo>
                    <a:pt x="3819" y="0"/>
                  </a:moveTo>
                  <a:cubicBezTo>
                    <a:pt x="3540" y="0"/>
                    <a:pt x="3261" y="36"/>
                    <a:pt x="2989" y="107"/>
                  </a:cubicBezTo>
                  <a:cubicBezTo>
                    <a:pt x="1667" y="297"/>
                    <a:pt x="584" y="1607"/>
                    <a:pt x="322" y="2881"/>
                  </a:cubicBezTo>
                  <a:cubicBezTo>
                    <a:pt x="0" y="4512"/>
                    <a:pt x="953" y="6131"/>
                    <a:pt x="2536" y="6632"/>
                  </a:cubicBezTo>
                  <a:cubicBezTo>
                    <a:pt x="2844" y="6723"/>
                    <a:pt x="3155" y="6767"/>
                    <a:pt x="3461" y="6767"/>
                  </a:cubicBezTo>
                  <a:cubicBezTo>
                    <a:pt x="4867" y="6767"/>
                    <a:pt x="6185" y="5852"/>
                    <a:pt x="6644" y="4465"/>
                  </a:cubicBezTo>
                  <a:cubicBezTo>
                    <a:pt x="7180" y="2881"/>
                    <a:pt x="6489" y="714"/>
                    <a:pt x="4799" y="155"/>
                  </a:cubicBezTo>
                  <a:cubicBezTo>
                    <a:pt x="4482" y="51"/>
                    <a:pt x="4151" y="0"/>
                    <a:pt x="38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39"/>
            <p:cNvSpPr/>
            <p:nvPr/>
          </p:nvSpPr>
          <p:spPr>
            <a:xfrm>
              <a:off x="3201263" y="4180650"/>
              <a:ext cx="135775" cy="143775"/>
            </a:xfrm>
            <a:custGeom>
              <a:avLst/>
              <a:gdLst/>
              <a:ahLst/>
              <a:cxnLst/>
              <a:rect l="l" t="t" r="r" b="b"/>
              <a:pathLst>
                <a:path w="5431" h="5751" extrusionOk="0">
                  <a:moveTo>
                    <a:pt x="3043" y="443"/>
                  </a:moveTo>
                  <a:cubicBezTo>
                    <a:pt x="3192" y="443"/>
                    <a:pt x="3345" y="459"/>
                    <a:pt x="3501" y="492"/>
                  </a:cubicBezTo>
                  <a:cubicBezTo>
                    <a:pt x="5263" y="873"/>
                    <a:pt x="4835" y="3100"/>
                    <a:pt x="4061" y="4207"/>
                  </a:cubicBezTo>
                  <a:cubicBezTo>
                    <a:pt x="3656" y="4790"/>
                    <a:pt x="3085" y="5231"/>
                    <a:pt x="2370" y="5314"/>
                  </a:cubicBezTo>
                  <a:cubicBezTo>
                    <a:pt x="2281" y="5326"/>
                    <a:pt x="2192" y="5332"/>
                    <a:pt x="2104" y="5332"/>
                  </a:cubicBezTo>
                  <a:cubicBezTo>
                    <a:pt x="1472" y="5332"/>
                    <a:pt x="874" y="5035"/>
                    <a:pt x="560" y="4481"/>
                  </a:cubicBezTo>
                  <a:cubicBezTo>
                    <a:pt x="203" y="3850"/>
                    <a:pt x="239" y="3040"/>
                    <a:pt x="525" y="2302"/>
                  </a:cubicBezTo>
                  <a:cubicBezTo>
                    <a:pt x="1040" y="1335"/>
                    <a:pt x="1925" y="443"/>
                    <a:pt x="3043" y="443"/>
                  </a:cubicBezTo>
                  <a:close/>
                  <a:moveTo>
                    <a:pt x="3037" y="0"/>
                  </a:moveTo>
                  <a:cubicBezTo>
                    <a:pt x="2009" y="0"/>
                    <a:pt x="1238" y="661"/>
                    <a:pt x="715" y="1504"/>
                  </a:cubicBezTo>
                  <a:cubicBezTo>
                    <a:pt x="251" y="2100"/>
                    <a:pt x="1" y="2826"/>
                    <a:pt x="1" y="3588"/>
                  </a:cubicBezTo>
                  <a:cubicBezTo>
                    <a:pt x="1" y="4796"/>
                    <a:pt x="988" y="5750"/>
                    <a:pt x="2157" y="5750"/>
                  </a:cubicBezTo>
                  <a:cubicBezTo>
                    <a:pt x="2278" y="5750"/>
                    <a:pt x="2401" y="5740"/>
                    <a:pt x="2525" y="5719"/>
                  </a:cubicBezTo>
                  <a:cubicBezTo>
                    <a:pt x="3894" y="5529"/>
                    <a:pt x="4811" y="4290"/>
                    <a:pt x="5109" y="3016"/>
                  </a:cubicBezTo>
                  <a:cubicBezTo>
                    <a:pt x="5430" y="1671"/>
                    <a:pt x="4906" y="242"/>
                    <a:pt x="3406" y="28"/>
                  </a:cubicBezTo>
                  <a:cubicBezTo>
                    <a:pt x="3280" y="9"/>
                    <a:pt x="3157" y="0"/>
                    <a:pt x="30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39"/>
            <p:cNvSpPr/>
            <p:nvPr/>
          </p:nvSpPr>
          <p:spPr>
            <a:xfrm>
              <a:off x="3213013" y="4212100"/>
              <a:ext cx="96325" cy="86350"/>
            </a:xfrm>
            <a:custGeom>
              <a:avLst/>
              <a:gdLst/>
              <a:ahLst/>
              <a:cxnLst/>
              <a:rect l="l" t="t" r="r" b="b"/>
              <a:pathLst>
                <a:path w="3853" h="3454" extrusionOk="0">
                  <a:moveTo>
                    <a:pt x="2557" y="255"/>
                  </a:moveTo>
                  <a:cubicBezTo>
                    <a:pt x="2996" y="255"/>
                    <a:pt x="3358" y="513"/>
                    <a:pt x="3436" y="961"/>
                  </a:cubicBezTo>
                  <a:cubicBezTo>
                    <a:pt x="3519" y="1389"/>
                    <a:pt x="3329" y="1770"/>
                    <a:pt x="3091" y="2127"/>
                  </a:cubicBezTo>
                  <a:cubicBezTo>
                    <a:pt x="2825" y="2522"/>
                    <a:pt x="2269" y="3157"/>
                    <a:pt x="1752" y="3157"/>
                  </a:cubicBezTo>
                  <a:cubicBezTo>
                    <a:pt x="1551" y="3157"/>
                    <a:pt x="1356" y="3061"/>
                    <a:pt x="1186" y="2818"/>
                  </a:cubicBezTo>
                  <a:cubicBezTo>
                    <a:pt x="733" y="2187"/>
                    <a:pt x="1114" y="1401"/>
                    <a:pt x="1436" y="806"/>
                  </a:cubicBezTo>
                  <a:cubicBezTo>
                    <a:pt x="1436" y="806"/>
                    <a:pt x="1436" y="806"/>
                    <a:pt x="1436" y="794"/>
                  </a:cubicBezTo>
                  <a:cubicBezTo>
                    <a:pt x="1686" y="484"/>
                    <a:pt x="2067" y="294"/>
                    <a:pt x="2472" y="258"/>
                  </a:cubicBezTo>
                  <a:cubicBezTo>
                    <a:pt x="2500" y="256"/>
                    <a:pt x="2529" y="255"/>
                    <a:pt x="2557" y="255"/>
                  </a:cubicBezTo>
                  <a:close/>
                  <a:moveTo>
                    <a:pt x="2549" y="0"/>
                  </a:moveTo>
                  <a:cubicBezTo>
                    <a:pt x="1187" y="0"/>
                    <a:pt x="0" y="2359"/>
                    <a:pt x="1222" y="3247"/>
                  </a:cubicBezTo>
                  <a:cubicBezTo>
                    <a:pt x="1418" y="3392"/>
                    <a:pt x="1616" y="3454"/>
                    <a:pt x="1809" y="3454"/>
                  </a:cubicBezTo>
                  <a:cubicBezTo>
                    <a:pt x="2516" y="3454"/>
                    <a:pt x="3158" y="2626"/>
                    <a:pt x="3448" y="2056"/>
                  </a:cubicBezTo>
                  <a:cubicBezTo>
                    <a:pt x="3853" y="1270"/>
                    <a:pt x="3734" y="139"/>
                    <a:pt x="2686" y="8"/>
                  </a:cubicBezTo>
                  <a:cubicBezTo>
                    <a:pt x="2640" y="3"/>
                    <a:pt x="2595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39"/>
            <p:cNvSpPr/>
            <p:nvPr/>
          </p:nvSpPr>
          <p:spPr>
            <a:xfrm>
              <a:off x="3201863" y="3983000"/>
              <a:ext cx="108975" cy="98425"/>
            </a:xfrm>
            <a:custGeom>
              <a:avLst/>
              <a:gdLst/>
              <a:ahLst/>
              <a:cxnLst/>
              <a:rect l="l" t="t" r="r" b="b"/>
              <a:pathLst>
                <a:path w="4359" h="3937" extrusionOk="0">
                  <a:moveTo>
                    <a:pt x="2288" y="296"/>
                  </a:moveTo>
                  <a:cubicBezTo>
                    <a:pt x="2829" y="296"/>
                    <a:pt x="3327" y="510"/>
                    <a:pt x="3549" y="1100"/>
                  </a:cubicBezTo>
                  <a:cubicBezTo>
                    <a:pt x="3858" y="1933"/>
                    <a:pt x="3489" y="3148"/>
                    <a:pt x="2632" y="3469"/>
                  </a:cubicBezTo>
                  <a:cubicBezTo>
                    <a:pt x="2416" y="3550"/>
                    <a:pt x="2193" y="3589"/>
                    <a:pt x="1977" y="3589"/>
                  </a:cubicBezTo>
                  <a:cubicBezTo>
                    <a:pt x="1241" y="3589"/>
                    <a:pt x="575" y="3133"/>
                    <a:pt x="465" y="2314"/>
                  </a:cubicBezTo>
                  <a:cubicBezTo>
                    <a:pt x="382" y="1647"/>
                    <a:pt x="632" y="993"/>
                    <a:pt x="1144" y="564"/>
                  </a:cubicBezTo>
                  <a:cubicBezTo>
                    <a:pt x="1491" y="405"/>
                    <a:pt x="1901" y="296"/>
                    <a:pt x="2288" y="296"/>
                  </a:cubicBezTo>
                  <a:close/>
                  <a:moveTo>
                    <a:pt x="2466" y="1"/>
                  </a:moveTo>
                  <a:cubicBezTo>
                    <a:pt x="2131" y="1"/>
                    <a:pt x="1784" y="87"/>
                    <a:pt x="1465" y="231"/>
                  </a:cubicBezTo>
                  <a:cubicBezTo>
                    <a:pt x="536" y="576"/>
                    <a:pt x="1" y="1552"/>
                    <a:pt x="203" y="2517"/>
                  </a:cubicBezTo>
                  <a:cubicBezTo>
                    <a:pt x="385" y="3435"/>
                    <a:pt x="1178" y="3937"/>
                    <a:pt x="2026" y="3937"/>
                  </a:cubicBezTo>
                  <a:cubicBezTo>
                    <a:pt x="2288" y="3937"/>
                    <a:pt x="2555" y="3889"/>
                    <a:pt x="2811" y="3790"/>
                  </a:cubicBezTo>
                  <a:cubicBezTo>
                    <a:pt x="3894" y="3374"/>
                    <a:pt x="4358" y="1850"/>
                    <a:pt x="3846" y="838"/>
                  </a:cubicBezTo>
                  <a:cubicBezTo>
                    <a:pt x="3542" y="237"/>
                    <a:pt x="3020" y="1"/>
                    <a:pt x="24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39"/>
            <p:cNvSpPr/>
            <p:nvPr/>
          </p:nvSpPr>
          <p:spPr>
            <a:xfrm>
              <a:off x="2974463" y="4702475"/>
              <a:ext cx="285775" cy="652100"/>
            </a:xfrm>
            <a:custGeom>
              <a:avLst/>
              <a:gdLst/>
              <a:ahLst/>
              <a:cxnLst/>
              <a:rect l="l" t="t" r="r" b="b"/>
              <a:pathLst>
                <a:path w="11431" h="26084" extrusionOk="0">
                  <a:moveTo>
                    <a:pt x="2429" y="2074"/>
                  </a:moveTo>
                  <a:lnTo>
                    <a:pt x="2429" y="2074"/>
                  </a:lnTo>
                  <a:cubicBezTo>
                    <a:pt x="2308" y="2428"/>
                    <a:pt x="2186" y="2791"/>
                    <a:pt x="2074" y="3156"/>
                  </a:cubicBezTo>
                  <a:lnTo>
                    <a:pt x="2074" y="3156"/>
                  </a:lnTo>
                  <a:cubicBezTo>
                    <a:pt x="2175" y="2785"/>
                    <a:pt x="2287" y="2425"/>
                    <a:pt x="2429" y="2074"/>
                  </a:cubicBezTo>
                  <a:close/>
                  <a:moveTo>
                    <a:pt x="3940" y="525"/>
                  </a:moveTo>
                  <a:cubicBezTo>
                    <a:pt x="3956" y="525"/>
                    <a:pt x="3972" y="526"/>
                    <a:pt x="3989" y="527"/>
                  </a:cubicBezTo>
                  <a:cubicBezTo>
                    <a:pt x="4584" y="550"/>
                    <a:pt x="4775" y="1134"/>
                    <a:pt x="4846" y="1634"/>
                  </a:cubicBezTo>
                  <a:cubicBezTo>
                    <a:pt x="5001" y="2729"/>
                    <a:pt x="4858" y="3860"/>
                    <a:pt x="4763" y="4956"/>
                  </a:cubicBezTo>
                  <a:cubicBezTo>
                    <a:pt x="4417" y="9051"/>
                    <a:pt x="4906" y="13099"/>
                    <a:pt x="6561" y="16898"/>
                  </a:cubicBezTo>
                  <a:cubicBezTo>
                    <a:pt x="7406" y="18803"/>
                    <a:pt x="8573" y="20458"/>
                    <a:pt x="9716" y="22196"/>
                  </a:cubicBezTo>
                  <a:cubicBezTo>
                    <a:pt x="10216" y="22934"/>
                    <a:pt x="11287" y="24351"/>
                    <a:pt x="10728" y="25268"/>
                  </a:cubicBezTo>
                  <a:lnTo>
                    <a:pt x="10728" y="25280"/>
                  </a:lnTo>
                  <a:cubicBezTo>
                    <a:pt x="10555" y="25563"/>
                    <a:pt x="10276" y="25671"/>
                    <a:pt x="9951" y="25671"/>
                  </a:cubicBezTo>
                  <a:cubicBezTo>
                    <a:pt x="9159" y="25671"/>
                    <a:pt x="8093" y="25031"/>
                    <a:pt x="7620" y="24744"/>
                  </a:cubicBezTo>
                  <a:cubicBezTo>
                    <a:pt x="5930" y="23708"/>
                    <a:pt x="4298" y="22446"/>
                    <a:pt x="3024" y="20922"/>
                  </a:cubicBezTo>
                  <a:cubicBezTo>
                    <a:pt x="1667" y="19326"/>
                    <a:pt x="846" y="17338"/>
                    <a:pt x="667" y="15243"/>
                  </a:cubicBezTo>
                  <a:cubicBezTo>
                    <a:pt x="429" y="12766"/>
                    <a:pt x="846" y="10230"/>
                    <a:pt x="1286" y="7789"/>
                  </a:cubicBezTo>
                  <a:cubicBezTo>
                    <a:pt x="1715" y="5563"/>
                    <a:pt x="2251" y="3348"/>
                    <a:pt x="2893" y="1169"/>
                  </a:cubicBezTo>
                  <a:cubicBezTo>
                    <a:pt x="3146" y="825"/>
                    <a:pt x="3509" y="525"/>
                    <a:pt x="3940" y="525"/>
                  </a:cubicBezTo>
                  <a:close/>
                  <a:moveTo>
                    <a:pt x="3996" y="1"/>
                  </a:moveTo>
                  <a:cubicBezTo>
                    <a:pt x="3643" y="1"/>
                    <a:pt x="3276" y="134"/>
                    <a:pt x="2965" y="396"/>
                  </a:cubicBezTo>
                  <a:cubicBezTo>
                    <a:pt x="2572" y="741"/>
                    <a:pt x="2370" y="1253"/>
                    <a:pt x="2203" y="1741"/>
                  </a:cubicBezTo>
                  <a:cubicBezTo>
                    <a:pt x="2001" y="2348"/>
                    <a:pt x="1834" y="2979"/>
                    <a:pt x="1667" y="3598"/>
                  </a:cubicBezTo>
                  <a:cubicBezTo>
                    <a:pt x="1346" y="4884"/>
                    <a:pt x="1096" y="6194"/>
                    <a:pt x="941" y="7515"/>
                  </a:cubicBezTo>
                  <a:cubicBezTo>
                    <a:pt x="941" y="7527"/>
                    <a:pt x="941" y="7539"/>
                    <a:pt x="941" y="7551"/>
                  </a:cubicBezTo>
                  <a:cubicBezTo>
                    <a:pt x="441" y="9932"/>
                    <a:pt x="0" y="12421"/>
                    <a:pt x="119" y="14862"/>
                  </a:cubicBezTo>
                  <a:cubicBezTo>
                    <a:pt x="215" y="17124"/>
                    <a:pt x="1060" y="19291"/>
                    <a:pt x="2501" y="21029"/>
                  </a:cubicBezTo>
                  <a:cubicBezTo>
                    <a:pt x="3834" y="22624"/>
                    <a:pt x="5549" y="23922"/>
                    <a:pt x="7311" y="25041"/>
                  </a:cubicBezTo>
                  <a:cubicBezTo>
                    <a:pt x="8064" y="25536"/>
                    <a:pt x="9028" y="26083"/>
                    <a:pt x="9975" y="26083"/>
                  </a:cubicBezTo>
                  <a:cubicBezTo>
                    <a:pt x="10032" y="26083"/>
                    <a:pt x="10088" y="26081"/>
                    <a:pt x="10144" y="26077"/>
                  </a:cubicBezTo>
                  <a:cubicBezTo>
                    <a:pt x="11097" y="26006"/>
                    <a:pt x="11430" y="25041"/>
                    <a:pt x="11204" y="24232"/>
                  </a:cubicBezTo>
                  <a:cubicBezTo>
                    <a:pt x="10918" y="23160"/>
                    <a:pt x="10180" y="22184"/>
                    <a:pt x="9537" y="21303"/>
                  </a:cubicBezTo>
                  <a:cubicBezTo>
                    <a:pt x="8835" y="20327"/>
                    <a:pt x="8204" y="19315"/>
                    <a:pt x="7632" y="18255"/>
                  </a:cubicBezTo>
                  <a:cubicBezTo>
                    <a:pt x="6001" y="15100"/>
                    <a:pt x="5132" y="11611"/>
                    <a:pt x="5072" y="8063"/>
                  </a:cubicBezTo>
                  <a:cubicBezTo>
                    <a:pt x="5060" y="6813"/>
                    <a:pt x="5203" y="5599"/>
                    <a:pt x="5322" y="4360"/>
                  </a:cubicBezTo>
                  <a:cubicBezTo>
                    <a:pt x="5394" y="3694"/>
                    <a:pt x="5430" y="3039"/>
                    <a:pt x="5441" y="2372"/>
                  </a:cubicBezTo>
                  <a:cubicBezTo>
                    <a:pt x="5430" y="1848"/>
                    <a:pt x="5418" y="1289"/>
                    <a:pt x="5203" y="800"/>
                  </a:cubicBezTo>
                  <a:cubicBezTo>
                    <a:pt x="4960" y="264"/>
                    <a:pt x="4492" y="1"/>
                    <a:pt x="39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39"/>
            <p:cNvSpPr/>
            <p:nvPr/>
          </p:nvSpPr>
          <p:spPr>
            <a:xfrm>
              <a:off x="3061063" y="4343425"/>
              <a:ext cx="186975" cy="328200"/>
            </a:xfrm>
            <a:custGeom>
              <a:avLst/>
              <a:gdLst/>
              <a:ahLst/>
              <a:cxnLst/>
              <a:rect l="l" t="t" r="r" b="b"/>
              <a:pathLst>
                <a:path w="7479" h="13128" extrusionOk="0">
                  <a:moveTo>
                    <a:pt x="5960" y="360"/>
                  </a:moveTo>
                  <a:cubicBezTo>
                    <a:pt x="6245" y="360"/>
                    <a:pt x="6522" y="413"/>
                    <a:pt x="6752" y="530"/>
                  </a:cubicBezTo>
                  <a:cubicBezTo>
                    <a:pt x="7478" y="899"/>
                    <a:pt x="6895" y="1839"/>
                    <a:pt x="6680" y="2339"/>
                  </a:cubicBezTo>
                  <a:lnTo>
                    <a:pt x="6668" y="2327"/>
                  </a:lnTo>
                  <a:cubicBezTo>
                    <a:pt x="6407" y="2899"/>
                    <a:pt x="6168" y="3482"/>
                    <a:pt x="5942" y="4066"/>
                  </a:cubicBezTo>
                  <a:cubicBezTo>
                    <a:pt x="5525" y="5149"/>
                    <a:pt x="5168" y="6256"/>
                    <a:pt x="4823" y="7364"/>
                  </a:cubicBezTo>
                  <a:cubicBezTo>
                    <a:pt x="4466" y="8519"/>
                    <a:pt x="4097" y="9685"/>
                    <a:pt x="3680" y="10828"/>
                  </a:cubicBezTo>
                  <a:cubicBezTo>
                    <a:pt x="3478" y="11376"/>
                    <a:pt x="3287" y="12007"/>
                    <a:pt x="2811" y="12388"/>
                  </a:cubicBezTo>
                  <a:cubicBezTo>
                    <a:pt x="2443" y="12642"/>
                    <a:pt x="2018" y="12773"/>
                    <a:pt x="1582" y="12773"/>
                  </a:cubicBezTo>
                  <a:cubicBezTo>
                    <a:pt x="1425" y="12773"/>
                    <a:pt x="1266" y="12756"/>
                    <a:pt x="1108" y="12722"/>
                  </a:cubicBezTo>
                  <a:cubicBezTo>
                    <a:pt x="632" y="12626"/>
                    <a:pt x="370" y="12352"/>
                    <a:pt x="394" y="11852"/>
                  </a:cubicBezTo>
                  <a:cubicBezTo>
                    <a:pt x="418" y="11531"/>
                    <a:pt x="465" y="11209"/>
                    <a:pt x="525" y="10900"/>
                  </a:cubicBezTo>
                  <a:cubicBezTo>
                    <a:pt x="632" y="10209"/>
                    <a:pt x="787" y="9507"/>
                    <a:pt x="953" y="8852"/>
                  </a:cubicBezTo>
                  <a:cubicBezTo>
                    <a:pt x="1108" y="8197"/>
                    <a:pt x="1287" y="7530"/>
                    <a:pt x="1501" y="6899"/>
                  </a:cubicBezTo>
                  <a:cubicBezTo>
                    <a:pt x="1704" y="6268"/>
                    <a:pt x="1918" y="5637"/>
                    <a:pt x="2168" y="5018"/>
                  </a:cubicBezTo>
                  <a:cubicBezTo>
                    <a:pt x="2561" y="3923"/>
                    <a:pt x="3061" y="2863"/>
                    <a:pt x="3644" y="1851"/>
                  </a:cubicBezTo>
                  <a:cubicBezTo>
                    <a:pt x="3894" y="1411"/>
                    <a:pt x="4240" y="1030"/>
                    <a:pt x="4656" y="732"/>
                  </a:cubicBezTo>
                  <a:cubicBezTo>
                    <a:pt x="4997" y="502"/>
                    <a:pt x="5490" y="360"/>
                    <a:pt x="5960" y="360"/>
                  </a:cubicBezTo>
                  <a:close/>
                  <a:moveTo>
                    <a:pt x="5783" y="0"/>
                  </a:moveTo>
                  <a:cubicBezTo>
                    <a:pt x="5517" y="0"/>
                    <a:pt x="5256" y="37"/>
                    <a:pt x="5037" y="101"/>
                  </a:cubicBezTo>
                  <a:cubicBezTo>
                    <a:pt x="3859" y="446"/>
                    <a:pt x="3275" y="1661"/>
                    <a:pt x="2799" y="2685"/>
                  </a:cubicBezTo>
                  <a:cubicBezTo>
                    <a:pt x="2001" y="4423"/>
                    <a:pt x="1370" y="6221"/>
                    <a:pt x="918" y="8066"/>
                  </a:cubicBezTo>
                  <a:cubicBezTo>
                    <a:pt x="823" y="8364"/>
                    <a:pt x="739" y="8662"/>
                    <a:pt x="656" y="8959"/>
                  </a:cubicBezTo>
                  <a:cubicBezTo>
                    <a:pt x="453" y="9685"/>
                    <a:pt x="275" y="10424"/>
                    <a:pt x="144" y="11174"/>
                  </a:cubicBezTo>
                  <a:cubicBezTo>
                    <a:pt x="120" y="11340"/>
                    <a:pt x="84" y="11531"/>
                    <a:pt x="61" y="11710"/>
                  </a:cubicBezTo>
                  <a:cubicBezTo>
                    <a:pt x="61" y="11733"/>
                    <a:pt x="49" y="11757"/>
                    <a:pt x="49" y="11781"/>
                  </a:cubicBezTo>
                  <a:cubicBezTo>
                    <a:pt x="49" y="11781"/>
                    <a:pt x="49" y="11793"/>
                    <a:pt x="49" y="11793"/>
                  </a:cubicBezTo>
                  <a:cubicBezTo>
                    <a:pt x="1" y="12102"/>
                    <a:pt x="84" y="12412"/>
                    <a:pt x="263" y="12662"/>
                  </a:cubicBezTo>
                  <a:cubicBezTo>
                    <a:pt x="539" y="12993"/>
                    <a:pt x="989" y="13127"/>
                    <a:pt x="1460" y="13127"/>
                  </a:cubicBezTo>
                  <a:cubicBezTo>
                    <a:pt x="2005" y="13127"/>
                    <a:pt x="2578" y="12948"/>
                    <a:pt x="2942" y="12686"/>
                  </a:cubicBezTo>
                  <a:cubicBezTo>
                    <a:pt x="3430" y="12329"/>
                    <a:pt x="3668" y="11769"/>
                    <a:pt x="3871" y="11209"/>
                  </a:cubicBezTo>
                  <a:cubicBezTo>
                    <a:pt x="4109" y="10567"/>
                    <a:pt x="4335" y="9924"/>
                    <a:pt x="4537" y="9257"/>
                  </a:cubicBezTo>
                  <a:cubicBezTo>
                    <a:pt x="5002" y="7828"/>
                    <a:pt x="5418" y="6364"/>
                    <a:pt x="5918" y="4935"/>
                  </a:cubicBezTo>
                  <a:cubicBezTo>
                    <a:pt x="6180" y="4209"/>
                    <a:pt x="6466" y="3482"/>
                    <a:pt x="6764" y="2780"/>
                  </a:cubicBezTo>
                  <a:cubicBezTo>
                    <a:pt x="6990" y="2280"/>
                    <a:pt x="7335" y="1732"/>
                    <a:pt x="7359" y="1173"/>
                  </a:cubicBezTo>
                  <a:cubicBezTo>
                    <a:pt x="7386" y="312"/>
                    <a:pt x="6560" y="0"/>
                    <a:pt x="5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1" name="Google Shape;1711;p39"/>
          <p:cNvGrpSpPr/>
          <p:nvPr/>
        </p:nvGrpSpPr>
        <p:grpSpPr>
          <a:xfrm>
            <a:off x="2775179" y="725231"/>
            <a:ext cx="549477" cy="522008"/>
            <a:chOff x="4608300" y="2378075"/>
            <a:chExt cx="340550" cy="323525"/>
          </a:xfrm>
        </p:grpSpPr>
        <p:sp>
          <p:nvSpPr>
            <p:cNvPr id="1712" name="Google Shape;1712;p39"/>
            <p:cNvSpPr/>
            <p:nvPr/>
          </p:nvSpPr>
          <p:spPr>
            <a:xfrm>
              <a:off x="4624075" y="2389575"/>
              <a:ext cx="298875" cy="96000"/>
            </a:xfrm>
            <a:custGeom>
              <a:avLst/>
              <a:gdLst/>
              <a:ahLst/>
              <a:cxnLst/>
              <a:rect l="l" t="t" r="r" b="b"/>
              <a:pathLst>
                <a:path w="11955" h="3840" extrusionOk="0">
                  <a:moveTo>
                    <a:pt x="5678" y="1"/>
                  </a:moveTo>
                  <a:cubicBezTo>
                    <a:pt x="4528" y="1"/>
                    <a:pt x="3380" y="9"/>
                    <a:pt x="2227" y="18"/>
                  </a:cubicBezTo>
                  <a:lnTo>
                    <a:pt x="977" y="42"/>
                  </a:lnTo>
                  <a:cubicBezTo>
                    <a:pt x="775" y="42"/>
                    <a:pt x="572" y="53"/>
                    <a:pt x="382" y="53"/>
                  </a:cubicBezTo>
                  <a:cubicBezTo>
                    <a:pt x="334" y="49"/>
                    <a:pt x="286" y="46"/>
                    <a:pt x="238" y="46"/>
                  </a:cubicBezTo>
                  <a:cubicBezTo>
                    <a:pt x="156" y="46"/>
                    <a:pt x="76" y="55"/>
                    <a:pt x="1" y="77"/>
                  </a:cubicBezTo>
                  <a:cubicBezTo>
                    <a:pt x="715" y="685"/>
                    <a:pt x="1417" y="1316"/>
                    <a:pt x="2132" y="1923"/>
                  </a:cubicBezTo>
                  <a:cubicBezTo>
                    <a:pt x="2882" y="2566"/>
                    <a:pt x="3632" y="3268"/>
                    <a:pt x="4442" y="3840"/>
                  </a:cubicBezTo>
                  <a:cubicBezTo>
                    <a:pt x="5692" y="3185"/>
                    <a:pt x="7001" y="2637"/>
                    <a:pt x="8275" y="2042"/>
                  </a:cubicBezTo>
                  <a:cubicBezTo>
                    <a:pt x="9526" y="1458"/>
                    <a:pt x="10728" y="815"/>
                    <a:pt x="11954" y="220"/>
                  </a:cubicBezTo>
                  <a:cubicBezTo>
                    <a:pt x="10347" y="101"/>
                    <a:pt x="8740" y="30"/>
                    <a:pt x="7109" y="6"/>
                  </a:cubicBezTo>
                  <a:cubicBezTo>
                    <a:pt x="6631" y="2"/>
                    <a:pt x="6154" y="1"/>
                    <a:pt x="5678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39"/>
            <p:cNvSpPr/>
            <p:nvPr/>
          </p:nvSpPr>
          <p:spPr>
            <a:xfrm>
              <a:off x="4680325" y="2407275"/>
              <a:ext cx="236075" cy="274150"/>
            </a:xfrm>
            <a:custGeom>
              <a:avLst/>
              <a:gdLst/>
              <a:ahLst/>
              <a:cxnLst/>
              <a:rect l="l" t="t" r="r" b="b"/>
              <a:pathLst>
                <a:path w="9443" h="10966" extrusionOk="0">
                  <a:moveTo>
                    <a:pt x="9443" y="0"/>
                  </a:moveTo>
                  <a:cubicBezTo>
                    <a:pt x="8347" y="548"/>
                    <a:pt x="7204" y="1060"/>
                    <a:pt x="6097" y="1584"/>
                  </a:cubicBezTo>
                  <a:cubicBezTo>
                    <a:pt x="4847" y="2167"/>
                    <a:pt x="3585" y="2774"/>
                    <a:pt x="2275" y="3239"/>
                  </a:cubicBezTo>
                  <a:cubicBezTo>
                    <a:pt x="2275" y="3263"/>
                    <a:pt x="2275" y="3275"/>
                    <a:pt x="2275" y="3286"/>
                  </a:cubicBezTo>
                  <a:cubicBezTo>
                    <a:pt x="1894" y="4560"/>
                    <a:pt x="1513" y="5834"/>
                    <a:pt x="1132" y="7096"/>
                  </a:cubicBezTo>
                  <a:cubicBezTo>
                    <a:pt x="739" y="8370"/>
                    <a:pt x="418" y="9656"/>
                    <a:pt x="13" y="10906"/>
                  </a:cubicBezTo>
                  <a:cubicBezTo>
                    <a:pt x="13" y="10918"/>
                    <a:pt x="1" y="10930"/>
                    <a:pt x="1" y="10942"/>
                  </a:cubicBezTo>
                  <a:lnTo>
                    <a:pt x="25" y="10966"/>
                  </a:lnTo>
                  <a:cubicBezTo>
                    <a:pt x="3120" y="7275"/>
                    <a:pt x="6264" y="3620"/>
                    <a:pt x="9443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39"/>
            <p:cNvSpPr/>
            <p:nvPr/>
          </p:nvSpPr>
          <p:spPr>
            <a:xfrm>
              <a:off x="4621100" y="2392100"/>
              <a:ext cx="109850" cy="295875"/>
            </a:xfrm>
            <a:custGeom>
              <a:avLst/>
              <a:gdLst/>
              <a:ahLst/>
              <a:cxnLst/>
              <a:rect l="l" t="t" r="r" b="b"/>
              <a:pathLst>
                <a:path w="4394" h="11835" extrusionOk="0">
                  <a:moveTo>
                    <a:pt x="84" y="0"/>
                  </a:moveTo>
                  <a:cubicBezTo>
                    <a:pt x="48" y="24"/>
                    <a:pt x="24" y="72"/>
                    <a:pt x="24" y="119"/>
                  </a:cubicBezTo>
                  <a:cubicBezTo>
                    <a:pt x="1" y="322"/>
                    <a:pt x="120" y="643"/>
                    <a:pt x="155" y="834"/>
                  </a:cubicBezTo>
                  <a:cubicBezTo>
                    <a:pt x="191" y="1036"/>
                    <a:pt x="239" y="1226"/>
                    <a:pt x="274" y="1417"/>
                  </a:cubicBezTo>
                  <a:cubicBezTo>
                    <a:pt x="334" y="1798"/>
                    <a:pt x="417" y="2191"/>
                    <a:pt x="489" y="2572"/>
                  </a:cubicBezTo>
                  <a:cubicBezTo>
                    <a:pt x="1072" y="5656"/>
                    <a:pt x="1667" y="8739"/>
                    <a:pt x="2167" y="11835"/>
                  </a:cubicBezTo>
                  <a:lnTo>
                    <a:pt x="2394" y="11573"/>
                  </a:lnTo>
                  <a:lnTo>
                    <a:pt x="2370" y="11549"/>
                  </a:lnTo>
                  <a:cubicBezTo>
                    <a:pt x="2346" y="11580"/>
                    <a:pt x="2315" y="11594"/>
                    <a:pt x="2285" y="11594"/>
                  </a:cubicBezTo>
                  <a:cubicBezTo>
                    <a:pt x="2224" y="11594"/>
                    <a:pt x="2167" y="11538"/>
                    <a:pt x="2191" y="11466"/>
                  </a:cubicBezTo>
                  <a:cubicBezTo>
                    <a:pt x="2787" y="9216"/>
                    <a:pt x="3489" y="6977"/>
                    <a:pt x="4120" y="4751"/>
                  </a:cubicBezTo>
                  <a:cubicBezTo>
                    <a:pt x="4180" y="4548"/>
                    <a:pt x="4394" y="4108"/>
                    <a:pt x="4334" y="3917"/>
                  </a:cubicBezTo>
                  <a:cubicBezTo>
                    <a:pt x="4287" y="3727"/>
                    <a:pt x="3870" y="3477"/>
                    <a:pt x="3727" y="3346"/>
                  </a:cubicBezTo>
                  <a:cubicBezTo>
                    <a:pt x="3322" y="3000"/>
                    <a:pt x="2906" y="2643"/>
                    <a:pt x="2501" y="2274"/>
                  </a:cubicBezTo>
                  <a:cubicBezTo>
                    <a:pt x="1679" y="1536"/>
                    <a:pt x="858" y="786"/>
                    <a:pt x="84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39"/>
            <p:cNvSpPr/>
            <p:nvPr/>
          </p:nvSpPr>
          <p:spPr>
            <a:xfrm>
              <a:off x="4608300" y="2378075"/>
              <a:ext cx="340550" cy="323525"/>
            </a:xfrm>
            <a:custGeom>
              <a:avLst/>
              <a:gdLst/>
              <a:ahLst/>
              <a:cxnLst/>
              <a:rect l="l" t="t" r="r" b="b"/>
              <a:pathLst>
                <a:path w="13622" h="12941" extrusionOk="0">
                  <a:moveTo>
                    <a:pt x="6225" y="456"/>
                  </a:moveTo>
                  <a:cubicBezTo>
                    <a:pt x="6729" y="456"/>
                    <a:pt x="7234" y="458"/>
                    <a:pt x="7740" y="466"/>
                  </a:cubicBezTo>
                  <a:cubicBezTo>
                    <a:pt x="9359" y="478"/>
                    <a:pt x="10978" y="549"/>
                    <a:pt x="12585" y="668"/>
                  </a:cubicBezTo>
                  <a:cubicBezTo>
                    <a:pt x="11359" y="1275"/>
                    <a:pt x="10157" y="1918"/>
                    <a:pt x="8906" y="2490"/>
                  </a:cubicBezTo>
                  <a:lnTo>
                    <a:pt x="8906" y="2502"/>
                  </a:lnTo>
                  <a:cubicBezTo>
                    <a:pt x="7632" y="3097"/>
                    <a:pt x="6323" y="3645"/>
                    <a:pt x="5073" y="4300"/>
                  </a:cubicBezTo>
                  <a:cubicBezTo>
                    <a:pt x="4263" y="3716"/>
                    <a:pt x="3513" y="3026"/>
                    <a:pt x="2763" y="2371"/>
                  </a:cubicBezTo>
                  <a:cubicBezTo>
                    <a:pt x="2048" y="1764"/>
                    <a:pt x="1346" y="1145"/>
                    <a:pt x="632" y="537"/>
                  </a:cubicBezTo>
                  <a:cubicBezTo>
                    <a:pt x="721" y="511"/>
                    <a:pt x="817" y="497"/>
                    <a:pt x="915" y="497"/>
                  </a:cubicBezTo>
                  <a:cubicBezTo>
                    <a:pt x="947" y="497"/>
                    <a:pt x="980" y="499"/>
                    <a:pt x="1013" y="502"/>
                  </a:cubicBezTo>
                  <a:cubicBezTo>
                    <a:pt x="1203" y="490"/>
                    <a:pt x="1406" y="490"/>
                    <a:pt x="1608" y="490"/>
                  </a:cubicBezTo>
                  <a:lnTo>
                    <a:pt x="2858" y="478"/>
                  </a:lnTo>
                  <a:cubicBezTo>
                    <a:pt x="3983" y="470"/>
                    <a:pt x="5103" y="456"/>
                    <a:pt x="6225" y="456"/>
                  </a:cubicBezTo>
                  <a:close/>
                  <a:moveTo>
                    <a:pt x="596" y="549"/>
                  </a:moveTo>
                  <a:cubicBezTo>
                    <a:pt x="1370" y="1347"/>
                    <a:pt x="2191" y="2097"/>
                    <a:pt x="3013" y="2835"/>
                  </a:cubicBezTo>
                  <a:cubicBezTo>
                    <a:pt x="3418" y="3192"/>
                    <a:pt x="3834" y="3550"/>
                    <a:pt x="4239" y="3907"/>
                  </a:cubicBezTo>
                  <a:cubicBezTo>
                    <a:pt x="4394" y="4038"/>
                    <a:pt x="4799" y="4276"/>
                    <a:pt x="4846" y="4478"/>
                  </a:cubicBezTo>
                  <a:cubicBezTo>
                    <a:pt x="4906" y="4669"/>
                    <a:pt x="4704" y="5109"/>
                    <a:pt x="4644" y="5312"/>
                  </a:cubicBezTo>
                  <a:cubicBezTo>
                    <a:pt x="4013" y="7550"/>
                    <a:pt x="3299" y="9777"/>
                    <a:pt x="2703" y="12015"/>
                  </a:cubicBezTo>
                  <a:cubicBezTo>
                    <a:pt x="2687" y="12089"/>
                    <a:pt x="2751" y="12147"/>
                    <a:pt x="2811" y="12147"/>
                  </a:cubicBezTo>
                  <a:cubicBezTo>
                    <a:pt x="2838" y="12147"/>
                    <a:pt x="2864" y="12136"/>
                    <a:pt x="2882" y="12110"/>
                  </a:cubicBezTo>
                  <a:cubicBezTo>
                    <a:pt x="2894" y="12098"/>
                    <a:pt x="2894" y="12086"/>
                    <a:pt x="2906" y="12074"/>
                  </a:cubicBezTo>
                  <a:cubicBezTo>
                    <a:pt x="3299" y="10812"/>
                    <a:pt x="3632" y="9527"/>
                    <a:pt x="4013" y="8264"/>
                  </a:cubicBezTo>
                  <a:cubicBezTo>
                    <a:pt x="4394" y="6990"/>
                    <a:pt x="4775" y="5728"/>
                    <a:pt x="5156" y="4454"/>
                  </a:cubicBezTo>
                  <a:cubicBezTo>
                    <a:pt x="5168" y="4443"/>
                    <a:pt x="5168" y="4419"/>
                    <a:pt x="5156" y="4407"/>
                  </a:cubicBezTo>
                  <a:cubicBezTo>
                    <a:pt x="6466" y="3942"/>
                    <a:pt x="7728" y="3323"/>
                    <a:pt x="8978" y="2740"/>
                  </a:cubicBezTo>
                  <a:cubicBezTo>
                    <a:pt x="10097" y="2228"/>
                    <a:pt x="11228" y="1716"/>
                    <a:pt x="12335" y="1168"/>
                  </a:cubicBezTo>
                  <a:lnTo>
                    <a:pt x="12335" y="1168"/>
                  </a:lnTo>
                  <a:cubicBezTo>
                    <a:pt x="9145" y="4800"/>
                    <a:pt x="6001" y="8443"/>
                    <a:pt x="2906" y="12134"/>
                  </a:cubicBezTo>
                  <a:lnTo>
                    <a:pt x="2679" y="12396"/>
                  </a:lnTo>
                  <a:cubicBezTo>
                    <a:pt x="2191" y="9300"/>
                    <a:pt x="1584" y="6217"/>
                    <a:pt x="1001" y="3133"/>
                  </a:cubicBezTo>
                  <a:cubicBezTo>
                    <a:pt x="929" y="2752"/>
                    <a:pt x="846" y="2359"/>
                    <a:pt x="774" y="1978"/>
                  </a:cubicBezTo>
                  <a:cubicBezTo>
                    <a:pt x="739" y="1787"/>
                    <a:pt x="703" y="1597"/>
                    <a:pt x="667" y="1395"/>
                  </a:cubicBezTo>
                  <a:cubicBezTo>
                    <a:pt x="632" y="1192"/>
                    <a:pt x="501" y="871"/>
                    <a:pt x="536" y="668"/>
                  </a:cubicBezTo>
                  <a:cubicBezTo>
                    <a:pt x="536" y="621"/>
                    <a:pt x="560" y="585"/>
                    <a:pt x="596" y="549"/>
                  </a:cubicBezTo>
                  <a:close/>
                  <a:moveTo>
                    <a:pt x="5977" y="0"/>
                  </a:moveTo>
                  <a:cubicBezTo>
                    <a:pt x="4888" y="0"/>
                    <a:pt x="3801" y="11"/>
                    <a:pt x="2715" y="25"/>
                  </a:cubicBezTo>
                  <a:cubicBezTo>
                    <a:pt x="2298" y="25"/>
                    <a:pt x="1882" y="37"/>
                    <a:pt x="1453" y="37"/>
                  </a:cubicBezTo>
                  <a:cubicBezTo>
                    <a:pt x="1426" y="38"/>
                    <a:pt x="1398" y="39"/>
                    <a:pt x="1370" y="39"/>
                  </a:cubicBezTo>
                  <a:cubicBezTo>
                    <a:pt x="1206" y="39"/>
                    <a:pt x="1027" y="25"/>
                    <a:pt x="852" y="25"/>
                  </a:cubicBezTo>
                  <a:cubicBezTo>
                    <a:pt x="687" y="25"/>
                    <a:pt x="525" y="37"/>
                    <a:pt x="382" y="85"/>
                  </a:cubicBezTo>
                  <a:cubicBezTo>
                    <a:pt x="143" y="168"/>
                    <a:pt x="1" y="394"/>
                    <a:pt x="24" y="644"/>
                  </a:cubicBezTo>
                  <a:cubicBezTo>
                    <a:pt x="72" y="1037"/>
                    <a:pt x="155" y="1430"/>
                    <a:pt x="251" y="1823"/>
                  </a:cubicBezTo>
                  <a:cubicBezTo>
                    <a:pt x="596" y="3526"/>
                    <a:pt x="929" y="5240"/>
                    <a:pt x="1275" y="6955"/>
                  </a:cubicBezTo>
                  <a:cubicBezTo>
                    <a:pt x="1644" y="8860"/>
                    <a:pt x="2025" y="10765"/>
                    <a:pt x="2465" y="12658"/>
                  </a:cubicBezTo>
                  <a:cubicBezTo>
                    <a:pt x="2366" y="12775"/>
                    <a:pt x="2465" y="12941"/>
                    <a:pt x="2587" y="12941"/>
                  </a:cubicBezTo>
                  <a:cubicBezTo>
                    <a:pt x="2625" y="12941"/>
                    <a:pt x="2666" y="12924"/>
                    <a:pt x="2703" y="12884"/>
                  </a:cubicBezTo>
                  <a:cubicBezTo>
                    <a:pt x="6347" y="8860"/>
                    <a:pt x="9930" y="4776"/>
                    <a:pt x="13467" y="656"/>
                  </a:cubicBezTo>
                  <a:cubicBezTo>
                    <a:pt x="13621" y="490"/>
                    <a:pt x="13514" y="216"/>
                    <a:pt x="13276" y="216"/>
                  </a:cubicBezTo>
                  <a:cubicBezTo>
                    <a:pt x="10849" y="51"/>
                    <a:pt x="8411" y="0"/>
                    <a:pt x="597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6" name="Google Shape;1716;p39"/>
          <p:cNvGrpSpPr/>
          <p:nvPr/>
        </p:nvGrpSpPr>
        <p:grpSpPr>
          <a:xfrm>
            <a:off x="954514" y="177512"/>
            <a:ext cx="519047" cy="458565"/>
            <a:chOff x="1543850" y="3053763"/>
            <a:chExt cx="382750" cy="338150"/>
          </a:xfrm>
        </p:grpSpPr>
        <p:sp>
          <p:nvSpPr>
            <p:cNvPr id="1717" name="Google Shape;1717;p39"/>
            <p:cNvSpPr/>
            <p:nvPr/>
          </p:nvSpPr>
          <p:spPr>
            <a:xfrm>
              <a:off x="1778050" y="3061963"/>
              <a:ext cx="136950" cy="130400"/>
            </a:xfrm>
            <a:custGeom>
              <a:avLst/>
              <a:gdLst/>
              <a:ahLst/>
              <a:cxnLst/>
              <a:rect l="l" t="t" r="r" b="b"/>
              <a:pathLst>
                <a:path w="5478" h="5216" extrusionOk="0">
                  <a:moveTo>
                    <a:pt x="2850" y="0"/>
                  </a:moveTo>
                  <a:cubicBezTo>
                    <a:pt x="2056" y="0"/>
                    <a:pt x="1470" y="437"/>
                    <a:pt x="977" y="1036"/>
                  </a:cubicBezTo>
                  <a:cubicBezTo>
                    <a:pt x="715" y="1334"/>
                    <a:pt x="488" y="1667"/>
                    <a:pt x="298" y="2025"/>
                  </a:cubicBezTo>
                  <a:cubicBezTo>
                    <a:pt x="167" y="2310"/>
                    <a:pt x="60" y="2596"/>
                    <a:pt x="0" y="2906"/>
                  </a:cubicBezTo>
                  <a:cubicBezTo>
                    <a:pt x="477" y="2953"/>
                    <a:pt x="953" y="3084"/>
                    <a:pt x="1393" y="3299"/>
                  </a:cubicBezTo>
                  <a:cubicBezTo>
                    <a:pt x="2274" y="3727"/>
                    <a:pt x="3024" y="4394"/>
                    <a:pt x="3548" y="5215"/>
                  </a:cubicBezTo>
                  <a:cubicBezTo>
                    <a:pt x="3560" y="5204"/>
                    <a:pt x="3560" y="5192"/>
                    <a:pt x="3560" y="5192"/>
                  </a:cubicBezTo>
                  <a:cubicBezTo>
                    <a:pt x="4239" y="4703"/>
                    <a:pt x="4858" y="4072"/>
                    <a:pt x="5084" y="3239"/>
                  </a:cubicBezTo>
                  <a:cubicBezTo>
                    <a:pt x="5477" y="1751"/>
                    <a:pt x="4537" y="36"/>
                    <a:pt x="2882" y="1"/>
                  </a:cubicBezTo>
                  <a:cubicBezTo>
                    <a:pt x="2871" y="0"/>
                    <a:pt x="2860" y="0"/>
                    <a:pt x="2850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39"/>
            <p:cNvSpPr/>
            <p:nvPr/>
          </p:nvSpPr>
          <p:spPr>
            <a:xfrm>
              <a:off x="1643200" y="3143613"/>
              <a:ext cx="231000" cy="213850"/>
            </a:xfrm>
            <a:custGeom>
              <a:avLst/>
              <a:gdLst/>
              <a:ahLst/>
              <a:cxnLst/>
              <a:rect l="l" t="t" r="r" b="b"/>
              <a:pathLst>
                <a:path w="9240" h="8554" extrusionOk="0">
                  <a:moveTo>
                    <a:pt x="4453" y="1"/>
                  </a:moveTo>
                  <a:cubicBezTo>
                    <a:pt x="4053" y="1"/>
                    <a:pt x="3653" y="51"/>
                    <a:pt x="3263" y="152"/>
                  </a:cubicBezTo>
                  <a:cubicBezTo>
                    <a:pt x="1560" y="818"/>
                    <a:pt x="215" y="2366"/>
                    <a:pt x="96" y="4295"/>
                  </a:cubicBezTo>
                  <a:cubicBezTo>
                    <a:pt x="1" y="5402"/>
                    <a:pt x="417" y="6486"/>
                    <a:pt x="1239" y="7248"/>
                  </a:cubicBezTo>
                  <a:cubicBezTo>
                    <a:pt x="2013" y="7962"/>
                    <a:pt x="3061" y="8331"/>
                    <a:pt x="4085" y="8474"/>
                  </a:cubicBezTo>
                  <a:cubicBezTo>
                    <a:pt x="4409" y="8524"/>
                    <a:pt x="4745" y="8553"/>
                    <a:pt x="5081" y="8553"/>
                  </a:cubicBezTo>
                  <a:cubicBezTo>
                    <a:pt x="5956" y="8553"/>
                    <a:pt x="6834" y="8354"/>
                    <a:pt x="7514" y="7795"/>
                  </a:cubicBezTo>
                  <a:cubicBezTo>
                    <a:pt x="8430" y="7033"/>
                    <a:pt x="9192" y="5890"/>
                    <a:pt x="9204" y="4676"/>
                  </a:cubicBezTo>
                  <a:cubicBezTo>
                    <a:pt x="9240" y="2628"/>
                    <a:pt x="7740" y="783"/>
                    <a:pt x="5799" y="199"/>
                  </a:cubicBezTo>
                  <a:cubicBezTo>
                    <a:pt x="5362" y="66"/>
                    <a:pt x="4908" y="1"/>
                    <a:pt x="4453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39"/>
            <p:cNvSpPr/>
            <p:nvPr/>
          </p:nvSpPr>
          <p:spPr>
            <a:xfrm>
              <a:off x="1544675" y="3240263"/>
              <a:ext cx="147075" cy="139275"/>
            </a:xfrm>
            <a:custGeom>
              <a:avLst/>
              <a:gdLst/>
              <a:ahLst/>
              <a:cxnLst/>
              <a:rect l="l" t="t" r="r" b="b"/>
              <a:pathLst>
                <a:path w="5883" h="5571" extrusionOk="0">
                  <a:moveTo>
                    <a:pt x="3110" y="1"/>
                  </a:moveTo>
                  <a:cubicBezTo>
                    <a:pt x="2834" y="1"/>
                    <a:pt x="2561" y="33"/>
                    <a:pt x="2287" y="131"/>
                  </a:cubicBezTo>
                  <a:cubicBezTo>
                    <a:pt x="1858" y="274"/>
                    <a:pt x="1477" y="536"/>
                    <a:pt x="1168" y="870"/>
                  </a:cubicBezTo>
                  <a:cubicBezTo>
                    <a:pt x="1" y="2143"/>
                    <a:pt x="322" y="4132"/>
                    <a:pt x="1739" y="5084"/>
                  </a:cubicBezTo>
                  <a:cubicBezTo>
                    <a:pt x="2247" y="5420"/>
                    <a:pt x="2801" y="5571"/>
                    <a:pt x="3351" y="5571"/>
                  </a:cubicBezTo>
                  <a:cubicBezTo>
                    <a:pt x="4285" y="5571"/>
                    <a:pt x="5208" y="5138"/>
                    <a:pt x="5882" y="4441"/>
                  </a:cubicBezTo>
                  <a:cubicBezTo>
                    <a:pt x="5240" y="4096"/>
                    <a:pt x="4680" y="3596"/>
                    <a:pt x="4263" y="2989"/>
                  </a:cubicBezTo>
                  <a:cubicBezTo>
                    <a:pt x="3692" y="2132"/>
                    <a:pt x="3537" y="1048"/>
                    <a:pt x="3692" y="36"/>
                  </a:cubicBezTo>
                  <a:cubicBezTo>
                    <a:pt x="3496" y="17"/>
                    <a:pt x="3303" y="1"/>
                    <a:pt x="3110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39"/>
            <p:cNvSpPr/>
            <p:nvPr/>
          </p:nvSpPr>
          <p:spPr>
            <a:xfrm>
              <a:off x="1543850" y="3053763"/>
              <a:ext cx="382750" cy="338150"/>
            </a:xfrm>
            <a:custGeom>
              <a:avLst/>
              <a:gdLst/>
              <a:ahLst/>
              <a:cxnLst/>
              <a:rect l="l" t="t" r="r" b="b"/>
              <a:pathLst>
                <a:path w="15310" h="13526" extrusionOk="0">
                  <a:moveTo>
                    <a:pt x="12218" y="328"/>
                  </a:moveTo>
                  <a:cubicBezTo>
                    <a:pt x="12228" y="328"/>
                    <a:pt x="12239" y="328"/>
                    <a:pt x="12250" y="329"/>
                  </a:cubicBezTo>
                  <a:cubicBezTo>
                    <a:pt x="13893" y="364"/>
                    <a:pt x="14845" y="2079"/>
                    <a:pt x="14452" y="3567"/>
                  </a:cubicBezTo>
                  <a:cubicBezTo>
                    <a:pt x="14226" y="4400"/>
                    <a:pt x="13607" y="5031"/>
                    <a:pt x="12928" y="5520"/>
                  </a:cubicBezTo>
                  <a:cubicBezTo>
                    <a:pt x="12916" y="5532"/>
                    <a:pt x="12916" y="5543"/>
                    <a:pt x="12916" y="5543"/>
                  </a:cubicBezTo>
                  <a:cubicBezTo>
                    <a:pt x="12381" y="4710"/>
                    <a:pt x="11630" y="4055"/>
                    <a:pt x="10761" y="3615"/>
                  </a:cubicBezTo>
                  <a:cubicBezTo>
                    <a:pt x="10321" y="3400"/>
                    <a:pt x="9845" y="3269"/>
                    <a:pt x="9356" y="3222"/>
                  </a:cubicBezTo>
                  <a:cubicBezTo>
                    <a:pt x="9428" y="2924"/>
                    <a:pt x="9523" y="2626"/>
                    <a:pt x="9654" y="2353"/>
                  </a:cubicBezTo>
                  <a:cubicBezTo>
                    <a:pt x="9845" y="1995"/>
                    <a:pt x="10071" y="1662"/>
                    <a:pt x="10345" y="1352"/>
                  </a:cubicBezTo>
                  <a:cubicBezTo>
                    <a:pt x="10838" y="765"/>
                    <a:pt x="11424" y="328"/>
                    <a:pt x="12218" y="328"/>
                  </a:cubicBezTo>
                  <a:close/>
                  <a:moveTo>
                    <a:pt x="8427" y="3595"/>
                  </a:moveTo>
                  <a:cubicBezTo>
                    <a:pt x="8882" y="3595"/>
                    <a:pt x="9336" y="3660"/>
                    <a:pt x="9773" y="3793"/>
                  </a:cubicBezTo>
                  <a:cubicBezTo>
                    <a:pt x="11702" y="4377"/>
                    <a:pt x="13214" y="6222"/>
                    <a:pt x="13178" y="8270"/>
                  </a:cubicBezTo>
                  <a:cubicBezTo>
                    <a:pt x="13166" y="9484"/>
                    <a:pt x="12404" y="10627"/>
                    <a:pt x="11476" y="11389"/>
                  </a:cubicBezTo>
                  <a:cubicBezTo>
                    <a:pt x="10793" y="11959"/>
                    <a:pt x="9917" y="12154"/>
                    <a:pt x="9041" y="12154"/>
                  </a:cubicBezTo>
                  <a:cubicBezTo>
                    <a:pt x="8710" y="12154"/>
                    <a:pt x="8379" y="12126"/>
                    <a:pt x="8059" y="12080"/>
                  </a:cubicBezTo>
                  <a:cubicBezTo>
                    <a:pt x="7035" y="11925"/>
                    <a:pt x="5987" y="11556"/>
                    <a:pt x="5201" y="10842"/>
                  </a:cubicBezTo>
                  <a:cubicBezTo>
                    <a:pt x="4391" y="10080"/>
                    <a:pt x="3975" y="8996"/>
                    <a:pt x="4070" y="7889"/>
                  </a:cubicBezTo>
                  <a:cubicBezTo>
                    <a:pt x="4189" y="5960"/>
                    <a:pt x="5523" y="4412"/>
                    <a:pt x="7237" y="3746"/>
                  </a:cubicBezTo>
                  <a:cubicBezTo>
                    <a:pt x="7627" y="3645"/>
                    <a:pt x="8027" y="3595"/>
                    <a:pt x="8427" y="3595"/>
                  </a:cubicBezTo>
                  <a:close/>
                  <a:moveTo>
                    <a:pt x="3130" y="7454"/>
                  </a:moveTo>
                  <a:cubicBezTo>
                    <a:pt x="3327" y="7454"/>
                    <a:pt x="3525" y="7469"/>
                    <a:pt x="3725" y="7484"/>
                  </a:cubicBezTo>
                  <a:cubicBezTo>
                    <a:pt x="3570" y="8508"/>
                    <a:pt x="3725" y="9592"/>
                    <a:pt x="4296" y="10449"/>
                  </a:cubicBezTo>
                  <a:cubicBezTo>
                    <a:pt x="4713" y="11056"/>
                    <a:pt x="5273" y="11556"/>
                    <a:pt x="5927" y="11901"/>
                  </a:cubicBezTo>
                  <a:cubicBezTo>
                    <a:pt x="5248" y="12595"/>
                    <a:pt x="4326" y="13028"/>
                    <a:pt x="3395" y="13028"/>
                  </a:cubicBezTo>
                  <a:cubicBezTo>
                    <a:pt x="2840" y="13028"/>
                    <a:pt x="2283" y="12874"/>
                    <a:pt x="1772" y="12532"/>
                  </a:cubicBezTo>
                  <a:cubicBezTo>
                    <a:pt x="355" y="11592"/>
                    <a:pt x="34" y="9603"/>
                    <a:pt x="1201" y="8330"/>
                  </a:cubicBezTo>
                  <a:cubicBezTo>
                    <a:pt x="1510" y="7996"/>
                    <a:pt x="1891" y="7734"/>
                    <a:pt x="2320" y="7579"/>
                  </a:cubicBezTo>
                  <a:cubicBezTo>
                    <a:pt x="2589" y="7483"/>
                    <a:pt x="2858" y="7454"/>
                    <a:pt x="3130" y="7454"/>
                  </a:cubicBezTo>
                  <a:close/>
                  <a:moveTo>
                    <a:pt x="12115" y="0"/>
                  </a:moveTo>
                  <a:cubicBezTo>
                    <a:pt x="11426" y="0"/>
                    <a:pt x="10759" y="274"/>
                    <a:pt x="10273" y="769"/>
                  </a:cubicBezTo>
                  <a:cubicBezTo>
                    <a:pt x="9880" y="1138"/>
                    <a:pt x="9559" y="1555"/>
                    <a:pt x="9309" y="2031"/>
                  </a:cubicBezTo>
                  <a:cubicBezTo>
                    <a:pt x="9130" y="2388"/>
                    <a:pt x="8975" y="2805"/>
                    <a:pt x="9071" y="3198"/>
                  </a:cubicBezTo>
                  <a:cubicBezTo>
                    <a:pt x="9003" y="3195"/>
                    <a:pt x="8934" y="3193"/>
                    <a:pt x="8866" y="3193"/>
                  </a:cubicBezTo>
                  <a:cubicBezTo>
                    <a:pt x="8399" y="3193"/>
                    <a:pt x="7934" y="3264"/>
                    <a:pt x="7487" y="3388"/>
                  </a:cubicBezTo>
                  <a:cubicBezTo>
                    <a:pt x="6951" y="3519"/>
                    <a:pt x="6439" y="3746"/>
                    <a:pt x="5987" y="4043"/>
                  </a:cubicBezTo>
                  <a:cubicBezTo>
                    <a:pt x="5582" y="4305"/>
                    <a:pt x="5225" y="4627"/>
                    <a:pt x="4915" y="4984"/>
                  </a:cubicBezTo>
                  <a:cubicBezTo>
                    <a:pt x="4677" y="5246"/>
                    <a:pt x="4463" y="5532"/>
                    <a:pt x="4284" y="5841"/>
                  </a:cubicBezTo>
                  <a:cubicBezTo>
                    <a:pt x="4284" y="5853"/>
                    <a:pt x="4284" y="5877"/>
                    <a:pt x="4284" y="5889"/>
                  </a:cubicBezTo>
                  <a:cubicBezTo>
                    <a:pt x="4106" y="6210"/>
                    <a:pt x="3963" y="6544"/>
                    <a:pt x="3856" y="6901"/>
                  </a:cubicBezTo>
                  <a:cubicBezTo>
                    <a:pt x="3820" y="7020"/>
                    <a:pt x="3796" y="7151"/>
                    <a:pt x="3772" y="7282"/>
                  </a:cubicBezTo>
                  <a:cubicBezTo>
                    <a:pt x="3531" y="7129"/>
                    <a:pt x="3253" y="7064"/>
                    <a:pt x="2966" y="7064"/>
                  </a:cubicBezTo>
                  <a:cubicBezTo>
                    <a:pt x="2359" y="7064"/>
                    <a:pt x="1712" y="7351"/>
                    <a:pt x="1284" y="7698"/>
                  </a:cubicBezTo>
                  <a:cubicBezTo>
                    <a:pt x="558" y="8270"/>
                    <a:pt x="117" y="9127"/>
                    <a:pt x="69" y="10056"/>
                  </a:cubicBezTo>
                  <a:cubicBezTo>
                    <a:pt x="0" y="11936"/>
                    <a:pt x="1719" y="13526"/>
                    <a:pt x="3558" y="13526"/>
                  </a:cubicBezTo>
                  <a:cubicBezTo>
                    <a:pt x="3618" y="13526"/>
                    <a:pt x="3677" y="13524"/>
                    <a:pt x="3737" y="13521"/>
                  </a:cubicBezTo>
                  <a:cubicBezTo>
                    <a:pt x="4796" y="13461"/>
                    <a:pt x="5784" y="12961"/>
                    <a:pt x="6463" y="12151"/>
                  </a:cubicBezTo>
                  <a:cubicBezTo>
                    <a:pt x="6677" y="12235"/>
                    <a:pt x="6880" y="12318"/>
                    <a:pt x="7106" y="12378"/>
                  </a:cubicBezTo>
                  <a:cubicBezTo>
                    <a:pt x="7745" y="12567"/>
                    <a:pt x="8441" y="12690"/>
                    <a:pt x="9132" y="12690"/>
                  </a:cubicBezTo>
                  <a:cubicBezTo>
                    <a:pt x="9741" y="12690"/>
                    <a:pt x="10346" y="12595"/>
                    <a:pt x="10904" y="12366"/>
                  </a:cubicBezTo>
                  <a:cubicBezTo>
                    <a:pt x="12071" y="11889"/>
                    <a:pt x="13059" y="10735"/>
                    <a:pt x="13512" y="9556"/>
                  </a:cubicBezTo>
                  <a:cubicBezTo>
                    <a:pt x="13952" y="8389"/>
                    <a:pt x="13774" y="7127"/>
                    <a:pt x="13214" y="6020"/>
                  </a:cubicBezTo>
                  <a:lnTo>
                    <a:pt x="13226" y="6020"/>
                  </a:lnTo>
                  <a:cubicBezTo>
                    <a:pt x="14714" y="5067"/>
                    <a:pt x="15309" y="3019"/>
                    <a:pt x="14488" y="1448"/>
                  </a:cubicBezTo>
                  <a:cubicBezTo>
                    <a:pt x="14095" y="710"/>
                    <a:pt x="13393" y="198"/>
                    <a:pt x="12583" y="43"/>
                  </a:cubicBezTo>
                  <a:cubicBezTo>
                    <a:pt x="12427" y="14"/>
                    <a:pt x="12270" y="0"/>
                    <a:pt x="121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1" name="Google Shape;1721;p39"/>
          <p:cNvGrpSpPr/>
          <p:nvPr/>
        </p:nvGrpSpPr>
        <p:grpSpPr>
          <a:xfrm rot="3712167">
            <a:off x="7465082" y="3521843"/>
            <a:ext cx="798857" cy="1445519"/>
            <a:chOff x="1793950" y="1416125"/>
            <a:chExt cx="601000" cy="1087500"/>
          </a:xfrm>
        </p:grpSpPr>
        <p:sp>
          <p:nvSpPr>
            <p:cNvPr id="1722" name="Google Shape;1722;p39"/>
            <p:cNvSpPr/>
            <p:nvPr/>
          </p:nvSpPr>
          <p:spPr>
            <a:xfrm>
              <a:off x="1943675" y="1778925"/>
              <a:ext cx="436700" cy="708025"/>
            </a:xfrm>
            <a:custGeom>
              <a:avLst/>
              <a:gdLst/>
              <a:ahLst/>
              <a:cxnLst/>
              <a:rect l="l" t="t" r="r" b="b"/>
              <a:pathLst>
                <a:path w="17468" h="28321" extrusionOk="0">
                  <a:moveTo>
                    <a:pt x="5509" y="5172"/>
                  </a:moveTo>
                  <a:cubicBezTo>
                    <a:pt x="5685" y="5172"/>
                    <a:pt x="5757" y="5426"/>
                    <a:pt x="5573" y="5513"/>
                  </a:cubicBezTo>
                  <a:cubicBezTo>
                    <a:pt x="5144" y="5715"/>
                    <a:pt x="4704" y="5882"/>
                    <a:pt x="4251" y="6037"/>
                  </a:cubicBezTo>
                  <a:cubicBezTo>
                    <a:pt x="3858" y="6180"/>
                    <a:pt x="3454" y="6358"/>
                    <a:pt x="3025" y="6358"/>
                  </a:cubicBezTo>
                  <a:cubicBezTo>
                    <a:pt x="2954" y="6358"/>
                    <a:pt x="2918" y="6263"/>
                    <a:pt x="2977" y="6215"/>
                  </a:cubicBezTo>
                  <a:cubicBezTo>
                    <a:pt x="3287" y="5930"/>
                    <a:pt x="3716" y="5811"/>
                    <a:pt x="4108" y="5656"/>
                  </a:cubicBezTo>
                  <a:cubicBezTo>
                    <a:pt x="4549" y="5489"/>
                    <a:pt x="4990" y="5299"/>
                    <a:pt x="5454" y="5180"/>
                  </a:cubicBezTo>
                  <a:cubicBezTo>
                    <a:pt x="5473" y="5174"/>
                    <a:pt x="5491" y="5172"/>
                    <a:pt x="5509" y="5172"/>
                  </a:cubicBezTo>
                  <a:close/>
                  <a:moveTo>
                    <a:pt x="6275" y="7178"/>
                  </a:moveTo>
                  <a:cubicBezTo>
                    <a:pt x="6455" y="7178"/>
                    <a:pt x="6536" y="7451"/>
                    <a:pt x="6335" y="7525"/>
                  </a:cubicBezTo>
                  <a:cubicBezTo>
                    <a:pt x="5906" y="7739"/>
                    <a:pt x="5454" y="7894"/>
                    <a:pt x="5013" y="8049"/>
                  </a:cubicBezTo>
                  <a:cubicBezTo>
                    <a:pt x="4609" y="8192"/>
                    <a:pt x="4204" y="8370"/>
                    <a:pt x="3787" y="8370"/>
                  </a:cubicBezTo>
                  <a:cubicBezTo>
                    <a:pt x="3783" y="8371"/>
                    <a:pt x="3778" y="8371"/>
                    <a:pt x="3774" y="8371"/>
                  </a:cubicBezTo>
                  <a:cubicBezTo>
                    <a:pt x="3700" y="8371"/>
                    <a:pt x="3671" y="8273"/>
                    <a:pt x="3727" y="8228"/>
                  </a:cubicBezTo>
                  <a:cubicBezTo>
                    <a:pt x="4049" y="7954"/>
                    <a:pt x="4478" y="7823"/>
                    <a:pt x="4870" y="7680"/>
                  </a:cubicBezTo>
                  <a:cubicBezTo>
                    <a:pt x="5299" y="7489"/>
                    <a:pt x="5752" y="7335"/>
                    <a:pt x="6204" y="7192"/>
                  </a:cubicBezTo>
                  <a:cubicBezTo>
                    <a:pt x="6229" y="7183"/>
                    <a:pt x="6252" y="7178"/>
                    <a:pt x="6275" y="7178"/>
                  </a:cubicBezTo>
                  <a:close/>
                  <a:moveTo>
                    <a:pt x="7017" y="9196"/>
                  </a:moveTo>
                  <a:cubicBezTo>
                    <a:pt x="7187" y="9196"/>
                    <a:pt x="7270" y="9462"/>
                    <a:pt x="7085" y="9549"/>
                  </a:cubicBezTo>
                  <a:cubicBezTo>
                    <a:pt x="6656" y="9740"/>
                    <a:pt x="6216" y="9918"/>
                    <a:pt x="5763" y="10073"/>
                  </a:cubicBezTo>
                  <a:cubicBezTo>
                    <a:pt x="5371" y="10216"/>
                    <a:pt x="4966" y="10394"/>
                    <a:pt x="4537" y="10394"/>
                  </a:cubicBezTo>
                  <a:cubicBezTo>
                    <a:pt x="4533" y="10395"/>
                    <a:pt x="4529" y="10395"/>
                    <a:pt x="4526" y="10395"/>
                  </a:cubicBezTo>
                  <a:cubicBezTo>
                    <a:pt x="4451" y="10395"/>
                    <a:pt x="4421" y="10286"/>
                    <a:pt x="4489" y="10252"/>
                  </a:cubicBezTo>
                  <a:cubicBezTo>
                    <a:pt x="4799" y="9966"/>
                    <a:pt x="5240" y="9835"/>
                    <a:pt x="5621" y="9692"/>
                  </a:cubicBezTo>
                  <a:cubicBezTo>
                    <a:pt x="6061" y="9501"/>
                    <a:pt x="6502" y="9347"/>
                    <a:pt x="6966" y="9204"/>
                  </a:cubicBezTo>
                  <a:cubicBezTo>
                    <a:pt x="6983" y="9199"/>
                    <a:pt x="7000" y="9196"/>
                    <a:pt x="7017" y="9196"/>
                  </a:cubicBezTo>
                  <a:close/>
                  <a:moveTo>
                    <a:pt x="7785" y="11203"/>
                  </a:moveTo>
                  <a:cubicBezTo>
                    <a:pt x="7966" y="11203"/>
                    <a:pt x="8049" y="11487"/>
                    <a:pt x="7847" y="11561"/>
                  </a:cubicBezTo>
                  <a:cubicBezTo>
                    <a:pt x="7407" y="11752"/>
                    <a:pt x="6966" y="11930"/>
                    <a:pt x="6514" y="12085"/>
                  </a:cubicBezTo>
                  <a:cubicBezTo>
                    <a:pt x="6121" y="12216"/>
                    <a:pt x="5716" y="12407"/>
                    <a:pt x="5299" y="12407"/>
                  </a:cubicBezTo>
                  <a:cubicBezTo>
                    <a:pt x="5216" y="12407"/>
                    <a:pt x="5180" y="12311"/>
                    <a:pt x="5240" y="12264"/>
                  </a:cubicBezTo>
                  <a:cubicBezTo>
                    <a:pt x="5561" y="11978"/>
                    <a:pt x="5990" y="11859"/>
                    <a:pt x="6383" y="11704"/>
                  </a:cubicBezTo>
                  <a:cubicBezTo>
                    <a:pt x="6811" y="11526"/>
                    <a:pt x="7264" y="11359"/>
                    <a:pt x="7716" y="11216"/>
                  </a:cubicBezTo>
                  <a:cubicBezTo>
                    <a:pt x="7740" y="11207"/>
                    <a:pt x="7763" y="11203"/>
                    <a:pt x="7785" y="11203"/>
                  </a:cubicBezTo>
                  <a:close/>
                  <a:moveTo>
                    <a:pt x="8532" y="13229"/>
                  </a:moveTo>
                  <a:cubicBezTo>
                    <a:pt x="8713" y="13229"/>
                    <a:pt x="8790" y="13488"/>
                    <a:pt x="8597" y="13573"/>
                  </a:cubicBezTo>
                  <a:cubicBezTo>
                    <a:pt x="8169" y="13776"/>
                    <a:pt x="7716" y="13931"/>
                    <a:pt x="7276" y="14097"/>
                  </a:cubicBezTo>
                  <a:cubicBezTo>
                    <a:pt x="6883" y="14240"/>
                    <a:pt x="6478" y="14419"/>
                    <a:pt x="6049" y="14419"/>
                  </a:cubicBezTo>
                  <a:cubicBezTo>
                    <a:pt x="5978" y="14419"/>
                    <a:pt x="5942" y="14323"/>
                    <a:pt x="6002" y="14276"/>
                  </a:cubicBezTo>
                  <a:cubicBezTo>
                    <a:pt x="6311" y="14002"/>
                    <a:pt x="6740" y="13871"/>
                    <a:pt x="7133" y="13716"/>
                  </a:cubicBezTo>
                  <a:cubicBezTo>
                    <a:pt x="7573" y="13538"/>
                    <a:pt x="8014" y="13371"/>
                    <a:pt x="8466" y="13240"/>
                  </a:cubicBezTo>
                  <a:cubicBezTo>
                    <a:pt x="8489" y="13233"/>
                    <a:pt x="8511" y="13229"/>
                    <a:pt x="8532" y="13229"/>
                  </a:cubicBezTo>
                  <a:close/>
                  <a:moveTo>
                    <a:pt x="9283" y="15244"/>
                  </a:moveTo>
                  <a:cubicBezTo>
                    <a:pt x="9459" y="15244"/>
                    <a:pt x="9531" y="15499"/>
                    <a:pt x="9347" y="15586"/>
                  </a:cubicBezTo>
                  <a:cubicBezTo>
                    <a:pt x="8919" y="15788"/>
                    <a:pt x="8478" y="15955"/>
                    <a:pt x="8026" y="16109"/>
                  </a:cubicBezTo>
                  <a:cubicBezTo>
                    <a:pt x="7633" y="16252"/>
                    <a:pt x="7228" y="16431"/>
                    <a:pt x="6811" y="16431"/>
                  </a:cubicBezTo>
                  <a:cubicBezTo>
                    <a:pt x="6807" y="16432"/>
                    <a:pt x="6803" y="16432"/>
                    <a:pt x="6799" y="16432"/>
                  </a:cubicBezTo>
                  <a:cubicBezTo>
                    <a:pt x="6724" y="16432"/>
                    <a:pt x="6695" y="16333"/>
                    <a:pt x="6752" y="16288"/>
                  </a:cubicBezTo>
                  <a:cubicBezTo>
                    <a:pt x="7073" y="16014"/>
                    <a:pt x="7502" y="15883"/>
                    <a:pt x="7883" y="15728"/>
                  </a:cubicBezTo>
                  <a:cubicBezTo>
                    <a:pt x="8323" y="15550"/>
                    <a:pt x="8776" y="15383"/>
                    <a:pt x="9228" y="15252"/>
                  </a:cubicBezTo>
                  <a:cubicBezTo>
                    <a:pt x="9247" y="15247"/>
                    <a:pt x="9266" y="15244"/>
                    <a:pt x="9283" y="15244"/>
                  </a:cubicBezTo>
                  <a:close/>
                  <a:moveTo>
                    <a:pt x="10049" y="17251"/>
                  </a:moveTo>
                  <a:cubicBezTo>
                    <a:pt x="10229" y="17251"/>
                    <a:pt x="10311" y="17525"/>
                    <a:pt x="10109" y="17610"/>
                  </a:cubicBezTo>
                  <a:cubicBezTo>
                    <a:pt x="9681" y="17800"/>
                    <a:pt x="9240" y="17979"/>
                    <a:pt x="8788" y="18122"/>
                  </a:cubicBezTo>
                  <a:cubicBezTo>
                    <a:pt x="8383" y="18264"/>
                    <a:pt x="7978" y="18443"/>
                    <a:pt x="7561" y="18443"/>
                  </a:cubicBezTo>
                  <a:cubicBezTo>
                    <a:pt x="7556" y="18444"/>
                    <a:pt x="7552" y="18444"/>
                    <a:pt x="7547" y="18444"/>
                  </a:cubicBezTo>
                  <a:cubicBezTo>
                    <a:pt x="7474" y="18444"/>
                    <a:pt x="7446" y="18357"/>
                    <a:pt x="7502" y="18312"/>
                  </a:cubicBezTo>
                  <a:cubicBezTo>
                    <a:pt x="7823" y="18026"/>
                    <a:pt x="8252" y="17895"/>
                    <a:pt x="8645" y="17752"/>
                  </a:cubicBezTo>
                  <a:cubicBezTo>
                    <a:pt x="9085" y="17562"/>
                    <a:pt x="9526" y="17407"/>
                    <a:pt x="9978" y="17264"/>
                  </a:cubicBezTo>
                  <a:cubicBezTo>
                    <a:pt x="10003" y="17255"/>
                    <a:pt x="10027" y="17251"/>
                    <a:pt x="10049" y="17251"/>
                  </a:cubicBezTo>
                  <a:close/>
                  <a:moveTo>
                    <a:pt x="10809" y="19275"/>
                  </a:moveTo>
                  <a:cubicBezTo>
                    <a:pt x="10977" y="19275"/>
                    <a:pt x="11051" y="19537"/>
                    <a:pt x="10871" y="19622"/>
                  </a:cubicBezTo>
                  <a:cubicBezTo>
                    <a:pt x="10431" y="19812"/>
                    <a:pt x="9990" y="19991"/>
                    <a:pt x="9538" y="20146"/>
                  </a:cubicBezTo>
                  <a:cubicBezTo>
                    <a:pt x="9145" y="20289"/>
                    <a:pt x="8740" y="20467"/>
                    <a:pt x="8311" y="20467"/>
                  </a:cubicBezTo>
                  <a:cubicBezTo>
                    <a:pt x="8307" y="20468"/>
                    <a:pt x="8304" y="20468"/>
                    <a:pt x="8300" y="20468"/>
                  </a:cubicBezTo>
                  <a:cubicBezTo>
                    <a:pt x="8225" y="20468"/>
                    <a:pt x="8196" y="20358"/>
                    <a:pt x="8264" y="20324"/>
                  </a:cubicBezTo>
                  <a:cubicBezTo>
                    <a:pt x="8573" y="20038"/>
                    <a:pt x="9014" y="19919"/>
                    <a:pt x="9395" y="19765"/>
                  </a:cubicBezTo>
                  <a:cubicBezTo>
                    <a:pt x="9835" y="19586"/>
                    <a:pt x="10288" y="19419"/>
                    <a:pt x="10740" y="19288"/>
                  </a:cubicBezTo>
                  <a:cubicBezTo>
                    <a:pt x="10764" y="19279"/>
                    <a:pt x="10787" y="19275"/>
                    <a:pt x="10809" y="19275"/>
                  </a:cubicBezTo>
                  <a:close/>
                  <a:moveTo>
                    <a:pt x="11546" y="21293"/>
                  </a:moveTo>
                  <a:cubicBezTo>
                    <a:pt x="11723" y="21293"/>
                    <a:pt x="11806" y="21547"/>
                    <a:pt x="11621" y="21634"/>
                  </a:cubicBezTo>
                  <a:cubicBezTo>
                    <a:pt x="11193" y="21836"/>
                    <a:pt x="10752" y="22003"/>
                    <a:pt x="10300" y="22158"/>
                  </a:cubicBezTo>
                  <a:cubicBezTo>
                    <a:pt x="9907" y="22301"/>
                    <a:pt x="9502" y="22479"/>
                    <a:pt x="9073" y="22479"/>
                  </a:cubicBezTo>
                  <a:cubicBezTo>
                    <a:pt x="9002" y="22479"/>
                    <a:pt x="8966" y="22384"/>
                    <a:pt x="9026" y="22336"/>
                  </a:cubicBezTo>
                  <a:cubicBezTo>
                    <a:pt x="9335" y="22063"/>
                    <a:pt x="9764" y="21932"/>
                    <a:pt x="10157" y="21777"/>
                  </a:cubicBezTo>
                  <a:cubicBezTo>
                    <a:pt x="10597" y="21598"/>
                    <a:pt x="11038" y="21432"/>
                    <a:pt x="11490" y="21301"/>
                  </a:cubicBezTo>
                  <a:cubicBezTo>
                    <a:pt x="11510" y="21295"/>
                    <a:pt x="11528" y="21293"/>
                    <a:pt x="11546" y="21293"/>
                  </a:cubicBezTo>
                  <a:close/>
                  <a:moveTo>
                    <a:pt x="12313" y="23302"/>
                  </a:moveTo>
                  <a:cubicBezTo>
                    <a:pt x="12487" y="23302"/>
                    <a:pt x="12565" y="23571"/>
                    <a:pt x="12371" y="23646"/>
                  </a:cubicBezTo>
                  <a:cubicBezTo>
                    <a:pt x="11943" y="23848"/>
                    <a:pt x="11502" y="24015"/>
                    <a:pt x="11050" y="24170"/>
                  </a:cubicBezTo>
                  <a:cubicBezTo>
                    <a:pt x="10657" y="24313"/>
                    <a:pt x="10252" y="24491"/>
                    <a:pt x="9835" y="24491"/>
                  </a:cubicBezTo>
                  <a:cubicBezTo>
                    <a:pt x="9831" y="24492"/>
                    <a:pt x="9826" y="24492"/>
                    <a:pt x="9821" y="24492"/>
                  </a:cubicBezTo>
                  <a:cubicBezTo>
                    <a:pt x="9748" y="24492"/>
                    <a:pt x="9720" y="24405"/>
                    <a:pt x="9776" y="24360"/>
                  </a:cubicBezTo>
                  <a:cubicBezTo>
                    <a:pt x="10097" y="24075"/>
                    <a:pt x="10526" y="23944"/>
                    <a:pt x="10907" y="23789"/>
                  </a:cubicBezTo>
                  <a:cubicBezTo>
                    <a:pt x="11347" y="23610"/>
                    <a:pt x="11800" y="23444"/>
                    <a:pt x="12252" y="23313"/>
                  </a:cubicBezTo>
                  <a:cubicBezTo>
                    <a:pt x="12274" y="23306"/>
                    <a:pt x="12294" y="23302"/>
                    <a:pt x="12313" y="23302"/>
                  </a:cubicBezTo>
                  <a:close/>
                  <a:moveTo>
                    <a:pt x="8061" y="0"/>
                  </a:moveTo>
                  <a:cubicBezTo>
                    <a:pt x="7764" y="643"/>
                    <a:pt x="6978" y="1191"/>
                    <a:pt x="6406" y="1572"/>
                  </a:cubicBezTo>
                  <a:cubicBezTo>
                    <a:pt x="5787" y="1989"/>
                    <a:pt x="5109" y="2334"/>
                    <a:pt x="4394" y="2584"/>
                  </a:cubicBezTo>
                  <a:cubicBezTo>
                    <a:pt x="3528" y="2907"/>
                    <a:pt x="2617" y="3067"/>
                    <a:pt x="1702" y="3067"/>
                  </a:cubicBezTo>
                  <a:cubicBezTo>
                    <a:pt x="1133" y="3067"/>
                    <a:pt x="563" y="3005"/>
                    <a:pt x="1" y="2882"/>
                  </a:cubicBezTo>
                  <a:lnTo>
                    <a:pt x="1" y="2882"/>
                  </a:lnTo>
                  <a:cubicBezTo>
                    <a:pt x="48" y="3013"/>
                    <a:pt x="96" y="3144"/>
                    <a:pt x="132" y="3263"/>
                  </a:cubicBezTo>
                  <a:cubicBezTo>
                    <a:pt x="1906" y="8394"/>
                    <a:pt x="3668" y="13526"/>
                    <a:pt x="5418" y="18669"/>
                  </a:cubicBezTo>
                  <a:cubicBezTo>
                    <a:pt x="5859" y="19955"/>
                    <a:pt x="6287" y="21229"/>
                    <a:pt x="6728" y="22515"/>
                  </a:cubicBezTo>
                  <a:cubicBezTo>
                    <a:pt x="7168" y="23777"/>
                    <a:pt x="7514" y="25158"/>
                    <a:pt x="8252" y="26289"/>
                  </a:cubicBezTo>
                  <a:cubicBezTo>
                    <a:pt x="9118" y="27588"/>
                    <a:pt x="10558" y="28321"/>
                    <a:pt x="12048" y="28321"/>
                  </a:cubicBezTo>
                  <a:cubicBezTo>
                    <a:pt x="12606" y="28321"/>
                    <a:pt x="13172" y="28218"/>
                    <a:pt x="13717" y="28004"/>
                  </a:cubicBezTo>
                  <a:cubicBezTo>
                    <a:pt x="13757" y="27984"/>
                    <a:pt x="13798" y="27974"/>
                    <a:pt x="13841" y="27974"/>
                  </a:cubicBezTo>
                  <a:cubicBezTo>
                    <a:pt x="13899" y="27974"/>
                    <a:pt x="13959" y="27993"/>
                    <a:pt x="14014" y="28028"/>
                  </a:cubicBezTo>
                  <a:cubicBezTo>
                    <a:pt x="14038" y="27932"/>
                    <a:pt x="14110" y="27849"/>
                    <a:pt x="14217" y="27813"/>
                  </a:cubicBezTo>
                  <a:cubicBezTo>
                    <a:pt x="16229" y="27087"/>
                    <a:pt x="17467" y="25051"/>
                    <a:pt x="17193" y="22932"/>
                  </a:cubicBezTo>
                  <a:cubicBezTo>
                    <a:pt x="17003" y="21598"/>
                    <a:pt x="16360" y="20324"/>
                    <a:pt x="15860" y="19098"/>
                  </a:cubicBezTo>
                  <a:cubicBezTo>
                    <a:pt x="15348" y="17836"/>
                    <a:pt x="14836" y="16586"/>
                    <a:pt x="14312" y="15336"/>
                  </a:cubicBezTo>
                  <a:cubicBezTo>
                    <a:pt x="12252" y="10311"/>
                    <a:pt x="10193" y="5287"/>
                    <a:pt x="8169" y="250"/>
                  </a:cubicBezTo>
                  <a:cubicBezTo>
                    <a:pt x="8133" y="167"/>
                    <a:pt x="8097" y="84"/>
                    <a:pt x="8061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39"/>
            <p:cNvSpPr/>
            <p:nvPr/>
          </p:nvSpPr>
          <p:spPr>
            <a:xfrm>
              <a:off x="1832950" y="1526500"/>
              <a:ext cx="304225" cy="311675"/>
            </a:xfrm>
            <a:custGeom>
              <a:avLst/>
              <a:gdLst/>
              <a:ahLst/>
              <a:cxnLst/>
              <a:rect l="l" t="t" r="r" b="b"/>
              <a:pathLst>
                <a:path w="12169" h="12467" extrusionOk="0">
                  <a:moveTo>
                    <a:pt x="8954" y="1"/>
                  </a:moveTo>
                  <a:cubicBezTo>
                    <a:pt x="8764" y="1"/>
                    <a:pt x="8573" y="25"/>
                    <a:pt x="8395" y="96"/>
                  </a:cubicBezTo>
                  <a:cubicBezTo>
                    <a:pt x="8014" y="191"/>
                    <a:pt x="7645" y="310"/>
                    <a:pt x="7264" y="418"/>
                  </a:cubicBezTo>
                  <a:cubicBezTo>
                    <a:pt x="6454" y="656"/>
                    <a:pt x="5644" y="906"/>
                    <a:pt x="4847" y="1180"/>
                  </a:cubicBezTo>
                  <a:cubicBezTo>
                    <a:pt x="4037" y="1441"/>
                    <a:pt x="3251" y="1739"/>
                    <a:pt x="2477" y="2084"/>
                  </a:cubicBezTo>
                  <a:cubicBezTo>
                    <a:pt x="2049" y="2275"/>
                    <a:pt x="1632" y="2489"/>
                    <a:pt x="1227" y="2727"/>
                  </a:cubicBezTo>
                  <a:cubicBezTo>
                    <a:pt x="894" y="2918"/>
                    <a:pt x="406" y="3144"/>
                    <a:pt x="239" y="3525"/>
                  </a:cubicBezTo>
                  <a:cubicBezTo>
                    <a:pt x="1" y="4049"/>
                    <a:pt x="560" y="4073"/>
                    <a:pt x="894" y="4239"/>
                  </a:cubicBezTo>
                  <a:cubicBezTo>
                    <a:pt x="1013" y="4299"/>
                    <a:pt x="1132" y="4394"/>
                    <a:pt x="1227" y="4489"/>
                  </a:cubicBezTo>
                  <a:cubicBezTo>
                    <a:pt x="2311" y="3858"/>
                    <a:pt x="3489" y="3394"/>
                    <a:pt x="4716" y="3120"/>
                  </a:cubicBezTo>
                  <a:cubicBezTo>
                    <a:pt x="4723" y="3118"/>
                    <a:pt x="4730" y="3117"/>
                    <a:pt x="4737" y="3117"/>
                  </a:cubicBezTo>
                  <a:cubicBezTo>
                    <a:pt x="4808" y="3117"/>
                    <a:pt x="4850" y="3219"/>
                    <a:pt x="4763" y="3251"/>
                  </a:cubicBezTo>
                  <a:cubicBezTo>
                    <a:pt x="3620" y="3692"/>
                    <a:pt x="2477" y="4156"/>
                    <a:pt x="1322" y="4609"/>
                  </a:cubicBezTo>
                  <a:lnTo>
                    <a:pt x="1370" y="4656"/>
                  </a:lnTo>
                  <a:cubicBezTo>
                    <a:pt x="1394" y="4656"/>
                    <a:pt x="1418" y="4668"/>
                    <a:pt x="1429" y="4680"/>
                  </a:cubicBezTo>
                  <a:cubicBezTo>
                    <a:pt x="1441" y="4728"/>
                    <a:pt x="1453" y="4763"/>
                    <a:pt x="1477" y="4811"/>
                  </a:cubicBezTo>
                  <a:cubicBezTo>
                    <a:pt x="1608" y="5037"/>
                    <a:pt x="1703" y="5287"/>
                    <a:pt x="1763" y="5537"/>
                  </a:cubicBezTo>
                  <a:cubicBezTo>
                    <a:pt x="2656" y="7823"/>
                    <a:pt x="3454" y="10145"/>
                    <a:pt x="4251" y="12467"/>
                  </a:cubicBezTo>
                  <a:cubicBezTo>
                    <a:pt x="4870" y="11347"/>
                    <a:pt x="6216" y="10597"/>
                    <a:pt x="7442" y="10490"/>
                  </a:cubicBezTo>
                  <a:cubicBezTo>
                    <a:pt x="7611" y="10475"/>
                    <a:pt x="7779" y="10470"/>
                    <a:pt x="7948" y="10470"/>
                  </a:cubicBezTo>
                  <a:cubicBezTo>
                    <a:pt x="8408" y="10470"/>
                    <a:pt x="8869" y="10511"/>
                    <a:pt x="9330" y="10511"/>
                  </a:cubicBezTo>
                  <a:cubicBezTo>
                    <a:pt x="9498" y="10511"/>
                    <a:pt x="9667" y="10505"/>
                    <a:pt x="9835" y="10490"/>
                  </a:cubicBezTo>
                  <a:cubicBezTo>
                    <a:pt x="10728" y="10419"/>
                    <a:pt x="11478" y="10085"/>
                    <a:pt x="12050" y="9395"/>
                  </a:cubicBezTo>
                  <a:cubicBezTo>
                    <a:pt x="12086" y="9359"/>
                    <a:pt x="12121" y="9335"/>
                    <a:pt x="12169" y="9323"/>
                  </a:cubicBezTo>
                  <a:cubicBezTo>
                    <a:pt x="11478" y="7609"/>
                    <a:pt x="10776" y="5906"/>
                    <a:pt x="10121" y="4168"/>
                  </a:cubicBezTo>
                  <a:cubicBezTo>
                    <a:pt x="10108" y="4174"/>
                    <a:pt x="10095" y="4177"/>
                    <a:pt x="10083" y="4177"/>
                  </a:cubicBezTo>
                  <a:cubicBezTo>
                    <a:pt x="10050" y="4177"/>
                    <a:pt x="10019" y="4155"/>
                    <a:pt x="10002" y="4120"/>
                  </a:cubicBezTo>
                  <a:cubicBezTo>
                    <a:pt x="9609" y="3394"/>
                    <a:pt x="9216" y="2632"/>
                    <a:pt x="9097" y="1822"/>
                  </a:cubicBezTo>
                  <a:cubicBezTo>
                    <a:pt x="8621" y="2108"/>
                    <a:pt x="8085" y="2215"/>
                    <a:pt x="7549" y="2346"/>
                  </a:cubicBezTo>
                  <a:cubicBezTo>
                    <a:pt x="7013" y="2489"/>
                    <a:pt x="6478" y="2620"/>
                    <a:pt x="5930" y="2739"/>
                  </a:cubicBezTo>
                  <a:cubicBezTo>
                    <a:pt x="5926" y="2740"/>
                    <a:pt x="5922" y="2740"/>
                    <a:pt x="5919" y="2740"/>
                  </a:cubicBezTo>
                  <a:cubicBezTo>
                    <a:pt x="5869" y="2740"/>
                    <a:pt x="5862" y="2666"/>
                    <a:pt x="5906" y="2644"/>
                  </a:cubicBezTo>
                  <a:cubicBezTo>
                    <a:pt x="6894" y="2263"/>
                    <a:pt x="8002" y="2013"/>
                    <a:pt x="8883" y="1418"/>
                  </a:cubicBezTo>
                  <a:cubicBezTo>
                    <a:pt x="8918" y="1391"/>
                    <a:pt x="8968" y="1377"/>
                    <a:pt x="9015" y="1377"/>
                  </a:cubicBezTo>
                  <a:cubicBezTo>
                    <a:pt x="9031" y="1377"/>
                    <a:pt x="9046" y="1379"/>
                    <a:pt x="9061" y="1382"/>
                  </a:cubicBezTo>
                  <a:cubicBezTo>
                    <a:pt x="9049" y="1096"/>
                    <a:pt x="9085" y="799"/>
                    <a:pt x="9157" y="525"/>
                  </a:cubicBezTo>
                  <a:cubicBezTo>
                    <a:pt x="9216" y="287"/>
                    <a:pt x="9288" y="60"/>
                    <a:pt x="8954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39"/>
            <p:cNvSpPr/>
            <p:nvPr/>
          </p:nvSpPr>
          <p:spPr>
            <a:xfrm>
              <a:off x="1941600" y="1789925"/>
              <a:ext cx="176525" cy="57750"/>
            </a:xfrm>
            <a:custGeom>
              <a:avLst/>
              <a:gdLst/>
              <a:ahLst/>
              <a:cxnLst/>
              <a:rect l="l" t="t" r="r" b="b"/>
              <a:pathLst>
                <a:path w="7061" h="2310" extrusionOk="0">
                  <a:moveTo>
                    <a:pt x="7061" y="1"/>
                  </a:moveTo>
                  <a:lnTo>
                    <a:pt x="7061" y="1"/>
                  </a:lnTo>
                  <a:cubicBezTo>
                    <a:pt x="6505" y="223"/>
                    <a:pt x="5860" y="260"/>
                    <a:pt x="5233" y="260"/>
                  </a:cubicBezTo>
                  <a:cubicBezTo>
                    <a:pt x="4920" y="260"/>
                    <a:pt x="4612" y="251"/>
                    <a:pt x="4322" y="251"/>
                  </a:cubicBezTo>
                  <a:cubicBezTo>
                    <a:pt x="3489" y="251"/>
                    <a:pt x="2679" y="298"/>
                    <a:pt x="1905" y="644"/>
                  </a:cubicBezTo>
                  <a:cubicBezTo>
                    <a:pt x="1108" y="989"/>
                    <a:pt x="572" y="1572"/>
                    <a:pt x="0" y="2192"/>
                  </a:cubicBezTo>
                  <a:cubicBezTo>
                    <a:pt x="12" y="2215"/>
                    <a:pt x="12" y="2239"/>
                    <a:pt x="24" y="2263"/>
                  </a:cubicBezTo>
                  <a:cubicBezTo>
                    <a:pt x="338" y="2294"/>
                    <a:pt x="652" y="2309"/>
                    <a:pt x="966" y="2309"/>
                  </a:cubicBezTo>
                  <a:cubicBezTo>
                    <a:pt x="2105" y="2309"/>
                    <a:pt x="3237" y="2107"/>
                    <a:pt x="4311" y="1715"/>
                  </a:cubicBezTo>
                  <a:cubicBezTo>
                    <a:pt x="4977" y="1453"/>
                    <a:pt x="5608" y="1120"/>
                    <a:pt x="6192" y="703"/>
                  </a:cubicBezTo>
                  <a:cubicBezTo>
                    <a:pt x="6489" y="501"/>
                    <a:pt x="6775" y="263"/>
                    <a:pt x="7049" y="13"/>
                  </a:cubicBezTo>
                  <a:lnTo>
                    <a:pt x="706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39"/>
            <p:cNvSpPr/>
            <p:nvPr/>
          </p:nvSpPr>
          <p:spPr>
            <a:xfrm>
              <a:off x="1809150" y="1429175"/>
              <a:ext cx="205400" cy="153325"/>
            </a:xfrm>
            <a:custGeom>
              <a:avLst/>
              <a:gdLst/>
              <a:ahLst/>
              <a:cxnLst/>
              <a:rect l="l" t="t" r="r" b="b"/>
              <a:pathLst>
                <a:path w="8216" h="6133" extrusionOk="0">
                  <a:moveTo>
                    <a:pt x="7037" y="0"/>
                  </a:moveTo>
                  <a:cubicBezTo>
                    <a:pt x="5156" y="715"/>
                    <a:pt x="3263" y="1405"/>
                    <a:pt x="1393" y="2144"/>
                  </a:cubicBezTo>
                  <a:cubicBezTo>
                    <a:pt x="1179" y="2227"/>
                    <a:pt x="965" y="2310"/>
                    <a:pt x="738" y="2394"/>
                  </a:cubicBezTo>
                  <a:cubicBezTo>
                    <a:pt x="631" y="2441"/>
                    <a:pt x="72" y="2584"/>
                    <a:pt x="0" y="2715"/>
                  </a:cubicBezTo>
                  <a:cubicBezTo>
                    <a:pt x="3" y="2714"/>
                    <a:pt x="5" y="2713"/>
                    <a:pt x="8" y="2713"/>
                  </a:cubicBezTo>
                  <a:cubicBezTo>
                    <a:pt x="79" y="2713"/>
                    <a:pt x="311" y="3110"/>
                    <a:pt x="345" y="3156"/>
                  </a:cubicBezTo>
                  <a:cubicBezTo>
                    <a:pt x="488" y="3370"/>
                    <a:pt x="619" y="3584"/>
                    <a:pt x="762" y="3799"/>
                  </a:cubicBezTo>
                  <a:cubicBezTo>
                    <a:pt x="1048" y="4227"/>
                    <a:pt x="1334" y="4644"/>
                    <a:pt x="1631" y="5061"/>
                  </a:cubicBezTo>
                  <a:cubicBezTo>
                    <a:pt x="1858" y="5394"/>
                    <a:pt x="2143" y="5739"/>
                    <a:pt x="2274" y="6132"/>
                  </a:cubicBezTo>
                  <a:cubicBezTo>
                    <a:pt x="2501" y="6013"/>
                    <a:pt x="2727" y="5906"/>
                    <a:pt x="2941" y="5799"/>
                  </a:cubicBezTo>
                  <a:cubicBezTo>
                    <a:pt x="3858" y="5358"/>
                    <a:pt x="4775" y="4965"/>
                    <a:pt x="5715" y="4608"/>
                  </a:cubicBezTo>
                  <a:cubicBezTo>
                    <a:pt x="6549" y="4299"/>
                    <a:pt x="7370" y="4025"/>
                    <a:pt x="8216" y="3763"/>
                  </a:cubicBezTo>
                  <a:cubicBezTo>
                    <a:pt x="8013" y="3144"/>
                    <a:pt x="7870" y="2477"/>
                    <a:pt x="7668" y="1858"/>
                  </a:cubicBezTo>
                  <a:cubicBezTo>
                    <a:pt x="7477" y="1227"/>
                    <a:pt x="7263" y="608"/>
                    <a:pt x="7037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39"/>
            <p:cNvSpPr/>
            <p:nvPr/>
          </p:nvSpPr>
          <p:spPr>
            <a:xfrm>
              <a:off x="1793950" y="1416125"/>
              <a:ext cx="601000" cy="1087500"/>
            </a:xfrm>
            <a:custGeom>
              <a:avLst/>
              <a:gdLst/>
              <a:ahLst/>
              <a:cxnLst/>
              <a:rect l="l" t="t" r="r" b="b"/>
              <a:pathLst>
                <a:path w="24040" h="43500" extrusionOk="0">
                  <a:moveTo>
                    <a:pt x="7657" y="522"/>
                  </a:moveTo>
                  <a:cubicBezTo>
                    <a:pt x="7871" y="1130"/>
                    <a:pt x="8085" y="1749"/>
                    <a:pt x="8276" y="2380"/>
                  </a:cubicBezTo>
                  <a:cubicBezTo>
                    <a:pt x="8478" y="2999"/>
                    <a:pt x="8621" y="3666"/>
                    <a:pt x="8824" y="4285"/>
                  </a:cubicBezTo>
                  <a:cubicBezTo>
                    <a:pt x="7978" y="4547"/>
                    <a:pt x="7145" y="4821"/>
                    <a:pt x="6323" y="5130"/>
                  </a:cubicBezTo>
                  <a:cubicBezTo>
                    <a:pt x="5383" y="5487"/>
                    <a:pt x="4466" y="5880"/>
                    <a:pt x="3549" y="6321"/>
                  </a:cubicBezTo>
                  <a:cubicBezTo>
                    <a:pt x="3335" y="6428"/>
                    <a:pt x="3109" y="6535"/>
                    <a:pt x="2882" y="6654"/>
                  </a:cubicBezTo>
                  <a:cubicBezTo>
                    <a:pt x="2751" y="6261"/>
                    <a:pt x="2466" y="5916"/>
                    <a:pt x="2239" y="5583"/>
                  </a:cubicBezTo>
                  <a:cubicBezTo>
                    <a:pt x="1942" y="5166"/>
                    <a:pt x="1656" y="4749"/>
                    <a:pt x="1370" y="4321"/>
                  </a:cubicBezTo>
                  <a:cubicBezTo>
                    <a:pt x="1227" y="4106"/>
                    <a:pt x="1096" y="3892"/>
                    <a:pt x="953" y="3678"/>
                  </a:cubicBezTo>
                  <a:cubicBezTo>
                    <a:pt x="919" y="3632"/>
                    <a:pt x="687" y="3235"/>
                    <a:pt x="616" y="3235"/>
                  </a:cubicBezTo>
                  <a:cubicBezTo>
                    <a:pt x="613" y="3235"/>
                    <a:pt x="611" y="3236"/>
                    <a:pt x="608" y="3237"/>
                  </a:cubicBezTo>
                  <a:cubicBezTo>
                    <a:pt x="680" y="3106"/>
                    <a:pt x="1239" y="2975"/>
                    <a:pt x="1358" y="2916"/>
                  </a:cubicBezTo>
                  <a:cubicBezTo>
                    <a:pt x="1573" y="2832"/>
                    <a:pt x="1787" y="2749"/>
                    <a:pt x="2013" y="2666"/>
                  </a:cubicBezTo>
                  <a:cubicBezTo>
                    <a:pt x="3882" y="1927"/>
                    <a:pt x="5776" y="1225"/>
                    <a:pt x="7657" y="522"/>
                  </a:cubicBezTo>
                  <a:close/>
                  <a:moveTo>
                    <a:pt x="10514" y="4416"/>
                  </a:moveTo>
                  <a:cubicBezTo>
                    <a:pt x="10848" y="4475"/>
                    <a:pt x="10776" y="4702"/>
                    <a:pt x="10717" y="4940"/>
                  </a:cubicBezTo>
                  <a:cubicBezTo>
                    <a:pt x="10645" y="5214"/>
                    <a:pt x="10609" y="5511"/>
                    <a:pt x="10621" y="5797"/>
                  </a:cubicBezTo>
                  <a:cubicBezTo>
                    <a:pt x="10606" y="5794"/>
                    <a:pt x="10591" y="5792"/>
                    <a:pt x="10575" y="5792"/>
                  </a:cubicBezTo>
                  <a:cubicBezTo>
                    <a:pt x="10528" y="5792"/>
                    <a:pt x="10478" y="5806"/>
                    <a:pt x="10443" y="5833"/>
                  </a:cubicBezTo>
                  <a:cubicBezTo>
                    <a:pt x="9550" y="6428"/>
                    <a:pt x="8454" y="6678"/>
                    <a:pt x="7466" y="7059"/>
                  </a:cubicBezTo>
                  <a:cubicBezTo>
                    <a:pt x="7422" y="7081"/>
                    <a:pt x="7429" y="7155"/>
                    <a:pt x="7479" y="7155"/>
                  </a:cubicBezTo>
                  <a:cubicBezTo>
                    <a:pt x="7482" y="7155"/>
                    <a:pt x="7486" y="7155"/>
                    <a:pt x="7490" y="7154"/>
                  </a:cubicBezTo>
                  <a:cubicBezTo>
                    <a:pt x="8038" y="7035"/>
                    <a:pt x="8573" y="6892"/>
                    <a:pt x="9109" y="6761"/>
                  </a:cubicBezTo>
                  <a:cubicBezTo>
                    <a:pt x="9645" y="6630"/>
                    <a:pt x="10181" y="6523"/>
                    <a:pt x="10657" y="6237"/>
                  </a:cubicBezTo>
                  <a:cubicBezTo>
                    <a:pt x="10776" y="7047"/>
                    <a:pt x="11169" y="7809"/>
                    <a:pt x="11562" y="8535"/>
                  </a:cubicBezTo>
                  <a:cubicBezTo>
                    <a:pt x="11579" y="8570"/>
                    <a:pt x="11610" y="8592"/>
                    <a:pt x="11643" y="8592"/>
                  </a:cubicBezTo>
                  <a:cubicBezTo>
                    <a:pt x="11655" y="8592"/>
                    <a:pt x="11668" y="8589"/>
                    <a:pt x="11681" y="8583"/>
                  </a:cubicBezTo>
                  <a:cubicBezTo>
                    <a:pt x="12336" y="10309"/>
                    <a:pt x="13038" y="12024"/>
                    <a:pt x="13729" y="13738"/>
                  </a:cubicBezTo>
                  <a:cubicBezTo>
                    <a:pt x="13681" y="13750"/>
                    <a:pt x="13646" y="13774"/>
                    <a:pt x="13610" y="13810"/>
                  </a:cubicBezTo>
                  <a:cubicBezTo>
                    <a:pt x="13038" y="14500"/>
                    <a:pt x="12288" y="14834"/>
                    <a:pt x="11395" y="14905"/>
                  </a:cubicBezTo>
                  <a:cubicBezTo>
                    <a:pt x="11227" y="14920"/>
                    <a:pt x="11058" y="14926"/>
                    <a:pt x="10890" y="14926"/>
                  </a:cubicBezTo>
                  <a:cubicBezTo>
                    <a:pt x="10429" y="14926"/>
                    <a:pt x="9968" y="14885"/>
                    <a:pt x="9508" y="14885"/>
                  </a:cubicBezTo>
                  <a:cubicBezTo>
                    <a:pt x="9339" y="14885"/>
                    <a:pt x="9171" y="14890"/>
                    <a:pt x="9002" y="14905"/>
                  </a:cubicBezTo>
                  <a:cubicBezTo>
                    <a:pt x="7776" y="15012"/>
                    <a:pt x="6430" y="15762"/>
                    <a:pt x="5811" y="16882"/>
                  </a:cubicBezTo>
                  <a:cubicBezTo>
                    <a:pt x="5014" y="14560"/>
                    <a:pt x="4216" y="12238"/>
                    <a:pt x="3323" y="9952"/>
                  </a:cubicBezTo>
                  <a:cubicBezTo>
                    <a:pt x="3263" y="9702"/>
                    <a:pt x="3168" y="9452"/>
                    <a:pt x="3037" y="9226"/>
                  </a:cubicBezTo>
                  <a:cubicBezTo>
                    <a:pt x="3013" y="9178"/>
                    <a:pt x="3001" y="9143"/>
                    <a:pt x="2989" y="9095"/>
                  </a:cubicBezTo>
                  <a:cubicBezTo>
                    <a:pt x="2978" y="9083"/>
                    <a:pt x="2954" y="9071"/>
                    <a:pt x="2930" y="9071"/>
                  </a:cubicBezTo>
                  <a:lnTo>
                    <a:pt x="2882" y="9024"/>
                  </a:lnTo>
                  <a:cubicBezTo>
                    <a:pt x="4037" y="8571"/>
                    <a:pt x="5180" y="8107"/>
                    <a:pt x="6323" y="7666"/>
                  </a:cubicBezTo>
                  <a:cubicBezTo>
                    <a:pt x="6410" y="7634"/>
                    <a:pt x="6368" y="7532"/>
                    <a:pt x="6297" y="7532"/>
                  </a:cubicBezTo>
                  <a:cubicBezTo>
                    <a:pt x="6290" y="7532"/>
                    <a:pt x="6283" y="7533"/>
                    <a:pt x="6276" y="7535"/>
                  </a:cubicBezTo>
                  <a:cubicBezTo>
                    <a:pt x="5049" y="7809"/>
                    <a:pt x="3871" y="8273"/>
                    <a:pt x="2787" y="8904"/>
                  </a:cubicBezTo>
                  <a:cubicBezTo>
                    <a:pt x="2692" y="8809"/>
                    <a:pt x="2573" y="8714"/>
                    <a:pt x="2454" y="8654"/>
                  </a:cubicBezTo>
                  <a:cubicBezTo>
                    <a:pt x="2120" y="8488"/>
                    <a:pt x="1561" y="8464"/>
                    <a:pt x="1799" y="7940"/>
                  </a:cubicBezTo>
                  <a:cubicBezTo>
                    <a:pt x="1966" y="7559"/>
                    <a:pt x="2454" y="7333"/>
                    <a:pt x="2787" y="7142"/>
                  </a:cubicBezTo>
                  <a:cubicBezTo>
                    <a:pt x="3192" y="6904"/>
                    <a:pt x="3609" y="6690"/>
                    <a:pt x="4037" y="6499"/>
                  </a:cubicBezTo>
                  <a:cubicBezTo>
                    <a:pt x="4811" y="6154"/>
                    <a:pt x="5597" y="5856"/>
                    <a:pt x="6407" y="5595"/>
                  </a:cubicBezTo>
                  <a:cubicBezTo>
                    <a:pt x="7204" y="5321"/>
                    <a:pt x="8014" y="5071"/>
                    <a:pt x="8824" y="4833"/>
                  </a:cubicBezTo>
                  <a:cubicBezTo>
                    <a:pt x="9205" y="4725"/>
                    <a:pt x="9574" y="4606"/>
                    <a:pt x="9955" y="4511"/>
                  </a:cubicBezTo>
                  <a:cubicBezTo>
                    <a:pt x="10133" y="4440"/>
                    <a:pt x="10324" y="4416"/>
                    <a:pt x="10514" y="4416"/>
                  </a:cubicBezTo>
                  <a:close/>
                  <a:moveTo>
                    <a:pt x="12967" y="14953"/>
                  </a:moveTo>
                  <a:lnTo>
                    <a:pt x="12955" y="14965"/>
                  </a:lnTo>
                  <a:cubicBezTo>
                    <a:pt x="12681" y="15215"/>
                    <a:pt x="12395" y="15453"/>
                    <a:pt x="12098" y="15667"/>
                  </a:cubicBezTo>
                  <a:cubicBezTo>
                    <a:pt x="11514" y="16072"/>
                    <a:pt x="10883" y="16417"/>
                    <a:pt x="10217" y="16667"/>
                  </a:cubicBezTo>
                  <a:cubicBezTo>
                    <a:pt x="9143" y="17059"/>
                    <a:pt x="8011" y="17261"/>
                    <a:pt x="6872" y="17261"/>
                  </a:cubicBezTo>
                  <a:cubicBezTo>
                    <a:pt x="6558" y="17261"/>
                    <a:pt x="6244" y="17246"/>
                    <a:pt x="5930" y="17215"/>
                  </a:cubicBezTo>
                  <a:cubicBezTo>
                    <a:pt x="5918" y="17191"/>
                    <a:pt x="5918" y="17179"/>
                    <a:pt x="5906" y="17155"/>
                  </a:cubicBezTo>
                  <a:cubicBezTo>
                    <a:pt x="6478" y="16536"/>
                    <a:pt x="7026" y="15953"/>
                    <a:pt x="7823" y="15608"/>
                  </a:cubicBezTo>
                  <a:cubicBezTo>
                    <a:pt x="8597" y="15262"/>
                    <a:pt x="9395" y="15203"/>
                    <a:pt x="10228" y="15203"/>
                  </a:cubicBezTo>
                  <a:cubicBezTo>
                    <a:pt x="10518" y="15203"/>
                    <a:pt x="10826" y="15212"/>
                    <a:pt x="11139" y="15212"/>
                  </a:cubicBezTo>
                  <a:cubicBezTo>
                    <a:pt x="11766" y="15212"/>
                    <a:pt x="12411" y="15175"/>
                    <a:pt x="12967" y="14953"/>
                  </a:cubicBezTo>
                  <a:close/>
                  <a:moveTo>
                    <a:pt x="14038" y="14512"/>
                  </a:moveTo>
                  <a:cubicBezTo>
                    <a:pt x="14062" y="14596"/>
                    <a:pt x="14098" y="14679"/>
                    <a:pt x="14134" y="14762"/>
                  </a:cubicBezTo>
                  <a:cubicBezTo>
                    <a:pt x="16182" y="19787"/>
                    <a:pt x="18229" y="24811"/>
                    <a:pt x="20289" y="29836"/>
                  </a:cubicBezTo>
                  <a:cubicBezTo>
                    <a:pt x="20801" y="31098"/>
                    <a:pt x="21325" y="32348"/>
                    <a:pt x="21837" y="33610"/>
                  </a:cubicBezTo>
                  <a:cubicBezTo>
                    <a:pt x="22337" y="34836"/>
                    <a:pt x="22980" y="36110"/>
                    <a:pt x="23171" y="37444"/>
                  </a:cubicBezTo>
                  <a:cubicBezTo>
                    <a:pt x="23456" y="39563"/>
                    <a:pt x="22218" y="41599"/>
                    <a:pt x="20194" y="42325"/>
                  </a:cubicBezTo>
                  <a:cubicBezTo>
                    <a:pt x="20087" y="42349"/>
                    <a:pt x="20003" y="42432"/>
                    <a:pt x="19980" y="42540"/>
                  </a:cubicBezTo>
                  <a:cubicBezTo>
                    <a:pt x="19931" y="42505"/>
                    <a:pt x="19870" y="42486"/>
                    <a:pt x="19809" y="42486"/>
                  </a:cubicBezTo>
                  <a:cubicBezTo>
                    <a:pt x="19766" y="42486"/>
                    <a:pt x="19722" y="42496"/>
                    <a:pt x="19682" y="42516"/>
                  </a:cubicBezTo>
                  <a:cubicBezTo>
                    <a:pt x="19141" y="42725"/>
                    <a:pt x="18581" y="42825"/>
                    <a:pt x="18027" y="42825"/>
                  </a:cubicBezTo>
                  <a:cubicBezTo>
                    <a:pt x="16532" y="42825"/>
                    <a:pt x="15086" y="42093"/>
                    <a:pt x="14217" y="40789"/>
                  </a:cubicBezTo>
                  <a:cubicBezTo>
                    <a:pt x="13491" y="39670"/>
                    <a:pt x="13134" y="38289"/>
                    <a:pt x="12705" y="37027"/>
                  </a:cubicBezTo>
                  <a:cubicBezTo>
                    <a:pt x="12264" y="35741"/>
                    <a:pt x="11824" y="34455"/>
                    <a:pt x="11383" y="33169"/>
                  </a:cubicBezTo>
                  <a:cubicBezTo>
                    <a:pt x="9645" y="28038"/>
                    <a:pt x="7883" y="22894"/>
                    <a:pt x="6109" y="17775"/>
                  </a:cubicBezTo>
                  <a:cubicBezTo>
                    <a:pt x="6061" y="17644"/>
                    <a:pt x="6026" y="17525"/>
                    <a:pt x="5978" y="17394"/>
                  </a:cubicBezTo>
                  <a:lnTo>
                    <a:pt x="5978" y="17394"/>
                  </a:lnTo>
                  <a:cubicBezTo>
                    <a:pt x="6540" y="17517"/>
                    <a:pt x="7108" y="17579"/>
                    <a:pt x="7676" y="17579"/>
                  </a:cubicBezTo>
                  <a:cubicBezTo>
                    <a:pt x="8587" y="17579"/>
                    <a:pt x="9493" y="17419"/>
                    <a:pt x="10359" y="17096"/>
                  </a:cubicBezTo>
                  <a:cubicBezTo>
                    <a:pt x="11074" y="16846"/>
                    <a:pt x="11752" y="16501"/>
                    <a:pt x="12383" y="16072"/>
                  </a:cubicBezTo>
                  <a:cubicBezTo>
                    <a:pt x="12943" y="15691"/>
                    <a:pt x="13741" y="15143"/>
                    <a:pt x="14038" y="14512"/>
                  </a:cubicBezTo>
                  <a:close/>
                  <a:moveTo>
                    <a:pt x="7786" y="0"/>
                  </a:moveTo>
                  <a:cubicBezTo>
                    <a:pt x="7763" y="0"/>
                    <a:pt x="7739" y="4"/>
                    <a:pt x="7716" y="11"/>
                  </a:cubicBezTo>
                  <a:cubicBezTo>
                    <a:pt x="5406" y="903"/>
                    <a:pt x="3097" y="1892"/>
                    <a:pt x="751" y="2689"/>
                  </a:cubicBezTo>
                  <a:cubicBezTo>
                    <a:pt x="465" y="2785"/>
                    <a:pt x="120" y="2832"/>
                    <a:pt x="61" y="3178"/>
                  </a:cubicBezTo>
                  <a:cubicBezTo>
                    <a:pt x="1" y="3570"/>
                    <a:pt x="477" y="4071"/>
                    <a:pt x="680" y="4368"/>
                  </a:cubicBezTo>
                  <a:cubicBezTo>
                    <a:pt x="1001" y="4833"/>
                    <a:pt x="1346" y="5297"/>
                    <a:pt x="1704" y="5749"/>
                  </a:cubicBezTo>
                  <a:cubicBezTo>
                    <a:pt x="1977" y="6095"/>
                    <a:pt x="2287" y="6511"/>
                    <a:pt x="2656" y="6773"/>
                  </a:cubicBezTo>
                  <a:cubicBezTo>
                    <a:pt x="2489" y="6857"/>
                    <a:pt x="2335" y="6940"/>
                    <a:pt x="2168" y="7023"/>
                  </a:cubicBezTo>
                  <a:cubicBezTo>
                    <a:pt x="1882" y="7166"/>
                    <a:pt x="1561" y="7309"/>
                    <a:pt x="1346" y="7571"/>
                  </a:cubicBezTo>
                  <a:cubicBezTo>
                    <a:pt x="977" y="8035"/>
                    <a:pt x="1037" y="8785"/>
                    <a:pt x="1644" y="9012"/>
                  </a:cubicBezTo>
                  <a:cubicBezTo>
                    <a:pt x="2096" y="9178"/>
                    <a:pt x="2513" y="9143"/>
                    <a:pt x="2835" y="9559"/>
                  </a:cubicBezTo>
                  <a:cubicBezTo>
                    <a:pt x="3168" y="9964"/>
                    <a:pt x="3228" y="10488"/>
                    <a:pt x="3370" y="10976"/>
                  </a:cubicBezTo>
                  <a:cubicBezTo>
                    <a:pt x="3377" y="10989"/>
                    <a:pt x="3387" y="10999"/>
                    <a:pt x="3395" y="10999"/>
                  </a:cubicBezTo>
                  <a:cubicBezTo>
                    <a:pt x="3401" y="10999"/>
                    <a:pt x="3406" y="10992"/>
                    <a:pt x="3406" y="10976"/>
                  </a:cubicBezTo>
                  <a:lnTo>
                    <a:pt x="3406" y="10881"/>
                  </a:lnTo>
                  <a:cubicBezTo>
                    <a:pt x="4061" y="13095"/>
                    <a:pt x="4811" y="15286"/>
                    <a:pt x="5537" y="17477"/>
                  </a:cubicBezTo>
                  <a:cubicBezTo>
                    <a:pt x="6430" y="20180"/>
                    <a:pt x="7323" y="22882"/>
                    <a:pt x="8240" y="25573"/>
                  </a:cubicBezTo>
                  <a:lnTo>
                    <a:pt x="10990" y="33765"/>
                  </a:lnTo>
                  <a:cubicBezTo>
                    <a:pt x="11443" y="35110"/>
                    <a:pt x="11895" y="36455"/>
                    <a:pt x="12348" y="37801"/>
                  </a:cubicBezTo>
                  <a:cubicBezTo>
                    <a:pt x="12764" y="39063"/>
                    <a:pt x="13134" y="40396"/>
                    <a:pt x="13931" y="41480"/>
                  </a:cubicBezTo>
                  <a:cubicBezTo>
                    <a:pt x="14901" y="42781"/>
                    <a:pt x="16479" y="43499"/>
                    <a:pt x="18065" y="43499"/>
                  </a:cubicBezTo>
                  <a:cubicBezTo>
                    <a:pt x="18698" y="43499"/>
                    <a:pt x="19334" y="43385"/>
                    <a:pt x="19932" y="43147"/>
                  </a:cubicBezTo>
                  <a:cubicBezTo>
                    <a:pt x="19973" y="42991"/>
                    <a:pt x="20111" y="42897"/>
                    <a:pt x="20251" y="42897"/>
                  </a:cubicBezTo>
                  <a:cubicBezTo>
                    <a:pt x="20313" y="42897"/>
                    <a:pt x="20377" y="42916"/>
                    <a:pt x="20432" y="42956"/>
                  </a:cubicBezTo>
                  <a:cubicBezTo>
                    <a:pt x="22563" y="42206"/>
                    <a:pt x="24040" y="40015"/>
                    <a:pt x="23861" y="37753"/>
                  </a:cubicBezTo>
                  <a:cubicBezTo>
                    <a:pt x="23742" y="36420"/>
                    <a:pt x="23147" y="35170"/>
                    <a:pt x="22635" y="33943"/>
                  </a:cubicBezTo>
                  <a:cubicBezTo>
                    <a:pt x="22087" y="32634"/>
                    <a:pt x="21539" y="31312"/>
                    <a:pt x="21004" y="30002"/>
                  </a:cubicBezTo>
                  <a:cubicBezTo>
                    <a:pt x="19896" y="27335"/>
                    <a:pt x="18789" y="24680"/>
                    <a:pt x="17694" y="22025"/>
                  </a:cubicBezTo>
                  <a:cubicBezTo>
                    <a:pt x="16598" y="19394"/>
                    <a:pt x="15503" y="16774"/>
                    <a:pt x="14396" y="14143"/>
                  </a:cubicBezTo>
                  <a:cubicBezTo>
                    <a:pt x="13396" y="11762"/>
                    <a:pt x="12407" y="9357"/>
                    <a:pt x="11312" y="7011"/>
                  </a:cubicBezTo>
                  <a:cubicBezTo>
                    <a:pt x="11205" y="6642"/>
                    <a:pt x="11157" y="6261"/>
                    <a:pt x="11157" y="5880"/>
                  </a:cubicBezTo>
                  <a:cubicBezTo>
                    <a:pt x="11169" y="5333"/>
                    <a:pt x="11621" y="4487"/>
                    <a:pt x="11121" y="4059"/>
                  </a:cubicBezTo>
                  <a:cubicBezTo>
                    <a:pt x="10952" y="3915"/>
                    <a:pt x="10742" y="3863"/>
                    <a:pt x="10518" y="3863"/>
                  </a:cubicBezTo>
                  <a:cubicBezTo>
                    <a:pt x="10111" y="3863"/>
                    <a:pt x="9657" y="4035"/>
                    <a:pt x="9312" y="4142"/>
                  </a:cubicBezTo>
                  <a:cubicBezTo>
                    <a:pt x="9038" y="2797"/>
                    <a:pt x="8490" y="1439"/>
                    <a:pt x="8014" y="153"/>
                  </a:cubicBezTo>
                  <a:cubicBezTo>
                    <a:pt x="7976" y="57"/>
                    <a:pt x="7883" y="0"/>
                    <a:pt x="778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39"/>
            <p:cNvSpPr/>
            <p:nvPr/>
          </p:nvSpPr>
          <p:spPr>
            <a:xfrm>
              <a:off x="2186650" y="2361475"/>
              <a:ext cx="71175" cy="29775"/>
            </a:xfrm>
            <a:custGeom>
              <a:avLst/>
              <a:gdLst/>
              <a:ahLst/>
              <a:cxnLst/>
              <a:rect l="l" t="t" r="r" b="b"/>
              <a:pathLst>
                <a:path w="2847" h="1191" extrusionOk="0">
                  <a:moveTo>
                    <a:pt x="2594" y="0"/>
                  </a:moveTo>
                  <a:cubicBezTo>
                    <a:pt x="2575" y="0"/>
                    <a:pt x="2555" y="4"/>
                    <a:pt x="2533" y="11"/>
                  </a:cubicBezTo>
                  <a:cubicBezTo>
                    <a:pt x="2069" y="142"/>
                    <a:pt x="1628" y="308"/>
                    <a:pt x="1188" y="487"/>
                  </a:cubicBezTo>
                  <a:cubicBezTo>
                    <a:pt x="795" y="642"/>
                    <a:pt x="366" y="773"/>
                    <a:pt x="57" y="1058"/>
                  </a:cubicBezTo>
                  <a:cubicBezTo>
                    <a:pt x="1" y="1103"/>
                    <a:pt x="29" y="1190"/>
                    <a:pt x="92" y="1190"/>
                  </a:cubicBezTo>
                  <a:cubicBezTo>
                    <a:pt x="96" y="1190"/>
                    <a:pt x="100" y="1190"/>
                    <a:pt x="104" y="1189"/>
                  </a:cubicBezTo>
                  <a:cubicBezTo>
                    <a:pt x="117" y="1190"/>
                    <a:pt x="130" y="1190"/>
                    <a:pt x="143" y="1190"/>
                  </a:cubicBezTo>
                  <a:cubicBezTo>
                    <a:pt x="557" y="1190"/>
                    <a:pt x="950" y="1007"/>
                    <a:pt x="1331" y="868"/>
                  </a:cubicBezTo>
                  <a:cubicBezTo>
                    <a:pt x="1783" y="713"/>
                    <a:pt x="2224" y="546"/>
                    <a:pt x="2664" y="344"/>
                  </a:cubicBezTo>
                  <a:cubicBezTo>
                    <a:pt x="2847" y="269"/>
                    <a:pt x="2768" y="0"/>
                    <a:pt x="25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39"/>
            <p:cNvSpPr/>
            <p:nvPr/>
          </p:nvSpPr>
          <p:spPr>
            <a:xfrm>
              <a:off x="2167525" y="2311225"/>
              <a:ext cx="71300" cy="29700"/>
            </a:xfrm>
            <a:custGeom>
              <a:avLst/>
              <a:gdLst/>
              <a:ahLst/>
              <a:cxnLst/>
              <a:rect l="l" t="t" r="r" b="b"/>
              <a:pathLst>
                <a:path w="2852" h="1188" extrusionOk="0">
                  <a:moveTo>
                    <a:pt x="2600" y="1"/>
                  </a:moveTo>
                  <a:cubicBezTo>
                    <a:pt x="2584" y="1"/>
                    <a:pt x="2566" y="3"/>
                    <a:pt x="2548" y="9"/>
                  </a:cubicBezTo>
                  <a:cubicBezTo>
                    <a:pt x="2084" y="140"/>
                    <a:pt x="1631" y="306"/>
                    <a:pt x="1203" y="485"/>
                  </a:cubicBezTo>
                  <a:cubicBezTo>
                    <a:pt x="810" y="640"/>
                    <a:pt x="381" y="771"/>
                    <a:pt x="60" y="1044"/>
                  </a:cubicBezTo>
                  <a:cubicBezTo>
                    <a:pt x="0" y="1092"/>
                    <a:pt x="36" y="1187"/>
                    <a:pt x="119" y="1187"/>
                  </a:cubicBezTo>
                  <a:cubicBezTo>
                    <a:pt x="131" y="1188"/>
                    <a:pt x="143" y="1188"/>
                    <a:pt x="155" y="1188"/>
                  </a:cubicBezTo>
                  <a:cubicBezTo>
                    <a:pt x="559" y="1188"/>
                    <a:pt x="952" y="993"/>
                    <a:pt x="1334" y="866"/>
                  </a:cubicBezTo>
                  <a:cubicBezTo>
                    <a:pt x="1786" y="711"/>
                    <a:pt x="2239" y="544"/>
                    <a:pt x="2667" y="342"/>
                  </a:cubicBezTo>
                  <a:cubicBezTo>
                    <a:pt x="2852" y="255"/>
                    <a:pt x="2769" y="1"/>
                    <a:pt x="26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39"/>
            <p:cNvSpPr/>
            <p:nvPr/>
          </p:nvSpPr>
          <p:spPr>
            <a:xfrm>
              <a:off x="2148550" y="2260775"/>
              <a:ext cx="71400" cy="29850"/>
            </a:xfrm>
            <a:custGeom>
              <a:avLst/>
              <a:gdLst/>
              <a:ahLst/>
              <a:cxnLst/>
              <a:rect l="l" t="t" r="r" b="b"/>
              <a:pathLst>
                <a:path w="2856" h="1194" extrusionOk="0">
                  <a:moveTo>
                    <a:pt x="2614" y="1"/>
                  </a:moveTo>
                  <a:cubicBezTo>
                    <a:pt x="2592" y="1"/>
                    <a:pt x="2569" y="5"/>
                    <a:pt x="2545" y="14"/>
                  </a:cubicBezTo>
                  <a:cubicBezTo>
                    <a:pt x="2093" y="145"/>
                    <a:pt x="1640" y="300"/>
                    <a:pt x="1200" y="491"/>
                  </a:cubicBezTo>
                  <a:cubicBezTo>
                    <a:pt x="807" y="634"/>
                    <a:pt x="378" y="764"/>
                    <a:pt x="69" y="1038"/>
                  </a:cubicBezTo>
                  <a:cubicBezTo>
                    <a:pt x="1" y="1084"/>
                    <a:pt x="30" y="1194"/>
                    <a:pt x="105" y="1194"/>
                  </a:cubicBezTo>
                  <a:cubicBezTo>
                    <a:pt x="109" y="1194"/>
                    <a:pt x="112" y="1194"/>
                    <a:pt x="116" y="1193"/>
                  </a:cubicBezTo>
                  <a:cubicBezTo>
                    <a:pt x="545" y="1193"/>
                    <a:pt x="950" y="1003"/>
                    <a:pt x="1343" y="872"/>
                  </a:cubicBezTo>
                  <a:cubicBezTo>
                    <a:pt x="1795" y="717"/>
                    <a:pt x="2236" y="538"/>
                    <a:pt x="2676" y="348"/>
                  </a:cubicBezTo>
                  <a:cubicBezTo>
                    <a:pt x="2856" y="263"/>
                    <a:pt x="2782" y="1"/>
                    <a:pt x="261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39"/>
            <p:cNvSpPr/>
            <p:nvPr/>
          </p:nvSpPr>
          <p:spPr>
            <a:xfrm>
              <a:off x="2129800" y="2210200"/>
              <a:ext cx="71650" cy="29850"/>
            </a:xfrm>
            <a:custGeom>
              <a:avLst/>
              <a:gdLst/>
              <a:ahLst/>
              <a:cxnLst/>
              <a:rect l="l" t="t" r="r" b="b"/>
              <a:pathLst>
                <a:path w="2866" h="1194" extrusionOk="0">
                  <a:moveTo>
                    <a:pt x="2604" y="0"/>
                  </a:moveTo>
                  <a:cubicBezTo>
                    <a:pt x="2582" y="0"/>
                    <a:pt x="2558" y="4"/>
                    <a:pt x="2533" y="13"/>
                  </a:cubicBezTo>
                  <a:cubicBezTo>
                    <a:pt x="2081" y="156"/>
                    <a:pt x="1628" y="311"/>
                    <a:pt x="1200" y="501"/>
                  </a:cubicBezTo>
                  <a:cubicBezTo>
                    <a:pt x="807" y="656"/>
                    <a:pt x="378" y="775"/>
                    <a:pt x="57" y="1061"/>
                  </a:cubicBezTo>
                  <a:cubicBezTo>
                    <a:pt x="1" y="1106"/>
                    <a:pt x="29" y="1193"/>
                    <a:pt x="102" y="1193"/>
                  </a:cubicBezTo>
                  <a:cubicBezTo>
                    <a:pt x="107" y="1193"/>
                    <a:pt x="111" y="1193"/>
                    <a:pt x="116" y="1192"/>
                  </a:cubicBezTo>
                  <a:cubicBezTo>
                    <a:pt x="130" y="1192"/>
                    <a:pt x="143" y="1193"/>
                    <a:pt x="156" y="1193"/>
                  </a:cubicBezTo>
                  <a:cubicBezTo>
                    <a:pt x="559" y="1193"/>
                    <a:pt x="951" y="1020"/>
                    <a:pt x="1343" y="871"/>
                  </a:cubicBezTo>
                  <a:cubicBezTo>
                    <a:pt x="1783" y="728"/>
                    <a:pt x="2236" y="549"/>
                    <a:pt x="2664" y="359"/>
                  </a:cubicBezTo>
                  <a:cubicBezTo>
                    <a:pt x="2866" y="274"/>
                    <a:pt x="2784" y="0"/>
                    <a:pt x="260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39"/>
            <p:cNvSpPr/>
            <p:nvPr/>
          </p:nvSpPr>
          <p:spPr>
            <a:xfrm>
              <a:off x="2110975" y="2160025"/>
              <a:ext cx="71025" cy="29675"/>
            </a:xfrm>
            <a:custGeom>
              <a:avLst/>
              <a:gdLst/>
              <a:ahLst/>
              <a:cxnLst/>
              <a:rect l="l" t="t" r="r" b="b"/>
              <a:pathLst>
                <a:path w="2841" h="1187" extrusionOk="0">
                  <a:moveTo>
                    <a:pt x="2591" y="0"/>
                  </a:moveTo>
                  <a:cubicBezTo>
                    <a:pt x="2574" y="0"/>
                    <a:pt x="2555" y="3"/>
                    <a:pt x="2536" y="8"/>
                  </a:cubicBezTo>
                  <a:cubicBezTo>
                    <a:pt x="2084" y="139"/>
                    <a:pt x="1631" y="306"/>
                    <a:pt x="1191" y="484"/>
                  </a:cubicBezTo>
                  <a:cubicBezTo>
                    <a:pt x="810" y="639"/>
                    <a:pt x="369" y="758"/>
                    <a:pt x="60" y="1044"/>
                  </a:cubicBezTo>
                  <a:cubicBezTo>
                    <a:pt x="0" y="1092"/>
                    <a:pt x="36" y="1187"/>
                    <a:pt x="107" y="1187"/>
                  </a:cubicBezTo>
                  <a:cubicBezTo>
                    <a:pt x="536" y="1187"/>
                    <a:pt x="941" y="1008"/>
                    <a:pt x="1334" y="865"/>
                  </a:cubicBezTo>
                  <a:cubicBezTo>
                    <a:pt x="1786" y="711"/>
                    <a:pt x="2227" y="544"/>
                    <a:pt x="2667" y="342"/>
                  </a:cubicBezTo>
                  <a:cubicBezTo>
                    <a:pt x="2841" y="255"/>
                    <a:pt x="2767" y="0"/>
                    <a:pt x="259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39"/>
            <p:cNvSpPr/>
            <p:nvPr/>
          </p:nvSpPr>
          <p:spPr>
            <a:xfrm>
              <a:off x="2091925" y="2109650"/>
              <a:ext cx="71500" cy="29775"/>
            </a:xfrm>
            <a:custGeom>
              <a:avLst/>
              <a:gdLst/>
              <a:ahLst/>
              <a:cxnLst/>
              <a:rect l="l" t="t" r="r" b="b"/>
              <a:pathLst>
                <a:path w="2860" h="1191" extrusionOk="0">
                  <a:moveTo>
                    <a:pt x="2602" y="0"/>
                  </a:moveTo>
                  <a:cubicBezTo>
                    <a:pt x="2581" y="0"/>
                    <a:pt x="2559" y="4"/>
                    <a:pt x="2536" y="11"/>
                  </a:cubicBezTo>
                  <a:cubicBezTo>
                    <a:pt x="2084" y="142"/>
                    <a:pt x="1631" y="309"/>
                    <a:pt x="1203" y="487"/>
                  </a:cubicBezTo>
                  <a:cubicBezTo>
                    <a:pt x="810" y="642"/>
                    <a:pt x="381" y="773"/>
                    <a:pt x="60" y="1047"/>
                  </a:cubicBezTo>
                  <a:cubicBezTo>
                    <a:pt x="0" y="1094"/>
                    <a:pt x="36" y="1190"/>
                    <a:pt x="119" y="1190"/>
                  </a:cubicBezTo>
                  <a:cubicBezTo>
                    <a:pt x="132" y="1190"/>
                    <a:pt x="144" y="1190"/>
                    <a:pt x="157" y="1190"/>
                  </a:cubicBezTo>
                  <a:cubicBezTo>
                    <a:pt x="561" y="1190"/>
                    <a:pt x="964" y="1007"/>
                    <a:pt x="1334" y="868"/>
                  </a:cubicBezTo>
                  <a:cubicBezTo>
                    <a:pt x="1786" y="702"/>
                    <a:pt x="2239" y="547"/>
                    <a:pt x="2667" y="344"/>
                  </a:cubicBezTo>
                  <a:cubicBezTo>
                    <a:pt x="2860" y="259"/>
                    <a:pt x="2783" y="0"/>
                    <a:pt x="26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39"/>
            <p:cNvSpPr/>
            <p:nvPr/>
          </p:nvSpPr>
          <p:spPr>
            <a:xfrm>
              <a:off x="2073250" y="2059275"/>
              <a:ext cx="71650" cy="29850"/>
            </a:xfrm>
            <a:custGeom>
              <a:avLst/>
              <a:gdLst/>
              <a:ahLst/>
              <a:cxnLst/>
              <a:rect l="l" t="t" r="r" b="b"/>
              <a:pathLst>
                <a:path w="2866" h="1194" extrusionOk="0">
                  <a:moveTo>
                    <a:pt x="2604" y="1"/>
                  </a:moveTo>
                  <a:cubicBezTo>
                    <a:pt x="2582" y="1"/>
                    <a:pt x="2558" y="5"/>
                    <a:pt x="2533" y="14"/>
                  </a:cubicBezTo>
                  <a:cubicBezTo>
                    <a:pt x="2081" y="157"/>
                    <a:pt x="1628" y="312"/>
                    <a:pt x="1188" y="502"/>
                  </a:cubicBezTo>
                  <a:cubicBezTo>
                    <a:pt x="795" y="645"/>
                    <a:pt x="366" y="776"/>
                    <a:pt x="57" y="1062"/>
                  </a:cubicBezTo>
                  <a:cubicBezTo>
                    <a:pt x="0" y="1106"/>
                    <a:pt x="29" y="1194"/>
                    <a:pt x="92" y="1194"/>
                  </a:cubicBezTo>
                  <a:cubicBezTo>
                    <a:pt x="96" y="1194"/>
                    <a:pt x="100" y="1193"/>
                    <a:pt x="104" y="1193"/>
                  </a:cubicBezTo>
                  <a:cubicBezTo>
                    <a:pt x="117" y="1193"/>
                    <a:pt x="130" y="1193"/>
                    <a:pt x="143" y="1193"/>
                  </a:cubicBezTo>
                  <a:cubicBezTo>
                    <a:pt x="557" y="1193"/>
                    <a:pt x="949" y="1010"/>
                    <a:pt x="1331" y="871"/>
                  </a:cubicBezTo>
                  <a:cubicBezTo>
                    <a:pt x="1783" y="728"/>
                    <a:pt x="2224" y="550"/>
                    <a:pt x="2664" y="347"/>
                  </a:cubicBezTo>
                  <a:cubicBezTo>
                    <a:pt x="2865" y="273"/>
                    <a:pt x="2784" y="1"/>
                    <a:pt x="26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39"/>
            <p:cNvSpPr/>
            <p:nvPr/>
          </p:nvSpPr>
          <p:spPr>
            <a:xfrm>
              <a:off x="2053825" y="2008825"/>
              <a:ext cx="71600" cy="29975"/>
            </a:xfrm>
            <a:custGeom>
              <a:avLst/>
              <a:gdLst/>
              <a:ahLst/>
              <a:cxnLst/>
              <a:rect l="l" t="t" r="r" b="b"/>
              <a:pathLst>
                <a:path w="2864" h="1199" extrusionOk="0">
                  <a:moveTo>
                    <a:pt x="2611" y="0"/>
                  </a:moveTo>
                  <a:cubicBezTo>
                    <a:pt x="2594" y="0"/>
                    <a:pt x="2577" y="3"/>
                    <a:pt x="2560" y="8"/>
                  </a:cubicBezTo>
                  <a:cubicBezTo>
                    <a:pt x="2096" y="151"/>
                    <a:pt x="1655" y="305"/>
                    <a:pt x="1215" y="484"/>
                  </a:cubicBezTo>
                  <a:cubicBezTo>
                    <a:pt x="822" y="639"/>
                    <a:pt x="393" y="770"/>
                    <a:pt x="83" y="1044"/>
                  </a:cubicBezTo>
                  <a:cubicBezTo>
                    <a:pt x="0" y="1091"/>
                    <a:pt x="48" y="1198"/>
                    <a:pt x="131" y="1198"/>
                  </a:cubicBezTo>
                  <a:cubicBezTo>
                    <a:pt x="548" y="1198"/>
                    <a:pt x="953" y="1008"/>
                    <a:pt x="1346" y="865"/>
                  </a:cubicBezTo>
                  <a:cubicBezTo>
                    <a:pt x="1798" y="722"/>
                    <a:pt x="2250" y="544"/>
                    <a:pt x="2679" y="353"/>
                  </a:cubicBezTo>
                  <a:cubicBezTo>
                    <a:pt x="2864" y="266"/>
                    <a:pt x="2781" y="0"/>
                    <a:pt x="261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39"/>
            <p:cNvSpPr/>
            <p:nvPr/>
          </p:nvSpPr>
          <p:spPr>
            <a:xfrm>
              <a:off x="2035450" y="1958375"/>
              <a:ext cx="71650" cy="29850"/>
            </a:xfrm>
            <a:custGeom>
              <a:avLst/>
              <a:gdLst/>
              <a:ahLst/>
              <a:cxnLst/>
              <a:rect l="l" t="t" r="r" b="b"/>
              <a:pathLst>
                <a:path w="2866" h="1194" extrusionOk="0">
                  <a:moveTo>
                    <a:pt x="2604" y="0"/>
                  </a:moveTo>
                  <a:cubicBezTo>
                    <a:pt x="2581" y="0"/>
                    <a:pt x="2558" y="5"/>
                    <a:pt x="2533" y="14"/>
                  </a:cubicBezTo>
                  <a:cubicBezTo>
                    <a:pt x="2081" y="157"/>
                    <a:pt x="1628" y="311"/>
                    <a:pt x="1188" y="502"/>
                  </a:cubicBezTo>
                  <a:cubicBezTo>
                    <a:pt x="807" y="645"/>
                    <a:pt x="378" y="776"/>
                    <a:pt x="56" y="1050"/>
                  </a:cubicBezTo>
                  <a:cubicBezTo>
                    <a:pt x="0" y="1095"/>
                    <a:pt x="29" y="1193"/>
                    <a:pt x="103" y="1193"/>
                  </a:cubicBezTo>
                  <a:cubicBezTo>
                    <a:pt x="107" y="1193"/>
                    <a:pt x="112" y="1193"/>
                    <a:pt x="116" y="1192"/>
                  </a:cubicBezTo>
                  <a:cubicBezTo>
                    <a:pt x="128" y="1193"/>
                    <a:pt x="141" y="1193"/>
                    <a:pt x="153" y="1193"/>
                  </a:cubicBezTo>
                  <a:cubicBezTo>
                    <a:pt x="557" y="1193"/>
                    <a:pt x="949" y="1010"/>
                    <a:pt x="1330" y="871"/>
                  </a:cubicBezTo>
                  <a:cubicBezTo>
                    <a:pt x="1771" y="716"/>
                    <a:pt x="2235" y="561"/>
                    <a:pt x="2664" y="347"/>
                  </a:cubicBezTo>
                  <a:cubicBezTo>
                    <a:pt x="2865" y="273"/>
                    <a:pt x="2784" y="0"/>
                    <a:pt x="260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39"/>
            <p:cNvSpPr/>
            <p:nvPr/>
          </p:nvSpPr>
          <p:spPr>
            <a:xfrm>
              <a:off x="2016300" y="1908200"/>
              <a:ext cx="71325" cy="29700"/>
            </a:xfrm>
            <a:custGeom>
              <a:avLst/>
              <a:gdLst/>
              <a:ahLst/>
              <a:cxnLst/>
              <a:rect l="l" t="t" r="r" b="b"/>
              <a:pathLst>
                <a:path w="2853" h="1188" extrusionOk="0">
                  <a:moveTo>
                    <a:pt x="2601" y="1"/>
                  </a:moveTo>
                  <a:cubicBezTo>
                    <a:pt x="2584" y="1"/>
                    <a:pt x="2567" y="3"/>
                    <a:pt x="2549" y="9"/>
                  </a:cubicBezTo>
                  <a:cubicBezTo>
                    <a:pt x="2085" y="128"/>
                    <a:pt x="1644" y="318"/>
                    <a:pt x="1203" y="485"/>
                  </a:cubicBezTo>
                  <a:cubicBezTo>
                    <a:pt x="811" y="640"/>
                    <a:pt x="382" y="759"/>
                    <a:pt x="60" y="1044"/>
                  </a:cubicBezTo>
                  <a:cubicBezTo>
                    <a:pt x="1" y="1092"/>
                    <a:pt x="37" y="1187"/>
                    <a:pt x="120" y="1187"/>
                  </a:cubicBezTo>
                  <a:cubicBezTo>
                    <a:pt x="132" y="1188"/>
                    <a:pt x="145" y="1188"/>
                    <a:pt x="157" y="1188"/>
                  </a:cubicBezTo>
                  <a:cubicBezTo>
                    <a:pt x="561" y="1188"/>
                    <a:pt x="953" y="1004"/>
                    <a:pt x="1334" y="866"/>
                  </a:cubicBezTo>
                  <a:cubicBezTo>
                    <a:pt x="1787" y="711"/>
                    <a:pt x="2239" y="544"/>
                    <a:pt x="2668" y="342"/>
                  </a:cubicBezTo>
                  <a:cubicBezTo>
                    <a:pt x="2852" y="255"/>
                    <a:pt x="2770" y="1"/>
                    <a:pt x="26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Google Shape;1741;p40"/>
          <p:cNvSpPr/>
          <p:nvPr/>
        </p:nvSpPr>
        <p:spPr>
          <a:xfrm>
            <a:off x="1258672" y="901425"/>
            <a:ext cx="1295789" cy="1294281"/>
          </a:xfrm>
          <a:custGeom>
            <a:avLst/>
            <a:gdLst/>
            <a:ahLst/>
            <a:cxnLst/>
            <a:rect l="l" t="t" r="r" b="b"/>
            <a:pathLst>
              <a:path w="5454" h="5448" extrusionOk="0">
                <a:moveTo>
                  <a:pt x="2720" y="0"/>
                </a:moveTo>
                <a:cubicBezTo>
                  <a:pt x="2376" y="0"/>
                  <a:pt x="2033" y="72"/>
                  <a:pt x="1715" y="215"/>
                </a:cubicBezTo>
                <a:cubicBezTo>
                  <a:pt x="763" y="870"/>
                  <a:pt x="1" y="1858"/>
                  <a:pt x="24" y="3073"/>
                </a:cubicBezTo>
                <a:cubicBezTo>
                  <a:pt x="60" y="4442"/>
                  <a:pt x="1191" y="5382"/>
                  <a:pt x="2513" y="5442"/>
                </a:cubicBezTo>
                <a:cubicBezTo>
                  <a:pt x="2573" y="5446"/>
                  <a:pt x="2633" y="5448"/>
                  <a:pt x="2693" y="5448"/>
                </a:cubicBezTo>
                <a:cubicBezTo>
                  <a:pt x="3194" y="5448"/>
                  <a:pt x="3696" y="5315"/>
                  <a:pt x="4132" y="5049"/>
                </a:cubicBezTo>
                <a:cubicBezTo>
                  <a:pt x="4680" y="4704"/>
                  <a:pt x="4989" y="4132"/>
                  <a:pt x="5132" y="3501"/>
                </a:cubicBezTo>
                <a:cubicBezTo>
                  <a:pt x="5454" y="2204"/>
                  <a:pt x="4906" y="739"/>
                  <a:pt x="3644" y="179"/>
                </a:cubicBezTo>
                <a:cubicBezTo>
                  <a:pt x="3348" y="60"/>
                  <a:pt x="3034" y="0"/>
                  <a:pt x="2720" y="0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2" name="Google Shape;1742;p40"/>
          <p:cNvSpPr txBox="1">
            <a:spLocks noGrp="1"/>
          </p:cNvSpPr>
          <p:nvPr>
            <p:ph type="title"/>
          </p:nvPr>
        </p:nvSpPr>
        <p:spPr>
          <a:xfrm>
            <a:off x="1186375" y="2286000"/>
            <a:ext cx="4902600" cy="102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743" name="Google Shape;1743;p40"/>
          <p:cNvSpPr txBox="1">
            <a:spLocks noGrp="1"/>
          </p:cNvSpPr>
          <p:nvPr>
            <p:ph type="subTitle" idx="1"/>
          </p:nvPr>
        </p:nvSpPr>
        <p:spPr>
          <a:xfrm>
            <a:off x="1186375" y="3312600"/>
            <a:ext cx="4571100" cy="3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enter a subtitle here if you need it</a:t>
            </a:r>
            <a:endParaRPr/>
          </a:p>
        </p:txBody>
      </p:sp>
      <p:sp>
        <p:nvSpPr>
          <p:cNvPr id="1744" name="Google Shape;1744;p40"/>
          <p:cNvSpPr txBox="1">
            <a:spLocks noGrp="1"/>
          </p:cNvSpPr>
          <p:nvPr>
            <p:ph type="title" idx="2"/>
          </p:nvPr>
        </p:nvSpPr>
        <p:spPr>
          <a:xfrm>
            <a:off x="1017276" y="1038850"/>
            <a:ext cx="1778700" cy="101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745" name="Google Shape;1745;p40"/>
          <p:cNvSpPr/>
          <p:nvPr/>
        </p:nvSpPr>
        <p:spPr>
          <a:xfrm>
            <a:off x="1321160" y="2429975"/>
            <a:ext cx="4507741" cy="69748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 w="19050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accent2"/>
                </a:solidFill>
                <a:latin typeface="Viga"/>
              </a:rPr>
              <a:t>Introduction</a:t>
            </a:r>
          </a:p>
        </p:txBody>
      </p:sp>
      <p:grpSp>
        <p:nvGrpSpPr>
          <p:cNvPr id="1746" name="Google Shape;1746;p40"/>
          <p:cNvGrpSpPr/>
          <p:nvPr/>
        </p:nvGrpSpPr>
        <p:grpSpPr>
          <a:xfrm>
            <a:off x="6135737" y="782954"/>
            <a:ext cx="2137834" cy="3820854"/>
            <a:chOff x="2826525" y="2294450"/>
            <a:chExt cx="1206725" cy="2156725"/>
          </a:xfrm>
        </p:grpSpPr>
        <p:sp>
          <p:nvSpPr>
            <p:cNvPr id="1747" name="Google Shape;1747;p40"/>
            <p:cNvSpPr/>
            <p:nvPr/>
          </p:nvSpPr>
          <p:spPr>
            <a:xfrm>
              <a:off x="2938450" y="2294450"/>
              <a:ext cx="1036475" cy="1101050"/>
            </a:xfrm>
            <a:custGeom>
              <a:avLst/>
              <a:gdLst/>
              <a:ahLst/>
              <a:cxnLst/>
              <a:rect l="l" t="t" r="r" b="b"/>
              <a:pathLst>
                <a:path w="41459" h="44042" extrusionOk="0">
                  <a:moveTo>
                    <a:pt x="40315" y="656"/>
                  </a:moveTo>
                  <a:cubicBezTo>
                    <a:pt x="40577" y="656"/>
                    <a:pt x="40803" y="870"/>
                    <a:pt x="40803" y="1144"/>
                  </a:cubicBezTo>
                  <a:lnTo>
                    <a:pt x="40803" y="9050"/>
                  </a:lnTo>
                  <a:cubicBezTo>
                    <a:pt x="40821" y="9395"/>
                    <a:pt x="40568" y="9568"/>
                    <a:pt x="40315" y="9568"/>
                  </a:cubicBezTo>
                  <a:cubicBezTo>
                    <a:pt x="40062" y="9568"/>
                    <a:pt x="39809" y="9395"/>
                    <a:pt x="39827" y="9050"/>
                  </a:cubicBezTo>
                  <a:lnTo>
                    <a:pt x="39827" y="1632"/>
                  </a:lnTo>
                  <a:lnTo>
                    <a:pt x="31207" y="1632"/>
                  </a:lnTo>
                  <a:lnTo>
                    <a:pt x="31207" y="8942"/>
                  </a:lnTo>
                  <a:cubicBezTo>
                    <a:pt x="31207" y="9270"/>
                    <a:pt x="30963" y="9434"/>
                    <a:pt x="30719" y="9434"/>
                  </a:cubicBezTo>
                  <a:cubicBezTo>
                    <a:pt x="30475" y="9434"/>
                    <a:pt x="30230" y="9270"/>
                    <a:pt x="30230" y="8942"/>
                  </a:cubicBezTo>
                  <a:lnTo>
                    <a:pt x="30230" y="1632"/>
                  </a:lnTo>
                  <a:lnTo>
                    <a:pt x="22337" y="1632"/>
                  </a:lnTo>
                  <a:lnTo>
                    <a:pt x="22337" y="9562"/>
                  </a:lnTo>
                  <a:cubicBezTo>
                    <a:pt x="22325" y="9871"/>
                    <a:pt x="22090" y="10026"/>
                    <a:pt x="21854" y="10026"/>
                  </a:cubicBezTo>
                  <a:cubicBezTo>
                    <a:pt x="21619" y="10026"/>
                    <a:pt x="21384" y="9871"/>
                    <a:pt x="21372" y="9562"/>
                  </a:cubicBezTo>
                  <a:lnTo>
                    <a:pt x="21372" y="1632"/>
                  </a:lnTo>
                  <a:lnTo>
                    <a:pt x="14907" y="1632"/>
                  </a:lnTo>
                  <a:lnTo>
                    <a:pt x="14907" y="42899"/>
                  </a:lnTo>
                  <a:cubicBezTo>
                    <a:pt x="14895" y="43209"/>
                    <a:pt x="14660" y="43363"/>
                    <a:pt x="14425" y="43363"/>
                  </a:cubicBezTo>
                  <a:cubicBezTo>
                    <a:pt x="14190" y="43363"/>
                    <a:pt x="13955" y="43209"/>
                    <a:pt x="13943" y="42899"/>
                  </a:cubicBezTo>
                  <a:lnTo>
                    <a:pt x="13943" y="1632"/>
                  </a:lnTo>
                  <a:lnTo>
                    <a:pt x="1620" y="1632"/>
                  </a:lnTo>
                  <a:lnTo>
                    <a:pt x="1608" y="22575"/>
                  </a:lnTo>
                  <a:cubicBezTo>
                    <a:pt x="1608" y="22897"/>
                    <a:pt x="1367" y="23057"/>
                    <a:pt x="1126" y="23057"/>
                  </a:cubicBezTo>
                  <a:cubicBezTo>
                    <a:pt x="885" y="23057"/>
                    <a:pt x="643" y="22897"/>
                    <a:pt x="643" y="22575"/>
                  </a:cubicBezTo>
                  <a:lnTo>
                    <a:pt x="643" y="1144"/>
                  </a:lnTo>
                  <a:cubicBezTo>
                    <a:pt x="643" y="870"/>
                    <a:pt x="858" y="656"/>
                    <a:pt x="1132" y="656"/>
                  </a:cubicBezTo>
                  <a:close/>
                  <a:moveTo>
                    <a:pt x="1132" y="1"/>
                  </a:moveTo>
                  <a:cubicBezTo>
                    <a:pt x="501" y="1"/>
                    <a:pt x="1" y="513"/>
                    <a:pt x="1" y="1132"/>
                  </a:cubicBezTo>
                  <a:lnTo>
                    <a:pt x="1" y="22563"/>
                  </a:lnTo>
                  <a:cubicBezTo>
                    <a:pt x="12" y="23182"/>
                    <a:pt x="524" y="23659"/>
                    <a:pt x="1132" y="23659"/>
                  </a:cubicBezTo>
                  <a:cubicBezTo>
                    <a:pt x="1739" y="23659"/>
                    <a:pt x="2251" y="23182"/>
                    <a:pt x="2275" y="22563"/>
                  </a:cubicBezTo>
                  <a:lnTo>
                    <a:pt x="2275" y="2275"/>
                  </a:lnTo>
                  <a:lnTo>
                    <a:pt x="13288" y="2275"/>
                  </a:lnTo>
                  <a:lnTo>
                    <a:pt x="13288" y="42899"/>
                  </a:lnTo>
                  <a:cubicBezTo>
                    <a:pt x="13288" y="43530"/>
                    <a:pt x="13788" y="44030"/>
                    <a:pt x="14419" y="44042"/>
                  </a:cubicBezTo>
                  <a:cubicBezTo>
                    <a:pt x="15050" y="44042"/>
                    <a:pt x="15550" y="43530"/>
                    <a:pt x="15550" y="42899"/>
                  </a:cubicBezTo>
                  <a:lnTo>
                    <a:pt x="15550" y="2275"/>
                  </a:lnTo>
                  <a:lnTo>
                    <a:pt x="20717" y="2275"/>
                  </a:lnTo>
                  <a:lnTo>
                    <a:pt x="20717" y="9573"/>
                  </a:lnTo>
                  <a:cubicBezTo>
                    <a:pt x="20694" y="10216"/>
                    <a:pt x="21206" y="10752"/>
                    <a:pt x="21848" y="10752"/>
                  </a:cubicBezTo>
                  <a:cubicBezTo>
                    <a:pt x="22491" y="10752"/>
                    <a:pt x="23003" y="10216"/>
                    <a:pt x="22991" y="9573"/>
                  </a:cubicBezTo>
                  <a:lnTo>
                    <a:pt x="22991" y="2275"/>
                  </a:lnTo>
                  <a:lnTo>
                    <a:pt x="29576" y="2275"/>
                  </a:lnTo>
                  <a:lnTo>
                    <a:pt x="29576" y="8942"/>
                  </a:lnTo>
                  <a:cubicBezTo>
                    <a:pt x="29552" y="9585"/>
                    <a:pt x="30064" y="10121"/>
                    <a:pt x="30707" y="10121"/>
                  </a:cubicBezTo>
                  <a:cubicBezTo>
                    <a:pt x="31350" y="10121"/>
                    <a:pt x="31862" y="9585"/>
                    <a:pt x="31838" y="8942"/>
                  </a:cubicBezTo>
                  <a:lnTo>
                    <a:pt x="31838" y="2275"/>
                  </a:lnTo>
                  <a:lnTo>
                    <a:pt x="39172" y="2275"/>
                  </a:lnTo>
                  <a:lnTo>
                    <a:pt x="39172" y="9050"/>
                  </a:lnTo>
                  <a:cubicBezTo>
                    <a:pt x="39148" y="9693"/>
                    <a:pt x="39660" y="10216"/>
                    <a:pt x="40303" y="10216"/>
                  </a:cubicBezTo>
                  <a:cubicBezTo>
                    <a:pt x="40946" y="10216"/>
                    <a:pt x="41458" y="9693"/>
                    <a:pt x="41434" y="9050"/>
                  </a:cubicBezTo>
                  <a:lnTo>
                    <a:pt x="41434" y="1132"/>
                  </a:lnTo>
                  <a:cubicBezTo>
                    <a:pt x="41434" y="513"/>
                    <a:pt x="40934" y="1"/>
                    <a:pt x="403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40"/>
            <p:cNvSpPr/>
            <p:nvPr/>
          </p:nvSpPr>
          <p:spPr>
            <a:xfrm>
              <a:off x="3653725" y="2853250"/>
              <a:ext cx="120275" cy="28800"/>
            </a:xfrm>
            <a:custGeom>
              <a:avLst/>
              <a:gdLst/>
              <a:ahLst/>
              <a:cxnLst/>
              <a:rect l="l" t="t" r="r" b="b"/>
              <a:pathLst>
                <a:path w="4811" h="1152" extrusionOk="0">
                  <a:moveTo>
                    <a:pt x="2081" y="1"/>
                  </a:moveTo>
                  <a:cubicBezTo>
                    <a:pt x="1350" y="1"/>
                    <a:pt x="723" y="219"/>
                    <a:pt x="0" y="402"/>
                  </a:cubicBezTo>
                  <a:lnTo>
                    <a:pt x="0" y="556"/>
                  </a:lnTo>
                  <a:cubicBezTo>
                    <a:pt x="778" y="869"/>
                    <a:pt x="1802" y="1152"/>
                    <a:pt x="2769" y="1152"/>
                  </a:cubicBezTo>
                  <a:cubicBezTo>
                    <a:pt x="3534" y="1152"/>
                    <a:pt x="4264" y="975"/>
                    <a:pt x="4810" y="497"/>
                  </a:cubicBezTo>
                  <a:cubicBezTo>
                    <a:pt x="4013" y="437"/>
                    <a:pt x="3274" y="104"/>
                    <a:pt x="2465" y="21"/>
                  </a:cubicBezTo>
                  <a:cubicBezTo>
                    <a:pt x="2333" y="7"/>
                    <a:pt x="2206" y="1"/>
                    <a:pt x="2081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40"/>
            <p:cNvSpPr/>
            <p:nvPr/>
          </p:nvSpPr>
          <p:spPr>
            <a:xfrm>
              <a:off x="3651050" y="2871025"/>
              <a:ext cx="127125" cy="245975"/>
            </a:xfrm>
            <a:custGeom>
              <a:avLst/>
              <a:gdLst/>
              <a:ahLst/>
              <a:cxnLst/>
              <a:rect l="l" t="t" r="r" b="b"/>
              <a:pathLst>
                <a:path w="5085" h="9839" extrusionOk="0">
                  <a:moveTo>
                    <a:pt x="107" y="0"/>
                  </a:moveTo>
                  <a:cubicBezTo>
                    <a:pt x="95" y="488"/>
                    <a:pt x="83" y="977"/>
                    <a:pt x="83" y="1477"/>
                  </a:cubicBezTo>
                  <a:cubicBezTo>
                    <a:pt x="60" y="3215"/>
                    <a:pt x="0" y="4989"/>
                    <a:pt x="298" y="6727"/>
                  </a:cubicBezTo>
                  <a:cubicBezTo>
                    <a:pt x="506" y="7927"/>
                    <a:pt x="1117" y="9838"/>
                    <a:pt x="2513" y="9838"/>
                  </a:cubicBezTo>
                  <a:cubicBezTo>
                    <a:pt x="2711" y="9838"/>
                    <a:pt x="2925" y="9800"/>
                    <a:pt x="3155" y="9716"/>
                  </a:cubicBezTo>
                  <a:cubicBezTo>
                    <a:pt x="4810" y="9120"/>
                    <a:pt x="4977" y="7108"/>
                    <a:pt x="5013" y="5620"/>
                  </a:cubicBezTo>
                  <a:cubicBezTo>
                    <a:pt x="5048" y="3858"/>
                    <a:pt x="5072" y="2096"/>
                    <a:pt x="5084" y="334"/>
                  </a:cubicBezTo>
                  <a:lnTo>
                    <a:pt x="5084" y="334"/>
                  </a:lnTo>
                  <a:cubicBezTo>
                    <a:pt x="4521" y="726"/>
                    <a:pt x="3693" y="826"/>
                    <a:pt x="3023" y="826"/>
                  </a:cubicBezTo>
                  <a:cubicBezTo>
                    <a:pt x="2941" y="826"/>
                    <a:pt x="2862" y="824"/>
                    <a:pt x="2786" y="822"/>
                  </a:cubicBezTo>
                  <a:cubicBezTo>
                    <a:pt x="1834" y="810"/>
                    <a:pt x="905" y="524"/>
                    <a:pt x="107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40"/>
            <p:cNvSpPr/>
            <p:nvPr/>
          </p:nvSpPr>
          <p:spPr>
            <a:xfrm>
              <a:off x="3630800" y="2460825"/>
              <a:ext cx="156600" cy="395925"/>
            </a:xfrm>
            <a:custGeom>
              <a:avLst/>
              <a:gdLst/>
              <a:ahLst/>
              <a:cxnLst/>
              <a:rect l="l" t="t" r="r" b="b"/>
              <a:pathLst>
                <a:path w="6264" h="15837" extrusionOk="0">
                  <a:moveTo>
                    <a:pt x="1687" y="1"/>
                  </a:moveTo>
                  <a:cubicBezTo>
                    <a:pt x="1332" y="1"/>
                    <a:pt x="986" y="21"/>
                    <a:pt x="667" y="85"/>
                  </a:cubicBezTo>
                  <a:cubicBezTo>
                    <a:pt x="417" y="144"/>
                    <a:pt x="143" y="192"/>
                    <a:pt x="72" y="513"/>
                  </a:cubicBezTo>
                  <a:cubicBezTo>
                    <a:pt x="0" y="906"/>
                    <a:pt x="381" y="1121"/>
                    <a:pt x="703" y="1192"/>
                  </a:cubicBezTo>
                  <a:cubicBezTo>
                    <a:pt x="1096" y="1264"/>
                    <a:pt x="1584" y="1228"/>
                    <a:pt x="1989" y="1264"/>
                  </a:cubicBezTo>
                  <a:cubicBezTo>
                    <a:pt x="2025" y="1264"/>
                    <a:pt x="2036" y="1311"/>
                    <a:pt x="2001" y="1323"/>
                  </a:cubicBezTo>
                  <a:cubicBezTo>
                    <a:pt x="1584" y="1442"/>
                    <a:pt x="1155" y="1525"/>
                    <a:pt x="739" y="1597"/>
                  </a:cubicBezTo>
                  <a:cubicBezTo>
                    <a:pt x="965" y="3407"/>
                    <a:pt x="893" y="5288"/>
                    <a:pt x="917" y="7098"/>
                  </a:cubicBezTo>
                  <a:cubicBezTo>
                    <a:pt x="941" y="8991"/>
                    <a:pt x="953" y="10896"/>
                    <a:pt x="941" y="12789"/>
                  </a:cubicBezTo>
                  <a:cubicBezTo>
                    <a:pt x="941" y="13813"/>
                    <a:pt x="929" y="14825"/>
                    <a:pt x="917" y="15837"/>
                  </a:cubicBezTo>
                  <a:cubicBezTo>
                    <a:pt x="1393" y="15384"/>
                    <a:pt x="2167" y="15253"/>
                    <a:pt x="2810" y="15241"/>
                  </a:cubicBezTo>
                  <a:cubicBezTo>
                    <a:pt x="2832" y="15241"/>
                    <a:pt x="2854" y="15241"/>
                    <a:pt x="2876" y="15241"/>
                  </a:cubicBezTo>
                  <a:cubicBezTo>
                    <a:pt x="3911" y="15241"/>
                    <a:pt x="4880" y="15778"/>
                    <a:pt x="5894" y="15801"/>
                  </a:cubicBezTo>
                  <a:cubicBezTo>
                    <a:pt x="5894" y="14456"/>
                    <a:pt x="5894" y="13098"/>
                    <a:pt x="5882" y="11765"/>
                  </a:cubicBezTo>
                  <a:cubicBezTo>
                    <a:pt x="5870" y="10074"/>
                    <a:pt x="5846" y="8383"/>
                    <a:pt x="5811" y="6693"/>
                  </a:cubicBezTo>
                  <a:cubicBezTo>
                    <a:pt x="5775" y="5002"/>
                    <a:pt x="5644" y="3276"/>
                    <a:pt x="5692" y="1597"/>
                  </a:cubicBezTo>
                  <a:cubicBezTo>
                    <a:pt x="5620" y="1585"/>
                    <a:pt x="5549" y="1585"/>
                    <a:pt x="5489" y="1585"/>
                  </a:cubicBezTo>
                  <a:lnTo>
                    <a:pt x="4132" y="1585"/>
                  </a:lnTo>
                  <a:cubicBezTo>
                    <a:pt x="3953" y="1585"/>
                    <a:pt x="3953" y="1323"/>
                    <a:pt x="4132" y="1323"/>
                  </a:cubicBezTo>
                  <a:cubicBezTo>
                    <a:pt x="4584" y="1311"/>
                    <a:pt x="5037" y="1275"/>
                    <a:pt x="5489" y="1216"/>
                  </a:cubicBezTo>
                  <a:cubicBezTo>
                    <a:pt x="5835" y="1156"/>
                    <a:pt x="6156" y="1121"/>
                    <a:pt x="6216" y="692"/>
                  </a:cubicBezTo>
                  <a:cubicBezTo>
                    <a:pt x="6263" y="406"/>
                    <a:pt x="6192" y="240"/>
                    <a:pt x="5954" y="132"/>
                  </a:cubicBezTo>
                  <a:cubicBezTo>
                    <a:pt x="5819" y="78"/>
                    <a:pt x="5632" y="62"/>
                    <a:pt x="5435" y="62"/>
                  </a:cubicBezTo>
                  <a:cubicBezTo>
                    <a:pt x="5191" y="62"/>
                    <a:pt x="4930" y="86"/>
                    <a:pt x="4734" y="86"/>
                  </a:cubicBezTo>
                  <a:cubicBezTo>
                    <a:pt x="4711" y="86"/>
                    <a:pt x="4689" y="86"/>
                    <a:pt x="4668" y="85"/>
                  </a:cubicBezTo>
                  <a:cubicBezTo>
                    <a:pt x="4239" y="85"/>
                    <a:pt x="3810" y="61"/>
                    <a:pt x="3382" y="61"/>
                  </a:cubicBezTo>
                  <a:cubicBezTo>
                    <a:pt x="2852" y="54"/>
                    <a:pt x="2259" y="1"/>
                    <a:pt x="16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40"/>
            <p:cNvSpPr/>
            <p:nvPr/>
          </p:nvSpPr>
          <p:spPr>
            <a:xfrm>
              <a:off x="3615925" y="2448275"/>
              <a:ext cx="183675" cy="684475"/>
            </a:xfrm>
            <a:custGeom>
              <a:avLst/>
              <a:gdLst/>
              <a:ahLst/>
              <a:cxnLst/>
              <a:rect l="l" t="t" r="r" b="b"/>
              <a:pathLst>
                <a:path w="7347" h="27379" extrusionOk="0">
                  <a:moveTo>
                    <a:pt x="2249" y="504"/>
                  </a:moveTo>
                  <a:cubicBezTo>
                    <a:pt x="2832" y="504"/>
                    <a:pt x="3437" y="564"/>
                    <a:pt x="3977" y="587"/>
                  </a:cubicBezTo>
                  <a:cubicBezTo>
                    <a:pt x="4405" y="587"/>
                    <a:pt x="4834" y="599"/>
                    <a:pt x="5263" y="611"/>
                  </a:cubicBezTo>
                  <a:cubicBezTo>
                    <a:pt x="5284" y="611"/>
                    <a:pt x="5306" y="612"/>
                    <a:pt x="5329" y="612"/>
                  </a:cubicBezTo>
                  <a:cubicBezTo>
                    <a:pt x="5525" y="612"/>
                    <a:pt x="5786" y="588"/>
                    <a:pt x="6030" y="588"/>
                  </a:cubicBezTo>
                  <a:cubicBezTo>
                    <a:pt x="6227" y="588"/>
                    <a:pt x="6414" y="603"/>
                    <a:pt x="6549" y="658"/>
                  </a:cubicBezTo>
                  <a:cubicBezTo>
                    <a:pt x="6787" y="753"/>
                    <a:pt x="6858" y="920"/>
                    <a:pt x="6811" y="1218"/>
                  </a:cubicBezTo>
                  <a:cubicBezTo>
                    <a:pt x="6751" y="1635"/>
                    <a:pt x="6430" y="1682"/>
                    <a:pt x="6084" y="1742"/>
                  </a:cubicBezTo>
                  <a:cubicBezTo>
                    <a:pt x="5632" y="1801"/>
                    <a:pt x="5179" y="1837"/>
                    <a:pt x="4715" y="1849"/>
                  </a:cubicBezTo>
                  <a:cubicBezTo>
                    <a:pt x="4548" y="1849"/>
                    <a:pt x="4548" y="2111"/>
                    <a:pt x="4715" y="2111"/>
                  </a:cubicBezTo>
                  <a:cubicBezTo>
                    <a:pt x="4870" y="2107"/>
                    <a:pt x="5023" y="2106"/>
                    <a:pt x="5176" y="2106"/>
                  </a:cubicBezTo>
                  <a:cubicBezTo>
                    <a:pt x="5481" y="2106"/>
                    <a:pt x="5783" y="2111"/>
                    <a:pt x="6084" y="2111"/>
                  </a:cubicBezTo>
                  <a:lnTo>
                    <a:pt x="6287" y="2111"/>
                  </a:lnTo>
                  <a:cubicBezTo>
                    <a:pt x="6239" y="3801"/>
                    <a:pt x="6370" y="5528"/>
                    <a:pt x="6406" y="7207"/>
                  </a:cubicBezTo>
                  <a:cubicBezTo>
                    <a:pt x="6430" y="8897"/>
                    <a:pt x="6465" y="10600"/>
                    <a:pt x="6477" y="12291"/>
                  </a:cubicBezTo>
                  <a:cubicBezTo>
                    <a:pt x="6489" y="13624"/>
                    <a:pt x="6489" y="14981"/>
                    <a:pt x="6489" y="16315"/>
                  </a:cubicBezTo>
                  <a:cubicBezTo>
                    <a:pt x="5475" y="16303"/>
                    <a:pt x="4506" y="15767"/>
                    <a:pt x="3471" y="15767"/>
                  </a:cubicBezTo>
                  <a:cubicBezTo>
                    <a:pt x="3449" y="15767"/>
                    <a:pt x="3427" y="15767"/>
                    <a:pt x="3405" y="15767"/>
                  </a:cubicBezTo>
                  <a:cubicBezTo>
                    <a:pt x="2762" y="15767"/>
                    <a:pt x="1988" y="15898"/>
                    <a:pt x="1512" y="16363"/>
                  </a:cubicBezTo>
                  <a:cubicBezTo>
                    <a:pt x="1524" y="15339"/>
                    <a:pt x="1536" y="14327"/>
                    <a:pt x="1536" y="13315"/>
                  </a:cubicBezTo>
                  <a:cubicBezTo>
                    <a:pt x="1548" y="11421"/>
                    <a:pt x="1524" y="9516"/>
                    <a:pt x="1512" y="7623"/>
                  </a:cubicBezTo>
                  <a:cubicBezTo>
                    <a:pt x="1488" y="5802"/>
                    <a:pt x="1560" y="3932"/>
                    <a:pt x="1334" y="2123"/>
                  </a:cubicBezTo>
                  <a:cubicBezTo>
                    <a:pt x="1750" y="2051"/>
                    <a:pt x="2179" y="1956"/>
                    <a:pt x="2596" y="1849"/>
                  </a:cubicBezTo>
                  <a:cubicBezTo>
                    <a:pt x="2631" y="1837"/>
                    <a:pt x="2620" y="1789"/>
                    <a:pt x="2584" y="1789"/>
                  </a:cubicBezTo>
                  <a:cubicBezTo>
                    <a:pt x="2179" y="1754"/>
                    <a:pt x="1691" y="1789"/>
                    <a:pt x="1298" y="1718"/>
                  </a:cubicBezTo>
                  <a:cubicBezTo>
                    <a:pt x="976" y="1646"/>
                    <a:pt x="595" y="1432"/>
                    <a:pt x="667" y="1039"/>
                  </a:cubicBezTo>
                  <a:cubicBezTo>
                    <a:pt x="738" y="694"/>
                    <a:pt x="1012" y="646"/>
                    <a:pt x="1262" y="587"/>
                  </a:cubicBezTo>
                  <a:cubicBezTo>
                    <a:pt x="1571" y="525"/>
                    <a:pt x="1906" y="504"/>
                    <a:pt x="2249" y="504"/>
                  </a:cubicBezTo>
                  <a:close/>
                  <a:moveTo>
                    <a:pt x="3601" y="16200"/>
                  </a:moveTo>
                  <a:cubicBezTo>
                    <a:pt x="3727" y="16200"/>
                    <a:pt x="3856" y="16206"/>
                    <a:pt x="3989" y="16220"/>
                  </a:cubicBezTo>
                  <a:cubicBezTo>
                    <a:pt x="4786" y="16303"/>
                    <a:pt x="5537" y="16636"/>
                    <a:pt x="6334" y="16696"/>
                  </a:cubicBezTo>
                  <a:cubicBezTo>
                    <a:pt x="5782" y="17174"/>
                    <a:pt x="5050" y="17351"/>
                    <a:pt x="4283" y="17351"/>
                  </a:cubicBezTo>
                  <a:cubicBezTo>
                    <a:pt x="3314" y="17351"/>
                    <a:pt x="2290" y="17068"/>
                    <a:pt x="1512" y="16755"/>
                  </a:cubicBezTo>
                  <a:lnTo>
                    <a:pt x="1512" y="16601"/>
                  </a:lnTo>
                  <a:cubicBezTo>
                    <a:pt x="2235" y="16418"/>
                    <a:pt x="2862" y="16200"/>
                    <a:pt x="3601" y="16200"/>
                  </a:cubicBezTo>
                  <a:close/>
                  <a:moveTo>
                    <a:pt x="1512" y="16898"/>
                  </a:moveTo>
                  <a:cubicBezTo>
                    <a:pt x="2310" y="17422"/>
                    <a:pt x="3239" y="17720"/>
                    <a:pt x="4203" y="17732"/>
                  </a:cubicBezTo>
                  <a:cubicBezTo>
                    <a:pt x="4284" y="17735"/>
                    <a:pt x="4369" y="17736"/>
                    <a:pt x="4457" y="17736"/>
                  </a:cubicBezTo>
                  <a:cubicBezTo>
                    <a:pt x="5118" y="17736"/>
                    <a:pt x="5943" y="17643"/>
                    <a:pt x="6489" y="17244"/>
                  </a:cubicBezTo>
                  <a:lnTo>
                    <a:pt x="6489" y="17244"/>
                  </a:lnTo>
                  <a:cubicBezTo>
                    <a:pt x="6477" y="19006"/>
                    <a:pt x="6465" y="20768"/>
                    <a:pt x="6430" y="22530"/>
                  </a:cubicBezTo>
                  <a:cubicBezTo>
                    <a:pt x="6394" y="24018"/>
                    <a:pt x="6227" y="26030"/>
                    <a:pt x="4560" y="26626"/>
                  </a:cubicBezTo>
                  <a:cubicBezTo>
                    <a:pt x="4330" y="26710"/>
                    <a:pt x="4116" y="26748"/>
                    <a:pt x="3919" y="26748"/>
                  </a:cubicBezTo>
                  <a:cubicBezTo>
                    <a:pt x="2525" y="26748"/>
                    <a:pt x="1923" y="24837"/>
                    <a:pt x="1715" y="23637"/>
                  </a:cubicBezTo>
                  <a:lnTo>
                    <a:pt x="1703" y="23637"/>
                  </a:lnTo>
                  <a:cubicBezTo>
                    <a:pt x="1417" y="21899"/>
                    <a:pt x="1465" y="20125"/>
                    <a:pt x="1488" y="18375"/>
                  </a:cubicBezTo>
                  <a:cubicBezTo>
                    <a:pt x="1500" y="17887"/>
                    <a:pt x="1500" y="17398"/>
                    <a:pt x="1512" y="16898"/>
                  </a:cubicBezTo>
                  <a:close/>
                  <a:moveTo>
                    <a:pt x="1624" y="0"/>
                  </a:moveTo>
                  <a:cubicBezTo>
                    <a:pt x="1345" y="0"/>
                    <a:pt x="1068" y="10"/>
                    <a:pt x="798" y="39"/>
                  </a:cubicBezTo>
                  <a:cubicBezTo>
                    <a:pt x="369" y="75"/>
                    <a:pt x="95" y="289"/>
                    <a:pt x="48" y="730"/>
                  </a:cubicBezTo>
                  <a:cubicBezTo>
                    <a:pt x="0" y="1170"/>
                    <a:pt x="155" y="1801"/>
                    <a:pt x="584" y="2016"/>
                  </a:cubicBezTo>
                  <a:cubicBezTo>
                    <a:pt x="729" y="2088"/>
                    <a:pt x="893" y="2125"/>
                    <a:pt x="1060" y="2125"/>
                  </a:cubicBezTo>
                  <a:cubicBezTo>
                    <a:pt x="1084" y="2125"/>
                    <a:pt x="1107" y="2124"/>
                    <a:pt x="1131" y="2123"/>
                  </a:cubicBezTo>
                  <a:lnTo>
                    <a:pt x="1131" y="2123"/>
                  </a:lnTo>
                  <a:cubicBezTo>
                    <a:pt x="941" y="4040"/>
                    <a:pt x="1048" y="6004"/>
                    <a:pt x="1036" y="7921"/>
                  </a:cubicBezTo>
                  <a:lnTo>
                    <a:pt x="1024" y="7921"/>
                  </a:lnTo>
                  <a:cubicBezTo>
                    <a:pt x="1012" y="9814"/>
                    <a:pt x="976" y="11707"/>
                    <a:pt x="929" y="13600"/>
                  </a:cubicBezTo>
                  <a:cubicBezTo>
                    <a:pt x="893" y="15577"/>
                    <a:pt x="822" y="17565"/>
                    <a:pt x="774" y="19542"/>
                  </a:cubicBezTo>
                  <a:cubicBezTo>
                    <a:pt x="750" y="21256"/>
                    <a:pt x="798" y="23042"/>
                    <a:pt x="1250" y="24709"/>
                  </a:cubicBezTo>
                  <a:cubicBezTo>
                    <a:pt x="1560" y="25888"/>
                    <a:pt x="2298" y="27150"/>
                    <a:pt x="3620" y="27352"/>
                  </a:cubicBezTo>
                  <a:cubicBezTo>
                    <a:pt x="3734" y="27370"/>
                    <a:pt x="3849" y="27379"/>
                    <a:pt x="3961" y="27379"/>
                  </a:cubicBezTo>
                  <a:cubicBezTo>
                    <a:pt x="5043" y="27379"/>
                    <a:pt x="6015" y="26586"/>
                    <a:pt x="6489" y="25637"/>
                  </a:cubicBezTo>
                  <a:cubicBezTo>
                    <a:pt x="7192" y="24209"/>
                    <a:pt x="7037" y="22470"/>
                    <a:pt x="7037" y="20935"/>
                  </a:cubicBezTo>
                  <a:cubicBezTo>
                    <a:pt x="7049" y="18994"/>
                    <a:pt x="7049" y="17053"/>
                    <a:pt x="7037" y="15112"/>
                  </a:cubicBezTo>
                  <a:cubicBezTo>
                    <a:pt x="7037" y="12922"/>
                    <a:pt x="7013" y="10731"/>
                    <a:pt x="6965" y="8540"/>
                  </a:cubicBezTo>
                  <a:cubicBezTo>
                    <a:pt x="6918" y="6409"/>
                    <a:pt x="6930" y="4218"/>
                    <a:pt x="6668" y="2099"/>
                  </a:cubicBezTo>
                  <a:cubicBezTo>
                    <a:pt x="6751" y="2087"/>
                    <a:pt x="6846" y="2063"/>
                    <a:pt x="6918" y="2027"/>
                  </a:cubicBezTo>
                  <a:cubicBezTo>
                    <a:pt x="7251" y="1789"/>
                    <a:pt x="7346" y="956"/>
                    <a:pt x="7239" y="599"/>
                  </a:cubicBezTo>
                  <a:cubicBezTo>
                    <a:pt x="7132" y="170"/>
                    <a:pt x="6799" y="170"/>
                    <a:pt x="6406" y="158"/>
                  </a:cubicBezTo>
                  <a:cubicBezTo>
                    <a:pt x="5453" y="99"/>
                    <a:pt x="4501" y="87"/>
                    <a:pt x="3548" y="63"/>
                  </a:cubicBezTo>
                  <a:cubicBezTo>
                    <a:pt x="2925" y="55"/>
                    <a:pt x="2268" y="0"/>
                    <a:pt x="16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40"/>
            <p:cNvSpPr/>
            <p:nvPr/>
          </p:nvSpPr>
          <p:spPr>
            <a:xfrm>
              <a:off x="3434350" y="2589800"/>
              <a:ext cx="105975" cy="23925"/>
            </a:xfrm>
            <a:custGeom>
              <a:avLst/>
              <a:gdLst/>
              <a:ahLst/>
              <a:cxnLst/>
              <a:rect l="l" t="t" r="r" b="b"/>
              <a:pathLst>
                <a:path w="4239" h="957" extrusionOk="0">
                  <a:moveTo>
                    <a:pt x="1612" y="0"/>
                  </a:moveTo>
                  <a:cubicBezTo>
                    <a:pt x="1071" y="0"/>
                    <a:pt x="531" y="103"/>
                    <a:pt x="0" y="284"/>
                  </a:cubicBezTo>
                  <a:cubicBezTo>
                    <a:pt x="750" y="581"/>
                    <a:pt x="1441" y="903"/>
                    <a:pt x="2274" y="950"/>
                  </a:cubicBezTo>
                  <a:cubicBezTo>
                    <a:pt x="2352" y="954"/>
                    <a:pt x="2429" y="957"/>
                    <a:pt x="2507" y="957"/>
                  </a:cubicBezTo>
                  <a:cubicBezTo>
                    <a:pt x="3098" y="957"/>
                    <a:pt x="3692" y="837"/>
                    <a:pt x="4239" y="605"/>
                  </a:cubicBezTo>
                  <a:cubicBezTo>
                    <a:pt x="3870" y="581"/>
                    <a:pt x="3489" y="426"/>
                    <a:pt x="3084" y="272"/>
                  </a:cubicBezTo>
                  <a:cubicBezTo>
                    <a:pt x="2597" y="85"/>
                    <a:pt x="2104" y="0"/>
                    <a:pt x="1612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40"/>
            <p:cNvSpPr/>
            <p:nvPr/>
          </p:nvSpPr>
          <p:spPr>
            <a:xfrm>
              <a:off x="3429875" y="2600450"/>
              <a:ext cx="127125" cy="516525"/>
            </a:xfrm>
            <a:custGeom>
              <a:avLst/>
              <a:gdLst/>
              <a:ahLst/>
              <a:cxnLst/>
              <a:rect l="l" t="t" r="r" b="b"/>
              <a:pathLst>
                <a:path w="5085" h="20661" extrusionOk="0">
                  <a:moveTo>
                    <a:pt x="96" y="0"/>
                  </a:moveTo>
                  <a:lnTo>
                    <a:pt x="96" y="1524"/>
                  </a:lnTo>
                  <a:cubicBezTo>
                    <a:pt x="120" y="3418"/>
                    <a:pt x="120" y="5311"/>
                    <a:pt x="120" y="7216"/>
                  </a:cubicBezTo>
                  <a:cubicBezTo>
                    <a:pt x="108" y="8906"/>
                    <a:pt x="96" y="10597"/>
                    <a:pt x="72" y="12288"/>
                  </a:cubicBezTo>
                  <a:cubicBezTo>
                    <a:pt x="48" y="14038"/>
                    <a:pt x="1" y="15812"/>
                    <a:pt x="298" y="17538"/>
                  </a:cubicBezTo>
                  <a:cubicBezTo>
                    <a:pt x="497" y="18738"/>
                    <a:pt x="1097" y="20661"/>
                    <a:pt x="2501" y="20661"/>
                  </a:cubicBezTo>
                  <a:cubicBezTo>
                    <a:pt x="2699" y="20661"/>
                    <a:pt x="2913" y="20623"/>
                    <a:pt x="3144" y="20539"/>
                  </a:cubicBezTo>
                  <a:cubicBezTo>
                    <a:pt x="4799" y="19943"/>
                    <a:pt x="4978" y="17931"/>
                    <a:pt x="5001" y="16443"/>
                  </a:cubicBezTo>
                  <a:cubicBezTo>
                    <a:pt x="5073" y="13026"/>
                    <a:pt x="5085" y="9609"/>
                    <a:pt x="5061" y="6180"/>
                  </a:cubicBezTo>
                  <a:cubicBezTo>
                    <a:pt x="5049" y="4489"/>
                    <a:pt x="5013" y="2798"/>
                    <a:pt x="4989" y="1108"/>
                  </a:cubicBezTo>
                  <a:cubicBezTo>
                    <a:pt x="4978" y="870"/>
                    <a:pt x="4966" y="632"/>
                    <a:pt x="4966" y="393"/>
                  </a:cubicBezTo>
                  <a:cubicBezTo>
                    <a:pt x="4284" y="751"/>
                    <a:pt x="3429" y="972"/>
                    <a:pt x="2592" y="972"/>
                  </a:cubicBezTo>
                  <a:cubicBezTo>
                    <a:pt x="1646" y="972"/>
                    <a:pt x="722" y="689"/>
                    <a:pt x="96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40"/>
            <p:cNvSpPr/>
            <p:nvPr/>
          </p:nvSpPr>
          <p:spPr>
            <a:xfrm>
              <a:off x="3409350" y="2460525"/>
              <a:ext cx="156575" cy="133400"/>
            </a:xfrm>
            <a:custGeom>
              <a:avLst/>
              <a:gdLst/>
              <a:ahLst/>
              <a:cxnLst/>
              <a:rect l="l" t="t" r="r" b="b"/>
              <a:pathLst>
                <a:path w="6263" h="5336" extrusionOk="0">
                  <a:moveTo>
                    <a:pt x="1698" y="1"/>
                  </a:moveTo>
                  <a:cubicBezTo>
                    <a:pt x="1344" y="1"/>
                    <a:pt x="997" y="21"/>
                    <a:pt x="679" y="85"/>
                  </a:cubicBezTo>
                  <a:cubicBezTo>
                    <a:pt x="417" y="156"/>
                    <a:pt x="143" y="204"/>
                    <a:pt x="84" y="537"/>
                  </a:cubicBezTo>
                  <a:cubicBezTo>
                    <a:pt x="0" y="930"/>
                    <a:pt x="393" y="1145"/>
                    <a:pt x="715" y="1204"/>
                  </a:cubicBezTo>
                  <a:cubicBezTo>
                    <a:pt x="1107" y="1276"/>
                    <a:pt x="1596" y="1252"/>
                    <a:pt x="2000" y="1276"/>
                  </a:cubicBezTo>
                  <a:cubicBezTo>
                    <a:pt x="2036" y="1287"/>
                    <a:pt x="2036" y="1335"/>
                    <a:pt x="2012" y="1347"/>
                  </a:cubicBezTo>
                  <a:cubicBezTo>
                    <a:pt x="1667" y="1418"/>
                    <a:pt x="1191" y="1573"/>
                    <a:pt x="738" y="1621"/>
                  </a:cubicBezTo>
                  <a:cubicBezTo>
                    <a:pt x="869" y="2847"/>
                    <a:pt x="929" y="4097"/>
                    <a:pt x="917" y="5336"/>
                  </a:cubicBezTo>
                  <a:cubicBezTo>
                    <a:pt x="1490" y="4998"/>
                    <a:pt x="2148" y="4810"/>
                    <a:pt x="2811" y="4810"/>
                  </a:cubicBezTo>
                  <a:cubicBezTo>
                    <a:pt x="2851" y="4810"/>
                    <a:pt x="2890" y="4810"/>
                    <a:pt x="2929" y="4812"/>
                  </a:cubicBezTo>
                  <a:cubicBezTo>
                    <a:pt x="3633" y="4839"/>
                    <a:pt x="4423" y="5270"/>
                    <a:pt x="5154" y="5270"/>
                  </a:cubicBezTo>
                  <a:cubicBezTo>
                    <a:pt x="5363" y="5270"/>
                    <a:pt x="5567" y="5235"/>
                    <a:pt x="5763" y="5145"/>
                  </a:cubicBezTo>
                  <a:cubicBezTo>
                    <a:pt x="5715" y="3966"/>
                    <a:pt x="5656" y="2776"/>
                    <a:pt x="5703" y="1597"/>
                  </a:cubicBezTo>
                  <a:cubicBezTo>
                    <a:pt x="5620" y="1585"/>
                    <a:pt x="5549" y="1585"/>
                    <a:pt x="5489" y="1585"/>
                  </a:cubicBezTo>
                  <a:lnTo>
                    <a:pt x="4120" y="1585"/>
                  </a:lnTo>
                  <a:cubicBezTo>
                    <a:pt x="3953" y="1585"/>
                    <a:pt x="3953" y="1335"/>
                    <a:pt x="4120" y="1335"/>
                  </a:cubicBezTo>
                  <a:cubicBezTo>
                    <a:pt x="4584" y="1323"/>
                    <a:pt x="5037" y="1287"/>
                    <a:pt x="5489" y="1228"/>
                  </a:cubicBezTo>
                  <a:cubicBezTo>
                    <a:pt x="5834" y="1168"/>
                    <a:pt x="6156" y="1133"/>
                    <a:pt x="6227" y="692"/>
                  </a:cubicBezTo>
                  <a:cubicBezTo>
                    <a:pt x="6263" y="406"/>
                    <a:pt x="6191" y="240"/>
                    <a:pt x="5953" y="133"/>
                  </a:cubicBezTo>
                  <a:cubicBezTo>
                    <a:pt x="5824" y="78"/>
                    <a:pt x="5640" y="63"/>
                    <a:pt x="5445" y="63"/>
                  </a:cubicBezTo>
                  <a:cubicBezTo>
                    <a:pt x="5202" y="63"/>
                    <a:pt x="4942" y="86"/>
                    <a:pt x="4746" y="86"/>
                  </a:cubicBezTo>
                  <a:cubicBezTo>
                    <a:pt x="4723" y="86"/>
                    <a:pt x="4701" y="86"/>
                    <a:pt x="4679" y="85"/>
                  </a:cubicBezTo>
                  <a:cubicBezTo>
                    <a:pt x="4251" y="85"/>
                    <a:pt x="3822" y="61"/>
                    <a:pt x="3393" y="61"/>
                  </a:cubicBezTo>
                  <a:cubicBezTo>
                    <a:pt x="2864" y="54"/>
                    <a:pt x="2271" y="1"/>
                    <a:pt x="16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40"/>
            <p:cNvSpPr/>
            <p:nvPr/>
          </p:nvSpPr>
          <p:spPr>
            <a:xfrm>
              <a:off x="3394450" y="2448150"/>
              <a:ext cx="183400" cy="684600"/>
            </a:xfrm>
            <a:custGeom>
              <a:avLst/>
              <a:gdLst/>
              <a:ahLst/>
              <a:cxnLst/>
              <a:rect l="l" t="t" r="r" b="b"/>
              <a:pathLst>
                <a:path w="7336" h="27384" extrusionOk="0">
                  <a:moveTo>
                    <a:pt x="2266" y="509"/>
                  </a:moveTo>
                  <a:cubicBezTo>
                    <a:pt x="2843" y="509"/>
                    <a:pt x="3443" y="565"/>
                    <a:pt x="3978" y="580"/>
                  </a:cubicBezTo>
                  <a:cubicBezTo>
                    <a:pt x="4406" y="580"/>
                    <a:pt x="4835" y="592"/>
                    <a:pt x="5263" y="604"/>
                  </a:cubicBezTo>
                  <a:cubicBezTo>
                    <a:pt x="5285" y="604"/>
                    <a:pt x="5307" y="605"/>
                    <a:pt x="5330" y="605"/>
                  </a:cubicBezTo>
                  <a:cubicBezTo>
                    <a:pt x="5526" y="605"/>
                    <a:pt x="5786" y="581"/>
                    <a:pt x="6029" y="581"/>
                  </a:cubicBezTo>
                  <a:cubicBezTo>
                    <a:pt x="6224" y="581"/>
                    <a:pt x="6408" y="597"/>
                    <a:pt x="6537" y="651"/>
                  </a:cubicBezTo>
                  <a:cubicBezTo>
                    <a:pt x="6787" y="747"/>
                    <a:pt x="6847" y="913"/>
                    <a:pt x="6811" y="1211"/>
                  </a:cubicBezTo>
                  <a:cubicBezTo>
                    <a:pt x="6752" y="1628"/>
                    <a:pt x="6430" y="1675"/>
                    <a:pt x="6085" y="1735"/>
                  </a:cubicBezTo>
                  <a:cubicBezTo>
                    <a:pt x="5633" y="1794"/>
                    <a:pt x="5168" y="1830"/>
                    <a:pt x="4716" y="1842"/>
                  </a:cubicBezTo>
                  <a:cubicBezTo>
                    <a:pt x="4549" y="1842"/>
                    <a:pt x="4549" y="2092"/>
                    <a:pt x="4716" y="2092"/>
                  </a:cubicBezTo>
                  <a:cubicBezTo>
                    <a:pt x="4867" y="2088"/>
                    <a:pt x="5019" y="2087"/>
                    <a:pt x="5171" y="2087"/>
                  </a:cubicBezTo>
                  <a:cubicBezTo>
                    <a:pt x="5476" y="2087"/>
                    <a:pt x="5783" y="2092"/>
                    <a:pt x="6085" y="2092"/>
                  </a:cubicBezTo>
                  <a:cubicBezTo>
                    <a:pt x="6145" y="2092"/>
                    <a:pt x="6216" y="2104"/>
                    <a:pt x="6287" y="2104"/>
                  </a:cubicBezTo>
                  <a:cubicBezTo>
                    <a:pt x="6252" y="3283"/>
                    <a:pt x="6299" y="4473"/>
                    <a:pt x="6359" y="5652"/>
                  </a:cubicBezTo>
                  <a:cubicBezTo>
                    <a:pt x="6168" y="5741"/>
                    <a:pt x="5967" y="5776"/>
                    <a:pt x="5761" y="5776"/>
                  </a:cubicBezTo>
                  <a:cubicBezTo>
                    <a:pt x="5031" y="5776"/>
                    <a:pt x="4231" y="5337"/>
                    <a:pt x="3525" y="5319"/>
                  </a:cubicBezTo>
                  <a:cubicBezTo>
                    <a:pt x="3483" y="5317"/>
                    <a:pt x="3441" y="5316"/>
                    <a:pt x="3399" y="5316"/>
                  </a:cubicBezTo>
                  <a:cubicBezTo>
                    <a:pt x="2728" y="5316"/>
                    <a:pt x="2073" y="5495"/>
                    <a:pt x="1501" y="5842"/>
                  </a:cubicBezTo>
                  <a:cubicBezTo>
                    <a:pt x="1513" y="4604"/>
                    <a:pt x="1465" y="3354"/>
                    <a:pt x="1334" y="2116"/>
                  </a:cubicBezTo>
                  <a:cubicBezTo>
                    <a:pt x="1775" y="2080"/>
                    <a:pt x="2251" y="1925"/>
                    <a:pt x="2596" y="1854"/>
                  </a:cubicBezTo>
                  <a:cubicBezTo>
                    <a:pt x="2632" y="1842"/>
                    <a:pt x="2620" y="1782"/>
                    <a:pt x="2585" y="1782"/>
                  </a:cubicBezTo>
                  <a:cubicBezTo>
                    <a:pt x="2180" y="1759"/>
                    <a:pt x="1703" y="1794"/>
                    <a:pt x="1299" y="1711"/>
                  </a:cubicBezTo>
                  <a:cubicBezTo>
                    <a:pt x="977" y="1651"/>
                    <a:pt x="596" y="1425"/>
                    <a:pt x="668" y="1044"/>
                  </a:cubicBezTo>
                  <a:cubicBezTo>
                    <a:pt x="739" y="699"/>
                    <a:pt x="1013" y="651"/>
                    <a:pt x="1263" y="592"/>
                  </a:cubicBezTo>
                  <a:cubicBezTo>
                    <a:pt x="1577" y="529"/>
                    <a:pt x="1917" y="509"/>
                    <a:pt x="2266" y="509"/>
                  </a:cubicBezTo>
                  <a:close/>
                  <a:moveTo>
                    <a:pt x="3195" y="5662"/>
                  </a:moveTo>
                  <a:cubicBezTo>
                    <a:pt x="3691" y="5662"/>
                    <a:pt x="4188" y="5749"/>
                    <a:pt x="4680" y="5938"/>
                  </a:cubicBezTo>
                  <a:cubicBezTo>
                    <a:pt x="5085" y="6081"/>
                    <a:pt x="5454" y="6247"/>
                    <a:pt x="5835" y="6271"/>
                  </a:cubicBezTo>
                  <a:cubicBezTo>
                    <a:pt x="5288" y="6503"/>
                    <a:pt x="4694" y="6623"/>
                    <a:pt x="4103" y="6623"/>
                  </a:cubicBezTo>
                  <a:cubicBezTo>
                    <a:pt x="4025" y="6623"/>
                    <a:pt x="3948" y="6620"/>
                    <a:pt x="3870" y="6616"/>
                  </a:cubicBezTo>
                  <a:cubicBezTo>
                    <a:pt x="3037" y="6569"/>
                    <a:pt x="2346" y="6247"/>
                    <a:pt x="1596" y="5950"/>
                  </a:cubicBezTo>
                  <a:cubicBezTo>
                    <a:pt x="2122" y="5764"/>
                    <a:pt x="2658" y="5662"/>
                    <a:pt x="3195" y="5662"/>
                  </a:cubicBezTo>
                  <a:close/>
                  <a:moveTo>
                    <a:pt x="1501" y="6092"/>
                  </a:moveTo>
                  <a:cubicBezTo>
                    <a:pt x="2133" y="6781"/>
                    <a:pt x="3060" y="7064"/>
                    <a:pt x="4008" y="7064"/>
                  </a:cubicBezTo>
                  <a:cubicBezTo>
                    <a:pt x="4846" y="7064"/>
                    <a:pt x="5701" y="6843"/>
                    <a:pt x="6383" y="6485"/>
                  </a:cubicBezTo>
                  <a:cubicBezTo>
                    <a:pt x="6395" y="6724"/>
                    <a:pt x="6395" y="6962"/>
                    <a:pt x="6395" y="7200"/>
                  </a:cubicBezTo>
                  <a:cubicBezTo>
                    <a:pt x="6418" y="8890"/>
                    <a:pt x="6466" y="10581"/>
                    <a:pt x="6478" y="12272"/>
                  </a:cubicBezTo>
                  <a:cubicBezTo>
                    <a:pt x="6502" y="15689"/>
                    <a:pt x="6490" y="19118"/>
                    <a:pt x="6418" y="22535"/>
                  </a:cubicBezTo>
                  <a:cubicBezTo>
                    <a:pt x="6383" y="24023"/>
                    <a:pt x="6216" y="26035"/>
                    <a:pt x="4561" y="26631"/>
                  </a:cubicBezTo>
                  <a:cubicBezTo>
                    <a:pt x="4330" y="26715"/>
                    <a:pt x="4116" y="26753"/>
                    <a:pt x="3918" y="26753"/>
                  </a:cubicBezTo>
                  <a:cubicBezTo>
                    <a:pt x="2512" y="26753"/>
                    <a:pt x="1902" y="24830"/>
                    <a:pt x="1703" y="23630"/>
                  </a:cubicBezTo>
                  <a:cubicBezTo>
                    <a:pt x="1406" y="21904"/>
                    <a:pt x="1453" y="20130"/>
                    <a:pt x="1477" y="18380"/>
                  </a:cubicBezTo>
                  <a:cubicBezTo>
                    <a:pt x="1501" y="16689"/>
                    <a:pt x="1525" y="14998"/>
                    <a:pt x="1537" y="13308"/>
                  </a:cubicBezTo>
                  <a:cubicBezTo>
                    <a:pt x="1537" y="11415"/>
                    <a:pt x="1525" y="9510"/>
                    <a:pt x="1501" y="7616"/>
                  </a:cubicBezTo>
                  <a:lnTo>
                    <a:pt x="1501" y="6092"/>
                  </a:lnTo>
                  <a:close/>
                  <a:moveTo>
                    <a:pt x="1539" y="1"/>
                  </a:moveTo>
                  <a:cubicBezTo>
                    <a:pt x="1285" y="1"/>
                    <a:pt x="1033" y="9"/>
                    <a:pt x="787" y="32"/>
                  </a:cubicBezTo>
                  <a:cubicBezTo>
                    <a:pt x="370" y="80"/>
                    <a:pt x="84" y="294"/>
                    <a:pt x="49" y="735"/>
                  </a:cubicBezTo>
                  <a:cubicBezTo>
                    <a:pt x="1" y="1175"/>
                    <a:pt x="144" y="1806"/>
                    <a:pt x="572" y="2021"/>
                  </a:cubicBezTo>
                  <a:cubicBezTo>
                    <a:pt x="718" y="2093"/>
                    <a:pt x="882" y="2130"/>
                    <a:pt x="1049" y="2130"/>
                  </a:cubicBezTo>
                  <a:cubicBezTo>
                    <a:pt x="1072" y="2130"/>
                    <a:pt x="1096" y="2129"/>
                    <a:pt x="1120" y="2128"/>
                  </a:cubicBezTo>
                  <a:lnTo>
                    <a:pt x="1120" y="2128"/>
                  </a:lnTo>
                  <a:cubicBezTo>
                    <a:pt x="930" y="4033"/>
                    <a:pt x="1037" y="6021"/>
                    <a:pt x="1025" y="7914"/>
                  </a:cubicBezTo>
                  <a:cubicBezTo>
                    <a:pt x="1001" y="9807"/>
                    <a:pt x="965" y="11712"/>
                    <a:pt x="930" y="13605"/>
                  </a:cubicBezTo>
                  <a:cubicBezTo>
                    <a:pt x="894" y="15582"/>
                    <a:pt x="811" y="17570"/>
                    <a:pt x="787" y="19547"/>
                  </a:cubicBezTo>
                  <a:cubicBezTo>
                    <a:pt x="751" y="21261"/>
                    <a:pt x="799" y="23035"/>
                    <a:pt x="1251" y="24702"/>
                  </a:cubicBezTo>
                  <a:cubicBezTo>
                    <a:pt x="1561" y="25893"/>
                    <a:pt x="2299" y="27155"/>
                    <a:pt x="3608" y="27357"/>
                  </a:cubicBezTo>
                  <a:cubicBezTo>
                    <a:pt x="3722" y="27375"/>
                    <a:pt x="3835" y="27383"/>
                    <a:pt x="3947" y="27383"/>
                  </a:cubicBezTo>
                  <a:cubicBezTo>
                    <a:pt x="5029" y="27383"/>
                    <a:pt x="6003" y="26581"/>
                    <a:pt x="6478" y="25642"/>
                  </a:cubicBezTo>
                  <a:cubicBezTo>
                    <a:pt x="7180" y="24214"/>
                    <a:pt x="7026" y="22475"/>
                    <a:pt x="7037" y="20940"/>
                  </a:cubicBezTo>
                  <a:cubicBezTo>
                    <a:pt x="7049" y="18999"/>
                    <a:pt x="7049" y="17058"/>
                    <a:pt x="7037" y="15117"/>
                  </a:cubicBezTo>
                  <a:cubicBezTo>
                    <a:pt x="7026" y="12927"/>
                    <a:pt x="7002" y="10736"/>
                    <a:pt x="6954" y="8545"/>
                  </a:cubicBezTo>
                  <a:cubicBezTo>
                    <a:pt x="6907" y="6414"/>
                    <a:pt x="6930" y="4211"/>
                    <a:pt x="6656" y="2104"/>
                  </a:cubicBezTo>
                  <a:cubicBezTo>
                    <a:pt x="6752" y="2092"/>
                    <a:pt x="6835" y="2068"/>
                    <a:pt x="6907" y="2032"/>
                  </a:cubicBezTo>
                  <a:cubicBezTo>
                    <a:pt x="7252" y="1794"/>
                    <a:pt x="7335" y="949"/>
                    <a:pt x="7240" y="604"/>
                  </a:cubicBezTo>
                  <a:cubicBezTo>
                    <a:pt x="7121" y="175"/>
                    <a:pt x="6787" y="175"/>
                    <a:pt x="6395" y="151"/>
                  </a:cubicBezTo>
                  <a:cubicBezTo>
                    <a:pt x="5442" y="104"/>
                    <a:pt x="4490" y="92"/>
                    <a:pt x="3537" y="68"/>
                  </a:cubicBezTo>
                  <a:cubicBezTo>
                    <a:pt x="2890" y="59"/>
                    <a:pt x="2206" y="1"/>
                    <a:pt x="153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40"/>
            <p:cNvSpPr/>
            <p:nvPr/>
          </p:nvSpPr>
          <p:spPr>
            <a:xfrm>
              <a:off x="3887975" y="2727825"/>
              <a:ext cx="101225" cy="22975"/>
            </a:xfrm>
            <a:custGeom>
              <a:avLst/>
              <a:gdLst/>
              <a:ahLst/>
              <a:cxnLst/>
              <a:rect l="l" t="t" r="r" b="b"/>
              <a:pathLst>
                <a:path w="4049" h="919" extrusionOk="0">
                  <a:moveTo>
                    <a:pt x="1694" y="1"/>
                  </a:moveTo>
                  <a:cubicBezTo>
                    <a:pt x="1677" y="1"/>
                    <a:pt x="1660" y="1"/>
                    <a:pt x="1644" y="1"/>
                  </a:cubicBezTo>
                  <a:cubicBezTo>
                    <a:pt x="1048" y="13"/>
                    <a:pt x="524" y="239"/>
                    <a:pt x="0" y="478"/>
                  </a:cubicBezTo>
                  <a:lnTo>
                    <a:pt x="0" y="501"/>
                  </a:lnTo>
                  <a:cubicBezTo>
                    <a:pt x="691" y="561"/>
                    <a:pt x="1358" y="894"/>
                    <a:pt x="2072" y="918"/>
                  </a:cubicBezTo>
                  <a:cubicBezTo>
                    <a:pt x="2751" y="918"/>
                    <a:pt x="3429" y="775"/>
                    <a:pt x="4049" y="501"/>
                  </a:cubicBezTo>
                  <a:cubicBezTo>
                    <a:pt x="3751" y="454"/>
                    <a:pt x="3465" y="394"/>
                    <a:pt x="3191" y="299"/>
                  </a:cubicBezTo>
                  <a:cubicBezTo>
                    <a:pt x="2707" y="172"/>
                    <a:pt x="2201" y="1"/>
                    <a:pt x="169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40"/>
            <p:cNvSpPr/>
            <p:nvPr/>
          </p:nvSpPr>
          <p:spPr>
            <a:xfrm>
              <a:off x="3884700" y="2742425"/>
              <a:ext cx="127725" cy="374575"/>
            </a:xfrm>
            <a:custGeom>
              <a:avLst/>
              <a:gdLst/>
              <a:ahLst/>
              <a:cxnLst/>
              <a:rect l="l" t="t" r="r" b="b"/>
              <a:pathLst>
                <a:path w="5109" h="14983" extrusionOk="0">
                  <a:moveTo>
                    <a:pt x="5073" y="1"/>
                  </a:moveTo>
                  <a:cubicBezTo>
                    <a:pt x="4394" y="489"/>
                    <a:pt x="3489" y="715"/>
                    <a:pt x="2667" y="751"/>
                  </a:cubicBezTo>
                  <a:cubicBezTo>
                    <a:pt x="2627" y="752"/>
                    <a:pt x="2586" y="752"/>
                    <a:pt x="2545" y="752"/>
                  </a:cubicBezTo>
                  <a:cubicBezTo>
                    <a:pt x="2098" y="752"/>
                    <a:pt x="1651" y="692"/>
                    <a:pt x="1215" y="572"/>
                  </a:cubicBezTo>
                  <a:cubicBezTo>
                    <a:pt x="834" y="465"/>
                    <a:pt x="489" y="239"/>
                    <a:pt x="131" y="84"/>
                  </a:cubicBezTo>
                  <a:lnTo>
                    <a:pt x="131" y="1537"/>
                  </a:lnTo>
                  <a:cubicBezTo>
                    <a:pt x="120" y="3227"/>
                    <a:pt x="108" y="4918"/>
                    <a:pt x="84" y="6609"/>
                  </a:cubicBezTo>
                  <a:cubicBezTo>
                    <a:pt x="60" y="8359"/>
                    <a:pt x="0" y="10133"/>
                    <a:pt x="298" y="11871"/>
                  </a:cubicBezTo>
                  <a:cubicBezTo>
                    <a:pt x="507" y="13071"/>
                    <a:pt x="1117" y="14982"/>
                    <a:pt x="2514" y="14982"/>
                  </a:cubicBezTo>
                  <a:cubicBezTo>
                    <a:pt x="2711" y="14982"/>
                    <a:pt x="2925" y="14944"/>
                    <a:pt x="3156" y="14860"/>
                  </a:cubicBezTo>
                  <a:cubicBezTo>
                    <a:pt x="4811" y="14264"/>
                    <a:pt x="4977" y="12252"/>
                    <a:pt x="5013" y="10764"/>
                  </a:cubicBezTo>
                  <a:cubicBezTo>
                    <a:pt x="5096" y="7347"/>
                    <a:pt x="5108" y="3930"/>
                    <a:pt x="5073" y="501"/>
                  </a:cubicBezTo>
                  <a:cubicBezTo>
                    <a:pt x="5073" y="334"/>
                    <a:pt x="5073" y="179"/>
                    <a:pt x="5073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40"/>
            <p:cNvSpPr/>
            <p:nvPr/>
          </p:nvSpPr>
          <p:spPr>
            <a:xfrm>
              <a:off x="3864450" y="2460700"/>
              <a:ext cx="156600" cy="271625"/>
            </a:xfrm>
            <a:custGeom>
              <a:avLst/>
              <a:gdLst/>
              <a:ahLst/>
              <a:cxnLst/>
              <a:rect l="l" t="t" r="r" b="b"/>
              <a:pathLst>
                <a:path w="6264" h="10865" extrusionOk="0">
                  <a:moveTo>
                    <a:pt x="1677" y="1"/>
                  </a:moveTo>
                  <a:cubicBezTo>
                    <a:pt x="1326" y="1"/>
                    <a:pt x="983" y="22"/>
                    <a:pt x="668" y="90"/>
                  </a:cubicBezTo>
                  <a:cubicBezTo>
                    <a:pt x="418" y="149"/>
                    <a:pt x="144" y="197"/>
                    <a:pt x="72" y="530"/>
                  </a:cubicBezTo>
                  <a:cubicBezTo>
                    <a:pt x="1" y="923"/>
                    <a:pt x="382" y="1138"/>
                    <a:pt x="703" y="1209"/>
                  </a:cubicBezTo>
                  <a:cubicBezTo>
                    <a:pt x="1096" y="1280"/>
                    <a:pt x="1572" y="1245"/>
                    <a:pt x="1989" y="1280"/>
                  </a:cubicBezTo>
                  <a:cubicBezTo>
                    <a:pt x="2025" y="1280"/>
                    <a:pt x="2037" y="1328"/>
                    <a:pt x="2001" y="1340"/>
                  </a:cubicBezTo>
                  <a:cubicBezTo>
                    <a:pt x="1584" y="1459"/>
                    <a:pt x="1168" y="1542"/>
                    <a:pt x="739" y="1614"/>
                  </a:cubicBezTo>
                  <a:cubicBezTo>
                    <a:pt x="965" y="3424"/>
                    <a:pt x="894" y="5305"/>
                    <a:pt x="918" y="7114"/>
                  </a:cubicBezTo>
                  <a:cubicBezTo>
                    <a:pt x="941" y="8365"/>
                    <a:pt x="953" y="9615"/>
                    <a:pt x="953" y="10865"/>
                  </a:cubicBezTo>
                  <a:cubicBezTo>
                    <a:pt x="1438" y="10477"/>
                    <a:pt x="2039" y="10275"/>
                    <a:pt x="2661" y="10275"/>
                  </a:cubicBezTo>
                  <a:cubicBezTo>
                    <a:pt x="2726" y="10275"/>
                    <a:pt x="2792" y="10277"/>
                    <a:pt x="2858" y="10282"/>
                  </a:cubicBezTo>
                  <a:cubicBezTo>
                    <a:pt x="3370" y="10329"/>
                    <a:pt x="3847" y="10532"/>
                    <a:pt x="4347" y="10639"/>
                  </a:cubicBezTo>
                  <a:cubicBezTo>
                    <a:pt x="4537" y="10681"/>
                    <a:pt x="4718" y="10696"/>
                    <a:pt x="4896" y="10696"/>
                  </a:cubicBezTo>
                  <a:cubicBezTo>
                    <a:pt x="5219" y="10696"/>
                    <a:pt x="5533" y="10646"/>
                    <a:pt x="5871" y="10615"/>
                  </a:cubicBezTo>
                  <a:cubicBezTo>
                    <a:pt x="5847" y="9305"/>
                    <a:pt x="5835" y="7996"/>
                    <a:pt x="5811" y="6686"/>
                  </a:cubicBezTo>
                  <a:cubicBezTo>
                    <a:pt x="5775" y="4995"/>
                    <a:pt x="5644" y="3281"/>
                    <a:pt x="5704" y="1590"/>
                  </a:cubicBezTo>
                  <a:cubicBezTo>
                    <a:pt x="5621" y="1578"/>
                    <a:pt x="5549" y="1578"/>
                    <a:pt x="5490" y="1578"/>
                  </a:cubicBezTo>
                  <a:lnTo>
                    <a:pt x="4132" y="1578"/>
                  </a:lnTo>
                  <a:cubicBezTo>
                    <a:pt x="3954" y="1578"/>
                    <a:pt x="3954" y="1328"/>
                    <a:pt x="4132" y="1328"/>
                  </a:cubicBezTo>
                  <a:cubicBezTo>
                    <a:pt x="4585" y="1316"/>
                    <a:pt x="5037" y="1280"/>
                    <a:pt x="5490" y="1221"/>
                  </a:cubicBezTo>
                  <a:cubicBezTo>
                    <a:pt x="5835" y="1161"/>
                    <a:pt x="6156" y="1114"/>
                    <a:pt x="6216" y="697"/>
                  </a:cubicBezTo>
                  <a:cubicBezTo>
                    <a:pt x="6264" y="399"/>
                    <a:pt x="6192" y="233"/>
                    <a:pt x="5954" y="137"/>
                  </a:cubicBezTo>
                  <a:cubicBezTo>
                    <a:pt x="5819" y="83"/>
                    <a:pt x="5633" y="67"/>
                    <a:pt x="5436" y="67"/>
                  </a:cubicBezTo>
                  <a:cubicBezTo>
                    <a:pt x="5191" y="67"/>
                    <a:pt x="4931" y="91"/>
                    <a:pt x="4735" y="91"/>
                  </a:cubicBezTo>
                  <a:cubicBezTo>
                    <a:pt x="4712" y="91"/>
                    <a:pt x="4689" y="91"/>
                    <a:pt x="4668" y="90"/>
                  </a:cubicBezTo>
                  <a:cubicBezTo>
                    <a:pt x="4239" y="78"/>
                    <a:pt x="3811" y="66"/>
                    <a:pt x="3382" y="66"/>
                  </a:cubicBezTo>
                  <a:cubicBezTo>
                    <a:pt x="2850" y="59"/>
                    <a:pt x="2253" y="1"/>
                    <a:pt x="16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40"/>
            <p:cNvSpPr/>
            <p:nvPr/>
          </p:nvSpPr>
          <p:spPr>
            <a:xfrm>
              <a:off x="3849575" y="2448275"/>
              <a:ext cx="183675" cy="684475"/>
            </a:xfrm>
            <a:custGeom>
              <a:avLst/>
              <a:gdLst/>
              <a:ahLst/>
              <a:cxnLst/>
              <a:rect l="l" t="t" r="r" b="b"/>
              <a:pathLst>
                <a:path w="7347" h="27379" extrusionOk="0">
                  <a:moveTo>
                    <a:pt x="2271" y="510"/>
                  </a:moveTo>
                  <a:cubicBezTo>
                    <a:pt x="2846" y="510"/>
                    <a:pt x="3440" y="567"/>
                    <a:pt x="3965" y="575"/>
                  </a:cubicBezTo>
                  <a:cubicBezTo>
                    <a:pt x="4406" y="575"/>
                    <a:pt x="4834" y="587"/>
                    <a:pt x="5263" y="599"/>
                  </a:cubicBezTo>
                  <a:cubicBezTo>
                    <a:pt x="5284" y="599"/>
                    <a:pt x="5307" y="600"/>
                    <a:pt x="5330" y="600"/>
                  </a:cubicBezTo>
                  <a:cubicBezTo>
                    <a:pt x="5526" y="600"/>
                    <a:pt x="5786" y="576"/>
                    <a:pt x="6031" y="576"/>
                  </a:cubicBezTo>
                  <a:cubicBezTo>
                    <a:pt x="6228" y="576"/>
                    <a:pt x="6414" y="592"/>
                    <a:pt x="6549" y="646"/>
                  </a:cubicBezTo>
                  <a:cubicBezTo>
                    <a:pt x="6787" y="742"/>
                    <a:pt x="6847" y="908"/>
                    <a:pt x="6811" y="1206"/>
                  </a:cubicBezTo>
                  <a:cubicBezTo>
                    <a:pt x="6751" y="1623"/>
                    <a:pt x="6430" y="1670"/>
                    <a:pt x="6085" y="1730"/>
                  </a:cubicBezTo>
                  <a:cubicBezTo>
                    <a:pt x="5632" y="1789"/>
                    <a:pt x="5168" y="1825"/>
                    <a:pt x="4715" y="1837"/>
                  </a:cubicBezTo>
                  <a:cubicBezTo>
                    <a:pt x="4549" y="1837"/>
                    <a:pt x="4549" y="2087"/>
                    <a:pt x="4715" y="2087"/>
                  </a:cubicBezTo>
                  <a:cubicBezTo>
                    <a:pt x="4870" y="2083"/>
                    <a:pt x="5024" y="2082"/>
                    <a:pt x="5176" y="2082"/>
                  </a:cubicBezTo>
                  <a:cubicBezTo>
                    <a:pt x="5481" y="2082"/>
                    <a:pt x="5783" y="2087"/>
                    <a:pt x="6085" y="2087"/>
                  </a:cubicBezTo>
                  <a:cubicBezTo>
                    <a:pt x="6132" y="2087"/>
                    <a:pt x="6216" y="2099"/>
                    <a:pt x="6299" y="2099"/>
                  </a:cubicBezTo>
                  <a:cubicBezTo>
                    <a:pt x="6239" y="3790"/>
                    <a:pt x="6370" y="5504"/>
                    <a:pt x="6394" y="7195"/>
                  </a:cubicBezTo>
                  <a:cubicBezTo>
                    <a:pt x="6418" y="8504"/>
                    <a:pt x="6442" y="9814"/>
                    <a:pt x="6466" y="11124"/>
                  </a:cubicBezTo>
                  <a:cubicBezTo>
                    <a:pt x="6128" y="11155"/>
                    <a:pt x="5809" y="11205"/>
                    <a:pt x="5482" y="11205"/>
                  </a:cubicBezTo>
                  <a:cubicBezTo>
                    <a:pt x="5302" y="11205"/>
                    <a:pt x="5120" y="11190"/>
                    <a:pt x="4930" y="11148"/>
                  </a:cubicBezTo>
                  <a:cubicBezTo>
                    <a:pt x="4442" y="11052"/>
                    <a:pt x="3965" y="10838"/>
                    <a:pt x="3441" y="10802"/>
                  </a:cubicBezTo>
                  <a:cubicBezTo>
                    <a:pt x="3364" y="10796"/>
                    <a:pt x="3286" y="10792"/>
                    <a:pt x="3208" y="10792"/>
                  </a:cubicBezTo>
                  <a:cubicBezTo>
                    <a:pt x="2609" y="10792"/>
                    <a:pt x="2023" y="10993"/>
                    <a:pt x="1548" y="11362"/>
                  </a:cubicBezTo>
                  <a:cubicBezTo>
                    <a:pt x="1536" y="10112"/>
                    <a:pt x="1536" y="8862"/>
                    <a:pt x="1513" y="7611"/>
                  </a:cubicBezTo>
                  <a:cubicBezTo>
                    <a:pt x="1489" y="5802"/>
                    <a:pt x="1560" y="3921"/>
                    <a:pt x="1322" y="2123"/>
                  </a:cubicBezTo>
                  <a:cubicBezTo>
                    <a:pt x="1739" y="2063"/>
                    <a:pt x="2167" y="1968"/>
                    <a:pt x="2584" y="1861"/>
                  </a:cubicBezTo>
                  <a:cubicBezTo>
                    <a:pt x="2620" y="1849"/>
                    <a:pt x="2620" y="1801"/>
                    <a:pt x="2584" y="1789"/>
                  </a:cubicBezTo>
                  <a:cubicBezTo>
                    <a:pt x="2167" y="1754"/>
                    <a:pt x="1691" y="1801"/>
                    <a:pt x="1298" y="1718"/>
                  </a:cubicBezTo>
                  <a:cubicBezTo>
                    <a:pt x="965" y="1658"/>
                    <a:pt x="584" y="1432"/>
                    <a:pt x="667" y="1051"/>
                  </a:cubicBezTo>
                  <a:cubicBezTo>
                    <a:pt x="739" y="706"/>
                    <a:pt x="1013" y="658"/>
                    <a:pt x="1263" y="599"/>
                  </a:cubicBezTo>
                  <a:cubicBezTo>
                    <a:pt x="1578" y="531"/>
                    <a:pt x="1921" y="510"/>
                    <a:pt x="2271" y="510"/>
                  </a:cubicBezTo>
                  <a:close/>
                  <a:moveTo>
                    <a:pt x="3230" y="11183"/>
                  </a:moveTo>
                  <a:cubicBezTo>
                    <a:pt x="3737" y="11183"/>
                    <a:pt x="4243" y="11354"/>
                    <a:pt x="4727" y="11481"/>
                  </a:cubicBezTo>
                  <a:cubicBezTo>
                    <a:pt x="5001" y="11564"/>
                    <a:pt x="5299" y="11636"/>
                    <a:pt x="5585" y="11671"/>
                  </a:cubicBezTo>
                  <a:cubicBezTo>
                    <a:pt x="4989" y="11946"/>
                    <a:pt x="4339" y="12089"/>
                    <a:pt x="3687" y="12089"/>
                  </a:cubicBezTo>
                  <a:cubicBezTo>
                    <a:pt x="3660" y="12089"/>
                    <a:pt x="3634" y="12089"/>
                    <a:pt x="3608" y="12088"/>
                  </a:cubicBezTo>
                  <a:cubicBezTo>
                    <a:pt x="2894" y="12076"/>
                    <a:pt x="2239" y="11743"/>
                    <a:pt x="1548" y="11683"/>
                  </a:cubicBezTo>
                  <a:lnTo>
                    <a:pt x="1548" y="11660"/>
                  </a:lnTo>
                  <a:cubicBezTo>
                    <a:pt x="2072" y="11421"/>
                    <a:pt x="2584" y="11195"/>
                    <a:pt x="3180" y="11183"/>
                  </a:cubicBezTo>
                  <a:cubicBezTo>
                    <a:pt x="3196" y="11183"/>
                    <a:pt x="3213" y="11183"/>
                    <a:pt x="3230" y="11183"/>
                  </a:cubicBezTo>
                  <a:close/>
                  <a:moveTo>
                    <a:pt x="6489" y="11779"/>
                  </a:moveTo>
                  <a:lnTo>
                    <a:pt x="6489" y="12267"/>
                  </a:lnTo>
                  <a:cubicBezTo>
                    <a:pt x="6513" y="15684"/>
                    <a:pt x="6501" y="19113"/>
                    <a:pt x="6430" y="22530"/>
                  </a:cubicBezTo>
                  <a:cubicBezTo>
                    <a:pt x="6394" y="24018"/>
                    <a:pt x="6228" y="26030"/>
                    <a:pt x="4573" y="26626"/>
                  </a:cubicBezTo>
                  <a:cubicBezTo>
                    <a:pt x="4341" y="26710"/>
                    <a:pt x="4126" y="26748"/>
                    <a:pt x="3927" y="26748"/>
                  </a:cubicBezTo>
                  <a:cubicBezTo>
                    <a:pt x="2525" y="26748"/>
                    <a:pt x="1924" y="24837"/>
                    <a:pt x="1715" y="23637"/>
                  </a:cubicBezTo>
                  <a:cubicBezTo>
                    <a:pt x="1417" y="21899"/>
                    <a:pt x="1477" y="20125"/>
                    <a:pt x="1489" y="18387"/>
                  </a:cubicBezTo>
                  <a:cubicBezTo>
                    <a:pt x="1525" y="16684"/>
                    <a:pt x="1548" y="14993"/>
                    <a:pt x="1548" y="13303"/>
                  </a:cubicBezTo>
                  <a:cubicBezTo>
                    <a:pt x="1548" y="12814"/>
                    <a:pt x="1548" y="12338"/>
                    <a:pt x="1548" y="11850"/>
                  </a:cubicBezTo>
                  <a:cubicBezTo>
                    <a:pt x="1906" y="12005"/>
                    <a:pt x="2251" y="12231"/>
                    <a:pt x="2632" y="12350"/>
                  </a:cubicBezTo>
                  <a:cubicBezTo>
                    <a:pt x="3068" y="12459"/>
                    <a:pt x="3514" y="12518"/>
                    <a:pt x="3961" y="12518"/>
                  </a:cubicBezTo>
                  <a:cubicBezTo>
                    <a:pt x="4002" y="12518"/>
                    <a:pt x="4043" y="12518"/>
                    <a:pt x="4084" y="12517"/>
                  </a:cubicBezTo>
                  <a:cubicBezTo>
                    <a:pt x="4906" y="12493"/>
                    <a:pt x="5811" y="12255"/>
                    <a:pt x="6489" y="11779"/>
                  </a:cubicBezTo>
                  <a:close/>
                  <a:moveTo>
                    <a:pt x="1625" y="0"/>
                  </a:moveTo>
                  <a:cubicBezTo>
                    <a:pt x="1345" y="0"/>
                    <a:pt x="1069" y="10"/>
                    <a:pt x="798" y="39"/>
                  </a:cubicBezTo>
                  <a:cubicBezTo>
                    <a:pt x="370" y="75"/>
                    <a:pt x="108" y="289"/>
                    <a:pt x="60" y="730"/>
                  </a:cubicBezTo>
                  <a:cubicBezTo>
                    <a:pt x="1" y="1170"/>
                    <a:pt x="155" y="1801"/>
                    <a:pt x="584" y="2016"/>
                  </a:cubicBezTo>
                  <a:cubicBezTo>
                    <a:pt x="730" y="2088"/>
                    <a:pt x="894" y="2125"/>
                    <a:pt x="1060" y="2125"/>
                  </a:cubicBezTo>
                  <a:cubicBezTo>
                    <a:pt x="1084" y="2125"/>
                    <a:pt x="1108" y="2124"/>
                    <a:pt x="1132" y="2123"/>
                  </a:cubicBezTo>
                  <a:lnTo>
                    <a:pt x="1132" y="2123"/>
                  </a:lnTo>
                  <a:cubicBezTo>
                    <a:pt x="941" y="4040"/>
                    <a:pt x="1048" y="6028"/>
                    <a:pt x="1024" y="7921"/>
                  </a:cubicBezTo>
                  <a:cubicBezTo>
                    <a:pt x="1013" y="9814"/>
                    <a:pt x="977" y="11707"/>
                    <a:pt x="929" y="13600"/>
                  </a:cubicBezTo>
                  <a:cubicBezTo>
                    <a:pt x="894" y="15577"/>
                    <a:pt x="822" y="17565"/>
                    <a:pt x="786" y="19542"/>
                  </a:cubicBezTo>
                  <a:cubicBezTo>
                    <a:pt x="751" y="21256"/>
                    <a:pt x="798" y="23042"/>
                    <a:pt x="1251" y="24697"/>
                  </a:cubicBezTo>
                  <a:cubicBezTo>
                    <a:pt x="1572" y="25888"/>
                    <a:pt x="2298" y="27150"/>
                    <a:pt x="3632" y="27352"/>
                  </a:cubicBezTo>
                  <a:cubicBezTo>
                    <a:pt x="3747" y="27370"/>
                    <a:pt x="3861" y="27379"/>
                    <a:pt x="3974" y="27379"/>
                  </a:cubicBezTo>
                  <a:cubicBezTo>
                    <a:pt x="5053" y="27379"/>
                    <a:pt x="6015" y="26586"/>
                    <a:pt x="6489" y="25637"/>
                  </a:cubicBezTo>
                  <a:cubicBezTo>
                    <a:pt x="7192" y="24209"/>
                    <a:pt x="7049" y="22470"/>
                    <a:pt x="7049" y="20935"/>
                  </a:cubicBezTo>
                  <a:cubicBezTo>
                    <a:pt x="7049" y="18994"/>
                    <a:pt x="7049" y="17053"/>
                    <a:pt x="7049" y="15112"/>
                  </a:cubicBezTo>
                  <a:cubicBezTo>
                    <a:pt x="7037" y="12922"/>
                    <a:pt x="7013" y="10731"/>
                    <a:pt x="6966" y="8540"/>
                  </a:cubicBezTo>
                  <a:cubicBezTo>
                    <a:pt x="6918" y="6409"/>
                    <a:pt x="6942" y="4218"/>
                    <a:pt x="6668" y="2099"/>
                  </a:cubicBezTo>
                  <a:cubicBezTo>
                    <a:pt x="6763" y="2087"/>
                    <a:pt x="6847" y="2063"/>
                    <a:pt x="6930" y="2027"/>
                  </a:cubicBezTo>
                  <a:cubicBezTo>
                    <a:pt x="7263" y="1789"/>
                    <a:pt x="7347" y="944"/>
                    <a:pt x="7251" y="599"/>
                  </a:cubicBezTo>
                  <a:cubicBezTo>
                    <a:pt x="7132" y="170"/>
                    <a:pt x="6799" y="170"/>
                    <a:pt x="6406" y="146"/>
                  </a:cubicBezTo>
                  <a:cubicBezTo>
                    <a:pt x="5454" y="99"/>
                    <a:pt x="4501" y="87"/>
                    <a:pt x="3549" y="63"/>
                  </a:cubicBezTo>
                  <a:cubicBezTo>
                    <a:pt x="2926" y="55"/>
                    <a:pt x="2268" y="0"/>
                    <a:pt x="16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40"/>
            <p:cNvSpPr/>
            <p:nvPr/>
          </p:nvSpPr>
          <p:spPr>
            <a:xfrm>
              <a:off x="3078350" y="3890075"/>
              <a:ext cx="386375" cy="84450"/>
            </a:xfrm>
            <a:custGeom>
              <a:avLst/>
              <a:gdLst/>
              <a:ahLst/>
              <a:cxnLst/>
              <a:rect l="l" t="t" r="r" b="b"/>
              <a:pathLst>
                <a:path w="15455" h="3378" extrusionOk="0">
                  <a:moveTo>
                    <a:pt x="3305" y="1"/>
                  </a:moveTo>
                  <a:cubicBezTo>
                    <a:pt x="2182" y="1"/>
                    <a:pt x="1084" y="215"/>
                    <a:pt x="60" y="803"/>
                  </a:cubicBezTo>
                  <a:cubicBezTo>
                    <a:pt x="36" y="839"/>
                    <a:pt x="24" y="862"/>
                    <a:pt x="0" y="886"/>
                  </a:cubicBezTo>
                  <a:cubicBezTo>
                    <a:pt x="2227" y="2601"/>
                    <a:pt x="4953" y="3244"/>
                    <a:pt x="7716" y="3363"/>
                  </a:cubicBezTo>
                  <a:cubicBezTo>
                    <a:pt x="7949" y="3373"/>
                    <a:pt x="8182" y="3378"/>
                    <a:pt x="8415" y="3378"/>
                  </a:cubicBezTo>
                  <a:cubicBezTo>
                    <a:pt x="10994" y="3378"/>
                    <a:pt x="13555" y="2750"/>
                    <a:pt x="15455" y="981"/>
                  </a:cubicBezTo>
                  <a:lnTo>
                    <a:pt x="15455" y="981"/>
                  </a:lnTo>
                  <a:cubicBezTo>
                    <a:pt x="14693" y="1351"/>
                    <a:pt x="13776" y="1482"/>
                    <a:pt x="13002" y="1529"/>
                  </a:cubicBezTo>
                  <a:cubicBezTo>
                    <a:pt x="12798" y="1543"/>
                    <a:pt x="12593" y="1550"/>
                    <a:pt x="12389" y="1550"/>
                  </a:cubicBezTo>
                  <a:cubicBezTo>
                    <a:pt x="11189" y="1550"/>
                    <a:pt x="9995" y="1324"/>
                    <a:pt x="8835" y="1029"/>
                  </a:cubicBezTo>
                  <a:cubicBezTo>
                    <a:pt x="7077" y="584"/>
                    <a:pt x="5158" y="1"/>
                    <a:pt x="3305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40"/>
            <p:cNvSpPr/>
            <p:nvPr/>
          </p:nvSpPr>
          <p:spPr>
            <a:xfrm>
              <a:off x="2996200" y="3911625"/>
              <a:ext cx="609325" cy="520925"/>
            </a:xfrm>
            <a:custGeom>
              <a:avLst/>
              <a:gdLst/>
              <a:ahLst/>
              <a:cxnLst/>
              <a:rect l="l" t="t" r="r" b="b"/>
              <a:pathLst>
                <a:path w="24373" h="20837" extrusionOk="0">
                  <a:moveTo>
                    <a:pt x="19705" y="0"/>
                  </a:moveTo>
                  <a:cubicBezTo>
                    <a:pt x="19693" y="12"/>
                    <a:pt x="19693" y="12"/>
                    <a:pt x="19693" y="24"/>
                  </a:cubicBezTo>
                  <a:cubicBezTo>
                    <a:pt x="17573" y="2166"/>
                    <a:pt x="14555" y="3012"/>
                    <a:pt x="11597" y="3012"/>
                  </a:cubicBezTo>
                  <a:cubicBezTo>
                    <a:pt x="11398" y="3012"/>
                    <a:pt x="11200" y="3008"/>
                    <a:pt x="11002" y="3001"/>
                  </a:cubicBezTo>
                  <a:cubicBezTo>
                    <a:pt x="8239" y="2894"/>
                    <a:pt x="5156" y="2251"/>
                    <a:pt x="3191" y="167"/>
                  </a:cubicBezTo>
                  <a:cubicBezTo>
                    <a:pt x="1298" y="2953"/>
                    <a:pt x="0" y="6251"/>
                    <a:pt x="60" y="9656"/>
                  </a:cubicBezTo>
                  <a:cubicBezTo>
                    <a:pt x="96" y="12859"/>
                    <a:pt x="1405" y="16050"/>
                    <a:pt x="3870" y="18157"/>
                  </a:cubicBezTo>
                  <a:cubicBezTo>
                    <a:pt x="6430" y="20336"/>
                    <a:pt x="10133" y="20824"/>
                    <a:pt x="13395" y="20836"/>
                  </a:cubicBezTo>
                  <a:cubicBezTo>
                    <a:pt x="13418" y="20836"/>
                    <a:pt x="13441" y="20836"/>
                    <a:pt x="13465" y="20836"/>
                  </a:cubicBezTo>
                  <a:cubicBezTo>
                    <a:pt x="16527" y="20836"/>
                    <a:pt x="19709" y="20056"/>
                    <a:pt x="21765" y="17634"/>
                  </a:cubicBezTo>
                  <a:cubicBezTo>
                    <a:pt x="23849" y="15193"/>
                    <a:pt x="24372" y="11752"/>
                    <a:pt x="23789" y="8668"/>
                  </a:cubicBezTo>
                  <a:cubicBezTo>
                    <a:pt x="23182" y="5489"/>
                    <a:pt x="21563" y="2632"/>
                    <a:pt x="19705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40"/>
            <p:cNvSpPr/>
            <p:nvPr/>
          </p:nvSpPr>
          <p:spPr>
            <a:xfrm>
              <a:off x="3085200" y="3356200"/>
              <a:ext cx="389950" cy="558450"/>
            </a:xfrm>
            <a:custGeom>
              <a:avLst/>
              <a:gdLst/>
              <a:ahLst/>
              <a:cxnLst/>
              <a:rect l="l" t="t" r="r" b="b"/>
              <a:pathLst>
                <a:path w="15598" h="22338" extrusionOk="0">
                  <a:moveTo>
                    <a:pt x="8787" y="0"/>
                  </a:moveTo>
                  <a:cubicBezTo>
                    <a:pt x="8239" y="0"/>
                    <a:pt x="7692" y="24"/>
                    <a:pt x="7144" y="84"/>
                  </a:cubicBezTo>
                  <a:cubicBezTo>
                    <a:pt x="6763" y="131"/>
                    <a:pt x="6180" y="429"/>
                    <a:pt x="6287" y="941"/>
                  </a:cubicBezTo>
                  <a:cubicBezTo>
                    <a:pt x="6370" y="1382"/>
                    <a:pt x="6680" y="1572"/>
                    <a:pt x="7049" y="1643"/>
                  </a:cubicBezTo>
                  <a:lnTo>
                    <a:pt x="7108" y="1643"/>
                  </a:lnTo>
                  <a:cubicBezTo>
                    <a:pt x="7239" y="1667"/>
                    <a:pt x="7382" y="1679"/>
                    <a:pt x="7537" y="1679"/>
                  </a:cubicBezTo>
                  <a:cubicBezTo>
                    <a:pt x="7549" y="1679"/>
                    <a:pt x="7549" y="1703"/>
                    <a:pt x="7537" y="1703"/>
                  </a:cubicBezTo>
                  <a:cubicBezTo>
                    <a:pt x="7406" y="1727"/>
                    <a:pt x="7287" y="1763"/>
                    <a:pt x="7156" y="1786"/>
                  </a:cubicBezTo>
                  <a:cubicBezTo>
                    <a:pt x="7204" y="3953"/>
                    <a:pt x="7251" y="6132"/>
                    <a:pt x="7275" y="8311"/>
                  </a:cubicBezTo>
                  <a:cubicBezTo>
                    <a:pt x="7287" y="10168"/>
                    <a:pt x="7573" y="12228"/>
                    <a:pt x="6834" y="13978"/>
                  </a:cubicBezTo>
                  <a:cubicBezTo>
                    <a:pt x="6168" y="15609"/>
                    <a:pt x="4787" y="16741"/>
                    <a:pt x="3525" y="17907"/>
                  </a:cubicBezTo>
                  <a:cubicBezTo>
                    <a:pt x="2227" y="19110"/>
                    <a:pt x="1048" y="20431"/>
                    <a:pt x="0" y="21860"/>
                  </a:cubicBezTo>
                  <a:cubicBezTo>
                    <a:pt x="1070" y="21281"/>
                    <a:pt x="2250" y="21073"/>
                    <a:pt x="3454" y="21073"/>
                  </a:cubicBezTo>
                  <a:cubicBezTo>
                    <a:pt x="4650" y="21073"/>
                    <a:pt x="5868" y="21278"/>
                    <a:pt x="7025" y="21527"/>
                  </a:cubicBezTo>
                  <a:cubicBezTo>
                    <a:pt x="8632" y="21872"/>
                    <a:pt x="10252" y="22325"/>
                    <a:pt x="11895" y="22336"/>
                  </a:cubicBezTo>
                  <a:cubicBezTo>
                    <a:pt x="11941" y="22337"/>
                    <a:pt x="11987" y="22338"/>
                    <a:pt x="12032" y="22338"/>
                  </a:cubicBezTo>
                  <a:cubicBezTo>
                    <a:pt x="12723" y="22338"/>
                    <a:pt x="13403" y="22253"/>
                    <a:pt x="14062" y="22075"/>
                  </a:cubicBezTo>
                  <a:cubicBezTo>
                    <a:pt x="14609" y="21920"/>
                    <a:pt x="15086" y="21658"/>
                    <a:pt x="15597" y="21443"/>
                  </a:cubicBezTo>
                  <a:cubicBezTo>
                    <a:pt x="15574" y="21420"/>
                    <a:pt x="15550" y="21396"/>
                    <a:pt x="15538" y="21384"/>
                  </a:cubicBezTo>
                  <a:cubicBezTo>
                    <a:pt x="14454" y="19908"/>
                    <a:pt x="13323" y="18479"/>
                    <a:pt x="12240" y="17014"/>
                  </a:cubicBezTo>
                  <a:cubicBezTo>
                    <a:pt x="11276" y="15705"/>
                    <a:pt x="10335" y="14335"/>
                    <a:pt x="10002" y="12716"/>
                  </a:cubicBezTo>
                  <a:cubicBezTo>
                    <a:pt x="9656" y="11026"/>
                    <a:pt x="9799" y="9228"/>
                    <a:pt x="9811" y="7513"/>
                  </a:cubicBezTo>
                  <a:cubicBezTo>
                    <a:pt x="9823" y="5596"/>
                    <a:pt x="9811" y="3656"/>
                    <a:pt x="9894" y="1727"/>
                  </a:cubicBezTo>
                  <a:lnTo>
                    <a:pt x="9894" y="1727"/>
                  </a:lnTo>
                  <a:lnTo>
                    <a:pt x="9632" y="1739"/>
                  </a:lnTo>
                  <a:cubicBezTo>
                    <a:pt x="9629" y="1739"/>
                    <a:pt x="9626" y="1739"/>
                    <a:pt x="9622" y="1739"/>
                  </a:cubicBezTo>
                  <a:cubicBezTo>
                    <a:pt x="9464" y="1739"/>
                    <a:pt x="9422" y="1464"/>
                    <a:pt x="9597" y="1429"/>
                  </a:cubicBezTo>
                  <a:cubicBezTo>
                    <a:pt x="9894" y="1382"/>
                    <a:pt x="10311" y="1358"/>
                    <a:pt x="10573" y="1203"/>
                  </a:cubicBezTo>
                  <a:cubicBezTo>
                    <a:pt x="11145" y="846"/>
                    <a:pt x="10918" y="358"/>
                    <a:pt x="10418" y="179"/>
                  </a:cubicBezTo>
                  <a:cubicBezTo>
                    <a:pt x="9930" y="0"/>
                    <a:pt x="9299" y="12"/>
                    <a:pt x="87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40"/>
            <p:cNvSpPr/>
            <p:nvPr/>
          </p:nvSpPr>
          <p:spPr>
            <a:xfrm>
              <a:off x="2941425" y="3338925"/>
              <a:ext cx="683150" cy="1112250"/>
            </a:xfrm>
            <a:custGeom>
              <a:avLst/>
              <a:gdLst/>
              <a:ahLst/>
              <a:cxnLst/>
              <a:rect l="l" t="t" r="r" b="b"/>
              <a:pathLst>
                <a:path w="27326" h="44490" extrusionOk="0">
                  <a:moveTo>
                    <a:pt x="14260" y="700"/>
                  </a:moveTo>
                  <a:cubicBezTo>
                    <a:pt x="14348" y="700"/>
                    <a:pt x="14437" y="701"/>
                    <a:pt x="14526" y="703"/>
                  </a:cubicBezTo>
                  <a:cubicBezTo>
                    <a:pt x="14588" y="703"/>
                    <a:pt x="14651" y="703"/>
                    <a:pt x="14715" y="703"/>
                  </a:cubicBezTo>
                  <a:cubicBezTo>
                    <a:pt x="15194" y="703"/>
                    <a:pt x="15727" y="712"/>
                    <a:pt x="16157" y="870"/>
                  </a:cubicBezTo>
                  <a:cubicBezTo>
                    <a:pt x="16657" y="1049"/>
                    <a:pt x="16884" y="1549"/>
                    <a:pt x="16312" y="1894"/>
                  </a:cubicBezTo>
                  <a:cubicBezTo>
                    <a:pt x="16050" y="2061"/>
                    <a:pt x="15633" y="2084"/>
                    <a:pt x="15336" y="2132"/>
                  </a:cubicBezTo>
                  <a:cubicBezTo>
                    <a:pt x="15161" y="2155"/>
                    <a:pt x="15203" y="2430"/>
                    <a:pt x="15361" y="2430"/>
                  </a:cubicBezTo>
                  <a:cubicBezTo>
                    <a:pt x="15365" y="2430"/>
                    <a:pt x="15368" y="2430"/>
                    <a:pt x="15372" y="2430"/>
                  </a:cubicBezTo>
                  <a:lnTo>
                    <a:pt x="15633" y="2418"/>
                  </a:lnTo>
                  <a:lnTo>
                    <a:pt x="15633" y="2418"/>
                  </a:lnTo>
                  <a:cubicBezTo>
                    <a:pt x="15550" y="4347"/>
                    <a:pt x="15562" y="6275"/>
                    <a:pt x="15550" y="8216"/>
                  </a:cubicBezTo>
                  <a:cubicBezTo>
                    <a:pt x="15550" y="9919"/>
                    <a:pt x="15407" y="11717"/>
                    <a:pt x="15741" y="13395"/>
                  </a:cubicBezTo>
                  <a:cubicBezTo>
                    <a:pt x="16074" y="15015"/>
                    <a:pt x="17015" y="16384"/>
                    <a:pt x="17979" y="17693"/>
                  </a:cubicBezTo>
                  <a:cubicBezTo>
                    <a:pt x="19062" y="19158"/>
                    <a:pt x="20194" y="20587"/>
                    <a:pt x="21277" y="22063"/>
                  </a:cubicBezTo>
                  <a:cubicBezTo>
                    <a:pt x="21301" y="22087"/>
                    <a:pt x="21313" y="22111"/>
                    <a:pt x="21337" y="22123"/>
                  </a:cubicBezTo>
                  <a:cubicBezTo>
                    <a:pt x="20825" y="22349"/>
                    <a:pt x="20348" y="22611"/>
                    <a:pt x="19813" y="22754"/>
                  </a:cubicBezTo>
                  <a:cubicBezTo>
                    <a:pt x="19143" y="22932"/>
                    <a:pt x="18462" y="23017"/>
                    <a:pt x="17771" y="23017"/>
                  </a:cubicBezTo>
                  <a:cubicBezTo>
                    <a:pt x="17726" y="23017"/>
                    <a:pt x="17680" y="23016"/>
                    <a:pt x="17634" y="23016"/>
                  </a:cubicBezTo>
                  <a:cubicBezTo>
                    <a:pt x="15991" y="23004"/>
                    <a:pt x="14371" y="22551"/>
                    <a:pt x="12764" y="22206"/>
                  </a:cubicBezTo>
                  <a:cubicBezTo>
                    <a:pt x="11617" y="21958"/>
                    <a:pt x="10406" y="21753"/>
                    <a:pt x="9216" y="21753"/>
                  </a:cubicBezTo>
                  <a:cubicBezTo>
                    <a:pt x="8009" y="21753"/>
                    <a:pt x="6825" y="21964"/>
                    <a:pt x="5751" y="22551"/>
                  </a:cubicBezTo>
                  <a:cubicBezTo>
                    <a:pt x="6799" y="21122"/>
                    <a:pt x="7978" y="19801"/>
                    <a:pt x="9276" y="18598"/>
                  </a:cubicBezTo>
                  <a:cubicBezTo>
                    <a:pt x="10538" y="17420"/>
                    <a:pt x="11907" y="16289"/>
                    <a:pt x="12585" y="14669"/>
                  </a:cubicBezTo>
                  <a:cubicBezTo>
                    <a:pt x="13324" y="12919"/>
                    <a:pt x="13038" y="10859"/>
                    <a:pt x="13002" y="9002"/>
                  </a:cubicBezTo>
                  <a:cubicBezTo>
                    <a:pt x="12990" y="6823"/>
                    <a:pt x="12931" y="4656"/>
                    <a:pt x="12895" y="2477"/>
                  </a:cubicBezTo>
                  <a:cubicBezTo>
                    <a:pt x="13014" y="2454"/>
                    <a:pt x="13145" y="2430"/>
                    <a:pt x="13264" y="2394"/>
                  </a:cubicBezTo>
                  <a:cubicBezTo>
                    <a:pt x="13288" y="2382"/>
                    <a:pt x="13276" y="2370"/>
                    <a:pt x="13264" y="2370"/>
                  </a:cubicBezTo>
                  <a:cubicBezTo>
                    <a:pt x="13121" y="2370"/>
                    <a:pt x="12978" y="2358"/>
                    <a:pt x="12836" y="2346"/>
                  </a:cubicBezTo>
                  <a:cubicBezTo>
                    <a:pt x="12830" y="2340"/>
                    <a:pt x="12824" y="2337"/>
                    <a:pt x="12816" y="2337"/>
                  </a:cubicBezTo>
                  <a:cubicBezTo>
                    <a:pt x="12809" y="2337"/>
                    <a:pt x="12800" y="2340"/>
                    <a:pt x="12788" y="2346"/>
                  </a:cubicBezTo>
                  <a:cubicBezTo>
                    <a:pt x="12419" y="2263"/>
                    <a:pt x="12109" y="2084"/>
                    <a:pt x="12026" y="1632"/>
                  </a:cubicBezTo>
                  <a:cubicBezTo>
                    <a:pt x="11919" y="1120"/>
                    <a:pt x="12502" y="834"/>
                    <a:pt x="12883" y="787"/>
                  </a:cubicBezTo>
                  <a:cubicBezTo>
                    <a:pt x="13342" y="727"/>
                    <a:pt x="13801" y="700"/>
                    <a:pt x="14260" y="700"/>
                  </a:cubicBezTo>
                  <a:close/>
                  <a:moveTo>
                    <a:pt x="8778" y="22047"/>
                  </a:moveTo>
                  <a:cubicBezTo>
                    <a:pt x="10630" y="22047"/>
                    <a:pt x="12547" y="22630"/>
                    <a:pt x="14312" y="23075"/>
                  </a:cubicBezTo>
                  <a:cubicBezTo>
                    <a:pt x="15472" y="23370"/>
                    <a:pt x="16666" y="23596"/>
                    <a:pt x="17873" y="23596"/>
                  </a:cubicBezTo>
                  <a:cubicBezTo>
                    <a:pt x="18079" y="23596"/>
                    <a:pt x="18285" y="23589"/>
                    <a:pt x="18491" y="23575"/>
                  </a:cubicBezTo>
                  <a:cubicBezTo>
                    <a:pt x="19253" y="23528"/>
                    <a:pt x="20170" y="23385"/>
                    <a:pt x="20932" y="23016"/>
                  </a:cubicBezTo>
                  <a:lnTo>
                    <a:pt x="20932" y="23016"/>
                  </a:lnTo>
                  <a:cubicBezTo>
                    <a:pt x="19034" y="24793"/>
                    <a:pt x="16477" y="25412"/>
                    <a:pt x="13902" y="25412"/>
                  </a:cubicBezTo>
                  <a:cubicBezTo>
                    <a:pt x="13665" y="25412"/>
                    <a:pt x="13429" y="25407"/>
                    <a:pt x="13193" y="25397"/>
                  </a:cubicBezTo>
                  <a:cubicBezTo>
                    <a:pt x="10430" y="25290"/>
                    <a:pt x="7704" y="24635"/>
                    <a:pt x="5477" y="22932"/>
                  </a:cubicBezTo>
                  <a:cubicBezTo>
                    <a:pt x="5501" y="22896"/>
                    <a:pt x="5513" y="22885"/>
                    <a:pt x="5537" y="22849"/>
                  </a:cubicBezTo>
                  <a:cubicBezTo>
                    <a:pt x="6561" y="22261"/>
                    <a:pt x="7657" y="22047"/>
                    <a:pt x="8778" y="22047"/>
                  </a:cubicBezTo>
                  <a:close/>
                  <a:moveTo>
                    <a:pt x="21896" y="22908"/>
                  </a:moveTo>
                  <a:cubicBezTo>
                    <a:pt x="23742" y="25540"/>
                    <a:pt x="25373" y="28385"/>
                    <a:pt x="25980" y="31576"/>
                  </a:cubicBezTo>
                  <a:cubicBezTo>
                    <a:pt x="26563" y="34660"/>
                    <a:pt x="26040" y="38101"/>
                    <a:pt x="23956" y="40542"/>
                  </a:cubicBezTo>
                  <a:cubicBezTo>
                    <a:pt x="21888" y="42964"/>
                    <a:pt x="18719" y="43733"/>
                    <a:pt x="15657" y="43733"/>
                  </a:cubicBezTo>
                  <a:cubicBezTo>
                    <a:pt x="15633" y="43733"/>
                    <a:pt x="15609" y="43732"/>
                    <a:pt x="15586" y="43732"/>
                  </a:cubicBezTo>
                  <a:cubicBezTo>
                    <a:pt x="12324" y="43720"/>
                    <a:pt x="8621" y="43244"/>
                    <a:pt x="6061" y="41053"/>
                  </a:cubicBezTo>
                  <a:cubicBezTo>
                    <a:pt x="3584" y="38958"/>
                    <a:pt x="2287" y="35767"/>
                    <a:pt x="2239" y="32564"/>
                  </a:cubicBezTo>
                  <a:cubicBezTo>
                    <a:pt x="2191" y="29159"/>
                    <a:pt x="3489" y="25861"/>
                    <a:pt x="5382" y="23075"/>
                  </a:cubicBezTo>
                  <a:cubicBezTo>
                    <a:pt x="7347" y="25159"/>
                    <a:pt x="10430" y="25802"/>
                    <a:pt x="13193" y="25897"/>
                  </a:cubicBezTo>
                  <a:cubicBezTo>
                    <a:pt x="13390" y="25904"/>
                    <a:pt x="13588" y="25908"/>
                    <a:pt x="13786" y="25908"/>
                  </a:cubicBezTo>
                  <a:cubicBezTo>
                    <a:pt x="16734" y="25908"/>
                    <a:pt x="19753" y="25063"/>
                    <a:pt x="21884" y="22932"/>
                  </a:cubicBezTo>
                  <a:cubicBezTo>
                    <a:pt x="21896" y="22920"/>
                    <a:pt x="21896" y="22908"/>
                    <a:pt x="21896" y="22908"/>
                  </a:cubicBezTo>
                  <a:close/>
                  <a:moveTo>
                    <a:pt x="14587" y="82"/>
                  </a:moveTo>
                  <a:cubicBezTo>
                    <a:pt x="14423" y="82"/>
                    <a:pt x="14270" y="84"/>
                    <a:pt x="14133" y="84"/>
                  </a:cubicBezTo>
                  <a:cubicBezTo>
                    <a:pt x="13169" y="96"/>
                    <a:pt x="11645" y="1"/>
                    <a:pt x="11466" y="1239"/>
                  </a:cubicBezTo>
                  <a:cubicBezTo>
                    <a:pt x="11347" y="2160"/>
                    <a:pt x="11859" y="2499"/>
                    <a:pt x="12517" y="2499"/>
                  </a:cubicBezTo>
                  <a:cubicBezTo>
                    <a:pt x="12582" y="2499"/>
                    <a:pt x="12649" y="2496"/>
                    <a:pt x="12716" y="2489"/>
                  </a:cubicBezTo>
                  <a:lnTo>
                    <a:pt x="12716" y="2489"/>
                  </a:lnTo>
                  <a:cubicBezTo>
                    <a:pt x="12657" y="4561"/>
                    <a:pt x="12585" y="6633"/>
                    <a:pt x="12550" y="8704"/>
                  </a:cubicBezTo>
                  <a:cubicBezTo>
                    <a:pt x="12502" y="10633"/>
                    <a:pt x="12693" y="12860"/>
                    <a:pt x="11812" y="14634"/>
                  </a:cubicBezTo>
                  <a:cubicBezTo>
                    <a:pt x="11061" y="16169"/>
                    <a:pt x="9597" y="17253"/>
                    <a:pt x="8406" y="18444"/>
                  </a:cubicBezTo>
                  <a:cubicBezTo>
                    <a:pt x="7204" y="19622"/>
                    <a:pt x="6120" y="20908"/>
                    <a:pt x="5144" y="22277"/>
                  </a:cubicBezTo>
                  <a:cubicBezTo>
                    <a:pt x="1417" y="27588"/>
                    <a:pt x="1" y="35327"/>
                    <a:pt x="4644" y="40589"/>
                  </a:cubicBezTo>
                  <a:cubicBezTo>
                    <a:pt x="6870" y="43101"/>
                    <a:pt x="9978" y="43971"/>
                    <a:pt x="13217" y="44340"/>
                  </a:cubicBezTo>
                  <a:cubicBezTo>
                    <a:pt x="14062" y="44432"/>
                    <a:pt x="14929" y="44489"/>
                    <a:pt x="15798" y="44489"/>
                  </a:cubicBezTo>
                  <a:cubicBezTo>
                    <a:pt x="18050" y="44489"/>
                    <a:pt x="20318" y="44108"/>
                    <a:pt x="22277" y="42982"/>
                  </a:cubicBezTo>
                  <a:cubicBezTo>
                    <a:pt x="24897" y="41470"/>
                    <a:pt x="26444" y="38672"/>
                    <a:pt x="26861" y="35719"/>
                  </a:cubicBezTo>
                  <a:cubicBezTo>
                    <a:pt x="27325" y="32386"/>
                    <a:pt x="26313" y="29028"/>
                    <a:pt x="24777" y="26087"/>
                  </a:cubicBezTo>
                  <a:cubicBezTo>
                    <a:pt x="23777" y="24206"/>
                    <a:pt x="22575" y="22480"/>
                    <a:pt x="21277" y="20777"/>
                  </a:cubicBezTo>
                  <a:cubicBezTo>
                    <a:pt x="19991" y="19075"/>
                    <a:pt x="18551" y="17443"/>
                    <a:pt x="17408" y="15646"/>
                  </a:cubicBezTo>
                  <a:cubicBezTo>
                    <a:pt x="16145" y="13645"/>
                    <a:pt x="16098" y="11550"/>
                    <a:pt x="16074" y="9240"/>
                  </a:cubicBezTo>
                  <a:cubicBezTo>
                    <a:pt x="16050" y="6942"/>
                    <a:pt x="16098" y="4644"/>
                    <a:pt x="16074" y="2358"/>
                  </a:cubicBezTo>
                  <a:cubicBezTo>
                    <a:pt x="16776" y="2239"/>
                    <a:pt x="17503" y="1953"/>
                    <a:pt x="17193" y="1096"/>
                  </a:cubicBezTo>
                  <a:cubicBezTo>
                    <a:pt x="16848" y="151"/>
                    <a:pt x="15540" y="82"/>
                    <a:pt x="14587" y="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40"/>
            <p:cNvSpPr/>
            <p:nvPr/>
          </p:nvSpPr>
          <p:spPr>
            <a:xfrm>
              <a:off x="2839025" y="2818725"/>
              <a:ext cx="269400" cy="261500"/>
            </a:xfrm>
            <a:custGeom>
              <a:avLst/>
              <a:gdLst/>
              <a:ahLst/>
              <a:cxnLst/>
              <a:rect l="l" t="t" r="r" b="b"/>
              <a:pathLst>
                <a:path w="10776" h="10460" extrusionOk="0">
                  <a:moveTo>
                    <a:pt x="4844" y="0"/>
                  </a:moveTo>
                  <a:cubicBezTo>
                    <a:pt x="4409" y="0"/>
                    <a:pt x="4000" y="51"/>
                    <a:pt x="3704" y="199"/>
                  </a:cubicBezTo>
                  <a:cubicBezTo>
                    <a:pt x="1977" y="354"/>
                    <a:pt x="596" y="1902"/>
                    <a:pt x="251" y="3545"/>
                  </a:cubicBezTo>
                  <a:cubicBezTo>
                    <a:pt x="25" y="4664"/>
                    <a:pt x="1" y="5747"/>
                    <a:pt x="489" y="6819"/>
                  </a:cubicBezTo>
                  <a:cubicBezTo>
                    <a:pt x="965" y="7938"/>
                    <a:pt x="1739" y="8903"/>
                    <a:pt x="2727" y="9617"/>
                  </a:cubicBezTo>
                  <a:cubicBezTo>
                    <a:pt x="3516" y="10190"/>
                    <a:pt x="4452" y="10459"/>
                    <a:pt x="5391" y="10459"/>
                  </a:cubicBezTo>
                  <a:cubicBezTo>
                    <a:pt x="6891" y="10459"/>
                    <a:pt x="8396" y="9771"/>
                    <a:pt x="9312" y="8534"/>
                  </a:cubicBezTo>
                  <a:cubicBezTo>
                    <a:pt x="10574" y="6831"/>
                    <a:pt x="10776" y="4140"/>
                    <a:pt x="9931" y="2223"/>
                  </a:cubicBezTo>
                  <a:cubicBezTo>
                    <a:pt x="9502" y="1306"/>
                    <a:pt x="8704" y="616"/>
                    <a:pt x="7740" y="318"/>
                  </a:cubicBezTo>
                  <a:cubicBezTo>
                    <a:pt x="7156" y="163"/>
                    <a:pt x="6549" y="163"/>
                    <a:pt x="5954" y="80"/>
                  </a:cubicBezTo>
                  <a:cubicBezTo>
                    <a:pt x="5599" y="36"/>
                    <a:pt x="5212" y="0"/>
                    <a:pt x="48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40"/>
            <p:cNvSpPr/>
            <p:nvPr/>
          </p:nvSpPr>
          <p:spPr>
            <a:xfrm>
              <a:off x="2826525" y="2814600"/>
              <a:ext cx="287575" cy="274475"/>
            </a:xfrm>
            <a:custGeom>
              <a:avLst/>
              <a:gdLst/>
              <a:ahLst/>
              <a:cxnLst/>
              <a:rect l="l" t="t" r="r" b="b"/>
              <a:pathLst>
                <a:path w="11503" h="10979" extrusionOk="0">
                  <a:moveTo>
                    <a:pt x="6384" y="434"/>
                  </a:moveTo>
                  <a:cubicBezTo>
                    <a:pt x="6534" y="434"/>
                    <a:pt x="6684" y="442"/>
                    <a:pt x="6835" y="459"/>
                  </a:cubicBezTo>
                  <a:cubicBezTo>
                    <a:pt x="8121" y="614"/>
                    <a:pt x="9490" y="1162"/>
                    <a:pt x="10228" y="2341"/>
                  </a:cubicBezTo>
                  <a:cubicBezTo>
                    <a:pt x="10919" y="3472"/>
                    <a:pt x="11014" y="4972"/>
                    <a:pt x="10740" y="6246"/>
                  </a:cubicBezTo>
                  <a:cubicBezTo>
                    <a:pt x="10466" y="7544"/>
                    <a:pt x="9835" y="8782"/>
                    <a:pt x="8764" y="9544"/>
                  </a:cubicBezTo>
                  <a:cubicBezTo>
                    <a:pt x="7902" y="10148"/>
                    <a:pt x="6876" y="10464"/>
                    <a:pt x="5828" y="10464"/>
                  </a:cubicBezTo>
                  <a:cubicBezTo>
                    <a:pt x="5617" y="10464"/>
                    <a:pt x="5404" y="10451"/>
                    <a:pt x="5192" y="10425"/>
                  </a:cubicBezTo>
                  <a:cubicBezTo>
                    <a:pt x="2823" y="10115"/>
                    <a:pt x="882" y="8020"/>
                    <a:pt x="715" y="5531"/>
                  </a:cubicBezTo>
                  <a:cubicBezTo>
                    <a:pt x="620" y="4150"/>
                    <a:pt x="1072" y="2769"/>
                    <a:pt x="2037" y="1805"/>
                  </a:cubicBezTo>
                  <a:cubicBezTo>
                    <a:pt x="2239" y="1602"/>
                    <a:pt x="2453" y="1436"/>
                    <a:pt x="2680" y="1281"/>
                  </a:cubicBezTo>
                  <a:cubicBezTo>
                    <a:pt x="3287" y="864"/>
                    <a:pt x="4025" y="686"/>
                    <a:pt x="4751" y="590"/>
                  </a:cubicBezTo>
                  <a:cubicBezTo>
                    <a:pt x="5294" y="534"/>
                    <a:pt x="5836" y="434"/>
                    <a:pt x="6384" y="434"/>
                  </a:cubicBezTo>
                  <a:close/>
                  <a:moveTo>
                    <a:pt x="5965" y="1"/>
                  </a:moveTo>
                  <a:cubicBezTo>
                    <a:pt x="4103" y="1"/>
                    <a:pt x="2166" y="728"/>
                    <a:pt x="1275" y="2376"/>
                  </a:cubicBezTo>
                  <a:cubicBezTo>
                    <a:pt x="846" y="2984"/>
                    <a:pt x="548" y="3698"/>
                    <a:pt x="429" y="4436"/>
                  </a:cubicBezTo>
                  <a:cubicBezTo>
                    <a:pt x="1" y="7139"/>
                    <a:pt x="1596" y="9794"/>
                    <a:pt x="4073" y="10675"/>
                  </a:cubicBezTo>
                  <a:cubicBezTo>
                    <a:pt x="4651" y="10878"/>
                    <a:pt x="5254" y="10979"/>
                    <a:pt x="5857" y="10979"/>
                  </a:cubicBezTo>
                  <a:cubicBezTo>
                    <a:pt x="6631" y="10979"/>
                    <a:pt x="7404" y="10813"/>
                    <a:pt x="8121" y="10484"/>
                  </a:cubicBezTo>
                  <a:cubicBezTo>
                    <a:pt x="9419" y="9889"/>
                    <a:pt x="10323" y="8782"/>
                    <a:pt x="10847" y="7425"/>
                  </a:cubicBezTo>
                  <a:cubicBezTo>
                    <a:pt x="11371" y="6055"/>
                    <a:pt x="11502" y="4484"/>
                    <a:pt x="11038" y="3091"/>
                  </a:cubicBezTo>
                  <a:cubicBezTo>
                    <a:pt x="10847" y="2412"/>
                    <a:pt x="10466" y="1805"/>
                    <a:pt x="9942" y="1340"/>
                  </a:cubicBezTo>
                  <a:cubicBezTo>
                    <a:pt x="9407" y="912"/>
                    <a:pt x="8811" y="578"/>
                    <a:pt x="8168" y="364"/>
                  </a:cubicBezTo>
                  <a:cubicBezTo>
                    <a:pt x="7500" y="126"/>
                    <a:pt x="6739" y="1"/>
                    <a:pt x="59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40"/>
            <p:cNvSpPr/>
            <p:nvPr/>
          </p:nvSpPr>
          <p:spPr>
            <a:xfrm>
              <a:off x="2856300" y="2842400"/>
              <a:ext cx="228325" cy="218725"/>
            </a:xfrm>
            <a:custGeom>
              <a:avLst/>
              <a:gdLst/>
              <a:ahLst/>
              <a:cxnLst/>
              <a:rect l="l" t="t" r="r" b="b"/>
              <a:pathLst>
                <a:path w="9133" h="8749" extrusionOk="0">
                  <a:moveTo>
                    <a:pt x="5058" y="361"/>
                  </a:moveTo>
                  <a:cubicBezTo>
                    <a:pt x="5178" y="361"/>
                    <a:pt x="5298" y="368"/>
                    <a:pt x="5418" y="383"/>
                  </a:cubicBezTo>
                  <a:cubicBezTo>
                    <a:pt x="6465" y="502"/>
                    <a:pt x="7537" y="943"/>
                    <a:pt x="8132" y="1883"/>
                  </a:cubicBezTo>
                  <a:cubicBezTo>
                    <a:pt x="8704" y="2776"/>
                    <a:pt x="8775" y="3967"/>
                    <a:pt x="8549" y="4991"/>
                  </a:cubicBezTo>
                  <a:cubicBezTo>
                    <a:pt x="8335" y="6015"/>
                    <a:pt x="7823" y="7003"/>
                    <a:pt x="6977" y="7610"/>
                  </a:cubicBezTo>
                  <a:cubicBezTo>
                    <a:pt x="6299" y="8092"/>
                    <a:pt x="5482" y="8347"/>
                    <a:pt x="4654" y="8347"/>
                  </a:cubicBezTo>
                  <a:cubicBezTo>
                    <a:pt x="4480" y="8347"/>
                    <a:pt x="4306" y="8336"/>
                    <a:pt x="4132" y="8313"/>
                  </a:cubicBezTo>
                  <a:cubicBezTo>
                    <a:pt x="2251" y="8075"/>
                    <a:pt x="691" y="6408"/>
                    <a:pt x="560" y="4419"/>
                  </a:cubicBezTo>
                  <a:cubicBezTo>
                    <a:pt x="465" y="3324"/>
                    <a:pt x="858" y="2241"/>
                    <a:pt x="1620" y="1443"/>
                  </a:cubicBezTo>
                  <a:cubicBezTo>
                    <a:pt x="1774" y="1288"/>
                    <a:pt x="1941" y="1157"/>
                    <a:pt x="2132" y="1038"/>
                  </a:cubicBezTo>
                  <a:cubicBezTo>
                    <a:pt x="2620" y="717"/>
                    <a:pt x="3179" y="538"/>
                    <a:pt x="3763" y="490"/>
                  </a:cubicBezTo>
                  <a:cubicBezTo>
                    <a:pt x="4200" y="444"/>
                    <a:pt x="4630" y="361"/>
                    <a:pt x="5058" y="361"/>
                  </a:cubicBezTo>
                  <a:close/>
                  <a:moveTo>
                    <a:pt x="4753" y="0"/>
                  </a:moveTo>
                  <a:cubicBezTo>
                    <a:pt x="3267" y="0"/>
                    <a:pt x="1720" y="581"/>
                    <a:pt x="1012" y="1895"/>
                  </a:cubicBezTo>
                  <a:cubicBezTo>
                    <a:pt x="667" y="2383"/>
                    <a:pt x="429" y="2943"/>
                    <a:pt x="346" y="3538"/>
                  </a:cubicBezTo>
                  <a:cubicBezTo>
                    <a:pt x="0" y="5682"/>
                    <a:pt x="1262" y="7801"/>
                    <a:pt x="3239" y="8503"/>
                  </a:cubicBezTo>
                  <a:cubicBezTo>
                    <a:pt x="3708" y="8667"/>
                    <a:pt x="4196" y="8748"/>
                    <a:pt x="4682" y="8748"/>
                  </a:cubicBezTo>
                  <a:cubicBezTo>
                    <a:pt x="5293" y="8748"/>
                    <a:pt x="5902" y="8619"/>
                    <a:pt x="6465" y="8360"/>
                  </a:cubicBezTo>
                  <a:cubicBezTo>
                    <a:pt x="7501" y="7872"/>
                    <a:pt x="8228" y="7003"/>
                    <a:pt x="8644" y="5908"/>
                  </a:cubicBezTo>
                  <a:cubicBezTo>
                    <a:pt x="9085" y="4812"/>
                    <a:pt x="9132" y="3598"/>
                    <a:pt x="8799" y="2467"/>
                  </a:cubicBezTo>
                  <a:cubicBezTo>
                    <a:pt x="8644" y="1919"/>
                    <a:pt x="8335" y="1443"/>
                    <a:pt x="7918" y="1062"/>
                  </a:cubicBezTo>
                  <a:cubicBezTo>
                    <a:pt x="7501" y="729"/>
                    <a:pt x="7013" y="467"/>
                    <a:pt x="6501" y="288"/>
                  </a:cubicBezTo>
                  <a:cubicBezTo>
                    <a:pt x="5972" y="100"/>
                    <a:pt x="5368" y="0"/>
                    <a:pt x="47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40"/>
            <p:cNvSpPr/>
            <p:nvPr/>
          </p:nvSpPr>
          <p:spPr>
            <a:xfrm>
              <a:off x="2895875" y="2975725"/>
              <a:ext cx="22825" cy="16300"/>
            </a:xfrm>
            <a:custGeom>
              <a:avLst/>
              <a:gdLst/>
              <a:ahLst/>
              <a:cxnLst/>
              <a:rect l="l" t="t" r="r" b="b"/>
              <a:pathLst>
                <a:path w="913" h="652" extrusionOk="0">
                  <a:moveTo>
                    <a:pt x="763" y="1"/>
                  </a:moveTo>
                  <a:cubicBezTo>
                    <a:pt x="755" y="1"/>
                    <a:pt x="747" y="1"/>
                    <a:pt x="739" y="3"/>
                  </a:cubicBezTo>
                  <a:cubicBezTo>
                    <a:pt x="668" y="27"/>
                    <a:pt x="608" y="51"/>
                    <a:pt x="537" y="87"/>
                  </a:cubicBezTo>
                  <a:cubicBezTo>
                    <a:pt x="477" y="134"/>
                    <a:pt x="418" y="170"/>
                    <a:pt x="358" y="218"/>
                  </a:cubicBezTo>
                  <a:lnTo>
                    <a:pt x="287" y="277"/>
                  </a:lnTo>
                  <a:lnTo>
                    <a:pt x="227" y="337"/>
                  </a:lnTo>
                  <a:cubicBezTo>
                    <a:pt x="168" y="372"/>
                    <a:pt x="120" y="408"/>
                    <a:pt x="60" y="444"/>
                  </a:cubicBezTo>
                  <a:cubicBezTo>
                    <a:pt x="13" y="479"/>
                    <a:pt x="1" y="551"/>
                    <a:pt x="25" y="599"/>
                  </a:cubicBezTo>
                  <a:cubicBezTo>
                    <a:pt x="49" y="630"/>
                    <a:pt x="83" y="651"/>
                    <a:pt x="121" y="651"/>
                  </a:cubicBezTo>
                  <a:cubicBezTo>
                    <a:pt x="140" y="651"/>
                    <a:pt x="160" y="646"/>
                    <a:pt x="180" y="634"/>
                  </a:cubicBezTo>
                  <a:lnTo>
                    <a:pt x="322" y="527"/>
                  </a:lnTo>
                  <a:cubicBezTo>
                    <a:pt x="382" y="479"/>
                    <a:pt x="441" y="456"/>
                    <a:pt x="501" y="420"/>
                  </a:cubicBezTo>
                  <a:lnTo>
                    <a:pt x="668" y="337"/>
                  </a:lnTo>
                  <a:cubicBezTo>
                    <a:pt x="703" y="313"/>
                    <a:pt x="739" y="289"/>
                    <a:pt x="763" y="265"/>
                  </a:cubicBezTo>
                  <a:cubicBezTo>
                    <a:pt x="799" y="241"/>
                    <a:pt x="822" y="229"/>
                    <a:pt x="846" y="206"/>
                  </a:cubicBezTo>
                  <a:cubicBezTo>
                    <a:pt x="912" y="129"/>
                    <a:pt x="856" y="1"/>
                    <a:pt x="7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40"/>
            <p:cNvSpPr/>
            <p:nvPr/>
          </p:nvSpPr>
          <p:spPr>
            <a:xfrm>
              <a:off x="2890000" y="2952400"/>
              <a:ext cx="26475" cy="14225"/>
            </a:xfrm>
            <a:custGeom>
              <a:avLst/>
              <a:gdLst/>
              <a:ahLst/>
              <a:cxnLst/>
              <a:rect l="l" t="t" r="r" b="b"/>
              <a:pathLst>
                <a:path w="1059" h="569" extrusionOk="0">
                  <a:moveTo>
                    <a:pt x="892" y="0"/>
                  </a:moveTo>
                  <a:cubicBezTo>
                    <a:pt x="873" y="0"/>
                    <a:pt x="852" y="6"/>
                    <a:pt x="831" y="19"/>
                  </a:cubicBezTo>
                  <a:cubicBezTo>
                    <a:pt x="700" y="103"/>
                    <a:pt x="569" y="186"/>
                    <a:pt x="438" y="269"/>
                  </a:cubicBezTo>
                  <a:cubicBezTo>
                    <a:pt x="379" y="317"/>
                    <a:pt x="319" y="353"/>
                    <a:pt x="260" y="389"/>
                  </a:cubicBezTo>
                  <a:cubicBezTo>
                    <a:pt x="188" y="436"/>
                    <a:pt x="105" y="472"/>
                    <a:pt x="34" y="496"/>
                  </a:cubicBezTo>
                  <a:cubicBezTo>
                    <a:pt x="1" y="517"/>
                    <a:pt x="8" y="569"/>
                    <a:pt x="36" y="569"/>
                  </a:cubicBezTo>
                  <a:cubicBezTo>
                    <a:pt x="39" y="569"/>
                    <a:pt x="42" y="568"/>
                    <a:pt x="45" y="567"/>
                  </a:cubicBezTo>
                  <a:cubicBezTo>
                    <a:pt x="200" y="496"/>
                    <a:pt x="343" y="460"/>
                    <a:pt x="498" y="400"/>
                  </a:cubicBezTo>
                  <a:cubicBezTo>
                    <a:pt x="653" y="353"/>
                    <a:pt x="796" y="293"/>
                    <a:pt x="938" y="210"/>
                  </a:cubicBezTo>
                  <a:cubicBezTo>
                    <a:pt x="1058" y="160"/>
                    <a:pt x="993" y="0"/>
                    <a:pt x="8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40"/>
            <p:cNvSpPr/>
            <p:nvPr/>
          </p:nvSpPr>
          <p:spPr>
            <a:xfrm>
              <a:off x="2886350" y="2927875"/>
              <a:ext cx="31575" cy="14075"/>
            </a:xfrm>
            <a:custGeom>
              <a:avLst/>
              <a:gdLst/>
              <a:ahLst/>
              <a:cxnLst/>
              <a:rect l="l" t="t" r="r" b="b"/>
              <a:pathLst>
                <a:path w="1263" h="563" extrusionOk="0">
                  <a:moveTo>
                    <a:pt x="1096" y="0"/>
                  </a:moveTo>
                  <a:cubicBezTo>
                    <a:pt x="1001" y="12"/>
                    <a:pt x="906" y="24"/>
                    <a:pt x="822" y="48"/>
                  </a:cubicBezTo>
                  <a:cubicBezTo>
                    <a:pt x="739" y="72"/>
                    <a:pt x="656" y="96"/>
                    <a:pt x="584" y="131"/>
                  </a:cubicBezTo>
                  <a:lnTo>
                    <a:pt x="108" y="322"/>
                  </a:lnTo>
                  <a:cubicBezTo>
                    <a:pt x="49" y="346"/>
                    <a:pt x="1" y="405"/>
                    <a:pt x="13" y="477"/>
                  </a:cubicBezTo>
                  <a:cubicBezTo>
                    <a:pt x="34" y="528"/>
                    <a:pt x="90" y="562"/>
                    <a:pt x="144" y="562"/>
                  </a:cubicBezTo>
                  <a:cubicBezTo>
                    <a:pt x="152" y="562"/>
                    <a:pt x="160" y="561"/>
                    <a:pt x="168" y="560"/>
                  </a:cubicBezTo>
                  <a:lnTo>
                    <a:pt x="668" y="465"/>
                  </a:lnTo>
                  <a:cubicBezTo>
                    <a:pt x="751" y="453"/>
                    <a:pt x="822" y="417"/>
                    <a:pt x="906" y="405"/>
                  </a:cubicBezTo>
                  <a:cubicBezTo>
                    <a:pt x="1001" y="369"/>
                    <a:pt x="1084" y="334"/>
                    <a:pt x="1168" y="286"/>
                  </a:cubicBezTo>
                  <a:cubicBezTo>
                    <a:pt x="1239" y="250"/>
                    <a:pt x="1263" y="179"/>
                    <a:pt x="1251" y="119"/>
                  </a:cubicBezTo>
                  <a:cubicBezTo>
                    <a:pt x="1227" y="48"/>
                    <a:pt x="1168" y="0"/>
                    <a:pt x="109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40"/>
            <p:cNvSpPr/>
            <p:nvPr/>
          </p:nvSpPr>
          <p:spPr>
            <a:xfrm>
              <a:off x="2895300" y="2905250"/>
              <a:ext cx="29775" cy="6875"/>
            </a:xfrm>
            <a:custGeom>
              <a:avLst/>
              <a:gdLst/>
              <a:ahLst/>
              <a:cxnLst/>
              <a:rect l="l" t="t" r="r" b="b"/>
              <a:pathLst>
                <a:path w="1191" h="275" extrusionOk="0">
                  <a:moveTo>
                    <a:pt x="1048" y="0"/>
                  </a:moveTo>
                  <a:cubicBezTo>
                    <a:pt x="893" y="0"/>
                    <a:pt x="738" y="12"/>
                    <a:pt x="595" y="24"/>
                  </a:cubicBezTo>
                  <a:cubicBezTo>
                    <a:pt x="441" y="48"/>
                    <a:pt x="286" y="48"/>
                    <a:pt x="131" y="48"/>
                  </a:cubicBezTo>
                  <a:cubicBezTo>
                    <a:pt x="0" y="48"/>
                    <a:pt x="0" y="239"/>
                    <a:pt x="131" y="239"/>
                  </a:cubicBezTo>
                  <a:cubicBezTo>
                    <a:pt x="286" y="250"/>
                    <a:pt x="441" y="262"/>
                    <a:pt x="595" y="262"/>
                  </a:cubicBezTo>
                  <a:cubicBezTo>
                    <a:pt x="679" y="262"/>
                    <a:pt x="762" y="274"/>
                    <a:pt x="834" y="274"/>
                  </a:cubicBezTo>
                  <a:cubicBezTo>
                    <a:pt x="917" y="274"/>
                    <a:pt x="1000" y="274"/>
                    <a:pt x="1084" y="250"/>
                  </a:cubicBezTo>
                  <a:cubicBezTo>
                    <a:pt x="1155" y="239"/>
                    <a:pt x="1191" y="179"/>
                    <a:pt x="1179" y="108"/>
                  </a:cubicBezTo>
                  <a:cubicBezTo>
                    <a:pt x="1167" y="48"/>
                    <a:pt x="1119" y="0"/>
                    <a:pt x="10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40"/>
            <p:cNvSpPr/>
            <p:nvPr/>
          </p:nvSpPr>
          <p:spPr>
            <a:xfrm>
              <a:off x="2911950" y="2882200"/>
              <a:ext cx="26525" cy="14200"/>
            </a:xfrm>
            <a:custGeom>
              <a:avLst/>
              <a:gdLst/>
              <a:ahLst/>
              <a:cxnLst/>
              <a:rect l="l" t="t" r="r" b="b"/>
              <a:pathLst>
                <a:path w="1061" h="568" extrusionOk="0">
                  <a:moveTo>
                    <a:pt x="181" y="1"/>
                  </a:moveTo>
                  <a:cubicBezTo>
                    <a:pt x="153" y="1"/>
                    <a:pt x="121" y="9"/>
                    <a:pt x="96" y="18"/>
                  </a:cubicBezTo>
                  <a:cubicBezTo>
                    <a:pt x="60" y="41"/>
                    <a:pt x="37" y="77"/>
                    <a:pt x="25" y="113"/>
                  </a:cubicBezTo>
                  <a:cubicBezTo>
                    <a:pt x="1" y="196"/>
                    <a:pt x="48" y="280"/>
                    <a:pt x="132" y="303"/>
                  </a:cubicBezTo>
                  <a:cubicBezTo>
                    <a:pt x="251" y="339"/>
                    <a:pt x="358" y="375"/>
                    <a:pt x="477" y="410"/>
                  </a:cubicBezTo>
                  <a:lnTo>
                    <a:pt x="560" y="446"/>
                  </a:lnTo>
                  <a:lnTo>
                    <a:pt x="608" y="470"/>
                  </a:lnTo>
                  <a:cubicBezTo>
                    <a:pt x="656" y="494"/>
                    <a:pt x="715" y="518"/>
                    <a:pt x="763" y="541"/>
                  </a:cubicBezTo>
                  <a:cubicBezTo>
                    <a:pt x="791" y="559"/>
                    <a:pt x="823" y="567"/>
                    <a:pt x="854" y="567"/>
                  </a:cubicBezTo>
                  <a:cubicBezTo>
                    <a:pt x="929" y="567"/>
                    <a:pt x="1003" y="521"/>
                    <a:pt x="1037" y="446"/>
                  </a:cubicBezTo>
                  <a:cubicBezTo>
                    <a:pt x="1049" y="410"/>
                    <a:pt x="1061" y="351"/>
                    <a:pt x="1037" y="303"/>
                  </a:cubicBezTo>
                  <a:cubicBezTo>
                    <a:pt x="1013" y="256"/>
                    <a:pt x="965" y="220"/>
                    <a:pt x="918" y="196"/>
                  </a:cubicBezTo>
                  <a:cubicBezTo>
                    <a:pt x="691" y="113"/>
                    <a:pt x="453" y="41"/>
                    <a:pt x="215" y="6"/>
                  </a:cubicBezTo>
                  <a:cubicBezTo>
                    <a:pt x="205" y="2"/>
                    <a:pt x="193" y="1"/>
                    <a:pt x="1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40"/>
            <p:cNvSpPr/>
            <p:nvPr/>
          </p:nvSpPr>
          <p:spPr>
            <a:xfrm>
              <a:off x="2941075" y="2865850"/>
              <a:ext cx="17950" cy="20775"/>
            </a:xfrm>
            <a:custGeom>
              <a:avLst/>
              <a:gdLst/>
              <a:ahLst/>
              <a:cxnLst/>
              <a:rect l="l" t="t" r="r" b="b"/>
              <a:pathLst>
                <a:path w="718" h="831" extrusionOk="0">
                  <a:moveTo>
                    <a:pt x="139" y="1"/>
                  </a:moveTo>
                  <a:cubicBezTo>
                    <a:pt x="71" y="1"/>
                    <a:pt x="1" y="77"/>
                    <a:pt x="50" y="160"/>
                  </a:cubicBezTo>
                  <a:cubicBezTo>
                    <a:pt x="98" y="267"/>
                    <a:pt x="146" y="362"/>
                    <a:pt x="193" y="457"/>
                  </a:cubicBezTo>
                  <a:cubicBezTo>
                    <a:pt x="217" y="505"/>
                    <a:pt x="241" y="553"/>
                    <a:pt x="277" y="600"/>
                  </a:cubicBezTo>
                  <a:cubicBezTo>
                    <a:pt x="300" y="660"/>
                    <a:pt x="336" y="695"/>
                    <a:pt x="372" y="743"/>
                  </a:cubicBezTo>
                  <a:cubicBezTo>
                    <a:pt x="396" y="779"/>
                    <a:pt x="431" y="814"/>
                    <a:pt x="467" y="826"/>
                  </a:cubicBezTo>
                  <a:cubicBezTo>
                    <a:pt x="479" y="829"/>
                    <a:pt x="492" y="831"/>
                    <a:pt x="505" y="831"/>
                  </a:cubicBezTo>
                  <a:cubicBezTo>
                    <a:pt x="544" y="831"/>
                    <a:pt x="586" y="817"/>
                    <a:pt x="622" y="791"/>
                  </a:cubicBezTo>
                  <a:cubicBezTo>
                    <a:pt x="705" y="731"/>
                    <a:pt x="717" y="612"/>
                    <a:pt x="646" y="541"/>
                  </a:cubicBezTo>
                  <a:cubicBezTo>
                    <a:pt x="598" y="493"/>
                    <a:pt x="562" y="457"/>
                    <a:pt x="527" y="422"/>
                  </a:cubicBezTo>
                  <a:cubicBezTo>
                    <a:pt x="491" y="374"/>
                    <a:pt x="443" y="338"/>
                    <a:pt x="407" y="302"/>
                  </a:cubicBezTo>
                  <a:cubicBezTo>
                    <a:pt x="372" y="255"/>
                    <a:pt x="348" y="219"/>
                    <a:pt x="312" y="183"/>
                  </a:cubicBezTo>
                  <a:lnTo>
                    <a:pt x="300" y="160"/>
                  </a:lnTo>
                  <a:lnTo>
                    <a:pt x="277" y="124"/>
                  </a:lnTo>
                  <a:cubicBezTo>
                    <a:pt x="253" y="100"/>
                    <a:pt x="241" y="76"/>
                    <a:pt x="217" y="52"/>
                  </a:cubicBezTo>
                  <a:cubicBezTo>
                    <a:pt x="199" y="16"/>
                    <a:pt x="169" y="1"/>
                    <a:pt x="13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40"/>
            <p:cNvSpPr/>
            <p:nvPr/>
          </p:nvSpPr>
          <p:spPr>
            <a:xfrm>
              <a:off x="2973575" y="2864100"/>
              <a:ext cx="6575" cy="20100"/>
            </a:xfrm>
            <a:custGeom>
              <a:avLst/>
              <a:gdLst/>
              <a:ahLst/>
              <a:cxnLst/>
              <a:rect l="l" t="t" r="r" b="b"/>
              <a:pathLst>
                <a:path w="263" h="804" extrusionOk="0">
                  <a:moveTo>
                    <a:pt x="125" y="0"/>
                  </a:moveTo>
                  <a:cubicBezTo>
                    <a:pt x="75" y="0"/>
                    <a:pt x="24" y="33"/>
                    <a:pt x="24" y="99"/>
                  </a:cubicBezTo>
                  <a:cubicBezTo>
                    <a:pt x="0" y="313"/>
                    <a:pt x="0" y="515"/>
                    <a:pt x="36" y="718"/>
                  </a:cubicBezTo>
                  <a:cubicBezTo>
                    <a:pt x="47" y="770"/>
                    <a:pt x="102" y="803"/>
                    <a:pt x="163" y="803"/>
                  </a:cubicBezTo>
                  <a:cubicBezTo>
                    <a:pt x="172" y="803"/>
                    <a:pt x="182" y="803"/>
                    <a:pt x="191" y="801"/>
                  </a:cubicBezTo>
                  <a:cubicBezTo>
                    <a:pt x="239" y="765"/>
                    <a:pt x="262" y="718"/>
                    <a:pt x="250" y="658"/>
                  </a:cubicBezTo>
                  <a:cubicBezTo>
                    <a:pt x="239" y="611"/>
                    <a:pt x="227" y="563"/>
                    <a:pt x="227" y="503"/>
                  </a:cubicBezTo>
                  <a:lnTo>
                    <a:pt x="227" y="492"/>
                  </a:lnTo>
                  <a:lnTo>
                    <a:pt x="227" y="456"/>
                  </a:lnTo>
                  <a:lnTo>
                    <a:pt x="227" y="384"/>
                  </a:lnTo>
                  <a:cubicBezTo>
                    <a:pt x="215" y="289"/>
                    <a:pt x="215" y="194"/>
                    <a:pt x="227" y="99"/>
                  </a:cubicBezTo>
                  <a:cubicBezTo>
                    <a:pt x="227" y="33"/>
                    <a:pt x="176" y="0"/>
                    <a:pt x="1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40"/>
            <p:cNvSpPr/>
            <p:nvPr/>
          </p:nvSpPr>
          <p:spPr>
            <a:xfrm>
              <a:off x="2992550" y="2866625"/>
              <a:ext cx="15625" cy="26575"/>
            </a:xfrm>
            <a:custGeom>
              <a:avLst/>
              <a:gdLst/>
              <a:ahLst/>
              <a:cxnLst/>
              <a:rect l="l" t="t" r="r" b="b"/>
              <a:pathLst>
                <a:path w="625" h="1063" extrusionOk="0">
                  <a:moveTo>
                    <a:pt x="513" y="0"/>
                  </a:moveTo>
                  <a:cubicBezTo>
                    <a:pt x="477" y="0"/>
                    <a:pt x="442" y="21"/>
                    <a:pt x="432" y="69"/>
                  </a:cubicBezTo>
                  <a:cubicBezTo>
                    <a:pt x="420" y="105"/>
                    <a:pt x="408" y="129"/>
                    <a:pt x="396" y="164"/>
                  </a:cubicBezTo>
                  <a:cubicBezTo>
                    <a:pt x="384" y="200"/>
                    <a:pt x="361" y="224"/>
                    <a:pt x="349" y="260"/>
                  </a:cubicBezTo>
                  <a:cubicBezTo>
                    <a:pt x="313" y="331"/>
                    <a:pt x="301" y="379"/>
                    <a:pt x="265" y="450"/>
                  </a:cubicBezTo>
                  <a:cubicBezTo>
                    <a:pt x="218" y="569"/>
                    <a:pt x="146" y="700"/>
                    <a:pt x="75" y="819"/>
                  </a:cubicBezTo>
                  <a:cubicBezTo>
                    <a:pt x="0" y="944"/>
                    <a:pt x="111" y="1062"/>
                    <a:pt x="221" y="1062"/>
                  </a:cubicBezTo>
                  <a:cubicBezTo>
                    <a:pt x="269" y="1062"/>
                    <a:pt x="316" y="1040"/>
                    <a:pt x="349" y="986"/>
                  </a:cubicBezTo>
                  <a:cubicBezTo>
                    <a:pt x="420" y="843"/>
                    <a:pt x="468" y="700"/>
                    <a:pt x="515" y="545"/>
                  </a:cubicBezTo>
                  <a:cubicBezTo>
                    <a:pt x="539" y="486"/>
                    <a:pt x="563" y="414"/>
                    <a:pt x="575" y="343"/>
                  </a:cubicBezTo>
                  <a:cubicBezTo>
                    <a:pt x="587" y="260"/>
                    <a:pt x="587" y="188"/>
                    <a:pt x="611" y="117"/>
                  </a:cubicBezTo>
                  <a:cubicBezTo>
                    <a:pt x="625" y="46"/>
                    <a:pt x="567" y="0"/>
                    <a:pt x="5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40"/>
            <p:cNvSpPr/>
            <p:nvPr/>
          </p:nvSpPr>
          <p:spPr>
            <a:xfrm>
              <a:off x="3011675" y="2879500"/>
              <a:ext cx="18700" cy="20675"/>
            </a:xfrm>
            <a:custGeom>
              <a:avLst/>
              <a:gdLst/>
              <a:ahLst/>
              <a:cxnLst/>
              <a:rect l="l" t="t" r="r" b="b"/>
              <a:pathLst>
                <a:path w="748" h="827" extrusionOk="0">
                  <a:moveTo>
                    <a:pt x="622" y="0"/>
                  </a:moveTo>
                  <a:cubicBezTo>
                    <a:pt x="600" y="0"/>
                    <a:pt x="578" y="9"/>
                    <a:pt x="560" y="30"/>
                  </a:cubicBezTo>
                  <a:lnTo>
                    <a:pt x="72" y="578"/>
                  </a:lnTo>
                  <a:cubicBezTo>
                    <a:pt x="0" y="638"/>
                    <a:pt x="12" y="745"/>
                    <a:pt x="84" y="792"/>
                  </a:cubicBezTo>
                  <a:cubicBezTo>
                    <a:pt x="112" y="816"/>
                    <a:pt x="143" y="826"/>
                    <a:pt x="174" y="826"/>
                  </a:cubicBezTo>
                  <a:cubicBezTo>
                    <a:pt x="222" y="826"/>
                    <a:pt x="269" y="800"/>
                    <a:pt x="298" y="757"/>
                  </a:cubicBezTo>
                  <a:lnTo>
                    <a:pt x="703" y="137"/>
                  </a:lnTo>
                  <a:cubicBezTo>
                    <a:pt x="747" y="75"/>
                    <a:pt x="686" y="0"/>
                    <a:pt x="6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40"/>
            <p:cNvSpPr/>
            <p:nvPr/>
          </p:nvSpPr>
          <p:spPr>
            <a:xfrm>
              <a:off x="3027850" y="2893650"/>
              <a:ext cx="22250" cy="17225"/>
            </a:xfrm>
            <a:custGeom>
              <a:avLst/>
              <a:gdLst/>
              <a:ahLst/>
              <a:cxnLst/>
              <a:rect l="l" t="t" r="r" b="b"/>
              <a:pathLst>
                <a:path w="890" h="689" extrusionOk="0">
                  <a:moveTo>
                    <a:pt x="776" y="0"/>
                  </a:moveTo>
                  <a:cubicBezTo>
                    <a:pt x="761" y="0"/>
                    <a:pt x="746" y="4"/>
                    <a:pt x="735" y="12"/>
                  </a:cubicBezTo>
                  <a:lnTo>
                    <a:pt x="437" y="226"/>
                  </a:lnTo>
                  <a:cubicBezTo>
                    <a:pt x="342" y="298"/>
                    <a:pt x="235" y="357"/>
                    <a:pt x="127" y="417"/>
                  </a:cubicBezTo>
                  <a:cubicBezTo>
                    <a:pt x="1" y="485"/>
                    <a:pt x="121" y="689"/>
                    <a:pt x="234" y="689"/>
                  </a:cubicBezTo>
                  <a:cubicBezTo>
                    <a:pt x="260" y="689"/>
                    <a:pt x="284" y="679"/>
                    <a:pt x="306" y="655"/>
                  </a:cubicBezTo>
                  <a:cubicBezTo>
                    <a:pt x="389" y="572"/>
                    <a:pt x="473" y="476"/>
                    <a:pt x="568" y="405"/>
                  </a:cubicBezTo>
                  <a:lnTo>
                    <a:pt x="854" y="167"/>
                  </a:lnTo>
                  <a:cubicBezTo>
                    <a:pt x="889" y="131"/>
                    <a:pt x="889" y="83"/>
                    <a:pt x="866" y="48"/>
                  </a:cubicBezTo>
                  <a:cubicBezTo>
                    <a:pt x="842" y="16"/>
                    <a:pt x="807" y="0"/>
                    <a:pt x="7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40"/>
            <p:cNvSpPr/>
            <p:nvPr/>
          </p:nvSpPr>
          <p:spPr>
            <a:xfrm>
              <a:off x="3028700" y="2919825"/>
              <a:ext cx="31725" cy="12350"/>
            </a:xfrm>
            <a:custGeom>
              <a:avLst/>
              <a:gdLst/>
              <a:ahLst/>
              <a:cxnLst/>
              <a:rect l="l" t="t" r="r" b="b"/>
              <a:pathLst>
                <a:path w="1269" h="494" extrusionOk="0">
                  <a:moveTo>
                    <a:pt x="1105" y="0"/>
                  </a:moveTo>
                  <a:cubicBezTo>
                    <a:pt x="1101" y="0"/>
                    <a:pt x="1097" y="1"/>
                    <a:pt x="1093" y="1"/>
                  </a:cubicBezTo>
                  <a:cubicBezTo>
                    <a:pt x="951" y="13"/>
                    <a:pt x="784" y="25"/>
                    <a:pt x="641" y="48"/>
                  </a:cubicBezTo>
                  <a:cubicBezTo>
                    <a:pt x="486" y="72"/>
                    <a:pt x="343" y="108"/>
                    <a:pt x="201" y="144"/>
                  </a:cubicBezTo>
                  <a:cubicBezTo>
                    <a:pt x="1" y="210"/>
                    <a:pt x="70" y="494"/>
                    <a:pt x="253" y="494"/>
                  </a:cubicBezTo>
                  <a:cubicBezTo>
                    <a:pt x="267" y="494"/>
                    <a:pt x="281" y="492"/>
                    <a:pt x="296" y="489"/>
                  </a:cubicBezTo>
                  <a:cubicBezTo>
                    <a:pt x="439" y="453"/>
                    <a:pt x="582" y="418"/>
                    <a:pt x="712" y="370"/>
                  </a:cubicBezTo>
                  <a:cubicBezTo>
                    <a:pt x="855" y="334"/>
                    <a:pt x="986" y="299"/>
                    <a:pt x="1129" y="263"/>
                  </a:cubicBezTo>
                  <a:cubicBezTo>
                    <a:pt x="1269" y="228"/>
                    <a:pt x="1249" y="0"/>
                    <a:pt x="11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40"/>
            <p:cNvSpPr/>
            <p:nvPr/>
          </p:nvSpPr>
          <p:spPr>
            <a:xfrm>
              <a:off x="3034000" y="2943350"/>
              <a:ext cx="21450" cy="8650"/>
            </a:xfrm>
            <a:custGeom>
              <a:avLst/>
              <a:gdLst/>
              <a:ahLst/>
              <a:cxnLst/>
              <a:rect l="l" t="t" r="r" b="b"/>
              <a:pathLst>
                <a:path w="858" h="346" extrusionOk="0">
                  <a:moveTo>
                    <a:pt x="143" y="0"/>
                  </a:moveTo>
                  <a:cubicBezTo>
                    <a:pt x="108" y="0"/>
                    <a:pt x="72" y="12"/>
                    <a:pt x="48" y="36"/>
                  </a:cubicBezTo>
                  <a:cubicBezTo>
                    <a:pt x="24" y="60"/>
                    <a:pt x="12" y="84"/>
                    <a:pt x="12" y="120"/>
                  </a:cubicBezTo>
                  <a:cubicBezTo>
                    <a:pt x="0" y="179"/>
                    <a:pt x="48" y="250"/>
                    <a:pt x="108" y="262"/>
                  </a:cubicBezTo>
                  <a:lnTo>
                    <a:pt x="262" y="298"/>
                  </a:lnTo>
                  <a:cubicBezTo>
                    <a:pt x="322" y="310"/>
                    <a:pt x="381" y="322"/>
                    <a:pt x="441" y="322"/>
                  </a:cubicBezTo>
                  <a:lnTo>
                    <a:pt x="596" y="334"/>
                  </a:lnTo>
                  <a:lnTo>
                    <a:pt x="667" y="346"/>
                  </a:lnTo>
                  <a:cubicBezTo>
                    <a:pt x="703" y="346"/>
                    <a:pt x="727" y="334"/>
                    <a:pt x="762" y="334"/>
                  </a:cubicBezTo>
                  <a:cubicBezTo>
                    <a:pt x="846" y="298"/>
                    <a:pt x="858" y="191"/>
                    <a:pt x="786" y="143"/>
                  </a:cubicBezTo>
                  <a:cubicBezTo>
                    <a:pt x="751" y="131"/>
                    <a:pt x="727" y="108"/>
                    <a:pt x="691" y="108"/>
                  </a:cubicBezTo>
                  <a:lnTo>
                    <a:pt x="631" y="84"/>
                  </a:lnTo>
                  <a:lnTo>
                    <a:pt x="477" y="48"/>
                  </a:lnTo>
                  <a:cubicBezTo>
                    <a:pt x="370" y="24"/>
                    <a:pt x="262" y="12"/>
                    <a:pt x="1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40"/>
            <p:cNvSpPr/>
            <p:nvPr/>
          </p:nvSpPr>
          <p:spPr>
            <a:xfrm>
              <a:off x="3024475" y="2965375"/>
              <a:ext cx="24425" cy="12875"/>
            </a:xfrm>
            <a:custGeom>
              <a:avLst/>
              <a:gdLst/>
              <a:ahLst/>
              <a:cxnLst/>
              <a:rect l="l" t="t" r="r" b="b"/>
              <a:pathLst>
                <a:path w="977" h="515" extrusionOk="0">
                  <a:moveTo>
                    <a:pt x="191" y="1"/>
                  </a:moveTo>
                  <a:cubicBezTo>
                    <a:pt x="108" y="1"/>
                    <a:pt x="48" y="48"/>
                    <a:pt x="24" y="131"/>
                  </a:cubicBezTo>
                  <a:cubicBezTo>
                    <a:pt x="0" y="203"/>
                    <a:pt x="36" y="286"/>
                    <a:pt x="108" y="322"/>
                  </a:cubicBezTo>
                  <a:cubicBezTo>
                    <a:pt x="131" y="346"/>
                    <a:pt x="155" y="358"/>
                    <a:pt x="179" y="370"/>
                  </a:cubicBezTo>
                  <a:cubicBezTo>
                    <a:pt x="215" y="393"/>
                    <a:pt x="250" y="405"/>
                    <a:pt x="298" y="405"/>
                  </a:cubicBezTo>
                  <a:lnTo>
                    <a:pt x="453" y="441"/>
                  </a:lnTo>
                  <a:lnTo>
                    <a:pt x="786" y="512"/>
                  </a:lnTo>
                  <a:cubicBezTo>
                    <a:pt x="794" y="514"/>
                    <a:pt x="802" y="515"/>
                    <a:pt x="810" y="515"/>
                  </a:cubicBezTo>
                  <a:cubicBezTo>
                    <a:pt x="863" y="515"/>
                    <a:pt x="920" y="481"/>
                    <a:pt x="941" y="429"/>
                  </a:cubicBezTo>
                  <a:cubicBezTo>
                    <a:pt x="977" y="370"/>
                    <a:pt x="953" y="286"/>
                    <a:pt x="881" y="251"/>
                  </a:cubicBezTo>
                  <a:lnTo>
                    <a:pt x="584" y="120"/>
                  </a:lnTo>
                  <a:lnTo>
                    <a:pt x="429" y="48"/>
                  </a:lnTo>
                  <a:lnTo>
                    <a:pt x="393" y="36"/>
                  </a:lnTo>
                  <a:lnTo>
                    <a:pt x="370" y="24"/>
                  </a:lnTo>
                  <a:cubicBezTo>
                    <a:pt x="346" y="12"/>
                    <a:pt x="310" y="1"/>
                    <a:pt x="2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40"/>
            <p:cNvSpPr/>
            <p:nvPr/>
          </p:nvSpPr>
          <p:spPr>
            <a:xfrm>
              <a:off x="3023875" y="2988500"/>
              <a:ext cx="17300" cy="9950"/>
            </a:xfrm>
            <a:custGeom>
              <a:avLst/>
              <a:gdLst/>
              <a:ahLst/>
              <a:cxnLst/>
              <a:rect l="l" t="t" r="r" b="b"/>
              <a:pathLst>
                <a:path w="692" h="398" extrusionOk="0">
                  <a:moveTo>
                    <a:pt x="143" y="1"/>
                  </a:moveTo>
                  <a:cubicBezTo>
                    <a:pt x="101" y="1"/>
                    <a:pt x="57" y="19"/>
                    <a:pt x="24" y="52"/>
                  </a:cubicBezTo>
                  <a:cubicBezTo>
                    <a:pt x="1" y="76"/>
                    <a:pt x="1" y="111"/>
                    <a:pt x="1" y="159"/>
                  </a:cubicBezTo>
                  <a:cubicBezTo>
                    <a:pt x="13" y="195"/>
                    <a:pt x="36" y="230"/>
                    <a:pt x="72" y="254"/>
                  </a:cubicBezTo>
                  <a:cubicBezTo>
                    <a:pt x="143" y="314"/>
                    <a:pt x="239" y="361"/>
                    <a:pt x="334" y="373"/>
                  </a:cubicBezTo>
                  <a:cubicBezTo>
                    <a:pt x="429" y="397"/>
                    <a:pt x="524" y="397"/>
                    <a:pt x="620" y="397"/>
                  </a:cubicBezTo>
                  <a:cubicBezTo>
                    <a:pt x="655" y="397"/>
                    <a:pt x="679" y="373"/>
                    <a:pt x="679" y="338"/>
                  </a:cubicBezTo>
                  <a:cubicBezTo>
                    <a:pt x="691" y="302"/>
                    <a:pt x="667" y="254"/>
                    <a:pt x="632" y="254"/>
                  </a:cubicBezTo>
                  <a:lnTo>
                    <a:pt x="572" y="230"/>
                  </a:lnTo>
                  <a:lnTo>
                    <a:pt x="536" y="219"/>
                  </a:lnTo>
                  <a:lnTo>
                    <a:pt x="524" y="219"/>
                  </a:lnTo>
                  <a:cubicBezTo>
                    <a:pt x="489" y="207"/>
                    <a:pt x="453" y="183"/>
                    <a:pt x="417" y="159"/>
                  </a:cubicBezTo>
                  <a:cubicBezTo>
                    <a:pt x="394" y="147"/>
                    <a:pt x="382" y="135"/>
                    <a:pt x="358" y="123"/>
                  </a:cubicBezTo>
                  <a:lnTo>
                    <a:pt x="322" y="88"/>
                  </a:lnTo>
                  <a:cubicBezTo>
                    <a:pt x="298" y="76"/>
                    <a:pt x="286" y="64"/>
                    <a:pt x="274" y="52"/>
                  </a:cubicBezTo>
                  <a:lnTo>
                    <a:pt x="263" y="52"/>
                  </a:lnTo>
                  <a:lnTo>
                    <a:pt x="239" y="40"/>
                  </a:lnTo>
                  <a:cubicBezTo>
                    <a:pt x="212" y="13"/>
                    <a:pt x="178" y="1"/>
                    <a:pt x="1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40"/>
            <p:cNvSpPr/>
            <p:nvPr/>
          </p:nvSpPr>
          <p:spPr>
            <a:xfrm>
              <a:off x="3002150" y="2996025"/>
              <a:ext cx="19075" cy="17050"/>
            </a:xfrm>
            <a:custGeom>
              <a:avLst/>
              <a:gdLst/>
              <a:ahLst/>
              <a:cxnLst/>
              <a:rect l="l" t="t" r="r" b="b"/>
              <a:pathLst>
                <a:path w="763" h="682" extrusionOk="0">
                  <a:moveTo>
                    <a:pt x="191" y="1"/>
                  </a:moveTo>
                  <a:cubicBezTo>
                    <a:pt x="143" y="1"/>
                    <a:pt x="96" y="25"/>
                    <a:pt x="60" y="60"/>
                  </a:cubicBezTo>
                  <a:cubicBezTo>
                    <a:pt x="12" y="96"/>
                    <a:pt x="0" y="144"/>
                    <a:pt x="0" y="191"/>
                  </a:cubicBezTo>
                  <a:cubicBezTo>
                    <a:pt x="0" y="251"/>
                    <a:pt x="24" y="299"/>
                    <a:pt x="60" y="334"/>
                  </a:cubicBezTo>
                  <a:lnTo>
                    <a:pt x="96" y="382"/>
                  </a:lnTo>
                  <a:cubicBezTo>
                    <a:pt x="131" y="406"/>
                    <a:pt x="155" y="429"/>
                    <a:pt x="191" y="453"/>
                  </a:cubicBezTo>
                  <a:lnTo>
                    <a:pt x="298" y="525"/>
                  </a:lnTo>
                  <a:cubicBezTo>
                    <a:pt x="370" y="572"/>
                    <a:pt x="453" y="620"/>
                    <a:pt x="524" y="656"/>
                  </a:cubicBezTo>
                  <a:cubicBezTo>
                    <a:pt x="551" y="673"/>
                    <a:pt x="578" y="681"/>
                    <a:pt x="605" y="681"/>
                  </a:cubicBezTo>
                  <a:cubicBezTo>
                    <a:pt x="652" y="681"/>
                    <a:pt x="697" y="658"/>
                    <a:pt x="727" y="620"/>
                  </a:cubicBezTo>
                  <a:cubicBezTo>
                    <a:pt x="751" y="596"/>
                    <a:pt x="762" y="560"/>
                    <a:pt x="762" y="525"/>
                  </a:cubicBezTo>
                  <a:cubicBezTo>
                    <a:pt x="762" y="477"/>
                    <a:pt x="751" y="441"/>
                    <a:pt x="715" y="418"/>
                  </a:cubicBezTo>
                  <a:cubicBezTo>
                    <a:pt x="655" y="358"/>
                    <a:pt x="584" y="299"/>
                    <a:pt x="524" y="239"/>
                  </a:cubicBezTo>
                  <a:lnTo>
                    <a:pt x="429" y="144"/>
                  </a:lnTo>
                  <a:cubicBezTo>
                    <a:pt x="417" y="132"/>
                    <a:pt x="405" y="120"/>
                    <a:pt x="381" y="96"/>
                  </a:cubicBezTo>
                  <a:cubicBezTo>
                    <a:pt x="370" y="84"/>
                    <a:pt x="346" y="72"/>
                    <a:pt x="334" y="60"/>
                  </a:cubicBezTo>
                  <a:cubicBezTo>
                    <a:pt x="298" y="25"/>
                    <a:pt x="250" y="1"/>
                    <a:pt x="1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40"/>
            <p:cNvSpPr/>
            <p:nvPr/>
          </p:nvSpPr>
          <p:spPr>
            <a:xfrm>
              <a:off x="2962850" y="2886100"/>
              <a:ext cx="42900" cy="87325"/>
            </a:xfrm>
            <a:custGeom>
              <a:avLst/>
              <a:gdLst/>
              <a:ahLst/>
              <a:cxnLst/>
              <a:rect l="l" t="t" r="r" b="b"/>
              <a:pathLst>
                <a:path w="1716" h="3493" extrusionOk="0">
                  <a:moveTo>
                    <a:pt x="1614" y="1"/>
                  </a:moveTo>
                  <a:cubicBezTo>
                    <a:pt x="1595" y="1"/>
                    <a:pt x="1577" y="9"/>
                    <a:pt x="1561" y="28"/>
                  </a:cubicBezTo>
                  <a:cubicBezTo>
                    <a:pt x="1477" y="112"/>
                    <a:pt x="1418" y="207"/>
                    <a:pt x="1382" y="326"/>
                  </a:cubicBezTo>
                  <a:cubicBezTo>
                    <a:pt x="1334" y="445"/>
                    <a:pt x="1275" y="564"/>
                    <a:pt x="1227" y="695"/>
                  </a:cubicBezTo>
                  <a:cubicBezTo>
                    <a:pt x="1108" y="945"/>
                    <a:pt x="1013" y="1195"/>
                    <a:pt x="906" y="1457"/>
                  </a:cubicBezTo>
                  <a:cubicBezTo>
                    <a:pt x="810" y="1707"/>
                    <a:pt x="715" y="1969"/>
                    <a:pt x="644" y="2231"/>
                  </a:cubicBezTo>
                  <a:cubicBezTo>
                    <a:pt x="620" y="2314"/>
                    <a:pt x="572" y="2421"/>
                    <a:pt x="549" y="2529"/>
                  </a:cubicBezTo>
                  <a:cubicBezTo>
                    <a:pt x="532" y="2527"/>
                    <a:pt x="516" y="2526"/>
                    <a:pt x="500" y="2526"/>
                  </a:cubicBezTo>
                  <a:cubicBezTo>
                    <a:pt x="388" y="2526"/>
                    <a:pt x="285" y="2563"/>
                    <a:pt x="191" y="2636"/>
                  </a:cubicBezTo>
                  <a:cubicBezTo>
                    <a:pt x="84" y="2707"/>
                    <a:pt x="13" y="2838"/>
                    <a:pt x="1" y="2969"/>
                  </a:cubicBezTo>
                  <a:cubicBezTo>
                    <a:pt x="1" y="3017"/>
                    <a:pt x="13" y="3052"/>
                    <a:pt x="25" y="3100"/>
                  </a:cubicBezTo>
                  <a:cubicBezTo>
                    <a:pt x="37" y="3136"/>
                    <a:pt x="48" y="3172"/>
                    <a:pt x="72" y="3207"/>
                  </a:cubicBezTo>
                  <a:cubicBezTo>
                    <a:pt x="96" y="3279"/>
                    <a:pt x="156" y="3350"/>
                    <a:pt x="215" y="3398"/>
                  </a:cubicBezTo>
                  <a:cubicBezTo>
                    <a:pt x="263" y="3422"/>
                    <a:pt x="310" y="3445"/>
                    <a:pt x="358" y="3469"/>
                  </a:cubicBezTo>
                  <a:cubicBezTo>
                    <a:pt x="394" y="3481"/>
                    <a:pt x="429" y="3481"/>
                    <a:pt x="465" y="3493"/>
                  </a:cubicBezTo>
                  <a:cubicBezTo>
                    <a:pt x="513" y="3493"/>
                    <a:pt x="572" y="3481"/>
                    <a:pt x="632" y="3457"/>
                  </a:cubicBezTo>
                  <a:cubicBezTo>
                    <a:pt x="763" y="3410"/>
                    <a:pt x="858" y="3302"/>
                    <a:pt x="906" y="3160"/>
                  </a:cubicBezTo>
                  <a:cubicBezTo>
                    <a:pt x="953" y="3041"/>
                    <a:pt x="953" y="2910"/>
                    <a:pt x="918" y="2779"/>
                  </a:cubicBezTo>
                  <a:cubicBezTo>
                    <a:pt x="882" y="2707"/>
                    <a:pt x="846" y="2648"/>
                    <a:pt x="787" y="2612"/>
                  </a:cubicBezTo>
                  <a:cubicBezTo>
                    <a:pt x="775" y="2600"/>
                    <a:pt x="763" y="2600"/>
                    <a:pt x="763" y="2588"/>
                  </a:cubicBezTo>
                  <a:cubicBezTo>
                    <a:pt x="799" y="2481"/>
                    <a:pt x="834" y="2362"/>
                    <a:pt x="870" y="2255"/>
                  </a:cubicBezTo>
                  <a:cubicBezTo>
                    <a:pt x="953" y="2017"/>
                    <a:pt x="1049" y="1778"/>
                    <a:pt x="1132" y="1540"/>
                  </a:cubicBezTo>
                  <a:cubicBezTo>
                    <a:pt x="1215" y="1302"/>
                    <a:pt x="1311" y="1064"/>
                    <a:pt x="1406" y="838"/>
                  </a:cubicBezTo>
                  <a:cubicBezTo>
                    <a:pt x="1465" y="707"/>
                    <a:pt x="1513" y="588"/>
                    <a:pt x="1572" y="457"/>
                  </a:cubicBezTo>
                  <a:cubicBezTo>
                    <a:pt x="1644" y="350"/>
                    <a:pt x="1692" y="231"/>
                    <a:pt x="1715" y="112"/>
                  </a:cubicBezTo>
                  <a:cubicBezTo>
                    <a:pt x="1715" y="59"/>
                    <a:pt x="1665" y="1"/>
                    <a:pt x="161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3" name="Google Shape;1783;p40"/>
          <p:cNvGrpSpPr/>
          <p:nvPr/>
        </p:nvGrpSpPr>
        <p:grpSpPr>
          <a:xfrm>
            <a:off x="5673025" y="4594267"/>
            <a:ext cx="3659700" cy="190925"/>
            <a:chOff x="3158425" y="4484200"/>
            <a:chExt cx="3659700" cy="190925"/>
          </a:xfrm>
        </p:grpSpPr>
        <p:sp>
          <p:nvSpPr>
            <p:cNvPr id="1784" name="Google Shape;1784;p40"/>
            <p:cNvSpPr/>
            <p:nvPr/>
          </p:nvSpPr>
          <p:spPr>
            <a:xfrm>
              <a:off x="3236700" y="4495325"/>
              <a:ext cx="3495400" cy="118025"/>
            </a:xfrm>
            <a:custGeom>
              <a:avLst/>
              <a:gdLst/>
              <a:ahLst/>
              <a:cxnLst/>
              <a:rect l="l" t="t" r="r" b="b"/>
              <a:pathLst>
                <a:path w="139816" h="4721" extrusionOk="0">
                  <a:moveTo>
                    <a:pt x="1" y="1"/>
                  </a:moveTo>
                  <a:lnTo>
                    <a:pt x="1" y="1"/>
                  </a:lnTo>
                  <a:cubicBezTo>
                    <a:pt x="143" y="382"/>
                    <a:pt x="120" y="810"/>
                    <a:pt x="143" y="1215"/>
                  </a:cubicBezTo>
                  <a:cubicBezTo>
                    <a:pt x="167" y="1679"/>
                    <a:pt x="191" y="2132"/>
                    <a:pt x="203" y="2596"/>
                  </a:cubicBezTo>
                  <a:cubicBezTo>
                    <a:pt x="215" y="3025"/>
                    <a:pt x="227" y="3465"/>
                    <a:pt x="227" y="3894"/>
                  </a:cubicBezTo>
                  <a:cubicBezTo>
                    <a:pt x="239" y="3965"/>
                    <a:pt x="191" y="4537"/>
                    <a:pt x="251" y="4584"/>
                  </a:cubicBezTo>
                  <a:cubicBezTo>
                    <a:pt x="251" y="4584"/>
                    <a:pt x="608" y="4561"/>
                    <a:pt x="679" y="4549"/>
                  </a:cubicBezTo>
                  <a:cubicBezTo>
                    <a:pt x="3882" y="4525"/>
                    <a:pt x="7073" y="4501"/>
                    <a:pt x="10276" y="4453"/>
                  </a:cubicBezTo>
                  <a:cubicBezTo>
                    <a:pt x="11871" y="4430"/>
                    <a:pt x="13467" y="4430"/>
                    <a:pt x="15062" y="4430"/>
                  </a:cubicBezTo>
                  <a:cubicBezTo>
                    <a:pt x="16312" y="4430"/>
                    <a:pt x="17562" y="4430"/>
                    <a:pt x="18812" y="4477"/>
                  </a:cubicBezTo>
                  <a:lnTo>
                    <a:pt x="23670" y="4477"/>
                  </a:lnTo>
                  <a:cubicBezTo>
                    <a:pt x="24093" y="4473"/>
                    <a:pt x="24516" y="4468"/>
                    <a:pt x="24939" y="4468"/>
                  </a:cubicBezTo>
                  <a:cubicBezTo>
                    <a:pt x="25635" y="4468"/>
                    <a:pt x="26332" y="4480"/>
                    <a:pt x="27028" y="4525"/>
                  </a:cubicBezTo>
                  <a:cubicBezTo>
                    <a:pt x="27349" y="4513"/>
                    <a:pt x="27671" y="4489"/>
                    <a:pt x="27980" y="4489"/>
                  </a:cubicBezTo>
                  <a:cubicBezTo>
                    <a:pt x="30408" y="4432"/>
                    <a:pt x="32842" y="4391"/>
                    <a:pt x="35276" y="4391"/>
                  </a:cubicBezTo>
                  <a:cubicBezTo>
                    <a:pt x="38441" y="4391"/>
                    <a:pt x="41606" y="4461"/>
                    <a:pt x="44756" y="4656"/>
                  </a:cubicBezTo>
                  <a:cubicBezTo>
                    <a:pt x="45435" y="4620"/>
                    <a:pt x="46102" y="4596"/>
                    <a:pt x="46780" y="4584"/>
                  </a:cubicBezTo>
                  <a:cubicBezTo>
                    <a:pt x="49662" y="4525"/>
                    <a:pt x="52555" y="4525"/>
                    <a:pt x="55448" y="4525"/>
                  </a:cubicBezTo>
                  <a:cubicBezTo>
                    <a:pt x="58186" y="4537"/>
                    <a:pt x="60913" y="4537"/>
                    <a:pt x="63639" y="4656"/>
                  </a:cubicBezTo>
                  <a:cubicBezTo>
                    <a:pt x="64669" y="4576"/>
                    <a:pt x="65703" y="4549"/>
                    <a:pt x="66737" y="4549"/>
                  </a:cubicBezTo>
                  <a:cubicBezTo>
                    <a:pt x="68179" y="4549"/>
                    <a:pt x="69622" y="4602"/>
                    <a:pt x="71057" y="4644"/>
                  </a:cubicBezTo>
                  <a:cubicBezTo>
                    <a:pt x="72732" y="4689"/>
                    <a:pt x="74403" y="4720"/>
                    <a:pt x="76075" y="4720"/>
                  </a:cubicBezTo>
                  <a:cubicBezTo>
                    <a:pt x="77481" y="4720"/>
                    <a:pt x="78887" y="4698"/>
                    <a:pt x="80296" y="4644"/>
                  </a:cubicBezTo>
                  <a:cubicBezTo>
                    <a:pt x="80463" y="4632"/>
                    <a:pt x="80630" y="4608"/>
                    <a:pt x="80784" y="4608"/>
                  </a:cubicBezTo>
                  <a:cubicBezTo>
                    <a:pt x="81606" y="4572"/>
                    <a:pt x="82439" y="4537"/>
                    <a:pt x="83261" y="4513"/>
                  </a:cubicBezTo>
                  <a:cubicBezTo>
                    <a:pt x="85305" y="4461"/>
                    <a:pt x="87347" y="4436"/>
                    <a:pt x="89388" y="4436"/>
                  </a:cubicBezTo>
                  <a:cubicBezTo>
                    <a:pt x="93007" y="4436"/>
                    <a:pt x="96623" y="4515"/>
                    <a:pt x="100239" y="4668"/>
                  </a:cubicBezTo>
                  <a:cubicBezTo>
                    <a:pt x="100335" y="4656"/>
                    <a:pt x="100430" y="4644"/>
                    <a:pt x="100537" y="4644"/>
                  </a:cubicBezTo>
                  <a:cubicBezTo>
                    <a:pt x="101311" y="4608"/>
                    <a:pt x="102085" y="4596"/>
                    <a:pt x="102859" y="4572"/>
                  </a:cubicBezTo>
                  <a:cubicBezTo>
                    <a:pt x="104430" y="4525"/>
                    <a:pt x="106014" y="4513"/>
                    <a:pt x="107585" y="4489"/>
                  </a:cubicBezTo>
                  <a:cubicBezTo>
                    <a:pt x="108302" y="4483"/>
                    <a:pt x="109018" y="4480"/>
                    <a:pt x="109733" y="4480"/>
                  </a:cubicBezTo>
                  <a:cubicBezTo>
                    <a:pt x="111966" y="4480"/>
                    <a:pt x="114195" y="4509"/>
                    <a:pt x="116432" y="4572"/>
                  </a:cubicBezTo>
                  <a:lnTo>
                    <a:pt x="118087" y="4549"/>
                  </a:lnTo>
                  <a:cubicBezTo>
                    <a:pt x="120349" y="4517"/>
                    <a:pt x="122616" y="4512"/>
                    <a:pt x="124882" y="4512"/>
                  </a:cubicBezTo>
                  <a:cubicBezTo>
                    <a:pt x="126015" y="4512"/>
                    <a:pt x="127147" y="4513"/>
                    <a:pt x="128279" y="4513"/>
                  </a:cubicBezTo>
                  <a:cubicBezTo>
                    <a:pt x="129969" y="4525"/>
                    <a:pt x="131672" y="4549"/>
                    <a:pt x="133374" y="4572"/>
                  </a:cubicBezTo>
                  <a:cubicBezTo>
                    <a:pt x="134220" y="4584"/>
                    <a:pt x="135065" y="4608"/>
                    <a:pt x="135910" y="4632"/>
                  </a:cubicBezTo>
                  <a:cubicBezTo>
                    <a:pt x="136446" y="4644"/>
                    <a:pt x="136994" y="4644"/>
                    <a:pt x="137530" y="4680"/>
                  </a:cubicBezTo>
                  <a:cubicBezTo>
                    <a:pt x="137827" y="4656"/>
                    <a:pt x="138125" y="4632"/>
                    <a:pt x="138423" y="4620"/>
                  </a:cubicBezTo>
                  <a:cubicBezTo>
                    <a:pt x="138768" y="4596"/>
                    <a:pt x="139101" y="4572"/>
                    <a:pt x="139447" y="4537"/>
                  </a:cubicBezTo>
                  <a:cubicBezTo>
                    <a:pt x="139542" y="4525"/>
                    <a:pt x="139649" y="4513"/>
                    <a:pt x="139744" y="4513"/>
                  </a:cubicBezTo>
                  <a:lnTo>
                    <a:pt x="139792" y="4513"/>
                  </a:lnTo>
                  <a:lnTo>
                    <a:pt x="139792" y="4477"/>
                  </a:lnTo>
                  <a:cubicBezTo>
                    <a:pt x="139816" y="4311"/>
                    <a:pt x="139804" y="4144"/>
                    <a:pt x="139804" y="3977"/>
                  </a:cubicBezTo>
                  <a:cubicBezTo>
                    <a:pt x="139816" y="3275"/>
                    <a:pt x="139816" y="2572"/>
                    <a:pt x="139816" y="1870"/>
                  </a:cubicBezTo>
                  <a:cubicBezTo>
                    <a:pt x="139816" y="1346"/>
                    <a:pt x="139756" y="786"/>
                    <a:pt x="139816" y="274"/>
                  </a:cubicBezTo>
                  <a:lnTo>
                    <a:pt x="139816" y="274"/>
                  </a:lnTo>
                  <a:cubicBezTo>
                    <a:pt x="139139" y="275"/>
                    <a:pt x="138463" y="276"/>
                    <a:pt x="137787" y="276"/>
                  </a:cubicBezTo>
                  <a:cubicBezTo>
                    <a:pt x="128273" y="276"/>
                    <a:pt x="118769" y="202"/>
                    <a:pt x="109264" y="191"/>
                  </a:cubicBezTo>
                  <a:cubicBezTo>
                    <a:pt x="107818" y="189"/>
                    <a:pt x="106371" y="188"/>
                    <a:pt x="104924" y="188"/>
                  </a:cubicBezTo>
                  <a:cubicBezTo>
                    <a:pt x="93677" y="188"/>
                    <a:pt x="82430" y="239"/>
                    <a:pt x="71182" y="239"/>
                  </a:cubicBezTo>
                  <a:cubicBezTo>
                    <a:pt x="65695" y="239"/>
                    <a:pt x="60209" y="227"/>
                    <a:pt x="54722" y="191"/>
                  </a:cubicBezTo>
                  <a:cubicBezTo>
                    <a:pt x="48367" y="158"/>
                    <a:pt x="42006" y="67"/>
                    <a:pt x="35648" y="67"/>
                  </a:cubicBezTo>
                  <a:cubicBezTo>
                    <a:pt x="32869" y="67"/>
                    <a:pt x="30091" y="84"/>
                    <a:pt x="27314" y="131"/>
                  </a:cubicBezTo>
                  <a:cubicBezTo>
                    <a:pt x="24018" y="175"/>
                    <a:pt x="20722" y="196"/>
                    <a:pt x="17427" y="196"/>
                  </a:cubicBezTo>
                  <a:cubicBezTo>
                    <a:pt x="11616" y="196"/>
                    <a:pt x="5806" y="130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40"/>
            <p:cNvSpPr/>
            <p:nvPr/>
          </p:nvSpPr>
          <p:spPr>
            <a:xfrm>
              <a:off x="3228675" y="4484200"/>
              <a:ext cx="3520700" cy="144125"/>
            </a:xfrm>
            <a:custGeom>
              <a:avLst/>
              <a:gdLst/>
              <a:ahLst/>
              <a:cxnLst/>
              <a:rect l="l" t="t" r="r" b="b"/>
              <a:pathLst>
                <a:path w="140828" h="5765" extrusionOk="0">
                  <a:moveTo>
                    <a:pt x="333" y="457"/>
                  </a:moveTo>
                  <a:lnTo>
                    <a:pt x="333" y="457"/>
                  </a:lnTo>
                  <a:cubicBezTo>
                    <a:pt x="5985" y="598"/>
                    <a:pt x="11637" y="669"/>
                    <a:pt x="17286" y="669"/>
                  </a:cubicBezTo>
                  <a:cubicBezTo>
                    <a:pt x="20741" y="669"/>
                    <a:pt x="24194" y="643"/>
                    <a:pt x="27646" y="588"/>
                  </a:cubicBezTo>
                  <a:cubicBezTo>
                    <a:pt x="30377" y="546"/>
                    <a:pt x="33109" y="530"/>
                    <a:pt x="35841" y="530"/>
                  </a:cubicBezTo>
                  <a:cubicBezTo>
                    <a:pt x="42246" y="530"/>
                    <a:pt x="48653" y="618"/>
                    <a:pt x="55055" y="660"/>
                  </a:cubicBezTo>
                  <a:cubicBezTo>
                    <a:pt x="60132" y="690"/>
                    <a:pt x="65210" y="700"/>
                    <a:pt x="70288" y="700"/>
                  </a:cubicBezTo>
                  <a:cubicBezTo>
                    <a:pt x="81949" y="700"/>
                    <a:pt x="93611" y="645"/>
                    <a:pt x="105273" y="645"/>
                  </a:cubicBezTo>
                  <a:cubicBezTo>
                    <a:pt x="106714" y="645"/>
                    <a:pt x="108156" y="646"/>
                    <a:pt x="109597" y="648"/>
                  </a:cubicBezTo>
                  <a:cubicBezTo>
                    <a:pt x="119102" y="659"/>
                    <a:pt x="128606" y="732"/>
                    <a:pt x="138120" y="732"/>
                  </a:cubicBezTo>
                  <a:cubicBezTo>
                    <a:pt x="138796" y="732"/>
                    <a:pt x="139472" y="732"/>
                    <a:pt x="140149" y="731"/>
                  </a:cubicBezTo>
                  <a:lnTo>
                    <a:pt x="140149" y="731"/>
                  </a:lnTo>
                  <a:cubicBezTo>
                    <a:pt x="140077" y="1255"/>
                    <a:pt x="140149" y="1815"/>
                    <a:pt x="140149" y="2327"/>
                  </a:cubicBezTo>
                  <a:cubicBezTo>
                    <a:pt x="140149" y="3029"/>
                    <a:pt x="140137" y="3732"/>
                    <a:pt x="140137" y="4446"/>
                  </a:cubicBezTo>
                  <a:cubicBezTo>
                    <a:pt x="140125" y="4601"/>
                    <a:pt x="140137" y="4767"/>
                    <a:pt x="140125" y="4934"/>
                  </a:cubicBezTo>
                  <a:lnTo>
                    <a:pt x="140125" y="4970"/>
                  </a:lnTo>
                  <a:lnTo>
                    <a:pt x="140077" y="4970"/>
                  </a:lnTo>
                  <a:cubicBezTo>
                    <a:pt x="139970" y="4970"/>
                    <a:pt x="139875" y="4982"/>
                    <a:pt x="139779" y="4994"/>
                  </a:cubicBezTo>
                  <a:cubicBezTo>
                    <a:pt x="139434" y="5029"/>
                    <a:pt x="139089" y="5053"/>
                    <a:pt x="138756" y="5077"/>
                  </a:cubicBezTo>
                  <a:cubicBezTo>
                    <a:pt x="138458" y="5089"/>
                    <a:pt x="138160" y="5113"/>
                    <a:pt x="137863" y="5137"/>
                  </a:cubicBezTo>
                  <a:cubicBezTo>
                    <a:pt x="137327" y="5101"/>
                    <a:pt x="136779" y="5101"/>
                    <a:pt x="136243" y="5089"/>
                  </a:cubicBezTo>
                  <a:cubicBezTo>
                    <a:pt x="135398" y="5065"/>
                    <a:pt x="134553" y="5041"/>
                    <a:pt x="133695" y="5029"/>
                  </a:cubicBezTo>
                  <a:cubicBezTo>
                    <a:pt x="132005" y="5006"/>
                    <a:pt x="130302" y="4982"/>
                    <a:pt x="128611" y="4982"/>
                  </a:cubicBezTo>
                  <a:cubicBezTo>
                    <a:pt x="127089" y="4976"/>
                    <a:pt x="125568" y="4971"/>
                    <a:pt x="124049" y="4971"/>
                  </a:cubicBezTo>
                  <a:cubicBezTo>
                    <a:pt x="122171" y="4971"/>
                    <a:pt x="120295" y="4979"/>
                    <a:pt x="118420" y="5006"/>
                  </a:cubicBezTo>
                  <a:lnTo>
                    <a:pt x="116765" y="5029"/>
                  </a:lnTo>
                  <a:cubicBezTo>
                    <a:pt x="114698" y="4971"/>
                    <a:pt x="112637" y="4942"/>
                    <a:pt x="110573" y="4942"/>
                  </a:cubicBezTo>
                  <a:cubicBezTo>
                    <a:pt x="109689" y="4942"/>
                    <a:pt x="108804" y="4947"/>
                    <a:pt x="107918" y="4958"/>
                  </a:cubicBezTo>
                  <a:cubicBezTo>
                    <a:pt x="106347" y="4970"/>
                    <a:pt x="104763" y="4994"/>
                    <a:pt x="103192" y="5029"/>
                  </a:cubicBezTo>
                  <a:cubicBezTo>
                    <a:pt x="102418" y="5053"/>
                    <a:pt x="101644" y="5065"/>
                    <a:pt x="100858" y="5113"/>
                  </a:cubicBezTo>
                  <a:cubicBezTo>
                    <a:pt x="100763" y="5113"/>
                    <a:pt x="100667" y="5125"/>
                    <a:pt x="100560" y="5125"/>
                  </a:cubicBezTo>
                  <a:cubicBezTo>
                    <a:pt x="97020" y="4975"/>
                    <a:pt x="93466" y="4896"/>
                    <a:pt x="89912" y="4896"/>
                  </a:cubicBezTo>
                  <a:cubicBezTo>
                    <a:pt x="87801" y="4896"/>
                    <a:pt x="85690" y="4924"/>
                    <a:pt x="83582" y="4982"/>
                  </a:cubicBezTo>
                  <a:cubicBezTo>
                    <a:pt x="82760" y="4994"/>
                    <a:pt x="81939" y="5041"/>
                    <a:pt x="81117" y="5065"/>
                  </a:cubicBezTo>
                  <a:cubicBezTo>
                    <a:pt x="80951" y="5077"/>
                    <a:pt x="80784" y="5089"/>
                    <a:pt x="80629" y="5101"/>
                  </a:cubicBezTo>
                  <a:cubicBezTo>
                    <a:pt x="79220" y="5155"/>
                    <a:pt x="77814" y="5177"/>
                    <a:pt x="76408" y="5177"/>
                  </a:cubicBezTo>
                  <a:cubicBezTo>
                    <a:pt x="74736" y="5177"/>
                    <a:pt x="73065" y="5146"/>
                    <a:pt x="71390" y="5101"/>
                  </a:cubicBezTo>
                  <a:cubicBezTo>
                    <a:pt x="69955" y="5059"/>
                    <a:pt x="68512" y="5006"/>
                    <a:pt x="67070" y="5006"/>
                  </a:cubicBezTo>
                  <a:cubicBezTo>
                    <a:pt x="66036" y="5006"/>
                    <a:pt x="65002" y="5033"/>
                    <a:pt x="63972" y="5113"/>
                  </a:cubicBezTo>
                  <a:cubicBezTo>
                    <a:pt x="61234" y="4994"/>
                    <a:pt x="58507" y="4994"/>
                    <a:pt x="55781" y="4982"/>
                  </a:cubicBezTo>
                  <a:cubicBezTo>
                    <a:pt x="52888" y="4982"/>
                    <a:pt x="49994" y="4982"/>
                    <a:pt x="47101" y="5041"/>
                  </a:cubicBezTo>
                  <a:cubicBezTo>
                    <a:pt x="46423" y="5053"/>
                    <a:pt x="45756" y="5089"/>
                    <a:pt x="45089" y="5113"/>
                  </a:cubicBezTo>
                  <a:cubicBezTo>
                    <a:pt x="41980" y="4920"/>
                    <a:pt x="38863" y="4850"/>
                    <a:pt x="35747" y="4850"/>
                  </a:cubicBezTo>
                  <a:cubicBezTo>
                    <a:pt x="33267" y="4850"/>
                    <a:pt x="30788" y="4895"/>
                    <a:pt x="28313" y="4958"/>
                  </a:cubicBezTo>
                  <a:cubicBezTo>
                    <a:pt x="27992" y="4958"/>
                    <a:pt x="27682" y="4970"/>
                    <a:pt x="27361" y="4982"/>
                  </a:cubicBezTo>
                  <a:cubicBezTo>
                    <a:pt x="26689" y="4939"/>
                    <a:pt x="26013" y="4930"/>
                    <a:pt x="25341" y="4930"/>
                  </a:cubicBezTo>
                  <a:cubicBezTo>
                    <a:pt x="24893" y="4930"/>
                    <a:pt x="24446" y="4934"/>
                    <a:pt x="24003" y="4934"/>
                  </a:cubicBezTo>
                  <a:lnTo>
                    <a:pt x="19133" y="4934"/>
                  </a:lnTo>
                  <a:cubicBezTo>
                    <a:pt x="17895" y="4887"/>
                    <a:pt x="16633" y="4887"/>
                    <a:pt x="15395" y="4887"/>
                  </a:cubicBezTo>
                  <a:cubicBezTo>
                    <a:pt x="13799" y="4887"/>
                    <a:pt x="12204" y="4887"/>
                    <a:pt x="10597" y="4922"/>
                  </a:cubicBezTo>
                  <a:cubicBezTo>
                    <a:pt x="7418" y="4970"/>
                    <a:pt x="4215" y="4994"/>
                    <a:pt x="1012" y="5006"/>
                  </a:cubicBezTo>
                  <a:cubicBezTo>
                    <a:pt x="929" y="5006"/>
                    <a:pt x="572" y="5029"/>
                    <a:pt x="572" y="5029"/>
                  </a:cubicBezTo>
                  <a:cubicBezTo>
                    <a:pt x="512" y="4982"/>
                    <a:pt x="548" y="4410"/>
                    <a:pt x="548" y="4339"/>
                  </a:cubicBezTo>
                  <a:cubicBezTo>
                    <a:pt x="548" y="3910"/>
                    <a:pt x="536" y="3482"/>
                    <a:pt x="536" y="3053"/>
                  </a:cubicBezTo>
                  <a:cubicBezTo>
                    <a:pt x="524" y="2601"/>
                    <a:pt x="500" y="2136"/>
                    <a:pt x="476" y="1684"/>
                  </a:cubicBezTo>
                  <a:cubicBezTo>
                    <a:pt x="453" y="1279"/>
                    <a:pt x="464" y="850"/>
                    <a:pt x="333" y="457"/>
                  </a:cubicBezTo>
                  <a:close/>
                  <a:moveTo>
                    <a:pt x="135289" y="0"/>
                  </a:moveTo>
                  <a:cubicBezTo>
                    <a:pt x="121351" y="0"/>
                    <a:pt x="107419" y="101"/>
                    <a:pt x="93482" y="101"/>
                  </a:cubicBezTo>
                  <a:cubicBezTo>
                    <a:pt x="90833" y="101"/>
                    <a:pt x="88184" y="97"/>
                    <a:pt x="85535" y="88"/>
                  </a:cubicBezTo>
                  <a:cubicBezTo>
                    <a:pt x="82262" y="80"/>
                    <a:pt x="78989" y="76"/>
                    <a:pt x="75716" y="76"/>
                  </a:cubicBezTo>
                  <a:cubicBezTo>
                    <a:pt x="60808" y="76"/>
                    <a:pt x="45900" y="150"/>
                    <a:pt x="30992" y="160"/>
                  </a:cubicBezTo>
                  <a:cubicBezTo>
                    <a:pt x="25866" y="160"/>
                    <a:pt x="20738" y="130"/>
                    <a:pt x="15609" y="130"/>
                  </a:cubicBezTo>
                  <a:cubicBezTo>
                    <a:pt x="10481" y="130"/>
                    <a:pt x="5352" y="160"/>
                    <a:pt x="226" y="279"/>
                  </a:cubicBezTo>
                  <a:cubicBezTo>
                    <a:pt x="143" y="303"/>
                    <a:pt x="143" y="422"/>
                    <a:pt x="226" y="434"/>
                  </a:cubicBezTo>
                  <a:lnTo>
                    <a:pt x="238" y="434"/>
                  </a:lnTo>
                  <a:cubicBezTo>
                    <a:pt x="119" y="791"/>
                    <a:pt x="143" y="1148"/>
                    <a:pt x="119" y="1517"/>
                  </a:cubicBezTo>
                  <a:cubicBezTo>
                    <a:pt x="107" y="1946"/>
                    <a:pt x="83" y="2398"/>
                    <a:pt x="83" y="2803"/>
                  </a:cubicBezTo>
                  <a:lnTo>
                    <a:pt x="83" y="4029"/>
                  </a:lnTo>
                  <a:cubicBezTo>
                    <a:pt x="83" y="4386"/>
                    <a:pt x="0" y="4851"/>
                    <a:pt x="95" y="5196"/>
                  </a:cubicBezTo>
                  <a:cubicBezTo>
                    <a:pt x="155" y="5434"/>
                    <a:pt x="345" y="5518"/>
                    <a:pt x="572" y="5529"/>
                  </a:cubicBezTo>
                  <a:cubicBezTo>
                    <a:pt x="649" y="5532"/>
                    <a:pt x="727" y="5533"/>
                    <a:pt x="805" y="5533"/>
                  </a:cubicBezTo>
                  <a:cubicBezTo>
                    <a:pt x="1135" y="5533"/>
                    <a:pt x="1470" y="5515"/>
                    <a:pt x="1798" y="5506"/>
                  </a:cubicBezTo>
                  <a:cubicBezTo>
                    <a:pt x="2655" y="5494"/>
                    <a:pt x="3501" y="5482"/>
                    <a:pt x="4358" y="5458"/>
                  </a:cubicBezTo>
                  <a:cubicBezTo>
                    <a:pt x="7727" y="5410"/>
                    <a:pt x="11109" y="5434"/>
                    <a:pt x="14490" y="5351"/>
                  </a:cubicBezTo>
                  <a:cubicBezTo>
                    <a:pt x="14764" y="5339"/>
                    <a:pt x="15038" y="5327"/>
                    <a:pt x="15323" y="5327"/>
                  </a:cubicBezTo>
                  <a:cubicBezTo>
                    <a:pt x="16836" y="5375"/>
                    <a:pt x="18348" y="5387"/>
                    <a:pt x="19860" y="5398"/>
                  </a:cubicBezTo>
                  <a:lnTo>
                    <a:pt x="24015" y="5446"/>
                  </a:lnTo>
                  <a:cubicBezTo>
                    <a:pt x="24619" y="5451"/>
                    <a:pt x="25225" y="5462"/>
                    <a:pt x="25831" y="5462"/>
                  </a:cubicBezTo>
                  <a:cubicBezTo>
                    <a:pt x="26669" y="5462"/>
                    <a:pt x="27507" y="5441"/>
                    <a:pt x="28337" y="5351"/>
                  </a:cubicBezTo>
                  <a:cubicBezTo>
                    <a:pt x="28361" y="5351"/>
                    <a:pt x="28385" y="5339"/>
                    <a:pt x="28397" y="5327"/>
                  </a:cubicBezTo>
                  <a:cubicBezTo>
                    <a:pt x="29611" y="5339"/>
                    <a:pt x="30825" y="5351"/>
                    <a:pt x="32040" y="5363"/>
                  </a:cubicBezTo>
                  <a:cubicBezTo>
                    <a:pt x="34087" y="5380"/>
                    <a:pt x="36154" y="5416"/>
                    <a:pt x="38216" y="5416"/>
                  </a:cubicBezTo>
                  <a:cubicBezTo>
                    <a:pt x="38984" y="5416"/>
                    <a:pt x="39752" y="5411"/>
                    <a:pt x="40517" y="5398"/>
                  </a:cubicBezTo>
                  <a:cubicBezTo>
                    <a:pt x="41184" y="5393"/>
                    <a:pt x="41851" y="5393"/>
                    <a:pt x="42517" y="5393"/>
                  </a:cubicBezTo>
                  <a:cubicBezTo>
                    <a:pt x="43184" y="5393"/>
                    <a:pt x="43851" y="5393"/>
                    <a:pt x="44518" y="5387"/>
                  </a:cubicBezTo>
                  <a:cubicBezTo>
                    <a:pt x="45184" y="5410"/>
                    <a:pt x="45839" y="5434"/>
                    <a:pt x="46494" y="5446"/>
                  </a:cubicBezTo>
                  <a:cubicBezTo>
                    <a:pt x="47947" y="5470"/>
                    <a:pt x="49387" y="5482"/>
                    <a:pt x="50840" y="5494"/>
                  </a:cubicBezTo>
                  <a:cubicBezTo>
                    <a:pt x="53733" y="5506"/>
                    <a:pt x="56614" y="5529"/>
                    <a:pt x="59508" y="5541"/>
                  </a:cubicBezTo>
                  <a:cubicBezTo>
                    <a:pt x="59791" y="5543"/>
                    <a:pt x="60075" y="5544"/>
                    <a:pt x="60359" y="5544"/>
                  </a:cubicBezTo>
                  <a:cubicBezTo>
                    <a:pt x="61730" y="5544"/>
                    <a:pt x="63099" y="5521"/>
                    <a:pt x="64461" y="5482"/>
                  </a:cubicBezTo>
                  <a:cubicBezTo>
                    <a:pt x="64508" y="5482"/>
                    <a:pt x="64544" y="5470"/>
                    <a:pt x="64580" y="5446"/>
                  </a:cubicBezTo>
                  <a:cubicBezTo>
                    <a:pt x="66878" y="5506"/>
                    <a:pt x="69175" y="5553"/>
                    <a:pt x="71473" y="5637"/>
                  </a:cubicBezTo>
                  <a:cubicBezTo>
                    <a:pt x="73100" y="5698"/>
                    <a:pt x="74736" y="5765"/>
                    <a:pt x="76371" y="5765"/>
                  </a:cubicBezTo>
                  <a:cubicBezTo>
                    <a:pt x="77930" y="5765"/>
                    <a:pt x="79488" y="5704"/>
                    <a:pt x="81034" y="5518"/>
                  </a:cubicBezTo>
                  <a:cubicBezTo>
                    <a:pt x="81105" y="5506"/>
                    <a:pt x="81177" y="5458"/>
                    <a:pt x="81213" y="5398"/>
                  </a:cubicBezTo>
                  <a:cubicBezTo>
                    <a:pt x="81796" y="5398"/>
                    <a:pt x="82379" y="5410"/>
                    <a:pt x="82975" y="5410"/>
                  </a:cubicBezTo>
                  <a:cubicBezTo>
                    <a:pt x="84475" y="5422"/>
                    <a:pt x="85963" y="5422"/>
                    <a:pt x="87452" y="5422"/>
                  </a:cubicBezTo>
                  <a:cubicBezTo>
                    <a:pt x="90440" y="5434"/>
                    <a:pt x="93428" y="5446"/>
                    <a:pt x="96405" y="5506"/>
                  </a:cubicBezTo>
                  <a:cubicBezTo>
                    <a:pt x="98108" y="5541"/>
                    <a:pt x="99810" y="5518"/>
                    <a:pt x="101501" y="5541"/>
                  </a:cubicBezTo>
                  <a:cubicBezTo>
                    <a:pt x="101510" y="5543"/>
                    <a:pt x="101519" y="5544"/>
                    <a:pt x="101528" y="5544"/>
                  </a:cubicBezTo>
                  <a:cubicBezTo>
                    <a:pt x="101587" y="5544"/>
                    <a:pt x="101636" y="5510"/>
                    <a:pt x="101668" y="5458"/>
                  </a:cubicBezTo>
                  <a:lnTo>
                    <a:pt x="103192" y="5458"/>
                  </a:lnTo>
                  <a:cubicBezTo>
                    <a:pt x="103719" y="5462"/>
                    <a:pt x="104246" y="5463"/>
                    <a:pt x="104772" y="5463"/>
                  </a:cubicBezTo>
                  <a:cubicBezTo>
                    <a:pt x="105823" y="5463"/>
                    <a:pt x="106871" y="5458"/>
                    <a:pt x="107918" y="5458"/>
                  </a:cubicBezTo>
                  <a:cubicBezTo>
                    <a:pt x="110740" y="5446"/>
                    <a:pt x="113562" y="5434"/>
                    <a:pt x="116384" y="5387"/>
                  </a:cubicBezTo>
                  <a:cubicBezTo>
                    <a:pt x="116860" y="5398"/>
                    <a:pt x="117336" y="5422"/>
                    <a:pt x="117812" y="5434"/>
                  </a:cubicBezTo>
                  <a:cubicBezTo>
                    <a:pt x="119503" y="5458"/>
                    <a:pt x="121206" y="5470"/>
                    <a:pt x="122908" y="5494"/>
                  </a:cubicBezTo>
                  <a:cubicBezTo>
                    <a:pt x="126290" y="5529"/>
                    <a:pt x="129695" y="5577"/>
                    <a:pt x="133088" y="5613"/>
                  </a:cubicBezTo>
                  <a:cubicBezTo>
                    <a:pt x="134005" y="5625"/>
                    <a:pt x="134934" y="5625"/>
                    <a:pt x="135862" y="5625"/>
                  </a:cubicBezTo>
                  <a:cubicBezTo>
                    <a:pt x="136309" y="5625"/>
                    <a:pt x="136767" y="5640"/>
                    <a:pt x="137226" y="5640"/>
                  </a:cubicBezTo>
                  <a:cubicBezTo>
                    <a:pt x="137684" y="5640"/>
                    <a:pt x="138142" y="5625"/>
                    <a:pt x="138589" y="5565"/>
                  </a:cubicBezTo>
                  <a:lnTo>
                    <a:pt x="138994" y="5565"/>
                  </a:lnTo>
                  <a:cubicBezTo>
                    <a:pt x="139256" y="5565"/>
                    <a:pt x="139518" y="5570"/>
                    <a:pt x="139779" y="5570"/>
                  </a:cubicBezTo>
                  <a:cubicBezTo>
                    <a:pt x="139910" y="5570"/>
                    <a:pt x="140041" y="5569"/>
                    <a:pt x="140172" y="5565"/>
                  </a:cubicBezTo>
                  <a:cubicBezTo>
                    <a:pt x="140530" y="5553"/>
                    <a:pt x="140756" y="5387"/>
                    <a:pt x="140780" y="5006"/>
                  </a:cubicBezTo>
                  <a:cubicBezTo>
                    <a:pt x="140827" y="4232"/>
                    <a:pt x="140768" y="3434"/>
                    <a:pt x="140756" y="2660"/>
                  </a:cubicBezTo>
                  <a:cubicBezTo>
                    <a:pt x="140744" y="2267"/>
                    <a:pt x="140732" y="1874"/>
                    <a:pt x="140720" y="1469"/>
                  </a:cubicBezTo>
                  <a:cubicBezTo>
                    <a:pt x="140720" y="1160"/>
                    <a:pt x="140696" y="850"/>
                    <a:pt x="140649" y="541"/>
                  </a:cubicBezTo>
                  <a:cubicBezTo>
                    <a:pt x="140792" y="315"/>
                    <a:pt x="140625" y="5"/>
                    <a:pt x="140351" y="5"/>
                  </a:cubicBezTo>
                  <a:cubicBezTo>
                    <a:pt x="138664" y="2"/>
                    <a:pt x="136976" y="0"/>
                    <a:pt x="1352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40"/>
            <p:cNvSpPr/>
            <p:nvPr/>
          </p:nvSpPr>
          <p:spPr>
            <a:xfrm>
              <a:off x="3167350" y="4613500"/>
              <a:ext cx="3633800" cy="54600"/>
            </a:xfrm>
            <a:custGeom>
              <a:avLst/>
              <a:gdLst/>
              <a:ahLst/>
              <a:cxnLst/>
              <a:rect l="l" t="t" r="r" b="b"/>
              <a:pathLst>
                <a:path w="145352" h="2184" extrusionOk="0">
                  <a:moveTo>
                    <a:pt x="0" y="0"/>
                  </a:moveTo>
                  <a:lnTo>
                    <a:pt x="0" y="0"/>
                  </a:lnTo>
                  <a:cubicBezTo>
                    <a:pt x="155" y="179"/>
                    <a:pt x="131" y="381"/>
                    <a:pt x="155" y="560"/>
                  </a:cubicBezTo>
                  <a:cubicBezTo>
                    <a:pt x="179" y="774"/>
                    <a:pt x="203" y="1000"/>
                    <a:pt x="215" y="1203"/>
                  </a:cubicBezTo>
                  <a:cubicBezTo>
                    <a:pt x="227" y="1393"/>
                    <a:pt x="227" y="1596"/>
                    <a:pt x="239" y="1798"/>
                  </a:cubicBezTo>
                  <a:cubicBezTo>
                    <a:pt x="239" y="1834"/>
                    <a:pt x="203" y="2096"/>
                    <a:pt x="262" y="2108"/>
                  </a:cubicBezTo>
                  <a:cubicBezTo>
                    <a:pt x="262" y="2111"/>
                    <a:pt x="294" y="2113"/>
                    <a:pt x="341" y="2113"/>
                  </a:cubicBezTo>
                  <a:cubicBezTo>
                    <a:pt x="456" y="2113"/>
                    <a:pt x="663" y="2104"/>
                    <a:pt x="739" y="2096"/>
                  </a:cubicBezTo>
                  <a:cubicBezTo>
                    <a:pt x="4060" y="2096"/>
                    <a:pt x="7382" y="2084"/>
                    <a:pt x="10704" y="2060"/>
                  </a:cubicBezTo>
                  <a:cubicBezTo>
                    <a:pt x="12371" y="2048"/>
                    <a:pt x="14026" y="2048"/>
                    <a:pt x="15693" y="2048"/>
                  </a:cubicBezTo>
                  <a:cubicBezTo>
                    <a:pt x="16979" y="2048"/>
                    <a:pt x="18288" y="2048"/>
                    <a:pt x="19586" y="2060"/>
                  </a:cubicBezTo>
                  <a:lnTo>
                    <a:pt x="24646" y="2060"/>
                  </a:lnTo>
                  <a:cubicBezTo>
                    <a:pt x="25801" y="2060"/>
                    <a:pt x="26968" y="2060"/>
                    <a:pt x="28135" y="2084"/>
                  </a:cubicBezTo>
                  <a:cubicBezTo>
                    <a:pt x="28468" y="2084"/>
                    <a:pt x="28790" y="2072"/>
                    <a:pt x="29123" y="2072"/>
                  </a:cubicBezTo>
                  <a:cubicBezTo>
                    <a:pt x="31627" y="2046"/>
                    <a:pt x="34133" y="2027"/>
                    <a:pt x="36640" y="2027"/>
                  </a:cubicBezTo>
                  <a:cubicBezTo>
                    <a:pt x="39949" y="2027"/>
                    <a:pt x="43259" y="2060"/>
                    <a:pt x="46566" y="2155"/>
                  </a:cubicBezTo>
                  <a:cubicBezTo>
                    <a:pt x="47256" y="2131"/>
                    <a:pt x="47959" y="2120"/>
                    <a:pt x="48661" y="2120"/>
                  </a:cubicBezTo>
                  <a:cubicBezTo>
                    <a:pt x="51674" y="2096"/>
                    <a:pt x="54674" y="2096"/>
                    <a:pt x="57686" y="2096"/>
                  </a:cubicBezTo>
                  <a:cubicBezTo>
                    <a:pt x="60520" y="2096"/>
                    <a:pt x="63354" y="2096"/>
                    <a:pt x="66187" y="2143"/>
                  </a:cubicBezTo>
                  <a:cubicBezTo>
                    <a:pt x="67169" y="2111"/>
                    <a:pt x="68157" y="2100"/>
                    <a:pt x="69145" y="2100"/>
                  </a:cubicBezTo>
                  <a:cubicBezTo>
                    <a:pt x="70734" y="2100"/>
                    <a:pt x="72325" y="2129"/>
                    <a:pt x="73903" y="2143"/>
                  </a:cubicBezTo>
                  <a:cubicBezTo>
                    <a:pt x="75592" y="2169"/>
                    <a:pt x="77278" y="2184"/>
                    <a:pt x="78965" y="2184"/>
                  </a:cubicBezTo>
                  <a:cubicBezTo>
                    <a:pt x="80475" y="2184"/>
                    <a:pt x="81986" y="2172"/>
                    <a:pt x="83499" y="2143"/>
                  </a:cubicBezTo>
                  <a:cubicBezTo>
                    <a:pt x="83678" y="2143"/>
                    <a:pt x="83844" y="2131"/>
                    <a:pt x="84011" y="2131"/>
                  </a:cubicBezTo>
                  <a:cubicBezTo>
                    <a:pt x="84868" y="2120"/>
                    <a:pt x="85725" y="2096"/>
                    <a:pt x="86583" y="2096"/>
                  </a:cubicBezTo>
                  <a:cubicBezTo>
                    <a:pt x="88847" y="2068"/>
                    <a:pt x="91110" y="2055"/>
                    <a:pt x="93371" y="2055"/>
                  </a:cubicBezTo>
                  <a:cubicBezTo>
                    <a:pt x="96996" y="2055"/>
                    <a:pt x="100618" y="2089"/>
                    <a:pt x="104240" y="2155"/>
                  </a:cubicBezTo>
                  <a:lnTo>
                    <a:pt x="104537" y="2155"/>
                  </a:lnTo>
                  <a:cubicBezTo>
                    <a:pt x="105347" y="2131"/>
                    <a:pt x="106157" y="2120"/>
                    <a:pt x="106954" y="2120"/>
                  </a:cubicBezTo>
                  <a:cubicBezTo>
                    <a:pt x="108597" y="2096"/>
                    <a:pt x="110228" y="2084"/>
                    <a:pt x="111872" y="2084"/>
                  </a:cubicBezTo>
                  <a:cubicBezTo>
                    <a:pt x="112637" y="2081"/>
                    <a:pt x="113402" y="2079"/>
                    <a:pt x="114168" y="2079"/>
                  </a:cubicBezTo>
                  <a:cubicBezTo>
                    <a:pt x="116467" y="2079"/>
                    <a:pt x="118768" y="2093"/>
                    <a:pt x="121063" y="2120"/>
                  </a:cubicBezTo>
                  <a:lnTo>
                    <a:pt x="122790" y="2108"/>
                  </a:lnTo>
                  <a:cubicBezTo>
                    <a:pt x="124552" y="2096"/>
                    <a:pt x="126317" y="2093"/>
                    <a:pt x="128082" y="2093"/>
                  </a:cubicBezTo>
                  <a:cubicBezTo>
                    <a:pt x="129847" y="2093"/>
                    <a:pt x="131612" y="2096"/>
                    <a:pt x="133374" y="2096"/>
                  </a:cubicBezTo>
                  <a:cubicBezTo>
                    <a:pt x="135136" y="2096"/>
                    <a:pt x="136910" y="2108"/>
                    <a:pt x="138673" y="2120"/>
                  </a:cubicBezTo>
                  <a:cubicBezTo>
                    <a:pt x="139554" y="2120"/>
                    <a:pt x="140435" y="2131"/>
                    <a:pt x="141316" y="2143"/>
                  </a:cubicBezTo>
                  <a:cubicBezTo>
                    <a:pt x="141875" y="2155"/>
                    <a:pt x="142435" y="2143"/>
                    <a:pt x="142994" y="2167"/>
                  </a:cubicBezTo>
                  <a:lnTo>
                    <a:pt x="143923" y="2131"/>
                  </a:lnTo>
                  <a:cubicBezTo>
                    <a:pt x="144268" y="2120"/>
                    <a:pt x="144638" y="2120"/>
                    <a:pt x="144983" y="2096"/>
                  </a:cubicBezTo>
                  <a:cubicBezTo>
                    <a:pt x="145078" y="2096"/>
                    <a:pt x="145185" y="2084"/>
                    <a:pt x="145280" y="2084"/>
                  </a:cubicBezTo>
                  <a:lnTo>
                    <a:pt x="145340" y="2084"/>
                  </a:lnTo>
                  <a:lnTo>
                    <a:pt x="145340" y="2072"/>
                  </a:lnTo>
                  <a:cubicBezTo>
                    <a:pt x="145340" y="2001"/>
                    <a:pt x="145352" y="1917"/>
                    <a:pt x="145340" y="1846"/>
                  </a:cubicBezTo>
                  <a:cubicBezTo>
                    <a:pt x="145352" y="1512"/>
                    <a:pt x="145352" y="1191"/>
                    <a:pt x="145352" y="869"/>
                  </a:cubicBezTo>
                  <a:cubicBezTo>
                    <a:pt x="145352" y="631"/>
                    <a:pt x="145292" y="369"/>
                    <a:pt x="145352" y="131"/>
                  </a:cubicBezTo>
                  <a:cubicBezTo>
                    <a:pt x="134767" y="131"/>
                    <a:pt x="124183" y="96"/>
                    <a:pt x="113598" y="96"/>
                  </a:cubicBezTo>
                  <a:cubicBezTo>
                    <a:pt x="111811" y="94"/>
                    <a:pt x="110025" y="94"/>
                    <a:pt x="108238" y="94"/>
                  </a:cubicBezTo>
                  <a:cubicBezTo>
                    <a:pt x="96687" y="94"/>
                    <a:pt x="85140" y="114"/>
                    <a:pt x="73590" y="114"/>
                  </a:cubicBezTo>
                  <a:cubicBezTo>
                    <a:pt x="68024" y="114"/>
                    <a:pt x="62457" y="110"/>
                    <a:pt x="56888" y="96"/>
                  </a:cubicBezTo>
                  <a:cubicBezTo>
                    <a:pt x="50306" y="71"/>
                    <a:pt x="43711" y="35"/>
                    <a:pt x="37121" y="35"/>
                  </a:cubicBezTo>
                  <a:cubicBezTo>
                    <a:pt x="34212" y="35"/>
                    <a:pt x="31303" y="42"/>
                    <a:pt x="28397" y="60"/>
                  </a:cubicBezTo>
                  <a:cubicBezTo>
                    <a:pt x="24921" y="82"/>
                    <a:pt x="21448" y="92"/>
                    <a:pt x="17977" y="92"/>
                  </a:cubicBezTo>
                  <a:cubicBezTo>
                    <a:pt x="11984" y="92"/>
                    <a:pt x="5994" y="61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40"/>
            <p:cNvSpPr/>
            <p:nvPr/>
          </p:nvSpPr>
          <p:spPr>
            <a:xfrm>
              <a:off x="3158425" y="4608400"/>
              <a:ext cx="3659700" cy="66725"/>
            </a:xfrm>
            <a:custGeom>
              <a:avLst/>
              <a:gdLst/>
              <a:ahLst/>
              <a:cxnLst/>
              <a:rect l="l" t="t" r="r" b="b"/>
              <a:pathLst>
                <a:path w="146388" h="2669" extrusionOk="0">
                  <a:moveTo>
                    <a:pt x="346" y="204"/>
                  </a:moveTo>
                  <a:lnTo>
                    <a:pt x="346" y="204"/>
                  </a:lnTo>
                  <a:cubicBezTo>
                    <a:pt x="6438" y="273"/>
                    <a:pt x="12521" y="308"/>
                    <a:pt x="18603" y="308"/>
                  </a:cubicBezTo>
                  <a:cubicBezTo>
                    <a:pt x="21982" y="308"/>
                    <a:pt x="25361" y="297"/>
                    <a:pt x="28742" y="276"/>
                  </a:cubicBezTo>
                  <a:cubicBezTo>
                    <a:pt x="31750" y="253"/>
                    <a:pt x="34760" y="245"/>
                    <a:pt x="37772" y="245"/>
                  </a:cubicBezTo>
                  <a:cubicBezTo>
                    <a:pt x="44260" y="245"/>
                    <a:pt x="50752" y="283"/>
                    <a:pt x="57234" y="300"/>
                  </a:cubicBezTo>
                  <a:cubicBezTo>
                    <a:pt x="62940" y="317"/>
                    <a:pt x="68644" y="324"/>
                    <a:pt x="74349" y="324"/>
                  </a:cubicBezTo>
                  <a:cubicBezTo>
                    <a:pt x="86043" y="324"/>
                    <a:pt x="97734" y="298"/>
                    <a:pt x="109430" y="298"/>
                  </a:cubicBezTo>
                  <a:cubicBezTo>
                    <a:pt x="110934" y="298"/>
                    <a:pt x="112439" y="299"/>
                    <a:pt x="113943" y="300"/>
                  </a:cubicBezTo>
                  <a:cubicBezTo>
                    <a:pt x="124528" y="311"/>
                    <a:pt x="135112" y="335"/>
                    <a:pt x="145697" y="335"/>
                  </a:cubicBezTo>
                  <a:cubicBezTo>
                    <a:pt x="145637" y="585"/>
                    <a:pt x="145697" y="835"/>
                    <a:pt x="145697" y="1073"/>
                  </a:cubicBezTo>
                  <a:cubicBezTo>
                    <a:pt x="145697" y="1407"/>
                    <a:pt x="145697" y="1728"/>
                    <a:pt x="145685" y="2050"/>
                  </a:cubicBezTo>
                  <a:cubicBezTo>
                    <a:pt x="145697" y="2133"/>
                    <a:pt x="145685" y="2205"/>
                    <a:pt x="145673" y="2276"/>
                  </a:cubicBezTo>
                  <a:lnTo>
                    <a:pt x="145673" y="2300"/>
                  </a:lnTo>
                  <a:lnTo>
                    <a:pt x="145626" y="2300"/>
                  </a:lnTo>
                  <a:cubicBezTo>
                    <a:pt x="145542" y="2300"/>
                    <a:pt x="145423" y="2312"/>
                    <a:pt x="145328" y="2312"/>
                  </a:cubicBezTo>
                  <a:cubicBezTo>
                    <a:pt x="144971" y="2324"/>
                    <a:pt x="144614" y="2335"/>
                    <a:pt x="144268" y="2347"/>
                  </a:cubicBezTo>
                  <a:lnTo>
                    <a:pt x="143340" y="2371"/>
                  </a:lnTo>
                  <a:cubicBezTo>
                    <a:pt x="142780" y="2359"/>
                    <a:pt x="142220" y="2359"/>
                    <a:pt x="141661" y="2359"/>
                  </a:cubicBezTo>
                  <a:cubicBezTo>
                    <a:pt x="140780" y="2347"/>
                    <a:pt x="139899" y="2324"/>
                    <a:pt x="139018" y="2324"/>
                  </a:cubicBezTo>
                  <a:cubicBezTo>
                    <a:pt x="137255" y="2312"/>
                    <a:pt x="135481" y="2300"/>
                    <a:pt x="133719" y="2300"/>
                  </a:cubicBezTo>
                  <a:cubicBezTo>
                    <a:pt x="131957" y="2300"/>
                    <a:pt x="130192" y="2297"/>
                    <a:pt x="128427" y="2297"/>
                  </a:cubicBezTo>
                  <a:cubicBezTo>
                    <a:pt x="126662" y="2297"/>
                    <a:pt x="124897" y="2300"/>
                    <a:pt x="123135" y="2312"/>
                  </a:cubicBezTo>
                  <a:lnTo>
                    <a:pt x="121408" y="2324"/>
                  </a:lnTo>
                  <a:cubicBezTo>
                    <a:pt x="119113" y="2297"/>
                    <a:pt x="116812" y="2283"/>
                    <a:pt x="114513" y="2283"/>
                  </a:cubicBezTo>
                  <a:cubicBezTo>
                    <a:pt x="113747" y="2283"/>
                    <a:pt x="112982" y="2285"/>
                    <a:pt x="112217" y="2288"/>
                  </a:cubicBezTo>
                  <a:cubicBezTo>
                    <a:pt x="110574" y="2300"/>
                    <a:pt x="108942" y="2300"/>
                    <a:pt x="107299" y="2324"/>
                  </a:cubicBezTo>
                  <a:cubicBezTo>
                    <a:pt x="106502" y="2335"/>
                    <a:pt x="105692" y="2335"/>
                    <a:pt x="104882" y="2359"/>
                  </a:cubicBezTo>
                  <a:cubicBezTo>
                    <a:pt x="104775" y="2359"/>
                    <a:pt x="104680" y="2371"/>
                    <a:pt x="104573" y="2371"/>
                  </a:cubicBezTo>
                  <a:cubicBezTo>
                    <a:pt x="100897" y="2297"/>
                    <a:pt x="97221" y="2260"/>
                    <a:pt x="93545" y="2260"/>
                  </a:cubicBezTo>
                  <a:cubicBezTo>
                    <a:pt x="91339" y="2260"/>
                    <a:pt x="89133" y="2273"/>
                    <a:pt x="86928" y="2300"/>
                  </a:cubicBezTo>
                  <a:cubicBezTo>
                    <a:pt x="86071" y="2312"/>
                    <a:pt x="85213" y="2324"/>
                    <a:pt x="84356" y="2347"/>
                  </a:cubicBezTo>
                  <a:cubicBezTo>
                    <a:pt x="84189" y="2347"/>
                    <a:pt x="84023" y="2359"/>
                    <a:pt x="83844" y="2359"/>
                  </a:cubicBezTo>
                  <a:cubicBezTo>
                    <a:pt x="82355" y="2381"/>
                    <a:pt x="80869" y="2391"/>
                    <a:pt x="79383" y="2391"/>
                  </a:cubicBezTo>
                  <a:cubicBezTo>
                    <a:pt x="77672" y="2391"/>
                    <a:pt x="75962" y="2378"/>
                    <a:pt x="74248" y="2359"/>
                  </a:cubicBezTo>
                  <a:cubicBezTo>
                    <a:pt x="72737" y="2338"/>
                    <a:pt x="71213" y="2313"/>
                    <a:pt x="69692" y="2313"/>
                  </a:cubicBezTo>
                  <a:cubicBezTo>
                    <a:pt x="68636" y="2313"/>
                    <a:pt x="67581" y="2325"/>
                    <a:pt x="66532" y="2359"/>
                  </a:cubicBezTo>
                  <a:cubicBezTo>
                    <a:pt x="63699" y="2300"/>
                    <a:pt x="60853" y="2300"/>
                    <a:pt x="58019" y="2300"/>
                  </a:cubicBezTo>
                  <a:cubicBezTo>
                    <a:pt x="57215" y="2297"/>
                    <a:pt x="56411" y="2295"/>
                    <a:pt x="55605" y="2295"/>
                  </a:cubicBezTo>
                  <a:cubicBezTo>
                    <a:pt x="53406" y="2295"/>
                    <a:pt x="51203" y="2306"/>
                    <a:pt x="49006" y="2324"/>
                  </a:cubicBezTo>
                  <a:cubicBezTo>
                    <a:pt x="48304" y="2335"/>
                    <a:pt x="47601" y="2347"/>
                    <a:pt x="46911" y="2359"/>
                  </a:cubicBezTo>
                  <a:cubicBezTo>
                    <a:pt x="43713" y="2267"/>
                    <a:pt x="40503" y="2233"/>
                    <a:pt x="37293" y="2233"/>
                  </a:cubicBezTo>
                  <a:cubicBezTo>
                    <a:pt x="34684" y="2233"/>
                    <a:pt x="32074" y="2256"/>
                    <a:pt x="29468" y="2288"/>
                  </a:cubicBezTo>
                  <a:cubicBezTo>
                    <a:pt x="29135" y="2288"/>
                    <a:pt x="28813" y="2300"/>
                    <a:pt x="28480" y="2300"/>
                  </a:cubicBezTo>
                  <a:cubicBezTo>
                    <a:pt x="27313" y="2276"/>
                    <a:pt x="26146" y="2276"/>
                    <a:pt x="24991" y="2276"/>
                  </a:cubicBezTo>
                  <a:lnTo>
                    <a:pt x="19931" y="2276"/>
                  </a:lnTo>
                  <a:cubicBezTo>
                    <a:pt x="18634" y="2252"/>
                    <a:pt x="17324" y="2252"/>
                    <a:pt x="16038" y="2252"/>
                  </a:cubicBezTo>
                  <a:cubicBezTo>
                    <a:pt x="14371" y="2252"/>
                    <a:pt x="12716" y="2252"/>
                    <a:pt x="11049" y="2264"/>
                  </a:cubicBezTo>
                  <a:cubicBezTo>
                    <a:pt x="7727" y="2288"/>
                    <a:pt x="4406" y="2300"/>
                    <a:pt x="1084" y="2312"/>
                  </a:cubicBezTo>
                  <a:cubicBezTo>
                    <a:pt x="988" y="2312"/>
                    <a:pt x="619" y="2324"/>
                    <a:pt x="607" y="2324"/>
                  </a:cubicBezTo>
                  <a:cubicBezTo>
                    <a:pt x="560" y="2300"/>
                    <a:pt x="596" y="2038"/>
                    <a:pt x="596" y="2002"/>
                  </a:cubicBezTo>
                  <a:cubicBezTo>
                    <a:pt x="584" y="1800"/>
                    <a:pt x="572" y="1621"/>
                    <a:pt x="560" y="1407"/>
                  </a:cubicBezTo>
                  <a:cubicBezTo>
                    <a:pt x="548" y="1192"/>
                    <a:pt x="524" y="990"/>
                    <a:pt x="500" y="776"/>
                  </a:cubicBezTo>
                  <a:cubicBezTo>
                    <a:pt x="465" y="585"/>
                    <a:pt x="488" y="395"/>
                    <a:pt x="346" y="204"/>
                  </a:cubicBezTo>
                  <a:close/>
                  <a:moveTo>
                    <a:pt x="141492" y="1"/>
                  </a:moveTo>
                  <a:cubicBezTo>
                    <a:pt x="126720" y="1"/>
                    <a:pt x="111954" y="42"/>
                    <a:pt x="97183" y="42"/>
                  </a:cubicBezTo>
                  <a:cubicBezTo>
                    <a:pt x="94435" y="42"/>
                    <a:pt x="91688" y="41"/>
                    <a:pt x="88940" y="38"/>
                  </a:cubicBezTo>
                  <a:cubicBezTo>
                    <a:pt x="85791" y="34"/>
                    <a:pt x="82641" y="32"/>
                    <a:pt x="79491" y="32"/>
                  </a:cubicBezTo>
                  <a:cubicBezTo>
                    <a:pt x="63743" y="32"/>
                    <a:pt x="47988" y="73"/>
                    <a:pt x="32242" y="73"/>
                  </a:cubicBezTo>
                  <a:cubicBezTo>
                    <a:pt x="26628" y="73"/>
                    <a:pt x="21016" y="57"/>
                    <a:pt x="15406" y="57"/>
                  </a:cubicBezTo>
                  <a:cubicBezTo>
                    <a:pt x="10357" y="57"/>
                    <a:pt x="5310" y="70"/>
                    <a:pt x="262" y="121"/>
                  </a:cubicBezTo>
                  <a:cubicBezTo>
                    <a:pt x="155" y="133"/>
                    <a:pt x="155" y="204"/>
                    <a:pt x="250" y="216"/>
                  </a:cubicBezTo>
                  <a:lnTo>
                    <a:pt x="262" y="216"/>
                  </a:lnTo>
                  <a:cubicBezTo>
                    <a:pt x="167" y="371"/>
                    <a:pt x="131" y="538"/>
                    <a:pt x="131" y="716"/>
                  </a:cubicBezTo>
                  <a:cubicBezTo>
                    <a:pt x="119" y="907"/>
                    <a:pt x="95" y="1121"/>
                    <a:pt x="95" y="1312"/>
                  </a:cubicBezTo>
                  <a:lnTo>
                    <a:pt x="95" y="1871"/>
                  </a:lnTo>
                  <a:cubicBezTo>
                    <a:pt x="84" y="2038"/>
                    <a:pt x="0" y="2252"/>
                    <a:pt x="107" y="2407"/>
                  </a:cubicBezTo>
                  <a:cubicBezTo>
                    <a:pt x="167" y="2514"/>
                    <a:pt x="369" y="2562"/>
                    <a:pt x="596" y="2562"/>
                  </a:cubicBezTo>
                  <a:cubicBezTo>
                    <a:pt x="681" y="2564"/>
                    <a:pt x="767" y="2565"/>
                    <a:pt x="853" y="2565"/>
                  </a:cubicBezTo>
                  <a:cubicBezTo>
                    <a:pt x="1196" y="2565"/>
                    <a:pt x="1539" y="2550"/>
                    <a:pt x="1881" y="2550"/>
                  </a:cubicBezTo>
                  <a:lnTo>
                    <a:pt x="4537" y="2526"/>
                  </a:lnTo>
                  <a:cubicBezTo>
                    <a:pt x="8049" y="2502"/>
                    <a:pt x="11561" y="2514"/>
                    <a:pt x="15062" y="2478"/>
                  </a:cubicBezTo>
                  <a:lnTo>
                    <a:pt x="15931" y="2466"/>
                  </a:lnTo>
                  <a:cubicBezTo>
                    <a:pt x="17514" y="2490"/>
                    <a:pt x="19074" y="2502"/>
                    <a:pt x="20658" y="2502"/>
                  </a:cubicBezTo>
                  <a:lnTo>
                    <a:pt x="24980" y="2526"/>
                  </a:lnTo>
                  <a:cubicBezTo>
                    <a:pt x="25575" y="2526"/>
                    <a:pt x="26174" y="2530"/>
                    <a:pt x="26773" y="2530"/>
                  </a:cubicBezTo>
                  <a:cubicBezTo>
                    <a:pt x="27672" y="2530"/>
                    <a:pt x="28570" y="2521"/>
                    <a:pt x="29456" y="2478"/>
                  </a:cubicBezTo>
                  <a:cubicBezTo>
                    <a:pt x="29480" y="2478"/>
                    <a:pt x="29504" y="2478"/>
                    <a:pt x="29528" y="2466"/>
                  </a:cubicBezTo>
                  <a:cubicBezTo>
                    <a:pt x="30420" y="2475"/>
                    <a:pt x="31313" y="2483"/>
                    <a:pt x="32205" y="2483"/>
                  </a:cubicBezTo>
                  <a:cubicBezTo>
                    <a:pt x="32575" y="2483"/>
                    <a:pt x="32944" y="2482"/>
                    <a:pt x="33314" y="2478"/>
                  </a:cubicBezTo>
                  <a:cubicBezTo>
                    <a:pt x="35538" y="2487"/>
                    <a:pt x="37777" y="2510"/>
                    <a:pt x="40013" y="2510"/>
                  </a:cubicBezTo>
                  <a:cubicBezTo>
                    <a:pt x="40721" y="2510"/>
                    <a:pt x="41429" y="2508"/>
                    <a:pt x="42136" y="2502"/>
                  </a:cubicBezTo>
                  <a:cubicBezTo>
                    <a:pt x="43529" y="2490"/>
                    <a:pt x="44911" y="2490"/>
                    <a:pt x="46304" y="2490"/>
                  </a:cubicBezTo>
                  <a:cubicBezTo>
                    <a:pt x="46982" y="2514"/>
                    <a:pt x="47673" y="2526"/>
                    <a:pt x="48352" y="2526"/>
                  </a:cubicBezTo>
                  <a:cubicBezTo>
                    <a:pt x="49864" y="2538"/>
                    <a:pt x="51364" y="2538"/>
                    <a:pt x="52864" y="2538"/>
                  </a:cubicBezTo>
                  <a:cubicBezTo>
                    <a:pt x="55864" y="2550"/>
                    <a:pt x="58877" y="2562"/>
                    <a:pt x="61889" y="2574"/>
                  </a:cubicBezTo>
                  <a:cubicBezTo>
                    <a:pt x="63603" y="2574"/>
                    <a:pt x="65318" y="2562"/>
                    <a:pt x="67032" y="2538"/>
                  </a:cubicBezTo>
                  <a:cubicBezTo>
                    <a:pt x="67068" y="2538"/>
                    <a:pt x="67116" y="2538"/>
                    <a:pt x="67151" y="2526"/>
                  </a:cubicBezTo>
                  <a:cubicBezTo>
                    <a:pt x="69533" y="2550"/>
                    <a:pt x="71926" y="2574"/>
                    <a:pt x="74319" y="2609"/>
                  </a:cubicBezTo>
                  <a:cubicBezTo>
                    <a:pt x="75974" y="2639"/>
                    <a:pt x="77638" y="2669"/>
                    <a:pt x="79299" y="2669"/>
                  </a:cubicBezTo>
                  <a:cubicBezTo>
                    <a:pt x="80960" y="2669"/>
                    <a:pt x="82618" y="2639"/>
                    <a:pt x="84261" y="2550"/>
                  </a:cubicBezTo>
                  <a:cubicBezTo>
                    <a:pt x="84273" y="2552"/>
                    <a:pt x="84286" y="2553"/>
                    <a:pt x="84298" y="2553"/>
                  </a:cubicBezTo>
                  <a:cubicBezTo>
                    <a:pt x="84353" y="2553"/>
                    <a:pt x="84400" y="2532"/>
                    <a:pt x="84439" y="2502"/>
                  </a:cubicBezTo>
                  <a:lnTo>
                    <a:pt x="90940" y="2502"/>
                  </a:lnTo>
                  <a:cubicBezTo>
                    <a:pt x="94036" y="2502"/>
                    <a:pt x="97143" y="2514"/>
                    <a:pt x="100251" y="2538"/>
                  </a:cubicBezTo>
                  <a:cubicBezTo>
                    <a:pt x="102013" y="2562"/>
                    <a:pt x="103775" y="2550"/>
                    <a:pt x="105537" y="2562"/>
                  </a:cubicBezTo>
                  <a:cubicBezTo>
                    <a:pt x="105597" y="2562"/>
                    <a:pt x="105656" y="2550"/>
                    <a:pt x="105716" y="2514"/>
                  </a:cubicBezTo>
                  <a:lnTo>
                    <a:pt x="112205" y="2514"/>
                  </a:lnTo>
                  <a:cubicBezTo>
                    <a:pt x="115146" y="2514"/>
                    <a:pt x="118075" y="2502"/>
                    <a:pt x="121003" y="2490"/>
                  </a:cubicBezTo>
                  <a:cubicBezTo>
                    <a:pt x="121504" y="2490"/>
                    <a:pt x="121992" y="2502"/>
                    <a:pt x="122492" y="2502"/>
                  </a:cubicBezTo>
                  <a:cubicBezTo>
                    <a:pt x="124254" y="2514"/>
                    <a:pt x="126028" y="2526"/>
                    <a:pt x="127790" y="2538"/>
                  </a:cubicBezTo>
                  <a:lnTo>
                    <a:pt x="138375" y="2597"/>
                  </a:lnTo>
                  <a:lnTo>
                    <a:pt x="141256" y="2597"/>
                  </a:lnTo>
                  <a:cubicBezTo>
                    <a:pt x="141720" y="2597"/>
                    <a:pt x="142197" y="2603"/>
                    <a:pt x="142673" y="2603"/>
                  </a:cubicBezTo>
                  <a:cubicBezTo>
                    <a:pt x="143149" y="2603"/>
                    <a:pt x="143625" y="2597"/>
                    <a:pt x="144090" y="2574"/>
                  </a:cubicBezTo>
                  <a:lnTo>
                    <a:pt x="145733" y="2574"/>
                  </a:lnTo>
                  <a:cubicBezTo>
                    <a:pt x="146114" y="2562"/>
                    <a:pt x="146352" y="2490"/>
                    <a:pt x="146364" y="2312"/>
                  </a:cubicBezTo>
                  <a:cubicBezTo>
                    <a:pt x="146388" y="1943"/>
                    <a:pt x="146388" y="1585"/>
                    <a:pt x="146340" y="1216"/>
                  </a:cubicBezTo>
                  <a:cubicBezTo>
                    <a:pt x="146328" y="1038"/>
                    <a:pt x="146328" y="859"/>
                    <a:pt x="146316" y="681"/>
                  </a:cubicBezTo>
                  <a:cubicBezTo>
                    <a:pt x="146316" y="526"/>
                    <a:pt x="146280" y="383"/>
                    <a:pt x="146233" y="252"/>
                  </a:cubicBezTo>
                  <a:cubicBezTo>
                    <a:pt x="146352" y="145"/>
                    <a:pt x="146257" y="2"/>
                    <a:pt x="145935" y="2"/>
                  </a:cubicBezTo>
                  <a:cubicBezTo>
                    <a:pt x="144454" y="1"/>
                    <a:pt x="142973" y="1"/>
                    <a:pt x="1414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8" name="Google Shape;1788;p40"/>
          <p:cNvGrpSpPr/>
          <p:nvPr/>
        </p:nvGrpSpPr>
        <p:grpSpPr>
          <a:xfrm rot="3321863">
            <a:off x="1630458" y="3949211"/>
            <a:ext cx="903022" cy="817930"/>
            <a:chOff x="97150" y="125625"/>
            <a:chExt cx="545475" cy="494050"/>
          </a:xfrm>
        </p:grpSpPr>
        <p:sp>
          <p:nvSpPr>
            <p:cNvPr id="1789" name="Google Shape;1789;p40"/>
            <p:cNvSpPr/>
            <p:nvPr/>
          </p:nvSpPr>
          <p:spPr>
            <a:xfrm>
              <a:off x="112200" y="541325"/>
              <a:ext cx="518525" cy="69375"/>
            </a:xfrm>
            <a:custGeom>
              <a:avLst/>
              <a:gdLst/>
              <a:ahLst/>
              <a:cxnLst/>
              <a:rect l="l" t="t" r="r" b="b"/>
              <a:pathLst>
                <a:path w="20741" h="2775" extrusionOk="0">
                  <a:moveTo>
                    <a:pt x="20646" y="1"/>
                  </a:moveTo>
                  <a:cubicBezTo>
                    <a:pt x="20646" y="48"/>
                    <a:pt x="20610" y="96"/>
                    <a:pt x="20550" y="108"/>
                  </a:cubicBezTo>
                  <a:cubicBezTo>
                    <a:pt x="19824" y="227"/>
                    <a:pt x="19086" y="274"/>
                    <a:pt x="18348" y="346"/>
                  </a:cubicBezTo>
                  <a:cubicBezTo>
                    <a:pt x="17609" y="417"/>
                    <a:pt x="16871" y="489"/>
                    <a:pt x="16145" y="572"/>
                  </a:cubicBezTo>
                  <a:lnTo>
                    <a:pt x="8287" y="1394"/>
                  </a:lnTo>
                  <a:cubicBezTo>
                    <a:pt x="6977" y="1525"/>
                    <a:pt x="5667" y="1656"/>
                    <a:pt x="4346" y="1787"/>
                  </a:cubicBezTo>
                  <a:cubicBezTo>
                    <a:pt x="3120" y="1906"/>
                    <a:pt x="1881" y="2037"/>
                    <a:pt x="643" y="2084"/>
                  </a:cubicBezTo>
                  <a:lnTo>
                    <a:pt x="583" y="2084"/>
                  </a:lnTo>
                  <a:cubicBezTo>
                    <a:pt x="393" y="2310"/>
                    <a:pt x="191" y="2537"/>
                    <a:pt x="0" y="2775"/>
                  </a:cubicBezTo>
                  <a:cubicBezTo>
                    <a:pt x="1143" y="2644"/>
                    <a:pt x="2298" y="2549"/>
                    <a:pt x="3441" y="2465"/>
                  </a:cubicBezTo>
                  <a:cubicBezTo>
                    <a:pt x="3429" y="2406"/>
                    <a:pt x="3417" y="2346"/>
                    <a:pt x="3417" y="2287"/>
                  </a:cubicBezTo>
                  <a:cubicBezTo>
                    <a:pt x="3417" y="2227"/>
                    <a:pt x="3465" y="2191"/>
                    <a:pt x="3512" y="2179"/>
                  </a:cubicBezTo>
                  <a:cubicBezTo>
                    <a:pt x="3519" y="2178"/>
                    <a:pt x="3525" y="2177"/>
                    <a:pt x="3531" y="2177"/>
                  </a:cubicBezTo>
                  <a:cubicBezTo>
                    <a:pt x="3572" y="2177"/>
                    <a:pt x="3609" y="2210"/>
                    <a:pt x="3620" y="2251"/>
                  </a:cubicBezTo>
                  <a:lnTo>
                    <a:pt x="3655" y="2441"/>
                  </a:lnTo>
                  <a:cubicBezTo>
                    <a:pt x="3882" y="2429"/>
                    <a:pt x="4096" y="2418"/>
                    <a:pt x="4322" y="2394"/>
                  </a:cubicBezTo>
                  <a:cubicBezTo>
                    <a:pt x="4322" y="2322"/>
                    <a:pt x="4334" y="2239"/>
                    <a:pt x="4346" y="2168"/>
                  </a:cubicBezTo>
                  <a:cubicBezTo>
                    <a:pt x="4356" y="2120"/>
                    <a:pt x="4395" y="2098"/>
                    <a:pt x="4435" y="2098"/>
                  </a:cubicBezTo>
                  <a:cubicBezTo>
                    <a:pt x="4485" y="2098"/>
                    <a:pt x="4536" y="2132"/>
                    <a:pt x="4536" y="2191"/>
                  </a:cubicBezTo>
                  <a:cubicBezTo>
                    <a:pt x="4536" y="2251"/>
                    <a:pt x="4536" y="2310"/>
                    <a:pt x="4536" y="2382"/>
                  </a:cubicBezTo>
                  <a:lnTo>
                    <a:pt x="4596" y="2382"/>
                  </a:lnTo>
                  <a:lnTo>
                    <a:pt x="5691" y="2287"/>
                  </a:lnTo>
                  <a:cubicBezTo>
                    <a:pt x="5691" y="2275"/>
                    <a:pt x="5691" y="2263"/>
                    <a:pt x="5691" y="2251"/>
                  </a:cubicBezTo>
                  <a:cubicBezTo>
                    <a:pt x="5679" y="2215"/>
                    <a:pt x="5679" y="2179"/>
                    <a:pt x="5667" y="2156"/>
                  </a:cubicBezTo>
                  <a:lnTo>
                    <a:pt x="5644" y="2108"/>
                  </a:lnTo>
                  <a:cubicBezTo>
                    <a:pt x="5620" y="2072"/>
                    <a:pt x="5632" y="2025"/>
                    <a:pt x="5667" y="2001"/>
                  </a:cubicBezTo>
                  <a:cubicBezTo>
                    <a:pt x="5679" y="1989"/>
                    <a:pt x="5700" y="1983"/>
                    <a:pt x="5721" y="1983"/>
                  </a:cubicBezTo>
                  <a:cubicBezTo>
                    <a:pt x="5742" y="1983"/>
                    <a:pt x="5763" y="1989"/>
                    <a:pt x="5775" y="2001"/>
                  </a:cubicBezTo>
                  <a:cubicBezTo>
                    <a:pt x="5822" y="2048"/>
                    <a:pt x="5870" y="2096"/>
                    <a:pt x="5882" y="2168"/>
                  </a:cubicBezTo>
                  <a:cubicBezTo>
                    <a:pt x="5894" y="2191"/>
                    <a:pt x="5906" y="2227"/>
                    <a:pt x="5906" y="2263"/>
                  </a:cubicBezTo>
                  <a:lnTo>
                    <a:pt x="6727" y="2191"/>
                  </a:lnTo>
                  <a:cubicBezTo>
                    <a:pt x="6727" y="2179"/>
                    <a:pt x="6715" y="2168"/>
                    <a:pt x="6715" y="2156"/>
                  </a:cubicBezTo>
                  <a:cubicBezTo>
                    <a:pt x="6715" y="2156"/>
                    <a:pt x="6727" y="2156"/>
                    <a:pt x="6715" y="2144"/>
                  </a:cubicBezTo>
                  <a:cubicBezTo>
                    <a:pt x="6703" y="2120"/>
                    <a:pt x="6703" y="2108"/>
                    <a:pt x="6703" y="2096"/>
                  </a:cubicBezTo>
                  <a:cubicBezTo>
                    <a:pt x="6703" y="2084"/>
                    <a:pt x="6691" y="2072"/>
                    <a:pt x="6691" y="2060"/>
                  </a:cubicBezTo>
                  <a:cubicBezTo>
                    <a:pt x="6679" y="2060"/>
                    <a:pt x="6679" y="2048"/>
                    <a:pt x="6668" y="2048"/>
                  </a:cubicBezTo>
                  <a:cubicBezTo>
                    <a:pt x="6656" y="2025"/>
                    <a:pt x="6644" y="2001"/>
                    <a:pt x="6644" y="1977"/>
                  </a:cubicBezTo>
                  <a:cubicBezTo>
                    <a:pt x="6644" y="1953"/>
                    <a:pt x="6656" y="1929"/>
                    <a:pt x="6668" y="1906"/>
                  </a:cubicBezTo>
                  <a:cubicBezTo>
                    <a:pt x="6679" y="1894"/>
                    <a:pt x="6703" y="1882"/>
                    <a:pt x="6715" y="1870"/>
                  </a:cubicBezTo>
                  <a:lnTo>
                    <a:pt x="6763" y="1870"/>
                  </a:lnTo>
                  <a:cubicBezTo>
                    <a:pt x="6775" y="1882"/>
                    <a:pt x="6787" y="1882"/>
                    <a:pt x="6799" y="1894"/>
                  </a:cubicBezTo>
                  <a:cubicBezTo>
                    <a:pt x="6846" y="1918"/>
                    <a:pt x="6882" y="1953"/>
                    <a:pt x="6906" y="2001"/>
                  </a:cubicBezTo>
                  <a:cubicBezTo>
                    <a:pt x="6918" y="2025"/>
                    <a:pt x="6930" y="2048"/>
                    <a:pt x="6941" y="2072"/>
                  </a:cubicBezTo>
                  <a:cubicBezTo>
                    <a:pt x="6953" y="2108"/>
                    <a:pt x="6953" y="2132"/>
                    <a:pt x="6953" y="2156"/>
                  </a:cubicBezTo>
                  <a:cubicBezTo>
                    <a:pt x="6953" y="2168"/>
                    <a:pt x="6953" y="2168"/>
                    <a:pt x="6953" y="2179"/>
                  </a:cubicBezTo>
                  <a:lnTo>
                    <a:pt x="7906" y="2096"/>
                  </a:lnTo>
                  <a:cubicBezTo>
                    <a:pt x="7894" y="2072"/>
                    <a:pt x="7894" y="2060"/>
                    <a:pt x="7882" y="2037"/>
                  </a:cubicBezTo>
                  <a:cubicBezTo>
                    <a:pt x="7882" y="2013"/>
                    <a:pt x="7870" y="1989"/>
                    <a:pt x="7870" y="1965"/>
                  </a:cubicBezTo>
                  <a:cubicBezTo>
                    <a:pt x="7858" y="1941"/>
                    <a:pt x="7846" y="1929"/>
                    <a:pt x="7846" y="1906"/>
                  </a:cubicBezTo>
                  <a:cubicBezTo>
                    <a:pt x="7834" y="1870"/>
                    <a:pt x="7846" y="1834"/>
                    <a:pt x="7882" y="1822"/>
                  </a:cubicBezTo>
                  <a:cubicBezTo>
                    <a:pt x="7888" y="1819"/>
                    <a:pt x="7896" y="1818"/>
                    <a:pt x="7903" y="1818"/>
                  </a:cubicBezTo>
                  <a:cubicBezTo>
                    <a:pt x="7924" y="1818"/>
                    <a:pt x="7948" y="1829"/>
                    <a:pt x="7965" y="1846"/>
                  </a:cubicBezTo>
                  <a:cubicBezTo>
                    <a:pt x="7977" y="1870"/>
                    <a:pt x="7989" y="1894"/>
                    <a:pt x="8001" y="1918"/>
                  </a:cubicBezTo>
                  <a:lnTo>
                    <a:pt x="8037" y="1965"/>
                  </a:lnTo>
                  <a:cubicBezTo>
                    <a:pt x="8049" y="1989"/>
                    <a:pt x="8073" y="2001"/>
                    <a:pt x="8084" y="2025"/>
                  </a:cubicBezTo>
                  <a:cubicBezTo>
                    <a:pt x="8096" y="2037"/>
                    <a:pt x="8096" y="2060"/>
                    <a:pt x="8096" y="2072"/>
                  </a:cubicBezTo>
                  <a:lnTo>
                    <a:pt x="8811" y="2013"/>
                  </a:lnTo>
                  <a:cubicBezTo>
                    <a:pt x="8799" y="1953"/>
                    <a:pt x="8787" y="1894"/>
                    <a:pt x="8775" y="1834"/>
                  </a:cubicBezTo>
                  <a:cubicBezTo>
                    <a:pt x="8763" y="1810"/>
                    <a:pt x="8775" y="1787"/>
                    <a:pt x="8799" y="1775"/>
                  </a:cubicBezTo>
                  <a:cubicBezTo>
                    <a:pt x="8823" y="1775"/>
                    <a:pt x="8846" y="1775"/>
                    <a:pt x="8858" y="1798"/>
                  </a:cubicBezTo>
                  <a:cubicBezTo>
                    <a:pt x="8894" y="1870"/>
                    <a:pt x="8918" y="1929"/>
                    <a:pt x="8954" y="2001"/>
                  </a:cubicBezTo>
                  <a:lnTo>
                    <a:pt x="9787" y="1929"/>
                  </a:lnTo>
                  <a:lnTo>
                    <a:pt x="9787" y="1906"/>
                  </a:lnTo>
                  <a:cubicBezTo>
                    <a:pt x="9775" y="1858"/>
                    <a:pt x="9763" y="1822"/>
                    <a:pt x="9751" y="1775"/>
                  </a:cubicBezTo>
                  <a:cubicBezTo>
                    <a:pt x="9751" y="1751"/>
                    <a:pt x="9763" y="1715"/>
                    <a:pt x="9787" y="1703"/>
                  </a:cubicBezTo>
                  <a:cubicBezTo>
                    <a:pt x="9797" y="1700"/>
                    <a:pt x="9806" y="1699"/>
                    <a:pt x="9815" y="1699"/>
                  </a:cubicBezTo>
                  <a:cubicBezTo>
                    <a:pt x="9840" y="1699"/>
                    <a:pt x="9862" y="1710"/>
                    <a:pt x="9870" y="1727"/>
                  </a:cubicBezTo>
                  <a:cubicBezTo>
                    <a:pt x="9894" y="1763"/>
                    <a:pt x="9906" y="1810"/>
                    <a:pt x="9930" y="1846"/>
                  </a:cubicBezTo>
                  <a:lnTo>
                    <a:pt x="9978" y="1918"/>
                  </a:lnTo>
                  <a:lnTo>
                    <a:pt x="10954" y="1834"/>
                  </a:lnTo>
                  <a:cubicBezTo>
                    <a:pt x="10942" y="1775"/>
                    <a:pt x="10942" y="1727"/>
                    <a:pt x="10942" y="1667"/>
                  </a:cubicBezTo>
                  <a:cubicBezTo>
                    <a:pt x="10942" y="1644"/>
                    <a:pt x="10954" y="1620"/>
                    <a:pt x="10990" y="1608"/>
                  </a:cubicBezTo>
                  <a:cubicBezTo>
                    <a:pt x="10996" y="1605"/>
                    <a:pt x="11003" y="1603"/>
                    <a:pt x="11011" y="1603"/>
                  </a:cubicBezTo>
                  <a:cubicBezTo>
                    <a:pt x="11031" y="1603"/>
                    <a:pt x="11052" y="1614"/>
                    <a:pt x="11061" y="1632"/>
                  </a:cubicBezTo>
                  <a:cubicBezTo>
                    <a:pt x="11085" y="1691"/>
                    <a:pt x="11097" y="1739"/>
                    <a:pt x="11121" y="1787"/>
                  </a:cubicBezTo>
                  <a:cubicBezTo>
                    <a:pt x="11121" y="1798"/>
                    <a:pt x="11132" y="1810"/>
                    <a:pt x="11132" y="1810"/>
                  </a:cubicBezTo>
                  <a:lnTo>
                    <a:pt x="11966" y="1739"/>
                  </a:lnTo>
                  <a:cubicBezTo>
                    <a:pt x="11966" y="1731"/>
                    <a:pt x="11966" y="1723"/>
                    <a:pt x="11966" y="1715"/>
                  </a:cubicBezTo>
                  <a:cubicBezTo>
                    <a:pt x="11966" y="1679"/>
                    <a:pt x="11966" y="1644"/>
                    <a:pt x="11966" y="1620"/>
                  </a:cubicBezTo>
                  <a:cubicBezTo>
                    <a:pt x="11966" y="1608"/>
                    <a:pt x="11966" y="1608"/>
                    <a:pt x="11966" y="1608"/>
                  </a:cubicBezTo>
                  <a:lnTo>
                    <a:pt x="11966" y="1584"/>
                  </a:lnTo>
                  <a:cubicBezTo>
                    <a:pt x="11966" y="1560"/>
                    <a:pt x="11966" y="1548"/>
                    <a:pt x="11954" y="1537"/>
                  </a:cubicBezTo>
                  <a:cubicBezTo>
                    <a:pt x="11945" y="1502"/>
                    <a:pt x="11974" y="1474"/>
                    <a:pt x="12003" y="1474"/>
                  </a:cubicBezTo>
                  <a:cubicBezTo>
                    <a:pt x="12015" y="1474"/>
                    <a:pt x="12027" y="1479"/>
                    <a:pt x="12037" y="1489"/>
                  </a:cubicBezTo>
                  <a:cubicBezTo>
                    <a:pt x="12097" y="1560"/>
                    <a:pt x="12133" y="1632"/>
                    <a:pt x="12156" y="1727"/>
                  </a:cubicBezTo>
                  <a:cubicBezTo>
                    <a:pt x="12359" y="1703"/>
                    <a:pt x="12573" y="1691"/>
                    <a:pt x="12787" y="1667"/>
                  </a:cubicBezTo>
                  <a:lnTo>
                    <a:pt x="12966" y="1644"/>
                  </a:lnTo>
                  <a:lnTo>
                    <a:pt x="12966" y="1572"/>
                  </a:lnTo>
                  <a:lnTo>
                    <a:pt x="12990" y="1394"/>
                  </a:lnTo>
                  <a:cubicBezTo>
                    <a:pt x="12990" y="1382"/>
                    <a:pt x="13002" y="1358"/>
                    <a:pt x="13026" y="1358"/>
                  </a:cubicBezTo>
                  <a:cubicBezTo>
                    <a:pt x="13049" y="1358"/>
                    <a:pt x="13073" y="1370"/>
                    <a:pt x="13073" y="1394"/>
                  </a:cubicBezTo>
                  <a:cubicBezTo>
                    <a:pt x="13085" y="1441"/>
                    <a:pt x="13109" y="1501"/>
                    <a:pt x="13121" y="1548"/>
                  </a:cubicBezTo>
                  <a:cubicBezTo>
                    <a:pt x="13121" y="1584"/>
                    <a:pt x="13133" y="1608"/>
                    <a:pt x="13133" y="1632"/>
                  </a:cubicBezTo>
                  <a:lnTo>
                    <a:pt x="13942" y="1548"/>
                  </a:lnTo>
                  <a:cubicBezTo>
                    <a:pt x="13942" y="1537"/>
                    <a:pt x="13942" y="1525"/>
                    <a:pt x="13942" y="1513"/>
                  </a:cubicBezTo>
                  <a:cubicBezTo>
                    <a:pt x="13942" y="1477"/>
                    <a:pt x="13942" y="1441"/>
                    <a:pt x="13942" y="1394"/>
                  </a:cubicBezTo>
                  <a:cubicBezTo>
                    <a:pt x="13942" y="1382"/>
                    <a:pt x="13930" y="1358"/>
                    <a:pt x="13930" y="1334"/>
                  </a:cubicBezTo>
                  <a:cubicBezTo>
                    <a:pt x="13922" y="1271"/>
                    <a:pt x="13967" y="1234"/>
                    <a:pt x="14012" y="1234"/>
                  </a:cubicBezTo>
                  <a:cubicBezTo>
                    <a:pt x="14035" y="1234"/>
                    <a:pt x="14057" y="1243"/>
                    <a:pt x="14073" y="1263"/>
                  </a:cubicBezTo>
                  <a:cubicBezTo>
                    <a:pt x="14109" y="1322"/>
                    <a:pt x="14133" y="1382"/>
                    <a:pt x="14145" y="1441"/>
                  </a:cubicBezTo>
                  <a:cubicBezTo>
                    <a:pt x="14157" y="1465"/>
                    <a:pt x="14169" y="1501"/>
                    <a:pt x="14169" y="1525"/>
                  </a:cubicBezTo>
                  <a:lnTo>
                    <a:pt x="14169" y="1537"/>
                  </a:lnTo>
                  <a:lnTo>
                    <a:pt x="15133" y="1441"/>
                  </a:lnTo>
                  <a:cubicBezTo>
                    <a:pt x="15133" y="1417"/>
                    <a:pt x="15133" y="1406"/>
                    <a:pt x="15133" y="1382"/>
                  </a:cubicBezTo>
                  <a:cubicBezTo>
                    <a:pt x="15133" y="1358"/>
                    <a:pt x="15133" y="1322"/>
                    <a:pt x="15133" y="1286"/>
                  </a:cubicBezTo>
                  <a:cubicBezTo>
                    <a:pt x="15145" y="1263"/>
                    <a:pt x="15145" y="1227"/>
                    <a:pt x="15157" y="1203"/>
                  </a:cubicBezTo>
                  <a:cubicBezTo>
                    <a:pt x="15169" y="1167"/>
                    <a:pt x="15169" y="1144"/>
                    <a:pt x="15169" y="1120"/>
                  </a:cubicBezTo>
                  <a:cubicBezTo>
                    <a:pt x="15181" y="1096"/>
                    <a:pt x="15204" y="1084"/>
                    <a:pt x="15228" y="1084"/>
                  </a:cubicBezTo>
                  <a:cubicBezTo>
                    <a:pt x="15252" y="1084"/>
                    <a:pt x="15264" y="1108"/>
                    <a:pt x="15264" y="1132"/>
                  </a:cubicBezTo>
                  <a:cubicBezTo>
                    <a:pt x="15264" y="1156"/>
                    <a:pt x="15264" y="1179"/>
                    <a:pt x="15264" y="1203"/>
                  </a:cubicBezTo>
                  <a:cubicBezTo>
                    <a:pt x="15264" y="1227"/>
                    <a:pt x="15276" y="1263"/>
                    <a:pt x="15288" y="1286"/>
                  </a:cubicBezTo>
                  <a:cubicBezTo>
                    <a:pt x="15288" y="1298"/>
                    <a:pt x="15288" y="1310"/>
                    <a:pt x="15300" y="1322"/>
                  </a:cubicBezTo>
                  <a:lnTo>
                    <a:pt x="15300" y="1346"/>
                  </a:lnTo>
                  <a:cubicBezTo>
                    <a:pt x="15300" y="1358"/>
                    <a:pt x="15300" y="1358"/>
                    <a:pt x="15300" y="1358"/>
                  </a:cubicBezTo>
                  <a:cubicBezTo>
                    <a:pt x="15300" y="1370"/>
                    <a:pt x="15312" y="1382"/>
                    <a:pt x="15312" y="1394"/>
                  </a:cubicBezTo>
                  <a:cubicBezTo>
                    <a:pt x="15312" y="1406"/>
                    <a:pt x="15312" y="1417"/>
                    <a:pt x="15312" y="1417"/>
                  </a:cubicBezTo>
                  <a:lnTo>
                    <a:pt x="16288" y="1322"/>
                  </a:lnTo>
                  <a:cubicBezTo>
                    <a:pt x="16288" y="1298"/>
                    <a:pt x="16288" y="1286"/>
                    <a:pt x="16288" y="1263"/>
                  </a:cubicBezTo>
                  <a:cubicBezTo>
                    <a:pt x="16288" y="1215"/>
                    <a:pt x="16288" y="1167"/>
                    <a:pt x="16276" y="1132"/>
                  </a:cubicBezTo>
                  <a:cubicBezTo>
                    <a:pt x="16267" y="1123"/>
                    <a:pt x="16277" y="1115"/>
                    <a:pt x="16287" y="1115"/>
                  </a:cubicBezTo>
                  <a:cubicBezTo>
                    <a:pt x="16292" y="1115"/>
                    <a:pt x="16296" y="1116"/>
                    <a:pt x="16300" y="1120"/>
                  </a:cubicBezTo>
                  <a:cubicBezTo>
                    <a:pt x="16324" y="1167"/>
                    <a:pt x="16335" y="1203"/>
                    <a:pt x="16347" y="1251"/>
                  </a:cubicBezTo>
                  <a:lnTo>
                    <a:pt x="16347" y="1322"/>
                  </a:lnTo>
                  <a:lnTo>
                    <a:pt x="16883" y="1263"/>
                  </a:lnTo>
                  <a:lnTo>
                    <a:pt x="16990" y="1251"/>
                  </a:lnTo>
                  <a:cubicBezTo>
                    <a:pt x="16990" y="1227"/>
                    <a:pt x="16990" y="1203"/>
                    <a:pt x="17002" y="1191"/>
                  </a:cubicBezTo>
                  <a:cubicBezTo>
                    <a:pt x="17002" y="1167"/>
                    <a:pt x="17014" y="1144"/>
                    <a:pt x="17026" y="1132"/>
                  </a:cubicBezTo>
                  <a:lnTo>
                    <a:pt x="17050" y="1096"/>
                  </a:lnTo>
                  <a:cubicBezTo>
                    <a:pt x="17050" y="1084"/>
                    <a:pt x="17062" y="1072"/>
                    <a:pt x="17062" y="1060"/>
                  </a:cubicBezTo>
                  <a:cubicBezTo>
                    <a:pt x="17067" y="1033"/>
                    <a:pt x="17085" y="1021"/>
                    <a:pt x="17103" y="1021"/>
                  </a:cubicBezTo>
                  <a:cubicBezTo>
                    <a:pt x="17126" y="1021"/>
                    <a:pt x="17150" y="1039"/>
                    <a:pt x="17157" y="1072"/>
                  </a:cubicBezTo>
                  <a:lnTo>
                    <a:pt x="17157" y="1084"/>
                  </a:lnTo>
                  <a:lnTo>
                    <a:pt x="17169" y="1120"/>
                  </a:lnTo>
                  <a:cubicBezTo>
                    <a:pt x="17181" y="1132"/>
                    <a:pt x="17181" y="1144"/>
                    <a:pt x="17193" y="1156"/>
                  </a:cubicBezTo>
                  <a:cubicBezTo>
                    <a:pt x="17193" y="1167"/>
                    <a:pt x="17193" y="1179"/>
                    <a:pt x="17205" y="1191"/>
                  </a:cubicBezTo>
                  <a:lnTo>
                    <a:pt x="17205" y="1203"/>
                  </a:lnTo>
                  <a:lnTo>
                    <a:pt x="17205" y="1227"/>
                  </a:lnTo>
                  <a:lnTo>
                    <a:pt x="18133" y="1132"/>
                  </a:lnTo>
                  <a:cubicBezTo>
                    <a:pt x="18133" y="1120"/>
                    <a:pt x="18133" y="1108"/>
                    <a:pt x="18133" y="1096"/>
                  </a:cubicBezTo>
                  <a:cubicBezTo>
                    <a:pt x="18133" y="1048"/>
                    <a:pt x="18145" y="1001"/>
                    <a:pt x="18169" y="965"/>
                  </a:cubicBezTo>
                  <a:cubicBezTo>
                    <a:pt x="18169" y="929"/>
                    <a:pt x="18205" y="917"/>
                    <a:pt x="18229" y="917"/>
                  </a:cubicBezTo>
                  <a:cubicBezTo>
                    <a:pt x="18264" y="917"/>
                    <a:pt x="18300" y="941"/>
                    <a:pt x="18288" y="989"/>
                  </a:cubicBezTo>
                  <a:lnTo>
                    <a:pt x="18288" y="1001"/>
                  </a:lnTo>
                  <a:cubicBezTo>
                    <a:pt x="18288" y="1013"/>
                    <a:pt x="18288" y="1013"/>
                    <a:pt x="18288" y="1036"/>
                  </a:cubicBezTo>
                  <a:cubicBezTo>
                    <a:pt x="18300" y="1060"/>
                    <a:pt x="18312" y="1084"/>
                    <a:pt x="18312" y="1108"/>
                  </a:cubicBezTo>
                  <a:lnTo>
                    <a:pt x="18312" y="1120"/>
                  </a:lnTo>
                  <a:lnTo>
                    <a:pt x="19133" y="1036"/>
                  </a:lnTo>
                  <a:cubicBezTo>
                    <a:pt x="19122" y="1025"/>
                    <a:pt x="19122" y="1001"/>
                    <a:pt x="19122" y="989"/>
                  </a:cubicBezTo>
                  <a:cubicBezTo>
                    <a:pt x="19110" y="929"/>
                    <a:pt x="19122" y="882"/>
                    <a:pt x="19133" y="834"/>
                  </a:cubicBezTo>
                  <a:cubicBezTo>
                    <a:pt x="19143" y="815"/>
                    <a:pt x="19161" y="795"/>
                    <a:pt x="19180" y="795"/>
                  </a:cubicBezTo>
                  <a:cubicBezTo>
                    <a:pt x="19184" y="795"/>
                    <a:pt x="19189" y="796"/>
                    <a:pt x="19193" y="798"/>
                  </a:cubicBezTo>
                  <a:cubicBezTo>
                    <a:pt x="19229" y="798"/>
                    <a:pt x="19252" y="822"/>
                    <a:pt x="19252" y="846"/>
                  </a:cubicBezTo>
                  <a:cubicBezTo>
                    <a:pt x="19241" y="858"/>
                    <a:pt x="19241" y="870"/>
                    <a:pt x="19252" y="882"/>
                  </a:cubicBezTo>
                  <a:cubicBezTo>
                    <a:pt x="19241" y="894"/>
                    <a:pt x="19241" y="894"/>
                    <a:pt x="19252" y="905"/>
                  </a:cubicBezTo>
                  <a:cubicBezTo>
                    <a:pt x="19252" y="917"/>
                    <a:pt x="19252" y="941"/>
                    <a:pt x="19264" y="965"/>
                  </a:cubicBezTo>
                  <a:cubicBezTo>
                    <a:pt x="19264" y="965"/>
                    <a:pt x="19264" y="977"/>
                    <a:pt x="19276" y="989"/>
                  </a:cubicBezTo>
                  <a:cubicBezTo>
                    <a:pt x="19276" y="1001"/>
                    <a:pt x="19288" y="1013"/>
                    <a:pt x="19288" y="1013"/>
                  </a:cubicBezTo>
                  <a:lnTo>
                    <a:pt x="19884" y="965"/>
                  </a:lnTo>
                  <a:cubicBezTo>
                    <a:pt x="19884" y="941"/>
                    <a:pt x="19884" y="929"/>
                    <a:pt x="19884" y="917"/>
                  </a:cubicBezTo>
                  <a:cubicBezTo>
                    <a:pt x="19895" y="834"/>
                    <a:pt x="19907" y="763"/>
                    <a:pt x="19931" y="679"/>
                  </a:cubicBezTo>
                  <a:cubicBezTo>
                    <a:pt x="19931" y="667"/>
                    <a:pt x="19955" y="644"/>
                    <a:pt x="19979" y="644"/>
                  </a:cubicBezTo>
                  <a:cubicBezTo>
                    <a:pt x="19991" y="644"/>
                    <a:pt x="20014" y="667"/>
                    <a:pt x="20026" y="679"/>
                  </a:cubicBezTo>
                  <a:cubicBezTo>
                    <a:pt x="20038" y="763"/>
                    <a:pt x="20050" y="834"/>
                    <a:pt x="20062" y="917"/>
                  </a:cubicBezTo>
                  <a:cubicBezTo>
                    <a:pt x="20062" y="929"/>
                    <a:pt x="20062" y="941"/>
                    <a:pt x="20062" y="941"/>
                  </a:cubicBezTo>
                  <a:cubicBezTo>
                    <a:pt x="20288" y="929"/>
                    <a:pt x="20515" y="905"/>
                    <a:pt x="20741" y="894"/>
                  </a:cubicBezTo>
                  <a:cubicBezTo>
                    <a:pt x="20705" y="596"/>
                    <a:pt x="20693" y="298"/>
                    <a:pt x="20669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40"/>
            <p:cNvSpPr/>
            <p:nvPr/>
          </p:nvSpPr>
          <p:spPr>
            <a:xfrm>
              <a:off x="128275" y="135025"/>
              <a:ext cx="500675" cy="456925"/>
            </a:xfrm>
            <a:custGeom>
              <a:avLst/>
              <a:gdLst/>
              <a:ahLst/>
              <a:cxnLst/>
              <a:rect l="l" t="t" r="r" b="b"/>
              <a:pathLst>
                <a:path w="20027" h="18277" extrusionOk="0">
                  <a:moveTo>
                    <a:pt x="16663" y="4340"/>
                  </a:moveTo>
                  <a:cubicBezTo>
                    <a:pt x="16760" y="4340"/>
                    <a:pt x="16855" y="4403"/>
                    <a:pt x="16847" y="4513"/>
                  </a:cubicBezTo>
                  <a:cubicBezTo>
                    <a:pt x="16764" y="6228"/>
                    <a:pt x="16788" y="7954"/>
                    <a:pt x="16835" y="9657"/>
                  </a:cubicBezTo>
                  <a:cubicBezTo>
                    <a:pt x="16859" y="10419"/>
                    <a:pt x="16907" y="11169"/>
                    <a:pt x="16943" y="11931"/>
                  </a:cubicBezTo>
                  <a:cubicBezTo>
                    <a:pt x="16978" y="12681"/>
                    <a:pt x="17062" y="13431"/>
                    <a:pt x="17097" y="14181"/>
                  </a:cubicBezTo>
                  <a:cubicBezTo>
                    <a:pt x="17097" y="14371"/>
                    <a:pt x="17097" y="14562"/>
                    <a:pt x="17097" y="14741"/>
                  </a:cubicBezTo>
                  <a:cubicBezTo>
                    <a:pt x="17109" y="14895"/>
                    <a:pt x="17097" y="15050"/>
                    <a:pt x="17050" y="15193"/>
                  </a:cubicBezTo>
                  <a:cubicBezTo>
                    <a:pt x="16919" y="15503"/>
                    <a:pt x="16514" y="15503"/>
                    <a:pt x="16216" y="15538"/>
                  </a:cubicBezTo>
                  <a:cubicBezTo>
                    <a:pt x="15466" y="15633"/>
                    <a:pt x="14704" y="15729"/>
                    <a:pt x="13954" y="15812"/>
                  </a:cubicBezTo>
                  <a:cubicBezTo>
                    <a:pt x="10954" y="16181"/>
                    <a:pt x="7941" y="16526"/>
                    <a:pt x="4929" y="16860"/>
                  </a:cubicBezTo>
                  <a:cubicBezTo>
                    <a:pt x="4751" y="16860"/>
                    <a:pt x="4655" y="16646"/>
                    <a:pt x="4774" y="16515"/>
                  </a:cubicBezTo>
                  <a:cubicBezTo>
                    <a:pt x="5084" y="16229"/>
                    <a:pt x="5394" y="15955"/>
                    <a:pt x="5703" y="15681"/>
                  </a:cubicBezTo>
                  <a:cubicBezTo>
                    <a:pt x="5894" y="15467"/>
                    <a:pt x="6096" y="15264"/>
                    <a:pt x="6287" y="15062"/>
                  </a:cubicBezTo>
                  <a:cubicBezTo>
                    <a:pt x="6727" y="14633"/>
                    <a:pt x="7156" y="14205"/>
                    <a:pt x="7584" y="13776"/>
                  </a:cubicBezTo>
                  <a:cubicBezTo>
                    <a:pt x="9120" y="12240"/>
                    <a:pt x="10632" y="10704"/>
                    <a:pt x="12121" y="9145"/>
                  </a:cubicBezTo>
                  <a:cubicBezTo>
                    <a:pt x="12859" y="8359"/>
                    <a:pt x="13585" y="7585"/>
                    <a:pt x="14323" y="6787"/>
                  </a:cubicBezTo>
                  <a:cubicBezTo>
                    <a:pt x="15061" y="6001"/>
                    <a:pt x="15776" y="5180"/>
                    <a:pt x="16526" y="4394"/>
                  </a:cubicBezTo>
                  <a:cubicBezTo>
                    <a:pt x="16563" y="4357"/>
                    <a:pt x="16613" y="4340"/>
                    <a:pt x="16663" y="4340"/>
                  </a:cubicBezTo>
                  <a:close/>
                  <a:moveTo>
                    <a:pt x="18514" y="1"/>
                  </a:moveTo>
                  <a:cubicBezTo>
                    <a:pt x="17871" y="691"/>
                    <a:pt x="17157" y="1310"/>
                    <a:pt x="16478" y="1953"/>
                  </a:cubicBezTo>
                  <a:lnTo>
                    <a:pt x="14252" y="4037"/>
                  </a:lnTo>
                  <a:cubicBezTo>
                    <a:pt x="11585" y="6513"/>
                    <a:pt x="8954" y="9026"/>
                    <a:pt x="6346" y="11562"/>
                  </a:cubicBezTo>
                  <a:cubicBezTo>
                    <a:pt x="4131" y="13717"/>
                    <a:pt x="2000" y="15931"/>
                    <a:pt x="0" y="18277"/>
                  </a:cubicBezTo>
                  <a:cubicBezTo>
                    <a:pt x="1369" y="18050"/>
                    <a:pt x="2762" y="17908"/>
                    <a:pt x="4143" y="17753"/>
                  </a:cubicBezTo>
                  <a:cubicBezTo>
                    <a:pt x="6763" y="17467"/>
                    <a:pt x="9370" y="17205"/>
                    <a:pt x="11990" y="16931"/>
                  </a:cubicBezTo>
                  <a:lnTo>
                    <a:pt x="15931" y="16526"/>
                  </a:lnTo>
                  <a:cubicBezTo>
                    <a:pt x="16585" y="16455"/>
                    <a:pt x="17228" y="16384"/>
                    <a:pt x="17895" y="16324"/>
                  </a:cubicBezTo>
                  <a:cubicBezTo>
                    <a:pt x="18550" y="16253"/>
                    <a:pt x="19217" y="16145"/>
                    <a:pt x="19872" y="16122"/>
                  </a:cubicBezTo>
                  <a:cubicBezTo>
                    <a:pt x="19943" y="16122"/>
                    <a:pt x="20003" y="16181"/>
                    <a:pt x="20003" y="16253"/>
                  </a:cubicBezTo>
                  <a:lnTo>
                    <a:pt x="20026" y="16253"/>
                  </a:lnTo>
                  <a:cubicBezTo>
                    <a:pt x="19955" y="15300"/>
                    <a:pt x="19883" y="14348"/>
                    <a:pt x="19800" y="13383"/>
                  </a:cubicBezTo>
                  <a:cubicBezTo>
                    <a:pt x="19610" y="11121"/>
                    <a:pt x="19395" y="8859"/>
                    <a:pt x="19157" y="6597"/>
                  </a:cubicBezTo>
                  <a:cubicBezTo>
                    <a:pt x="19038" y="5489"/>
                    <a:pt x="18919" y="4370"/>
                    <a:pt x="18800" y="3251"/>
                  </a:cubicBezTo>
                  <a:cubicBezTo>
                    <a:pt x="18693" y="2168"/>
                    <a:pt x="18598" y="1084"/>
                    <a:pt x="185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40"/>
            <p:cNvSpPr/>
            <p:nvPr/>
          </p:nvSpPr>
          <p:spPr>
            <a:xfrm>
              <a:off x="591125" y="134425"/>
              <a:ext cx="51500" cy="437875"/>
            </a:xfrm>
            <a:custGeom>
              <a:avLst/>
              <a:gdLst/>
              <a:ahLst/>
              <a:cxnLst/>
              <a:rect l="l" t="t" r="r" b="b"/>
              <a:pathLst>
                <a:path w="2060" h="17515" extrusionOk="0">
                  <a:moveTo>
                    <a:pt x="167" y="1"/>
                  </a:moveTo>
                  <a:lnTo>
                    <a:pt x="0" y="37"/>
                  </a:lnTo>
                  <a:cubicBezTo>
                    <a:pt x="84" y="1120"/>
                    <a:pt x="179" y="2203"/>
                    <a:pt x="286" y="3275"/>
                  </a:cubicBezTo>
                  <a:cubicBezTo>
                    <a:pt x="405" y="4394"/>
                    <a:pt x="536" y="5513"/>
                    <a:pt x="643" y="6633"/>
                  </a:cubicBezTo>
                  <a:cubicBezTo>
                    <a:pt x="881" y="8883"/>
                    <a:pt x="1096" y="11145"/>
                    <a:pt x="1286" y="13407"/>
                  </a:cubicBezTo>
                  <a:cubicBezTo>
                    <a:pt x="1358" y="14360"/>
                    <a:pt x="1429" y="15324"/>
                    <a:pt x="1500" y="16277"/>
                  </a:cubicBezTo>
                  <a:cubicBezTo>
                    <a:pt x="1524" y="16574"/>
                    <a:pt x="1548" y="16872"/>
                    <a:pt x="1572" y="17170"/>
                  </a:cubicBezTo>
                  <a:lnTo>
                    <a:pt x="1631" y="17515"/>
                  </a:lnTo>
                  <a:lnTo>
                    <a:pt x="1822" y="17479"/>
                  </a:lnTo>
                  <a:lnTo>
                    <a:pt x="1834" y="17479"/>
                  </a:lnTo>
                  <a:cubicBezTo>
                    <a:pt x="1965" y="17467"/>
                    <a:pt x="2060" y="17360"/>
                    <a:pt x="2048" y="17229"/>
                  </a:cubicBezTo>
                  <a:cubicBezTo>
                    <a:pt x="1917" y="14967"/>
                    <a:pt x="1655" y="12717"/>
                    <a:pt x="1429" y="10454"/>
                  </a:cubicBezTo>
                  <a:cubicBezTo>
                    <a:pt x="1215" y="8192"/>
                    <a:pt x="1000" y="5930"/>
                    <a:pt x="715" y="3680"/>
                  </a:cubicBezTo>
                  <a:cubicBezTo>
                    <a:pt x="631" y="3049"/>
                    <a:pt x="548" y="2418"/>
                    <a:pt x="465" y="1787"/>
                  </a:cubicBezTo>
                  <a:cubicBezTo>
                    <a:pt x="393" y="1191"/>
                    <a:pt x="274" y="596"/>
                    <a:pt x="16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40"/>
            <p:cNvSpPr/>
            <p:nvPr/>
          </p:nvSpPr>
          <p:spPr>
            <a:xfrm>
              <a:off x="97150" y="125625"/>
              <a:ext cx="500150" cy="491150"/>
            </a:xfrm>
            <a:custGeom>
              <a:avLst/>
              <a:gdLst/>
              <a:ahLst/>
              <a:cxnLst/>
              <a:rect l="l" t="t" r="r" b="b"/>
              <a:pathLst>
                <a:path w="20006" h="19646" extrusionOk="0">
                  <a:moveTo>
                    <a:pt x="19833" y="0"/>
                  </a:moveTo>
                  <a:cubicBezTo>
                    <a:pt x="19812" y="0"/>
                    <a:pt x="19791" y="6"/>
                    <a:pt x="19771" y="19"/>
                  </a:cubicBezTo>
                  <a:cubicBezTo>
                    <a:pt x="19045" y="567"/>
                    <a:pt x="18366" y="1198"/>
                    <a:pt x="17688" y="1805"/>
                  </a:cubicBezTo>
                  <a:cubicBezTo>
                    <a:pt x="17009" y="2424"/>
                    <a:pt x="16330" y="3044"/>
                    <a:pt x="15652" y="3663"/>
                  </a:cubicBezTo>
                  <a:cubicBezTo>
                    <a:pt x="14318" y="4901"/>
                    <a:pt x="12973" y="6151"/>
                    <a:pt x="11639" y="7413"/>
                  </a:cubicBezTo>
                  <a:cubicBezTo>
                    <a:pt x="9056" y="9854"/>
                    <a:pt x="6460" y="12283"/>
                    <a:pt x="3995" y="14843"/>
                  </a:cubicBezTo>
                  <a:cubicBezTo>
                    <a:pt x="2614" y="16248"/>
                    <a:pt x="1328" y="17724"/>
                    <a:pt x="114" y="19272"/>
                  </a:cubicBezTo>
                  <a:cubicBezTo>
                    <a:pt x="1" y="19436"/>
                    <a:pt x="128" y="19645"/>
                    <a:pt x="302" y="19645"/>
                  </a:cubicBezTo>
                  <a:cubicBezTo>
                    <a:pt x="330" y="19645"/>
                    <a:pt x="359" y="19640"/>
                    <a:pt x="388" y="19629"/>
                  </a:cubicBezTo>
                  <a:lnTo>
                    <a:pt x="614" y="19403"/>
                  </a:lnTo>
                  <a:cubicBezTo>
                    <a:pt x="804" y="19177"/>
                    <a:pt x="995" y="18938"/>
                    <a:pt x="1197" y="18712"/>
                  </a:cubicBezTo>
                  <a:lnTo>
                    <a:pt x="1245" y="18712"/>
                  </a:lnTo>
                  <a:lnTo>
                    <a:pt x="1245" y="18665"/>
                  </a:lnTo>
                  <a:cubicBezTo>
                    <a:pt x="3245" y="16319"/>
                    <a:pt x="5376" y="14104"/>
                    <a:pt x="7591" y="11938"/>
                  </a:cubicBezTo>
                  <a:cubicBezTo>
                    <a:pt x="10199" y="9413"/>
                    <a:pt x="12830" y="6901"/>
                    <a:pt x="15497" y="4425"/>
                  </a:cubicBezTo>
                  <a:lnTo>
                    <a:pt x="17723" y="2341"/>
                  </a:lnTo>
                  <a:cubicBezTo>
                    <a:pt x="18402" y="1698"/>
                    <a:pt x="19116" y="1067"/>
                    <a:pt x="19759" y="389"/>
                  </a:cubicBezTo>
                  <a:lnTo>
                    <a:pt x="19926" y="353"/>
                  </a:lnTo>
                  <a:lnTo>
                    <a:pt x="19902" y="222"/>
                  </a:lnTo>
                  <a:cubicBezTo>
                    <a:pt x="19914" y="210"/>
                    <a:pt x="19926" y="210"/>
                    <a:pt x="19938" y="198"/>
                  </a:cubicBezTo>
                  <a:cubicBezTo>
                    <a:pt x="20006" y="111"/>
                    <a:pt x="19924" y="0"/>
                    <a:pt x="1983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40"/>
            <p:cNvSpPr/>
            <p:nvPr/>
          </p:nvSpPr>
          <p:spPr>
            <a:xfrm>
              <a:off x="493775" y="574975"/>
              <a:ext cx="25" cy="300"/>
            </a:xfrm>
            <a:custGeom>
              <a:avLst/>
              <a:gdLst/>
              <a:ahLst/>
              <a:cxnLst/>
              <a:rect l="l" t="t" r="r" b="b"/>
              <a:pathLst>
                <a:path w="1" h="12" extrusionOk="0">
                  <a:moveTo>
                    <a:pt x="1" y="0"/>
                  </a:moveTo>
                  <a:lnTo>
                    <a:pt x="1" y="12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40"/>
            <p:cNvSpPr/>
            <p:nvPr/>
          </p:nvSpPr>
          <p:spPr>
            <a:xfrm>
              <a:off x="244350" y="243525"/>
              <a:ext cx="311675" cy="313000"/>
            </a:xfrm>
            <a:custGeom>
              <a:avLst/>
              <a:gdLst/>
              <a:ahLst/>
              <a:cxnLst/>
              <a:rect l="l" t="t" r="r" b="b"/>
              <a:pathLst>
                <a:path w="12467" h="12520" extrusionOk="0">
                  <a:moveTo>
                    <a:pt x="11800" y="697"/>
                  </a:moveTo>
                  <a:cubicBezTo>
                    <a:pt x="11800" y="2007"/>
                    <a:pt x="11776" y="3304"/>
                    <a:pt x="11800" y="4614"/>
                  </a:cubicBezTo>
                  <a:cubicBezTo>
                    <a:pt x="11835" y="6079"/>
                    <a:pt x="11895" y="7543"/>
                    <a:pt x="12002" y="9007"/>
                  </a:cubicBezTo>
                  <a:cubicBezTo>
                    <a:pt x="12026" y="9365"/>
                    <a:pt x="12050" y="9734"/>
                    <a:pt x="12050" y="10103"/>
                  </a:cubicBezTo>
                  <a:cubicBezTo>
                    <a:pt x="12061" y="10270"/>
                    <a:pt x="12061" y="10436"/>
                    <a:pt x="12050" y="10615"/>
                  </a:cubicBezTo>
                  <a:cubicBezTo>
                    <a:pt x="12038" y="10770"/>
                    <a:pt x="11895" y="10746"/>
                    <a:pt x="11752" y="10758"/>
                  </a:cubicBezTo>
                  <a:cubicBezTo>
                    <a:pt x="11026" y="10829"/>
                    <a:pt x="10311" y="10936"/>
                    <a:pt x="9585" y="11020"/>
                  </a:cubicBezTo>
                  <a:cubicBezTo>
                    <a:pt x="8121" y="11198"/>
                    <a:pt x="6656" y="11377"/>
                    <a:pt x="5192" y="11544"/>
                  </a:cubicBezTo>
                  <a:cubicBezTo>
                    <a:pt x="3751" y="11710"/>
                    <a:pt x="2298" y="11877"/>
                    <a:pt x="846" y="12044"/>
                  </a:cubicBezTo>
                  <a:cubicBezTo>
                    <a:pt x="1477" y="11436"/>
                    <a:pt x="2096" y="10829"/>
                    <a:pt x="2715" y="10210"/>
                  </a:cubicBezTo>
                  <a:cubicBezTo>
                    <a:pt x="3477" y="9448"/>
                    <a:pt x="4227" y="8674"/>
                    <a:pt x="4953" y="7888"/>
                  </a:cubicBezTo>
                  <a:cubicBezTo>
                    <a:pt x="4965" y="7876"/>
                    <a:pt x="4965" y="7853"/>
                    <a:pt x="4965" y="7829"/>
                  </a:cubicBezTo>
                  <a:lnTo>
                    <a:pt x="5132" y="7650"/>
                  </a:lnTo>
                  <a:cubicBezTo>
                    <a:pt x="6656" y="6114"/>
                    <a:pt x="8156" y="4566"/>
                    <a:pt x="9645" y="2995"/>
                  </a:cubicBezTo>
                  <a:cubicBezTo>
                    <a:pt x="10359" y="2233"/>
                    <a:pt x="11097" y="1483"/>
                    <a:pt x="11800" y="697"/>
                  </a:cubicBezTo>
                  <a:close/>
                  <a:moveTo>
                    <a:pt x="12010" y="1"/>
                  </a:moveTo>
                  <a:cubicBezTo>
                    <a:pt x="11958" y="1"/>
                    <a:pt x="11907" y="18"/>
                    <a:pt x="11871" y="54"/>
                  </a:cubicBezTo>
                  <a:cubicBezTo>
                    <a:pt x="11121" y="840"/>
                    <a:pt x="10407" y="1661"/>
                    <a:pt x="9680" y="2459"/>
                  </a:cubicBezTo>
                  <a:cubicBezTo>
                    <a:pt x="8942" y="3245"/>
                    <a:pt x="8204" y="4031"/>
                    <a:pt x="7466" y="4805"/>
                  </a:cubicBezTo>
                  <a:cubicBezTo>
                    <a:pt x="5977" y="6364"/>
                    <a:pt x="4465" y="7900"/>
                    <a:pt x="2941" y="9436"/>
                  </a:cubicBezTo>
                  <a:cubicBezTo>
                    <a:pt x="2513" y="9865"/>
                    <a:pt x="2072" y="10293"/>
                    <a:pt x="1644" y="10722"/>
                  </a:cubicBezTo>
                  <a:cubicBezTo>
                    <a:pt x="1441" y="10924"/>
                    <a:pt x="1251" y="11139"/>
                    <a:pt x="1060" y="11341"/>
                  </a:cubicBezTo>
                  <a:cubicBezTo>
                    <a:pt x="751" y="11615"/>
                    <a:pt x="441" y="11889"/>
                    <a:pt x="120" y="12175"/>
                  </a:cubicBezTo>
                  <a:cubicBezTo>
                    <a:pt x="0" y="12306"/>
                    <a:pt x="96" y="12520"/>
                    <a:pt x="274" y="12520"/>
                  </a:cubicBezTo>
                  <a:cubicBezTo>
                    <a:pt x="3287" y="12186"/>
                    <a:pt x="6299" y="11841"/>
                    <a:pt x="9299" y="11472"/>
                  </a:cubicBezTo>
                  <a:cubicBezTo>
                    <a:pt x="10049" y="11389"/>
                    <a:pt x="10811" y="11293"/>
                    <a:pt x="11561" y="11198"/>
                  </a:cubicBezTo>
                  <a:cubicBezTo>
                    <a:pt x="11847" y="11163"/>
                    <a:pt x="12264" y="11163"/>
                    <a:pt x="12395" y="10853"/>
                  </a:cubicBezTo>
                  <a:cubicBezTo>
                    <a:pt x="12442" y="10710"/>
                    <a:pt x="12466" y="10555"/>
                    <a:pt x="12454" y="10401"/>
                  </a:cubicBezTo>
                  <a:cubicBezTo>
                    <a:pt x="12454" y="10222"/>
                    <a:pt x="12454" y="10031"/>
                    <a:pt x="12442" y="9841"/>
                  </a:cubicBezTo>
                  <a:cubicBezTo>
                    <a:pt x="12419" y="9091"/>
                    <a:pt x="12335" y="8341"/>
                    <a:pt x="12288" y="7591"/>
                  </a:cubicBezTo>
                  <a:cubicBezTo>
                    <a:pt x="12240" y="6829"/>
                    <a:pt x="12204" y="6079"/>
                    <a:pt x="12181" y="5317"/>
                  </a:cubicBezTo>
                  <a:cubicBezTo>
                    <a:pt x="12133" y="3602"/>
                    <a:pt x="12109" y="1888"/>
                    <a:pt x="12204" y="185"/>
                  </a:cubicBezTo>
                  <a:cubicBezTo>
                    <a:pt x="12212" y="67"/>
                    <a:pt x="12110" y="1"/>
                    <a:pt x="120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40"/>
            <p:cNvSpPr/>
            <p:nvPr/>
          </p:nvSpPr>
          <p:spPr>
            <a:xfrm>
              <a:off x="128275" y="538050"/>
              <a:ext cx="500075" cy="55400"/>
            </a:xfrm>
            <a:custGeom>
              <a:avLst/>
              <a:gdLst/>
              <a:ahLst/>
              <a:cxnLst/>
              <a:rect l="l" t="t" r="r" b="b"/>
              <a:pathLst>
                <a:path w="20003" h="2216" extrusionOk="0">
                  <a:moveTo>
                    <a:pt x="19872" y="1"/>
                  </a:moveTo>
                  <a:cubicBezTo>
                    <a:pt x="19217" y="24"/>
                    <a:pt x="18550" y="132"/>
                    <a:pt x="17895" y="203"/>
                  </a:cubicBezTo>
                  <a:cubicBezTo>
                    <a:pt x="17240" y="274"/>
                    <a:pt x="16585" y="334"/>
                    <a:pt x="15931" y="405"/>
                  </a:cubicBezTo>
                  <a:lnTo>
                    <a:pt x="11990" y="810"/>
                  </a:lnTo>
                  <a:cubicBezTo>
                    <a:pt x="9382" y="1084"/>
                    <a:pt x="6763" y="1346"/>
                    <a:pt x="4143" y="1632"/>
                  </a:cubicBezTo>
                  <a:cubicBezTo>
                    <a:pt x="2762" y="1787"/>
                    <a:pt x="1369" y="1929"/>
                    <a:pt x="0" y="2156"/>
                  </a:cubicBezTo>
                  <a:lnTo>
                    <a:pt x="0" y="2215"/>
                  </a:lnTo>
                  <a:cubicBezTo>
                    <a:pt x="1238" y="2168"/>
                    <a:pt x="2477" y="2037"/>
                    <a:pt x="3703" y="1918"/>
                  </a:cubicBezTo>
                  <a:cubicBezTo>
                    <a:pt x="5024" y="1787"/>
                    <a:pt x="6334" y="1656"/>
                    <a:pt x="7644" y="1525"/>
                  </a:cubicBezTo>
                  <a:lnTo>
                    <a:pt x="15502" y="703"/>
                  </a:lnTo>
                  <a:cubicBezTo>
                    <a:pt x="16240" y="632"/>
                    <a:pt x="16966" y="548"/>
                    <a:pt x="17705" y="477"/>
                  </a:cubicBezTo>
                  <a:cubicBezTo>
                    <a:pt x="18443" y="405"/>
                    <a:pt x="19181" y="358"/>
                    <a:pt x="19907" y="239"/>
                  </a:cubicBezTo>
                  <a:cubicBezTo>
                    <a:pt x="19967" y="227"/>
                    <a:pt x="20003" y="179"/>
                    <a:pt x="20003" y="132"/>
                  </a:cubicBezTo>
                  <a:cubicBezTo>
                    <a:pt x="20003" y="60"/>
                    <a:pt x="19943" y="1"/>
                    <a:pt x="198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40"/>
            <p:cNvSpPr/>
            <p:nvPr/>
          </p:nvSpPr>
          <p:spPr>
            <a:xfrm>
              <a:off x="106825" y="557100"/>
              <a:ext cx="524800" cy="62575"/>
            </a:xfrm>
            <a:custGeom>
              <a:avLst/>
              <a:gdLst/>
              <a:ahLst/>
              <a:cxnLst/>
              <a:rect l="l" t="t" r="r" b="b"/>
              <a:pathLst>
                <a:path w="20992" h="2503" extrusionOk="0">
                  <a:moveTo>
                    <a:pt x="20170" y="1"/>
                  </a:moveTo>
                  <a:cubicBezTo>
                    <a:pt x="20146" y="13"/>
                    <a:pt x="20134" y="24"/>
                    <a:pt x="20122" y="48"/>
                  </a:cubicBezTo>
                  <a:cubicBezTo>
                    <a:pt x="20110" y="120"/>
                    <a:pt x="20099" y="203"/>
                    <a:pt x="20087" y="274"/>
                  </a:cubicBezTo>
                  <a:cubicBezTo>
                    <a:pt x="20075" y="286"/>
                    <a:pt x="20075" y="310"/>
                    <a:pt x="20087" y="322"/>
                  </a:cubicBezTo>
                  <a:lnTo>
                    <a:pt x="19491" y="382"/>
                  </a:lnTo>
                  <a:cubicBezTo>
                    <a:pt x="19491" y="370"/>
                    <a:pt x="19479" y="358"/>
                    <a:pt x="19479" y="346"/>
                  </a:cubicBezTo>
                  <a:cubicBezTo>
                    <a:pt x="19467" y="334"/>
                    <a:pt x="19467" y="334"/>
                    <a:pt x="19467" y="322"/>
                  </a:cubicBezTo>
                  <a:cubicBezTo>
                    <a:pt x="19456" y="298"/>
                    <a:pt x="19456" y="286"/>
                    <a:pt x="19444" y="263"/>
                  </a:cubicBezTo>
                  <a:cubicBezTo>
                    <a:pt x="19444" y="251"/>
                    <a:pt x="19444" y="251"/>
                    <a:pt x="19444" y="239"/>
                  </a:cubicBezTo>
                  <a:cubicBezTo>
                    <a:pt x="19444" y="227"/>
                    <a:pt x="19444" y="215"/>
                    <a:pt x="19444" y="215"/>
                  </a:cubicBezTo>
                  <a:cubicBezTo>
                    <a:pt x="19444" y="179"/>
                    <a:pt x="19432" y="155"/>
                    <a:pt x="19396" y="155"/>
                  </a:cubicBezTo>
                  <a:cubicBezTo>
                    <a:pt x="19372" y="155"/>
                    <a:pt x="19348" y="167"/>
                    <a:pt x="19337" y="191"/>
                  </a:cubicBezTo>
                  <a:cubicBezTo>
                    <a:pt x="19325" y="239"/>
                    <a:pt x="19313" y="298"/>
                    <a:pt x="19325" y="346"/>
                  </a:cubicBezTo>
                  <a:cubicBezTo>
                    <a:pt x="19325" y="358"/>
                    <a:pt x="19337" y="382"/>
                    <a:pt x="19337" y="394"/>
                  </a:cubicBezTo>
                  <a:lnTo>
                    <a:pt x="18515" y="477"/>
                  </a:lnTo>
                  <a:lnTo>
                    <a:pt x="18515" y="465"/>
                  </a:lnTo>
                  <a:cubicBezTo>
                    <a:pt x="18503" y="441"/>
                    <a:pt x="18491" y="417"/>
                    <a:pt x="18491" y="394"/>
                  </a:cubicBezTo>
                  <a:lnTo>
                    <a:pt x="18491" y="358"/>
                  </a:lnTo>
                  <a:lnTo>
                    <a:pt x="18491" y="346"/>
                  </a:lnTo>
                  <a:cubicBezTo>
                    <a:pt x="18491" y="310"/>
                    <a:pt x="18467" y="286"/>
                    <a:pt x="18444" y="286"/>
                  </a:cubicBezTo>
                  <a:cubicBezTo>
                    <a:pt x="18434" y="280"/>
                    <a:pt x="18424" y="277"/>
                    <a:pt x="18413" y="277"/>
                  </a:cubicBezTo>
                  <a:cubicBezTo>
                    <a:pt x="18386" y="277"/>
                    <a:pt x="18360" y="299"/>
                    <a:pt x="18360" y="334"/>
                  </a:cubicBezTo>
                  <a:cubicBezTo>
                    <a:pt x="18336" y="370"/>
                    <a:pt x="18324" y="417"/>
                    <a:pt x="18324" y="465"/>
                  </a:cubicBezTo>
                  <a:cubicBezTo>
                    <a:pt x="18324" y="477"/>
                    <a:pt x="18324" y="489"/>
                    <a:pt x="18324" y="501"/>
                  </a:cubicBezTo>
                  <a:lnTo>
                    <a:pt x="17384" y="596"/>
                  </a:lnTo>
                  <a:lnTo>
                    <a:pt x="17384" y="572"/>
                  </a:lnTo>
                  <a:lnTo>
                    <a:pt x="17384" y="560"/>
                  </a:lnTo>
                  <a:cubicBezTo>
                    <a:pt x="17384" y="548"/>
                    <a:pt x="17384" y="536"/>
                    <a:pt x="17372" y="525"/>
                  </a:cubicBezTo>
                  <a:cubicBezTo>
                    <a:pt x="17372" y="513"/>
                    <a:pt x="17360" y="501"/>
                    <a:pt x="17360" y="489"/>
                  </a:cubicBezTo>
                  <a:lnTo>
                    <a:pt x="17348" y="453"/>
                  </a:lnTo>
                  <a:lnTo>
                    <a:pt x="17348" y="429"/>
                  </a:lnTo>
                  <a:cubicBezTo>
                    <a:pt x="17341" y="403"/>
                    <a:pt x="17316" y="387"/>
                    <a:pt x="17293" y="387"/>
                  </a:cubicBezTo>
                  <a:cubicBezTo>
                    <a:pt x="17275" y="387"/>
                    <a:pt x="17258" y="396"/>
                    <a:pt x="17253" y="417"/>
                  </a:cubicBezTo>
                  <a:cubicBezTo>
                    <a:pt x="17241" y="429"/>
                    <a:pt x="17241" y="441"/>
                    <a:pt x="17241" y="453"/>
                  </a:cubicBezTo>
                  <a:lnTo>
                    <a:pt x="17217" y="489"/>
                  </a:lnTo>
                  <a:cubicBezTo>
                    <a:pt x="17205" y="513"/>
                    <a:pt x="17193" y="536"/>
                    <a:pt x="17193" y="548"/>
                  </a:cubicBezTo>
                  <a:cubicBezTo>
                    <a:pt x="17181" y="572"/>
                    <a:pt x="17181" y="596"/>
                    <a:pt x="17181" y="620"/>
                  </a:cubicBezTo>
                  <a:lnTo>
                    <a:pt x="17074" y="632"/>
                  </a:lnTo>
                  <a:lnTo>
                    <a:pt x="16539" y="679"/>
                  </a:lnTo>
                  <a:lnTo>
                    <a:pt x="16539" y="620"/>
                  </a:lnTo>
                  <a:cubicBezTo>
                    <a:pt x="16527" y="572"/>
                    <a:pt x="16503" y="525"/>
                    <a:pt x="16491" y="489"/>
                  </a:cubicBezTo>
                  <a:cubicBezTo>
                    <a:pt x="16486" y="480"/>
                    <a:pt x="16480" y="476"/>
                    <a:pt x="16475" y="476"/>
                  </a:cubicBezTo>
                  <a:cubicBezTo>
                    <a:pt x="16466" y="476"/>
                    <a:pt x="16460" y="486"/>
                    <a:pt x="16467" y="501"/>
                  </a:cubicBezTo>
                  <a:cubicBezTo>
                    <a:pt x="16479" y="536"/>
                    <a:pt x="16479" y="584"/>
                    <a:pt x="16479" y="632"/>
                  </a:cubicBezTo>
                  <a:cubicBezTo>
                    <a:pt x="16479" y="644"/>
                    <a:pt x="16479" y="667"/>
                    <a:pt x="16479" y="691"/>
                  </a:cubicBezTo>
                  <a:lnTo>
                    <a:pt x="15503" y="786"/>
                  </a:lnTo>
                  <a:cubicBezTo>
                    <a:pt x="15503" y="775"/>
                    <a:pt x="15503" y="775"/>
                    <a:pt x="15503" y="763"/>
                  </a:cubicBezTo>
                  <a:cubicBezTo>
                    <a:pt x="15503" y="751"/>
                    <a:pt x="15491" y="739"/>
                    <a:pt x="15491" y="727"/>
                  </a:cubicBezTo>
                  <a:cubicBezTo>
                    <a:pt x="15491" y="727"/>
                    <a:pt x="15491" y="715"/>
                    <a:pt x="15491" y="715"/>
                  </a:cubicBezTo>
                  <a:lnTo>
                    <a:pt x="15491" y="691"/>
                  </a:lnTo>
                  <a:cubicBezTo>
                    <a:pt x="15479" y="679"/>
                    <a:pt x="15479" y="667"/>
                    <a:pt x="15479" y="655"/>
                  </a:cubicBezTo>
                  <a:cubicBezTo>
                    <a:pt x="15467" y="632"/>
                    <a:pt x="15455" y="596"/>
                    <a:pt x="15455" y="572"/>
                  </a:cubicBezTo>
                  <a:cubicBezTo>
                    <a:pt x="15455" y="548"/>
                    <a:pt x="15455" y="525"/>
                    <a:pt x="15455" y="501"/>
                  </a:cubicBezTo>
                  <a:cubicBezTo>
                    <a:pt x="15455" y="477"/>
                    <a:pt x="15431" y="453"/>
                    <a:pt x="15407" y="453"/>
                  </a:cubicBezTo>
                  <a:cubicBezTo>
                    <a:pt x="15403" y="451"/>
                    <a:pt x="15399" y="450"/>
                    <a:pt x="15395" y="450"/>
                  </a:cubicBezTo>
                  <a:cubicBezTo>
                    <a:pt x="15379" y="450"/>
                    <a:pt x="15370" y="469"/>
                    <a:pt x="15360" y="489"/>
                  </a:cubicBezTo>
                  <a:cubicBezTo>
                    <a:pt x="15360" y="513"/>
                    <a:pt x="15348" y="536"/>
                    <a:pt x="15348" y="572"/>
                  </a:cubicBezTo>
                  <a:cubicBezTo>
                    <a:pt x="15336" y="596"/>
                    <a:pt x="15324" y="632"/>
                    <a:pt x="15324" y="655"/>
                  </a:cubicBezTo>
                  <a:cubicBezTo>
                    <a:pt x="15324" y="691"/>
                    <a:pt x="15324" y="715"/>
                    <a:pt x="15324" y="751"/>
                  </a:cubicBezTo>
                  <a:cubicBezTo>
                    <a:pt x="15312" y="775"/>
                    <a:pt x="15312" y="786"/>
                    <a:pt x="15324" y="810"/>
                  </a:cubicBezTo>
                  <a:lnTo>
                    <a:pt x="14360" y="906"/>
                  </a:lnTo>
                  <a:lnTo>
                    <a:pt x="14360" y="894"/>
                  </a:lnTo>
                  <a:cubicBezTo>
                    <a:pt x="14348" y="870"/>
                    <a:pt x="14336" y="834"/>
                    <a:pt x="14336" y="810"/>
                  </a:cubicBezTo>
                  <a:cubicBezTo>
                    <a:pt x="14324" y="751"/>
                    <a:pt x="14300" y="691"/>
                    <a:pt x="14264" y="632"/>
                  </a:cubicBezTo>
                  <a:cubicBezTo>
                    <a:pt x="14248" y="607"/>
                    <a:pt x="14225" y="597"/>
                    <a:pt x="14202" y="597"/>
                  </a:cubicBezTo>
                  <a:cubicBezTo>
                    <a:pt x="14158" y="597"/>
                    <a:pt x="14114" y="636"/>
                    <a:pt x="14122" y="691"/>
                  </a:cubicBezTo>
                  <a:cubicBezTo>
                    <a:pt x="14122" y="715"/>
                    <a:pt x="14133" y="739"/>
                    <a:pt x="14133" y="763"/>
                  </a:cubicBezTo>
                  <a:cubicBezTo>
                    <a:pt x="14133" y="798"/>
                    <a:pt x="14133" y="846"/>
                    <a:pt x="14133" y="882"/>
                  </a:cubicBezTo>
                  <a:cubicBezTo>
                    <a:pt x="14133" y="894"/>
                    <a:pt x="14133" y="906"/>
                    <a:pt x="14133" y="917"/>
                  </a:cubicBezTo>
                  <a:lnTo>
                    <a:pt x="13324" y="1001"/>
                  </a:lnTo>
                  <a:cubicBezTo>
                    <a:pt x="13324" y="977"/>
                    <a:pt x="13312" y="941"/>
                    <a:pt x="13312" y="917"/>
                  </a:cubicBezTo>
                  <a:cubicBezTo>
                    <a:pt x="13288" y="870"/>
                    <a:pt x="13276" y="810"/>
                    <a:pt x="13264" y="751"/>
                  </a:cubicBezTo>
                  <a:cubicBezTo>
                    <a:pt x="13252" y="739"/>
                    <a:pt x="13241" y="727"/>
                    <a:pt x="13217" y="727"/>
                  </a:cubicBezTo>
                  <a:cubicBezTo>
                    <a:pt x="13193" y="727"/>
                    <a:pt x="13169" y="751"/>
                    <a:pt x="13181" y="763"/>
                  </a:cubicBezTo>
                  <a:lnTo>
                    <a:pt x="13157" y="941"/>
                  </a:lnTo>
                  <a:lnTo>
                    <a:pt x="13157" y="1013"/>
                  </a:lnTo>
                  <a:lnTo>
                    <a:pt x="12967" y="1036"/>
                  </a:lnTo>
                  <a:cubicBezTo>
                    <a:pt x="12764" y="1048"/>
                    <a:pt x="12550" y="1072"/>
                    <a:pt x="12348" y="1096"/>
                  </a:cubicBezTo>
                  <a:cubicBezTo>
                    <a:pt x="12324" y="1001"/>
                    <a:pt x="12288" y="917"/>
                    <a:pt x="12217" y="858"/>
                  </a:cubicBezTo>
                  <a:cubicBezTo>
                    <a:pt x="12210" y="848"/>
                    <a:pt x="12200" y="843"/>
                    <a:pt x="12190" y="843"/>
                  </a:cubicBezTo>
                  <a:cubicBezTo>
                    <a:pt x="12165" y="843"/>
                    <a:pt x="12137" y="871"/>
                    <a:pt x="12145" y="906"/>
                  </a:cubicBezTo>
                  <a:cubicBezTo>
                    <a:pt x="12145" y="917"/>
                    <a:pt x="12157" y="929"/>
                    <a:pt x="12157" y="953"/>
                  </a:cubicBezTo>
                  <a:lnTo>
                    <a:pt x="12157" y="965"/>
                  </a:lnTo>
                  <a:cubicBezTo>
                    <a:pt x="12157" y="977"/>
                    <a:pt x="12157" y="977"/>
                    <a:pt x="12157" y="989"/>
                  </a:cubicBezTo>
                  <a:cubicBezTo>
                    <a:pt x="12157" y="1013"/>
                    <a:pt x="12157" y="1048"/>
                    <a:pt x="12157" y="1084"/>
                  </a:cubicBezTo>
                  <a:cubicBezTo>
                    <a:pt x="12157" y="1092"/>
                    <a:pt x="12157" y="1100"/>
                    <a:pt x="12157" y="1108"/>
                  </a:cubicBezTo>
                  <a:lnTo>
                    <a:pt x="11324" y="1179"/>
                  </a:lnTo>
                  <a:cubicBezTo>
                    <a:pt x="11324" y="1167"/>
                    <a:pt x="11312" y="1167"/>
                    <a:pt x="11312" y="1156"/>
                  </a:cubicBezTo>
                  <a:cubicBezTo>
                    <a:pt x="11288" y="1108"/>
                    <a:pt x="11264" y="1048"/>
                    <a:pt x="11252" y="1001"/>
                  </a:cubicBezTo>
                  <a:cubicBezTo>
                    <a:pt x="11235" y="983"/>
                    <a:pt x="11217" y="972"/>
                    <a:pt x="11195" y="972"/>
                  </a:cubicBezTo>
                  <a:cubicBezTo>
                    <a:pt x="11187" y="972"/>
                    <a:pt x="11178" y="974"/>
                    <a:pt x="11169" y="977"/>
                  </a:cubicBezTo>
                  <a:cubicBezTo>
                    <a:pt x="11145" y="989"/>
                    <a:pt x="11121" y="1013"/>
                    <a:pt x="11121" y="1036"/>
                  </a:cubicBezTo>
                  <a:cubicBezTo>
                    <a:pt x="11133" y="1096"/>
                    <a:pt x="11145" y="1144"/>
                    <a:pt x="11145" y="1191"/>
                  </a:cubicBezTo>
                  <a:lnTo>
                    <a:pt x="10157" y="1287"/>
                  </a:lnTo>
                  <a:lnTo>
                    <a:pt x="10121" y="1215"/>
                  </a:lnTo>
                  <a:cubicBezTo>
                    <a:pt x="10097" y="1179"/>
                    <a:pt x="10073" y="1132"/>
                    <a:pt x="10062" y="1096"/>
                  </a:cubicBezTo>
                  <a:cubicBezTo>
                    <a:pt x="10044" y="1079"/>
                    <a:pt x="10027" y="1068"/>
                    <a:pt x="10005" y="1068"/>
                  </a:cubicBezTo>
                  <a:cubicBezTo>
                    <a:pt x="9996" y="1068"/>
                    <a:pt x="9988" y="1069"/>
                    <a:pt x="9978" y="1072"/>
                  </a:cubicBezTo>
                  <a:cubicBezTo>
                    <a:pt x="9954" y="1084"/>
                    <a:pt x="9931" y="1120"/>
                    <a:pt x="9942" y="1144"/>
                  </a:cubicBezTo>
                  <a:cubicBezTo>
                    <a:pt x="9954" y="1191"/>
                    <a:pt x="9966" y="1227"/>
                    <a:pt x="9978" y="1275"/>
                  </a:cubicBezTo>
                  <a:lnTo>
                    <a:pt x="9978" y="1298"/>
                  </a:lnTo>
                  <a:lnTo>
                    <a:pt x="9145" y="1370"/>
                  </a:lnTo>
                  <a:cubicBezTo>
                    <a:pt x="9109" y="1298"/>
                    <a:pt x="9073" y="1239"/>
                    <a:pt x="9050" y="1167"/>
                  </a:cubicBezTo>
                  <a:cubicBezTo>
                    <a:pt x="9041" y="1150"/>
                    <a:pt x="9026" y="1139"/>
                    <a:pt x="9009" y="1139"/>
                  </a:cubicBezTo>
                  <a:cubicBezTo>
                    <a:pt x="9003" y="1139"/>
                    <a:pt x="8996" y="1140"/>
                    <a:pt x="8990" y="1144"/>
                  </a:cubicBezTo>
                  <a:cubicBezTo>
                    <a:pt x="8966" y="1156"/>
                    <a:pt x="8954" y="1179"/>
                    <a:pt x="8966" y="1203"/>
                  </a:cubicBezTo>
                  <a:cubicBezTo>
                    <a:pt x="8978" y="1263"/>
                    <a:pt x="8990" y="1322"/>
                    <a:pt x="9002" y="1382"/>
                  </a:cubicBezTo>
                  <a:lnTo>
                    <a:pt x="8288" y="1441"/>
                  </a:lnTo>
                  <a:cubicBezTo>
                    <a:pt x="8288" y="1429"/>
                    <a:pt x="8276" y="1406"/>
                    <a:pt x="8276" y="1394"/>
                  </a:cubicBezTo>
                  <a:cubicBezTo>
                    <a:pt x="8264" y="1370"/>
                    <a:pt x="8240" y="1358"/>
                    <a:pt x="8228" y="1334"/>
                  </a:cubicBezTo>
                  <a:lnTo>
                    <a:pt x="8192" y="1275"/>
                  </a:lnTo>
                  <a:cubicBezTo>
                    <a:pt x="8168" y="1263"/>
                    <a:pt x="8157" y="1239"/>
                    <a:pt x="8145" y="1215"/>
                  </a:cubicBezTo>
                  <a:cubicBezTo>
                    <a:pt x="8136" y="1198"/>
                    <a:pt x="8114" y="1187"/>
                    <a:pt x="8094" y="1187"/>
                  </a:cubicBezTo>
                  <a:cubicBezTo>
                    <a:pt x="8087" y="1187"/>
                    <a:pt x="8080" y="1188"/>
                    <a:pt x="8073" y="1191"/>
                  </a:cubicBezTo>
                  <a:cubicBezTo>
                    <a:pt x="8037" y="1203"/>
                    <a:pt x="8026" y="1239"/>
                    <a:pt x="8037" y="1275"/>
                  </a:cubicBezTo>
                  <a:cubicBezTo>
                    <a:pt x="8037" y="1287"/>
                    <a:pt x="8049" y="1310"/>
                    <a:pt x="8061" y="1334"/>
                  </a:cubicBezTo>
                  <a:cubicBezTo>
                    <a:pt x="8061" y="1358"/>
                    <a:pt x="8073" y="1382"/>
                    <a:pt x="8073" y="1406"/>
                  </a:cubicBezTo>
                  <a:cubicBezTo>
                    <a:pt x="8085" y="1429"/>
                    <a:pt x="8097" y="1441"/>
                    <a:pt x="8097" y="1465"/>
                  </a:cubicBezTo>
                  <a:lnTo>
                    <a:pt x="7145" y="1548"/>
                  </a:lnTo>
                  <a:cubicBezTo>
                    <a:pt x="7145" y="1537"/>
                    <a:pt x="7145" y="1537"/>
                    <a:pt x="7145" y="1525"/>
                  </a:cubicBezTo>
                  <a:cubicBezTo>
                    <a:pt x="7145" y="1501"/>
                    <a:pt x="7133" y="1477"/>
                    <a:pt x="7133" y="1441"/>
                  </a:cubicBezTo>
                  <a:cubicBezTo>
                    <a:pt x="7121" y="1417"/>
                    <a:pt x="7109" y="1394"/>
                    <a:pt x="7097" y="1370"/>
                  </a:cubicBezTo>
                  <a:cubicBezTo>
                    <a:pt x="7061" y="1322"/>
                    <a:pt x="7025" y="1287"/>
                    <a:pt x="6990" y="1263"/>
                  </a:cubicBezTo>
                  <a:cubicBezTo>
                    <a:pt x="6978" y="1251"/>
                    <a:pt x="6966" y="1239"/>
                    <a:pt x="6954" y="1239"/>
                  </a:cubicBezTo>
                  <a:lnTo>
                    <a:pt x="6906" y="1239"/>
                  </a:lnTo>
                  <a:cubicBezTo>
                    <a:pt x="6883" y="1251"/>
                    <a:pt x="6871" y="1263"/>
                    <a:pt x="6859" y="1275"/>
                  </a:cubicBezTo>
                  <a:cubicBezTo>
                    <a:pt x="6835" y="1298"/>
                    <a:pt x="6835" y="1322"/>
                    <a:pt x="6835" y="1346"/>
                  </a:cubicBezTo>
                  <a:cubicBezTo>
                    <a:pt x="6835" y="1370"/>
                    <a:pt x="6847" y="1394"/>
                    <a:pt x="6859" y="1417"/>
                  </a:cubicBezTo>
                  <a:cubicBezTo>
                    <a:pt x="6871" y="1417"/>
                    <a:pt x="6871" y="1429"/>
                    <a:pt x="6883" y="1429"/>
                  </a:cubicBezTo>
                  <a:cubicBezTo>
                    <a:pt x="6883" y="1441"/>
                    <a:pt x="6894" y="1453"/>
                    <a:pt x="6894" y="1465"/>
                  </a:cubicBezTo>
                  <a:cubicBezTo>
                    <a:pt x="6906" y="1477"/>
                    <a:pt x="6906" y="1501"/>
                    <a:pt x="6906" y="1501"/>
                  </a:cubicBezTo>
                  <a:lnTo>
                    <a:pt x="6906" y="1525"/>
                  </a:lnTo>
                  <a:cubicBezTo>
                    <a:pt x="6906" y="1537"/>
                    <a:pt x="6906" y="1548"/>
                    <a:pt x="6918" y="1560"/>
                  </a:cubicBezTo>
                  <a:lnTo>
                    <a:pt x="6097" y="1632"/>
                  </a:lnTo>
                  <a:cubicBezTo>
                    <a:pt x="6097" y="1596"/>
                    <a:pt x="6085" y="1560"/>
                    <a:pt x="6073" y="1525"/>
                  </a:cubicBezTo>
                  <a:cubicBezTo>
                    <a:pt x="6049" y="1465"/>
                    <a:pt x="6013" y="1417"/>
                    <a:pt x="5966" y="1370"/>
                  </a:cubicBezTo>
                  <a:cubicBezTo>
                    <a:pt x="5948" y="1358"/>
                    <a:pt x="5927" y="1352"/>
                    <a:pt x="5908" y="1352"/>
                  </a:cubicBezTo>
                  <a:cubicBezTo>
                    <a:pt x="5888" y="1352"/>
                    <a:pt x="5871" y="1358"/>
                    <a:pt x="5859" y="1370"/>
                  </a:cubicBezTo>
                  <a:cubicBezTo>
                    <a:pt x="5823" y="1394"/>
                    <a:pt x="5811" y="1441"/>
                    <a:pt x="5835" y="1477"/>
                  </a:cubicBezTo>
                  <a:lnTo>
                    <a:pt x="5847" y="1513"/>
                  </a:lnTo>
                  <a:cubicBezTo>
                    <a:pt x="5859" y="1548"/>
                    <a:pt x="5871" y="1584"/>
                    <a:pt x="5882" y="1620"/>
                  </a:cubicBezTo>
                  <a:cubicBezTo>
                    <a:pt x="5882" y="1632"/>
                    <a:pt x="5882" y="1644"/>
                    <a:pt x="5882" y="1656"/>
                  </a:cubicBezTo>
                  <a:lnTo>
                    <a:pt x="4787" y="1751"/>
                  </a:lnTo>
                  <a:lnTo>
                    <a:pt x="4763" y="1751"/>
                  </a:lnTo>
                  <a:cubicBezTo>
                    <a:pt x="4751" y="1679"/>
                    <a:pt x="4751" y="1620"/>
                    <a:pt x="4763" y="1560"/>
                  </a:cubicBezTo>
                  <a:cubicBezTo>
                    <a:pt x="4757" y="1501"/>
                    <a:pt x="4706" y="1467"/>
                    <a:pt x="4656" y="1467"/>
                  </a:cubicBezTo>
                  <a:cubicBezTo>
                    <a:pt x="4616" y="1467"/>
                    <a:pt x="4577" y="1489"/>
                    <a:pt x="4561" y="1537"/>
                  </a:cubicBezTo>
                  <a:cubicBezTo>
                    <a:pt x="4549" y="1608"/>
                    <a:pt x="4549" y="1679"/>
                    <a:pt x="4549" y="1763"/>
                  </a:cubicBezTo>
                  <a:cubicBezTo>
                    <a:pt x="4323" y="1775"/>
                    <a:pt x="4097" y="1798"/>
                    <a:pt x="3870" y="1810"/>
                  </a:cubicBezTo>
                  <a:lnTo>
                    <a:pt x="3846" y="1620"/>
                  </a:lnTo>
                  <a:cubicBezTo>
                    <a:pt x="3836" y="1579"/>
                    <a:pt x="3799" y="1546"/>
                    <a:pt x="3758" y="1546"/>
                  </a:cubicBezTo>
                  <a:cubicBezTo>
                    <a:pt x="3752" y="1546"/>
                    <a:pt x="3746" y="1547"/>
                    <a:pt x="3739" y="1548"/>
                  </a:cubicBezTo>
                  <a:cubicBezTo>
                    <a:pt x="3680" y="1560"/>
                    <a:pt x="3644" y="1596"/>
                    <a:pt x="3644" y="1656"/>
                  </a:cubicBezTo>
                  <a:cubicBezTo>
                    <a:pt x="3656" y="1715"/>
                    <a:pt x="3668" y="1775"/>
                    <a:pt x="3668" y="1834"/>
                  </a:cubicBezTo>
                  <a:cubicBezTo>
                    <a:pt x="2513" y="1918"/>
                    <a:pt x="1370" y="2013"/>
                    <a:pt x="227" y="2144"/>
                  </a:cubicBezTo>
                  <a:lnTo>
                    <a:pt x="1" y="2370"/>
                  </a:lnTo>
                  <a:cubicBezTo>
                    <a:pt x="12" y="2446"/>
                    <a:pt x="82" y="2502"/>
                    <a:pt x="158" y="2502"/>
                  </a:cubicBezTo>
                  <a:cubicBezTo>
                    <a:pt x="165" y="2502"/>
                    <a:pt x="172" y="2502"/>
                    <a:pt x="179" y="2501"/>
                  </a:cubicBezTo>
                  <a:cubicBezTo>
                    <a:pt x="1549" y="2453"/>
                    <a:pt x="2918" y="2334"/>
                    <a:pt x="4275" y="2227"/>
                  </a:cubicBezTo>
                  <a:cubicBezTo>
                    <a:pt x="5656" y="2120"/>
                    <a:pt x="7025" y="2001"/>
                    <a:pt x="8395" y="1870"/>
                  </a:cubicBezTo>
                  <a:cubicBezTo>
                    <a:pt x="11121" y="1656"/>
                    <a:pt x="13848" y="1429"/>
                    <a:pt x="16562" y="1132"/>
                  </a:cubicBezTo>
                  <a:cubicBezTo>
                    <a:pt x="18039" y="977"/>
                    <a:pt x="19527" y="822"/>
                    <a:pt x="20991" y="596"/>
                  </a:cubicBezTo>
                  <a:lnTo>
                    <a:pt x="20944" y="251"/>
                  </a:lnTo>
                  <a:cubicBezTo>
                    <a:pt x="20706" y="263"/>
                    <a:pt x="20491" y="286"/>
                    <a:pt x="20265" y="310"/>
                  </a:cubicBezTo>
                  <a:cubicBezTo>
                    <a:pt x="20265" y="298"/>
                    <a:pt x="20265" y="286"/>
                    <a:pt x="20265" y="274"/>
                  </a:cubicBezTo>
                  <a:cubicBezTo>
                    <a:pt x="20253" y="191"/>
                    <a:pt x="20241" y="120"/>
                    <a:pt x="20218" y="48"/>
                  </a:cubicBezTo>
                  <a:cubicBezTo>
                    <a:pt x="20218" y="24"/>
                    <a:pt x="20194" y="1"/>
                    <a:pt x="201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97" name="Google Shape;1797;p40"/>
          <p:cNvGrpSpPr/>
          <p:nvPr/>
        </p:nvGrpSpPr>
        <p:grpSpPr>
          <a:xfrm>
            <a:off x="3584917" y="717676"/>
            <a:ext cx="698188" cy="569676"/>
            <a:chOff x="1394775" y="187100"/>
            <a:chExt cx="438175" cy="357500"/>
          </a:xfrm>
        </p:grpSpPr>
        <p:sp>
          <p:nvSpPr>
            <p:cNvPr id="1798" name="Google Shape;1798;p40"/>
            <p:cNvSpPr/>
            <p:nvPr/>
          </p:nvSpPr>
          <p:spPr>
            <a:xfrm>
              <a:off x="1615025" y="294125"/>
              <a:ext cx="84275" cy="77700"/>
            </a:xfrm>
            <a:custGeom>
              <a:avLst/>
              <a:gdLst/>
              <a:ahLst/>
              <a:cxnLst/>
              <a:rect l="l" t="t" r="r" b="b"/>
              <a:pathLst>
                <a:path w="3371" h="3108" extrusionOk="0">
                  <a:moveTo>
                    <a:pt x="2680" y="0"/>
                  </a:moveTo>
                  <a:cubicBezTo>
                    <a:pt x="2632" y="48"/>
                    <a:pt x="2573" y="120"/>
                    <a:pt x="2525" y="167"/>
                  </a:cubicBezTo>
                  <a:lnTo>
                    <a:pt x="2347" y="322"/>
                  </a:lnTo>
                  <a:cubicBezTo>
                    <a:pt x="2239" y="441"/>
                    <a:pt x="2132" y="560"/>
                    <a:pt x="2013" y="679"/>
                  </a:cubicBezTo>
                  <a:cubicBezTo>
                    <a:pt x="1763" y="870"/>
                    <a:pt x="1501" y="1072"/>
                    <a:pt x="1239" y="1263"/>
                  </a:cubicBezTo>
                  <a:cubicBezTo>
                    <a:pt x="846" y="1572"/>
                    <a:pt x="430" y="1858"/>
                    <a:pt x="1" y="2108"/>
                  </a:cubicBezTo>
                  <a:cubicBezTo>
                    <a:pt x="251" y="2417"/>
                    <a:pt x="442" y="2751"/>
                    <a:pt x="596" y="3108"/>
                  </a:cubicBezTo>
                  <a:cubicBezTo>
                    <a:pt x="775" y="2906"/>
                    <a:pt x="965" y="2739"/>
                    <a:pt x="1168" y="2584"/>
                  </a:cubicBezTo>
                  <a:cubicBezTo>
                    <a:pt x="1406" y="2394"/>
                    <a:pt x="1644" y="2215"/>
                    <a:pt x="1894" y="2025"/>
                  </a:cubicBezTo>
                  <a:cubicBezTo>
                    <a:pt x="2144" y="1834"/>
                    <a:pt x="2406" y="1667"/>
                    <a:pt x="2668" y="1489"/>
                  </a:cubicBezTo>
                  <a:cubicBezTo>
                    <a:pt x="2894" y="1334"/>
                    <a:pt x="3132" y="1155"/>
                    <a:pt x="3370" y="1024"/>
                  </a:cubicBezTo>
                  <a:cubicBezTo>
                    <a:pt x="3239" y="917"/>
                    <a:pt x="3120" y="786"/>
                    <a:pt x="3025" y="643"/>
                  </a:cubicBezTo>
                  <a:cubicBezTo>
                    <a:pt x="2882" y="441"/>
                    <a:pt x="2763" y="227"/>
                    <a:pt x="26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40"/>
            <p:cNvSpPr/>
            <p:nvPr/>
          </p:nvSpPr>
          <p:spPr>
            <a:xfrm>
              <a:off x="1683200" y="199000"/>
              <a:ext cx="127725" cy="127600"/>
            </a:xfrm>
            <a:custGeom>
              <a:avLst/>
              <a:gdLst/>
              <a:ahLst/>
              <a:cxnLst/>
              <a:rect l="l" t="t" r="r" b="b"/>
              <a:pathLst>
                <a:path w="5109" h="5104" extrusionOk="0">
                  <a:moveTo>
                    <a:pt x="2459" y="0"/>
                  </a:moveTo>
                  <a:cubicBezTo>
                    <a:pt x="1685" y="0"/>
                    <a:pt x="950" y="382"/>
                    <a:pt x="501" y="1031"/>
                  </a:cubicBezTo>
                  <a:cubicBezTo>
                    <a:pt x="155" y="1555"/>
                    <a:pt x="1" y="2186"/>
                    <a:pt x="72" y="2817"/>
                  </a:cubicBezTo>
                  <a:cubicBezTo>
                    <a:pt x="226" y="4178"/>
                    <a:pt x="1332" y="5103"/>
                    <a:pt x="2677" y="5103"/>
                  </a:cubicBezTo>
                  <a:cubicBezTo>
                    <a:pt x="2686" y="5103"/>
                    <a:pt x="2695" y="5103"/>
                    <a:pt x="2703" y="5103"/>
                  </a:cubicBezTo>
                  <a:cubicBezTo>
                    <a:pt x="3930" y="5091"/>
                    <a:pt x="5108" y="4294"/>
                    <a:pt x="5108" y="2996"/>
                  </a:cubicBezTo>
                  <a:cubicBezTo>
                    <a:pt x="5108" y="1698"/>
                    <a:pt x="4251" y="305"/>
                    <a:pt x="2906" y="43"/>
                  </a:cubicBezTo>
                  <a:cubicBezTo>
                    <a:pt x="2757" y="14"/>
                    <a:pt x="2607" y="0"/>
                    <a:pt x="2459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40"/>
            <p:cNvSpPr/>
            <p:nvPr/>
          </p:nvSpPr>
          <p:spPr>
            <a:xfrm>
              <a:off x="1414250" y="325325"/>
              <a:ext cx="213600" cy="206650"/>
            </a:xfrm>
            <a:custGeom>
              <a:avLst/>
              <a:gdLst/>
              <a:ahLst/>
              <a:cxnLst/>
              <a:rect l="l" t="t" r="r" b="b"/>
              <a:pathLst>
                <a:path w="8544" h="8266" extrusionOk="0">
                  <a:moveTo>
                    <a:pt x="4953" y="0"/>
                  </a:moveTo>
                  <a:cubicBezTo>
                    <a:pt x="4912" y="0"/>
                    <a:pt x="4870" y="1"/>
                    <a:pt x="4829" y="3"/>
                  </a:cubicBezTo>
                  <a:cubicBezTo>
                    <a:pt x="3686" y="74"/>
                    <a:pt x="2555" y="669"/>
                    <a:pt x="1686" y="1384"/>
                  </a:cubicBezTo>
                  <a:cubicBezTo>
                    <a:pt x="1222" y="1753"/>
                    <a:pt x="817" y="2193"/>
                    <a:pt x="483" y="2693"/>
                  </a:cubicBezTo>
                  <a:cubicBezTo>
                    <a:pt x="269" y="3170"/>
                    <a:pt x="138" y="3682"/>
                    <a:pt x="114" y="4205"/>
                  </a:cubicBezTo>
                  <a:cubicBezTo>
                    <a:pt x="0" y="6312"/>
                    <a:pt x="1607" y="8266"/>
                    <a:pt x="3747" y="8266"/>
                  </a:cubicBezTo>
                  <a:cubicBezTo>
                    <a:pt x="3845" y="8266"/>
                    <a:pt x="3944" y="8262"/>
                    <a:pt x="4043" y="8254"/>
                  </a:cubicBezTo>
                  <a:cubicBezTo>
                    <a:pt x="6187" y="8063"/>
                    <a:pt x="8199" y="6241"/>
                    <a:pt x="8425" y="4086"/>
                  </a:cubicBezTo>
                  <a:cubicBezTo>
                    <a:pt x="8544" y="3015"/>
                    <a:pt x="8246" y="1919"/>
                    <a:pt x="7496" y="1122"/>
                  </a:cubicBezTo>
                  <a:cubicBezTo>
                    <a:pt x="6845" y="402"/>
                    <a:pt x="5920" y="0"/>
                    <a:pt x="495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40"/>
            <p:cNvSpPr/>
            <p:nvPr/>
          </p:nvSpPr>
          <p:spPr>
            <a:xfrm>
              <a:off x="1394775" y="187100"/>
              <a:ext cx="438175" cy="357500"/>
            </a:xfrm>
            <a:custGeom>
              <a:avLst/>
              <a:gdLst/>
              <a:ahLst/>
              <a:cxnLst/>
              <a:rect l="l" t="t" r="r" b="b"/>
              <a:pathLst>
                <a:path w="17527" h="14300" extrusionOk="0">
                  <a:moveTo>
                    <a:pt x="14011" y="481"/>
                  </a:moveTo>
                  <a:cubicBezTo>
                    <a:pt x="14154" y="481"/>
                    <a:pt x="14298" y="493"/>
                    <a:pt x="14443" y="519"/>
                  </a:cubicBezTo>
                  <a:cubicBezTo>
                    <a:pt x="15776" y="781"/>
                    <a:pt x="16645" y="2174"/>
                    <a:pt x="16645" y="3472"/>
                  </a:cubicBezTo>
                  <a:cubicBezTo>
                    <a:pt x="16645" y="4793"/>
                    <a:pt x="15467" y="5567"/>
                    <a:pt x="14240" y="5579"/>
                  </a:cubicBezTo>
                  <a:cubicBezTo>
                    <a:pt x="14223" y="5580"/>
                    <a:pt x="14207" y="5580"/>
                    <a:pt x="14190" y="5580"/>
                  </a:cubicBezTo>
                  <a:cubicBezTo>
                    <a:pt x="12855" y="5580"/>
                    <a:pt x="11750" y="4646"/>
                    <a:pt x="11609" y="3305"/>
                  </a:cubicBezTo>
                  <a:cubicBezTo>
                    <a:pt x="11538" y="2674"/>
                    <a:pt x="11692" y="2043"/>
                    <a:pt x="12038" y="1519"/>
                  </a:cubicBezTo>
                  <a:cubicBezTo>
                    <a:pt x="12490" y="855"/>
                    <a:pt x="13232" y="481"/>
                    <a:pt x="14011" y="481"/>
                  </a:cubicBezTo>
                  <a:close/>
                  <a:moveTo>
                    <a:pt x="11490" y="4281"/>
                  </a:moveTo>
                  <a:cubicBezTo>
                    <a:pt x="11573" y="4508"/>
                    <a:pt x="11692" y="4722"/>
                    <a:pt x="11835" y="4924"/>
                  </a:cubicBezTo>
                  <a:cubicBezTo>
                    <a:pt x="11942" y="5067"/>
                    <a:pt x="12049" y="5198"/>
                    <a:pt x="12180" y="5305"/>
                  </a:cubicBezTo>
                  <a:cubicBezTo>
                    <a:pt x="11942" y="5436"/>
                    <a:pt x="11704" y="5615"/>
                    <a:pt x="11478" y="5770"/>
                  </a:cubicBezTo>
                  <a:cubicBezTo>
                    <a:pt x="11216" y="5948"/>
                    <a:pt x="10942" y="6127"/>
                    <a:pt x="10704" y="6306"/>
                  </a:cubicBezTo>
                  <a:cubicBezTo>
                    <a:pt x="10454" y="6484"/>
                    <a:pt x="10204" y="6663"/>
                    <a:pt x="9978" y="6865"/>
                  </a:cubicBezTo>
                  <a:cubicBezTo>
                    <a:pt x="9763" y="7020"/>
                    <a:pt x="9573" y="7187"/>
                    <a:pt x="9406" y="7377"/>
                  </a:cubicBezTo>
                  <a:cubicBezTo>
                    <a:pt x="9252" y="7032"/>
                    <a:pt x="9049" y="6698"/>
                    <a:pt x="8811" y="6389"/>
                  </a:cubicBezTo>
                  <a:cubicBezTo>
                    <a:pt x="9240" y="6139"/>
                    <a:pt x="9656" y="5853"/>
                    <a:pt x="10049" y="5544"/>
                  </a:cubicBezTo>
                  <a:cubicBezTo>
                    <a:pt x="10311" y="5353"/>
                    <a:pt x="10561" y="5151"/>
                    <a:pt x="10823" y="4948"/>
                  </a:cubicBezTo>
                  <a:cubicBezTo>
                    <a:pt x="10942" y="4841"/>
                    <a:pt x="11049" y="4722"/>
                    <a:pt x="11157" y="4603"/>
                  </a:cubicBezTo>
                  <a:lnTo>
                    <a:pt x="11335" y="4448"/>
                  </a:lnTo>
                  <a:cubicBezTo>
                    <a:pt x="11383" y="4401"/>
                    <a:pt x="11430" y="4329"/>
                    <a:pt x="11490" y="4281"/>
                  </a:cubicBezTo>
                  <a:close/>
                  <a:moveTo>
                    <a:pt x="5721" y="5529"/>
                  </a:moveTo>
                  <a:cubicBezTo>
                    <a:pt x="6699" y="5529"/>
                    <a:pt x="7624" y="5931"/>
                    <a:pt x="8275" y="6651"/>
                  </a:cubicBezTo>
                  <a:cubicBezTo>
                    <a:pt x="9025" y="7448"/>
                    <a:pt x="9311" y="8544"/>
                    <a:pt x="9204" y="9615"/>
                  </a:cubicBezTo>
                  <a:cubicBezTo>
                    <a:pt x="8978" y="11770"/>
                    <a:pt x="6966" y="13592"/>
                    <a:pt x="4834" y="13783"/>
                  </a:cubicBezTo>
                  <a:cubicBezTo>
                    <a:pt x="4734" y="13791"/>
                    <a:pt x="4636" y="13795"/>
                    <a:pt x="4538" y="13795"/>
                  </a:cubicBezTo>
                  <a:cubicBezTo>
                    <a:pt x="2398" y="13795"/>
                    <a:pt x="791" y="11841"/>
                    <a:pt x="893" y="9734"/>
                  </a:cubicBezTo>
                  <a:cubicBezTo>
                    <a:pt x="917" y="9211"/>
                    <a:pt x="1048" y="8699"/>
                    <a:pt x="1251" y="8222"/>
                  </a:cubicBezTo>
                  <a:cubicBezTo>
                    <a:pt x="1596" y="7722"/>
                    <a:pt x="2001" y="7282"/>
                    <a:pt x="2465" y="6901"/>
                  </a:cubicBezTo>
                  <a:cubicBezTo>
                    <a:pt x="3334" y="6198"/>
                    <a:pt x="4465" y="5603"/>
                    <a:pt x="5596" y="5532"/>
                  </a:cubicBezTo>
                  <a:cubicBezTo>
                    <a:pt x="5638" y="5530"/>
                    <a:pt x="5680" y="5529"/>
                    <a:pt x="5721" y="5529"/>
                  </a:cubicBezTo>
                  <a:close/>
                  <a:moveTo>
                    <a:pt x="14190" y="0"/>
                  </a:moveTo>
                  <a:cubicBezTo>
                    <a:pt x="13003" y="0"/>
                    <a:pt x="11876" y="777"/>
                    <a:pt x="11549" y="1912"/>
                  </a:cubicBezTo>
                  <a:cubicBezTo>
                    <a:pt x="11407" y="2234"/>
                    <a:pt x="11311" y="2579"/>
                    <a:pt x="11287" y="2936"/>
                  </a:cubicBezTo>
                  <a:cubicBezTo>
                    <a:pt x="11252" y="3353"/>
                    <a:pt x="11311" y="3758"/>
                    <a:pt x="11442" y="4150"/>
                  </a:cubicBezTo>
                  <a:cubicBezTo>
                    <a:pt x="11395" y="4186"/>
                    <a:pt x="11335" y="4210"/>
                    <a:pt x="11264" y="4246"/>
                  </a:cubicBezTo>
                  <a:cubicBezTo>
                    <a:pt x="11192" y="4293"/>
                    <a:pt x="11133" y="4329"/>
                    <a:pt x="11061" y="4377"/>
                  </a:cubicBezTo>
                  <a:cubicBezTo>
                    <a:pt x="10930" y="4460"/>
                    <a:pt x="10764" y="4520"/>
                    <a:pt x="10633" y="4603"/>
                  </a:cubicBezTo>
                  <a:cubicBezTo>
                    <a:pt x="10359" y="4793"/>
                    <a:pt x="10097" y="4996"/>
                    <a:pt x="9835" y="5198"/>
                  </a:cubicBezTo>
                  <a:cubicBezTo>
                    <a:pt x="9418" y="5508"/>
                    <a:pt x="9025" y="5841"/>
                    <a:pt x="8644" y="6198"/>
                  </a:cubicBezTo>
                  <a:cubicBezTo>
                    <a:pt x="8120" y="5627"/>
                    <a:pt x="7418" y="5234"/>
                    <a:pt x="6656" y="5079"/>
                  </a:cubicBezTo>
                  <a:cubicBezTo>
                    <a:pt x="6421" y="5039"/>
                    <a:pt x="6185" y="5019"/>
                    <a:pt x="5949" y="5019"/>
                  </a:cubicBezTo>
                  <a:cubicBezTo>
                    <a:pt x="5405" y="5019"/>
                    <a:pt x="4864" y="5125"/>
                    <a:pt x="4358" y="5341"/>
                  </a:cubicBezTo>
                  <a:cubicBezTo>
                    <a:pt x="2620" y="5722"/>
                    <a:pt x="1108" y="7091"/>
                    <a:pt x="631" y="8830"/>
                  </a:cubicBezTo>
                  <a:cubicBezTo>
                    <a:pt x="0" y="11175"/>
                    <a:pt x="1417" y="13783"/>
                    <a:pt x="3870" y="14235"/>
                  </a:cubicBezTo>
                  <a:cubicBezTo>
                    <a:pt x="4112" y="14278"/>
                    <a:pt x="4357" y="14299"/>
                    <a:pt x="4601" y="14299"/>
                  </a:cubicBezTo>
                  <a:cubicBezTo>
                    <a:pt x="6763" y="14299"/>
                    <a:pt x="8898" y="12663"/>
                    <a:pt x="9561" y="10651"/>
                  </a:cubicBezTo>
                  <a:cubicBezTo>
                    <a:pt x="9894" y="9639"/>
                    <a:pt x="9871" y="8556"/>
                    <a:pt x="9490" y="7579"/>
                  </a:cubicBezTo>
                  <a:cubicBezTo>
                    <a:pt x="9740" y="7460"/>
                    <a:pt x="9966" y="7329"/>
                    <a:pt x="10180" y="7163"/>
                  </a:cubicBezTo>
                  <a:cubicBezTo>
                    <a:pt x="10454" y="6996"/>
                    <a:pt x="10716" y="6806"/>
                    <a:pt x="10966" y="6639"/>
                  </a:cubicBezTo>
                  <a:cubicBezTo>
                    <a:pt x="11228" y="6472"/>
                    <a:pt x="11454" y="6294"/>
                    <a:pt x="11716" y="6103"/>
                  </a:cubicBezTo>
                  <a:cubicBezTo>
                    <a:pt x="11978" y="5925"/>
                    <a:pt x="12264" y="5770"/>
                    <a:pt x="12514" y="5555"/>
                  </a:cubicBezTo>
                  <a:cubicBezTo>
                    <a:pt x="12919" y="5817"/>
                    <a:pt x="13371" y="5984"/>
                    <a:pt x="13847" y="6044"/>
                  </a:cubicBezTo>
                  <a:cubicBezTo>
                    <a:pt x="13988" y="6062"/>
                    <a:pt x="14132" y="6071"/>
                    <a:pt x="14276" y="6071"/>
                  </a:cubicBezTo>
                  <a:cubicBezTo>
                    <a:pt x="15546" y="6071"/>
                    <a:pt x="16882" y="5371"/>
                    <a:pt x="17181" y="4067"/>
                  </a:cubicBezTo>
                  <a:cubicBezTo>
                    <a:pt x="17526" y="2507"/>
                    <a:pt x="16550" y="650"/>
                    <a:pt x="15038" y="138"/>
                  </a:cubicBezTo>
                  <a:cubicBezTo>
                    <a:pt x="14758" y="44"/>
                    <a:pt x="14472" y="0"/>
                    <a:pt x="141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6" name="Google Shape;1806;p41"/>
          <p:cNvSpPr txBox="1">
            <a:spLocks noGrp="1"/>
          </p:cNvSpPr>
          <p:nvPr>
            <p:ph type="title"/>
          </p:nvPr>
        </p:nvSpPr>
        <p:spPr>
          <a:xfrm>
            <a:off x="4104650" y="1485150"/>
            <a:ext cx="4326000" cy="79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807" name="Google Shape;1807;p41"/>
          <p:cNvSpPr txBox="1">
            <a:spLocks noGrp="1"/>
          </p:cNvSpPr>
          <p:nvPr>
            <p:ph type="subTitle" idx="1"/>
          </p:nvPr>
        </p:nvSpPr>
        <p:spPr>
          <a:xfrm>
            <a:off x="4104650" y="2281950"/>
            <a:ext cx="4326000" cy="13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beautiful name and is the second planet from the Sun. It’s terribly hot and its atmosphere is extremely poisonous. It’s the second-brightest natural object in the night sky after the Moon</a:t>
            </a:r>
            <a:endParaRPr/>
          </a:p>
        </p:txBody>
      </p:sp>
      <p:sp>
        <p:nvSpPr>
          <p:cNvPr id="1808" name="Google Shape;1808;p41"/>
          <p:cNvSpPr/>
          <p:nvPr/>
        </p:nvSpPr>
        <p:spPr>
          <a:xfrm>
            <a:off x="4231650" y="1627078"/>
            <a:ext cx="3187831" cy="49325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 w="19050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accent2"/>
                </a:solidFill>
                <a:latin typeface="Viga"/>
              </a:rPr>
              <a:t>Introduction</a:t>
            </a:r>
          </a:p>
        </p:txBody>
      </p:sp>
      <p:grpSp>
        <p:nvGrpSpPr>
          <p:cNvPr id="1809" name="Google Shape;1809;p41"/>
          <p:cNvGrpSpPr/>
          <p:nvPr/>
        </p:nvGrpSpPr>
        <p:grpSpPr>
          <a:xfrm>
            <a:off x="1189163" y="2543938"/>
            <a:ext cx="2189463" cy="1734318"/>
            <a:chOff x="5720800" y="4527688"/>
            <a:chExt cx="1189150" cy="941950"/>
          </a:xfrm>
        </p:grpSpPr>
        <p:sp>
          <p:nvSpPr>
            <p:cNvPr id="1810" name="Google Shape;1810;p41"/>
            <p:cNvSpPr/>
            <p:nvPr/>
          </p:nvSpPr>
          <p:spPr>
            <a:xfrm>
              <a:off x="6435475" y="4848663"/>
              <a:ext cx="452150" cy="406250"/>
            </a:xfrm>
            <a:custGeom>
              <a:avLst/>
              <a:gdLst/>
              <a:ahLst/>
              <a:cxnLst/>
              <a:rect l="l" t="t" r="r" b="b"/>
              <a:pathLst>
                <a:path w="18086" h="16250" extrusionOk="0">
                  <a:moveTo>
                    <a:pt x="17712" y="0"/>
                  </a:moveTo>
                  <a:cubicBezTo>
                    <a:pt x="17524" y="0"/>
                    <a:pt x="17308" y="208"/>
                    <a:pt x="17205" y="319"/>
                  </a:cubicBezTo>
                  <a:lnTo>
                    <a:pt x="17193" y="331"/>
                  </a:lnTo>
                  <a:cubicBezTo>
                    <a:pt x="17181" y="379"/>
                    <a:pt x="17157" y="415"/>
                    <a:pt x="17121" y="439"/>
                  </a:cubicBezTo>
                  <a:cubicBezTo>
                    <a:pt x="13847" y="3641"/>
                    <a:pt x="10442" y="6725"/>
                    <a:pt x="6989" y="9749"/>
                  </a:cubicBezTo>
                  <a:cubicBezTo>
                    <a:pt x="4679" y="11761"/>
                    <a:pt x="2346" y="13738"/>
                    <a:pt x="0" y="15702"/>
                  </a:cubicBezTo>
                  <a:lnTo>
                    <a:pt x="453" y="16250"/>
                  </a:lnTo>
                  <a:cubicBezTo>
                    <a:pt x="3798" y="13464"/>
                    <a:pt x="7132" y="10666"/>
                    <a:pt x="10478" y="7868"/>
                  </a:cubicBezTo>
                  <a:cubicBezTo>
                    <a:pt x="12192" y="6427"/>
                    <a:pt x="13895" y="4975"/>
                    <a:pt x="15550" y="3463"/>
                  </a:cubicBezTo>
                  <a:cubicBezTo>
                    <a:pt x="16288" y="2772"/>
                    <a:pt x="17276" y="2046"/>
                    <a:pt x="17776" y="1129"/>
                  </a:cubicBezTo>
                  <a:cubicBezTo>
                    <a:pt x="17895" y="903"/>
                    <a:pt x="18086" y="450"/>
                    <a:pt x="17955" y="188"/>
                  </a:cubicBezTo>
                  <a:cubicBezTo>
                    <a:pt x="17892" y="51"/>
                    <a:pt x="17805" y="0"/>
                    <a:pt x="17712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41"/>
            <p:cNvSpPr/>
            <p:nvPr/>
          </p:nvSpPr>
          <p:spPr>
            <a:xfrm>
              <a:off x="5731500" y="4541388"/>
              <a:ext cx="1136475" cy="754275"/>
            </a:xfrm>
            <a:custGeom>
              <a:avLst/>
              <a:gdLst/>
              <a:ahLst/>
              <a:cxnLst/>
              <a:rect l="l" t="t" r="r" b="b"/>
              <a:pathLst>
                <a:path w="45459" h="30171" extrusionOk="0">
                  <a:moveTo>
                    <a:pt x="22393" y="4052"/>
                  </a:moveTo>
                  <a:cubicBezTo>
                    <a:pt x="22640" y="4052"/>
                    <a:pt x="22894" y="4122"/>
                    <a:pt x="23182" y="4193"/>
                  </a:cubicBezTo>
                  <a:cubicBezTo>
                    <a:pt x="24718" y="4598"/>
                    <a:pt x="26254" y="5062"/>
                    <a:pt x="27766" y="5550"/>
                  </a:cubicBezTo>
                  <a:cubicBezTo>
                    <a:pt x="30481" y="6443"/>
                    <a:pt x="33136" y="7431"/>
                    <a:pt x="35803" y="8419"/>
                  </a:cubicBezTo>
                  <a:cubicBezTo>
                    <a:pt x="36410" y="8646"/>
                    <a:pt x="37017" y="8872"/>
                    <a:pt x="37613" y="9134"/>
                  </a:cubicBezTo>
                  <a:cubicBezTo>
                    <a:pt x="37887" y="9253"/>
                    <a:pt x="38410" y="9420"/>
                    <a:pt x="38232" y="9836"/>
                  </a:cubicBezTo>
                  <a:lnTo>
                    <a:pt x="38220" y="9836"/>
                  </a:lnTo>
                  <a:cubicBezTo>
                    <a:pt x="38148" y="10003"/>
                    <a:pt x="37958" y="10086"/>
                    <a:pt x="37827" y="10170"/>
                  </a:cubicBezTo>
                  <a:cubicBezTo>
                    <a:pt x="37565" y="10336"/>
                    <a:pt x="37291" y="10503"/>
                    <a:pt x="37029" y="10670"/>
                  </a:cubicBezTo>
                  <a:cubicBezTo>
                    <a:pt x="36470" y="11015"/>
                    <a:pt x="35910" y="11432"/>
                    <a:pt x="35315" y="11706"/>
                  </a:cubicBezTo>
                  <a:cubicBezTo>
                    <a:pt x="35157" y="11776"/>
                    <a:pt x="35005" y="11804"/>
                    <a:pt x="34855" y="11804"/>
                  </a:cubicBezTo>
                  <a:cubicBezTo>
                    <a:pt x="34551" y="11804"/>
                    <a:pt x="34256" y="11690"/>
                    <a:pt x="33946" y="11587"/>
                  </a:cubicBezTo>
                  <a:cubicBezTo>
                    <a:pt x="33291" y="11360"/>
                    <a:pt x="32624" y="11134"/>
                    <a:pt x="31957" y="10908"/>
                  </a:cubicBezTo>
                  <a:cubicBezTo>
                    <a:pt x="30636" y="10444"/>
                    <a:pt x="29326" y="9967"/>
                    <a:pt x="28016" y="9467"/>
                  </a:cubicBezTo>
                  <a:cubicBezTo>
                    <a:pt x="25385" y="8467"/>
                    <a:pt x="22754" y="7419"/>
                    <a:pt x="20218" y="6193"/>
                  </a:cubicBezTo>
                  <a:cubicBezTo>
                    <a:pt x="20087" y="6122"/>
                    <a:pt x="20075" y="5943"/>
                    <a:pt x="20170" y="5848"/>
                  </a:cubicBezTo>
                  <a:lnTo>
                    <a:pt x="20206" y="5812"/>
                  </a:lnTo>
                  <a:lnTo>
                    <a:pt x="20206" y="5800"/>
                  </a:lnTo>
                  <a:cubicBezTo>
                    <a:pt x="20670" y="5252"/>
                    <a:pt x="21158" y="4669"/>
                    <a:pt x="21754" y="4252"/>
                  </a:cubicBezTo>
                  <a:cubicBezTo>
                    <a:pt x="21974" y="4104"/>
                    <a:pt x="22181" y="4052"/>
                    <a:pt x="22393" y="4052"/>
                  </a:cubicBezTo>
                  <a:close/>
                  <a:moveTo>
                    <a:pt x="20090" y="8812"/>
                  </a:moveTo>
                  <a:cubicBezTo>
                    <a:pt x="20380" y="8812"/>
                    <a:pt x="20680" y="8890"/>
                    <a:pt x="20932" y="9003"/>
                  </a:cubicBezTo>
                  <a:cubicBezTo>
                    <a:pt x="21551" y="9277"/>
                    <a:pt x="22135" y="9622"/>
                    <a:pt x="22730" y="9967"/>
                  </a:cubicBezTo>
                  <a:cubicBezTo>
                    <a:pt x="24325" y="10610"/>
                    <a:pt x="25933" y="11253"/>
                    <a:pt x="27528" y="11932"/>
                  </a:cubicBezTo>
                  <a:cubicBezTo>
                    <a:pt x="28135" y="12182"/>
                    <a:pt x="28743" y="12444"/>
                    <a:pt x="29362" y="12706"/>
                  </a:cubicBezTo>
                  <a:cubicBezTo>
                    <a:pt x="29624" y="12813"/>
                    <a:pt x="30219" y="12920"/>
                    <a:pt x="30338" y="13241"/>
                  </a:cubicBezTo>
                  <a:cubicBezTo>
                    <a:pt x="30445" y="13563"/>
                    <a:pt x="30040" y="13801"/>
                    <a:pt x="29838" y="13944"/>
                  </a:cubicBezTo>
                  <a:lnTo>
                    <a:pt x="29826" y="13944"/>
                  </a:lnTo>
                  <a:cubicBezTo>
                    <a:pt x="29433" y="14254"/>
                    <a:pt x="29004" y="14515"/>
                    <a:pt x="28552" y="14730"/>
                  </a:cubicBezTo>
                  <a:cubicBezTo>
                    <a:pt x="28376" y="14808"/>
                    <a:pt x="28196" y="14840"/>
                    <a:pt x="28015" y="14840"/>
                  </a:cubicBezTo>
                  <a:cubicBezTo>
                    <a:pt x="27366" y="14840"/>
                    <a:pt x="26703" y="14419"/>
                    <a:pt x="26135" y="14158"/>
                  </a:cubicBezTo>
                  <a:cubicBezTo>
                    <a:pt x="25075" y="13694"/>
                    <a:pt x="24040" y="13194"/>
                    <a:pt x="23028" y="12658"/>
                  </a:cubicBezTo>
                  <a:cubicBezTo>
                    <a:pt x="22015" y="12122"/>
                    <a:pt x="21015" y="11551"/>
                    <a:pt x="20051" y="10920"/>
                  </a:cubicBezTo>
                  <a:cubicBezTo>
                    <a:pt x="19515" y="10574"/>
                    <a:pt x="18706" y="10063"/>
                    <a:pt x="19134" y="9312"/>
                  </a:cubicBezTo>
                  <a:cubicBezTo>
                    <a:pt x="19344" y="8947"/>
                    <a:pt x="19708" y="8812"/>
                    <a:pt x="20090" y="8812"/>
                  </a:cubicBezTo>
                  <a:close/>
                  <a:moveTo>
                    <a:pt x="8327" y="17774"/>
                  </a:moveTo>
                  <a:cubicBezTo>
                    <a:pt x="8381" y="17774"/>
                    <a:pt x="8435" y="17818"/>
                    <a:pt x="8442" y="17885"/>
                  </a:cubicBezTo>
                  <a:cubicBezTo>
                    <a:pt x="8430" y="18040"/>
                    <a:pt x="8395" y="18194"/>
                    <a:pt x="8323" y="18337"/>
                  </a:cubicBezTo>
                  <a:cubicBezTo>
                    <a:pt x="8228" y="18575"/>
                    <a:pt x="8145" y="18635"/>
                    <a:pt x="8383" y="18778"/>
                  </a:cubicBezTo>
                  <a:cubicBezTo>
                    <a:pt x="8465" y="18829"/>
                    <a:pt x="8520" y="18849"/>
                    <a:pt x="8572" y="18849"/>
                  </a:cubicBezTo>
                  <a:cubicBezTo>
                    <a:pt x="8641" y="18849"/>
                    <a:pt x="8703" y="18813"/>
                    <a:pt x="8811" y="18766"/>
                  </a:cubicBezTo>
                  <a:cubicBezTo>
                    <a:pt x="9086" y="18652"/>
                    <a:pt x="9360" y="18515"/>
                    <a:pt x="9667" y="18515"/>
                  </a:cubicBezTo>
                  <a:cubicBezTo>
                    <a:pt x="9679" y="18515"/>
                    <a:pt x="9692" y="18515"/>
                    <a:pt x="9704" y="18516"/>
                  </a:cubicBezTo>
                  <a:cubicBezTo>
                    <a:pt x="10312" y="18540"/>
                    <a:pt x="10478" y="19004"/>
                    <a:pt x="10526" y="19528"/>
                  </a:cubicBezTo>
                  <a:cubicBezTo>
                    <a:pt x="10559" y="19825"/>
                    <a:pt x="10643" y="20020"/>
                    <a:pt x="10946" y="20020"/>
                  </a:cubicBezTo>
                  <a:cubicBezTo>
                    <a:pt x="10971" y="20020"/>
                    <a:pt x="10998" y="20019"/>
                    <a:pt x="11026" y="20016"/>
                  </a:cubicBezTo>
                  <a:cubicBezTo>
                    <a:pt x="11181" y="20004"/>
                    <a:pt x="11336" y="19873"/>
                    <a:pt x="11478" y="19826"/>
                  </a:cubicBezTo>
                  <a:cubicBezTo>
                    <a:pt x="11622" y="19765"/>
                    <a:pt x="11775" y="19734"/>
                    <a:pt x="11928" y="19734"/>
                  </a:cubicBezTo>
                  <a:cubicBezTo>
                    <a:pt x="12017" y="19734"/>
                    <a:pt x="12105" y="19744"/>
                    <a:pt x="12193" y="19766"/>
                  </a:cubicBezTo>
                  <a:cubicBezTo>
                    <a:pt x="12848" y="20004"/>
                    <a:pt x="12419" y="20683"/>
                    <a:pt x="12764" y="21052"/>
                  </a:cubicBezTo>
                  <a:cubicBezTo>
                    <a:pt x="12850" y="21146"/>
                    <a:pt x="12934" y="21182"/>
                    <a:pt x="13018" y="21182"/>
                  </a:cubicBezTo>
                  <a:cubicBezTo>
                    <a:pt x="13169" y="21182"/>
                    <a:pt x="13323" y="21068"/>
                    <a:pt x="13491" y="20969"/>
                  </a:cubicBezTo>
                  <a:cubicBezTo>
                    <a:pt x="13598" y="20885"/>
                    <a:pt x="13717" y="20826"/>
                    <a:pt x="13836" y="20778"/>
                  </a:cubicBezTo>
                  <a:cubicBezTo>
                    <a:pt x="13914" y="20742"/>
                    <a:pt x="13999" y="20723"/>
                    <a:pt x="14084" y="20723"/>
                  </a:cubicBezTo>
                  <a:cubicBezTo>
                    <a:pt x="14193" y="20723"/>
                    <a:pt x="14302" y="20754"/>
                    <a:pt x="14395" y="20814"/>
                  </a:cubicBezTo>
                  <a:cubicBezTo>
                    <a:pt x="14574" y="20945"/>
                    <a:pt x="14693" y="21135"/>
                    <a:pt x="14729" y="21350"/>
                  </a:cubicBezTo>
                  <a:cubicBezTo>
                    <a:pt x="14800" y="21612"/>
                    <a:pt x="14681" y="21957"/>
                    <a:pt x="14788" y="22195"/>
                  </a:cubicBezTo>
                  <a:cubicBezTo>
                    <a:pt x="14856" y="22358"/>
                    <a:pt x="14963" y="22415"/>
                    <a:pt x="15087" y="22415"/>
                  </a:cubicBezTo>
                  <a:cubicBezTo>
                    <a:pt x="15335" y="22415"/>
                    <a:pt x="15654" y="22191"/>
                    <a:pt x="15884" y="22135"/>
                  </a:cubicBezTo>
                  <a:cubicBezTo>
                    <a:pt x="15975" y="22107"/>
                    <a:pt x="16068" y="22092"/>
                    <a:pt x="16163" y="22092"/>
                  </a:cubicBezTo>
                  <a:cubicBezTo>
                    <a:pt x="16267" y="22092"/>
                    <a:pt x="16373" y="22110"/>
                    <a:pt x="16479" y="22147"/>
                  </a:cubicBezTo>
                  <a:cubicBezTo>
                    <a:pt x="16681" y="22243"/>
                    <a:pt x="16824" y="22445"/>
                    <a:pt x="16848" y="22671"/>
                  </a:cubicBezTo>
                  <a:cubicBezTo>
                    <a:pt x="16872" y="22897"/>
                    <a:pt x="16670" y="23409"/>
                    <a:pt x="16991" y="23481"/>
                  </a:cubicBezTo>
                  <a:cubicBezTo>
                    <a:pt x="17005" y="23483"/>
                    <a:pt x="17020" y="23485"/>
                    <a:pt x="17035" y="23485"/>
                  </a:cubicBezTo>
                  <a:cubicBezTo>
                    <a:pt x="17231" y="23485"/>
                    <a:pt x="17541" y="23288"/>
                    <a:pt x="17717" y="23255"/>
                  </a:cubicBezTo>
                  <a:cubicBezTo>
                    <a:pt x="17769" y="23244"/>
                    <a:pt x="17822" y="23238"/>
                    <a:pt x="17874" y="23238"/>
                  </a:cubicBezTo>
                  <a:cubicBezTo>
                    <a:pt x="17992" y="23238"/>
                    <a:pt x="18111" y="23265"/>
                    <a:pt x="18217" y="23314"/>
                  </a:cubicBezTo>
                  <a:cubicBezTo>
                    <a:pt x="18384" y="23409"/>
                    <a:pt x="18503" y="23576"/>
                    <a:pt x="18551" y="23767"/>
                  </a:cubicBezTo>
                  <a:cubicBezTo>
                    <a:pt x="18586" y="23898"/>
                    <a:pt x="18563" y="24398"/>
                    <a:pt x="18694" y="24445"/>
                  </a:cubicBezTo>
                  <a:cubicBezTo>
                    <a:pt x="18961" y="24552"/>
                    <a:pt x="18883" y="24937"/>
                    <a:pt x="18648" y="24937"/>
                  </a:cubicBezTo>
                  <a:cubicBezTo>
                    <a:pt x="18622" y="24937"/>
                    <a:pt x="18593" y="24932"/>
                    <a:pt x="18563" y="24921"/>
                  </a:cubicBezTo>
                  <a:cubicBezTo>
                    <a:pt x="18348" y="24838"/>
                    <a:pt x="18194" y="24648"/>
                    <a:pt x="18158" y="24421"/>
                  </a:cubicBezTo>
                  <a:cubicBezTo>
                    <a:pt x="18094" y="24154"/>
                    <a:pt x="18145" y="23762"/>
                    <a:pt x="17846" y="23762"/>
                  </a:cubicBezTo>
                  <a:cubicBezTo>
                    <a:pt x="17812" y="23762"/>
                    <a:pt x="17773" y="23768"/>
                    <a:pt x="17729" y="23778"/>
                  </a:cubicBezTo>
                  <a:cubicBezTo>
                    <a:pt x="17477" y="23840"/>
                    <a:pt x="17175" y="23975"/>
                    <a:pt x="16906" y="23975"/>
                  </a:cubicBezTo>
                  <a:cubicBezTo>
                    <a:pt x="16705" y="23975"/>
                    <a:pt x="16523" y="23899"/>
                    <a:pt x="16396" y="23659"/>
                  </a:cubicBezTo>
                  <a:cubicBezTo>
                    <a:pt x="16253" y="23374"/>
                    <a:pt x="16455" y="23088"/>
                    <a:pt x="16372" y="22826"/>
                  </a:cubicBezTo>
                  <a:cubicBezTo>
                    <a:pt x="16322" y="22660"/>
                    <a:pt x="16221" y="22601"/>
                    <a:pt x="16098" y="22601"/>
                  </a:cubicBezTo>
                  <a:cubicBezTo>
                    <a:pt x="15842" y="22601"/>
                    <a:pt x="15489" y="22853"/>
                    <a:pt x="15288" y="22909"/>
                  </a:cubicBezTo>
                  <a:cubicBezTo>
                    <a:pt x="15208" y="22929"/>
                    <a:pt x="15132" y="22938"/>
                    <a:pt x="15060" y="22938"/>
                  </a:cubicBezTo>
                  <a:cubicBezTo>
                    <a:pt x="14610" y="22938"/>
                    <a:pt x="14331" y="22572"/>
                    <a:pt x="14300" y="22100"/>
                  </a:cubicBezTo>
                  <a:cubicBezTo>
                    <a:pt x="14288" y="21933"/>
                    <a:pt x="14324" y="21754"/>
                    <a:pt x="14300" y="21588"/>
                  </a:cubicBezTo>
                  <a:cubicBezTo>
                    <a:pt x="14269" y="21356"/>
                    <a:pt x="14198" y="21254"/>
                    <a:pt x="14070" y="21254"/>
                  </a:cubicBezTo>
                  <a:cubicBezTo>
                    <a:pt x="14001" y="21254"/>
                    <a:pt x="13916" y="21284"/>
                    <a:pt x="13812" y="21338"/>
                  </a:cubicBezTo>
                  <a:cubicBezTo>
                    <a:pt x="13550" y="21457"/>
                    <a:pt x="13336" y="21647"/>
                    <a:pt x="13038" y="21671"/>
                  </a:cubicBezTo>
                  <a:cubicBezTo>
                    <a:pt x="13002" y="21675"/>
                    <a:pt x="12966" y="21677"/>
                    <a:pt x="12932" y="21677"/>
                  </a:cubicBezTo>
                  <a:cubicBezTo>
                    <a:pt x="12428" y="21677"/>
                    <a:pt x="12158" y="21280"/>
                    <a:pt x="12169" y="20778"/>
                  </a:cubicBezTo>
                  <a:cubicBezTo>
                    <a:pt x="12169" y="20564"/>
                    <a:pt x="12252" y="20254"/>
                    <a:pt x="11955" y="20195"/>
                  </a:cubicBezTo>
                  <a:cubicBezTo>
                    <a:pt x="11933" y="20189"/>
                    <a:pt x="11910" y="20187"/>
                    <a:pt x="11887" y="20187"/>
                  </a:cubicBezTo>
                  <a:cubicBezTo>
                    <a:pt x="11710" y="20187"/>
                    <a:pt x="11507" y="20333"/>
                    <a:pt x="11359" y="20385"/>
                  </a:cubicBezTo>
                  <a:cubicBezTo>
                    <a:pt x="11190" y="20453"/>
                    <a:pt x="11003" y="20515"/>
                    <a:pt x="10814" y="20515"/>
                  </a:cubicBezTo>
                  <a:cubicBezTo>
                    <a:pt x="10738" y="20515"/>
                    <a:pt x="10661" y="20505"/>
                    <a:pt x="10585" y="20480"/>
                  </a:cubicBezTo>
                  <a:cubicBezTo>
                    <a:pt x="10371" y="20397"/>
                    <a:pt x="10204" y="20219"/>
                    <a:pt x="10145" y="19992"/>
                  </a:cubicBezTo>
                  <a:cubicBezTo>
                    <a:pt x="10074" y="19766"/>
                    <a:pt x="10181" y="19373"/>
                    <a:pt x="10062" y="19183"/>
                  </a:cubicBezTo>
                  <a:cubicBezTo>
                    <a:pt x="9936" y="18994"/>
                    <a:pt x="9786" y="18928"/>
                    <a:pt x="9623" y="18928"/>
                  </a:cubicBezTo>
                  <a:cubicBezTo>
                    <a:pt x="9241" y="18928"/>
                    <a:pt x="8784" y="19291"/>
                    <a:pt x="8385" y="19291"/>
                  </a:cubicBezTo>
                  <a:cubicBezTo>
                    <a:pt x="8276" y="19291"/>
                    <a:pt x="8171" y="19263"/>
                    <a:pt x="8073" y="19195"/>
                  </a:cubicBezTo>
                  <a:cubicBezTo>
                    <a:pt x="7585" y="18849"/>
                    <a:pt x="8049" y="18194"/>
                    <a:pt x="8240" y="17825"/>
                  </a:cubicBezTo>
                  <a:cubicBezTo>
                    <a:pt x="8262" y="17790"/>
                    <a:pt x="8294" y="17774"/>
                    <a:pt x="8327" y="17774"/>
                  </a:cubicBezTo>
                  <a:close/>
                  <a:moveTo>
                    <a:pt x="42626" y="9893"/>
                  </a:moveTo>
                  <a:cubicBezTo>
                    <a:pt x="42641" y="9893"/>
                    <a:pt x="42647" y="9910"/>
                    <a:pt x="42637" y="9920"/>
                  </a:cubicBezTo>
                  <a:lnTo>
                    <a:pt x="42625" y="9920"/>
                  </a:lnTo>
                  <a:cubicBezTo>
                    <a:pt x="39613" y="12456"/>
                    <a:pt x="36636" y="15051"/>
                    <a:pt x="33636" y="17599"/>
                  </a:cubicBezTo>
                  <a:cubicBezTo>
                    <a:pt x="32124" y="18873"/>
                    <a:pt x="30540" y="20064"/>
                    <a:pt x="29016" y="21326"/>
                  </a:cubicBezTo>
                  <a:cubicBezTo>
                    <a:pt x="27552" y="22552"/>
                    <a:pt x="26111" y="23826"/>
                    <a:pt x="24587" y="24993"/>
                  </a:cubicBezTo>
                  <a:cubicBezTo>
                    <a:pt x="24573" y="25003"/>
                    <a:pt x="24559" y="25007"/>
                    <a:pt x="24545" y="25007"/>
                  </a:cubicBezTo>
                  <a:cubicBezTo>
                    <a:pt x="24477" y="25007"/>
                    <a:pt x="24421" y="24900"/>
                    <a:pt x="24480" y="24850"/>
                  </a:cubicBezTo>
                  <a:cubicBezTo>
                    <a:pt x="25933" y="23517"/>
                    <a:pt x="27504" y="22266"/>
                    <a:pt x="29004" y="21028"/>
                  </a:cubicBezTo>
                  <a:cubicBezTo>
                    <a:pt x="30493" y="19790"/>
                    <a:pt x="31921" y="18468"/>
                    <a:pt x="33422" y="17242"/>
                  </a:cubicBezTo>
                  <a:cubicBezTo>
                    <a:pt x="36458" y="14765"/>
                    <a:pt x="39541" y="12349"/>
                    <a:pt x="42613" y="9896"/>
                  </a:cubicBezTo>
                  <a:cubicBezTo>
                    <a:pt x="42618" y="9894"/>
                    <a:pt x="42622" y="9893"/>
                    <a:pt x="42626" y="9893"/>
                  </a:cubicBezTo>
                  <a:close/>
                  <a:moveTo>
                    <a:pt x="1469" y="20312"/>
                  </a:moveTo>
                  <a:cubicBezTo>
                    <a:pt x="1472" y="20312"/>
                    <a:pt x="1474" y="20313"/>
                    <a:pt x="1477" y="20314"/>
                  </a:cubicBezTo>
                  <a:cubicBezTo>
                    <a:pt x="3263" y="21004"/>
                    <a:pt x="5013" y="21778"/>
                    <a:pt x="6728" y="22624"/>
                  </a:cubicBezTo>
                  <a:cubicBezTo>
                    <a:pt x="8490" y="23505"/>
                    <a:pt x="10193" y="24493"/>
                    <a:pt x="11836" y="25576"/>
                  </a:cubicBezTo>
                  <a:cubicBezTo>
                    <a:pt x="11927" y="25627"/>
                    <a:pt x="11871" y="25756"/>
                    <a:pt x="11786" y="25756"/>
                  </a:cubicBezTo>
                  <a:cubicBezTo>
                    <a:pt x="11772" y="25756"/>
                    <a:pt x="11756" y="25752"/>
                    <a:pt x="11740" y="25743"/>
                  </a:cubicBezTo>
                  <a:lnTo>
                    <a:pt x="11740" y="25731"/>
                  </a:lnTo>
                  <a:cubicBezTo>
                    <a:pt x="8419" y="23743"/>
                    <a:pt x="4978" y="21957"/>
                    <a:pt x="1453" y="20397"/>
                  </a:cubicBezTo>
                  <a:cubicBezTo>
                    <a:pt x="1409" y="20375"/>
                    <a:pt x="1437" y="20312"/>
                    <a:pt x="1469" y="20312"/>
                  </a:cubicBezTo>
                  <a:close/>
                  <a:moveTo>
                    <a:pt x="13217" y="26434"/>
                  </a:moveTo>
                  <a:cubicBezTo>
                    <a:pt x="14598" y="26886"/>
                    <a:pt x="15943" y="27458"/>
                    <a:pt x="17289" y="28017"/>
                  </a:cubicBezTo>
                  <a:cubicBezTo>
                    <a:pt x="17455" y="28059"/>
                    <a:pt x="17359" y="28335"/>
                    <a:pt x="17229" y="28335"/>
                  </a:cubicBezTo>
                  <a:cubicBezTo>
                    <a:pt x="17210" y="28335"/>
                    <a:pt x="17190" y="28329"/>
                    <a:pt x="17170" y="28315"/>
                  </a:cubicBezTo>
                  <a:lnTo>
                    <a:pt x="17158" y="28315"/>
                  </a:lnTo>
                  <a:cubicBezTo>
                    <a:pt x="15824" y="27719"/>
                    <a:pt x="14479" y="27148"/>
                    <a:pt x="13193" y="26457"/>
                  </a:cubicBezTo>
                  <a:cubicBezTo>
                    <a:pt x="13181" y="26457"/>
                    <a:pt x="13193" y="26434"/>
                    <a:pt x="13217" y="26434"/>
                  </a:cubicBezTo>
                  <a:close/>
                  <a:moveTo>
                    <a:pt x="22666" y="26383"/>
                  </a:moveTo>
                  <a:cubicBezTo>
                    <a:pt x="22678" y="26383"/>
                    <a:pt x="22690" y="26400"/>
                    <a:pt x="22670" y="26410"/>
                  </a:cubicBezTo>
                  <a:cubicBezTo>
                    <a:pt x="21539" y="27219"/>
                    <a:pt x="20491" y="28160"/>
                    <a:pt x="19384" y="28993"/>
                  </a:cubicBezTo>
                  <a:cubicBezTo>
                    <a:pt x="19352" y="29019"/>
                    <a:pt x="19320" y="29030"/>
                    <a:pt x="19290" y="29030"/>
                  </a:cubicBezTo>
                  <a:cubicBezTo>
                    <a:pt x="19153" y="29030"/>
                    <a:pt x="19059" y="28803"/>
                    <a:pt x="19206" y="28696"/>
                  </a:cubicBezTo>
                  <a:cubicBezTo>
                    <a:pt x="20313" y="27862"/>
                    <a:pt x="21515" y="27172"/>
                    <a:pt x="22658" y="26386"/>
                  </a:cubicBezTo>
                  <a:cubicBezTo>
                    <a:pt x="22661" y="26384"/>
                    <a:pt x="22663" y="26383"/>
                    <a:pt x="22666" y="26383"/>
                  </a:cubicBezTo>
                  <a:close/>
                  <a:moveTo>
                    <a:pt x="22790" y="0"/>
                  </a:moveTo>
                  <a:cubicBezTo>
                    <a:pt x="22310" y="0"/>
                    <a:pt x="21915" y="231"/>
                    <a:pt x="21551" y="538"/>
                  </a:cubicBezTo>
                  <a:cubicBezTo>
                    <a:pt x="20908" y="1073"/>
                    <a:pt x="20301" y="1669"/>
                    <a:pt x="19682" y="2240"/>
                  </a:cubicBezTo>
                  <a:cubicBezTo>
                    <a:pt x="18360" y="3443"/>
                    <a:pt x="17051" y="4657"/>
                    <a:pt x="15753" y="5860"/>
                  </a:cubicBezTo>
                  <a:cubicBezTo>
                    <a:pt x="10788" y="10455"/>
                    <a:pt x="5894" y="15111"/>
                    <a:pt x="1049" y="19814"/>
                  </a:cubicBezTo>
                  <a:cubicBezTo>
                    <a:pt x="870" y="19992"/>
                    <a:pt x="691" y="20183"/>
                    <a:pt x="525" y="20373"/>
                  </a:cubicBezTo>
                  <a:cubicBezTo>
                    <a:pt x="1" y="20945"/>
                    <a:pt x="84" y="21588"/>
                    <a:pt x="108" y="22314"/>
                  </a:cubicBezTo>
                  <a:lnTo>
                    <a:pt x="120" y="22719"/>
                  </a:lnTo>
                  <a:lnTo>
                    <a:pt x="465" y="22707"/>
                  </a:lnTo>
                  <a:cubicBezTo>
                    <a:pt x="453" y="22183"/>
                    <a:pt x="477" y="21659"/>
                    <a:pt x="525" y="21135"/>
                  </a:cubicBezTo>
                  <a:cubicBezTo>
                    <a:pt x="525" y="20979"/>
                    <a:pt x="652" y="20865"/>
                    <a:pt x="793" y="20865"/>
                  </a:cubicBezTo>
                  <a:cubicBezTo>
                    <a:pt x="834" y="20865"/>
                    <a:pt x="877" y="20875"/>
                    <a:pt x="918" y="20897"/>
                  </a:cubicBezTo>
                  <a:cubicBezTo>
                    <a:pt x="4597" y="22659"/>
                    <a:pt x="8180" y="24660"/>
                    <a:pt x="11800" y="26541"/>
                  </a:cubicBezTo>
                  <a:cubicBezTo>
                    <a:pt x="13407" y="27386"/>
                    <a:pt x="15003" y="28220"/>
                    <a:pt x="16610" y="29065"/>
                  </a:cubicBezTo>
                  <a:lnTo>
                    <a:pt x="17836" y="29708"/>
                  </a:lnTo>
                  <a:cubicBezTo>
                    <a:pt x="18190" y="29901"/>
                    <a:pt x="18630" y="30171"/>
                    <a:pt x="19036" y="30171"/>
                  </a:cubicBezTo>
                  <a:cubicBezTo>
                    <a:pt x="19081" y="30171"/>
                    <a:pt x="19126" y="30167"/>
                    <a:pt x="19170" y="30160"/>
                  </a:cubicBezTo>
                  <a:cubicBezTo>
                    <a:pt x="19622" y="30077"/>
                    <a:pt x="20003" y="29696"/>
                    <a:pt x="20325" y="29422"/>
                  </a:cubicBezTo>
                  <a:cubicBezTo>
                    <a:pt x="20658" y="29160"/>
                    <a:pt x="20992" y="28886"/>
                    <a:pt x="21325" y="28624"/>
                  </a:cubicBezTo>
                  <a:cubicBezTo>
                    <a:pt x="24123" y="26374"/>
                    <a:pt x="26909" y="24112"/>
                    <a:pt x="29695" y="21850"/>
                  </a:cubicBezTo>
                  <a:cubicBezTo>
                    <a:pt x="32493" y="19576"/>
                    <a:pt x="35267" y="17290"/>
                    <a:pt x="38017" y="14992"/>
                  </a:cubicBezTo>
                  <a:cubicBezTo>
                    <a:pt x="39399" y="13837"/>
                    <a:pt x="40768" y="12682"/>
                    <a:pt x="42137" y="11515"/>
                  </a:cubicBezTo>
                  <a:cubicBezTo>
                    <a:pt x="42816" y="10944"/>
                    <a:pt x="43482" y="10372"/>
                    <a:pt x="44149" y="9789"/>
                  </a:cubicBezTo>
                  <a:cubicBezTo>
                    <a:pt x="44661" y="9360"/>
                    <a:pt x="45197" y="8920"/>
                    <a:pt x="45459" y="8300"/>
                  </a:cubicBezTo>
                  <a:cubicBezTo>
                    <a:pt x="41792" y="6848"/>
                    <a:pt x="38113" y="5419"/>
                    <a:pt x="34398" y="4038"/>
                  </a:cubicBezTo>
                  <a:cubicBezTo>
                    <a:pt x="31029" y="2788"/>
                    <a:pt x="27647" y="1573"/>
                    <a:pt x="24242" y="395"/>
                  </a:cubicBezTo>
                  <a:cubicBezTo>
                    <a:pt x="23801" y="240"/>
                    <a:pt x="23337" y="26"/>
                    <a:pt x="22861" y="2"/>
                  </a:cubicBezTo>
                  <a:cubicBezTo>
                    <a:pt x="22837" y="1"/>
                    <a:pt x="22814" y="0"/>
                    <a:pt x="22790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41"/>
            <p:cNvSpPr/>
            <p:nvPr/>
          </p:nvSpPr>
          <p:spPr>
            <a:xfrm>
              <a:off x="6207175" y="4791163"/>
              <a:ext cx="645625" cy="608725"/>
            </a:xfrm>
            <a:custGeom>
              <a:avLst/>
              <a:gdLst/>
              <a:ahLst/>
              <a:cxnLst/>
              <a:rect l="l" t="t" r="r" b="b"/>
              <a:pathLst>
                <a:path w="25825" h="24349" extrusionOk="0">
                  <a:moveTo>
                    <a:pt x="11338" y="13144"/>
                  </a:moveTo>
                  <a:cubicBezTo>
                    <a:pt x="11401" y="13144"/>
                    <a:pt x="11446" y="13254"/>
                    <a:pt x="11370" y="13311"/>
                  </a:cubicBezTo>
                  <a:cubicBezTo>
                    <a:pt x="10037" y="14288"/>
                    <a:pt x="8680" y="15252"/>
                    <a:pt x="7418" y="16335"/>
                  </a:cubicBezTo>
                  <a:cubicBezTo>
                    <a:pt x="7412" y="16341"/>
                    <a:pt x="7406" y="16343"/>
                    <a:pt x="7400" y="16343"/>
                  </a:cubicBezTo>
                  <a:cubicBezTo>
                    <a:pt x="7380" y="16343"/>
                    <a:pt x="7364" y="16318"/>
                    <a:pt x="7382" y="16300"/>
                  </a:cubicBezTo>
                  <a:cubicBezTo>
                    <a:pt x="8632" y="15192"/>
                    <a:pt x="9906" y="14097"/>
                    <a:pt x="11287" y="13168"/>
                  </a:cubicBezTo>
                  <a:cubicBezTo>
                    <a:pt x="11304" y="13151"/>
                    <a:pt x="11321" y="13144"/>
                    <a:pt x="11338" y="13144"/>
                  </a:cubicBezTo>
                  <a:close/>
                  <a:moveTo>
                    <a:pt x="25825" y="0"/>
                  </a:moveTo>
                  <a:lnTo>
                    <a:pt x="25753" y="60"/>
                  </a:lnTo>
                  <a:cubicBezTo>
                    <a:pt x="24944" y="762"/>
                    <a:pt x="24134" y="1453"/>
                    <a:pt x="23312" y="2143"/>
                  </a:cubicBezTo>
                  <a:cubicBezTo>
                    <a:pt x="21717" y="3501"/>
                    <a:pt x="20122" y="4846"/>
                    <a:pt x="18514" y="6179"/>
                  </a:cubicBezTo>
                  <a:cubicBezTo>
                    <a:pt x="15597" y="8596"/>
                    <a:pt x="12668" y="11001"/>
                    <a:pt x="9716" y="13395"/>
                  </a:cubicBezTo>
                  <a:cubicBezTo>
                    <a:pt x="8275" y="14561"/>
                    <a:pt x="6834" y="15740"/>
                    <a:pt x="5382" y="16907"/>
                  </a:cubicBezTo>
                  <a:cubicBezTo>
                    <a:pt x="3953" y="18050"/>
                    <a:pt x="2560" y="19264"/>
                    <a:pt x="1095" y="20360"/>
                  </a:cubicBezTo>
                  <a:cubicBezTo>
                    <a:pt x="833" y="20562"/>
                    <a:pt x="524" y="20705"/>
                    <a:pt x="191" y="20753"/>
                  </a:cubicBezTo>
                  <a:cubicBezTo>
                    <a:pt x="107" y="21110"/>
                    <a:pt x="60" y="21479"/>
                    <a:pt x="24" y="21848"/>
                  </a:cubicBezTo>
                  <a:cubicBezTo>
                    <a:pt x="95" y="21812"/>
                    <a:pt x="167" y="21777"/>
                    <a:pt x="238" y="21729"/>
                  </a:cubicBezTo>
                  <a:cubicBezTo>
                    <a:pt x="2238" y="20312"/>
                    <a:pt x="4167" y="18764"/>
                    <a:pt x="6108" y="17252"/>
                  </a:cubicBezTo>
                  <a:cubicBezTo>
                    <a:pt x="6116" y="17244"/>
                    <a:pt x="6125" y="17241"/>
                    <a:pt x="6133" y="17241"/>
                  </a:cubicBezTo>
                  <a:cubicBezTo>
                    <a:pt x="6165" y="17241"/>
                    <a:pt x="6195" y="17284"/>
                    <a:pt x="6167" y="17312"/>
                  </a:cubicBezTo>
                  <a:cubicBezTo>
                    <a:pt x="5108" y="18145"/>
                    <a:pt x="4048" y="18991"/>
                    <a:pt x="3000" y="19836"/>
                  </a:cubicBezTo>
                  <a:cubicBezTo>
                    <a:pt x="2488" y="20241"/>
                    <a:pt x="1976" y="20657"/>
                    <a:pt x="1464" y="21074"/>
                  </a:cubicBezTo>
                  <a:cubicBezTo>
                    <a:pt x="1012" y="21443"/>
                    <a:pt x="548" y="21955"/>
                    <a:pt x="36" y="22253"/>
                  </a:cubicBezTo>
                  <a:lnTo>
                    <a:pt x="12" y="22265"/>
                  </a:lnTo>
                  <a:cubicBezTo>
                    <a:pt x="0" y="22967"/>
                    <a:pt x="119" y="23682"/>
                    <a:pt x="345" y="24348"/>
                  </a:cubicBezTo>
                  <a:cubicBezTo>
                    <a:pt x="548" y="24241"/>
                    <a:pt x="738" y="24110"/>
                    <a:pt x="905" y="23967"/>
                  </a:cubicBezTo>
                  <a:cubicBezTo>
                    <a:pt x="1250" y="23693"/>
                    <a:pt x="1595" y="23420"/>
                    <a:pt x="1941" y="23146"/>
                  </a:cubicBezTo>
                  <a:cubicBezTo>
                    <a:pt x="2715" y="22539"/>
                    <a:pt x="3477" y="21919"/>
                    <a:pt x="4251" y="21312"/>
                  </a:cubicBezTo>
                  <a:cubicBezTo>
                    <a:pt x="4893" y="20800"/>
                    <a:pt x="5536" y="20276"/>
                    <a:pt x="6179" y="19764"/>
                  </a:cubicBezTo>
                  <a:lnTo>
                    <a:pt x="5965" y="19502"/>
                  </a:lnTo>
                  <a:cubicBezTo>
                    <a:pt x="4465" y="20479"/>
                    <a:pt x="3060" y="21586"/>
                    <a:pt x="1774" y="22824"/>
                  </a:cubicBezTo>
                  <a:cubicBezTo>
                    <a:pt x="1764" y="22832"/>
                    <a:pt x="1753" y="22835"/>
                    <a:pt x="1742" y="22835"/>
                  </a:cubicBezTo>
                  <a:cubicBezTo>
                    <a:pt x="1701" y="22835"/>
                    <a:pt x="1665" y="22790"/>
                    <a:pt x="1703" y="22753"/>
                  </a:cubicBezTo>
                  <a:cubicBezTo>
                    <a:pt x="2405" y="22027"/>
                    <a:pt x="3143" y="21348"/>
                    <a:pt x="3941" y="20729"/>
                  </a:cubicBezTo>
                  <a:lnTo>
                    <a:pt x="3703" y="20431"/>
                  </a:lnTo>
                  <a:cubicBezTo>
                    <a:pt x="3701" y="20433"/>
                    <a:pt x="3698" y="20434"/>
                    <a:pt x="3695" y="20434"/>
                  </a:cubicBezTo>
                  <a:cubicBezTo>
                    <a:pt x="3683" y="20434"/>
                    <a:pt x="3669" y="20417"/>
                    <a:pt x="3679" y="20407"/>
                  </a:cubicBezTo>
                  <a:cubicBezTo>
                    <a:pt x="5929" y="18383"/>
                    <a:pt x="8180" y="16371"/>
                    <a:pt x="10489" y="14419"/>
                  </a:cubicBezTo>
                  <a:cubicBezTo>
                    <a:pt x="12752" y="12502"/>
                    <a:pt x="15169" y="10728"/>
                    <a:pt x="17526" y="8930"/>
                  </a:cubicBezTo>
                  <a:lnTo>
                    <a:pt x="17193" y="8489"/>
                  </a:lnTo>
                  <a:cubicBezTo>
                    <a:pt x="16050" y="9346"/>
                    <a:pt x="14895" y="10180"/>
                    <a:pt x="13740" y="11013"/>
                  </a:cubicBezTo>
                  <a:cubicBezTo>
                    <a:pt x="13735" y="11016"/>
                    <a:pt x="13731" y="11017"/>
                    <a:pt x="13728" y="11017"/>
                  </a:cubicBezTo>
                  <a:cubicBezTo>
                    <a:pt x="13712" y="11017"/>
                    <a:pt x="13706" y="10999"/>
                    <a:pt x="13716" y="10990"/>
                  </a:cubicBezTo>
                  <a:cubicBezTo>
                    <a:pt x="17693" y="7906"/>
                    <a:pt x="21538" y="4644"/>
                    <a:pt x="25432" y="1465"/>
                  </a:cubicBezTo>
                  <a:cubicBezTo>
                    <a:pt x="25450" y="1450"/>
                    <a:pt x="25470" y="1443"/>
                    <a:pt x="25490" y="1443"/>
                  </a:cubicBezTo>
                  <a:cubicBezTo>
                    <a:pt x="25536" y="1443"/>
                    <a:pt x="25578" y="1478"/>
                    <a:pt x="25587" y="1536"/>
                  </a:cubicBezTo>
                  <a:cubicBezTo>
                    <a:pt x="25587" y="1012"/>
                    <a:pt x="25670" y="488"/>
                    <a:pt x="25825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41"/>
            <p:cNvSpPr/>
            <p:nvPr/>
          </p:nvSpPr>
          <p:spPr>
            <a:xfrm>
              <a:off x="6299725" y="4829538"/>
              <a:ext cx="551300" cy="479850"/>
            </a:xfrm>
            <a:custGeom>
              <a:avLst/>
              <a:gdLst/>
              <a:ahLst/>
              <a:cxnLst/>
              <a:rect l="l" t="t" r="r" b="b"/>
              <a:pathLst>
                <a:path w="22052" h="19194" extrusionOk="0">
                  <a:moveTo>
                    <a:pt x="21106" y="1692"/>
                  </a:moveTo>
                  <a:cubicBezTo>
                    <a:pt x="21155" y="1692"/>
                    <a:pt x="21193" y="1771"/>
                    <a:pt x="21134" y="1811"/>
                  </a:cubicBezTo>
                  <a:cubicBezTo>
                    <a:pt x="19872" y="2692"/>
                    <a:pt x="18634" y="3585"/>
                    <a:pt x="17455" y="4573"/>
                  </a:cubicBezTo>
                  <a:cubicBezTo>
                    <a:pt x="17451" y="4575"/>
                    <a:pt x="17447" y="4576"/>
                    <a:pt x="17443" y="4576"/>
                  </a:cubicBezTo>
                  <a:cubicBezTo>
                    <a:pt x="17424" y="4576"/>
                    <a:pt x="17412" y="4557"/>
                    <a:pt x="17432" y="4537"/>
                  </a:cubicBezTo>
                  <a:cubicBezTo>
                    <a:pt x="18575" y="3513"/>
                    <a:pt x="19801" y="2561"/>
                    <a:pt x="21075" y="1704"/>
                  </a:cubicBezTo>
                  <a:cubicBezTo>
                    <a:pt x="21085" y="1695"/>
                    <a:pt x="21096" y="1692"/>
                    <a:pt x="21106" y="1692"/>
                  </a:cubicBezTo>
                  <a:close/>
                  <a:moveTo>
                    <a:pt x="21885" y="1"/>
                  </a:moveTo>
                  <a:cubicBezTo>
                    <a:pt x="21885" y="25"/>
                    <a:pt x="21873" y="49"/>
                    <a:pt x="21849" y="61"/>
                  </a:cubicBezTo>
                  <a:cubicBezTo>
                    <a:pt x="19182" y="2501"/>
                    <a:pt x="16396" y="4799"/>
                    <a:pt x="13491" y="6942"/>
                  </a:cubicBezTo>
                  <a:lnTo>
                    <a:pt x="13824" y="7395"/>
                  </a:lnTo>
                  <a:cubicBezTo>
                    <a:pt x="13835" y="7386"/>
                    <a:pt x="13845" y="7383"/>
                    <a:pt x="13856" y="7383"/>
                  </a:cubicBezTo>
                  <a:cubicBezTo>
                    <a:pt x="13905" y="7383"/>
                    <a:pt x="13944" y="7461"/>
                    <a:pt x="13895" y="7490"/>
                  </a:cubicBezTo>
                  <a:cubicBezTo>
                    <a:pt x="11562" y="9359"/>
                    <a:pt x="9312" y="11324"/>
                    <a:pt x="6966" y="13205"/>
                  </a:cubicBezTo>
                  <a:cubicBezTo>
                    <a:pt x="4620" y="15074"/>
                    <a:pt x="2299" y="16967"/>
                    <a:pt x="1" y="18896"/>
                  </a:cubicBezTo>
                  <a:lnTo>
                    <a:pt x="239" y="19194"/>
                  </a:lnTo>
                  <a:cubicBezTo>
                    <a:pt x="858" y="18694"/>
                    <a:pt x="1513" y="18253"/>
                    <a:pt x="2192" y="17848"/>
                  </a:cubicBezTo>
                  <a:cubicBezTo>
                    <a:pt x="2202" y="17843"/>
                    <a:pt x="2211" y="17841"/>
                    <a:pt x="2221" y="17841"/>
                  </a:cubicBezTo>
                  <a:cubicBezTo>
                    <a:pt x="2277" y="17841"/>
                    <a:pt x="2314" y="17925"/>
                    <a:pt x="2263" y="17956"/>
                  </a:cubicBezTo>
                  <a:lnTo>
                    <a:pt x="2465" y="18218"/>
                  </a:lnTo>
                  <a:cubicBezTo>
                    <a:pt x="3299" y="17551"/>
                    <a:pt x="4132" y="16872"/>
                    <a:pt x="4954" y="16182"/>
                  </a:cubicBezTo>
                  <a:cubicBezTo>
                    <a:pt x="10812" y="11288"/>
                    <a:pt x="16443" y="6168"/>
                    <a:pt x="22051" y="1001"/>
                  </a:cubicBezTo>
                  <a:cubicBezTo>
                    <a:pt x="21932" y="680"/>
                    <a:pt x="21885" y="334"/>
                    <a:pt x="218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41"/>
            <p:cNvSpPr/>
            <p:nvPr/>
          </p:nvSpPr>
          <p:spPr>
            <a:xfrm>
              <a:off x="6248525" y="4650463"/>
              <a:ext cx="427775" cy="176650"/>
            </a:xfrm>
            <a:custGeom>
              <a:avLst/>
              <a:gdLst/>
              <a:ahLst/>
              <a:cxnLst/>
              <a:rect l="l" t="t" r="r" b="b"/>
              <a:pathLst>
                <a:path w="17111" h="7066" extrusionOk="0">
                  <a:moveTo>
                    <a:pt x="1711" y="1"/>
                  </a:moveTo>
                  <a:cubicBezTo>
                    <a:pt x="1601" y="1"/>
                    <a:pt x="1489" y="22"/>
                    <a:pt x="1382" y="68"/>
                  </a:cubicBezTo>
                  <a:cubicBezTo>
                    <a:pt x="918" y="568"/>
                    <a:pt x="442" y="1056"/>
                    <a:pt x="1" y="1568"/>
                  </a:cubicBezTo>
                  <a:cubicBezTo>
                    <a:pt x="2477" y="2675"/>
                    <a:pt x="4978" y="3759"/>
                    <a:pt x="7526" y="4747"/>
                  </a:cubicBezTo>
                  <a:cubicBezTo>
                    <a:pt x="8657" y="5176"/>
                    <a:pt x="9788" y="5604"/>
                    <a:pt x="10919" y="6009"/>
                  </a:cubicBezTo>
                  <a:cubicBezTo>
                    <a:pt x="11526" y="6223"/>
                    <a:pt x="12133" y="6438"/>
                    <a:pt x="12729" y="6640"/>
                  </a:cubicBezTo>
                  <a:cubicBezTo>
                    <a:pt x="13140" y="6792"/>
                    <a:pt x="13653" y="7065"/>
                    <a:pt x="14125" y="7065"/>
                  </a:cubicBezTo>
                  <a:cubicBezTo>
                    <a:pt x="14281" y="7065"/>
                    <a:pt x="14432" y="7036"/>
                    <a:pt x="14574" y="6962"/>
                  </a:cubicBezTo>
                  <a:cubicBezTo>
                    <a:pt x="15110" y="6676"/>
                    <a:pt x="15622" y="6319"/>
                    <a:pt x="16146" y="5997"/>
                  </a:cubicBezTo>
                  <a:cubicBezTo>
                    <a:pt x="16360" y="5878"/>
                    <a:pt x="16574" y="5747"/>
                    <a:pt x="16789" y="5616"/>
                  </a:cubicBezTo>
                  <a:cubicBezTo>
                    <a:pt x="16932" y="5521"/>
                    <a:pt x="17110" y="5497"/>
                    <a:pt x="17086" y="5319"/>
                  </a:cubicBezTo>
                  <a:cubicBezTo>
                    <a:pt x="17075" y="5152"/>
                    <a:pt x="16884" y="5128"/>
                    <a:pt x="16741" y="5080"/>
                  </a:cubicBezTo>
                  <a:cubicBezTo>
                    <a:pt x="15634" y="4592"/>
                    <a:pt x="14467" y="4187"/>
                    <a:pt x="13324" y="3759"/>
                  </a:cubicBezTo>
                  <a:cubicBezTo>
                    <a:pt x="11014" y="2902"/>
                    <a:pt x="8704" y="2056"/>
                    <a:pt x="6359" y="1318"/>
                  </a:cubicBezTo>
                  <a:cubicBezTo>
                    <a:pt x="5204" y="949"/>
                    <a:pt x="4037" y="592"/>
                    <a:pt x="2870" y="282"/>
                  </a:cubicBezTo>
                  <a:cubicBezTo>
                    <a:pt x="2549" y="187"/>
                    <a:pt x="2227" y="92"/>
                    <a:pt x="1894" y="20"/>
                  </a:cubicBezTo>
                  <a:cubicBezTo>
                    <a:pt x="1834" y="7"/>
                    <a:pt x="1773" y="1"/>
                    <a:pt x="1711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41"/>
            <p:cNvSpPr/>
            <p:nvPr/>
          </p:nvSpPr>
          <p:spPr>
            <a:xfrm>
              <a:off x="6206275" y="4768488"/>
              <a:ext cx="273275" cy="134275"/>
            </a:xfrm>
            <a:custGeom>
              <a:avLst/>
              <a:gdLst/>
              <a:ahLst/>
              <a:cxnLst/>
              <a:rect l="l" t="t" r="r" b="b"/>
              <a:pathLst>
                <a:path w="10931" h="5371" extrusionOk="0">
                  <a:moveTo>
                    <a:pt x="1239" y="1"/>
                  </a:moveTo>
                  <a:cubicBezTo>
                    <a:pt x="1057" y="1"/>
                    <a:pt x="877" y="54"/>
                    <a:pt x="715" y="157"/>
                  </a:cubicBezTo>
                  <a:cubicBezTo>
                    <a:pt x="0" y="621"/>
                    <a:pt x="715" y="1169"/>
                    <a:pt x="1167" y="1467"/>
                  </a:cubicBezTo>
                  <a:cubicBezTo>
                    <a:pt x="2620" y="2407"/>
                    <a:pt x="4120" y="3253"/>
                    <a:pt x="5680" y="3991"/>
                  </a:cubicBezTo>
                  <a:cubicBezTo>
                    <a:pt x="6477" y="4384"/>
                    <a:pt x="7275" y="4741"/>
                    <a:pt x="8085" y="5098"/>
                  </a:cubicBezTo>
                  <a:cubicBezTo>
                    <a:pt x="8446" y="5250"/>
                    <a:pt x="8724" y="5371"/>
                    <a:pt x="9022" y="5371"/>
                  </a:cubicBezTo>
                  <a:cubicBezTo>
                    <a:pt x="9215" y="5371"/>
                    <a:pt x="9417" y="5320"/>
                    <a:pt x="9656" y="5193"/>
                  </a:cubicBezTo>
                  <a:cubicBezTo>
                    <a:pt x="10013" y="5003"/>
                    <a:pt x="10347" y="4789"/>
                    <a:pt x="10656" y="4538"/>
                  </a:cubicBezTo>
                  <a:cubicBezTo>
                    <a:pt x="10728" y="4479"/>
                    <a:pt x="10930" y="4348"/>
                    <a:pt x="10906" y="4229"/>
                  </a:cubicBezTo>
                  <a:cubicBezTo>
                    <a:pt x="10787" y="4169"/>
                    <a:pt x="10668" y="4122"/>
                    <a:pt x="10549" y="4074"/>
                  </a:cubicBezTo>
                  <a:lnTo>
                    <a:pt x="10002" y="3836"/>
                  </a:lnTo>
                  <a:lnTo>
                    <a:pt x="8728" y="3276"/>
                  </a:lnTo>
                  <a:cubicBezTo>
                    <a:pt x="7858" y="2895"/>
                    <a:pt x="6977" y="2526"/>
                    <a:pt x="6096" y="2133"/>
                  </a:cubicBezTo>
                  <a:cubicBezTo>
                    <a:pt x="5739" y="1979"/>
                    <a:pt x="5382" y="1812"/>
                    <a:pt x="5025" y="1645"/>
                  </a:cubicBezTo>
                  <a:cubicBezTo>
                    <a:pt x="5016" y="1663"/>
                    <a:pt x="5001" y="1674"/>
                    <a:pt x="4984" y="1674"/>
                  </a:cubicBezTo>
                  <a:cubicBezTo>
                    <a:pt x="4978" y="1674"/>
                    <a:pt x="4972" y="1672"/>
                    <a:pt x="4965" y="1669"/>
                  </a:cubicBezTo>
                  <a:cubicBezTo>
                    <a:pt x="4060" y="1288"/>
                    <a:pt x="3179" y="871"/>
                    <a:pt x="2310" y="395"/>
                  </a:cubicBezTo>
                  <a:cubicBezTo>
                    <a:pt x="2072" y="288"/>
                    <a:pt x="1822" y="169"/>
                    <a:pt x="1572" y="62"/>
                  </a:cubicBezTo>
                  <a:cubicBezTo>
                    <a:pt x="1463" y="21"/>
                    <a:pt x="1351" y="1"/>
                    <a:pt x="1239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41"/>
            <p:cNvSpPr/>
            <p:nvPr/>
          </p:nvSpPr>
          <p:spPr>
            <a:xfrm>
              <a:off x="5734775" y="5109638"/>
              <a:ext cx="711725" cy="347200"/>
            </a:xfrm>
            <a:custGeom>
              <a:avLst/>
              <a:gdLst/>
              <a:ahLst/>
              <a:cxnLst/>
              <a:rect l="l" t="t" r="r" b="b"/>
              <a:pathLst>
                <a:path w="28469" h="13888" extrusionOk="0">
                  <a:moveTo>
                    <a:pt x="334" y="1"/>
                  </a:moveTo>
                  <a:lnTo>
                    <a:pt x="1" y="13"/>
                  </a:lnTo>
                  <a:cubicBezTo>
                    <a:pt x="25" y="513"/>
                    <a:pt x="37" y="1013"/>
                    <a:pt x="72" y="1525"/>
                  </a:cubicBezTo>
                  <a:cubicBezTo>
                    <a:pt x="120" y="2239"/>
                    <a:pt x="334" y="2739"/>
                    <a:pt x="882" y="3215"/>
                  </a:cubicBezTo>
                  <a:cubicBezTo>
                    <a:pt x="1334" y="3608"/>
                    <a:pt x="1811" y="3966"/>
                    <a:pt x="2275" y="4335"/>
                  </a:cubicBezTo>
                  <a:cubicBezTo>
                    <a:pt x="3251" y="5109"/>
                    <a:pt x="4251" y="5847"/>
                    <a:pt x="5275" y="6573"/>
                  </a:cubicBezTo>
                  <a:cubicBezTo>
                    <a:pt x="8800" y="9049"/>
                    <a:pt x="12526" y="11240"/>
                    <a:pt x="16408" y="13121"/>
                  </a:cubicBezTo>
                  <a:cubicBezTo>
                    <a:pt x="16896" y="13360"/>
                    <a:pt x="17408" y="13657"/>
                    <a:pt x="17944" y="13824"/>
                  </a:cubicBezTo>
                  <a:cubicBezTo>
                    <a:pt x="18079" y="13868"/>
                    <a:pt x="18205" y="13888"/>
                    <a:pt x="18324" y="13888"/>
                  </a:cubicBezTo>
                  <a:cubicBezTo>
                    <a:pt x="18751" y="13888"/>
                    <a:pt x="19090" y="13634"/>
                    <a:pt x="19444" y="13336"/>
                  </a:cubicBezTo>
                  <a:cubicBezTo>
                    <a:pt x="20372" y="12562"/>
                    <a:pt x="21277" y="11800"/>
                    <a:pt x="22206" y="11038"/>
                  </a:cubicBezTo>
                  <a:lnTo>
                    <a:pt x="27623" y="6513"/>
                  </a:lnTo>
                  <a:cubicBezTo>
                    <a:pt x="27909" y="6275"/>
                    <a:pt x="28183" y="6049"/>
                    <a:pt x="28469" y="5811"/>
                  </a:cubicBezTo>
                  <a:lnTo>
                    <a:pt x="28016" y="5263"/>
                  </a:lnTo>
                  <a:cubicBezTo>
                    <a:pt x="27230" y="5918"/>
                    <a:pt x="26445" y="6561"/>
                    <a:pt x="25659" y="7216"/>
                  </a:cubicBezTo>
                  <a:cubicBezTo>
                    <a:pt x="24099" y="8502"/>
                    <a:pt x="22527" y="9776"/>
                    <a:pt x="20932" y="11038"/>
                  </a:cubicBezTo>
                  <a:cubicBezTo>
                    <a:pt x="20392" y="11463"/>
                    <a:pt x="19720" y="12220"/>
                    <a:pt x="18968" y="12220"/>
                  </a:cubicBezTo>
                  <a:cubicBezTo>
                    <a:pt x="18940" y="12220"/>
                    <a:pt x="18912" y="12219"/>
                    <a:pt x="18884" y="12217"/>
                  </a:cubicBezTo>
                  <a:cubicBezTo>
                    <a:pt x="18444" y="12181"/>
                    <a:pt x="18003" y="11931"/>
                    <a:pt x="17610" y="11776"/>
                  </a:cubicBezTo>
                  <a:cubicBezTo>
                    <a:pt x="17229" y="11621"/>
                    <a:pt x="16860" y="11466"/>
                    <a:pt x="16479" y="11312"/>
                  </a:cubicBezTo>
                  <a:cubicBezTo>
                    <a:pt x="12967" y="9835"/>
                    <a:pt x="9573" y="8061"/>
                    <a:pt x="6335" y="6025"/>
                  </a:cubicBezTo>
                  <a:cubicBezTo>
                    <a:pt x="4763" y="5025"/>
                    <a:pt x="3168" y="3989"/>
                    <a:pt x="1727" y="2811"/>
                  </a:cubicBezTo>
                  <a:cubicBezTo>
                    <a:pt x="1096" y="2299"/>
                    <a:pt x="632" y="1691"/>
                    <a:pt x="453" y="894"/>
                  </a:cubicBezTo>
                  <a:cubicBezTo>
                    <a:pt x="382" y="596"/>
                    <a:pt x="346" y="298"/>
                    <a:pt x="334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41"/>
            <p:cNvSpPr/>
            <p:nvPr/>
          </p:nvSpPr>
          <p:spPr>
            <a:xfrm>
              <a:off x="5754425" y="5080463"/>
              <a:ext cx="452750" cy="258400"/>
            </a:xfrm>
            <a:custGeom>
              <a:avLst/>
              <a:gdLst/>
              <a:ahLst/>
              <a:cxnLst/>
              <a:rect l="l" t="t" r="r" b="b"/>
              <a:pathLst>
                <a:path w="18110" h="10336" extrusionOk="0">
                  <a:moveTo>
                    <a:pt x="84" y="1"/>
                  </a:moveTo>
                  <a:cubicBezTo>
                    <a:pt x="24" y="430"/>
                    <a:pt x="1" y="870"/>
                    <a:pt x="13" y="1299"/>
                  </a:cubicBezTo>
                  <a:cubicBezTo>
                    <a:pt x="1132" y="1858"/>
                    <a:pt x="2132" y="2596"/>
                    <a:pt x="3180" y="3251"/>
                  </a:cubicBezTo>
                  <a:cubicBezTo>
                    <a:pt x="3465" y="3430"/>
                    <a:pt x="3739" y="3609"/>
                    <a:pt x="4037" y="3775"/>
                  </a:cubicBezTo>
                  <a:lnTo>
                    <a:pt x="4323" y="3311"/>
                  </a:lnTo>
                  <a:cubicBezTo>
                    <a:pt x="4283" y="3291"/>
                    <a:pt x="4301" y="3246"/>
                    <a:pt x="4336" y="3246"/>
                  </a:cubicBezTo>
                  <a:cubicBezTo>
                    <a:pt x="4343" y="3246"/>
                    <a:pt x="4351" y="3247"/>
                    <a:pt x="4358" y="3251"/>
                  </a:cubicBezTo>
                  <a:cubicBezTo>
                    <a:pt x="5942" y="4073"/>
                    <a:pt x="7561" y="4859"/>
                    <a:pt x="9157" y="5668"/>
                  </a:cubicBezTo>
                  <a:cubicBezTo>
                    <a:pt x="10740" y="6490"/>
                    <a:pt x="12288" y="7383"/>
                    <a:pt x="13836" y="8276"/>
                  </a:cubicBezTo>
                  <a:cubicBezTo>
                    <a:pt x="13879" y="8297"/>
                    <a:pt x="13853" y="8349"/>
                    <a:pt x="13812" y="8349"/>
                  </a:cubicBezTo>
                  <a:cubicBezTo>
                    <a:pt x="13808" y="8349"/>
                    <a:pt x="13804" y="8348"/>
                    <a:pt x="13800" y="8347"/>
                  </a:cubicBezTo>
                  <a:lnTo>
                    <a:pt x="13609" y="8883"/>
                  </a:lnTo>
                  <a:cubicBezTo>
                    <a:pt x="14038" y="9038"/>
                    <a:pt x="14455" y="9193"/>
                    <a:pt x="14883" y="9347"/>
                  </a:cubicBezTo>
                  <a:cubicBezTo>
                    <a:pt x="15431" y="9550"/>
                    <a:pt x="15979" y="9740"/>
                    <a:pt x="16526" y="9943"/>
                  </a:cubicBezTo>
                  <a:lnTo>
                    <a:pt x="17336" y="10240"/>
                  </a:lnTo>
                  <a:cubicBezTo>
                    <a:pt x="17491" y="10300"/>
                    <a:pt x="17658" y="10336"/>
                    <a:pt x="17824" y="10336"/>
                  </a:cubicBezTo>
                  <a:cubicBezTo>
                    <a:pt x="17872" y="9943"/>
                    <a:pt x="17967" y="9562"/>
                    <a:pt x="18110" y="9181"/>
                  </a:cubicBezTo>
                  <a:cubicBezTo>
                    <a:pt x="17848" y="9181"/>
                    <a:pt x="17586" y="9133"/>
                    <a:pt x="17348" y="9026"/>
                  </a:cubicBezTo>
                  <a:cubicBezTo>
                    <a:pt x="16491" y="8669"/>
                    <a:pt x="15681" y="8181"/>
                    <a:pt x="14872" y="7752"/>
                  </a:cubicBezTo>
                  <a:cubicBezTo>
                    <a:pt x="13205" y="6883"/>
                    <a:pt x="11538" y="6014"/>
                    <a:pt x="9871" y="5144"/>
                  </a:cubicBezTo>
                  <a:cubicBezTo>
                    <a:pt x="6609" y="3430"/>
                    <a:pt x="3287" y="1799"/>
                    <a:pt x="84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41"/>
            <p:cNvSpPr/>
            <p:nvPr/>
          </p:nvSpPr>
          <p:spPr>
            <a:xfrm>
              <a:off x="5883325" y="5226613"/>
              <a:ext cx="321475" cy="173875"/>
            </a:xfrm>
            <a:custGeom>
              <a:avLst/>
              <a:gdLst/>
              <a:ahLst/>
              <a:cxnLst/>
              <a:rect l="l" t="t" r="r" b="b"/>
              <a:pathLst>
                <a:path w="12859" h="6955" extrusionOk="0">
                  <a:moveTo>
                    <a:pt x="8811" y="5085"/>
                  </a:moveTo>
                  <a:cubicBezTo>
                    <a:pt x="9549" y="5406"/>
                    <a:pt x="10323" y="5680"/>
                    <a:pt x="11097" y="5906"/>
                  </a:cubicBezTo>
                  <a:cubicBezTo>
                    <a:pt x="11197" y="5929"/>
                    <a:pt x="11172" y="6075"/>
                    <a:pt x="11072" y="6075"/>
                  </a:cubicBezTo>
                  <a:cubicBezTo>
                    <a:pt x="11064" y="6075"/>
                    <a:pt x="11057" y="6075"/>
                    <a:pt x="11049" y="6073"/>
                  </a:cubicBezTo>
                  <a:lnTo>
                    <a:pt x="11061" y="6073"/>
                  </a:lnTo>
                  <a:cubicBezTo>
                    <a:pt x="10263" y="5847"/>
                    <a:pt x="9513" y="5513"/>
                    <a:pt x="8799" y="5109"/>
                  </a:cubicBezTo>
                  <a:cubicBezTo>
                    <a:pt x="8787" y="5097"/>
                    <a:pt x="8799" y="5085"/>
                    <a:pt x="8811" y="5085"/>
                  </a:cubicBezTo>
                  <a:close/>
                  <a:moveTo>
                    <a:pt x="345" y="1"/>
                  </a:moveTo>
                  <a:lnTo>
                    <a:pt x="0" y="584"/>
                  </a:lnTo>
                  <a:cubicBezTo>
                    <a:pt x="845" y="1132"/>
                    <a:pt x="1703" y="1656"/>
                    <a:pt x="2572" y="2168"/>
                  </a:cubicBezTo>
                  <a:cubicBezTo>
                    <a:pt x="5691" y="4001"/>
                    <a:pt x="8977" y="5549"/>
                    <a:pt x="12383" y="6799"/>
                  </a:cubicBezTo>
                  <a:cubicBezTo>
                    <a:pt x="12537" y="6871"/>
                    <a:pt x="12692" y="6918"/>
                    <a:pt x="12859" y="6954"/>
                  </a:cubicBezTo>
                  <a:cubicBezTo>
                    <a:pt x="12668" y="6287"/>
                    <a:pt x="12585" y="5597"/>
                    <a:pt x="12633" y="4894"/>
                  </a:cubicBezTo>
                  <a:cubicBezTo>
                    <a:pt x="12335" y="4871"/>
                    <a:pt x="12002" y="4668"/>
                    <a:pt x="11728" y="4549"/>
                  </a:cubicBezTo>
                  <a:cubicBezTo>
                    <a:pt x="11132" y="4299"/>
                    <a:pt x="10537" y="4049"/>
                    <a:pt x="9942" y="3799"/>
                  </a:cubicBezTo>
                  <a:cubicBezTo>
                    <a:pt x="8751" y="3299"/>
                    <a:pt x="7560" y="2799"/>
                    <a:pt x="6358" y="2311"/>
                  </a:cubicBezTo>
                  <a:lnTo>
                    <a:pt x="6156" y="2739"/>
                  </a:lnTo>
                  <a:cubicBezTo>
                    <a:pt x="7334" y="3275"/>
                    <a:pt x="8513" y="3823"/>
                    <a:pt x="9704" y="4335"/>
                  </a:cubicBezTo>
                  <a:cubicBezTo>
                    <a:pt x="9758" y="4367"/>
                    <a:pt x="9723" y="4469"/>
                    <a:pt x="9663" y="4469"/>
                  </a:cubicBezTo>
                  <a:cubicBezTo>
                    <a:pt x="9657" y="4469"/>
                    <a:pt x="9650" y="4468"/>
                    <a:pt x="9644" y="4466"/>
                  </a:cubicBezTo>
                  <a:cubicBezTo>
                    <a:pt x="8061" y="3870"/>
                    <a:pt x="6477" y="3227"/>
                    <a:pt x="4965" y="2489"/>
                  </a:cubicBezTo>
                  <a:cubicBezTo>
                    <a:pt x="3393" y="1715"/>
                    <a:pt x="1881" y="846"/>
                    <a:pt x="345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41"/>
            <p:cNvSpPr/>
            <p:nvPr/>
          </p:nvSpPr>
          <p:spPr>
            <a:xfrm>
              <a:off x="5755625" y="5118863"/>
              <a:ext cx="343800" cy="183975"/>
            </a:xfrm>
            <a:custGeom>
              <a:avLst/>
              <a:gdLst/>
              <a:ahLst/>
              <a:cxnLst/>
              <a:rect l="l" t="t" r="r" b="b"/>
              <a:pathLst>
                <a:path w="13752" h="7359" extrusionOk="0">
                  <a:moveTo>
                    <a:pt x="0" y="1"/>
                  </a:moveTo>
                  <a:cubicBezTo>
                    <a:pt x="36" y="394"/>
                    <a:pt x="143" y="787"/>
                    <a:pt x="334" y="1144"/>
                  </a:cubicBezTo>
                  <a:cubicBezTo>
                    <a:pt x="810" y="2037"/>
                    <a:pt x="1834" y="2608"/>
                    <a:pt x="2632" y="3180"/>
                  </a:cubicBezTo>
                  <a:cubicBezTo>
                    <a:pt x="3441" y="3775"/>
                    <a:pt x="4275" y="4347"/>
                    <a:pt x="5120" y="4894"/>
                  </a:cubicBezTo>
                  <a:lnTo>
                    <a:pt x="5465" y="4311"/>
                  </a:lnTo>
                  <a:cubicBezTo>
                    <a:pt x="5425" y="4291"/>
                    <a:pt x="5452" y="4246"/>
                    <a:pt x="5483" y="4246"/>
                  </a:cubicBezTo>
                  <a:cubicBezTo>
                    <a:pt x="5489" y="4246"/>
                    <a:pt x="5495" y="4248"/>
                    <a:pt x="5501" y="4251"/>
                  </a:cubicBezTo>
                  <a:cubicBezTo>
                    <a:pt x="7001" y="5085"/>
                    <a:pt x="8573" y="5799"/>
                    <a:pt x="10132" y="6514"/>
                  </a:cubicBezTo>
                  <a:lnTo>
                    <a:pt x="11275" y="7037"/>
                  </a:lnTo>
                  <a:lnTo>
                    <a:pt x="11478" y="6621"/>
                  </a:lnTo>
                  <a:cubicBezTo>
                    <a:pt x="11454" y="6609"/>
                    <a:pt x="11466" y="6597"/>
                    <a:pt x="11478" y="6597"/>
                  </a:cubicBezTo>
                  <a:cubicBezTo>
                    <a:pt x="12168" y="6847"/>
                    <a:pt x="12871" y="7109"/>
                    <a:pt x="13561" y="7359"/>
                  </a:cubicBezTo>
                  <a:lnTo>
                    <a:pt x="13752" y="6811"/>
                  </a:lnTo>
                  <a:cubicBezTo>
                    <a:pt x="12145" y="6025"/>
                    <a:pt x="10525" y="5240"/>
                    <a:pt x="8966" y="4382"/>
                  </a:cubicBezTo>
                  <a:cubicBezTo>
                    <a:pt x="7394" y="3525"/>
                    <a:pt x="5846" y="2632"/>
                    <a:pt x="4275" y="1775"/>
                  </a:cubicBezTo>
                  <a:lnTo>
                    <a:pt x="3989" y="2239"/>
                  </a:lnTo>
                  <a:cubicBezTo>
                    <a:pt x="4787" y="2751"/>
                    <a:pt x="5608" y="3239"/>
                    <a:pt x="6430" y="3727"/>
                  </a:cubicBezTo>
                  <a:cubicBezTo>
                    <a:pt x="6450" y="3738"/>
                    <a:pt x="6435" y="3766"/>
                    <a:pt x="6416" y="3766"/>
                  </a:cubicBezTo>
                  <a:cubicBezTo>
                    <a:pt x="6412" y="3766"/>
                    <a:pt x="6409" y="3765"/>
                    <a:pt x="6406" y="3763"/>
                  </a:cubicBezTo>
                  <a:cubicBezTo>
                    <a:pt x="5263" y="3120"/>
                    <a:pt x="4120" y="2465"/>
                    <a:pt x="2977" y="1799"/>
                  </a:cubicBezTo>
                  <a:cubicBezTo>
                    <a:pt x="1977" y="1227"/>
                    <a:pt x="929" y="69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41"/>
            <p:cNvSpPr/>
            <p:nvPr/>
          </p:nvSpPr>
          <p:spPr>
            <a:xfrm>
              <a:off x="5720800" y="4527688"/>
              <a:ext cx="1189150" cy="941950"/>
            </a:xfrm>
            <a:custGeom>
              <a:avLst/>
              <a:gdLst/>
              <a:ahLst/>
              <a:cxnLst/>
              <a:rect l="l" t="t" r="r" b="b"/>
              <a:pathLst>
                <a:path w="47566" h="37678" extrusionOk="0">
                  <a:moveTo>
                    <a:pt x="45280" y="10539"/>
                  </a:moveTo>
                  <a:cubicBezTo>
                    <a:pt x="45125" y="11027"/>
                    <a:pt x="45042" y="11551"/>
                    <a:pt x="45042" y="12063"/>
                  </a:cubicBezTo>
                  <a:cubicBezTo>
                    <a:pt x="45030" y="12408"/>
                    <a:pt x="45089" y="12742"/>
                    <a:pt x="45196" y="13063"/>
                  </a:cubicBezTo>
                  <a:cubicBezTo>
                    <a:pt x="39600" y="18242"/>
                    <a:pt x="33969" y="23362"/>
                    <a:pt x="28111" y="28244"/>
                  </a:cubicBezTo>
                  <a:cubicBezTo>
                    <a:pt x="27289" y="28934"/>
                    <a:pt x="26456" y="29613"/>
                    <a:pt x="25622" y="30292"/>
                  </a:cubicBezTo>
                  <a:cubicBezTo>
                    <a:pt x="24980" y="30815"/>
                    <a:pt x="24348" y="31327"/>
                    <a:pt x="23706" y="31851"/>
                  </a:cubicBezTo>
                  <a:cubicBezTo>
                    <a:pt x="22932" y="32458"/>
                    <a:pt x="22170" y="33066"/>
                    <a:pt x="21396" y="33673"/>
                  </a:cubicBezTo>
                  <a:cubicBezTo>
                    <a:pt x="21050" y="33947"/>
                    <a:pt x="20705" y="34221"/>
                    <a:pt x="20360" y="34494"/>
                  </a:cubicBezTo>
                  <a:cubicBezTo>
                    <a:pt x="20181" y="34649"/>
                    <a:pt x="19991" y="34780"/>
                    <a:pt x="19800" y="34875"/>
                  </a:cubicBezTo>
                  <a:cubicBezTo>
                    <a:pt x="19562" y="34209"/>
                    <a:pt x="19455" y="33506"/>
                    <a:pt x="19467" y="32792"/>
                  </a:cubicBezTo>
                  <a:lnTo>
                    <a:pt x="19491" y="32780"/>
                  </a:lnTo>
                  <a:cubicBezTo>
                    <a:pt x="19991" y="32494"/>
                    <a:pt x="20467" y="31970"/>
                    <a:pt x="20908" y="31601"/>
                  </a:cubicBezTo>
                  <a:cubicBezTo>
                    <a:pt x="21420" y="31184"/>
                    <a:pt x="21943" y="30780"/>
                    <a:pt x="22455" y="30363"/>
                  </a:cubicBezTo>
                  <a:cubicBezTo>
                    <a:pt x="23503" y="29518"/>
                    <a:pt x="24563" y="28684"/>
                    <a:pt x="25611" y="27851"/>
                  </a:cubicBezTo>
                  <a:cubicBezTo>
                    <a:pt x="25651" y="27821"/>
                    <a:pt x="25615" y="27774"/>
                    <a:pt x="25574" y="27774"/>
                  </a:cubicBezTo>
                  <a:cubicBezTo>
                    <a:pt x="25566" y="27774"/>
                    <a:pt x="25559" y="27776"/>
                    <a:pt x="25551" y="27779"/>
                  </a:cubicBezTo>
                  <a:cubicBezTo>
                    <a:pt x="23622" y="29291"/>
                    <a:pt x="21693" y="30839"/>
                    <a:pt x="19681" y="32256"/>
                  </a:cubicBezTo>
                  <a:cubicBezTo>
                    <a:pt x="19622" y="32304"/>
                    <a:pt x="19550" y="32339"/>
                    <a:pt x="19479" y="32375"/>
                  </a:cubicBezTo>
                  <a:cubicBezTo>
                    <a:pt x="19503" y="32006"/>
                    <a:pt x="19562" y="31649"/>
                    <a:pt x="19634" y="31280"/>
                  </a:cubicBezTo>
                  <a:cubicBezTo>
                    <a:pt x="19967" y="31232"/>
                    <a:pt x="20277" y="31101"/>
                    <a:pt x="20550" y="30887"/>
                  </a:cubicBezTo>
                  <a:cubicBezTo>
                    <a:pt x="22015" y="29791"/>
                    <a:pt x="23408" y="28589"/>
                    <a:pt x="24837" y="27434"/>
                  </a:cubicBezTo>
                  <a:cubicBezTo>
                    <a:pt x="26277" y="26267"/>
                    <a:pt x="27730" y="25100"/>
                    <a:pt x="29171" y="23922"/>
                  </a:cubicBezTo>
                  <a:cubicBezTo>
                    <a:pt x="32123" y="21540"/>
                    <a:pt x="35052" y="19135"/>
                    <a:pt x="37969" y="16718"/>
                  </a:cubicBezTo>
                  <a:cubicBezTo>
                    <a:pt x="39577" y="15373"/>
                    <a:pt x="41172" y="14028"/>
                    <a:pt x="42767" y="12682"/>
                  </a:cubicBezTo>
                  <a:cubicBezTo>
                    <a:pt x="43589" y="11992"/>
                    <a:pt x="44399" y="11301"/>
                    <a:pt x="45208" y="10599"/>
                  </a:cubicBezTo>
                  <a:lnTo>
                    <a:pt x="45280" y="10539"/>
                  </a:lnTo>
                  <a:close/>
                  <a:moveTo>
                    <a:pt x="1429" y="22112"/>
                  </a:moveTo>
                  <a:cubicBezTo>
                    <a:pt x="4632" y="23922"/>
                    <a:pt x="7954" y="25553"/>
                    <a:pt x="11216" y="27255"/>
                  </a:cubicBezTo>
                  <a:cubicBezTo>
                    <a:pt x="12883" y="28136"/>
                    <a:pt x="14550" y="29006"/>
                    <a:pt x="16217" y="29863"/>
                  </a:cubicBezTo>
                  <a:cubicBezTo>
                    <a:pt x="17026" y="30292"/>
                    <a:pt x="17836" y="30780"/>
                    <a:pt x="18693" y="31137"/>
                  </a:cubicBezTo>
                  <a:cubicBezTo>
                    <a:pt x="18931" y="31244"/>
                    <a:pt x="19193" y="31292"/>
                    <a:pt x="19455" y="31292"/>
                  </a:cubicBezTo>
                  <a:cubicBezTo>
                    <a:pt x="19312" y="31673"/>
                    <a:pt x="19229" y="32066"/>
                    <a:pt x="19169" y="32470"/>
                  </a:cubicBezTo>
                  <a:cubicBezTo>
                    <a:pt x="19003" y="32458"/>
                    <a:pt x="18848" y="32423"/>
                    <a:pt x="18693" y="32363"/>
                  </a:cubicBezTo>
                  <a:lnTo>
                    <a:pt x="17871" y="32066"/>
                  </a:lnTo>
                  <a:cubicBezTo>
                    <a:pt x="17324" y="31863"/>
                    <a:pt x="16776" y="31673"/>
                    <a:pt x="16228" y="31470"/>
                  </a:cubicBezTo>
                  <a:cubicBezTo>
                    <a:pt x="15812" y="31315"/>
                    <a:pt x="15383" y="31161"/>
                    <a:pt x="14954" y="31006"/>
                  </a:cubicBezTo>
                  <a:cubicBezTo>
                    <a:pt x="14264" y="30756"/>
                    <a:pt x="13561" y="30506"/>
                    <a:pt x="12871" y="30244"/>
                  </a:cubicBezTo>
                  <a:cubicBezTo>
                    <a:pt x="12859" y="30244"/>
                    <a:pt x="12859" y="30268"/>
                    <a:pt x="12871" y="30268"/>
                  </a:cubicBezTo>
                  <a:cubicBezTo>
                    <a:pt x="14073" y="30768"/>
                    <a:pt x="15264" y="31268"/>
                    <a:pt x="16455" y="31756"/>
                  </a:cubicBezTo>
                  <a:cubicBezTo>
                    <a:pt x="17050" y="32018"/>
                    <a:pt x="17645" y="32268"/>
                    <a:pt x="18241" y="32518"/>
                  </a:cubicBezTo>
                  <a:cubicBezTo>
                    <a:pt x="18514" y="32625"/>
                    <a:pt x="18836" y="32828"/>
                    <a:pt x="19134" y="32851"/>
                  </a:cubicBezTo>
                  <a:cubicBezTo>
                    <a:pt x="19098" y="33554"/>
                    <a:pt x="19181" y="34244"/>
                    <a:pt x="19372" y="34911"/>
                  </a:cubicBezTo>
                  <a:cubicBezTo>
                    <a:pt x="19205" y="34875"/>
                    <a:pt x="19050" y="34828"/>
                    <a:pt x="18895" y="34756"/>
                  </a:cubicBezTo>
                  <a:cubicBezTo>
                    <a:pt x="15490" y="33506"/>
                    <a:pt x="12204" y="31958"/>
                    <a:pt x="9085" y="30125"/>
                  </a:cubicBezTo>
                  <a:cubicBezTo>
                    <a:pt x="8216" y="29613"/>
                    <a:pt x="7358" y="29089"/>
                    <a:pt x="6513" y="28541"/>
                  </a:cubicBezTo>
                  <a:cubicBezTo>
                    <a:pt x="5668" y="27994"/>
                    <a:pt x="4822" y="27410"/>
                    <a:pt x="4025" y="26827"/>
                  </a:cubicBezTo>
                  <a:cubicBezTo>
                    <a:pt x="3227" y="26255"/>
                    <a:pt x="2203" y="25684"/>
                    <a:pt x="1727" y="24791"/>
                  </a:cubicBezTo>
                  <a:cubicBezTo>
                    <a:pt x="1536" y="24434"/>
                    <a:pt x="1429" y="24041"/>
                    <a:pt x="1393" y="23648"/>
                  </a:cubicBezTo>
                  <a:lnTo>
                    <a:pt x="1393" y="23648"/>
                  </a:lnTo>
                  <a:cubicBezTo>
                    <a:pt x="2322" y="24338"/>
                    <a:pt x="3370" y="24874"/>
                    <a:pt x="4370" y="25458"/>
                  </a:cubicBezTo>
                  <a:cubicBezTo>
                    <a:pt x="5513" y="26112"/>
                    <a:pt x="6644" y="26767"/>
                    <a:pt x="7799" y="27410"/>
                  </a:cubicBezTo>
                  <a:cubicBezTo>
                    <a:pt x="7802" y="27412"/>
                    <a:pt x="7805" y="27413"/>
                    <a:pt x="7809" y="27413"/>
                  </a:cubicBezTo>
                  <a:cubicBezTo>
                    <a:pt x="7828" y="27413"/>
                    <a:pt x="7843" y="27385"/>
                    <a:pt x="7823" y="27374"/>
                  </a:cubicBezTo>
                  <a:cubicBezTo>
                    <a:pt x="7001" y="26886"/>
                    <a:pt x="6191" y="26398"/>
                    <a:pt x="5382" y="25886"/>
                  </a:cubicBezTo>
                  <a:cubicBezTo>
                    <a:pt x="5096" y="25720"/>
                    <a:pt x="4810" y="25541"/>
                    <a:pt x="4525" y="25362"/>
                  </a:cubicBezTo>
                  <a:cubicBezTo>
                    <a:pt x="3477" y="24719"/>
                    <a:pt x="2477" y="23969"/>
                    <a:pt x="1369" y="23422"/>
                  </a:cubicBezTo>
                  <a:cubicBezTo>
                    <a:pt x="1346" y="22981"/>
                    <a:pt x="1369" y="22541"/>
                    <a:pt x="1429" y="22112"/>
                  </a:cubicBezTo>
                  <a:close/>
                  <a:moveTo>
                    <a:pt x="23207" y="560"/>
                  </a:moveTo>
                  <a:cubicBezTo>
                    <a:pt x="23230" y="560"/>
                    <a:pt x="23253" y="561"/>
                    <a:pt x="23277" y="562"/>
                  </a:cubicBezTo>
                  <a:cubicBezTo>
                    <a:pt x="23753" y="585"/>
                    <a:pt x="24218" y="800"/>
                    <a:pt x="24670" y="955"/>
                  </a:cubicBezTo>
                  <a:cubicBezTo>
                    <a:pt x="28063" y="2133"/>
                    <a:pt x="31445" y="3360"/>
                    <a:pt x="34826" y="4610"/>
                  </a:cubicBezTo>
                  <a:cubicBezTo>
                    <a:pt x="38529" y="5979"/>
                    <a:pt x="42208" y="7408"/>
                    <a:pt x="45875" y="8860"/>
                  </a:cubicBezTo>
                  <a:cubicBezTo>
                    <a:pt x="45613" y="9468"/>
                    <a:pt x="45077" y="9908"/>
                    <a:pt x="44565" y="10349"/>
                  </a:cubicBezTo>
                  <a:cubicBezTo>
                    <a:pt x="43899" y="10920"/>
                    <a:pt x="43232" y="11492"/>
                    <a:pt x="42553" y="12063"/>
                  </a:cubicBezTo>
                  <a:cubicBezTo>
                    <a:pt x="41184" y="13230"/>
                    <a:pt x="39815" y="14385"/>
                    <a:pt x="38434" y="15540"/>
                  </a:cubicBezTo>
                  <a:cubicBezTo>
                    <a:pt x="35683" y="17849"/>
                    <a:pt x="32909" y="20135"/>
                    <a:pt x="30123" y="22398"/>
                  </a:cubicBezTo>
                  <a:cubicBezTo>
                    <a:pt x="27337" y="24660"/>
                    <a:pt x="24539" y="26922"/>
                    <a:pt x="21741" y="29172"/>
                  </a:cubicBezTo>
                  <a:cubicBezTo>
                    <a:pt x="21408" y="29446"/>
                    <a:pt x="21086" y="29696"/>
                    <a:pt x="20753" y="29970"/>
                  </a:cubicBezTo>
                  <a:cubicBezTo>
                    <a:pt x="20408" y="30256"/>
                    <a:pt x="20062" y="30637"/>
                    <a:pt x="19586" y="30708"/>
                  </a:cubicBezTo>
                  <a:cubicBezTo>
                    <a:pt x="19540" y="30715"/>
                    <a:pt x="19493" y="30719"/>
                    <a:pt x="19446" y="30719"/>
                  </a:cubicBezTo>
                  <a:cubicBezTo>
                    <a:pt x="19027" y="30719"/>
                    <a:pt x="18606" y="30449"/>
                    <a:pt x="18252" y="30256"/>
                  </a:cubicBezTo>
                  <a:lnTo>
                    <a:pt x="17026" y="29613"/>
                  </a:lnTo>
                  <a:cubicBezTo>
                    <a:pt x="15419" y="28779"/>
                    <a:pt x="13823" y="27934"/>
                    <a:pt x="12216" y="27101"/>
                  </a:cubicBezTo>
                  <a:cubicBezTo>
                    <a:pt x="8597" y="25208"/>
                    <a:pt x="5013" y="23219"/>
                    <a:pt x="1334" y="21457"/>
                  </a:cubicBezTo>
                  <a:cubicBezTo>
                    <a:pt x="1291" y="21434"/>
                    <a:pt x="1246" y="21424"/>
                    <a:pt x="1203" y="21424"/>
                  </a:cubicBezTo>
                  <a:cubicBezTo>
                    <a:pt x="1065" y="21424"/>
                    <a:pt x="941" y="21529"/>
                    <a:pt x="941" y="21683"/>
                  </a:cubicBezTo>
                  <a:cubicBezTo>
                    <a:pt x="893" y="22207"/>
                    <a:pt x="869" y="22731"/>
                    <a:pt x="881" y="23255"/>
                  </a:cubicBezTo>
                  <a:cubicBezTo>
                    <a:pt x="893" y="23564"/>
                    <a:pt x="929" y="23862"/>
                    <a:pt x="1000" y="24148"/>
                  </a:cubicBezTo>
                  <a:cubicBezTo>
                    <a:pt x="1179" y="24958"/>
                    <a:pt x="1643" y="25565"/>
                    <a:pt x="2274" y="26077"/>
                  </a:cubicBezTo>
                  <a:cubicBezTo>
                    <a:pt x="3727" y="27244"/>
                    <a:pt x="5310" y="28291"/>
                    <a:pt x="6882" y="29279"/>
                  </a:cubicBezTo>
                  <a:cubicBezTo>
                    <a:pt x="10109" y="31315"/>
                    <a:pt x="13502" y="33089"/>
                    <a:pt x="17026" y="34578"/>
                  </a:cubicBezTo>
                  <a:cubicBezTo>
                    <a:pt x="17407" y="34733"/>
                    <a:pt x="17764" y="34875"/>
                    <a:pt x="18157" y="35042"/>
                  </a:cubicBezTo>
                  <a:cubicBezTo>
                    <a:pt x="18550" y="35197"/>
                    <a:pt x="18991" y="35435"/>
                    <a:pt x="19419" y="35471"/>
                  </a:cubicBezTo>
                  <a:cubicBezTo>
                    <a:pt x="19453" y="35474"/>
                    <a:pt x="19487" y="35475"/>
                    <a:pt x="19520" y="35475"/>
                  </a:cubicBezTo>
                  <a:cubicBezTo>
                    <a:pt x="20276" y="35475"/>
                    <a:pt x="20943" y="34725"/>
                    <a:pt x="21479" y="34292"/>
                  </a:cubicBezTo>
                  <a:cubicBezTo>
                    <a:pt x="23063" y="33042"/>
                    <a:pt x="24646" y="31768"/>
                    <a:pt x="26206" y="30482"/>
                  </a:cubicBezTo>
                  <a:cubicBezTo>
                    <a:pt x="26992" y="29839"/>
                    <a:pt x="27777" y="29184"/>
                    <a:pt x="28563" y="28529"/>
                  </a:cubicBezTo>
                  <a:cubicBezTo>
                    <a:pt x="30921" y="26577"/>
                    <a:pt x="33254" y="24588"/>
                    <a:pt x="35564" y="22576"/>
                  </a:cubicBezTo>
                  <a:cubicBezTo>
                    <a:pt x="39005" y="19564"/>
                    <a:pt x="42422" y="16480"/>
                    <a:pt x="45696" y="13278"/>
                  </a:cubicBezTo>
                  <a:cubicBezTo>
                    <a:pt x="45732" y="13242"/>
                    <a:pt x="45756" y="13206"/>
                    <a:pt x="45768" y="13170"/>
                  </a:cubicBezTo>
                  <a:lnTo>
                    <a:pt x="45780" y="13147"/>
                  </a:lnTo>
                  <a:cubicBezTo>
                    <a:pt x="45891" y="13043"/>
                    <a:pt x="46109" y="12839"/>
                    <a:pt x="46298" y="12839"/>
                  </a:cubicBezTo>
                  <a:cubicBezTo>
                    <a:pt x="46392" y="12839"/>
                    <a:pt x="46479" y="12889"/>
                    <a:pt x="46542" y="13027"/>
                  </a:cubicBezTo>
                  <a:cubicBezTo>
                    <a:pt x="46673" y="13289"/>
                    <a:pt x="46482" y="13742"/>
                    <a:pt x="46363" y="13968"/>
                  </a:cubicBezTo>
                  <a:cubicBezTo>
                    <a:pt x="45863" y="14885"/>
                    <a:pt x="44875" y="15599"/>
                    <a:pt x="44113" y="16290"/>
                  </a:cubicBezTo>
                  <a:cubicBezTo>
                    <a:pt x="42470" y="17814"/>
                    <a:pt x="40755" y="19254"/>
                    <a:pt x="39041" y="20695"/>
                  </a:cubicBezTo>
                  <a:cubicBezTo>
                    <a:pt x="35707" y="23493"/>
                    <a:pt x="32361" y="26291"/>
                    <a:pt x="29016" y="29077"/>
                  </a:cubicBezTo>
                  <a:cubicBezTo>
                    <a:pt x="28742" y="29315"/>
                    <a:pt x="28456" y="29553"/>
                    <a:pt x="28170" y="29791"/>
                  </a:cubicBezTo>
                  <a:lnTo>
                    <a:pt x="22753" y="34316"/>
                  </a:lnTo>
                  <a:cubicBezTo>
                    <a:pt x="21824" y="35078"/>
                    <a:pt x="20908" y="35840"/>
                    <a:pt x="20003" y="36602"/>
                  </a:cubicBezTo>
                  <a:cubicBezTo>
                    <a:pt x="19630" y="36909"/>
                    <a:pt x="19301" y="37166"/>
                    <a:pt x="18873" y="37166"/>
                  </a:cubicBezTo>
                  <a:cubicBezTo>
                    <a:pt x="18754" y="37166"/>
                    <a:pt x="18628" y="37146"/>
                    <a:pt x="18491" y="37102"/>
                  </a:cubicBezTo>
                  <a:cubicBezTo>
                    <a:pt x="17967" y="36935"/>
                    <a:pt x="17455" y="36638"/>
                    <a:pt x="16955" y="36387"/>
                  </a:cubicBezTo>
                  <a:cubicBezTo>
                    <a:pt x="13073" y="34518"/>
                    <a:pt x="9347" y="32327"/>
                    <a:pt x="5822" y="29839"/>
                  </a:cubicBezTo>
                  <a:cubicBezTo>
                    <a:pt x="4810" y="29125"/>
                    <a:pt x="3798" y="28387"/>
                    <a:pt x="2822" y="27613"/>
                  </a:cubicBezTo>
                  <a:cubicBezTo>
                    <a:pt x="2358" y="27244"/>
                    <a:pt x="1881" y="26874"/>
                    <a:pt x="1429" y="26482"/>
                  </a:cubicBezTo>
                  <a:cubicBezTo>
                    <a:pt x="881" y="26017"/>
                    <a:pt x="667" y="25517"/>
                    <a:pt x="619" y="24791"/>
                  </a:cubicBezTo>
                  <a:cubicBezTo>
                    <a:pt x="584" y="24291"/>
                    <a:pt x="572" y="23791"/>
                    <a:pt x="548" y="23291"/>
                  </a:cubicBezTo>
                  <a:lnTo>
                    <a:pt x="536" y="22874"/>
                  </a:lnTo>
                  <a:cubicBezTo>
                    <a:pt x="500" y="22160"/>
                    <a:pt x="429" y="21505"/>
                    <a:pt x="953" y="20933"/>
                  </a:cubicBezTo>
                  <a:cubicBezTo>
                    <a:pt x="1119" y="20743"/>
                    <a:pt x="1298" y="20552"/>
                    <a:pt x="1465" y="20374"/>
                  </a:cubicBezTo>
                  <a:cubicBezTo>
                    <a:pt x="6322" y="15683"/>
                    <a:pt x="11228" y="11027"/>
                    <a:pt x="16169" y="6431"/>
                  </a:cubicBezTo>
                  <a:cubicBezTo>
                    <a:pt x="17479" y="5217"/>
                    <a:pt x="18788" y="4003"/>
                    <a:pt x="20098" y="2800"/>
                  </a:cubicBezTo>
                  <a:cubicBezTo>
                    <a:pt x="20729" y="2229"/>
                    <a:pt x="21336" y="1645"/>
                    <a:pt x="21979" y="1097"/>
                  </a:cubicBezTo>
                  <a:cubicBezTo>
                    <a:pt x="22343" y="791"/>
                    <a:pt x="22728" y="560"/>
                    <a:pt x="23207" y="560"/>
                  </a:cubicBezTo>
                  <a:close/>
                  <a:moveTo>
                    <a:pt x="23195" y="0"/>
                  </a:moveTo>
                  <a:cubicBezTo>
                    <a:pt x="23163" y="0"/>
                    <a:pt x="23130" y="1"/>
                    <a:pt x="23098" y="2"/>
                  </a:cubicBezTo>
                  <a:cubicBezTo>
                    <a:pt x="22372" y="26"/>
                    <a:pt x="21777" y="478"/>
                    <a:pt x="21253" y="943"/>
                  </a:cubicBezTo>
                  <a:cubicBezTo>
                    <a:pt x="19907" y="2145"/>
                    <a:pt x="18586" y="3395"/>
                    <a:pt x="17264" y="4622"/>
                  </a:cubicBezTo>
                  <a:cubicBezTo>
                    <a:pt x="14585" y="7110"/>
                    <a:pt x="11930" y="9646"/>
                    <a:pt x="9311" y="12206"/>
                  </a:cubicBezTo>
                  <a:cubicBezTo>
                    <a:pt x="7120" y="14337"/>
                    <a:pt x="4989" y="16516"/>
                    <a:pt x="2870" y="18695"/>
                  </a:cubicBezTo>
                  <a:cubicBezTo>
                    <a:pt x="2143" y="19326"/>
                    <a:pt x="1429" y="19933"/>
                    <a:pt x="726" y="20588"/>
                  </a:cubicBezTo>
                  <a:cubicBezTo>
                    <a:pt x="405" y="20897"/>
                    <a:pt x="167" y="21231"/>
                    <a:pt x="95" y="21671"/>
                  </a:cubicBezTo>
                  <a:cubicBezTo>
                    <a:pt x="0" y="22291"/>
                    <a:pt x="107" y="22945"/>
                    <a:pt x="131" y="23564"/>
                  </a:cubicBezTo>
                  <a:cubicBezTo>
                    <a:pt x="179" y="24577"/>
                    <a:pt x="84" y="25720"/>
                    <a:pt x="834" y="26505"/>
                  </a:cubicBezTo>
                  <a:cubicBezTo>
                    <a:pt x="1619" y="27351"/>
                    <a:pt x="2679" y="28006"/>
                    <a:pt x="3596" y="28684"/>
                  </a:cubicBezTo>
                  <a:cubicBezTo>
                    <a:pt x="7454" y="31577"/>
                    <a:pt x="11549" y="34137"/>
                    <a:pt x="15847" y="36352"/>
                  </a:cubicBezTo>
                  <a:cubicBezTo>
                    <a:pt x="16347" y="36614"/>
                    <a:pt x="16871" y="36876"/>
                    <a:pt x="17383" y="37126"/>
                  </a:cubicBezTo>
                  <a:cubicBezTo>
                    <a:pt x="17836" y="37340"/>
                    <a:pt x="18312" y="37626"/>
                    <a:pt x="18812" y="37673"/>
                  </a:cubicBezTo>
                  <a:cubicBezTo>
                    <a:pt x="18849" y="37676"/>
                    <a:pt x="18886" y="37678"/>
                    <a:pt x="18923" y="37678"/>
                  </a:cubicBezTo>
                  <a:cubicBezTo>
                    <a:pt x="19901" y="37678"/>
                    <a:pt x="20754" y="36640"/>
                    <a:pt x="21431" y="36078"/>
                  </a:cubicBezTo>
                  <a:cubicBezTo>
                    <a:pt x="23491" y="34352"/>
                    <a:pt x="25551" y="32625"/>
                    <a:pt x="27611" y="30899"/>
                  </a:cubicBezTo>
                  <a:cubicBezTo>
                    <a:pt x="31659" y="27517"/>
                    <a:pt x="35707" y="24124"/>
                    <a:pt x="39755" y="20743"/>
                  </a:cubicBezTo>
                  <a:cubicBezTo>
                    <a:pt x="41910" y="18945"/>
                    <a:pt x="44113" y="17147"/>
                    <a:pt x="46077" y="15135"/>
                  </a:cubicBezTo>
                  <a:cubicBezTo>
                    <a:pt x="46625" y="14587"/>
                    <a:pt x="47566" y="13373"/>
                    <a:pt x="46935" y="12563"/>
                  </a:cubicBezTo>
                  <a:cubicBezTo>
                    <a:pt x="46768" y="12355"/>
                    <a:pt x="46598" y="12273"/>
                    <a:pt x="46430" y="12273"/>
                  </a:cubicBezTo>
                  <a:cubicBezTo>
                    <a:pt x="46164" y="12273"/>
                    <a:pt x="45901" y="12478"/>
                    <a:pt x="45661" y="12718"/>
                  </a:cubicBezTo>
                  <a:cubicBezTo>
                    <a:pt x="45577" y="12277"/>
                    <a:pt x="45542" y="11837"/>
                    <a:pt x="45565" y="11384"/>
                  </a:cubicBezTo>
                  <a:cubicBezTo>
                    <a:pt x="45577" y="10968"/>
                    <a:pt x="45673" y="10551"/>
                    <a:pt x="45708" y="10134"/>
                  </a:cubicBezTo>
                  <a:cubicBezTo>
                    <a:pt x="46101" y="9753"/>
                    <a:pt x="46399" y="9277"/>
                    <a:pt x="46554" y="8753"/>
                  </a:cubicBezTo>
                  <a:cubicBezTo>
                    <a:pt x="46601" y="8598"/>
                    <a:pt x="46506" y="8432"/>
                    <a:pt x="46351" y="8384"/>
                  </a:cubicBezTo>
                  <a:cubicBezTo>
                    <a:pt x="39469" y="5693"/>
                    <a:pt x="32540" y="3121"/>
                    <a:pt x="25563" y="669"/>
                  </a:cubicBezTo>
                  <a:cubicBezTo>
                    <a:pt x="24819" y="417"/>
                    <a:pt x="23998" y="0"/>
                    <a:pt x="231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41"/>
            <p:cNvSpPr/>
            <p:nvPr/>
          </p:nvSpPr>
          <p:spPr>
            <a:xfrm>
              <a:off x="6549825" y="4827238"/>
              <a:ext cx="297025" cy="239350"/>
            </a:xfrm>
            <a:custGeom>
              <a:avLst/>
              <a:gdLst/>
              <a:ahLst/>
              <a:cxnLst/>
              <a:rect l="l" t="t" r="r" b="b"/>
              <a:pathLst>
                <a:path w="11881" h="9574" extrusionOk="0">
                  <a:moveTo>
                    <a:pt x="11787" y="0"/>
                  </a:moveTo>
                  <a:cubicBezTo>
                    <a:pt x="11766" y="0"/>
                    <a:pt x="11744" y="7"/>
                    <a:pt x="11726" y="22"/>
                  </a:cubicBezTo>
                  <a:cubicBezTo>
                    <a:pt x="7821" y="3201"/>
                    <a:pt x="3987" y="6463"/>
                    <a:pt x="10" y="9547"/>
                  </a:cubicBezTo>
                  <a:cubicBezTo>
                    <a:pt x="0" y="9556"/>
                    <a:pt x="14" y="9574"/>
                    <a:pt x="26" y="9574"/>
                  </a:cubicBezTo>
                  <a:cubicBezTo>
                    <a:pt x="29" y="9574"/>
                    <a:pt x="32" y="9573"/>
                    <a:pt x="34" y="9570"/>
                  </a:cubicBezTo>
                  <a:cubicBezTo>
                    <a:pt x="1189" y="8737"/>
                    <a:pt x="2344" y="7892"/>
                    <a:pt x="3487" y="7034"/>
                  </a:cubicBezTo>
                  <a:cubicBezTo>
                    <a:pt x="6392" y="4879"/>
                    <a:pt x="9178" y="2581"/>
                    <a:pt x="11845" y="153"/>
                  </a:cubicBezTo>
                  <a:cubicBezTo>
                    <a:pt x="11869" y="141"/>
                    <a:pt x="11881" y="117"/>
                    <a:pt x="11881" y="93"/>
                  </a:cubicBezTo>
                  <a:cubicBezTo>
                    <a:pt x="11881" y="35"/>
                    <a:pt x="11835" y="0"/>
                    <a:pt x="117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41"/>
            <p:cNvSpPr/>
            <p:nvPr/>
          </p:nvSpPr>
          <p:spPr>
            <a:xfrm>
              <a:off x="6734725" y="4871813"/>
              <a:ext cx="94850" cy="72150"/>
            </a:xfrm>
            <a:custGeom>
              <a:avLst/>
              <a:gdLst/>
              <a:ahLst/>
              <a:cxnLst/>
              <a:rect l="l" t="t" r="r" b="b"/>
              <a:pathLst>
                <a:path w="3794" h="2886" extrusionOk="0">
                  <a:moveTo>
                    <a:pt x="3700" y="1"/>
                  </a:moveTo>
                  <a:cubicBezTo>
                    <a:pt x="3688" y="1"/>
                    <a:pt x="3676" y="4"/>
                    <a:pt x="3663" y="13"/>
                  </a:cubicBezTo>
                  <a:cubicBezTo>
                    <a:pt x="2389" y="870"/>
                    <a:pt x="1175" y="1822"/>
                    <a:pt x="20" y="2846"/>
                  </a:cubicBezTo>
                  <a:cubicBezTo>
                    <a:pt x="0" y="2866"/>
                    <a:pt x="21" y="2885"/>
                    <a:pt x="42" y="2885"/>
                  </a:cubicBezTo>
                  <a:cubicBezTo>
                    <a:pt x="46" y="2885"/>
                    <a:pt x="51" y="2884"/>
                    <a:pt x="55" y="2882"/>
                  </a:cubicBezTo>
                  <a:cubicBezTo>
                    <a:pt x="1234" y="1894"/>
                    <a:pt x="2472" y="1001"/>
                    <a:pt x="3734" y="120"/>
                  </a:cubicBezTo>
                  <a:cubicBezTo>
                    <a:pt x="3793" y="80"/>
                    <a:pt x="3755" y="1"/>
                    <a:pt x="370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41"/>
            <p:cNvSpPr/>
            <p:nvPr/>
          </p:nvSpPr>
          <p:spPr>
            <a:xfrm>
              <a:off x="6341700" y="4788688"/>
              <a:ext cx="455925" cy="377900"/>
            </a:xfrm>
            <a:custGeom>
              <a:avLst/>
              <a:gdLst/>
              <a:ahLst/>
              <a:cxnLst/>
              <a:rect l="l" t="t" r="r" b="b"/>
              <a:pathLst>
                <a:path w="18237" h="15116" extrusionOk="0">
                  <a:moveTo>
                    <a:pt x="18207" y="1"/>
                  </a:moveTo>
                  <a:cubicBezTo>
                    <a:pt x="18202" y="1"/>
                    <a:pt x="18198" y="2"/>
                    <a:pt x="18193" y="4"/>
                  </a:cubicBezTo>
                  <a:cubicBezTo>
                    <a:pt x="15133" y="2457"/>
                    <a:pt x="12050" y="4873"/>
                    <a:pt x="9002" y="7350"/>
                  </a:cubicBezTo>
                  <a:cubicBezTo>
                    <a:pt x="7502" y="8576"/>
                    <a:pt x="6097" y="9862"/>
                    <a:pt x="4585" y="11124"/>
                  </a:cubicBezTo>
                  <a:cubicBezTo>
                    <a:pt x="3072" y="12386"/>
                    <a:pt x="1513" y="13613"/>
                    <a:pt x="60" y="14946"/>
                  </a:cubicBezTo>
                  <a:cubicBezTo>
                    <a:pt x="1" y="15006"/>
                    <a:pt x="65" y="15115"/>
                    <a:pt x="137" y="15115"/>
                  </a:cubicBezTo>
                  <a:cubicBezTo>
                    <a:pt x="151" y="15115"/>
                    <a:pt x="165" y="15111"/>
                    <a:pt x="179" y="15101"/>
                  </a:cubicBezTo>
                  <a:cubicBezTo>
                    <a:pt x="1691" y="13934"/>
                    <a:pt x="3132" y="12660"/>
                    <a:pt x="4608" y="11434"/>
                  </a:cubicBezTo>
                  <a:cubicBezTo>
                    <a:pt x="6120" y="10160"/>
                    <a:pt x="7704" y="8969"/>
                    <a:pt x="9216" y="7695"/>
                  </a:cubicBezTo>
                  <a:cubicBezTo>
                    <a:pt x="12228" y="5159"/>
                    <a:pt x="15205" y="2564"/>
                    <a:pt x="18217" y="28"/>
                  </a:cubicBezTo>
                  <a:cubicBezTo>
                    <a:pt x="18236" y="18"/>
                    <a:pt x="18225" y="1"/>
                    <a:pt x="182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41"/>
            <p:cNvSpPr/>
            <p:nvPr/>
          </p:nvSpPr>
          <p:spPr>
            <a:xfrm>
              <a:off x="6232750" y="4642663"/>
              <a:ext cx="458725" cy="193975"/>
            </a:xfrm>
            <a:custGeom>
              <a:avLst/>
              <a:gdLst/>
              <a:ahLst/>
              <a:cxnLst/>
              <a:rect l="l" t="t" r="r" b="b"/>
              <a:pathLst>
                <a:path w="18349" h="7759" extrusionOk="0">
                  <a:moveTo>
                    <a:pt x="2330" y="301"/>
                  </a:moveTo>
                  <a:cubicBezTo>
                    <a:pt x="2392" y="301"/>
                    <a:pt x="2453" y="308"/>
                    <a:pt x="2513" y="320"/>
                  </a:cubicBezTo>
                  <a:cubicBezTo>
                    <a:pt x="2847" y="380"/>
                    <a:pt x="3168" y="487"/>
                    <a:pt x="3489" y="570"/>
                  </a:cubicBezTo>
                  <a:cubicBezTo>
                    <a:pt x="4656" y="892"/>
                    <a:pt x="5823" y="1237"/>
                    <a:pt x="6978" y="1606"/>
                  </a:cubicBezTo>
                  <a:cubicBezTo>
                    <a:pt x="9335" y="2356"/>
                    <a:pt x="11645" y="3202"/>
                    <a:pt x="13943" y="4059"/>
                  </a:cubicBezTo>
                  <a:cubicBezTo>
                    <a:pt x="15086" y="4476"/>
                    <a:pt x="16253" y="4880"/>
                    <a:pt x="17372" y="5369"/>
                  </a:cubicBezTo>
                  <a:cubicBezTo>
                    <a:pt x="17503" y="5428"/>
                    <a:pt x="17682" y="5428"/>
                    <a:pt x="17717" y="5619"/>
                  </a:cubicBezTo>
                  <a:cubicBezTo>
                    <a:pt x="17741" y="5797"/>
                    <a:pt x="17551" y="5833"/>
                    <a:pt x="17420" y="5916"/>
                  </a:cubicBezTo>
                  <a:cubicBezTo>
                    <a:pt x="17205" y="6047"/>
                    <a:pt x="16991" y="6178"/>
                    <a:pt x="16765" y="6297"/>
                  </a:cubicBezTo>
                  <a:cubicBezTo>
                    <a:pt x="16241" y="6619"/>
                    <a:pt x="15741" y="6976"/>
                    <a:pt x="15193" y="7250"/>
                  </a:cubicBezTo>
                  <a:cubicBezTo>
                    <a:pt x="15051" y="7324"/>
                    <a:pt x="14899" y="7354"/>
                    <a:pt x="14742" y="7354"/>
                  </a:cubicBezTo>
                  <a:cubicBezTo>
                    <a:pt x="14271" y="7354"/>
                    <a:pt x="13759" y="7083"/>
                    <a:pt x="13348" y="6940"/>
                  </a:cubicBezTo>
                  <a:cubicBezTo>
                    <a:pt x="12741" y="6726"/>
                    <a:pt x="12145" y="6523"/>
                    <a:pt x="11550" y="6309"/>
                  </a:cubicBezTo>
                  <a:cubicBezTo>
                    <a:pt x="10407" y="5892"/>
                    <a:pt x="9276" y="5476"/>
                    <a:pt x="8145" y="5035"/>
                  </a:cubicBezTo>
                  <a:cubicBezTo>
                    <a:pt x="5597" y="4059"/>
                    <a:pt x="3108" y="2975"/>
                    <a:pt x="620" y="1868"/>
                  </a:cubicBezTo>
                  <a:cubicBezTo>
                    <a:pt x="1073" y="1356"/>
                    <a:pt x="1537" y="856"/>
                    <a:pt x="2001" y="368"/>
                  </a:cubicBezTo>
                  <a:cubicBezTo>
                    <a:pt x="2108" y="322"/>
                    <a:pt x="2220" y="301"/>
                    <a:pt x="2330" y="301"/>
                  </a:cubicBezTo>
                  <a:close/>
                  <a:moveTo>
                    <a:pt x="2325" y="1"/>
                  </a:moveTo>
                  <a:cubicBezTo>
                    <a:pt x="2113" y="1"/>
                    <a:pt x="1906" y="53"/>
                    <a:pt x="1692" y="201"/>
                  </a:cubicBezTo>
                  <a:cubicBezTo>
                    <a:pt x="1096" y="630"/>
                    <a:pt x="596" y="1201"/>
                    <a:pt x="144" y="1749"/>
                  </a:cubicBezTo>
                  <a:lnTo>
                    <a:pt x="144" y="1761"/>
                  </a:lnTo>
                  <a:lnTo>
                    <a:pt x="96" y="1797"/>
                  </a:lnTo>
                  <a:cubicBezTo>
                    <a:pt x="1" y="1904"/>
                    <a:pt x="25" y="2071"/>
                    <a:pt x="144" y="2142"/>
                  </a:cubicBezTo>
                  <a:cubicBezTo>
                    <a:pt x="2680" y="3368"/>
                    <a:pt x="5311" y="4416"/>
                    <a:pt x="7942" y="5416"/>
                  </a:cubicBezTo>
                  <a:cubicBezTo>
                    <a:pt x="9252" y="5916"/>
                    <a:pt x="10574" y="6393"/>
                    <a:pt x="11895" y="6857"/>
                  </a:cubicBezTo>
                  <a:cubicBezTo>
                    <a:pt x="12550" y="7095"/>
                    <a:pt x="13217" y="7309"/>
                    <a:pt x="13884" y="7536"/>
                  </a:cubicBezTo>
                  <a:cubicBezTo>
                    <a:pt x="14194" y="7639"/>
                    <a:pt x="14484" y="7759"/>
                    <a:pt x="14784" y="7759"/>
                  </a:cubicBezTo>
                  <a:cubicBezTo>
                    <a:pt x="14932" y="7759"/>
                    <a:pt x="15083" y="7729"/>
                    <a:pt x="15241" y="7655"/>
                  </a:cubicBezTo>
                  <a:cubicBezTo>
                    <a:pt x="15836" y="7381"/>
                    <a:pt x="16396" y="6952"/>
                    <a:pt x="16955" y="6619"/>
                  </a:cubicBezTo>
                  <a:cubicBezTo>
                    <a:pt x="17217" y="6452"/>
                    <a:pt x="17491" y="6297"/>
                    <a:pt x="17753" y="6131"/>
                  </a:cubicBezTo>
                  <a:cubicBezTo>
                    <a:pt x="17908" y="6035"/>
                    <a:pt x="18098" y="5940"/>
                    <a:pt x="18170" y="5773"/>
                  </a:cubicBezTo>
                  <a:cubicBezTo>
                    <a:pt x="18348" y="5369"/>
                    <a:pt x="17825" y="5190"/>
                    <a:pt x="17551" y="5071"/>
                  </a:cubicBezTo>
                  <a:cubicBezTo>
                    <a:pt x="16967" y="4821"/>
                    <a:pt x="16360" y="4595"/>
                    <a:pt x="15741" y="4380"/>
                  </a:cubicBezTo>
                  <a:cubicBezTo>
                    <a:pt x="13074" y="3380"/>
                    <a:pt x="10407" y="2404"/>
                    <a:pt x="7704" y="1511"/>
                  </a:cubicBezTo>
                  <a:cubicBezTo>
                    <a:pt x="6180" y="1011"/>
                    <a:pt x="4656" y="547"/>
                    <a:pt x="3108" y="142"/>
                  </a:cubicBezTo>
                  <a:cubicBezTo>
                    <a:pt x="2827" y="71"/>
                    <a:pt x="2572" y="1"/>
                    <a:pt x="23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41"/>
            <p:cNvSpPr/>
            <p:nvPr/>
          </p:nvSpPr>
          <p:spPr>
            <a:xfrm>
              <a:off x="6299200" y="5013888"/>
              <a:ext cx="349475" cy="287850"/>
            </a:xfrm>
            <a:custGeom>
              <a:avLst/>
              <a:gdLst/>
              <a:ahLst/>
              <a:cxnLst/>
              <a:rect l="l" t="t" r="r" b="b"/>
              <a:pathLst>
                <a:path w="13979" h="11514" extrusionOk="0">
                  <a:moveTo>
                    <a:pt x="13881" y="1"/>
                  </a:moveTo>
                  <a:cubicBezTo>
                    <a:pt x="13872" y="1"/>
                    <a:pt x="13864" y="3"/>
                    <a:pt x="13857" y="9"/>
                  </a:cubicBezTo>
                  <a:cubicBezTo>
                    <a:pt x="11488" y="1807"/>
                    <a:pt x="9071" y="3581"/>
                    <a:pt x="6820" y="5498"/>
                  </a:cubicBezTo>
                  <a:cubicBezTo>
                    <a:pt x="4511" y="7450"/>
                    <a:pt x="2248" y="9462"/>
                    <a:pt x="10" y="11486"/>
                  </a:cubicBezTo>
                  <a:cubicBezTo>
                    <a:pt x="0" y="11496"/>
                    <a:pt x="6" y="11513"/>
                    <a:pt x="22" y="11513"/>
                  </a:cubicBezTo>
                  <a:cubicBezTo>
                    <a:pt x="25" y="11513"/>
                    <a:pt x="29" y="11513"/>
                    <a:pt x="34" y="11510"/>
                  </a:cubicBezTo>
                  <a:cubicBezTo>
                    <a:pt x="2320" y="9581"/>
                    <a:pt x="4665" y="7688"/>
                    <a:pt x="6999" y="5819"/>
                  </a:cubicBezTo>
                  <a:cubicBezTo>
                    <a:pt x="9333" y="3950"/>
                    <a:pt x="11583" y="1973"/>
                    <a:pt x="13928" y="104"/>
                  </a:cubicBezTo>
                  <a:cubicBezTo>
                    <a:pt x="13979" y="74"/>
                    <a:pt x="13927" y="1"/>
                    <a:pt x="138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41"/>
            <p:cNvSpPr/>
            <p:nvPr/>
          </p:nvSpPr>
          <p:spPr>
            <a:xfrm>
              <a:off x="6391250" y="5119613"/>
              <a:ext cx="102150" cy="79850"/>
            </a:xfrm>
            <a:custGeom>
              <a:avLst/>
              <a:gdLst/>
              <a:ahLst/>
              <a:cxnLst/>
              <a:rect l="l" t="t" r="r" b="b"/>
              <a:pathLst>
                <a:path w="4086" h="3194" extrusionOk="0">
                  <a:moveTo>
                    <a:pt x="3973" y="0"/>
                  </a:moveTo>
                  <a:cubicBezTo>
                    <a:pt x="3958" y="0"/>
                    <a:pt x="3941" y="6"/>
                    <a:pt x="3924" y="18"/>
                  </a:cubicBezTo>
                  <a:cubicBezTo>
                    <a:pt x="2543" y="959"/>
                    <a:pt x="1269" y="2043"/>
                    <a:pt x="19" y="3150"/>
                  </a:cubicBezTo>
                  <a:cubicBezTo>
                    <a:pt x="1" y="3168"/>
                    <a:pt x="17" y="3193"/>
                    <a:pt x="37" y="3193"/>
                  </a:cubicBezTo>
                  <a:cubicBezTo>
                    <a:pt x="43" y="3193"/>
                    <a:pt x="49" y="3191"/>
                    <a:pt x="55" y="3186"/>
                  </a:cubicBezTo>
                  <a:cubicBezTo>
                    <a:pt x="1317" y="2102"/>
                    <a:pt x="2674" y="1150"/>
                    <a:pt x="4007" y="173"/>
                  </a:cubicBezTo>
                  <a:cubicBezTo>
                    <a:pt x="4086" y="115"/>
                    <a:pt x="4044" y="0"/>
                    <a:pt x="39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41"/>
            <p:cNvSpPr/>
            <p:nvPr/>
          </p:nvSpPr>
          <p:spPr>
            <a:xfrm>
              <a:off x="6199125" y="4761688"/>
              <a:ext cx="293225" cy="150725"/>
            </a:xfrm>
            <a:custGeom>
              <a:avLst/>
              <a:gdLst/>
              <a:ahLst/>
              <a:cxnLst/>
              <a:rect l="l" t="t" r="r" b="b"/>
              <a:pathLst>
                <a:path w="11729" h="6029" extrusionOk="0">
                  <a:moveTo>
                    <a:pt x="1521" y="278"/>
                  </a:moveTo>
                  <a:cubicBezTo>
                    <a:pt x="1634" y="278"/>
                    <a:pt x="1748" y="297"/>
                    <a:pt x="1858" y="334"/>
                  </a:cubicBezTo>
                  <a:cubicBezTo>
                    <a:pt x="2108" y="441"/>
                    <a:pt x="2346" y="560"/>
                    <a:pt x="2596" y="667"/>
                  </a:cubicBezTo>
                  <a:cubicBezTo>
                    <a:pt x="3453" y="1143"/>
                    <a:pt x="4346" y="1572"/>
                    <a:pt x="5251" y="1941"/>
                  </a:cubicBezTo>
                  <a:cubicBezTo>
                    <a:pt x="5258" y="1944"/>
                    <a:pt x="5264" y="1946"/>
                    <a:pt x="5270" y="1946"/>
                  </a:cubicBezTo>
                  <a:cubicBezTo>
                    <a:pt x="5287" y="1946"/>
                    <a:pt x="5302" y="1935"/>
                    <a:pt x="5311" y="1917"/>
                  </a:cubicBezTo>
                  <a:cubicBezTo>
                    <a:pt x="5668" y="2084"/>
                    <a:pt x="6025" y="2251"/>
                    <a:pt x="6382" y="2405"/>
                  </a:cubicBezTo>
                  <a:cubicBezTo>
                    <a:pt x="7263" y="2798"/>
                    <a:pt x="8144" y="3179"/>
                    <a:pt x="9014" y="3548"/>
                  </a:cubicBezTo>
                  <a:lnTo>
                    <a:pt x="10288" y="4108"/>
                  </a:lnTo>
                  <a:lnTo>
                    <a:pt x="10835" y="4346"/>
                  </a:lnTo>
                  <a:cubicBezTo>
                    <a:pt x="10954" y="4394"/>
                    <a:pt x="11073" y="4441"/>
                    <a:pt x="11192" y="4501"/>
                  </a:cubicBezTo>
                  <a:cubicBezTo>
                    <a:pt x="11216" y="4620"/>
                    <a:pt x="11014" y="4751"/>
                    <a:pt x="10942" y="4810"/>
                  </a:cubicBezTo>
                  <a:cubicBezTo>
                    <a:pt x="10633" y="5061"/>
                    <a:pt x="10299" y="5287"/>
                    <a:pt x="9942" y="5465"/>
                  </a:cubicBezTo>
                  <a:cubicBezTo>
                    <a:pt x="9705" y="5596"/>
                    <a:pt x="9501" y="5648"/>
                    <a:pt x="9307" y="5648"/>
                  </a:cubicBezTo>
                  <a:cubicBezTo>
                    <a:pt x="9004" y="5648"/>
                    <a:pt x="8721" y="5522"/>
                    <a:pt x="8359" y="5370"/>
                  </a:cubicBezTo>
                  <a:cubicBezTo>
                    <a:pt x="7549" y="5013"/>
                    <a:pt x="6751" y="4656"/>
                    <a:pt x="5966" y="4275"/>
                  </a:cubicBezTo>
                  <a:cubicBezTo>
                    <a:pt x="4406" y="3525"/>
                    <a:pt x="2906" y="2679"/>
                    <a:pt x="1453" y="1739"/>
                  </a:cubicBezTo>
                  <a:cubicBezTo>
                    <a:pt x="1001" y="1453"/>
                    <a:pt x="286" y="893"/>
                    <a:pt x="1001" y="429"/>
                  </a:cubicBezTo>
                  <a:cubicBezTo>
                    <a:pt x="1162" y="326"/>
                    <a:pt x="1341" y="278"/>
                    <a:pt x="1521" y="278"/>
                  </a:cubicBezTo>
                  <a:close/>
                  <a:moveTo>
                    <a:pt x="1385" y="0"/>
                  </a:moveTo>
                  <a:cubicBezTo>
                    <a:pt x="1003" y="0"/>
                    <a:pt x="639" y="135"/>
                    <a:pt x="429" y="500"/>
                  </a:cubicBezTo>
                  <a:cubicBezTo>
                    <a:pt x="1" y="1251"/>
                    <a:pt x="810" y="1762"/>
                    <a:pt x="1346" y="2108"/>
                  </a:cubicBezTo>
                  <a:cubicBezTo>
                    <a:pt x="2298" y="2739"/>
                    <a:pt x="3299" y="3310"/>
                    <a:pt x="4323" y="3846"/>
                  </a:cubicBezTo>
                  <a:cubicBezTo>
                    <a:pt x="5346" y="4382"/>
                    <a:pt x="6382" y="4882"/>
                    <a:pt x="7430" y="5346"/>
                  </a:cubicBezTo>
                  <a:cubicBezTo>
                    <a:pt x="7998" y="5607"/>
                    <a:pt x="8661" y="6028"/>
                    <a:pt x="9310" y="6028"/>
                  </a:cubicBezTo>
                  <a:cubicBezTo>
                    <a:pt x="9491" y="6028"/>
                    <a:pt x="9671" y="5996"/>
                    <a:pt x="9847" y="5918"/>
                  </a:cubicBezTo>
                  <a:cubicBezTo>
                    <a:pt x="10299" y="5703"/>
                    <a:pt x="10728" y="5442"/>
                    <a:pt x="11121" y="5132"/>
                  </a:cubicBezTo>
                  <a:cubicBezTo>
                    <a:pt x="11323" y="4977"/>
                    <a:pt x="11728" y="4751"/>
                    <a:pt x="11621" y="4429"/>
                  </a:cubicBezTo>
                  <a:cubicBezTo>
                    <a:pt x="11514" y="4108"/>
                    <a:pt x="10919" y="4001"/>
                    <a:pt x="10657" y="3894"/>
                  </a:cubicBezTo>
                  <a:cubicBezTo>
                    <a:pt x="10049" y="3632"/>
                    <a:pt x="9442" y="3370"/>
                    <a:pt x="8823" y="3120"/>
                  </a:cubicBezTo>
                  <a:cubicBezTo>
                    <a:pt x="7228" y="2441"/>
                    <a:pt x="5620" y="1798"/>
                    <a:pt x="4025" y="1155"/>
                  </a:cubicBezTo>
                  <a:cubicBezTo>
                    <a:pt x="3430" y="810"/>
                    <a:pt x="2846" y="465"/>
                    <a:pt x="2227" y="191"/>
                  </a:cubicBezTo>
                  <a:cubicBezTo>
                    <a:pt x="1975" y="78"/>
                    <a:pt x="1675" y="0"/>
                    <a:pt x="13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41"/>
            <p:cNvSpPr/>
            <p:nvPr/>
          </p:nvSpPr>
          <p:spPr>
            <a:xfrm>
              <a:off x="6248800" y="5275263"/>
              <a:ext cx="108800" cy="86500"/>
            </a:xfrm>
            <a:custGeom>
              <a:avLst/>
              <a:gdLst/>
              <a:ahLst/>
              <a:cxnLst/>
              <a:rect l="l" t="t" r="r" b="b"/>
              <a:pathLst>
                <a:path w="4352" h="3460" extrusionOk="0">
                  <a:moveTo>
                    <a:pt x="4257" y="0"/>
                  </a:moveTo>
                  <a:cubicBezTo>
                    <a:pt x="4248" y="0"/>
                    <a:pt x="4239" y="3"/>
                    <a:pt x="4229" y="8"/>
                  </a:cubicBezTo>
                  <a:cubicBezTo>
                    <a:pt x="3550" y="412"/>
                    <a:pt x="2895" y="853"/>
                    <a:pt x="2276" y="1353"/>
                  </a:cubicBezTo>
                  <a:cubicBezTo>
                    <a:pt x="1478" y="1972"/>
                    <a:pt x="740" y="2651"/>
                    <a:pt x="38" y="3377"/>
                  </a:cubicBezTo>
                  <a:cubicBezTo>
                    <a:pt x="0" y="3414"/>
                    <a:pt x="36" y="3459"/>
                    <a:pt x="77" y="3459"/>
                  </a:cubicBezTo>
                  <a:cubicBezTo>
                    <a:pt x="88" y="3459"/>
                    <a:pt x="99" y="3456"/>
                    <a:pt x="109" y="3448"/>
                  </a:cubicBezTo>
                  <a:cubicBezTo>
                    <a:pt x="1395" y="2210"/>
                    <a:pt x="2800" y="1103"/>
                    <a:pt x="4300" y="127"/>
                  </a:cubicBezTo>
                  <a:cubicBezTo>
                    <a:pt x="4351" y="86"/>
                    <a:pt x="4314" y="0"/>
                    <a:pt x="42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41"/>
            <p:cNvSpPr/>
            <p:nvPr/>
          </p:nvSpPr>
          <p:spPr>
            <a:xfrm>
              <a:off x="6207925" y="5200938"/>
              <a:ext cx="90575" cy="66400"/>
            </a:xfrm>
            <a:custGeom>
              <a:avLst/>
              <a:gdLst/>
              <a:ahLst/>
              <a:cxnLst/>
              <a:rect l="l" t="t" r="r" b="b"/>
              <a:pathLst>
                <a:path w="3623" h="2656" extrusionOk="0">
                  <a:moveTo>
                    <a:pt x="3608" y="1"/>
                  </a:moveTo>
                  <a:cubicBezTo>
                    <a:pt x="3606" y="1"/>
                    <a:pt x="3604" y="2"/>
                    <a:pt x="3601" y="4"/>
                  </a:cubicBezTo>
                  <a:cubicBezTo>
                    <a:pt x="2458" y="790"/>
                    <a:pt x="1256" y="1480"/>
                    <a:pt x="149" y="2326"/>
                  </a:cubicBezTo>
                  <a:cubicBezTo>
                    <a:pt x="0" y="2425"/>
                    <a:pt x="90" y="2655"/>
                    <a:pt x="227" y="2655"/>
                  </a:cubicBezTo>
                  <a:cubicBezTo>
                    <a:pt x="255" y="2655"/>
                    <a:pt x="285" y="2645"/>
                    <a:pt x="315" y="2623"/>
                  </a:cubicBezTo>
                  <a:cubicBezTo>
                    <a:pt x="1434" y="1778"/>
                    <a:pt x="2482" y="837"/>
                    <a:pt x="3613" y="28"/>
                  </a:cubicBezTo>
                  <a:cubicBezTo>
                    <a:pt x="3623" y="18"/>
                    <a:pt x="3617" y="1"/>
                    <a:pt x="36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41"/>
            <p:cNvSpPr/>
            <p:nvPr/>
          </p:nvSpPr>
          <p:spPr>
            <a:xfrm>
              <a:off x="5920825" y="4985638"/>
              <a:ext cx="285025" cy="179200"/>
            </a:xfrm>
            <a:custGeom>
              <a:avLst/>
              <a:gdLst/>
              <a:ahLst/>
              <a:cxnLst/>
              <a:rect l="l" t="t" r="r" b="b"/>
              <a:pathLst>
                <a:path w="11401" h="7168" extrusionOk="0">
                  <a:moveTo>
                    <a:pt x="743" y="0"/>
                  </a:moveTo>
                  <a:cubicBezTo>
                    <a:pt x="708" y="0"/>
                    <a:pt x="674" y="17"/>
                    <a:pt x="655" y="55"/>
                  </a:cubicBezTo>
                  <a:cubicBezTo>
                    <a:pt x="453" y="413"/>
                    <a:pt x="0" y="1067"/>
                    <a:pt x="476" y="1413"/>
                  </a:cubicBezTo>
                  <a:cubicBezTo>
                    <a:pt x="578" y="1485"/>
                    <a:pt x="688" y="1514"/>
                    <a:pt x="801" y="1514"/>
                  </a:cubicBezTo>
                  <a:cubicBezTo>
                    <a:pt x="1202" y="1514"/>
                    <a:pt x="1656" y="1158"/>
                    <a:pt x="2032" y="1158"/>
                  </a:cubicBezTo>
                  <a:cubicBezTo>
                    <a:pt x="2194" y="1158"/>
                    <a:pt x="2342" y="1224"/>
                    <a:pt x="2465" y="1413"/>
                  </a:cubicBezTo>
                  <a:cubicBezTo>
                    <a:pt x="2596" y="1603"/>
                    <a:pt x="2489" y="1996"/>
                    <a:pt x="2560" y="2222"/>
                  </a:cubicBezTo>
                  <a:cubicBezTo>
                    <a:pt x="2620" y="2449"/>
                    <a:pt x="2786" y="2627"/>
                    <a:pt x="3001" y="2710"/>
                  </a:cubicBezTo>
                  <a:cubicBezTo>
                    <a:pt x="3073" y="2735"/>
                    <a:pt x="3147" y="2745"/>
                    <a:pt x="3222" y="2745"/>
                  </a:cubicBezTo>
                  <a:cubicBezTo>
                    <a:pt x="3406" y="2745"/>
                    <a:pt x="3593" y="2683"/>
                    <a:pt x="3763" y="2615"/>
                  </a:cubicBezTo>
                  <a:cubicBezTo>
                    <a:pt x="3924" y="2551"/>
                    <a:pt x="4135" y="2408"/>
                    <a:pt x="4306" y="2408"/>
                  </a:cubicBezTo>
                  <a:cubicBezTo>
                    <a:pt x="4323" y="2408"/>
                    <a:pt x="4341" y="2409"/>
                    <a:pt x="4358" y="2413"/>
                  </a:cubicBezTo>
                  <a:cubicBezTo>
                    <a:pt x="4656" y="2472"/>
                    <a:pt x="4572" y="2794"/>
                    <a:pt x="4572" y="3008"/>
                  </a:cubicBezTo>
                  <a:cubicBezTo>
                    <a:pt x="4572" y="3505"/>
                    <a:pt x="4840" y="3905"/>
                    <a:pt x="5364" y="3905"/>
                  </a:cubicBezTo>
                  <a:cubicBezTo>
                    <a:pt x="5393" y="3905"/>
                    <a:pt x="5423" y="3904"/>
                    <a:pt x="5453" y="3901"/>
                  </a:cubicBezTo>
                  <a:cubicBezTo>
                    <a:pt x="5751" y="3865"/>
                    <a:pt x="5953" y="3687"/>
                    <a:pt x="6215" y="3556"/>
                  </a:cubicBezTo>
                  <a:cubicBezTo>
                    <a:pt x="6320" y="3503"/>
                    <a:pt x="6405" y="3476"/>
                    <a:pt x="6472" y="3476"/>
                  </a:cubicBezTo>
                  <a:cubicBezTo>
                    <a:pt x="6604" y="3476"/>
                    <a:pt x="6672" y="3582"/>
                    <a:pt x="6703" y="3818"/>
                  </a:cubicBezTo>
                  <a:cubicBezTo>
                    <a:pt x="6727" y="3984"/>
                    <a:pt x="6692" y="4163"/>
                    <a:pt x="6703" y="4330"/>
                  </a:cubicBezTo>
                  <a:cubicBezTo>
                    <a:pt x="6744" y="4797"/>
                    <a:pt x="7010" y="5161"/>
                    <a:pt x="7458" y="5161"/>
                  </a:cubicBezTo>
                  <a:cubicBezTo>
                    <a:pt x="7534" y="5161"/>
                    <a:pt x="7616" y="5150"/>
                    <a:pt x="7704" y="5127"/>
                  </a:cubicBezTo>
                  <a:cubicBezTo>
                    <a:pt x="7898" y="5079"/>
                    <a:pt x="8256" y="4827"/>
                    <a:pt x="8511" y="4827"/>
                  </a:cubicBezTo>
                  <a:cubicBezTo>
                    <a:pt x="8632" y="4827"/>
                    <a:pt x="8729" y="4884"/>
                    <a:pt x="8775" y="5044"/>
                  </a:cubicBezTo>
                  <a:cubicBezTo>
                    <a:pt x="8858" y="5318"/>
                    <a:pt x="8656" y="5604"/>
                    <a:pt x="8811" y="5889"/>
                  </a:cubicBezTo>
                  <a:cubicBezTo>
                    <a:pt x="8936" y="6125"/>
                    <a:pt x="9114" y="6200"/>
                    <a:pt x="9311" y="6200"/>
                  </a:cubicBezTo>
                  <a:cubicBezTo>
                    <a:pt x="9581" y="6200"/>
                    <a:pt x="9884" y="6059"/>
                    <a:pt x="10132" y="5997"/>
                  </a:cubicBezTo>
                  <a:cubicBezTo>
                    <a:pt x="10173" y="5988"/>
                    <a:pt x="10209" y="5984"/>
                    <a:pt x="10242" y="5984"/>
                  </a:cubicBezTo>
                  <a:cubicBezTo>
                    <a:pt x="10561" y="5984"/>
                    <a:pt x="10508" y="6381"/>
                    <a:pt x="10573" y="6651"/>
                  </a:cubicBezTo>
                  <a:cubicBezTo>
                    <a:pt x="10609" y="6878"/>
                    <a:pt x="10775" y="7068"/>
                    <a:pt x="11002" y="7151"/>
                  </a:cubicBezTo>
                  <a:cubicBezTo>
                    <a:pt x="11031" y="7162"/>
                    <a:pt x="11059" y="7167"/>
                    <a:pt x="11086" y="7167"/>
                  </a:cubicBezTo>
                  <a:cubicBezTo>
                    <a:pt x="11321" y="7167"/>
                    <a:pt x="11400" y="6772"/>
                    <a:pt x="11133" y="6675"/>
                  </a:cubicBezTo>
                  <a:cubicBezTo>
                    <a:pt x="10990" y="6616"/>
                    <a:pt x="11002" y="6128"/>
                    <a:pt x="10954" y="5997"/>
                  </a:cubicBezTo>
                  <a:cubicBezTo>
                    <a:pt x="10918" y="5806"/>
                    <a:pt x="10787" y="5639"/>
                    <a:pt x="10621" y="5532"/>
                  </a:cubicBezTo>
                  <a:cubicBezTo>
                    <a:pt x="10521" y="5486"/>
                    <a:pt x="10417" y="5465"/>
                    <a:pt x="10311" y="5465"/>
                  </a:cubicBezTo>
                  <a:cubicBezTo>
                    <a:pt x="10252" y="5465"/>
                    <a:pt x="10192" y="5472"/>
                    <a:pt x="10132" y="5485"/>
                  </a:cubicBezTo>
                  <a:cubicBezTo>
                    <a:pt x="9956" y="5518"/>
                    <a:pt x="9636" y="5715"/>
                    <a:pt x="9448" y="5715"/>
                  </a:cubicBezTo>
                  <a:cubicBezTo>
                    <a:pt x="9433" y="5715"/>
                    <a:pt x="9419" y="5713"/>
                    <a:pt x="9406" y="5711"/>
                  </a:cubicBezTo>
                  <a:cubicBezTo>
                    <a:pt x="9085" y="5639"/>
                    <a:pt x="9287" y="5127"/>
                    <a:pt x="9251" y="4901"/>
                  </a:cubicBezTo>
                  <a:cubicBezTo>
                    <a:pt x="9228" y="4675"/>
                    <a:pt x="9097" y="4473"/>
                    <a:pt x="8882" y="4377"/>
                  </a:cubicBezTo>
                  <a:cubicBezTo>
                    <a:pt x="8774" y="4337"/>
                    <a:pt x="8658" y="4315"/>
                    <a:pt x="8543" y="4315"/>
                  </a:cubicBezTo>
                  <a:cubicBezTo>
                    <a:pt x="8456" y="4315"/>
                    <a:pt x="8369" y="4328"/>
                    <a:pt x="8287" y="4354"/>
                  </a:cubicBezTo>
                  <a:cubicBezTo>
                    <a:pt x="8057" y="4417"/>
                    <a:pt x="7742" y="4639"/>
                    <a:pt x="7494" y="4639"/>
                  </a:cubicBezTo>
                  <a:cubicBezTo>
                    <a:pt x="7370" y="4639"/>
                    <a:pt x="7263" y="4584"/>
                    <a:pt x="7192" y="4425"/>
                  </a:cubicBezTo>
                  <a:cubicBezTo>
                    <a:pt x="7096" y="4175"/>
                    <a:pt x="7203" y="3842"/>
                    <a:pt x="7144" y="3580"/>
                  </a:cubicBezTo>
                  <a:cubicBezTo>
                    <a:pt x="7096" y="3365"/>
                    <a:pt x="6977" y="3175"/>
                    <a:pt x="6799" y="3044"/>
                  </a:cubicBezTo>
                  <a:cubicBezTo>
                    <a:pt x="6700" y="2980"/>
                    <a:pt x="6589" y="2946"/>
                    <a:pt x="6475" y="2946"/>
                  </a:cubicBezTo>
                  <a:cubicBezTo>
                    <a:pt x="6396" y="2946"/>
                    <a:pt x="6317" y="2962"/>
                    <a:pt x="6239" y="2996"/>
                  </a:cubicBezTo>
                  <a:cubicBezTo>
                    <a:pt x="6120" y="3056"/>
                    <a:pt x="6013" y="3115"/>
                    <a:pt x="5906" y="3187"/>
                  </a:cubicBezTo>
                  <a:cubicBezTo>
                    <a:pt x="5729" y="3294"/>
                    <a:pt x="5573" y="3411"/>
                    <a:pt x="5420" y="3411"/>
                  </a:cubicBezTo>
                  <a:cubicBezTo>
                    <a:pt x="5336" y="3411"/>
                    <a:pt x="5252" y="3375"/>
                    <a:pt x="5168" y="3282"/>
                  </a:cubicBezTo>
                  <a:cubicBezTo>
                    <a:pt x="4834" y="2901"/>
                    <a:pt x="5251" y="2234"/>
                    <a:pt x="4596" y="1996"/>
                  </a:cubicBezTo>
                  <a:cubicBezTo>
                    <a:pt x="4503" y="1973"/>
                    <a:pt x="4408" y="1960"/>
                    <a:pt x="4313" y="1960"/>
                  </a:cubicBezTo>
                  <a:cubicBezTo>
                    <a:pt x="4166" y="1960"/>
                    <a:pt x="4019" y="1990"/>
                    <a:pt x="3882" y="2056"/>
                  </a:cubicBezTo>
                  <a:cubicBezTo>
                    <a:pt x="3751" y="2103"/>
                    <a:pt x="3584" y="2234"/>
                    <a:pt x="3441" y="2246"/>
                  </a:cubicBezTo>
                  <a:cubicBezTo>
                    <a:pt x="3413" y="2249"/>
                    <a:pt x="3387" y="2250"/>
                    <a:pt x="3362" y="2250"/>
                  </a:cubicBezTo>
                  <a:cubicBezTo>
                    <a:pt x="3047" y="2250"/>
                    <a:pt x="2963" y="2045"/>
                    <a:pt x="2941" y="1758"/>
                  </a:cubicBezTo>
                  <a:cubicBezTo>
                    <a:pt x="2893" y="1234"/>
                    <a:pt x="2727" y="758"/>
                    <a:pt x="2108" y="746"/>
                  </a:cubicBezTo>
                  <a:cubicBezTo>
                    <a:pt x="2095" y="745"/>
                    <a:pt x="2083" y="745"/>
                    <a:pt x="2071" y="745"/>
                  </a:cubicBezTo>
                  <a:cubicBezTo>
                    <a:pt x="1776" y="745"/>
                    <a:pt x="1501" y="882"/>
                    <a:pt x="1215" y="996"/>
                  </a:cubicBezTo>
                  <a:cubicBezTo>
                    <a:pt x="1106" y="1043"/>
                    <a:pt x="1044" y="1079"/>
                    <a:pt x="975" y="1079"/>
                  </a:cubicBezTo>
                  <a:cubicBezTo>
                    <a:pt x="923" y="1079"/>
                    <a:pt x="868" y="1059"/>
                    <a:pt x="786" y="1008"/>
                  </a:cubicBezTo>
                  <a:cubicBezTo>
                    <a:pt x="548" y="865"/>
                    <a:pt x="643" y="805"/>
                    <a:pt x="738" y="567"/>
                  </a:cubicBezTo>
                  <a:cubicBezTo>
                    <a:pt x="810" y="424"/>
                    <a:pt x="846" y="270"/>
                    <a:pt x="846" y="103"/>
                  </a:cubicBezTo>
                  <a:cubicBezTo>
                    <a:pt x="846" y="39"/>
                    <a:pt x="794" y="0"/>
                    <a:pt x="7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41"/>
            <p:cNvSpPr/>
            <p:nvPr/>
          </p:nvSpPr>
          <p:spPr>
            <a:xfrm>
              <a:off x="6060725" y="5201613"/>
              <a:ext cx="106900" cy="47850"/>
            </a:xfrm>
            <a:custGeom>
              <a:avLst/>
              <a:gdLst/>
              <a:ahLst/>
              <a:cxnLst/>
              <a:rect l="l" t="t" r="r" b="b"/>
              <a:pathLst>
                <a:path w="4276" h="1914" extrusionOk="0">
                  <a:moveTo>
                    <a:pt x="36" y="1"/>
                  </a:moveTo>
                  <a:cubicBezTo>
                    <a:pt x="24" y="1"/>
                    <a:pt x="0" y="25"/>
                    <a:pt x="24" y="36"/>
                  </a:cubicBezTo>
                  <a:cubicBezTo>
                    <a:pt x="1310" y="727"/>
                    <a:pt x="2655" y="1299"/>
                    <a:pt x="3989" y="1894"/>
                  </a:cubicBezTo>
                  <a:cubicBezTo>
                    <a:pt x="4010" y="1908"/>
                    <a:pt x="4031" y="1914"/>
                    <a:pt x="4052" y="1914"/>
                  </a:cubicBezTo>
                  <a:cubicBezTo>
                    <a:pt x="4187" y="1914"/>
                    <a:pt x="4275" y="1638"/>
                    <a:pt x="4120" y="1596"/>
                  </a:cubicBezTo>
                  <a:cubicBezTo>
                    <a:pt x="2762" y="1049"/>
                    <a:pt x="1429" y="465"/>
                    <a:pt x="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41"/>
            <p:cNvSpPr/>
            <p:nvPr/>
          </p:nvSpPr>
          <p:spPr>
            <a:xfrm>
              <a:off x="6102975" y="5353713"/>
              <a:ext cx="60275" cy="24800"/>
            </a:xfrm>
            <a:custGeom>
              <a:avLst/>
              <a:gdLst/>
              <a:ahLst/>
              <a:cxnLst/>
              <a:rect l="l" t="t" r="r" b="b"/>
              <a:pathLst>
                <a:path w="2411" h="992" extrusionOk="0">
                  <a:moveTo>
                    <a:pt x="25" y="1"/>
                  </a:moveTo>
                  <a:cubicBezTo>
                    <a:pt x="13" y="1"/>
                    <a:pt x="1" y="25"/>
                    <a:pt x="13" y="25"/>
                  </a:cubicBezTo>
                  <a:cubicBezTo>
                    <a:pt x="727" y="429"/>
                    <a:pt x="1477" y="763"/>
                    <a:pt x="2275" y="989"/>
                  </a:cubicBezTo>
                  <a:cubicBezTo>
                    <a:pt x="2282" y="991"/>
                    <a:pt x="2289" y="991"/>
                    <a:pt x="2295" y="991"/>
                  </a:cubicBezTo>
                  <a:cubicBezTo>
                    <a:pt x="2386" y="991"/>
                    <a:pt x="2411" y="845"/>
                    <a:pt x="2311" y="822"/>
                  </a:cubicBezTo>
                  <a:cubicBezTo>
                    <a:pt x="1537" y="596"/>
                    <a:pt x="763" y="322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41"/>
            <p:cNvSpPr/>
            <p:nvPr/>
          </p:nvSpPr>
          <p:spPr>
            <a:xfrm>
              <a:off x="5891200" y="5224988"/>
              <a:ext cx="236350" cy="113350"/>
            </a:xfrm>
            <a:custGeom>
              <a:avLst/>
              <a:gdLst/>
              <a:ahLst/>
              <a:cxnLst/>
              <a:rect l="l" t="t" r="r" b="b"/>
              <a:pathLst>
                <a:path w="9454" h="4534" extrusionOk="0">
                  <a:moveTo>
                    <a:pt x="49" y="1"/>
                  </a:moveTo>
                  <a:cubicBezTo>
                    <a:pt x="21" y="1"/>
                    <a:pt x="0" y="46"/>
                    <a:pt x="30" y="66"/>
                  </a:cubicBezTo>
                  <a:cubicBezTo>
                    <a:pt x="1566" y="911"/>
                    <a:pt x="3078" y="1780"/>
                    <a:pt x="4650" y="2554"/>
                  </a:cubicBezTo>
                  <a:cubicBezTo>
                    <a:pt x="6174" y="3292"/>
                    <a:pt x="7746" y="3935"/>
                    <a:pt x="9329" y="4531"/>
                  </a:cubicBezTo>
                  <a:cubicBezTo>
                    <a:pt x="9335" y="4533"/>
                    <a:pt x="9342" y="4534"/>
                    <a:pt x="9348" y="4534"/>
                  </a:cubicBezTo>
                  <a:cubicBezTo>
                    <a:pt x="9410" y="4534"/>
                    <a:pt x="9454" y="4432"/>
                    <a:pt x="9389" y="4400"/>
                  </a:cubicBezTo>
                  <a:cubicBezTo>
                    <a:pt x="8198" y="3888"/>
                    <a:pt x="7019" y="3340"/>
                    <a:pt x="5841" y="2792"/>
                  </a:cubicBezTo>
                  <a:lnTo>
                    <a:pt x="4698" y="2269"/>
                  </a:lnTo>
                  <a:cubicBezTo>
                    <a:pt x="3150" y="1554"/>
                    <a:pt x="1566" y="840"/>
                    <a:pt x="66" y="6"/>
                  </a:cubicBezTo>
                  <a:cubicBezTo>
                    <a:pt x="60" y="3"/>
                    <a:pt x="54" y="1"/>
                    <a:pt x="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41"/>
            <p:cNvSpPr/>
            <p:nvPr/>
          </p:nvSpPr>
          <p:spPr>
            <a:xfrm>
              <a:off x="5861450" y="5161613"/>
              <a:ext cx="239925" cy="127675"/>
            </a:xfrm>
            <a:custGeom>
              <a:avLst/>
              <a:gdLst/>
              <a:ahLst/>
              <a:cxnLst/>
              <a:rect l="l" t="t" r="r" b="b"/>
              <a:pathLst>
                <a:path w="9597" h="5107" extrusionOk="0">
                  <a:moveTo>
                    <a:pt x="62" y="1"/>
                  </a:moveTo>
                  <a:cubicBezTo>
                    <a:pt x="30" y="1"/>
                    <a:pt x="1" y="55"/>
                    <a:pt x="42" y="65"/>
                  </a:cubicBezTo>
                  <a:cubicBezTo>
                    <a:pt x="1601" y="922"/>
                    <a:pt x="3149" y="1815"/>
                    <a:pt x="4733" y="2672"/>
                  </a:cubicBezTo>
                  <a:cubicBezTo>
                    <a:pt x="6304" y="3530"/>
                    <a:pt x="7912" y="4315"/>
                    <a:pt x="9519" y="5101"/>
                  </a:cubicBezTo>
                  <a:cubicBezTo>
                    <a:pt x="9527" y="5105"/>
                    <a:pt x="9534" y="5107"/>
                    <a:pt x="9541" y="5107"/>
                  </a:cubicBezTo>
                  <a:cubicBezTo>
                    <a:pt x="9576" y="5107"/>
                    <a:pt x="9597" y="5062"/>
                    <a:pt x="9567" y="5042"/>
                  </a:cubicBezTo>
                  <a:cubicBezTo>
                    <a:pt x="8007" y="4149"/>
                    <a:pt x="6459" y="3256"/>
                    <a:pt x="4876" y="2434"/>
                  </a:cubicBezTo>
                  <a:cubicBezTo>
                    <a:pt x="3280" y="1601"/>
                    <a:pt x="1673" y="827"/>
                    <a:pt x="77" y="5"/>
                  </a:cubicBezTo>
                  <a:cubicBezTo>
                    <a:pt x="72" y="2"/>
                    <a:pt x="67" y="1"/>
                    <a:pt x="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41"/>
            <p:cNvSpPr/>
            <p:nvPr/>
          </p:nvSpPr>
          <p:spPr>
            <a:xfrm>
              <a:off x="5766500" y="5049088"/>
              <a:ext cx="263125" cy="136025"/>
            </a:xfrm>
            <a:custGeom>
              <a:avLst/>
              <a:gdLst/>
              <a:ahLst/>
              <a:cxnLst/>
              <a:rect l="l" t="t" r="r" b="b"/>
              <a:pathLst>
                <a:path w="10525" h="5441" extrusionOk="0">
                  <a:moveTo>
                    <a:pt x="51" y="1"/>
                  </a:moveTo>
                  <a:cubicBezTo>
                    <a:pt x="21" y="1"/>
                    <a:pt x="1" y="57"/>
                    <a:pt x="41" y="77"/>
                  </a:cubicBezTo>
                  <a:cubicBezTo>
                    <a:pt x="3578" y="1649"/>
                    <a:pt x="7019" y="3435"/>
                    <a:pt x="10328" y="5423"/>
                  </a:cubicBezTo>
                  <a:cubicBezTo>
                    <a:pt x="10347" y="5435"/>
                    <a:pt x="10365" y="5441"/>
                    <a:pt x="10382" y="5441"/>
                  </a:cubicBezTo>
                  <a:cubicBezTo>
                    <a:pt x="10466" y="5441"/>
                    <a:pt x="10525" y="5316"/>
                    <a:pt x="10436" y="5256"/>
                  </a:cubicBezTo>
                  <a:cubicBezTo>
                    <a:pt x="8781" y="4185"/>
                    <a:pt x="7078" y="3197"/>
                    <a:pt x="5316" y="2304"/>
                  </a:cubicBezTo>
                  <a:cubicBezTo>
                    <a:pt x="3601" y="1470"/>
                    <a:pt x="1851" y="696"/>
                    <a:pt x="65" y="6"/>
                  </a:cubicBezTo>
                  <a:cubicBezTo>
                    <a:pt x="60" y="2"/>
                    <a:pt x="55" y="1"/>
                    <a:pt x="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36" name="Google Shape;1836;p41"/>
          <p:cNvGrpSpPr/>
          <p:nvPr/>
        </p:nvGrpSpPr>
        <p:grpSpPr>
          <a:xfrm rot="-1341119">
            <a:off x="2676846" y="693069"/>
            <a:ext cx="887484" cy="1369248"/>
            <a:chOff x="2636350" y="1228875"/>
            <a:chExt cx="809950" cy="1249625"/>
          </a:xfrm>
        </p:grpSpPr>
        <p:sp>
          <p:nvSpPr>
            <p:cNvPr id="1837" name="Google Shape;1837;p41"/>
            <p:cNvSpPr/>
            <p:nvPr/>
          </p:nvSpPr>
          <p:spPr>
            <a:xfrm>
              <a:off x="2651225" y="1993375"/>
              <a:ext cx="783750" cy="468775"/>
            </a:xfrm>
            <a:custGeom>
              <a:avLst/>
              <a:gdLst/>
              <a:ahLst/>
              <a:cxnLst/>
              <a:rect l="l" t="t" r="r" b="b"/>
              <a:pathLst>
                <a:path w="31350" h="18751" extrusionOk="0">
                  <a:moveTo>
                    <a:pt x="22742" y="1"/>
                  </a:moveTo>
                  <a:lnTo>
                    <a:pt x="22372" y="358"/>
                  </a:lnTo>
                  <a:cubicBezTo>
                    <a:pt x="23206" y="1251"/>
                    <a:pt x="23968" y="2204"/>
                    <a:pt x="24718" y="3120"/>
                  </a:cubicBezTo>
                  <a:cubicBezTo>
                    <a:pt x="25623" y="4263"/>
                    <a:pt x="26480" y="5442"/>
                    <a:pt x="27314" y="6645"/>
                  </a:cubicBezTo>
                  <a:cubicBezTo>
                    <a:pt x="27980" y="7609"/>
                    <a:pt x="29088" y="8871"/>
                    <a:pt x="28909" y="10145"/>
                  </a:cubicBezTo>
                  <a:cubicBezTo>
                    <a:pt x="28766" y="11276"/>
                    <a:pt x="27635" y="12264"/>
                    <a:pt x="26825" y="12991"/>
                  </a:cubicBezTo>
                  <a:cubicBezTo>
                    <a:pt x="25885" y="13824"/>
                    <a:pt x="24849" y="14527"/>
                    <a:pt x="23718" y="15098"/>
                  </a:cubicBezTo>
                  <a:cubicBezTo>
                    <a:pt x="21349" y="16324"/>
                    <a:pt x="18729" y="17003"/>
                    <a:pt x="16098" y="17360"/>
                  </a:cubicBezTo>
                  <a:cubicBezTo>
                    <a:pt x="14595" y="17567"/>
                    <a:pt x="13082" y="17671"/>
                    <a:pt x="11569" y="17671"/>
                  </a:cubicBezTo>
                  <a:cubicBezTo>
                    <a:pt x="10123" y="17671"/>
                    <a:pt x="8677" y="17576"/>
                    <a:pt x="7240" y="17384"/>
                  </a:cubicBezTo>
                  <a:cubicBezTo>
                    <a:pt x="5239" y="17122"/>
                    <a:pt x="2370" y="16729"/>
                    <a:pt x="1632" y="14491"/>
                  </a:cubicBezTo>
                  <a:cubicBezTo>
                    <a:pt x="1215" y="13217"/>
                    <a:pt x="1715" y="11848"/>
                    <a:pt x="2168" y="10645"/>
                  </a:cubicBezTo>
                  <a:cubicBezTo>
                    <a:pt x="2560" y="9597"/>
                    <a:pt x="2989" y="8561"/>
                    <a:pt x="3453" y="7538"/>
                  </a:cubicBezTo>
                  <a:lnTo>
                    <a:pt x="2727" y="7204"/>
                  </a:lnTo>
                  <a:cubicBezTo>
                    <a:pt x="2560" y="7573"/>
                    <a:pt x="2394" y="7942"/>
                    <a:pt x="2239" y="8300"/>
                  </a:cubicBezTo>
                  <a:cubicBezTo>
                    <a:pt x="1834" y="9216"/>
                    <a:pt x="1429" y="10145"/>
                    <a:pt x="1048" y="11062"/>
                  </a:cubicBezTo>
                  <a:cubicBezTo>
                    <a:pt x="667" y="11967"/>
                    <a:pt x="132" y="12955"/>
                    <a:pt x="84" y="13955"/>
                  </a:cubicBezTo>
                  <a:cubicBezTo>
                    <a:pt x="1" y="15943"/>
                    <a:pt x="2203" y="17110"/>
                    <a:pt x="3799" y="17694"/>
                  </a:cubicBezTo>
                  <a:cubicBezTo>
                    <a:pt x="5561" y="18337"/>
                    <a:pt x="7430" y="18551"/>
                    <a:pt x="9288" y="18658"/>
                  </a:cubicBezTo>
                  <a:cubicBezTo>
                    <a:pt x="10322" y="18720"/>
                    <a:pt x="11359" y="18750"/>
                    <a:pt x="12395" y="18750"/>
                  </a:cubicBezTo>
                  <a:cubicBezTo>
                    <a:pt x="13529" y="18750"/>
                    <a:pt x="14662" y="18715"/>
                    <a:pt x="15788" y="18646"/>
                  </a:cubicBezTo>
                  <a:cubicBezTo>
                    <a:pt x="15848" y="18646"/>
                    <a:pt x="15919" y="18658"/>
                    <a:pt x="15967" y="18682"/>
                  </a:cubicBezTo>
                  <a:cubicBezTo>
                    <a:pt x="16360" y="18634"/>
                    <a:pt x="16765" y="18563"/>
                    <a:pt x="17158" y="18491"/>
                  </a:cubicBezTo>
                  <a:cubicBezTo>
                    <a:pt x="17205" y="18444"/>
                    <a:pt x="17265" y="18408"/>
                    <a:pt x="17324" y="18384"/>
                  </a:cubicBezTo>
                  <a:cubicBezTo>
                    <a:pt x="19420" y="17801"/>
                    <a:pt x="21468" y="17086"/>
                    <a:pt x="23468" y="16265"/>
                  </a:cubicBezTo>
                  <a:cubicBezTo>
                    <a:pt x="25194" y="15550"/>
                    <a:pt x="26885" y="14717"/>
                    <a:pt x="28338" y="13538"/>
                  </a:cubicBezTo>
                  <a:cubicBezTo>
                    <a:pt x="29647" y="12467"/>
                    <a:pt x="31350" y="10621"/>
                    <a:pt x="30612" y="8776"/>
                  </a:cubicBezTo>
                  <a:cubicBezTo>
                    <a:pt x="30243" y="7847"/>
                    <a:pt x="29421" y="7109"/>
                    <a:pt x="28754" y="6359"/>
                  </a:cubicBezTo>
                  <a:cubicBezTo>
                    <a:pt x="28087" y="5621"/>
                    <a:pt x="27409" y="4882"/>
                    <a:pt x="26718" y="4156"/>
                  </a:cubicBezTo>
                  <a:cubicBezTo>
                    <a:pt x="25409" y="2763"/>
                    <a:pt x="24075" y="1382"/>
                    <a:pt x="22742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41"/>
            <p:cNvSpPr/>
            <p:nvPr/>
          </p:nvSpPr>
          <p:spPr>
            <a:xfrm>
              <a:off x="2690225" y="1946050"/>
              <a:ext cx="674500" cy="477650"/>
            </a:xfrm>
            <a:custGeom>
              <a:avLst/>
              <a:gdLst/>
              <a:ahLst/>
              <a:cxnLst/>
              <a:rect l="l" t="t" r="r" b="b"/>
              <a:pathLst>
                <a:path w="26980" h="19106" extrusionOk="0">
                  <a:moveTo>
                    <a:pt x="17169" y="1"/>
                  </a:moveTo>
                  <a:cubicBezTo>
                    <a:pt x="17145" y="25"/>
                    <a:pt x="17133" y="48"/>
                    <a:pt x="17110" y="60"/>
                  </a:cubicBezTo>
                  <a:cubicBezTo>
                    <a:pt x="15490" y="1441"/>
                    <a:pt x="13312" y="2001"/>
                    <a:pt x="11252" y="2287"/>
                  </a:cubicBezTo>
                  <a:cubicBezTo>
                    <a:pt x="10703" y="2375"/>
                    <a:pt x="10147" y="2417"/>
                    <a:pt x="9592" y="2417"/>
                  </a:cubicBezTo>
                  <a:cubicBezTo>
                    <a:pt x="9171" y="2417"/>
                    <a:pt x="8751" y="2393"/>
                    <a:pt x="8335" y="2346"/>
                  </a:cubicBezTo>
                  <a:cubicBezTo>
                    <a:pt x="7608" y="2239"/>
                    <a:pt x="6692" y="2037"/>
                    <a:pt x="6096" y="1561"/>
                  </a:cubicBezTo>
                  <a:cubicBezTo>
                    <a:pt x="4906" y="3989"/>
                    <a:pt x="3679" y="6406"/>
                    <a:pt x="2584" y="8883"/>
                  </a:cubicBezTo>
                  <a:cubicBezTo>
                    <a:pt x="1989" y="10264"/>
                    <a:pt x="1417" y="11645"/>
                    <a:pt x="905" y="13050"/>
                  </a:cubicBezTo>
                  <a:cubicBezTo>
                    <a:pt x="429" y="14384"/>
                    <a:pt x="0" y="15979"/>
                    <a:pt x="1048" y="17158"/>
                  </a:cubicBezTo>
                  <a:cubicBezTo>
                    <a:pt x="1774" y="18003"/>
                    <a:pt x="2953" y="18348"/>
                    <a:pt x="4013" y="18563"/>
                  </a:cubicBezTo>
                  <a:cubicBezTo>
                    <a:pt x="5251" y="18801"/>
                    <a:pt x="6513" y="18956"/>
                    <a:pt x="7775" y="19039"/>
                  </a:cubicBezTo>
                  <a:cubicBezTo>
                    <a:pt x="8469" y="19083"/>
                    <a:pt x="9163" y="19105"/>
                    <a:pt x="9856" y="19105"/>
                  </a:cubicBezTo>
                  <a:cubicBezTo>
                    <a:pt x="11957" y="19105"/>
                    <a:pt x="14050" y="18900"/>
                    <a:pt x="16110" y="18479"/>
                  </a:cubicBezTo>
                  <a:cubicBezTo>
                    <a:pt x="18431" y="18015"/>
                    <a:pt x="20741" y="17253"/>
                    <a:pt x="22777" y="16027"/>
                  </a:cubicBezTo>
                  <a:cubicBezTo>
                    <a:pt x="23765" y="15443"/>
                    <a:pt x="24682" y="14729"/>
                    <a:pt x="25492" y="13895"/>
                  </a:cubicBezTo>
                  <a:cubicBezTo>
                    <a:pt x="25932" y="13443"/>
                    <a:pt x="26480" y="12895"/>
                    <a:pt x="26706" y="12288"/>
                  </a:cubicBezTo>
                  <a:cubicBezTo>
                    <a:pt x="26980" y="11550"/>
                    <a:pt x="26551" y="10847"/>
                    <a:pt x="26158" y="10240"/>
                  </a:cubicBezTo>
                  <a:cubicBezTo>
                    <a:pt x="24718" y="7990"/>
                    <a:pt x="23134" y="5847"/>
                    <a:pt x="21396" y="3811"/>
                  </a:cubicBezTo>
                  <a:cubicBezTo>
                    <a:pt x="20158" y="2382"/>
                    <a:pt x="18812" y="941"/>
                    <a:pt x="17169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41"/>
            <p:cNvSpPr/>
            <p:nvPr/>
          </p:nvSpPr>
          <p:spPr>
            <a:xfrm>
              <a:off x="2719400" y="1239625"/>
              <a:ext cx="500375" cy="942200"/>
            </a:xfrm>
            <a:custGeom>
              <a:avLst/>
              <a:gdLst/>
              <a:ahLst/>
              <a:cxnLst/>
              <a:rect l="l" t="t" r="r" b="b"/>
              <a:pathLst>
                <a:path w="20015" h="37688" extrusionOk="0">
                  <a:moveTo>
                    <a:pt x="6688" y="1"/>
                  </a:moveTo>
                  <a:cubicBezTo>
                    <a:pt x="6399" y="1"/>
                    <a:pt x="6005" y="128"/>
                    <a:pt x="5787" y="195"/>
                  </a:cubicBezTo>
                  <a:cubicBezTo>
                    <a:pt x="5453" y="290"/>
                    <a:pt x="5144" y="421"/>
                    <a:pt x="4846" y="576"/>
                  </a:cubicBezTo>
                  <a:cubicBezTo>
                    <a:pt x="4620" y="707"/>
                    <a:pt x="4453" y="731"/>
                    <a:pt x="4596" y="1004"/>
                  </a:cubicBezTo>
                  <a:cubicBezTo>
                    <a:pt x="4656" y="1112"/>
                    <a:pt x="4715" y="1219"/>
                    <a:pt x="4775" y="1338"/>
                  </a:cubicBezTo>
                  <a:cubicBezTo>
                    <a:pt x="4979" y="1253"/>
                    <a:pt x="5201" y="1210"/>
                    <a:pt x="5424" y="1210"/>
                  </a:cubicBezTo>
                  <a:cubicBezTo>
                    <a:pt x="5513" y="1210"/>
                    <a:pt x="5603" y="1217"/>
                    <a:pt x="5691" y="1231"/>
                  </a:cubicBezTo>
                  <a:cubicBezTo>
                    <a:pt x="5787" y="1243"/>
                    <a:pt x="5810" y="1362"/>
                    <a:pt x="5727" y="1409"/>
                  </a:cubicBezTo>
                  <a:cubicBezTo>
                    <a:pt x="5473" y="1542"/>
                    <a:pt x="5188" y="1613"/>
                    <a:pt x="4901" y="1613"/>
                  </a:cubicBezTo>
                  <a:cubicBezTo>
                    <a:pt x="4879" y="1613"/>
                    <a:pt x="4856" y="1613"/>
                    <a:pt x="4834" y="1612"/>
                  </a:cubicBezTo>
                  <a:lnTo>
                    <a:pt x="4834" y="1612"/>
                  </a:lnTo>
                  <a:cubicBezTo>
                    <a:pt x="4858" y="1778"/>
                    <a:pt x="4870" y="1945"/>
                    <a:pt x="4882" y="2112"/>
                  </a:cubicBezTo>
                  <a:cubicBezTo>
                    <a:pt x="4906" y="2386"/>
                    <a:pt x="4953" y="2659"/>
                    <a:pt x="4977" y="2933"/>
                  </a:cubicBezTo>
                  <a:cubicBezTo>
                    <a:pt x="5346" y="4850"/>
                    <a:pt x="5572" y="6803"/>
                    <a:pt x="5870" y="8720"/>
                  </a:cubicBezTo>
                  <a:cubicBezTo>
                    <a:pt x="6251" y="11137"/>
                    <a:pt x="6620" y="13554"/>
                    <a:pt x="6989" y="15983"/>
                  </a:cubicBezTo>
                  <a:cubicBezTo>
                    <a:pt x="7132" y="16971"/>
                    <a:pt x="7334" y="17971"/>
                    <a:pt x="7370" y="18983"/>
                  </a:cubicBezTo>
                  <a:cubicBezTo>
                    <a:pt x="7394" y="19876"/>
                    <a:pt x="7239" y="20769"/>
                    <a:pt x="6930" y="21602"/>
                  </a:cubicBezTo>
                  <a:cubicBezTo>
                    <a:pt x="6239" y="23519"/>
                    <a:pt x="5418" y="25400"/>
                    <a:pt x="4596" y="27270"/>
                  </a:cubicBezTo>
                  <a:cubicBezTo>
                    <a:pt x="3120" y="30663"/>
                    <a:pt x="1524" y="33985"/>
                    <a:pt x="0" y="37354"/>
                  </a:cubicBezTo>
                  <a:lnTo>
                    <a:pt x="726" y="37688"/>
                  </a:lnTo>
                  <a:cubicBezTo>
                    <a:pt x="881" y="37342"/>
                    <a:pt x="1036" y="36997"/>
                    <a:pt x="1191" y="36664"/>
                  </a:cubicBezTo>
                  <a:cubicBezTo>
                    <a:pt x="1893" y="35187"/>
                    <a:pt x="2631" y="33735"/>
                    <a:pt x="3417" y="32294"/>
                  </a:cubicBezTo>
                  <a:cubicBezTo>
                    <a:pt x="3774" y="31449"/>
                    <a:pt x="4108" y="30591"/>
                    <a:pt x="4560" y="29794"/>
                  </a:cubicBezTo>
                  <a:cubicBezTo>
                    <a:pt x="5227" y="28591"/>
                    <a:pt x="6322" y="27674"/>
                    <a:pt x="7632" y="27234"/>
                  </a:cubicBezTo>
                  <a:cubicBezTo>
                    <a:pt x="8856" y="26799"/>
                    <a:pt x="10177" y="26562"/>
                    <a:pt x="11495" y="26562"/>
                  </a:cubicBezTo>
                  <a:cubicBezTo>
                    <a:pt x="13062" y="26562"/>
                    <a:pt x="14624" y="26896"/>
                    <a:pt x="16014" y="27627"/>
                  </a:cubicBezTo>
                  <a:cubicBezTo>
                    <a:pt x="17383" y="28341"/>
                    <a:pt x="18562" y="29365"/>
                    <a:pt x="19645" y="30508"/>
                  </a:cubicBezTo>
                  <a:lnTo>
                    <a:pt x="20015" y="30151"/>
                  </a:lnTo>
                  <a:cubicBezTo>
                    <a:pt x="18502" y="28591"/>
                    <a:pt x="16978" y="27020"/>
                    <a:pt x="15490" y="25424"/>
                  </a:cubicBezTo>
                  <a:cubicBezTo>
                    <a:pt x="14109" y="23936"/>
                    <a:pt x="12716" y="22424"/>
                    <a:pt x="11430" y="20840"/>
                  </a:cubicBezTo>
                  <a:cubicBezTo>
                    <a:pt x="10847" y="20162"/>
                    <a:pt x="10418" y="19364"/>
                    <a:pt x="10132" y="18519"/>
                  </a:cubicBezTo>
                  <a:cubicBezTo>
                    <a:pt x="9835" y="17554"/>
                    <a:pt x="9704" y="16542"/>
                    <a:pt x="9513" y="15554"/>
                  </a:cubicBezTo>
                  <a:cubicBezTo>
                    <a:pt x="9061" y="13149"/>
                    <a:pt x="8620" y="10744"/>
                    <a:pt x="8180" y="8339"/>
                  </a:cubicBezTo>
                  <a:cubicBezTo>
                    <a:pt x="7763" y="6053"/>
                    <a:pt x="7227" y="3755"/>
                    <a:pt x="6953" y="1433"/>
                  </a:cubicBezTo>
                  <a:cubicBezTo>
                    <a:pt x="6870" y="1243"/>
                    <a:pt x="6846" y="1028"/>
                    <a:pt x="6894" y="826"/>
                  </a:cubicBezTo>
                  <a:cubicBezTo>
                    <a:pt x="6953" y="552"/>
                    <a:pt x="7346" y="195"/>
                    <a:pt x="6882" y="28"/>
                  </a:cubicBezTo>
                  <a:cubicBezTo>
                    <a:pt x="6827" y="9"/>
                    <a:pt x="6761" y="1"/>
                    <a:pt x="6688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41"/>
            <p:cNvSpPr/>
            <p:nvPr/>
          </p:nvSpPr>
          <p:spPr>
            <a:xfrm>
              <a:off x="2846500" y="1916700"/>
              <a:ext cx="261950" cy="81100"/>
            </a:xfrm>
            <a:custGeom>
              <a:avLst/>
              <a:gdLst/>
              <a:ahLst/>
              <a:cxnLst/>
              <a:rect l="l" t="t" r="r" b="b"/>
              <a:pathLst>
                <a:path w="10478" h="3244" extrusionOk="0">
                  <a:moveTo>
                    <a:pt x="6238" y="1"/>
                  </a:moveTo>
                  <a:cubicBezTo>
                    <a:pt x="4715" y="1"/>
                    <a:pt x="3174" y="318"/>
                    <a:pt x="1858" y="937"/>
                  </a:cubicBezTo>
                  <a:cubicBezTo>
                    <a:pt x="1119" y="1294"/>
                    <a:pt x="476" y="1830"/>
                    <a:pt x="0" y="2496"/>
                  </a:cubicBezTo>
                  <a:cubicBezTo>
                    <a:pt x="334" y="2615"/>
                    <a:pt x="655" y="2782"/>
                    <a:pt x="1000" y="2889"/>
                  </a:cubicBezTo>
                  <a:cubicBezTo>
                    <a:pt x="1465" y="3020"/>
                    <a:pt x="1941" y="3116"/>
                    <a:pt x="2429" y="3175"/>
                  </a:cubicBezTo>
                  <a:cubicBezTo>
                    <a:pt x="2845" y="3220"/>
                    <a:pt x="3266" y="3244"/>
                    <a:pt x="3688" y="3244"/>
                  </a:cubicBezTo>
                  <a:cubicBezTo>
                    <a:pt x="4159" y="3244"/>
                    <a:pt x="4631" y="3214"/>
                    <a:pt x="5096" y="3151"/>
                  </a:cubicBezTo>
                  <a:cubicBezTo>
                    <a:pt x="7049" y="2901"/>
                    <a:pt x="8906" y="2139"/>
                    <a:pt x="10478" y="937"/>
                  </a:cubicBezTo>
                  <a:cubicBezTo>
                    <a:pt x="10073" y="734"/>
                    <a:pt x="9644" y="568"/>
                    <a:pt x="9216" y="437"/>
                  </a:cubicBezTo>
                  <a:cubicBezTo>
                    <a:pt x="8281" y="144"/>
                    <a:pt x="7264" y="1"/>
                    <a:pt x="6238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41"/>
            <p:cNvSpPr/>
            <p:nvPr/>
          </p:nvSpPr>
          <p:spPr>
            <a:xfrm>
              <a:off x="2636350" y="1228875"/>
              <a:ext cx="809950" cy="1249625"/>
            </a:xfrm>
            <a:custGeom>
              <a:avLst/>
              <a:gdLst/>
              <a:ahLst/>
              <a:cxnLst/>
              <a:rect l="l" t="t" r="r" b="b"/>
              <a:pathLst>
                <a:path w="32398" h="49985" extrusionOk="0">
                  <a:moveTo>
                    <a:pt x="10012" y="426"/>
                  </a:moveTo>
                  <a:cubicBezTo>
                    <a:pt x="10089" y="426"/>
                    <a:pt x="10158" y="436"/>
                    <a:pt x="10216" y="458"/>
                  </a:cubicBezTo>
                  <a:cubicBezTo>
                    <a:pt x="10668" y="625"/>
                    <a:pt x="10287" y="982"/>
                    <a:pt x="10228" y="1244"/>
                  </a:cubicBezTo>
                  <a:cubicBezTo>
                    <a:pt x="10180" y="1458"/>
                    <a:pt x="10204" y="1673"/>
                    <a:pt x="10287" y="1863"/>
                  </a:cubicBezTo>
                  <a:cubicBezTo>
                    <a:pt x="10549" y="4173"/>
                    <a:pt x="11085" y="6483"/>
                    <a:pt x="11502" y="8757"/>
                  </a:cubicBezTo>
                  <a:cubicBezTo>
                    <a:pt x="11954" y="11174"/>
                    <a:pt x="12395" y="13579"/>
                    <a:pt x="12847" y="15984"/>
                  </a:cubicBezTo>
                  <a:cubicBezTo>
                    <a:pt x="13026" y="16972"/>
                    <a:pt x="13169" y="17984"/>
                    <a:pt x="13466" y="18937"/>
                  </a:cubicBezTo>
                  <a:cubicBezTo>
                    <a:pt x="13740" y="19794"/>
                    <a:pt x="14181" y="20580"/>
                    <a:pt x="14752" y="21270"/>
                  </a:cubicBezTo>
                  <a:cubicBezTo>
                    <a:pt x="16038" y="22854"/>
                    <a:pt x="17431" y="24366"/>
                    <a:pt x="18824" y="25854"/>
                  </a:cubicBezTo>
                  <a:cubicBezTo>
                    <a:pt x="20300" y="27461"/>
                    <a:pt x="21824" y="29021"/>
                    <a:pt x="23337" y="30581"/>
                  </a:cubicBezTo>
                  <a:cubicBezTo>
                    <a:pt x="24670" y="31962"/>
                    <a:pt x="26004" y="33343"/>
                    <a:pt x="27313" y="34736"/>
                  </a:cubicBezTo>
                  <a:cubicBezTo>
                    <a:pt x="28004" y="35462"/>
                    <a:pt x="28682" y="36213"/>
                    <a:pt x="29349" y="36939"/>
                  </a:cubicBezTo>
                  <a:cubicBezTo>
                    <a:pt x="30016" y="37677"/>
                    <a:pt x="30838" y="38427"/>
                    <a:pt x="31207" y="39356"/>
                  </a:cubicBezTo>
                  <a:cubicBezTo>
                    <a:pt x="31945" y="41201"/>
                    <a:pt x="30242" y="43047"/>
                    <a:pt x="28933" y="44118"/>
                  </a:cubicBezTo>
                  <a:cubicBezTo>
                    <a:pt x="27480" y="45297"/>
                    <a:pt x="25789" y="46130"/>
                    <a:pt x="24075" y="46833"/>
                  </a:cubicBezTo>
                  <a:cubicBezTo>
                    <a:pt x="22063" y="47666"/>
                    <a:pt x="20015" y="48381"/>
                    <a:pt x="17931" y="48964"/>
                  </a:cubicBezTo>
                  <a:cubicBezTo>
                    <a:pt x="17860" y="48976"/>
                    <a:pt x="17800" y="49012"/>
                    <a:pt x="17753" y="49071"/>
                  </a:cubicBezTo>
                  <a:cubicBezTo>
                    <a:pt x="17372" y="49143"/>
                    <a:pt x="16967" y="49202"/>
                    <a:pt x="16562" y="49262"/>
                  </a:cubicBezTo>
                  <a:cubicBezTo>
                    <a:pt x="16514" y="49238"/>
                    <a:pt x="16455" y="49226"/>
                    <a:pt x="16395" y="49226"/>
                  </a:cubicBezTo>
                  <a:cubicBezTo>
                    <a:pt x="15263" y="49295"/>
                    <a:pt x="14130" y="49330"/>
                    <a:pt x="12997" y="49330"/>
                  </a:cubicBezTo>
                  <a:cubicBezTo>
                    <a:pt x="11963" y="49330"/>
                    <a:pt x="10929" y="49300"/>
                    <a:pt x="9894" y="49238"/>
                  </a:cubicBezTo>
                  <a:cubicBezTo>
                    <a:pt x="8037" y="49131"/>
                    <a:pt x="6156" y="48917"/>
                    <a:pt x="4394" y="48274"/>
                  </a:cubicBezTo>
                  <a:cubicBezTo>
                    <a:pt x="2810" y="47690"/>
                    <a:pt x="596" y="46511"/>
                    <a:pt x="691" y="44535"/>
                  </a:cubicBezTo>
                  <a:cubicBezTo>
                    <a:pt x="727" y="43523"/>
                    <a:pt x="1262" y="42547"/>
                    <a:pt x="1643" y="41630"/>
                  </a:cubicBezTo>
                  <a:cubicBezTo>
                    <a:pt x="2036" y="40713"/>
                    <a:pt x="2429" y="39796"/>
                    <a:pt x="2834" y="38880"/>
                  </a:cubicBezTo>
                  <a:cubicBezTo>
                    <a:pt x="3001" y="38510"/>
                    <a:pt x="3167" y="38153"/>
                    <a:pt x="3322" y="37784"/>
                  </a:cubicBezTo>
                  <a:cubicBezTo>
                    <a:pt x="4846" y="34415"/>
                    <a:pt x="6442" y="31081"/>
                    <a:pt x="7930" y="27700"/>
                  </a:cubicBezTo>
                  <a:cubicBezTo>
                    <a:pt x="8751" y="25830"/>
                    <a:pt x="9561" y="23949"/>
                    <a:pt x="10252" y="22032"/>
                  </a:cubicBezTo>
                  <a:cubicBezTo>
                    <a:pt x="10573" y="21187"/>
                    <a:pt x="10728" y="20306"/>
                    <a:pt x="10704" y="19401"/>
                  </a:cubicBezTo>
                  <a:cubicBezTo>
                    <a:pt x="10668" y="18401"/>
                    <a:pt x="10466" y="17401"/>
                    <a:pt x="10311" y="16401"/>
                  </a:cubicBezTo>
                  <a:cubicBezTo>
                    <a:pt x="9942" y="13984"/>
                    <a:pt x="9573" y="11567"/>
                    <a:pt x="9204" y="9150"/>
                  </a:cubicBezTo>
                  <a:cubicBezTo>
                    <a:pt x="8906" y="7233"/>
                    <a:pt x="8668" y="5280"/>
                    <a:pt x="8311" y="3363"/>
                  </a:cubicBezTo>
                  <a:cubicBezTo>
                    <a:pt x="8275" y="3078"/>
                    <a:pt x="8239" y="2804"/>
                    <a:pt x="8216" y="2530"/>
                  </a:cubicBezTo>
                  <a:cubicBezTo>
                    <a:pt x="8192" y="2375"/>
                    <a:pt x="8192" y="2208"/>
                    <a:pt x="8156" y="2042"/>
                  </a:cubicBezTo>
                  <a:lnTo>
                    <a:pt x="8156" y="2042"/>
                  </a:lnTo>
                  <a:cubicBezTo>
                    <a:pt x="8178" y="2043"/>
                    <a:pt x="8201" y="2043"/>
                    <a:pt x="8223" y="2043"/>
                  </a:cubicBezTo>
                  <a:cubicBezTo>
                    <a:pt x="8510" y="2043"/>
                    <a:pt x="8795" y="1972"/>
                    <a:pt x="9049" y="1839"/>
                  </a:cubicBezTo>
                  <a:cubicBezTo>
                    <a:pt x="9132" y="1792"/>
                    <a:pt x="9121" y="1673"/>
                    <a:pt x="9025" y="1661"/>
                  </a:cubicBezTo>
                  <a:cubicBezTo>
                    <a:pt x="8935" y="1647"/>
                    <a:pt x="8844" y="1640"/>
                    <a:pt x="8752" y="1640"/>
                  </a:cubicBezTo>
                  <a:cubicBezTo>
                    <a:pt x="8530" y="1640"/>
                    <a:pt x="8307" y="1680"/>
                    <a:pt x="8097" y="1756"/>
                  </a:cubicBezTo>
                  <a:cubicBezTo>
                    <a:pt x="8049" y="1649"/>
                    <a:pt x="7989" y="1530"/>
                    <a:pt x="7918" y="1434"/>
                  </a:cubicBezTo>
                  <a:cubicBezTo>
                    <a:pt x="7787" y="1161"/>
                    <a:pt x="7954" y="1125"/>
                    <a:pt x="8168" y="1006"/>
                  </a:cubicBezTo>
                  <a:cubicBezTo>
                    <a:pt x="8466" y="839"/>
                    <a:pt x="8787" y="720"/>
                    <a:pt x="9121" y="625"/>
                  </a:cubicBezTo>
                  <a:cubicBezTo>
                    <a:pt x="9337" y="559"/>
                    <a:pt x="9724" y="426"/>
                    <a:pt x="10012" y="426"/>
                  </a:cubicBezTo>
                  <a:close/>
                  <a:moveTo>
                    <a:pt x="9949" y="1"/>
                  </a:moveTo>
                  <a:cubicBezTo>
                    <a:pt x="9370" y="1"/>
                    <a:pt x="8695" y="237"/>
                    <a:pt x="8263" y="387"/>
                  </a:cubicBezTo>
                  <a:cubicBezTo>
                    <a:pt x="7775" y="565"/>
                    <a:pt x="6882" y="982"/>
                    <a:pt x="7335" y="1637"/>
                  </a:cubicBezTo>
                  <a:cubicBezTo>
                    <a:pt x="7513" y="1899"/>
                    <a:pt x="7680" y="2054"/>
                    <a:pt x="7763" y="2363"/>
                  </a:cubicBezTo>
                  <a:cubicBezTo>
                    <a:pt x="7835" y="2613"/>
                    <a:pt x="7870" y="2851"/>
                    <a:pt x="7918" y="3101"/>
                  </a:cubicBezTo>
                  <a:cubicBezTo>
                    <a:pt x="7930" y="3161"/>
                    <a:pt x="7942" y="3220"/>
                    <a:pt x="7942" y="3280"/>
                  </a:cubicBezTo>
                  <a:cubicBezTo>
                    <a:pt x="8132" y="5066"/>
                    <a:pt x="8442" y="6852"/>
                    <a:pt x="8692" y="8638"/>
                  </a:cubicBezTo>
                  <a:cubicBezTo>
                    <a:pt x="8990" y="10864"/>
                    <a:pt x="9299" y="13103"/>
                    <a:pt x="9621" y="15329"/>
                  </a:cubicBezTo>
                  <a:cubicBezTo>
                    <a:pt x="9763" y="16413"/>
                    <a:pt x="9942" y="17508"/>
                    <a:pt x="10061" y="18603"/>
                  </a:cubicBezTo>
                  <a:cubicBezTo>
                    <a:pt x="10192" y="19663"/>
                    <a:pt x="10061" y="20734"/>
                    <a:pt x="9680" y="21723"/>
                  </a:cubicBezTo>
                  <a:cubicBezTo>
                    <a:pt x="8978" y="23711"/>
                    <a:pt x="8120" y="25640"/>
                    <a:pt x="7275" y="27557"/>
                  </a:cubicBezTo>
                  <a:cubicBezTo>
                    <a:pt x="5549" y="31438"/>
                    <a:pt x="3703" y="35272"/>
                    <a:pt x="1989" y="39165"/>
                  </a:cubicBezTo>
                  <a:cubicBezTo>
                    <a:pt x="1584" y="40106"/>
                    <a:pt x="1167" y="41058"/>
                    <a:pt x="774" y="42011"/>
                  </a:cubicBezTo>
                  <a:cubicBezTo>
                    <a:pt x="417" y="42892"/>
                    <a:pt x="0" y="43797"/>
                    <a:pt x="36" y="44773"/>
                  </a:cubicBezTo>
                  <a:cubicBezTo>
                    <a:pt x="107" y="46511"/>
                    <a:pt x="1655" y="47678"/>
                    <a:pt x="3084" y="48369"/>
                  </a:cubicBezTo>
                  <a:cubicBezTo>
                    <a:pt x="4989" y="49309"/>
                    <a:pt x="7120" y="49655"/>
                    <a:pt x="9216" y="49821"/>
                  </a:cubicBezTo>
                  <a:cubicBezTo>
                    <a:pt x="10597" y="49930"/>
                    <a:pt x="11982" y="49985"/>
                    <a:pt x="13369" y="49985"/>
                  </a:cubicBezTo>
                  <a:cubicBezTo>
                    <a:pt x="14409" y="49985"/>
                    <a:pt x="15450" y="49954"/>
                    <a:pt x="16490" y="49893"/>
                  </a:cubicBezTo>
                  <a:cubicBezTo>
                    <a:pt x="16562" y="49881"/>
                    <a:pt x="16621" y="49857"/>
                    <a:pt x="16681" y="49809"/>
                  </a:cubicBezTo>
                  <a:cubicBezTo>
                    <a:pt x="17086" y="49762"/>
                    <a:pt x="17479" y="49702"/>
                    <a:pt x="17872" y="49631"/>
                  </a:cubicBezTo>
                  <a:cubicBezTo>
                    <a:pt x="17895" y="49637"/>
                    <a:pt x="17922" y="49640"/>
                    <a:pt x="17950" y="49640"/>
                  </a:cubicBezTo>
                  <a:cubicBezTo>
                    <a:pt x="17979" y="49640"/>
                    <a:pt x="18009" y="49637"/>
                    <a:pt x="18038" y="49631"/>
                  </a:cubicBezTo>
                  <a:lnTo>
                    <a:pt x="18288" y="49559"/>
                  </a:lnTo>
                  <a:cubicBezTo>
                    <a:pt x="19729" y="49274"/>
                    <a:pt x="21122" y="48809"/>
                    <a:pt x="22444" y="48178"/>
                  </a:cubicBezTo>
                  <a:cubicBezTo>
                    <a:pt x="23265" y="47857"/>
                    <a:pt x="24075" y="47535"/>
                    <a:pt x="24884" y="47178"/>
                  </a:cubicBezTo>
                  <a:cubicBezTo>
                    <a:pt x="26801" y="46333"/>
                    <a:pt x="28706" y="45285"/>
                    <a:pt x="30195" y="43785"/>
                  </a:cubicBezTo>
                  <a:cubicBezTo>
                    <a:pt x="31314" y="42654"/>
                    <a:pt x="32397" y="41046"/>
                    <a:pt x="31885" y="39380"/>
                  </a:cubicBezTo>
                  <a:cubicBezTo>
                    <a:pt x="31600" y="38451"/>
                    <a:pt x="30909" y="37725"/>
                    <a:pt x="30278" y="37034"/>
                  </a:cubicBezTo>
                  <a:cubicBezTo>
                    <a:pt x="29587" y="36260"/>
                    <a:pt x="28897" y="35498"/>
                    <a:pt x="28194" y="34748"/>
                  </a:cubicBezTo>
                  <a:cubicBezTo>
                    <a:pt x="25289" y="31629"/>
                    <a:pt x="22289" y="28628"/>
                    <a:pt x="19384" y="25521"/>
                  </a:cubicBezTo>
                  <a:cubicBezTo>
                    <a:pt x="17955" y="23985"/>
                    <a:pt x="16502" y="22449"/>
                    <a:pt x="15193" y="20806"/>
                  </a:cubicBezTo>
                  <a:cubicBezTo>
                    <a:pt x="14502" y="19984"/>
                    <a:pt x="14026" y="19020"/>
                    <a:pt x="13800" y="17984"/>
                  </a:cubicBezTo>
                  <a:cubicBezTo>
                    <a:pt x="13550" y="16901"/>
                    <a:pt x="13359" y="15817"/>
                    <a:pt x="13145" y="14734"/>
                  </a:cubicBezTo>
                  <a:cubicBezTo>
                    <a:pt x="12704" y="12531"/>
                    <a:pt x="12264" y="10328"/>
                    <a:pt x="11811" y="8114"/>
                  </a:cubicBezTo>
                  <a:cubicBezTo>
                    <a:pt x="11407" y="6078"/>
                    <a:pt x="11073" y="3994"/>
                    <a:pt x="10537" y="1982"/>
                  </a:cubicBezTo>
                  <a:cubicBezTo>
                    <a:pt x="10549" y="1970"/>
                    <a:pt x="10561" y="1946"/>
                    <a:pt x="10561" y="1935"/>
                  </a:cubicBezTo>
                  <a:cubicBezTo>
                    <a:pt x="10597" y="1685"/>
                    <a:pt x="10668" y="1434"/>
                    <a:pt x="10764" y="1208"/>
                  </a:cubicBezTo>
                  <a:cubicBezTo>
                    <a:pt x="10835" y="1077"/>
                    <a:pt x="10895" y="946"/>
                    <a:pt x="10930" y="803"/>
                  </a:cubicBezTo>
                  <a:cubicBezTo>
                    <a:pt x="10966" y="553"/>
                    <a:pt x="10847" y="291"/>
                    <a:pt x="10621" y="161"/>
                  </a:cubicBezTo>
                  <a:cubicBezTo>
                    <a:pt x="10433" y="45"/>
                    <a:pt x="10200" y="1"/>
                    <a:pt x="99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41"/>
            <p:cNvSpPr/>
            <p:nvPr/>
          </p:nvSpPr>
          <p:spPr>
            <a:xfrm>
              <a:off x="2681600" y="1903775"/>
              <a:ext cx="697125" cy="531400"/>
            </a:xfrm>
            <a:custGeom>
              <a:avLst/>
              <a:gdLst/>
              <a:ahLst/>
              <a:cxnLst/>
              <a:rect l="l" t="t" r="r" b="b"/>
              <a:pathLst>
                <a:path w="27885" h="21256" extrusionOk="0">
                  <a:moveTo>
                    <a:pt x="12846" y="518"/>
                  </a:moveTo>
                  <a:cubicBezTo>
                    <a:pt x="13872" y="518"/>
                    <a:pt x="14889" y="661"/>
                    <a:pt x="15823" y="954"/>
                  </a:cubicBezTo>
                  <a:cubicBezTo>
                    <a:pt x="16252" y="1085"/>
                    <a:pt x="16669" y="1251"/>
                    <a:pt x="17074" y="1466"/>
                  </a:cubicBezTo>
                  <a:cubicBezTo>
                    <a:pt x="15502" y="2656"/>
                    <a:pt x="13657" y="3418"/>
                    <a:pt x="11704" y="3668"/>
                  </a:cubicBezTo>
                  <a:cubicBezTo>
                    <a:pt x="11233" y="3731"/>
                    <a:pt x="10761" y="3761"/>
                    <a:pt x="10290" y="3761"/>
                  </a:cubicBezTo>
                  <a:cubicBezTo>
                    <a:pt x="9868" y="3761"/>
                    <a:pt x="9447" y="3737"/>
                    <a:pt x="9025" y="3692"/>
                  </a:cubicBezTo>
                  <a:cubicBezTo>
                    <a:pt x="8549" y="3633"/>
                    <a:pt x="8073" y="3537"/>
                    <a:pt x="7608" y="3406"/>
                  </a:cubicBezTo>
                  <a:cubicBezTo>
                    <a:pt x="7263" y="3299"/>
                    <a:pt x="6941" y="3132"/>
                    <a:pt x="6608" y="3013"/>
                  </a:cubicBezTo>
                  <a:cubicBezTo>
                    <a:pt x="7084" y="2347"/>
                    <a:pt x="7727" y="1811"/>
                    <a:pt x="8465" y="1454"/>
                  </a:cubicBezTo>
                  <a:cubicBezTo>
                    <a:pt x="9782" y="835"/>
                    <a:pt x="11323" y="518"/>
                    <a:pt x="12846" y="518"/>
                  </a:cubicBezTo>
                  <a:close/>
                  <a:moveTo>
                    <a:pt x="17490" y="1680"/>
                  </a:moveTo>
                  <a:cubicBezTo>
                    <a:pt x="19145" y="2621"/>
                    <a:pt x="20479" y="4061"/>
                    <a:pt x="21729" y="5502"/>
                  </a:cubicBezTo>
                  <a:cubicBezTo>
                    <a:pt x="23467" y="7538"/>
                    <a:pt x="25063" y="9681"/>
                    <a:pt x="26503" y="11931"/>
                  </a:cubicBezTo>
                  <a:cubicBezTo>
                    <a:pt x="26896" y="12538"/>
                    <a:pt x="27325" y="13241"/>
                    <a:pt x="27051" y="13979"/>
                  </a:cubicBezTo>
                  <a:lnTo>
                    <a:pt x="27051" y="13991"/>
                  </a:lnTo>
                  <a:cubicBezTo>
                    <a:pt x="26825" y="14586"/>
                    <a:pt x="26277" y="15134"/>
                    <a:pt x="25825" y="15586"/>
                  </a:cubicBezTo>
                  <a:cubicBezTo>
                    <a:pt x="25015" y="16408"/>
                    <a:pt x="24098" y="17134"/>
                    <a:pt x="23110" y="17718"/>
                  </a:cubicBezTo>
                  <a:cubicBezTo>
                    <a:pt x="21074" y="18944"/>
                    <a:pt x="18764" y="19694"/>
                    <a:pt x="16443" y="20170"/>
                  </a:cubicBezTo>
                  <a:cubicBezTo>
                    <a:pt x="14408" y="20586"/>
                    <a:pt x="12340" y="20792"/>
                    <a:pt x="10264" y="20792"/>
                  </a:cubicBezTo>
                  <a:cubicBezTo>
                    <a:pt x="9546" y="20792"/>
                    <a:pt x="8827" y="20767"/>
                    <a:pt x="8108" y="20718"/>
                  </a:cubicBezTo>
                  <a:cubicBezTo>
                    <a:pt x="6846" y="20647"/>
                    <a:pt x="5584" y="20492"/>
                    <a:pt x="4334" y="20254"/>
                  </a:cubicBezTo>
                  <a:cubicBezTo>
                    <a:pt x="3286" y="20039"/>
                    <a:pt x="2107" y="19682"/>
                    <a:pt x="1381" y="18849"/>
                  </a:cubicBezTo>
                  <a:cubicBezTo>
                    <a:pt x="345" y="17670"/>
                    <a:pt x="762" y="16075"/>
                    <a:pt x="1238" y="14741"/>
                  </a:cubicBezTo>
                  <a:cubicBezTo>
                    <a:pt x="1738" y="13336"/>
                    <a:pt x="2310" y="11943"/>
                    <a:pt x="2917" y="10574"/>
                  </a:cubicBezTo>
                  <a:cubicBezTo>
                    <a:pt x="4012" y="8097"/>
                    <a:pt x="5239" y="5680"/>
                    <a:pt x="6429" y="3252"/>
                  </a:cubicBezTo>
                  <a:cubicBezTo>
                    <a:pt x="7037" y="3728"/>
                    <a:pt x="7942" y="3930"/>
                    <a:pt x="8668" y="4037"/>
                  </a:cubicBezTo>
                  <a:cubicBezTo>
                    <a:pt x="9084" y="4084"/>
                    <a:pt x="9504" y="4108"/>
                    <a:pt x="9925" y="4108"/>
                  </a:cubicBezTo>
                  <a:cubicBezTo>
                    <a:pt x="10480" y="4108"/>
                    <a:pt x="11036" y="4066"/>
                    <a:pt x="11585" y="3978"/>
                  </a:cubicBezTo>
                  <a:cubicBezTo>
                    <a:pt x="13645" y="3680"/>
                    <a:pt x="15823" y="3132"/>
                    <a:pt x="17443" y="1751"/>
                  </a:cubicBezTo>
                  <a:cubicBezTo>
                    <a:pt x="17467" y="1728"/>
                    <a:pt x="17478" y="1716"/>
                    <a:pt x="17490" y="1680"/>
                  </a:cubicBezTo>
                  <a:close/>
                  <a:moveTo>
                    <a:pt x="12998" y="0"/>
                  </a:moveTo>
                  <a:cubicBezTo>
                    <a:pt x="11683" y="0"/>
                    <a:pt x="10364" y="234"/>
                    <a:pt x="9144" y="668"/>
                  </a:cubicBezTo>
                  <a:cubicBezTo>
                    <a:pt x="7834" y="1108"/>
                    <a:pt x="6751" y="2025"/>
                    <a:pt x="6072" y="3228"/>
                  </a:cubicBezTo>
                  <a:cubicBezTo>
                    <a:pt x="5620" y="4025"/>
                    <a:pt x="5286" y="4883"/>
                    <a:pt x="4929" y="5728"/>
                  </a:cubicBezTo>
                  <a:cubicBezTo>
                    <a:pt x="4155" y="7169"/>
                    <a:pt x="3405" y="8621"/>
                    <a:pt x="2715" y="10098"/>
                  </a:cubicBezTo>
                  <a:cubicBezTo>
                    <a:pt x="2548" y="10431"/>
                    <a:pt x="2393" y="10776"/>
                    <a:pt x="2238" y="11122"/>
                  </a:cubicBezTo>
                  <a:cubicBezTo>
                    <a:pt x="1786" y="12145"/>
                    <a:pt x="1345" y="13181"/>
                    <a:pt x="953" y="14229"/>
                  </a:cubicBezTo>
                  <a:cubicBezTo>
                    <a:pt x="500" y="15432"/>
                    <a:pt x="0" y="16801"/>
                    <a:pt x="417" y="18075"/>
                  </a:cubicBezTo>
                  <a:cubicBezTo>
                    <a:pt x="1155" y="20313"/>
                    <a:pt x="4036" y="20706"/>
                    <a:pt x="6025" y="20968"/>
                  </a:cubicBezTo>
                  <a:cubicBezTo>
                    <a:pt x="7462" y="21160"/>
                    <a:pt x="8908" y="21255"/>
                    <a:pt x="10354" y="21255"/>
                  </a:cubicBezTo>
                  <a:cubicBezTo>
                    <a:pt x="11867" y="21255"/>
                    <a:pt x="13380" y="21151"/>
                    <a:pt x="14883" y="20944"/>
                  </a:cubicBezTo>
                  <a:cubicBezTo>
                    <a:pt x="17514" y="20587"/>
                    <a:pt x="20145" y="19908"/>
                    <a:pt x="22515" y="18682"/>
                  </a:cubicBezTo>
                  <a:cubicBezTo>
                    <a:pt x="23634" y="18111"/>
                    <a:pt x="24670" y="17408"/>
                    <a:pt x="25610" y="16575"/>
                  </a:cubicBezTo>
                  <a:cubicBezTo>
                    <a:pt x="26420" y="15848"/>
                    <a:pt x="27539" y="14860"/>
                    <a:pt x="27694" y="13729"/>
                  </a:cubicBezTo>
                  <a:cubicBezTo>
                    <a:pt x="27885" y="12455"/>
                    <a:pt x="26765" y="11205"/>
                    <a:pt x="26099" y="10229"/>
                  </a:cubicBezTo>
                  <a:cubicBezTo>
                    <a:pt x="25277" y="9026"/>
                    <a:pt x="24408" y="7847"/>
                    <a:pt x="23503" y="6704"/>
                  </a:cubicBezTo>
                  <a:cubicBezTo>
                    <a:pt x="22765" y="5788"/>
                    <a:pt x="21991" y="4835"/>
                    <a:pt x="21157" y="3942"/>
                  </a:cubicBezTo>
                  <a:cubicBezTo>
                    <a:pt x="20086" y="2799"/>
                    <a:pt x="18895" y="1775"/>
                    <a:pt x="17526" y="1061"/>
                  </a:cubicBezTo>
                  <a:cubicBezTo>
                    <a:pt x="16139" y="335"/>
                    <a:pt x="14571" y="0"/>
                    <a:pt x="129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43" name="Google Shape;1843;p41"/>
          <p:cNvGrpSpPr/>
          <p:nvPr/>
        </p:nvGrpSpPr>
        <p:grpSpPr>
          <a:xfrm rot="-1811123">
            <a:off x="1061889" y="1364470"/>
            <a:ext cx="1161761" cy="670905"/>
            <a:chOff x="3494625" y="1146100"/>
            <a:chExt cx="913850" cy="527775"/>
          </a:xfrm>
        </p:grpSpPr>
        <p:sp>
          <p:nvSpPr>
            <p:cNvPr id="1844" name="Google Shape;1844;p41"/>
            <p:cNvSpPr/>
            <p:nvPr/>
          </p:nvSpPr>
          <p:spPr>
            <a:xfrm>
              <a:off x="4145300" y="1344175"/>
              <a:ext cx="238450" cy="103925"/>
            </a:xfrm>
            <a:custGeom>
              <a:avLst/>
              <a:gdLst/>
              <a:ahLst/>
              <a:cxnLst/>
              <a:rect l="l" t="t" r="r" b="b"/>
              <a:pathLst>
                <a:path w="9538" h="4157" extrusionOk="0">
                  <a:moveTo>
                    <a:pt x="7299" y="1"/>
                  </a:moveTo>
                  <a:cubicBezTo>
                    <a:pt x="7288" y="1"/>
                    <a:pt x="7288" y="13"/>
                    <a:pt x="7276" y="13"/>
                  </a:cubicBezTo>
                  <a:cubicBezTo>
                    <a:pt x="5264" y="846"/>
                    <a:pt x="3239" y="1692"/>
                    <a:pt x="1215" y="2513"/>
                  </a:cubicBezTo>
                  <a:lnTo>
                    <a:pt x="1" y="3001"/>
                  </a:lnTo>
                  <a:lnTo>
                    <a:pt x="132" y="3323"/>
                  </a:lnTo>
                  <a:cubicBezTo>
                    <a:pt x="147" y="3320"/>
                    <a:pt x="163" y="3318"/>
                    <a:pt x="178" y="3318"/>
                  </a:cubicBezTo>
                  <a:cubicBezTo>
                    <a:pt x="278" y="3318"/>
                    <a:pt x="363" y="3384"/>
                    <a:pt x="394" y="3478"/>
                  </a:cubicBezTo>
                  <a:cubicBezTo>
                    <a:pt x="418" y="3513"/>
                    <a:pt x="430" y="3561"/>
                    <a:pt x="441" y="3597"/>
                  </a:cubicBezTo>
                  <a:lnTo>
                    <a:pt x="441" y="3609"/>
                  </a:lnTo>
                  <a:lnTo>
                    <a:pt x="441" y="3620"/>
                  </a:lnTo>
                  <a:cubicBezTo>
                    <a:pt x="453" y="3644"/>
                    <a:pt x="465" y="3668"/>
                    <a:pt x="477" y="3680"/>
                  </a:cubicBezTo>
                  <a:cubicBezTo>
                    <a:pt x="513" y="3751"/>
                    <a:pt x="572" y="3823"/>
                    <a:pt x="620" y="3894"/>
                  </a:cubicBezTo>
                  <a:cubicBezTo>
                    <a:pt x="656" y="3942"/>
                    <a:pt x="703" y="3990"/>
                    <a:pt x="739" y="4037"/>
                  </a:cubicBezTo>
                  <a:cubicBezTo>
                    <a:pt x="751" y="4061"/>
                    <a:pt x="787" y="4097"/>
                    <a:pt x="787" y="4109"/>
                  </a:cubicBezTo>
                  <a:cubicBezTo>
                    <a:pt x="799" y="4121"/>
                    <a:pt x="811" y="4144"/>
                    <a:pt x="811" y="4156"/>
                  </a:cubicBezTo>
                  <a:lnTo>
                    <a:pt x="2192" y="3597"/>
                  </a:lnTo>
                  <a:cubicBezTo>
                    <a:pt x="2180" y="3573"/>
                    <a:pt x="2168" y="3573"/>
                    <a:pt x="2168" y="3549"/>
                  </a:cubicBezTo>
                  <a:cubicBezTo>
                    <a:pt x="2132" y="3489"/>
                    <a:pt x="2108" y="3406"/>
                    <a:pt x="2096" y="3323"/>
                  </a:cubicBezTo>
                  <a:cubicBezTo>
                    <a:pt x="2085" y="3299"/>
                    <a:pt x="2085" y="3263"/>
                    <a:pt x="2085" y="3239"/>
                  </a:cubicBezTo>
                  <a:lnTo>
                    <a:pt x="2085" y="3204"/>
                  </a:lnTo>
                  <a:cubicBezTo>
                    <a:pt x="2073" y="3180"/>
                    <a:pt x="2073" y="3168"/>
                    <a:pt x="2085" y="3144"/>
                  </a:cubicBezTo>
                  <a:lnTo>
                    <a:pt x="2085" y="3097"/>
                  </a:lnTo>
                  <a:cubicBezTo>
                    <a:pt x="2073" y="3025"/>
                    <a:pt x="2085" y="2942"/>
                    <a:pt x="2096" y="2870"/>
                  </a:cubicBezTo>
                  <a:cubicBezTo>
                    <a:pt x="2118" y="2806"/>
                    <a:pt x="2177" y="2761"/>
                    <a:pt x="2241" y="2761"/>
                  </a:cubicBezTo>
                  <a:cubicBezTo>
                    <a:pt x="2248" y="2761"/>
                    <a:pt x="2256" y="2762"/>
                    <a:pt x="2263" y="2763"/>
                  </a:cubicBezTo>
                  <a:cubicBezTo>
                    <a:pt x="2346" y="2763"/>
                    <a:pt x="2394" y="2835"/>
                    <a:pt x="2394" y="2906"/>
                  </a:cubicBezTo>
                  <a:cubicBezTo>
                    <a:pt x="2394" y="2954"/>
                    <a:pt x="2394" y="3001"/>
                    <a:pt x="2394" y="3049"/>
                  </a:cubicBezTo>
                  <a:cubicBezTo>
                    <a:pt x="2394" y="3061"/>
                    <a:pt x="2394" y="3073"/>
                    <a:pt x="2394" y="3085"/>
                  </a:cubicBezTo>
                  <a:cubicBezTo>
                    <a:pt x="2394" y="3085"/>
                    <a:pt x="2394" y="3097"/>
                    <a:pt x="2394" y="3108"/>
                  </a:cubicBezTo>
                  <a:lnTo>
                    <a:pt x="2394" y="3132"/>
                  </a:lnTo>
                  <a:lnTo>
                    <a:pt x="2406" y="3144"/>
                  </a:lnTo>
                  <a:cubicBezTo>
                    <a:pt x="2406" y="3156"/>
                    <a:pt x="2418" y="3156"/>
                    <a:pt x="2418" y="3168"/>
                  </a:cubicBezTo>
                  <a:cubicBezTo>
                    <a:pt x="2430" y="3192"/>
                    <a:pt x="2442" y="3216"/>
                    <a:pt x="2466" y="3228"/>
                  </a:cubicBezTo>
                  <a:cubicBezTo>
                    <a:pt x="2477" y="3251"/>
                    <a:pt x="2489" y="3263"/>
                    <a:pt x="2501" y="3275"/>
                  </a:cubicBezTo>
                  <a:lnTo>
                    <a:pt x="2513" y="3287"/>
                  </a:lnTo>
                  <a:cubicBezTo>
                    <a:pt x="2537" y="3311"/>
                    <a:pt x="2561" y="3347"/>
                    <a:pt x="2585" y="3382"/>
                  </a:cubicBezTo>
                  <a:cubicBezTo>
                    <a:pt x="2597" y="3394"/>
                    <a:pt x="2597" y="3406"/>
                    <a:pt x="2597" y="3406"/>
                  </a:cubicBezTo>
                  <a:cubicBezTo>
                    <a:pt x="3156" y="3180"/>
                    <a:pt x="3716" y="2942"/>
                    <a:pt x="4275" y="2716"/>
                  </a:cubicBezTo>
                  <a:cubicBezTo>
                    <a:pt x="4251" y="2656"/>
                    <a:pt x="4228" y="2597"/>
                    <a:pt x="4216" y="2525"/>
                  </a:cubicBezTo>
                  <a:cubicBezTo>
                    <a:pt x="4168" y="2382"/>
                    <a:pt x="4144" y="2239"/>
                    <a:pt x="4144" y="2085"/>
                  </a:cubicBezTo>
                  <a:cubicBezTo>
                    <a:pt x="4144" y="1977"/>
                    <a:pt x="4216" y="1894"/>
                    <a:pt x="4323" y="1870"/>
                  </a:cubicBezTo>
                  <a:cubicBezTo>
                    <a:pt x="4371" y="1870"/>
                    <a:pt x="4418" y="1882"/>
                    <a:pt x="4454" y="1894"/>
                  </a:cubicBezTo>
                  <a:cubicBezTo>
                    <a:pt x="4502" y="1930"/>
                    <a:pt x="4537" y="1977"/>
                    <a:pt x="4549" y="2025"/>
                  </a:cubicBezTo>
                  <a:cubicBezTo>
                    <a:pt x="4561" y="2132"/>
                    <a:pt x="4597" y="2239"/>
                    <a:pt x="4632" y="2335"/>
                  </a:cubicBezTo>
                  <a:cubicBezTo>
                    <a:pt x="4656" y="2394"/>
                    <a:pt x="4692" y="2454"/>
                    <a:pt x="4716" y="2513"/>
                  </a:cubicBezTo>
                  <a:lnTo>
                    <a:pt x="4740" y="2537"/>
                  </a:lnTo>
                  <a:cubicBezTo>
                    <a:pt x="5240" y="2335"/>
                    <a:pt x="5740" y="2120"/>
                    <a:pt x="6240" y="1918"/>
                  </a:cubicBezTo>
                  <a:cubicBezTo>
                    <a:pt x="6192" y="1656"/>
                    <a:pt x="6168" y="1406"/>
                    <a:pt x="6145" y="1144"/>
                  </a:cubicBezTo>
                  <a:cubicBezTo>
                    <a:pt x="6145" y="1037"/>
                    <a:pt x="6216" y="942"/>
                    <a:pt x="6323" y="930"/>
                  </a:cubicBezTo>
                  <a:cubicBezTo>
                    <a:pt x="6332" y="929"/>
                    <a:pt x="6341" y="928"/>
                    <a:pt x="6350" y="928"/>
                  </a:cubicBezTo>
                  <a:cubicBezTo>
                    <a:pt x="6448" y="928"/>
                    <a:pt x="6539" y="986"/>
                    <a:pt x="6561" y="1084"/>
                  </a:cubicBezTo>
                  <a:cubicBezTo>
                    <a:pt x="6621" y="1299"/>
                    <a:pt x="6680" y="1501"/>
                    <a:pt x="6728" y="1715"/>
                  </a:cubicBezTo>
                  <a:cubicBezTo>
                    <a:pt x="7669" y="1334"/>
                    <a:pt x="8597" y="953"/>
                    <a:pt x="9538" y="561"/>
                  </a:cubicBezTo>
                  <a:cubicBezTo>
                    <a:pt x="8788" y="382"/>
                    <a:pt x="8026" y="180"/>
                    <a:pt x="7299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41"/>
            <p:cNvSpPr/>
            <p:nvPr/>
          </p:nvSpPr>
          <p:spPr>
            <a:xfrm>
              <a:off x="3506550" y="1154575"/>
              <a:ext cx="804875" cy="464075"/>
            </a:xfrm>
            <a:custGeom>
              <a:avLst/>
              <a:gdLst/>
              <a:ahLst/>
              <a:cxnLst/>
              <a:rect l="l" t="t" r="r" b="b"/>
              <a:pathLst>
                <a:path w="32195" h="18563" extrusionOk="0">
                  <a:moveTo>
                    <a:pt x="6055" y="4365"/>
                  </a:moveTo>
                  <a:cubicBezTo>
                    <a:pt x="6072" y="4365"/>
                    <a:pt x="6090" y="4366"/>
                    <a:pt x="6108" y="4370"/>
                  </a:cubicBezTo>
                  <a:cubicBezTo>
                    <a:pt x="8918" y="4966"/>
                    <a:pt x="11692" y="5668"/>
                    <a:pt x="14490" y="6335"/>
                  </a:cubicBezTo>
                  <a:cubicBezTo>
                    <a:pt x="15883" y="6656"/>
                    <a:pt x="17276" y="6990"/>
                    <a:pt x="18669" y="7323"/>
                  </a:cubicBezTo>
                  <a:lnTo>
                    <a:pt x="20693" y="7799"/>
                  </a:lnTo>
                  <a:cubicBezTo>
                    <a:pt x="21265" y="7930"/>
                    <a:pt x="21836" y="8061"/>
                    <a:pt x="22324" y="8406"/>
                  </a:cubicBezTo>
                  <a:cubicBezTo>
                    <a:pt x="22455" y="8478"/>
                    <a:pt x="22455" y="8668"/>
                    <a:pt x="22324" y="8740"/>
                  </a:cubicBezTo>
                  <a:lnTo>
                    <a:pt x="22324" y="8752"/>
                  </a:lnTo>
                  <a:cubicBezTo>
                    <a:pt x="20693" y="9573"/>
                    <a:pt x="19038" y="10371"/>
                    <a:pt x="17383" y="11157"/>
                  </a:cubicBezTo>
                  <a:cubicBezTo>
                    <a:pt x="15955" y="11835"/>
                    <a:pt x="14502" y="12502"/>
                    <a:pt x="13049" y="13157"/>
                  </a:cubicBezTo>
                  <a:cubicBezTo>
                    <a:pt x="12323" y="13479"/>
                    <a:pt x="11597" y="13812"/>
                    <a:pt x="10871" y="14121"/>
                  </a:cubicBezTo>
                  <a:cubicBezTo>
                    <a:pt x="10715" y="14191"/>
                    <a:pt x="10553" y="14291"/>
                    <a:pt x="10381" y="14291"/>
                  </a:cubicBezTo>
                  <a:cubicBezTo>
                    <a:pt x="10316" y="14291"/>
                    <a:pt x="10249" y="14277"/>
                    <a:pt x="10180" y="14241"/>
                  </a:cubicBezTo>
                  <a:cubicBezTo>
                    <a:pt x="9930" y="14110"/>
                    <a:pt x="9835" y="13693"/>
                    <a:pt x="9728" y="13455"/>
                  </a:cubicBezTo>
                  <a:cubicBezTo>
                    <a:pt x="9073" y="11955"/>
                    <a:pt x="8418" y="10442"/>
                    <a:pt x="7751" y="8942"/>
                  </a:cubicBezTo>
                  <a:cubicBezTo>
                    <a:pt x="7144" y="7573"/>
                    <a:pt x="6477" y="6228"/>
                    <a:pt x="6013" y="4811"/>
                  </a:cubicBezTo>
                  <a:lnTo>
                    <a:pt x="5989" y="4811"/>
                  </a:lnTo>
                  <a:cubicBezTo>
                    <a:pt x="5722" y="4744"/>
                    <a:pt x="5809" y="4365"/>
                    <a:pt x="6055" y="4365"/>
                  </a:cubicBezTo>
                  <a:close/>
                  <a:moveTo>
                    <a:pt x="0" y="1"/>
                  </a:moveTo>
                  <a:lnTo>
                    <a:pt x="0" y="1"/>
                  </a:lnTo>
                  <a:cubicBezTo>
                    <a:pt x="464" y="1418"/>
                    <a:pt x="917" y="2834"/>
                    <a:pt x="1369" y="4263"/>
                  </a:cubicBezTo>
                  <a:cubicBezTo>
                    <a:pt x="2203" y="6942"/>
                    <a:pt x="3001" y="9621"/>
                    <a:pt x="3810" y="12300"/>
                  </a:cubicBezTo>
                  <a:cubicBezTo>
                    <a:pt x="4429" y="14395"/>
                    <a:pt x="5072" y="16479"/>
                    <a:pt x="5691" y="18563"/>
                  </a:cubicBezTo>
                  <a:cubicBezTo>
                    <a:pt x="6560" y="18098"/>
                    <a:pt x="7477" y="17729"/>
                    <a:pt x="8382" y="17348"/>
                  </a:cubicBezTo>
                  <a:cubicBezTo>
                    <a:pt x="9394" y="16931"/>
                    <a:pt x="10406" y="16527"/>
                    <a:pt x="11418" y="16110"/>
                  </a:cubicBezTo>
                  <a:cubicBezTo>
                    <a:pt x="18371" y="13276"/>
                    <a:pt x="25265" y="10300"/>
                    <a:pt x="32195" y="7394"/>
                  </a:cubicBezTo>
                  <a:cubicBezTo>
                    <a:pt x="30718" y="6990"/>
                    <a:pt x="29242" y="6597"/>
                    <a:pt x="27754" y="6216"/>
                  </a:cubicBezTo>
                  <a:cubicBezTo>
                    <a:pt x="23086" y="5013"/>
                    <a:pt x="18407" y="3918"/>
                    <a:pt x="13704" y="2870"/>
                  </a:cubicBezTo>
                  <a:cubicBezTo>
                    <a:pt x="11383" y="2346"/>
                    <a:pt x="9049" y="1846"/>
                    <a:pt x="6715" y="1382"/>
                  </a:cubicBezTo>
                  <a:cubicBezTo>
                    <a:pt x="5525" y="1132"/>
                    <a:pt x="4334" y="894"/>
                    <a:pt x="3143" y="656"/>
                  </a:cubicBezTo>
                  <a:cubicBezTo>
                    <a:pt x="2108" y="453"/>
                    <a:pt x="1012" y="322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41"/>
            <p:cNvSpPr/>
            <p:nvPr/>
          </p:nvSpPr>
          <p:spPr>
            <a:xfrm>
              <a:off x="3936350" y="1418900"/>
              <a:ext cx="216725" cy="114325"/>
            </a:xfrm>
            <a:custGeom>
              <a:avLst/>
              <a:gdLst/>
              <a:ahLst/>
              <a:cxnLst/>
              <a:rect l="l" t="t" r="r" b="b"/>
              <a:pathLst>
                <a:path w="8669" h="4573" extrusionOk="0">
                  <a:moveTo>
                    <a:pt x="8335" y="0"/>
                  </a:moveTo>
                  <a:cubicBezTo>
                    <a:pt x="5561" y="1132"/>
                    <a:pt x="2775" y="2275"/>
                    <a:pt x="1" y="3429"/>
                  </a:cubicBezTo>
                  <a:lnTo>
                    <a:pt x="191" y="3882"/>
                  </a:lnTo>
                  <a:cubicBezTo>
                    <a:pt x="217" y="3873"/>
                    <a:pt x="248" y="3865"/>
                    <a:pt x="281" y="3865"/>
                  </a:cubicBezTo>
                  <a:cubicBezTo>
                    <a:pt x="294" y="3865"/>
                    <a:pt x="308" y="3866"/>
                    <a:pt x="322" y="3870"/>
                  </a:cubicBezTo>
                  <a:cubicBezTo>
                    <a:pt x="382" y="3882"/>
                    <a:pt x="429" y="3918"/>
                    <a:pt x="453" y="3977"/>
                  </a:cubicBezTo>
                  <a:cubicBezTo>
                    <a:pt x="501" y="4084"/>
                    <a:pt x="560" y="4203"/>
                    <a:pt x="620" y="4310"/>
                  </a:cubicBezTo>
                  <a:cubicBezTo>
                    <a:pt x="656" y="4358"/>
                    <a:pt x="703" y="4441"/>
                    <a:pt x="727" y="4465"/>
                  </a:cubicBezTo>
                  <a:cubicBezTo>
                    <a:pt x="739" y="4501"/>
                    <a:pt x="763" y="4537"/>
                    <a:pt x="787" y="4572"/>
                  </a:cubicBezTo>
                  <a:cubicBezTo>
                    <a:pt x="1275" y="4370"/>
                    <a:pt x="1751" y="4180"/>
                    <a:pt x="2239" y="3977"/>
                  </a:cubicBezTo>
                  <a:cubicBezTo>
                    <a:pt x="2227" y="3953"/>
                    <a:pt x="2227" y="3941"/>
                    <a:pt x="2215" y="3918"/>
                  </a:cubicBezTo>
                  <a:lnTo>
                    <a:pt x="2049" y="3525"/>
                  </a:lnTo>
                  <a:cubicBezTo>
                    <a:pt x="2025" y="3441"/>
                    <a:pt x="2072" y="3358"/>
                    <a:pt x="2144" y="3322"/>
                  </a:cubicBezTo>
                  <a:cubicBezTo>
                    <a:pt x="2165" y="3316"/>
                    <a:pt x="2186" y="3313"/>
                    <a:pt x="2206" y="3313"/>
                  </a:cubicBezTo>
                  <a:cubicBezTo>
                    <a:pt x="2267" y="3313"/>
                    <a:pt x="2322" y="3340"/>
                    <a:pt x="2358" y="3394"/>
                  </a:cubicBezTo>
                  <a:lnTo>
                    <a:pt x="2573" y="3775"/>
                  </a:lnTo>
                  <a:cubicBezTo>
                    <a:pt x="2584" y="3787"/>
                    <a:pt x="2596" y="3810"/>
                    <a:pt x="2596" y="3834"/>
                  </a:cubicBezTo>
                  <a:cubicBezTo>
                    <a:pt x="3251" y="3560"/>
                    <a:pt x="3894" y="3298"/>
                    <a:pt x="4537" y="3037"/>
                  </a:cubicBezTo>
                  <a:lnTo>
                    <a:pt x="4501" y="2989"/>
                  </a:lnTo>
                  <a:cubicBezTo>
                    <a:pt x="4489" y="2941"/>
                    <a:pt x="4466" y="2906"/>
                    <a:pt x="4454" y="2858"/>
                  </a:cubicBezTo>
                  <a:cubicBezTo>
                    <a:pt x="4418" y="2798"/>
                    <a:pt x="4394" y="2727"/>
                    <a:pt x="4370" y="2667"/>
                  </a:cubicBezTo>
                  <a:cubicBezTo>
                    <a:pt x="4370" y="2656"/>
                    <a:pt x="4370" y="2644"/>
                    <a:pt x="4358" y="2632"/>
                  </a:cubicBezTo>
                  <a:cubicBezTo>
                    <a:pt x="4358" y="2620"/>
                    <a:pt x="4358" y="2608"/>
                    <a:pt x="4347" y="2608"/>
                  </a:cubicBezTo>
                  <a:cubicBezTo>
                    <a:pt x="4335" y="2572"/>
                    <a:pt x="4323" y="2536"/>
                    <a:pt x="4311" y="2513"/>
                  </a:cubicBezTo>
                  <a:cubicBezTo>
                    <a:pt x="4245" y="2390"/>
                    <a:pt x="4343" y="2284"/>
                    <a:pt x="4445" y="2284"/>
                  </a:cubicBezTo>
                  <a:cubicBezTo>
                    <a:pt x="4492" y="2284"/>
                    <a:pt x="4539" y="2306"/>
                    <a:pt x="4573" y="2358"/>
                  </a:cubicBezTo>
                  <a:lnTo>
                    <a:pt x="4620" y="2453"/>
                  </a:lnTo>
                  <a:lnTo>
                    <a:pt x="4632" y="2465"/>
                  </a:lnTo>
                  <a:lnTo>
                    <a:pt x="4632" y="2477"/>
                  </a:lnTo>
                  <a:lnTo>
                    <a:pt x="4656" y="2501"/>
                  </a:lnTo>
                  <a:cubicBezTo>
                    <a:pt x="4692" y="2548"/>
                    <a:pt x="4739" y="2608"/>
                    <a:pt x="4775" y="2656"/>
                  </a:cubicBezTo>
                  <a:cubicBezTo>
                    <a:pt x="4835" y="2715"/>
                    <a:pt x="4882" y="2775"/>
                    <a:pt x="4930" y="2846"/>
                  </a:cubicBezTo>
                  <a:cubicBezTo>
                    <a:pt x="4930" y="2858"/>
                    <a:pt x="4942" y="2858"/>
                    <a:pt x="4942" y="2870"/>
                  </a:cubicBezTo>
                  <a:lnTo>
                    <a:pt x="6430" y="2263"/>
                  </a:lnTo>
                  <a:cubicBezTo>
                    <a:pt x="6406" y="2215"/>
                    <a:pt x="6371" y="2167"/>
                    <a:pt x="6347" y="2120"/>
                  </a:cubicBezTo>
                  <a:lnTo>
                    <a:pt x="6287" y="1977"/>
                  </a:lnTo>
                  <a:lnTo>
                    <a:pt x="6275" y="1953"/>
                  </a:lnTo>
                  <a:cubicBezTo>
                    <a:pt x="6275" y="1941"/>
                    <a:pt x="6275" y="1941"/>
                    <a:pt x="6275" y="1941"/>
                  </a:cubicBezTo>
                  <a:cubicBezTo>
                    <a:pt x="6275" y="1941"/>
                    <a:pt x="6275" y="1929"/>
                    <a:pt x="6275" y="1929"/>
                  </a:cubicBezTo>
                  <a:cubicBezTo>
                    <a:pt x="6275" y="1917"/>
                    <a:pt x="6263" y="1894"/>
                    <a:pt x="6252" y="1882"/>
                  </a:cubicBezTo>
                  <a:cubicBezTo>
                    <a:pt x="6228" y="1798"/>
                    <a:pt x="6204" y="1727"/>
                    <a:pt x="6180" y="1655"/>
                  </a:cubicBezTo>
                  <a:cubicBezTo>
                    <a:pt x="6156" y="1560"/>
                    <a:pt x="6216" y="1465"/>
                    <a:pt x="6311" y="1429"/>
                  </a:cubicBezTo>
                  <a:cubicBezTo>
                    <a:pt x="6321" y="1426"/>
                    <a:pt x="6332" y="1425"/>
                    <a:pt x="6344" y="1425"/>
                  </a:cubicBezTo>
                  <a:cubicBezTo>
                    <a:pt x="6377" y="1425"/>
                    <a:pt x="6416" y="1436"/>
                    <a:pt x="6442" y="1453"/>
                  </a:cubicBezTo>
                  <a:cubicBezTo>
                    <a:pt x="6478" y="1477"/>
                    <a:pt x="6513" y="1513"/>
                    <a:pt x="6525" y="1560"/>
                  </a:cubicBezTo>
                  <a:cubicBezTo>
                    <a:pt x="6525" y="1572"/>
                    <a:pt x="6537" y="1596"/>
                    <a:pt x="6537" y="1596"/>
                  </a:cubicBezTo>
                  <a:cubicBezTo>
                    <a:pt x="6537" y="1596"/>
                    <a:pt x="6549" y="1608"/>
                    <a:pt x="6549" y="1620"/>
                  </a:cubicBezTo>
                  <a:cubicBezTo>
                    <a:pt x="6573" y="1655"/>
                    <a:pt x="6585" y="1691"/>
                    <a:pt x="6609" y="1727"/>
                  </a:cubicBezTo>
                  <a:lnTo>
                    <a:pt x="6633" y="1763"/>
                  </a:lnTo>
                  <a:cubicBezTo>
                    <a:pt x="6633" y="1774"/>
                    <a:pt x="6644" y="1786"/>
                    <a:pt x="6644" y="1786"/>
                  </a:cubicBezTo>
                  <a:lnTo>
                    <a:pt x="6704" y="1858"/>
                  </a:lnTo>
                  <a:cubicBezTo>
                    <a:pt x="6752" y="1917"/>
                    <a:pt x="6799" y="1965"/>
                    <a:pt x="6859" y="2013"/>
                  </a:cubicBezTo>
                  <a:cubicBezTo>
                    <a:pt x="6871" y="2036"/>
                    <a:pt x="6883" y="2048"/>
                    <a:pt x="6906" y="2072"/>
                  </a:cubicBezTo>
                  <a:lnTo>
                    <a:pt x="8669" y="1346"/>
                  </a:lnTo>
                  <a:cubicBezTo>
                    <a:pt x="8645" y="1334"/>
                    <a:pt x="8621" y="1310"/>
                    <a:pt x="8597" y="1274"/>
                  </a:cubicBezTo>
                  <a:cubicBezTo>
                    <a:pt x="8561" y="1215"/>
                    <a:pt x="8526" y="1143"/>
                    <a:pt x="8490" y="1072"/>
                  </a:cubicBezTo>
                  <a:cubicBezTo>
                    <a:pt x="8418" y="917"/>
                    <a:pt x="8359" y="751"/>
                    <a:pt x="8311" y="584"/>
                  </a:cubicBezTo>
                  <a:cubicBezTo>
                    <a:pt x="8288" y="465"/>
                    <a:pt x="8359" y="358"/>
                    <a:pt x="8466" y="322"/>
                  </a:cubicBezTo>
                  <a:lnTo>
                    <a:pt x="8335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41"/>
            <p:cNvSpPr/>
            <p:nvPr/>
          </p:nvSpPr>
          <p:spPr>
            <a:xfrm>
              <a:off x="3650300" y="1504025"/>
              <a:ext cx="294425" cy="149150"/>
            </a:xfrm>
            <a:custGeom>
              <a:avLst/>
              <a:gdLst/>
              <a:ahLst/>
              <a:cxnLst/>
              <a:rect l="l" t="t" r="r" b="b"/>
              <a:pathLst>
                <a:path w="11777" h="5966" extrusionOk="0">
                  <a:moveTo>
                    <a:pt x="11467" y="1"/>
                  </a:moveTo>
                  <a:cubicBezTo>
                    <a:pt x="11121" y="143"/>
                    <a:pt x="10776" y="286"/>
                    <a:pt x="10431" y="429"/>
                  </a:cubicBezTo>
                  <a:cubicBezTo>
                    <a:pt x="8645" y="1167"/>
                    <a:pt x="6883" y="1918"/>
                    <a:pt x="5109" y="2668"/>
                  </a:cubicBezTo>
                  <a:cubicBezTo>
                    <a:pt x="4251" y="3025"/>
                    <a:pt x="3394" y="3394"/>
                    <a:pt x="2537" y="3751"/>
                  </a:cubicBezTo>
                  <a:cubicBezTo>
                    <a:pt x="1703" y="4120"/>
                    <a:pt x="858" y="4442"/>
                    <a:pt x="1" y="4715"/>
                  </a:cubicBezTo>
                  <a:cubicBezTo>
                    <a:pt x="132" y="5132"/>
                    <a:pt x="251" y="5549"/>
                    <a:pt x="370" y="5966"/>
                  </a:cubicBezTo>
                  <a:cubicBezTo>
                    <a:pt x="1430" y="5549"/>
                    <a:pt x="2489" y="5120"/>
                    <a:pt x="3549" y="4692"/>
                  </a:cubicBezTo>
                  <a:cubicBezTo>
                    <a:pt x="3525" y="4656"/>
                    <a:pt x="3513" y="4608"/>
                    <a:pt x="3501" y="4561"/>
                  </a:cubicBezTo>
                  <a:cubicBezTo>
                    <a:pt x="3466" y="4394"/>
                    <a:pt x="3430" y="4251"/>
                    <a:pt x="3382" y="4096"/>
                  </a:cubicBezTo>
                  <a:cubicBezTo>
                    <a:pt x="3359" y="4027"/>
                    <a:pt x="3422" y="3972"/>
                    <a:pt x="3485" y="3972"/>
                  </a:cubicBezTo>
                  <a:cubicBezTo>
                    <a:pt x="3518" y="3972"/>
                    <a:pt x="3552" y="3988"/>
                    <a:pt x="3573" y="4025"/>
                  </a:cubicBezTo>
                  <a:cubicBezTo>
                    <a:pt x="3632" y="4168"/>
                    <a:pt x="3704" y="4311"/>
                    <a:pt x="3787" y="4442"/>
                  </a:cubicBezTo>
                  <a:cubicBezTo>
                    <a:pt x="3811" y="4477"/>
                    <a:pt x="3835" y="4525"/>
                    <a:pt x="3847" y="4573"/>
                  </a:cubicBezTo>
                  <a:cubicBezTo>
                    <a:pt x="4335" y="4382"/>
                    <a:pt x="4811" y="4180"/>
                    <a:pt x="5287" y="3989"/>
                  </a:cubicBezTo>
                  <a:cubicBezTo>
                    <a:pt x="5263" y="3930"/>
                    <a:pt x="5228" y="3870"/>
                    <a:pt x="5204" y="3823"/>
                  </a:cubicBezTo>
                  <a:cubicBezTo>
                    <a:pt x="5144" y="3680"/>
                    <a:pt x="5121" y="3525"/>
                    <a:pt x="5109" y="3370"/>
                  </a:cubicBezTo>
                  <a:cubicBezTo>
                    <a:pt x="5109" y="3311"/>
                    <a:pt x="5156" y="3251"/>
                    <a:pt x="5228" y="3251"/>
                  </a:cubicBezTo>
                  <a:cubicBezTo>
                    <a:pt x="5235" y="3249"/>
                    <a:pt x="5243" y="3249"/>
                    <a:pt x="5251" y="3249"/>
                  </a:cubicBezTo>
                  <a:cubicBezTo>
                    <a:pt x="5302" y="3249"/>
                    <a:pt x="5348" y="3283"/>
                    <a:pt x="5359" y="3334"/>
                  </a:cubicBezTo>
                  <a:cubicBezTo>
                    <a:pt x="5371" y="3370"/>
                    <a:pt x="5382" y="3430"/>
                    <a:pt x="5382" y="3442"/>
                  </a:cubicBezTo>
                  <a:cubicBezTo>
                    <a:pt x="5394" y="3453"/>
                    <a:pt x="5394" y="3489"/>
                    <a:pt x="5394" y="3489"/>
                  </a:cubicBezTo>
                  <a:lnTo>
                    <a:pt x="5394" y="3513"/>
                  </a:lnTo>
                  <a:cubicBezTo>
                    <a:pt x="5394" y="3513"/>
                    <a:pt x="5394" y="3525"/>
                    <a:pt x="5394" y="3525"/>
                  </a:cubicBezTo>
                  <a:cubicBezTo>
                    <a:pt x="5394" y="3525"/>
                    <a:pt x="5394" y="3537"/>
                    <a:pt x="5394" y="3537"/>
                  </a:cubicBezTo>
                  <a:cubicBezTo>
                    <a:pt x="5406" y="3549"/>
                    <a:pt x="5406" y="3549"/>
                    <a:pt x="5406" y="3561"/>
                  </a:cubicBezTo>
                  <a:cubicBezTo>
                    <a:pt x="5418" y="3572"/>
                    <a:pt x="5430" y="3584"/>
                    <a:pt x="5430" y="3608"/>
                  </a:cubicBezTo>
                  <a:lnTo>
                    <a:pt x="5490" y="3692"/>
                  </a:lnTo>
                  <a:cubicBezTo>
                    <a:pt x="5490" y="3692"/>
                    <a:pt x="5502" y="3703"/>
                    <a:pt x="5502" y="3703"/>
                  </a:cubicBezTo>
                  <a:cubicBezTo>
                    <a:pt x="5513" y="3715"/>
                    <a:pt x="5525" y="3727"/>
                    <a:pt x="5525" y="3739"/>
                  </a:cubicBezTo>
                  <a:cubicBezTo>
                    <a:pt x="5549" y="3763"/>
                    <a:pt x="5573" y="3787"/>
                    <a:pt x="5597" y="3811"/>
                  </a:cubicBezTo>
                  <a:lnTo>
                    <a:pt x="5633" y="3846"/>
                  </a:lnTo>
                  <a:lnTo>
                    <a:pt x="6597" y="3453"/>
                  </a:lnTo>
                  <a:lnTo>
                    <a:pt x="6811" y="3358"/>
                  </a:lnTo>
                  <a:cubicBezTo>
                    <a:pt x="6728" y="3203"/>
                    <a:pt x="6656" y="3049"/>
                    <a:pt x="6585" y="2882"/>
                  </a:cubicBezTo>
                  <a:cubicBezTo>
                    <a:pt x="6537" y="2810"/>
                    <a:pt x="6573" y="2703"/>
                    <a:pt x="6645" y="2656"/>
                  </a:cubicBezTo>
                  <a:cubicBezTo>
                    <a:pt x="6670" y="2645"/>
                    <a:pt x="6697" y="2639"/>
                    <a:pt x="6724" y="2639"/>
                  </a:cubicBezTo>
                  <a:cubicBezTo>
                    <a:pt x="6782" y="2639"/>
                    <a:pt x="6838" y="2666"/>
                    <a:pt x="6871" y="2715"/>
                  </a:cubicBezTo>
                  <a:cubicBezTo>
                    <a:pt x="6978" y="2882"/>
                    <a:pt x="7085" y="3049"/>
                    <a:pt x="7192" y="3203"/>
                  </a:cubicBezTo>
                  <a:cubicBezTo>
                    <a:pt x="7692" y="3001"/>
                    <a:pt x="8180" y="2799"/>
                    <a:pt x="8681" y="2596"/>
                  </a:cubicBezTo>
                  <a:cubicBezTo>
                    <a:pt x="8597" y="2406"/>
                    <a:pt x="8526" y="2215"/>
                    <a:pt x="8478" y="2001"/>
                  </a:cubicBezTo>
                  <a:cubicBezTo>
                    <a:pt x="8454" y="1918"/>
                    <a:pt x="8502" y="1834"/>
                    <a:pt x="8573" y="1798"/>
                  </a:cubicBezTo>
                  <a:cubicBezTo>
                    <a:pt x="8594" y="1793"/>
                    <a:pt x="8616" y="1790"/>
                    <a:pt x="8637" y="1790"/>
                  </a:cubicBezTo>
                  <a:cubicBezTo>
                    <a:pt x="8701" y="1790"/>
                    <a:pt x="8761" y="1816"/>
                    <a:pt x="8788" y="1870"/>
                  </a:cubicBezTo>
                  <a:cubicBezTo>
                    <a:pt x="8883" y="2060"/>
                    <a:pt x="8990" y="2251"/>
                    <a:pt x="9109" y="2418"/>
                  </a:cubicBezTo>
                  <a:lnTo>
                    <a:pt x="10300" y="1929"/>
                  </a:lnTo>
                  <a:cubicBezTo>
                    <a:pt x="10288" y="1882"/>
                    <a:pt x="10264" y="1822"/>
                    <a:pt x="10252" y="1775"/>
                  </a:cubicBezTo>
                  <a:lnTo>
                    <a:pt x="10228" y="1679"/>
                  </a:lnTo>
                  <a:cubicBezTo>
                    <a:pt x="10216" y="1667"/>
                    <a:pt x="10216" y="1656"/>
                    <a:pt x="10216" y="1644"/>
                  </a:cubicBezTo>
                  <a:lnTo>
                    <a:pt x="10216" y="1632"/>
                  </a:lnTo>
                  <a:cubicBezTo>
                    <a:pt x="10181" y="1572"/>
                    <a:pt x="10157" y="1525"/>
                    <a:pt x="10133" y="1465"/>
                  </a:cubicBezTo>
                  <a:cubicBezTo>
                    <a:pt x="10097" y="1406"/>
                    <a:pt x="10121" y="1322"/>
                    <a:pt x="10181" y="1275"/>
                  </a:cubicBezTo>
                  <a:cubicBezTo>
                    <a:pt x="10204" y="1263"/>
                    <a:pt x="10228" y="1258"/>
                    <a:pt x="10251" y="1258"/>
                  </a:cubicBezTo>
                  <a:cubicBezTo>
                    <a:pt x="10301" y="1258"/>
                    <a:pt x="10347" y="1282"/>
                    <a:pt x="10371" y="1322"/>
                  </a:cubicBezTo>
                  <a:cubicBezTo>
                    <a:pt x="10407" y="1382"/>
                    <a:pt x="10431" y="1441"/>
                    <a:pt x="10466" y="1489"/>
                  </a:cubicBezTo>
                  <a:cubicBezTo>
                    <a:pt x="10490" y="1548"/>
                    <a:pt x="10526" y="1596"/>
                    <a:pt x="10574" y="1644"/>
                  </a:cubicBezTo>
                  <a:cubicBezTo>
                    <a:pt x="10609" y="1691"/>
                    <a:pt x="10645" y="1739"/>
                    <a:pt x="10669" y="1787"/>
                  </a:cubicBezTo>
                  <a:lnTo>
                    <a:pt x="10669" y="1798"/>
                  </a:lnTo>
                  <a:lnTo>
                    <a:pt x="11776" y="1358"/>
                  </a:lnTo>
                  <a:cubicBezTo>
                    <a:pt x="11764" y="1310"/>
                    <a:pt x="11752" y="1275"/>
                    <a:pt x="11740" y="1227"/>
                  </a:cubicBezTo>
                  <a:cubicBezTo>
                    <a:pt x="11693" y="1132"/>
                    <a:pt x="11657" y="1036"/>
                    <a:pt x="11621" y="953"/>
                  </a:cubicBezTo>
                  <a:cubicBezTo>
                    <a:pt x="11586" y="858"/>
                    <a:pt x="11562" y="786"/>
                    <a:pt x="11526" y="715"/>
                  </a:cubicBezTo>
                  <a:cubicBezTo>
                    <a:pt x="11502" y="608"/>
                    <a:pt x="11562" y="501"/>
                    <a:pt x="11657" y="453"/>
                  </a:cubicBezTo>
                  <a:lnTo>
                    <a:pt x="11467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41"/>
            <p:cNvSpPr/>
            <p:nvPr/>
          </p:nvSpPr>
          <p:spPr>
            <a:xfrm>
              <a:off x="3494625" y="1146100"/>
              <a:ext cx="913850" cy="527775"/>
            </a:xfrm>
            <a:custGeom>
              <a:avLst/>
              <a:gdLst/>
              <a:ahLst/>
              <a:cxnLst/>
              <a:rect l="l" t="t" r="r" b="b"/>
              <a:pathLst>
                <a:path w="36554" h="21111" extrusionOk="0">
                  <a:moveTo>
                    <a:pt x="477" y="352"/>
                  </a:moveTo>
                  <a:lnTo>
                    <a:pt x="477" y="352"/>
                  </a:lnTo>
                  <a:cubicBezTo>
                    <a:pt x="1489" y="673"/>
                    <a:pt x="2585" y="792"/>
                    <a:pt x="3620" y="1006"/>
                  </a:cubicBezTo>
                  <a:cubicBezTo>
                    <a:pt x="4811" y="1245"/>
                    <a:pt x="6002" y="1483"/>
                    <a:pt x="7192" y="1733"/>
                  </a:cubicBezTo>
                  <a:cubicBezTo>
                    <a:pt x="9526" y="2209"/>
                    <a:pt x="11860" y="2697"/>
                    <a:pt x="14181" y="3221"/>
                  </a:cubicBezTo>
                  <a:cubicBezTo>
                    <a:pt x="18884" y="4257"/>
                    <a:pt x="23563" y="5364"/>
                    <a:pt x="28231" y="6555"/>
                  </a:cubicBezTo>
                  <a:cubicBezTo>
                    <a:pt x="29719" y="6936"/>
                    <a:pt x="31195" y="7341"/>
                    <a:pt x="32672" y="7733"/>
                  </a:cubicBezTo>
                  <a:cubicBezTo>
                    <a:pt x="25742" y="10639"/>
                    <a:pt x="18848" y="13615"/>
                    <a:pt x="11883" y="16461"/>
                  </a:cubicBezTo>
                  <a:cubicBezTo>
                    <a:pt x="10883" y="16877"/>
                    <a:pt x="9871" y="17282"/>
                    <a:pt x="8859" y="17699"/>
                  </a:cubicBezTo>
                  <a:cubicBezTo>
                    <a:pt x="7954" y="18080"/>
                    <a:pt x="7037" y="18437"/>
                    <a:pt x="6168" y="18902"/>
                  </a:cubicBezTo>
                  <a:cubicBezTo>
                    <a:pt x="5549" y="16818"/>
                    <a:pt x="4906" y="14734"/>
                    <a:pt x="4287" y="12651"/>
                  </a:cubicBezTo>
                  <a:cubicBezTo>
                    <a:pt x="3489" y="9972"/>
                    <a:pt x="2680" y="7281"/>
                    <a:pt x="1846" y="4614"/>
                  </a:cubicBezTo>
                  <a:cubicBezTo>
                    <a:pt x="1406" y="3185"/>
                    <a:pt x="941" y="1768"/>
                    <a:pt x="477" y="352"/>
                  </a:cubicBezTo>
                  <a:close/>
                  <a:moveTo>
                    <a:pt x="33291" y="7888"/>
                  </a:moveTo>
                  <a:cubicBezTo>
                    <a:pt x="34053" y="8091"/>
                    <a:pt x="34803" y="8281"/>
                    <a:pt x="35553" y="8472"/>
                  </a:cubicBezTo>
                  <a:cubicBezTo>
                    <a:pt x="34624" y="8853"/>
                    <a:pt x="33684" y="9246"/>
                    <a:pt x="32743" y="9627"/>
                  </a:cubicBezTo>
                  <a:cubicBezTo>
                    <a:pt x="32695" y="9412"/>
                    <a:pt x="32636" y="9198"/>
                    <a:pt x="32576" y="8984"/>
                  </a:cubicBezTo>
                  <a:cubicBezTo>
                    <a:pt x="32555" y="8896"/>
                    <a:pt x="32473" y="8839"/>
                    <a:pt x="32377" y="8839"/>
                  </a:cubicBezTo>
                  <a:cubicBezTo>
                    <a:pt x="32368" y="8839"/>
                    <a:pt x="32359" y="8840"/>
                    <a:pt x="32350" y="8841"/>
                  </a:cubicBezTo>
                  <a:cubicBezTo>
                    <a:pt x="32243" y="8853"/>
                    <a:pt x="32160" y="8948"/>
                    <a:pt x="32160" y="9055"/>
                  </a:cubicBezTo>
                  <a:cubicBezTo>
                    <a:pt x="32183" y="9305"/>
                    <a:pt x="32207" y="9567"/>
                    <a:pt x="32255" y="9829"/>
                  </a:cubicBezTo>
                  <a:cubicBezTo>
                    <a:pt x="31755" y="10031"/>
                    <a:pt x="31255" y="10234"/>
                    <a:pt x="30755" y="10436"/>
                  </a:cubicBezTo>
                  <a:lnTo>
                    <a:pt x="30743" y="10412"/>
                  </a:lnTo>
                  <a:cubicBezTo>
                    <a:pt x="30707" y="10353"/>
                    <a:pt x="30671" y="10305"/>
                    <a:pt x="30648" y="10234"/>
                  </a:cubicBezTo>
                  <a:cubicBezTo>
                    <a:pt x="30612" y="10139"/>
                    <a:pt x="30588" y="10043"/>
                    <a:pt x="30576" y="9936"/>
                  </a:cubicBezTo>
                  <a:cubicBezTo>
                    <a:pt x="30552" y="9877"/>
                    <a:pt x="30529" y="9829"/>
                    <a:pt x="30481" y="9805"/>
                  </a:cubicBezTo>
                  <a:cubicBezTo>
                    <a:pt x="30433" y="9781"/>
                    <a:pt x="30386" y="9781"/>
                    <a:pt x="30338" y="9781"/>
                  </a:cubicBezTo>
                  <a:cubicBezTo>
                    <a:pt x="30243" y="9793"/>
                    <a:pt x="30159" y="9888"/>
                    <a:pt x="30159" y="9984"/>
                  </a:cubicBezTo>
                  <a:cubicBezTo>
                    <a:pt x="30171" y="10139"/>
                    <a:pt x="30195" y="10293"/>
                    <a:pt x="30231" y="10436"/>
                  </a:cubicBezTo>
                  <a:cubicBezTo>
                    <a:pt x="30243" y="10496"/>
                    <a:pt x="30267" y="10567"/>
                    <a:pt x="30290" y="10627"/>
                  </a:cubicBezTo>
                  <a:cubicBezTo>
                    <a:pt x="29731" y="10853"/>
                    <a:pt x="29171" y="11079"/>
                    <a:pt x="28612" y="11305"/>
                  </a:cubicBezTo>
                  <a:cubicBezTo>
                    <a:pt x="28612" y="11305"/>
                    <a:pt x="28612" y="11293"/>
                    <a:pt x="28612" y="11293"/>
                  </a:cubicBezTo>
                  <a:cubicBezTo>
                    <a:pt x="28588" y="11258"/>
                    <a:pt x="28552" y="11222"/>
                    <a:pt x="28528" y="11186"/>
                  </a:cubicBezTo>
                  <a:lnTo>
                    <a:pt x="28516" y="11186"/>
                  </a:lnTo>
                  <a:cubicBezTo>
                    <a:pt x="28504" y="11162"/>
                    <a:pt x="28493" y="11151"/>
                    <a:pt x="28481" y="11139"/>
                  </a:cubicBezTo>
                  <a:cubicBezTo>
                    <a:pt x="28469" y="11115"/>
                    <a:pt x="28457" y="11103"/>
                    <a:pt x="28445" y="11079"/>
                  </a:cubicBezTo>
                  <a:cubicBezTo>
                    <a:pt x="28433" y="11067"/>
                    <a:pt x="28433" y="11055"/>
                    <a:pt x="28421" y="11043"/>
                  </a:cubicBezTo>
                  <a:lnTo>
                    <a:pt x="28421" y="11031"/>
                  </a:lnTo>
                  <a:lnTo>
                    <a:pt x="28421" y="11020"/>
                  </a:lnTo>
                  <a:cubicBezTo>
                    <a:pt x="28421" y="11008"/>
                    <a:pt x="28421" y="10996"/>
                    <a:pt x="28421" y="10984"/>
                  </a:cubicBezTo>
                  <a:cubicBezTo>
                    <a:pt x="28421" y="10972"/>
                    <a:pt x="28421" y="10960"/>
                    <a:pt x="28421" y="10948"/>
                  </a:cubicBezTo>
                  <a:cubicBezTo>
                    <a:pt x="28409" y="10912"/>
                    <a:pt x="28409" y="10865"/>
                    <a:pt x="28421" y="10817"/>
                  </a:cubicBezTo>
                  <a:cubicBezTo>
                    <a:pt x="28421" y="10734"/>
                    <a:pt x="28362" y="10674"/>
                    <a:pt x="28290" y="10662"/>
                  </a:cubicBezTo>
                  <a:cubicBezTo>
                    <a:pt x="28282" y="10661"/>
                    <a:pt x="28273" y="10661"/>
                    <a:pt x="28265" y="10661"/>
                  </a:cubicBezTo>
                  <a:cubicBezTo>
                    <a:pt x="28193" y="10661"/>
                    <a:pt x="28133" y="10705"/>
                    <a:pt x="28112" y="10770"/>
                  </a:cubicBezTo>
                  <a:cubicBezTo>
                    <a:pt x="28100" y="10853"/>
                    <a:pt x="28100" y="10924"/>
                    <a:pt x="28100" y="11008"/>
                  </a:cubicBezTo>
                  <a:lnTo>
                    <a:pt x="28100" y="11055"/>
                  </a:lnTo>
                  <a:cubicBezTo>
                    <a:pt x="28100" y="11067"/>
                    <a:pt x="28100" y="11091"/>
                    <a:pt x="28100" y="11103"/>
                  </a:cubicBezTo>
                  <a:lnTo>
                    <a:pt x="28100" y="11139"/>
                  </a:lnTo>
                  <a:cubicBezTo>
                    <a:pt x="28112" y="11174"/>
                    <a:pt x="28112" y="11198"/>
                    <a:pt x="28112" y="11234"/>
                  </a:cubicBezTo>
                  <a:cubicBezTo>
                    <a:pt x="28123" y="11317"/>
                    <a:pt x="28147" y="11389"/>
                    <a:pt x="28183" y="11460"/>
                  </a:cubicBezTo>
                  <a:cubicBezTo>
                    <a:pt x="28195" y="11472"/>
                    <a:pt x="28207" y="11484"/>
                    <a:pt x="28207" y="11496"/>
                  </a:cubicBezTo>
                  <a:lnTo>
                    <a:pt x="26826" y="12055"/>
                  </a:lnTo>
                  <a:cubicBezTo>
                    <a:pt x="26826" y="12044"/>
                    <a:pt x="26826" y="12044"/>
                    <a:pt x="26814" y="12020"/>
                  </a:cubicBezTo>
                  <a:cubicBezTo>
                    <a:pt x="26790" y="11996"/>
                    <a:pt x="26778" y="11972"/>
                    <a:pt x="26754" y="11948"/>
                  </a:cubicBezTo>
                  <a:cubicBezTo>
                    <a:pt x="26719" y="11901"/>
                    <a:pt x="26683" y="11853"/>
                    <a:pt x="26635" y="11805"/>
                  </a:cubicBezTo>
                  <a:cubicBezTo>
                    <a:pt x="26588" y="11734"/>
                    <a:pt x="26540" y="11663"/>
                    <a:pt x="26492" y="11591"/>
                  </a:cubicBezTo>
                  <a:cubicBezTo>
                    <a:pt x="26480" y="11567"/>
                    <a:pt x="26468" y="11555"/>
                    <a:pt x="26457" y="11532"/>
                  </a:cubicBezTo>
                  <a:lnTo>
                    <a:pt x="26457" y="11520"/>
                  </a:lnTo>
                  <a:lnTo>
                    <a:pt x="26457" y="11508"/>
                  </a:lnTo>
                  <a:cubicBezTo>
                    <a:pt x="26445" y="11472"/>
                    <a:pt x="26433" y="11424"/>
                    <a:pt x="26421" y="11389"/>
                  </a:cubicBezTo>
                  <a:cubicBezTo>
                    <a:pt x="26387" y="11278"/>
                    <a:pt x="26300" y="11229"/>
                    <a:pt x="26214" y="11229"/>
                  </a:cubicBezTo>
                  <a:cubicBezTo>
                    <a:pt x="26087" y="11229"/>
                    <a:pt x="25962" y="11333"/>
                    <a:pt x="26004" y="11496"/>
                  </a:cubicBezTo>
                  <a:cubicBezTo>
                    <a:pt x="26052" y="11663"/>
                    <a:pt x="26111" y="11829"/>
                    <a:pt x="26183" y="11984"/>
                  </a:cubicBezTo>
                  <a:cubicBezTo>
                    <a:pt x="26218" y="12055"/>
                    <a:pt x="26254" y="12127"/>
                    <a:pt x="26290" y="12198"/>
                  </a:cubicBezTo>
                  <a:cubicBezTo>
                    <a:pt x="26302" y="12222"/>
                    <a:pt x="26326" y="12246"/>
                    <a:pt x="26349" y="12270"/>
                  </a:cubicBezTo>
                  <a:lnTo>
                    <a:pt x="24575" y="12984"/>
                  </a:lnTo>
                  <a:cubicBezTo>
                    <a:pt x="24563" y="12972"/>
                    <a:pt x="24552" y="12948"/>
                    <a:pt x="24528" y="12936"/>
                  </a:cubicBezTo>
                  <a:cubicBezTo>
                    <a:pt x="24480" y="12877"/>
                    <a:pt x="24433" y="12829"/>
                    <a:pt x="24385" y="12770"/>
                  </a:cubicBezTo>
                  <a:lnTo>
                    <a:pt x="24325" y="12698"/>
                  </a:lnTo>
                  <a:cubicBezTo>
                    <a:pt x="24325" y="12698"/>
                    <a:pt x="24313" y="12686"/>
                    <a:pt x="24313" y="12686"/>
                  </a:cubicBezTo>
                  <a:lnTo>
                    <a:pt x="24278" y="12639"/>
                  </a:lnTo>
                  <a:cubicBezTo>
                    <a:pt x="24266" y="12603"/>
                    <a:pt x="24242" y="12567"/>
                    <a:pt x="24230" y="12532"/>
                  </a:cubicBezTo>
                  <a:cubicBezTo>
                    <a:pt x="24230" y="12532"/>
                    <a:pt x="24218" y="12520"/>
                    <a:pt x="24218" y="12508"/>
                  </a:cubicBezTo>
                  <a:cubicBezTo>
                    <a:pt x="24218" y="12496"/>
                    <a:pt x="24206" y="12484"/>
                    <a:pt x="24206" y="12472"/>
                  </a:cubicBezTo>
                  <a:cubicBezTo>
                    <a:pt x="24194" y="12425"/>
                    <a:pt x="24159" y="12389"/>
                    <a:pt x="24123" y="12365"/>
                  </a:cubicBezTo>
                  <a:cubicBezTo>
                    <a:pt x="24101" y="12350"/>
                    <a:pt x="24070" y="12340"/>
                    <a:pt x="24038" y="12340"/>
                  </a:cubicBezTo>
                  <a:cubicBezTo>
                    <a:pt x="24018" y="12340"/>
                    <a:pt x="23998" y="12344"/>
                    <a:pt x="23980" y="12353"/>
                  </a:cubicBezTo>
                  <a:cubicBezTo>
                    <a:pt x="23897" y="12377"/>
                    <a:pt x="23837" y="12472"/>
                    <a:pt x="23861" y="12567"/>
                  </a:cubicBezTo>
                  <a:cubicBezTo>
                    <a:pt x="23885" y="12639"/>
                    <a:pt x="23909" y="12722"/>
                    <a:pt x="23932" y="12794"/>
                  </a:cubicBezTo>
                  <a:cubicBezTo>
                    <a:pt x="23944" y="12806"/>
                    <a:pt x="23956" y="12829"/>
                    <a:pt x="23956" y="12853"/>
                  </a:cubicBezTo>
                  <a:lnTo>
                    <a:pt x="23956" y="12865"/>
                  </a:lnTo>
                  <a:lnTo>
                    <a:pt x="23968" y="12877"/>
                  </a:lnTo>
                  <a:lnTo>
                    <a:pt x="24028" y="13032"/>
                  </a:lnTo>
                  <a:cubicBezTo>
                    <a:pt x="24063" y="13079"/>
                    <a:pt x="24087" y="13127"/>
                    <a:pt x="24111" y="13163"/>
                  </a:cubicBezTo>
                  <a:lnTo>
                    <a:pt x="22623" y="13770"/>
                  </a:lnTo>
                  <a:cubicBezTo>
                    <a:pt x="22623" y="13770"/>
                    <a:pt x="22623" y="13758"/>
                    <a:pt x="22611" y="13758"/>
                  </a:cubicBezTo>
                  <a:cubicBezTo>
                    <a:pt x="22575" y="13687"/>
                    <a:pt x="22516" y="13615"/>
                    <a:pt x="22468" y="13556"/>
                  </a:cubicBezTo>
                  <a:cubicBezTo>
                    <a:pt x="22420" y="13508"/>
                    <a:pt x="22385" y="13460"/>
                    <a:pt x="22337" y="13413"/>
                  </a:cubicBezTo>
                  <a:lnTo>
                    <a:pt x="22325" y="13389"/>
                  </a:lnTo>
                  <a:cubicBezTo>
                    <a:pt x="22325" y="13377"/>
                    <a:pt x="22289" y="13377"/>
                    <a:pt x="22289" y="13377"/>
                  </a:cubicBezTo>
                  <a:lnTo>
                    <a:pt x="22277" y="13365"/>
                  </a:lnTo>
                  <a:lnTo>
                    <a:pt x="22218" y="13270"/>
                  </a:lnTo>
                  <a:cubicBezTo>
                    <a:pt x="22188" y="13218"/>
                    <a:pt x="22142" y="13196"/>
                    <a:pt x="22096" y="13196"/>
                  </a:cubicBezTo>
                  <a:cubicBezTo>
                    <a:pt x="21995" y="13196"/>
                    <a:pt x="21894" y="13302"/>
                    <a:pt x="21968" y="13425"/>
                  </a:cubicBezTo>
                  <a:cubicBezTo>
                    <a:pt x="21980" y="13448"/>
                    <a:pt x="21992" y="13484"/>
                    <a:pt x="22004" y="13520"/>
                  </a:cubicBezTo>
                  <a:cubicBezTo>
                    <a:pt x="22004" y="13520"/>
                    <a:pt x="22016" y="13532"/>
                    <a:pt x="22016" y="13544"/>
                  </a:cubicBezTo>
                  <a:cubicBezTo>
                    <a:pt x="22016" y="13556"/>
                    <a:pt x="22027" y="13568"/>
                    <a:pt x="22027" y="13579"/>
                  </a:cubicBezTo>
                  <a:cubicBezTo>
                    <a:pt x="22051" y="13639"/>
                    <a:pt x="22075" y="13710"/>
                    <a:pt x="22099" y="13770"/>
                  </a:cubicBezTo>
                  <a:cubicBezTo>
                    <a:pt x="22123" y="13818"/>
                    <a:pt x="22135" y="13853"/>
                    <a:pt x="22158" y="13901"/>
                  </a:cubicBezTo>
                  <a:lnTo>
                    <a:pt x="22194" y="13949"/>
                  </a:lnTo>
                  <a:cubicBezTo>
                    <a:pt x="21551" y="14210"/>
                    <a:pt x="20896" y="14472"/>
                    <a:pt x="20253" y="14746"/>
                  </a:cubicBezTo>
                  <a:cubicBezTo>
                    <a:pt x="20242" y="14722"/>
                    <a:pt x="20230" y="14699"/>
                    <a:pt x="20230" y="14687"/>
                  </a:cubicBezTo>
                  <a:lnTo>
                    <a:pt x="20015" y="14306"/>
                  </a:lnTo>
                  <a:cubicBezTo>
                    <a:pt x="19980" y="14252"/>
                    <a:pt x="19924" y="14225"/>
                    <a:pt x="19863" y="14225"/>
                  </a:cubicBezTo>
                  <a:cubicBezTo>
                    <a:pt x="19843" y="14225"/>
                    <a:pt x="19822" y="14228"/>
                    <a:pt x="19801" y="14234"/>
                  </a:cubicBezTo>
                  <a:cubicBezTo>
                    <a:pt x="19730" y="14270"/>
                    <a:pt x="19682" y="14353"/>
                    <a:pt x="19706" y="14437"/>
                  </a:cubicBezTo>
                  <a:lnTo>
                    <a:pt x="19872" y="14830"/>
                  </a:lnTo>
                  <a:cubicBezTo>
                    <a:pt x="19872" y="14853"/>
                    <a:pt x="19884" y="14865"/>
                    <a:pt x="19896" y="14889"/>
                  </a:cubicBezTo>
                  <a:cubicBezTo>
                    <a:pt x="19408" y="15092"/>
                    <a:pt x="18920" y="15294"/>
                    <a:pt x="18432" y="15484"/>
                  </a:cubicBezTo>
                  <a:cubicBezTo>
                    <a:pt x="18420" y="15449"/>
                    <a:pt x="18396" y="15413"/>
                    <a:pt x="18372" y="15377"/>
                  </a:cubicBezTo>
                  <a:cubicBezTo>
                    <a:pt x="18337" y="15330"/>
                    <a:pt x="18313" y="15270"/>
                    <a:pt x="18277" y="15222"/>
                  </a:cubicBezTo>
                  <a:cubicBezTo>
                    <a:pt x="18217" y="15115"/>
                    <a:pt x="18158" y="14996"/>
                    <a:pt x="18110" y="14889"/>
                  </a:cubicBezTo>
                  <a:cubicBezTo>
                    <a:pt x="18086" y="14830"/>
                    <a:pt x="18039" y="14794"/>
                    <a:pt x="17979" y="14782"/>
                  </a:cubicBezTo>
                  <a:cubicBezTo>
                    <a:pt x="17965" y="14778"/>
                    <a:pt x="17951" y="14777"/>
                    <a:pt x="17937" y="14777"/>
                  </a:cubicBezTo>
                  <a:cubicBezTo>
                    <a:pt x="17904" y="14777"/>
                    <a:pt x="17870" y="14785"/>
                    <a:pt x="17836" y="14794"/>
                  </a:cubicBezTo>
                  <a:cubicBezTo>
                    <a:pt x="17741" y="14841"/>
                    <a:pt x="17694" y="14949"/>
                    <a:pt x="17717" y="15056"/>
                  </a:cubicBezTo>
                  <a:cubicBezTo>
                    <a:pt x="17741" y="15127"/>
                    <a:pt x="17777" y="15199"/>
                    <a:pt x="17813" y="15282"/>
                  </a:cubicBezTo>
                  <a:cubicBezTo>
                    <a:pt x="17848" y="15377"/>
                    <a:pt x="17884" y="15473"/>
                    <a:pt x="17920" y="15568"/>
                  </a:cubicBezTo>
                  <a:cubicBezTo>
                    <a:pt x="17944" y="15603"/>
                    <a:pt x="17956" y="15639"/>
                    <a:pt x="17979" y="15675"/>
                  </a:cubicBezTo>
                  <a:lnTo>
                    <a:pt x="16872" y="16115"/>
                  </a:lnTo>
                  <a:cubicBezTo>
                    <a:pt x="16848" y="16056"/>
                    <a:pt x="16813" y="16008"/>
                    <a:pt x="16777" y="15961"/>
                  </a:cubicBezTo>
                  <a:cubicBezTo>
                    <a:pt x="16729" y="15913"/>
                    <a:pt x="16693" y="15865"/>
                    <a:pt x="16670" y="15818"/>
                  </a:cubicBezTo>
                  <a:cubicBezTo>
                    <a:pt x="16634" y="15758"/>
                    <a:pt x="16610" y="15699"/>
                    <a:pt x="16574" y="15651"/>
                  </a:cubicBezTo>
                  <a:cubicBezTo>
                    <a:pt x="16551" y="15605"/>
                    <a:pt x="16508" y="15579"/>
                    <a:pt x="16462" y="15579"/>
                  </a:cubicBezTo>
                  <a:cubicBezTo>
                    <a:pt x="16436" y="15579"/>
                    <a:pt x="16409" y="15587"/>
                    <a:pt x="16384" y="15603"/>
                  </a:cubicBezTo>
                  <a:cubicBezTo>
                    <a:pt x="16324" y="15639"/>
                    <a:pt x="16301" y="15723"/>
                    <a:pt x="16336" y="15794"/>
                  </a:cubicBezTo>
                  <a:cubicBezTo>
                    <a:pt x="16360" y="15842"/>
                    <a:pt x="16384" y="15901"/>
                    <a:pt x="16420" y="15949"/>
                  </a:cubicBezTo>
                  <a:lnTo>
                    <a:pt x="16420" y="15961"/>
                  </a:lnTo>
                  <a:cubicBezTo>
                    <a:pt x="16420" y="15973"/>
                    <a:pt x="16420" y="15984"/>
                    <a:pt x="16432" y="15996"/>
                  </a:cubicBezTo>
                  <a:lnTo>
                    <a:pt x="16455" y="16092"/>
                  </a:lnTo>
                  <a:cubicBezTo>
                    <a:pt x="16467" y="16139"/>
                    <a:pt x="16491" y="16199"/>
                    <a:pt x="16503" y="16258"/>
                  </a:cubicBezTo>
                  <a:lnTo>
                    <a:pt x="15312" y="16735"/>
                  </a:lnTo>
                  <a:cubicBezTo>
                    <a:pt x="15193" y="16568"/>
                    <a:pt x="15086" y="16377"/>
                    <a:pt x="14991" y="16187"/>
                  </a:cubicBezTo>
                  <a:cubicBezTo>
                    <a:pt x="14966" y="16138"/>
                    <a:pt x="14913" y="16111"/>
                    <a:pt x="14855" y="16111"/>
                  </a:cubicBezTo>
                  <a:cubicBezTo>
                    <a:pt x="14829" y="16111"/>
                    <a:pt x="14802" y="16116"/>
                    <a:pt x="14777" y="16127"/>
                  </a:cubicBezTo>
                  <a:cubicBezTo>
                    <a:pt x="14705" y="16151"/>
                    <a:pt x="14657" y="16246"/>
                    <a:pt x="14681" y="16330"/>
                  </a:cubicBezTo>
                  <a:cubicBezTo>
                    <a:pt x="14729" y="16532"/>
                    <a:pt x="14800" y="16723"/>
                    <a:pt x="14884" y="16925"/>
                  </a:cubicBezTo>
                  <a:cubicBezTo>
                    <a:pt x="14384" y="17127"/>
                    <a:pt x="13895" y="17330"/>
                    <a:pt x="13395" y="17520"/>
                  </a:cubicBezTo>
                  <a:cubicBezTo>
                    <a:pt x="13288" y="17366"/>
                    <a:pt x="13181" y="17199"/>
                    <a:pt x="13074" y="17044"/>
                  </a:cubicBezTo>
                  <a:cubicBezTo>
                    <a:pt x="13043" y="16989"/>
                    <a:pt x="12991" y="16960"/>
                    <a:pt x="12935" y="16960"/>
                  </a:cubicBezTo>
                  <a:cubicBezTo>
                    <a:pt x="12906" y="16960"/>
                    <a:pt x="12876" y="16968"/>
                    <a:pt x="12848" y="16985"/>
                  </a:cubicBezTo>
                  <a:cubicBezTo>
                    <a:pt x="12776" y="17020"/>
                    <a:pt x="12741" y="17127"/>
                    <a:pt x="12788" y="17199"/>
                  </a:cubicBezTo>
                  <a:cubicBezTo>
                    <a:pt x="12872" y="17366"/>
                    <a:pt x="12943" y="17520"/>
                    <a:pt x="13014" y="17675"/>
                  </a:cubicBezTo>
                  <a:lnTo>
                    <a:pt x="12800" y="17770"/>
                  </a:lnTo>
                  <a:lnTo>
                    <a:pt x="11836" y="18163"/>
                  </a:lnTo>
                  <a:lnTo>
                    <a:pt x="11800" y="18128"/>
                  </a:lnTo>
                  <a:cubicBezTo>
                    <a:pt x="11776" y="18104"/>
                    <a:pt x="11752" y="18080"/>
                    <a:pt x="11729" y="18056"/>
                  </a:cubicBezTo>
                  <a:cubicBezTo>
                    <a:pt x="11729" y="18044"/>
                    <a:pt x="11717" y="18032"/>
                    <a:pt x="11705" y="18020"/>
                  </a:cubicBezTo>
                  <a:cubicBezTo>
                    <a:pt x="11705" y="18020"/>
                    <a:pt x="11693" y="18009"/>
                    <a:pt x="11693" y="18009"/>
                  </a:cubicBezTo>
                  <a:lnTo>
                    <a:pt x="11633" y="17925"/>
                  </a:lnTo>
                  <a:cubicBezTo>
                    <a:pt x="11633" y="17913"/>
                    <a:pt x="11621" y="17889"/>
                    <a:pt x="11609" y="17878"/>
                  </a:cubicBezTo>
                  <a:cubicBezTo>
                    <a:pt x="11609" y="17866"/>
                    <a:pt x="11609" y="17866"/>
                    <a:pt x="11598" y="17854"/>
                  </a:cubicBezTo>
                  <a:cubicBezTo>
                    <a:pt x="11598" y="17854"/>
                    <a:pt x="11598" y="17854"/>
                    <a:pt x="11598" y="17842"/>
                  </a:cubicBezTo>
                  <a:cubicBezTo>
                    <a:pt x="11598" y="17842"/>
                    <a:pt x="11598" y="17842"/>
                    <a:pt x="11598" y="17830"/>
                  </a:cubicBezTo>
                  <a:cubicBezTo>
                    <a:pt x="11598" y="17830"/>
                    <a:pt x="11609" y="17830"/>
                    <a:pt x="11598" y="17806"/>
                  </a:cubicBezTo>
                  <a:cubicBezTo>
                    <a:pt x="11598" y="17794"/>
                    <a:pt x="11598" y="17806"/>
                    <a:pt x="11586" y="17759"/>
                  </a:cubicBezTo>
                  <a:cubicBezTo>
                    <a:pt x="11574" y="17723"/>
                    <a:pt x="11562" y="17687"/>
                    <a:pt x="11562" y="17663"/>
                  </a:cubicBezTo>
                  <a:cubicBezTo>
                    <a:pt x="11551" y="17601"/>
                    <a:pt x="11505" y="17566"/>
                    <a:pt x="11453" y="17566"/>
                  </a:cubicBezTo>
                  <a:cubicBezTo>
                    <a:pt x="11446" y="17566"/>
                    <a:pt x="11438" y="17567"/>
                    <a:pt x="11431" y="17568"/>
                  </a:cubicBezTo>
                  <a:cubicBezTo>
                    <a:pt x="11359" y="17568"/>
                    <a:pt x="11312" y="17628"/>
                    <a:pt x="11312" y="17687"/>
                  </a:cubicBezTo>
                  <a:cubicBezTo>
                    <a:pt x="11324" y="17842"/>
                    <a:pt x="11348" y="17997"/>
                    <a:pt x="11407" y="18140"/>
                  </a:cubicBezTo>
                  <a:cubicBezTo>
                    <a:pt x="11431" y="18199"/>
                    <a:pt x="11467" y="18247"/>
                    <a:pt x="11490" y="18306"/>
                  </a:cubicBezTo>
                  <a:cubicBezTo>
                    <a:pt x="11014" y="18497"/>
                    <a:pt x="10538" y="18687"/>
                    <a:pt x="10050" y="18890"/>
                  </a:cubicBezTo>
                  <a:cubicBezTo>
                    <a:pt x="10038" y="18842"/>
                    <a:pt x="10014" y="18806"/>
                    <a:pt x="9990" y="18759"/>
                  </a:cubicBezTo>
                  <a:cubicBezTo>
                    <a:pt x="9907" y="18628"/>
                    <a:pt x="9835" y="18497"/>
                    <a:pt x="9776" y="18342"/>
                  </a:cubicBezTo>
                  <a:cubicBezTo>
                    <a:pt x="9756" y="18307"/>
                    <a:pt x="9725" y="18292"/>
                    <a:pt x="9694" y="18292"/>
                  </a:cubicBezTo>
                  <a:cubicBezTo>
                    <a:pt x="9629" y="18292"/>
                    <a:pt x="9561" y="18353"/>
                    <a:pt x="9585" y="18425"/>
                  </a:cubicBezTo>
                  <a:cubicBezTo>
                    <a:pt x="9633" y="18568"/>
                    <a:pt x="9669" y="18735"/>
                    <a:pt x="9704" y="18878"/>
                  </a:cubicBezTo>
                  <a:cubicBezTo>
                    <a:pt x="9716" y="18925"/>
                    <a:pt x="9728" y="18973"/>
                    <a:pt x="9752" y="19021"/>
                  </a:cubicBezTo>
                  <a:cubicBezTo>
                    <a:pt x="8692" y="19449"/>
                    <a:pt x="7633" y="19866"/>
                    <a:pt x="6573" y="20283"/>
                  </a:cubicBezTo>
                  <a:cubicBezTo>
                    <a:pt x="6454" y="19866"/>
                    <a:pt x="6335" y="19449"/>
                    <a:pt x="6204" y="19032"/>
                  </a:cubicBezTo>
                  <a:cubicBezTo>
                    <a:pt x="7061" y="18759"/>
                    <a:pt x="7907" y="18437"/>
                    <a:pt x="8740" y="18068"/>
                  </a:cubicBezTo>
                  <a:cubicBezTo>
                    <a:pt x="9597" y="17711"/>
                    <a:pt x="10455" y="17354"/>
                    <a:pt x="11312" y="16985"/>
                  </a:cubicBezTo>
                  <a:cubicBezTo>
                    <a:pt x="13086" y="16235"/>
                    <a:pt x="14860" y="15496"/>
                    <a:pt x="16634" y="14758"/>
                  </a:cubicBezTo>
                  <a:cubicBezTo>
                    <a:pt x="16979" y="14615"/>
                    <a:pt x="17324" y="14472"/>
                    <a:pt x="17670" y="14318"/>
                  </a:cubicBezTo>
                  <a:cubicBezTo>
                    <a:pt x="20444" y="13175"/>
                    <a:pt x="23230" y="12032"/>
                    <a:pt x="26004" y="10889"/>
                  </a:cubicBezTo>
                  <a:lnTo>
                    <a:pt x="27219" y="10400"/>
                  </a:lnTo>
                  <a:cubicBezTo>
                    <a:pt x="29243" y="9579"/>
                    <a:pt x="31255" y="8734"/>
                    <a:pt x="33279" y="7900"/>
                  </a:cubicBezTo>
                  <a:cubicBezTo>
                    <a:pt x="33279" y="7900"/>
                    <a:pt x="33291" y="7888"/>
                    <a:pt x="33291" y="7888"/>
                  </a:cubicBezTo>
                  <a:close/>
                  <a:moveTo>
                    <a:pt x="325" y="0"/>
                  </a:moveTo>
                  <a:cubicBezTo>
                    <a:pt x="285" y="0"/>
                    <a:pt x="245" y="27"/>
                    <a:pt x="251" y="78"/>
                  </a:cubicBezTo>
                  <a:lnTo>
                    <a:pt x="84" y="78"/>
                  </a:lnTo>
                  <a:cubicBezTo>
                    <a:pt x="13" y="78"/>
                    <a:pt x="1" y="185"/>
                    <a:pt x="72" y="209"/>
                  </a:cubicBezTo>
                  <a:cubicBezTo>
                    <a:pt x="132" y="233"/>
                    <a:pt x="215" y="256"/>
                    <a:pt x="287" y="280"/>
                  </a:cubicBezTo>
                  <a:cubicBezTo>
                    <a:pt x="1656" y="5650"/>
                    <a:pt x="3216" y="10960"/>
                    <a:pt x="4728" y="16282"/>
                  </a:cubicBezTo>
                  <a:cubicBezTo>
                    <a:pt x="5168" y="17806"/>
                    <a:pt x="5585" y="19342"/>
                    <a:pt x="6037" y="20854"/>
                  </a:cubicBezTo>
                  <a:cubicBezTo>
                    <a:pt x="6081" y="21011"/>
                    <a:pt x="6227" y="21110"/>
                    <a:pt x="6381" y="21110"/>
                  </a:cubicBezTo>
                  <a:cubicBezTo>
                    <a:pt x="6437" y="21110"/>
                    <a:pt x="6495" y="21097"/>
                    <a:pt x="6549" y="21068"/>
                  </a:cubicBezTo>
                  <a:cubicBezTo>
                    <a:pt x="10383" y="19390"/>
                    <a:pt x="14288" y="17830"/>
                    <a:pt x="18158" y="16223"/>
                  </a:cubicBezTo>
                  <a:lnTo>
                    <a:pt x="20265" y="15353"/>
                  </a:lnTo>
                  <a:cubicBezTo>
                    <a:pt x="20289" y="15353"/>
                    <a:pt x="20313" y="15353"/>
                    <a:pt x="20337" y="15342"/>
                  </a:cubicBezTo>
                  <a:cubicBezTo>
                    <a:pt x="20349" y="15330"/>
                    <a:pt x="20372" y="15318"/>
                    <a:pt x="20384" y="15306"/>
                  </a:cubicBezTo>
                  <a:cubicBezTo>
                    <a:pt x="23492" y="14032"/>
                    <a:pt x="26611" y="12746"/>
                    <a:pt x="29719" y="11460"/>
                  </a:cubicBezTo>
                  <a:cubicBezTo>
                    <a:pt x="31874" y="10579"/>
                    <a:pt x="34029" y="9686"/>
                    <a:pt x="36184" y="8793"/>
                  </a:cubicBezTo>
                  <a:cubicBezTo>
                    <a:pt x="36267" y="8769"/>
                    <a:pt x="36327" y="8698"/>
                    <a:pt x="36351" y="8615"/>
                  </a:cubicBezTo>
                  <a:cubicBezTo>
                    <a:pt x="36553" y="8484"/>
                    <a:pt x="36517" y="8174"/>
                    <a:pt x="36279" y="8103"/>
                  </a:cubicBezTo>
                  <a:cubicBezTo>
                    <a:pt x="33958" y="7388"/>
                    <a:pt x="31588" y="6805"/>
                    <a:pt x="29243" y="6198"/>
                  </a:cubicBezTo>
                  <a:cubicBezTo>
                    <a:pt x="26885" y="5602"/>
                    <a:pt x="24528" y="5019"/>
                    <a:pt x="22158" y="4459"/>
                  </a:cubicBezTo>
                  <a:cubicBezTo>
                    <a:pt x="17467" y="3352"/>
                    <a:pt x="12764" y="2340"/>
                    <a:pt x="8038" y="1411"/>
                  </a:cubicBezTo>
                  <a:cubicBezTo>
                    <a:pt x="6692" y="1149"/>
                    <a:pt x="5359" y="899"/>
                    <a:pt x="4013" y="661"/>
                  </a:cubicBezTo>
                  <a:cubicBezTo>
                    <a:pt x="3335" y="542"/>
                    <a:pt x="2668" y="423"/>
                    <a:pt x="2001" y="304"/>
                  </a:cubicBezTo>
                  <a:cubicBezTo>
                    <a:pt x="1477" y="197"/>
                    <a:pt x="941" y="125"/>
                    <a:pt x="394" y="90"/>
                  </a:cubicBezTo>
                  <a:lnTo>
                    <a:pt x="394" y="66"/>
                  </a:lnTo>
                  <a:cubicBezTo>
                    <a:pt x="394" y="21"/>
                    <a:pt x="360" y="0"/>
                    <a:pt x="3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41"/>
            <p:cNvSpPr/>
            <p:nvPr/>
          </p:nvSpPr>
          <p:spPr>
            <a:xfrm>
              <a:off x="4206925" y="14248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41"/>
            <p:cNvSpPr/>
            <p:nvPr/>
          </p:nvSpPr>
          <p:spPr>
            <a:xfrm>
              <a:off x="4206625" y="14245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41"/>
            <p:cNvSpPr/>
            <p:nvPr/>
          </p:nvSpPr>
          <p:spPr>
            <a:xfrm>
              <a:off x="4206625" y="14245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41"/>
            <p:cNvSpPr/>
            <p:nvPr/>
          </p:nvSpPr>
          <p:spPr>
            <a:xfrm>
              <a:off x="4197100" y="14236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41"/>
            <p:cNvSpPr/>
            <p:nvPr/>
          </p:nvSpPr>
          <p:spPr>
            <a:xfrm>
              <a:off x="4156325" y="14343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41"/>
            <p:cNvSpPr/>
            <p:nvPr/>
          </p:nvSpPr>
          <p:spPr>
            <a:xfrm>
              <a:off x="4093225" y="146682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2"/>
                  </a:moveTo>
                  <a:lnTo>
                    <a:pt x="0" y="12"/>
                  </a:lnTo>
                  <a:cubicBezTo>
                    <a:pt x="0" y="1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41"/>
            <p:cNvSpPr/>
            <p:nvPr/>
          </p:nvSpPr>
          <p:spPr>
            <a:xfrm>
              <a:off x="3649575" y="1263975"/>
              <a:ext cx="418375" cy="248050"/>
            </a:xfrm>
            <a:custGeom>
              <a:avLst/>
              <a:gdLst/>
              <a:ahLst/>
              <a:cxnLst/>
              <a:rect l="l" t="t" r="r" b="b"/>
              <a:pathLst>
                <a:path w="16735" h="9922" extrusionOk="0">
                  <a:moveTo>
                    <a:pt x="482" y="482"/>
                  </a:moveTo>
                  <a:cubicBezTo>
                    <a:pt x="3149" y="1149"/>
                    <a:pt x="5828" y="1733"/>
                    <a:pt x="8507" y="2340"/>
                  </a:cubicBezTo>
                  <a:cubicBezTo>
                    <a:pt x="9853" y="2649"/>
                    <a:pt x="11210" y="2959"/>
                    <a:pt x="12555" y="3269"/>
                  </a:cubicBezTo>
                  <a:lnTo>
                    <a:pt x="14579" y="3733"/>
                  </a:lnTo>
                  <a:cubicBezTo>
                    <a:pt x="15091" y="3852"/>
                    <a:pt x="15627" y="3959"/>
                    <a:pt x="16091" y="4185"/>
                  </a:cubicBezTo>
                  <a:cubicBezTo>
                    <a:pt x="13496" y="5483"/>
                    <a:pt x="10876" y="6721"/>
                    <a:pt x="8221" y="7888"/>
                  </a:cubicBezTo>
                  <a:cubicBezTo>
                    <a:pt x="7543" y="8198"/>
                    <a:pt x="6852" y="8495"/>
                    <a:pt x="6173" y="8793"/>
                  </a:cubicBezTo>
                  <a:lnTo>
                    <a:pt x="5173" y="9222"/>
                  </a:lnTo>
                  <a:cubicBezTo>
                    <a:pt x="5084" y="9266"/>
                    <a:pt x="4804" y="9438"/>
                    <a:pt x="4702" y="9438"/>
                  </a:cubicBezTo>
                  <a:cubicBezTo>
                    <a:pt x="4696" y="9438"/>
                    <a:pt x="4690" y="9437"/>
                    <a:pt x="4685" y="9436"/>
                  </a:cubicBezTo>
                  <a:cubicBezTo>
                    <a:pt x="4626" y="9412"/>
                    <a:pt x="4471" y="8972"/>
                    <a:pt x="4447" y="8912"/>
                  </a:cubicBezTo>
                  <a:cubicBezTo>
                    <a:pt x="3816" y="7531"/>
                    <a:pt x="3173" y="6150"/>
                    <a:pt x="2530" y="4781"/>
                  </a:cubicBezTo>
                  <a:cubicBezTo>
                    <a:pt x="1875" y="3340"/>
                    <a:pt x="1280" y="1852"/>
                    <a:pt x="482" y="482"/>
                  </a:cubicBezTo>
                  <a:close/>
                  <a:moveTo>
                    <a:pt x="336" y="1"/>
                  </a:moveTo>
                  <a:cubicBezTo>
                    <a:pt x="98" y="1"/>
                    <a:pt x="1" y="380"/>
                    <a:pt x="268" y="447"/>
                  </a:cubicBezTo>
                  <a:lnTo>
                    <a:pt x="292" y="447"/>
                  </a:lnTo>
                  <a:cubicBezTo>
                    <a:pt x="756" y="1864"/>
                    <a:pt x="1435" y="3221"/>
                    <a:pt x="2030" y="4578"/>
                  </a:cubicBezTo>
                  <a:cubicBezTo>
                    <a:pt x="2697" y="6078"/>
                    <a:pt x="3352" y="7590"/>
                    <a:pt x="4007" y="9091"/>
                  </a:cubicBezTo>
                  <a:cubicBezTo>
                    <a:pt x="4126" y="9329"/>
                    <a:pt x="4221" y="9745"/>
                    <a:pt x="4459" y="9876"/>
                  </a:cubicBezTo>
                  <a:cubicBezTo>
                    <a:pt x="4520" y="9909"/>
                    <a:pt x="4583" y="9922"/>
                    <a:pt x="4647" y="9922"/>
                  </a:cubicBezTo>
                  <a:cubicBezTo>
                    <a:pt x="4818" y="9922"/>
                    <a:pt x="4993" y="9827"/>
                    <a:pt x="5150" y="9757"/>
                  </a:cubicBezTo>
                  <a:cubicBezTo>
                    <a:pt x="5876" y="9448"/>
                    <a:pt x="6602" y="9114"/>
                    <a:pt x="7328" y="8793"/>
                  </a:cubicBezTo>
                  <a:cubicBezTo>
                    <a:pt x="8781" y="8138"/>
                    <a:pt x="10234" y="7471"/>
                    <a:pt x="11662" y="6793"/>
                  </a:cubicBezTo>
                  <a:cubicBezTo>
                    <a:pt x="13317" y="6007"/>
                    <a:pt x="14972" y="5197"/>
                    <a:pt x="16603" y="4376"/>
                  </a:cubicBezTo>
                  <a:cubicBezTo>
                    <a:pt x="16734" y="4292"/>
                    <a:pt x="16734" y="4114"/>
                    <a:pt x="16603" y="4030"/>
                  </a:cubicBezTo>
                  <a:cubicBezTo>
                    <a:pt x="16127" y="3697"/>
                    <a:pt x="15544" y="3566"/>
                    <a:pt x="14972" y="3435"/>
                  </a:cubicBezTo>
                  <a:lnTo>
                    <a:pt x="12960" y="2959"/>
                  </a:lnTo>
                  <a:cubicBezTo>
                    <a:pt x="11555" y="2626"/>
                    <a:pt x="10162" y="2304"/>
                    <a:pt x="8769" y="1971"/>
                  </a:cubicBezTo>
                  <a:cubicBezTo>
                    <a:pt x="5983" y="1304"/>
                    <a:pt x="3197" y="602"/>
                    <a:pt x="387" y="6"/>
                  </a:cubicBezTo>
                  <a:cubicBezTo>
                    <a:pt x="369" y="2"/>
                    <a:pt x="352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56" name="Google Shape;1856;p41"/>
          <p:cNvGrpSpPr/>
          <p:nvPr/>
        </p:nvGrpSpPr>
        <p:grpSpPr>
          <a:xfrm rot="7458960" flipH="1">
            <a:off x="7578976" y="4009254"/>
            <a:ext cx="1161155" cy="957477"/>
            <a:chOff x="203550" y="2645688"/>
            <a:chExt cx="946925" cy="780825"/>
          </a:xfrm>
        </p:grpSpPr>
        <p:sp>
          <p:nvSpPr>
            <p:cNvPr id="1857" name="Google Shape;1857;p41"/>
            <p:cNvSpPr/>
            <p:nvPr/>
          </p:nvSpPr>
          <p:spPr>
            <a:xfrm>
              <a:off x="893575" y="2658113"/>
              <a:ext cx="245300" cy="236275"/>
            </a:xfrm>
            <a:custGeom>
              <a:avLst/>
              <a:gdLst/>
              <a:ahLst/>
              <a:cxnLst/>
              <a:rect l="l" t="t" r="r" b="b"/>
              <a:pathLst>
                <a:path w="9812" h="9451" extrusionOk="0">
                  <a:moveTo>
                    <a:pt x="6420" y="0"/>
                  </a:moveTo>
                  <a:cubicBezTo>
                    <a:pt x="4237" y="0"/>
                    <a:pt x="1639" y="1926"/>
                    <a:pt x="1" y="3117"/>
                  </a:cubicBezTo>
                  <a:cubicBezTo>
                    <a:pt x="274" y="3176"/>
                    <a:pt x="548" y="3259"/>
                    <a:pt x="810" y="3378"/>
                  </a:cubicBezTo>
                  <a:cubicBezTo>
                    <a:pt x="2227" y="3962"/>
                    <a:pt x="3251" y="5212"/>
                    <a:pt x="3954" y="6534"/>
                  </a:cubicBezTo>
                  <a:cubicBezTo>
                    <a:pt x="4346" y="7308"/>
                    <a:pt x="4739" y="8153"/>
                    <a:pt x="4930" y="8998"/>
                  </a:cubicBezTo>
                  <a:cubicBezTo>
                    <a:pt x="4966" y="9141"/>
                    <a:pt x="4989" y="9296"/>
                    <a:pt x="5001" y="9451"/>
                  </a:cubicBezTo>
                  <a:cubicBezTo>
                    <a:pt x="5478" y="8998"/>
                    <a:pt x="6037" y="8617"/>
                    <a:pt x="6549" y="8224"/>
                  </a:cubicBezTo>
                  <a:cubicBezTo>
                    <a:pt x="7192" y="7748"/>
                    <a:pt x="7799" y="7224"/>
                    <a:pt x="8371" y="6653"/>
                  </a:cubicBezTo>
                  <a:cubicBezTo>
                    <a:pt x="8966" y="6022"/>
                    <a:pt x="9514" y="5260"/>
                    <a:pt x="9669" y="4379"/>
                  </a:cubicBezTo>
                  <a:cubicBezTo>
                    <a:pt x="9811" y="3462"/>
                    <a:pt x="9633" y="2521"/>
                    <a:pt x="9168" y="1700"/>
                  </a:cubicBezTo>
                  <a:cubicBezTo>
                    <a:pt x="8460" y="463"/>
                    <a:pt x="7490" y="0"/>
                    <a:pt x="6420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41"/>
            <p:cNvSpPr/>
            <p:nvPr/>
          </p:nvSpPr>
          <p:spPr>
            <a:xfrm>
              <a:off x="799825" y="2745263"/>
              <a:ext cx="223250" cy="222050"/>
            </a:xfrm>
            <a:custGeom>
              <a:avLst/>
              <a:gdLst/>
              <a:ahLst/>
              <a:cxnLst/>
              <a:rect l="l" t="t" r="r" b="b"/>
              <a:pathLst>
                <a:path w="8930" h="8882" extrusionOk="0">
                  <a:moveTo>
                    <a:pt x="3433" y="0"/>
                  </a:moveTo>
                  <a:cubicBezTo>
                    <a:pt x="2804" y="0"/>
                    <a:pt x="2109" y="279"/>
                    <a:pt x="2215" y="1035"/>
                  </a:cubicBezTo>
                  <a:cubicBezTo>
                    <a:pt x="2215" y="1047"/>
                    <a:pt x="2215" y="1059"/>
                    <a:pt x="2215" y="1071"/>
                  </a:cubicBezTo>
                  <a:cubicBezTo>
                    <a:pt x="2739" y="1250"/>
                    <a:pt x="3251" y="1619"/>
                    <a:pt x="3655" y="1928"/>
                  </a:cubicBezTo>
                  <a:cubicBezTo>
                    <a:pt x="4263" y="2405"/>
                    <a:pt x="4810" y="2940"/>
                    <a:pt x="5310" y="3536"/>
                  </a:cubicBezTo>
                  <a:cubicBezTo>
                    <a:pt x="5338" y="3572"/>
                    <a:pt x="5302" y="3623"/>
                    <a:pt x="5262" y="3623"/>
                  </a:cubicBezTo>
                  <a:cubicBezTo>
                    <a:pt x="5250" y="3623"/>
                    <a:pt x="5238" y="3618"/>
                    <a:pt x="5227" y="3607"/>
                  </a:cubicBezTo>
                  <a:cubicBezTo>
                    <a:pt x="4656" y="3095"/>
                    <a:pt x="4048" y="2619"/>
                    <a:pt x="3393" y="2214"/>
                  </a:cubicBezTo>
                  <a:cubicBezTo>
                    <a:pt x="2941" y="1917"/>
                    <a:pt x="2381" y="1666"/>
                    <a:pt x="1941" y="1321"/>
                  </a:cubicBezTo>
                  <a:lnTo>
                    <a:pt x="1929" y="1321"/>
                  </a:lnTo>
                  <a:cubicBezTo>
                    <a:pt x="1840" y="1306"/>
                    <a:pt x="1749" y="1299"/>
                    <a:pt x="1657" y="1299"/>
                  </a:cubicBezTo>
                  <a:cubicBezTo>
                    <a:pt x="953" y="1299"/>
                    <a:pt x="211" y="1732"/>
                    <a:pt x="0" y="2417"/>
                  </a:cubicBezTo>
                  <a:cubicBezTo>
                    <a:pt x="67" y="2406"/>
                    <a:pt x="133" y="2400"/>
                    <a:pt x="199" y="2400"/>
                  </a:cubicBezTo>
                  <a:cubicBezTo>
                    <a:pt x="347" y="2400"/>
                    <a:pt x="495" y="2427"/>
                    <a:pt x="643" y="2476"/>
                  </a:cubicBezTo>
                  <a:cubicBezTo>
                    <a:pt x="2072" y="2940"/>
                    <a:pt x="3203" y="4000"/>
                    <a:pt x="3977" y="5274"/>
                  </a:cubicBezTo>
                  <a:cubicBezTo>
                    <a:pt x="4382" y="5941"/>
                    <a:pt x="4703" y="6667"/>
                    <a:pt x="4929" y="7417"/>
                  </a:cubicBezTo>
                  <a:cubicBezTo>
                    <a:pt x="5048" y="7786"/>
                    <a:pt x="5287" y="8382"/>
                    <a:pt x="5275" y="8882"/>
                  </a:cubicBezTo>
                  <a:cubicBezTo>
                    <a:pt x="5810" y="8763"/>
                    <a:pt x="6299" y="8524"/>
                    <a:pt x="6596" y="8048"/>
                  </a:cubicBezTo>
                  <a:cubicBezTo>
                    <a:pt x="6691" y="7882"/>
                    <a:pt x="6799" y="7739"/>
                    <a:pt x="6918" y="7596"/>
                  </a:cubicBezTo>
                  <a:cubicBezTo>
                    <a:pt x="6870" y="7370"/>
                    <a:pt x="6942" y="7179"/>
                    <a:pt x="6942" y="6941"/>
                  </a:cubicBezTo>
                  <a:cubicBezTo>
                    <a:pt x="6942" y="6655"/>
                    <a:pt x="6894" y="6369"/>
                    <a:pt x="6811" y="6096"/>
                  </a:cubicBezTo>
                  <a:cubicBezTo>
                    <a:pt x="6632" y="5560"/>
                    <a:pt x="6370" y="5048"/>
                    <a:pt x="6025" y="4607"/>
                  </a:cubicBezTo>
                  <a:cubicBezTo>
                    <a:pt x="6016" y="4590"/>
                    <a:pt x="6033" y="4579"/>
                    <a:pt x="6047" y="4579"/>
                  </a:cubicBezTo>
                  <a:cubicBezTo>
                    <a:pt x="6052" y="4579"/>
                    <a:pt x="6057" y="4580"/>
                    <a:pt x="6060" y="4584"/>
                  </a:cubicBezTo>
                  <a:cubicBezTo>
                    <a:pt x="6441" y="5060"/>
                    <a:pt x="6846" y="5500"/>
                    <a:pt x="7072" y="6084"/>
                  </a:cubicBezTo>
                  <a:cubicBezTo>
                    <a:pt x="7215" y="6417"/>
                    <a:pt x="7382" y="6941"/>
                    <a:pt x="7287" y="7346"/>
                  </a:cubicBezTo>
                  <a:cubicBezTo>
                    <a:pt x="7346" y="7322"/>
                    <a:pt x="7394" y="7310"/>
                    <a:pt x="7453" y="7298"/>
                  </a:cubicBezTo>
                  <a:cubicBezTo>
                    <a:pt x="8930" y="6834"/>
                    <a:pt x="8013" y="4929"/>
                    <a:pt x="7620" y="3964"/>
                  </a:cubicBezTo>
                  <a:cubicBezTo>
                    <a:pt x="7120" y="2786"/>
                    <a:pt x="6453" y="1643"/>
                    <a:pt x="5441" y="845"/>
                  </a:cubicBezTo>
                  <a:cubicBezTo>
                    <a:pt x="4977" y="476"/>
                    <a:pt x="4441" y="202"/>
                    <a:pt x="3870" y="47"/>
                  </a:cubicBezTo>
                  <a:cubicBezTo>
                    <a:pt x="3737" y="17"/>
                    <a:pt x="3587" y="0"/>
                    <a:pt x="343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41"/>
            <p:cNvSpPr/>
            <p:nvPr/>
          </p:nvSpPr>
          <p:spPr>
            <a:xfrm>
              <a:off x="378925" y="2904188"/>
              <a:ext cx="541775" cy="423300"/>
            </a:xfrm>
            <a:custGeom>
              <a:avLst/>
              <a:gdLst/>
              <a:ahLst/>
              <a:cxnLst/>
              <a:rect l="l" t="t" r="r" b="b"/>
              <a:pathLst>
                <a:path w="21671" h="16932" extrusionOk="0">
                  <a:moveTo>
                    <a:pt x="20884" y="1"/>
                  </a:moveTo>
                  <a:cubicBezTo>
                    <a:pt x="19360" y="1120"/>
                    <a:pt x="17717" y="2120"/>
                    <a:pt x="16158" y="3179"/>
                  </a:cubicBezTo>
                  <a:cubicBezTo>
                    <a:pt x="13312" y="5096"/>
                    <a:pt x="10502" y="7073"/>
                    <a:pt x="7764" y="9145"/>
                  </a:cubicBezTo>
                  <a:cubicBezTo>
                    <a:pt x="6382" y="10192"/>
                    <a:pt x="5025" y="11264"/>
                    <a:pt x="3704" y="12371"/>
                  </a:cubicBezTo>
                  <a:cubicBezTo>
                    <a:pt x="2453" y="13419"/>
                    <a:pt x="1251" y="14526"/>
                    <a:pt x="1" y="15574"/>
                  </a:cubicBezTo>
                  <a:cubicBezTo>
                    <a:pt x="346" y="16014"/>
                    <a:pt x="667" y="16479"/>
                    <a:pt x="977" y="16931"/>
                  </a:cubicBezTo>
                  <a:cubicBezTo>
                    <a:pt x="4501" y="14336"/>
                    <a:pt x="8026" y="11728"/>
                    <a:pt x="11621" y="9216"/>
                  </a:cubicBezTo>
                  <a:cubicBezTo>
                    <a:pt x="13252" y="8085"/>
                    <a:pt x="14895" y="6966"/>
                    <a:pt x="16574" y="5870"/>
                  </a:cubicBezTo>
                  <a:cubicBezTo>
                    <a:pt x="17384" y="5335"/>
                    <a:pt x="18217" y="4811"/>
                    <a:pt x="19051" y="4287"/>
                  </a:cubicBezTo>
                  <a:cubicBezTo>
                    <a:pt x="19479" y="4025"/>
                    <a:pt x="19908" y="3763"/>
                    <a:pt x="20349" y="3501"/>
                  </a:cubicBezTo>
                  <a:cubicBezTo>
                    <a:pt x="20741" y="3263"/>
                    <a:pt x="21563" y="2953"/>
                    <a:pt x="21634" y="2429"/>
                  </a:cubicBezTo>
                  <a:cubicBezTo>
                    <a:pt x="21670" y="2108"/>
                    <a:pt x="21456" y="1632"/>
                    <a:pt x="21372" y="1322"/>
                  </a:cubicBezTo>
                  <a:cubicBezTo>
                    <a:pt x="21253" y="917"/>
                    <a:pt x="21122" y="536"/>
                    <a:pt x="20956" y="155"/>
                  </a:cubicBezTo>
                  <a:lnTo>
                    <a:pt x="20884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41"/>
            <p:cNvSpPr/>
            <p:nvPr/>
          </p:nvSpPr>
          <p:spPr>
            <a:xfrm>
              <a:off x="342925" y="2852988"/>
              <a:ext cx="554550" cy="436975"/>
            </a:xfrm>
            <a:custGeom>
              <a:avLst/>
              <a:gdLst/>
              <a:ahLst/>
              <a:cxnLst/>
              <a:rect l="l" t="t" r="r" b="b"/>
              <a:pathLst>
                <a:path w="22182" h="17479" extrusionOk="0">
                  <a:moveTo>
                    <a:pt x="20931" y="1"/>
                  </a:moveTo>
                  <a:cubicBezTo>
                    <a:pt x="19288" y="1060"/>
                    <a:pt x="17633" y="2108"/>
                    <a:pt x="16026" y="3203"/>
                  </a:cubicBezTo>
                  <a:cubicBezTo>
                    <a:pt x="13156" y="5156"/>
                    <a:pt x="10382" y="7216"/>
                    <a:pt x="7680" y="9383"/>
                  </a:cubicBezTo>
                  <a:cubicBezTo>
                    <a:pt x="5036" y="11502"/>
                    <a:pt x="2584" y="13800"/>
                    <a:pt x="0" y="15967"/>
                  </a:cubicBezTo>
                  <a:cubicBezTo>
                    <a:pt x="476" y="16443"/>
                    <a:pt x="929" y="16943"/>
                    <a:pt x="1334" y="17479"/>
                  </a:cubicBezTo>
                  <a:cubicBezTo>
                    <a:pt x="2619" y="16134"/>
                    <a:pt x="4084" y="14931"/>
                    <a:pt x="5501" y="13752"/>
                  </a:cubicBezTo>
                  <a:cubicBezTo>
                    <a:pt x="8132" y="11585"/>
                    <a:pt x="10870" y="9538"/>
                    <a:pt x="13657" y="7573"/>
                  </a:cubicBezTo>
                  <a:cubicBezTo>
                    <a:pt x="15085" y="6573"/>
                    <a:pt x="16514" y="5585"/>
                    <a:pt x="17967" y="4596"/>
                  </a:cubicBezTo>
                  <a:cubicBezTo>
                    <a:pt x="19360" y="3644"/>
                    <a:pt x="20741" y="2644"/>
                    <a:pt x="22181" y="1775"/>
                  </a:cubicBezTo>
                  <a:cubicBezTo>
                    <a:pt x="21919" y="1227"/>
                    <a:pt x="21574" y="727"/>
                    <a:pt x="21181" y="275"/>
                  </a:cubicBezTo>
                  <a:cubicBezTo>
                    <a:pt x="21098" y="179"/>
                    <a:pt x="21015" y="84"/>
                    <a:pt x="20931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41"/>
            <p:cNvSpPr/>
            <p:nvPr/>
          </p:nvSpPr>
          <p:spPr>
            <a:xfrm>
              <a:off x="305100" y="2818613"/>
              <a:ext cx="555475" cy="431775"/>
            </a:xfrm>
            <a:custGeom>
              <a:avLst/>
              <a:gdLst/>
              <a:ahLst/>
              <a:cxnLst/>
              <a:rect l="l" t="t" r="r" b="b"/>
              <a:pathLst>
                <a:path w="22219" h="17271" extrusionOk="0">
                  <a:moveTo>
                    <a:pt x="20026" y="0"/>
                  </a:moveTo>
                  <a:cubicBezTo>
                    <a:pt x="19850" y="0"/>
                    <a:pt x="19674" y="42"/>
                    <a:pt x="19503" y="149"/>
                  </a:cubicBezTo>
                  <a:cubicBezTo>
                    <a:pt x="19063" y="435"/>
                    <a:pt x="18670" y="852"/>
                    <a:pt x="18277" y="1185"/>
                  </a:cubicBezTo>
                  <a:cubicBezTo>
                    <a:pt x="12800" y="5805"/>
                    <a:pt x="7264" y="10401"/>
                    <a:pt x="1489" y="14651"/>
                  </a:cubicBezTo>
                  <a:cubicBezTo>
                    <a:pt x="977" y="15139"/>
                    <a:pt x="489" y="15639"/>
                    <a:pt x="1" y="16151"/>
                  </a:cubicBezTo>
                  <a:cubicBezTo>
                    <a:pt x="513" y="16473"/>
                    <a:pt x="1001" y="16842"/>
                    <a:pt x="1442" y="17270"/>
                  </a:cubicBezTo>
                  <a:cubicBezTo>
                    <a:pt x="2751" y="15877"/>
                    <a:pt x="4216" y="14603"/>
                    <a:pt x="5656" y="13353"/>
                  </a:cubicBezTo>
                  <a:cubicBezTo>
                    <a:pt x="8240" y="11103"/>
                    <a:pt x="10919" y="8948"/>
                    <a:pt x="13681" y="6912"/>
                  </a:cubicBezTo>
                  <a:cubicBezTo>
                    <a:pt x="16432" y="4876"/>
                    <a:pt x="19253" y="2888"/>
                    <a:pt x="22218" y="1149"/>
                  </a:cubicBezTo>
                  <a:cubicBezTo>
                    <a:pt x="21837" y="804"/>
                    <a:pt x="21420" y="507"/>
                    <a:pt x="20956" y="280"/>
                  </a:cubicBezTo>
                  <a:cubicBezTo>
                    <a:pt x="20658" y="135"/>
                    <a:pt x="20341" y="0"/>
                    <a:pt x="200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41"/>
            <p:cNvSpPr/>
            <p:nvPr/>
          </p:nvSpPr>
          <p:spPr>
            <a:xfrm>
              <a:off x="241700" y="3230713"/>
              <a:ext cx="152425" cy="159275"/>
            </a:xfrm>
            <a:custGeom>
              <a:avLst/>
              <a:gdLst/>
              <a:ahLst/>
              <a:cxnLst/>
              <a:rect l="l" t="t" r="r" b="b"/>
              <a:pathLst>
                <a:path w="6097" h="6371" extrusionOk="0">
                  <a:moveTo>
                    <a:pt x="2144" y="1"/>
                  </a:moveTo>
                  <a:cubicBezTo>
                    <a:pt x="1668" y="1215"/>
                    <a:pt x="1073" y="2406"/>
                    <a:pt x="561" y="3620"/>
                  </a:cubicBezTo>
                  <a:cubicBezTo>
                    <a:pt x="358" y="4084"/>
                    <a:pt x="180" y="4561"/>
                    <a:pt x="1" y="5025"/>
                  </a:cubicBezTo>
                  <a:cubicBezTo>
                    <a:pt x="299" y="5049"/>
                    <a:pt x="584" y="5168"/>
                    <a:pt x="811" y="5358"/>
                  </a:cubicBezTo>
                  <a:cubicBezTo>
                    <a:pt x="1144" y="5597"/>
                    <a:pt x="1358" y="5966"/>
                    <a:pt x="1406" y="6370"/>
                  </a:cubicBezTo>
                  <a:cubicBezTo>
                    <a:pt x="1751" y="6228"/>
                    <a:pt x="2085" y="6085"/>
                    <a:pt x="2418" y="5942"/>
                  </a:cubicBezTo>
                  <a:cubicBezTo>
                    <a:pt x="3668" y="5430"/>
                    <a:pt x="4894" y="4870"/>
                    <a:pt x="6097" y="4287"/>
                  </a:cubicBezTo>
                  <a:cubicBezTo>
                    <a:pt x="4990" y="2680"/>
                    <a:pt x="3847" y="1048"/>
                    <a:pt x="2144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41"/>
            <p:cNvSpPr/>
            <p:nvPr/>
          </p:nvSpPr>
          <p:spPr>
            <a:xfrm>
              <a:off x="221775" y="3359888"/>
              <a:ext cx="47350" cy="50350"/>
            </a:xfrm>
            <a:custGeom>
              <a:avLst/>
              <a:gdLst/>
              <a:ahLst/>
              <a:cxnLst/>
              <a:rect l="l" t="t" r="r" b="b"/>
              <a:pathLst>
                <a:path w="1894" h="2014" extrusionOk="0">
                  <a:moveTo>
                    <a:pt x="750" y="1"/>
                  </a:moveTo>
                  <a:cubicBezTo>
                    <a:pt x="500" y="680"/>
                    <a:pt x="250" y="1346"/>
                    <a:pt x="0" y="2013"/>
                  </a:cubicBezTo>
                  <a:cubicBezTo>
                    <a:pt x="643" y="1823"/>
                    <a:pt x="1274" y="1584"/>
                    <a:pt x="1893" y="1323"/>
                  </a:cubicBezTo>
                  <a:cubicBezTo>
                    <a:pt x="1655" y="775"/>
                    <a:pt x="1298" y="263"/>
                    <a:pt x="750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41"/>
            <p:cNvSpPr/>
            <p:nvPr/>
          </p:nvSpPr>
          <p:spPr>
            <a:xfrm>
              <a:off x="203550" y="2645688"/>
              <a:ext cx="946925" cy="780825"/>
            </a:xfrm>
            <a:custGeom>
              <a:avLst/>
              <a:gdLst/>
              <a:ahLst/>
              <a:cxnLst/>
              <a:rect l="l" t="t" r="r" b="b"/>
              <a:pathLst>
                <a:path w="37877" h="31233" extrusionOk="0">
                  <a:moveTo>
                    <a:pt x="34021" y="497"/>
                  </a:moveTo>
                  <a:cubicBezTo>
                    <a:pt x="35091" y="497"/>
                    <a:pt x="36061" y="960"/>
                    <a:pt x="36769" y="2197"/>
                  </a:cubicBezTo>
                  <a:cubicBezTo>
                    <a:pt x="37234" y="3018"/>
                    <a:pt x="37412" y="3959"/>
                    <a:pt x="37270" y="4876"/>
                  </a:cubicBezTo>
                  <a:cubicBezTo>
                    <a:pt x="37115" y="5757"/>
                    <a:pt x="36567" y="6507"/>
                    <a:pt x="35972" y="7150"/>
                  </a:cubicBezTo>
                  <a:cubicBezTo>
                    <a:pt x="35400" y="7721"/>
                    <a:pt x="34793" y="8245"/>
                    <a:pt x="34150" y="8733"/>
                  </a:cubicBezTo>
                  <a:cubicBezTo>
                    <a:pt x="33650" y="9126"/>
                    <a:pt x="33079" y="9507"/>
                    <a:pt x="32602" y="9948"/>
                  </a:cubicBezTo>
                  <a:cubicBezTo>
                    <a:pt x="32590" y="9793"/>
                    <a:pt x="32567" y="9650"/>
                    <a:pt x="32543" y="9507"/>
                  </a:cubicBezTo>
                  <a:cubicBezTo>
                    <a:pt x="32340" y="8662"/>
                    <a:pt x="31947" y="7805"/>
                    <a:pt x="31555" y="7043"/>
                  </a:cubicBezTo>
                  <a:cubicBezTo>
                    <a:pt x="30852" y="5709"/>
                    <a:pt x="29828" y="4471"/>
                    <a:pt x="28411" y="3875"/>
                  </a:cubicBezTo>
                  <a:cubicBezTo>
                    <a:pt x="28149" y="3768"/>
                    <a:pt x="27875" y="3673"/>
                    <a:pt x="27602" y="3614"/>
                  </a:cubicBezTo>
                  <a:cubicBezTo>
                    <a:pt x="29240" y="2423"/>
                    <a:pt x="31838" y="497"/>
                    <a:pt x="34021" y="497"/>
                  </a:cubicBezTo>
                  <a:close/>
                  <a:moveTo>
                    <a:pt x="27273" y="3994"/>
                  </a:moveTo>
                  <a:cubicBezTo>
                    <a:pt x="27431" y="3994"/>
                    <a:pt x="27585" y="4011"/>
                    <a:pt x="27721" y="4042"/>
                  </a:cubicBezTo>
                  <a:cubicBezTo>
                    <a:pt x="28292" y="4185"/>
                    <a:pt x="28828" y="4459"/>
                    <a:pt x="29280" y="4828"/>
                  </a:cubicBezTo>
                  <a:cubicBezTo>
                    <a:pt x="30304" y="5626"/>
                    <a:pt x="30971" y="6769"/>
                    <a:pt x="31471" y="7947"/>
                  </a:cubicBezTo>
                  <a:cubicBezTo>
                    <a:pt x="31864" y="8912"/>
                    <a:pt x="32793" y="10829"/>
                    <a:pt x="31304" y="11281"/>
                  </a:cubicBezTo>
                  <a:cubicBezTo>
                    <a:pt x="31245" y="11293"/>
                    <a:pt x="31197" y="11317"/>
                    <a:pt x="31150" y="11329"/>
                  </a:cubicBezTo>
                  <a:cubicBezTo>
                    <a:pt x="31221" y="10924"/>
                    <a:pt x="31066" y="10412"/>
                    <a:pt x="30923" y="10067"/>
                  </a:cubicBezTo>
                  <a:cubicBezTo>
                    <a:pt x="30697" y="9495"/>
                    <a:pt x="30292" y="9043"/>
                    <a:pt x="29911" y="8567"/>
                  </a:cubicBezTo>
                  <a:cubicBezTo>
                    <a:pt x="29909" y="8564"/>
                    <a:pt x="29906" y="8563"/>
                    <a:pt x="29903" y="8563"/>
                  </a:cubicBezTo>
                  <a:cubicBezTo>
                    <a:pt x="29888" y="8563"/>
                    <a:pt x="29866" y="8581"/>
                    <a:pt x="29876" y="8590"/>
                  </a:cubicBezTo>
                  <a:cubicBezTo>
                    <a:pt x="30221" y="9031"/>
                    <a:pt x="30495" y="9543"/>
                    <a:pt x="30662" y="10079"/>
                  </a:cubicBezTo>
                  <a:cubicBezTo>
                    <a:pt x="30745" y="10352"/>
                    <a:pt x="30793" y="10638"/>
                    <a:pt x="30793" y="10924"/>
                  </a:cubicBezTo>
                  <a:cubicBezTo>
                    <a:pt x="30793" y="11162"/>
                    <a:pt x="30733" y="11353"/>
                    <a:pt x="30769" y="11579"/>
                  </a:cubicBezTo>
                  <a:cubicBezTo>
                    <a:pt x="30650" y="11722"/>
                    <a:pt x="30542" y="11865"/>
                    <a:pt x="30459" y="12031"/>
                  </a:cubicBezTo>
                  <a:cubicBezTo>
                    <a:pt x="30150" y="12519"/>
                    <a:pt x="29661" y="12757"/>
                    <a:pt x="29138" y="12865"/>
                  </a:cubicBezTo>
                  <a:cubicBezTo>
                    <a:pt x="29138" y="12376"/>
                    <a:pt x="28899" y="11769"/>
                    <a:pt x="28780" y="11400"/>
                  </a:cubicBezTo>
                  <a:cubicBezTo>
                    <a:pt x="28554" y="10650"/>
                    <a:pt x="28221" y="9936"/>
                    <a:pt x="27816" y="9257"/>
                  </a:cubicBezTo>
                  <a:cubicBezTo>
                    <a:pt x="27054" y="7983"/>
                    <a:pt x="25911" y="6935"/>
                    <a:pt x="24482" y="6459"/>
                  </a:cubicBezTo>
                  <a:cubicBezTo>
                    <a:pt x="24342" y="6410"/>
                    <a:pt x="24191" y="6383"/>
                    <a:pt x="24041" y="6383"/>
                  </a:cubicBezTo>
                  <a:cubicBezTo>
                    <a:pt x="23973" y="6383"/>
                    <a:pt x="23906" y="6389"/>
                    <a:pt x="23839" y="6400"/>
                  </a:cubicBezTo>
                  <a:cubicBezTo>
                    <a:pt x="24050" y="5715"/>
                    <a:pt x="24792" y="5282"/>
                    <a:pt x="25504" y="5282"/>
                  </a:cubicBezTo>
                  <a:cubicBezTo>
                    <a:pt x="25597" y="5282"/>
                    <a:pt x="25689" y="5289"/>
                    <a:pt x="25780" y="5304"/>
                  </a:cubicBezTo>
                  <a:lnTo>
                    <a:pt x="25792" y="5304"/>
                  </a:lnTo>
                  <a:cubicBezTo>
                    <a:pt x="26221" y="5649"/>
                    <a:pt x="26780" y="5900"/>
                    <a:pt x="27244" y="6197"/>
                  </a:cubicBezTo>
                  <a:cubicBezTo>
                    <a:pt x="27887" y="6602"/>
                    <a:pt x="28507" y="7078"/>
                    <a:pt x="29078" y="7602"/>
                  </a:cubicBezTo>
                  <a:cubicBezTo>
                    <a:pt x="29089" y="7613"/>
                    <a:pt x="29101" y="7618"/>
                    <a:pt x="29113" y="7618"/>
                  </a:cubicBezTo>
                  <a:cubicBezTo>
                    <a:pt x="29152" y="7618"/>
                    <a:pt x="29186" y="7567"/>
                    <a:pt x="29149" y="7531"/>
                  </a:cubicBezTo>
                  <a:cubicBezTo>
                    <a:pt x="28661" y="6935"/>
                    <a:pt x="28102" y="6388"/>
                    <a:pt x="27494" y="5911"/>
                  </a:cubicBezTo>
                  <a:cubicBezTo>
                    <a:pt x="27090" y="5614"/>
                    <a:pt x="26590" y="5233"/>
                    <a:pt x="26066" y="5066"/>
                  </a:cubicBezTo>
                  <a:cubicBezTo>
                    <a:pt x="26066" y="5042"/>
                    <a:pt x="26066" y="5030"/>
                    <a:pt x="26066" y="5018"/>
                  </a:cubicBezTo>
                  <a:cubicBezTo>
                    <a:pt x="25952" y="4267"/>
                    <a:pt x="26644" y="3994"/>
                    <a:pt x="27273" y="3994"/>
                  </a:cubicBezTo>
                  <a:close/>
                  <a:moveTo>
                    <a:pt x="24087" y="6924"/>
                  </a:moveTo>
                  <a:cubicBezTo>
                    <a:pt x="24402" y="6924"/>
                    <a:pt x="24720" y="7064"/>
                    <a:pt x="25018" y="7209"/>
                  </a:cubicBezTo>
                  <a:cubicBezTo>
                    <a:pt x="25470" y="7435"/>
                    <a:pt x="25899" y="7721"/>
                    <a:pt x="26268" y="8066"/>
                  </a:cubicBezTo>
                  <a:lnTo>
                    <a:pt x="26280" y="8078"/>
                  </a:lnTo>
                  <a:cubicBezTo>
                    <a:pt x="23315" y="9805"/>
                    <a:pt x="20494" y="11793"/>
                    <a:pt x="17743" y="13841"/>
                  </a:cubicBezTo>
                  <a:cubicBezTo>
                    <a:pt x="14981" y="15889"/>
                    <a:pt x="12302" y="18032"/>
                    <a:pt x="9718" y="20282"/>
                  </a:cubicBezTo>
                  <a:cubicBezTo>
                    <a:pt x="8278" y="21532"/>
                    <a:pt x="6813" y="22806"/>
                    <a:pt x="5504" y="24199"/>
                  </a:cubicBezTo>
                  <a:cubicBezTo>
                    <a:pt x="5063" y="23771"/>
                    <a:pt x="4575" y="23402"/>
                    <a:pt x="4063" y="23080"/>
                  </a:cubicBezTo>
                  <a:cubicBezTo>
                    <a:pt x="4551" y="22568"/>
                    <a:pt x="5039" y="22068"/>
                    <a:pt x="5551" y="21580"/>
                  </a:cubicBezTo>
                  <a:cubicBezTo>
                    <a:pt x="11326" y="17329"/>
                    <a:pt x="16862" y="12734"/>
                    <a:pt x="22339" y="8114"/>
                  </a:cubicBezTo>
                  <a:cubicBezTo>
                    <a:pt x="22732" y="7769"/>
                    <a:pt x="23125" y="7352"/>
                    <a:pt x="23565" y="7078"/>
                  </a:cubicBezTo>
                  <a:cubicBezTo>
                    <a:pt x="23736" y="6967"/>
                    <a:pt x="23911" y="6924"/>
                    <a:pt x="24087" y="6924"/>
                  </a:cubicBezTo>
                  <a:close/>
                  <a:moveTo>
                    <a:pt x="26506" y="8293"/>
                  </a:moveTo>
                  <a:cubicBezTo>
                    <a:pt x="26590" y="8376"/>
                    <a:pt x="26673" y="8471"/>
                    <a:pt x="26756" y="8567"/>
                  </a:cubicBezTo>
                  <a:cubicBezTo>
                    <a:pt x="27149" y="9019"/>
                    <a:pt x="27494" y="9531"/>
                    <a:pt x="27756" y="10067"/>
                  </a:cubicBezTo>
                  <a:cubicBezTo>
                    <a:pt x="26316" y="10936"/>
                    <a:pt x="24935" y="11948"/>
                    <a:pt x="23542" y="12888"/>
                  </a:cubicBezTo>
                  <a:cubicBezTo>
                    <a:pt x="22101" y="13865"/>
                    <a:pt x="20660" y="14853"/>
                    <a:pt x="19232" y="15865"/>
                  </a:cubicBezTo>
                  <a:cubicBezTo>
                    <a:pt x="16445" y="17841"/>
                    <a:pt x="13707" y="19877"/>
                    <a:pt x="11088" y="22044"/>
                  </a:cubicBezTo>
                  <a:cubicBezTo>
                    <a:pt x="9659" y="23235"/>
                    <a:pt x="8194" y="24438"/>
                    <a:pt x="6920" y="25783"/>
                  </a:cubicBezTo>
                  <a:cubicBezTo>
                    <a:pt x="6504" y="25247"/>
                    <a:pt x="6063" y="24735"/>
                    <a:pt x="5575" y="24259"/>
                  </a:cubicBezTo>
                  <a:cubicBezTo>
                    <a:pt x="8171" y="22104"/>
                    <a:pt x="10623" y="19794"/>
                    <a:pt x="13255" y="17675"/>
                  </a:cubicBezTo>
                  <a:cubicBezTo>
                    <a:pt x="15957" y="15508"/>
                    <a:pt x="18743" y="13448"/>
                    <a:pt x="21601" y="11495"/>
                  </a:cubicBezTo>
                  <a:cubicBezTo>
                    <a:pt x="23220" y="10400"/>
                    <a:pt x="24863" y="9364"/>
                    <a:pt x="26506" y="8293"/>
                  </a:cubicBezTo>
                  <a:close/>
                  <a:moveTo>
                    <a:pt x="27899" y="10352"/>
                  </a:moveTo>
                  <a:lnTo>
                    <a:pt x="27971" y="10495"/>
                  </a:lnTo>
                  <a:cubicBezTo>
                    <a:pt x="28137" y="10876"/>
                    <a:pt x="28268" y="11269"/>
                    <a:pt x="28387" y="11662"/>
                  </a:cubicBezTo>
                  <a:cubicBezTo>
                    <a:pt x="28471" y="11972"/>
                    <a:pt x="28685" y="12460"/>
                    <a:pt x="28637" y="12781"/>
                  </a:cubicBezTo>
                  <a:lnTo>
                    <a:pt x="28649" y="12769"/>
                  </a:lnTo>
                  <a:lnTo>
                    <a:pt x="28649" y="12769"/>
                  </a:lnTo>
                  <a:cubicBezTo>
                    <a:pt x="28578" y="13293"/>
                    <a:pt x="27756" y="13603"/>
                    <a:pt x="27364" y="13841"/>
                  </a:cubicBezTo>
                  <a:cubicBezTo>
                    <a:pt x="26923" y="14103"/>
                    <a:pt x="26494" y="14377"/>
                    <a:pt x="26066" y="14639"/>
                  </a:cubicBezTo>
                  <a:cubicBezTo>
                    <a:pt x="25232" y="15163"/>
                    <a:pt x="24399" y="15686"/>
                    <a:pt x="23577" y="16222"/>
                  </a:cubicBezTo>
                  <a:cubicBezTo>
                    <a:pt x="21910" y="17306"/>
                    <a:pt x="20267" y="18437"/>
                    <a:pt x="18636" y="19568"/>
                  </a:cubicBezTo>
                  <a:cubicBezTo>
                    <a:pt x="15041" y="22068"/>
                    <a:pt x="11516" y="24676"/>
                    <a:pt x="7992" y="27283"/>
                  </a:cubicBezTo>
                  <a:cubicBezTo>
                    <a:pt x="7682" y="26819"/>
                    <a:pt x="7361" y="26366"/>
                    <a:pt x="7016" y="25914"/>
                  </a:cubicBezTo>
                  <a:cubicBezTo>
                    <a:pt x="8266" y="24878"/>
                    <a:pt x="9468" y="23759"/>
                    <a:pt x="10719" y="22723"/>
                  </a:cubicBezTo>
                  <a:cubicBezTo>
                    <a:pt x="12040" y="21616"/>
                    <a:pt x="13397" y="20532"/>
                    <a:pt x="14779" y="19485"/>
                  </a:cubicBezTo>
                  <a:cubicBezTo>
                    <a:pt x="17517" y="17413"/>
                    <a:pt x="20327" y="15448"/>
                    <a:pt x="23173" y="13531"/>
                  </a:cubicBezTo>
                  <a:cubicBezTo>
                    <a:pt x="24732" y="12460"/>
                    <a:pt x="26363" y="11460"/>
                    <a:pt x="27899" y="10352"/>
                  </a:cubicBezTo>
                  <a:close/>
                  <a:moveTo>
                    <a:pt x="3670" y="23402"/>
                  </a:moveTo>
                  <a:cubicBezTo>
                    <a:pt x="5373" y="24449"/>
                    <a:pt x="6516" y="26081"/>
                    <a:pt x="7623" y="27688"/>
                  </a:cubicBezTo>
                  <a:cubicBezTo>
                    <a:pt x="6420" y="28271"/>
                    <a:pt x="5194" y="28831"/>
                    <a:pt x="3956" y="29343"/>
                  </a:cubicBezTo>
                  <a:cubicBezTo>
                    <a:pt x="3622" y="29474"/>
                    <a:pt x="3277" y="29617"/>
                    <a:pt x="2944" y="29771"/>
                  </a:cubicBezTo>
                  <a:cubicBezTo>
                    <a:pt x="2884" y="29367"/>
                    <a:pt x="2670" y="28998"/>
                    <a:pt x="2348" y="28759"/>
                  </a:cubicBezTo>
                  <a:cubicBezTo>
                    <a:pt x="2122" y="28569"/>
                    <a:pt x="1837" y="28450"/>
                    <a:pt x="1539" y="28426"/>
                  </a:cubicBezTo>
                  <a:cubicBezTo>
                    <a:pt x="1717" y="27962"/>
                    <a:pt x="1896" y="27485"/>
                    <a:pt x="2087" y="27021"/>
                  </a:cubicBezTo>
                  <a:cubicBezTo>
                    <a:pt x="2599" y="25807"/>
                    <a:pt x="3194" y="24628"/>
                    <a:pt x="3670" y="23402"/>
                  </a:cubicBezTo>
                  <a:close/>
                  <a:moveTo>
                    <a:pt x="1479" y="28581"/>
                  </a:moveTo>
                  <a:cubicBezTo>
                    <a:pt x="2027" y="28831"/>
                    <a:pt x="2384" y="29355"/>
                    <a:pt x="2622" y="29902"/>
                  </a:cubicBezTo>
                  <a:cubicBezTo>
                    <a:pt x="2003" y="30164"/>
                    <a:pt x="1372" y="30403"/>
                    <a:pt x="729" y="30593"/>
                  </a:cubicBezTo>
                  <a:cubicBezTo>
                    <a:pt x="991" y="29926"/>
                    <a:pt x="1229" y="29260"/>
                    <a:pt x="1479" y="28581"/>
                  </a:cubicBezTo>
                  <a:close/>
                  <a:moveTo>
                    <a:pt x="33895" y="1"/>
                  </a:moveTo>
                  <a:cubicBezTo>
                    <a:pt x="33147" y="1"/>
                    <a:pt x="32388" y="210"/>
                    <a:pt x="31662" y="530"/>
                  </a:cubicBezTo>
                  <a:cubicBezTo>
                    <a:pt x="30066" y="1220"/>
                    <a:pt x="28447" y="2244"/>
                    <a:pt x="27304" y="3578"/>
                  </a:cubicBezTo>
                  <a:cubicBezTo>
                    <a:pt x="27234" y="3570"/>
                    <a:pt x="27165" y="3566"/>
                    <a:pt x="27096" y="3566"/>
                  </a:cubicBezTo>
                  <a:cubicBezTo>
                    <a:pt x="26848" y="3566"/>
                    <a:pt x="26608" y="3616"/>
                    <a:pt x="26375" y="3709"/>
                  </a:cubicBezTo>
                  <a:cubicBezTo>
                    <a:pt x="25899" y="3899"/>
                    <a:pt x="25589" y="4364"/>
                    <a:pt x="25589" y="4876"/>
                  </a:cubicBezTo>
                  <a:cubicBezTo>
                    <a:pt x="25078" y="4923"/>
                    <a:pt x="24589" y="4995"/>
                    <a:pt x="24161" y="5328"/>
                  </a:cubicBezTo>
                  <a:cubicBezTo>
                    <a:pt x="23792" y="5590"/>
                    <a:pt x="23589" y="6019"/>
                    <a:pt x="23601" y="6471"/>
                  </a:cubicBezTo>
                  <a:cubicBezTo>
                    <a:pt x="23137" y="6638"/>
                    <a:pt x="22744" y="7054"/>
                    <a:pt x="22327" y="7412"/>
                  </a:cubicBezTo>
                  <a:cubicBezTo>
                    <a:pt x="21518" y="8102"/>
                    <a:pt x="20708" y="8793"/>
                    <a:pt x="19898" y="9483"/>
                  </a:cubicBezTo>
                  <a:cubicBezTo>
                    <a:pt x="18231" y="10888"/>
                    <a:pt x="16553" y="12293"/>
                    <a:pt x="14862" y="13686"/>
                  </a:cubicBezTo>
                  <a:cubicBezTo>
                    <a:pt x="14683" y="13829"/>
                    <a:pt x="14493" y="13984"/>
                    <a:pt x="14314" y="14127"/>
                  </a:cubicBezTo>
                  <a:cubicBezTo>
                    <a:pt x="10730" y="16556"/>
                    <a:pt x="7444" y="19318"/>
                    <a:pt x="4253" y="22247"/>
                  </a:cubicBezTo>
                  <a:lnTo>
                    <a:pt x="3468" y="22890"/>
                  </a:lnTo>
                  <a:cubicBezTo>
                    <a:pt x="3444" y="22914"/>
                    <a:pt x="3444" y="22961"/>
                    <a:pt x="3468" y="22985"/>
                  </a:cubicBezTo>
                  <a:cubicBezTo>
                    <a:pt x="3444" y="23021"/>
                    <a:pt x="3432" y="23068"/>
                    <a:pt x="3432" y="23116"/>
                  </a:cubicBezTo>
                  <a:cubicBezTo>
                    <a:pt x="2706" y="24307"/>
                    <a:pt x="2158" y="25640"/>
                    <a:pt x="1610" y="26914"/>
                  </a:cubicBezTo>
                  <a:cubicBezTo>
                    <a:pt x="1051" y="28224"/>
                    <a:pt x="467" y="29545"/>
                    <a:pt x="39" y="30903"/>
                  </a:cubicBezTo>
                  <a:cubicBezTo>
                    <a:pt x="1" y="31082"/>
                    <a:pt x="136" y="31232"/>
                    <a:pt x="301" y="31232"/>
                  </a:cubicBezTo>
                  <a:cubicBezTo>
                    <a:pt x="343" y="31232"/>
                    <a:pt x="388" y="31222"/>
                    <a:pt x="432" y="31200"/>
                  </a:cubicBezTo>
                  <a:cubicBezTo>
                    <a:pt x="1634" y="30617"/>
                    <a:pt x="2944" y="30212"/>
                    <a:pt x="4194" y="29676"/>
                  </a:cubicBezTo>
                  <a:cubicBezTo>
                    <a:pt x="5444" y="29152"/>
                    <a:pt x="6670" y="28581"/>
                    <a:pt x="7885" y="27986"/>
                  </a:cubicBezTo>
                  <a:cubicBezTo>
                    <a:pt x="7921" y="27974"/>
                    <a:pt x="7944" y="27950"/>
                    <a:pt x="7956" y="27926"/>
                  </a:cubicBezTo>
                  <a:cubicBezTo>
                    <a:pt x="7992" y="27926"/>
                    <a:pt x="8040" y="27914"/>
                    <a:pt x="8063" y="27890"/>
                  </a:cubicBezTo>
                  <a:cubicBezTo>
                    <a:pt x="11492" y="25342"/>
                    <a:pt x="14933" y="22794"/>
                    <a:pt x="18434" y="20342"/>
                  </a:cubicBezTo>
                  <a:cubicBezTo>
                    <a:pt x="20184" y="19104"/>
                    <a:pt x="21970" y="17901"/>
                    <a:pt x="23768" y="16710"/>
                  </a:cubicBezTo>
                  <a:cubicBezTo>
                    <a:pt x="24637" y="16151"/>
                    <a:pt x="25518" y="15579"/>
                    <a:pt x="26411" y="15020"/>
                  </a:cubicBezTo>
                  <a:cubicBezTo>
                    <a:pt x="26828" y="14758"/>
                    <a:pt x="27256" y="14484"/>
                    <a:pt x="27697" y="14222"/>
                  </a:cubicBezTo>
                  <a:cubicBezTo>
                    <a:pt x="28090" y="13972"/>
                    <a:pt x="28614" y="13758"/>
                    <a:pt x="28935" y="13412"/>
                  </a:cubicBezTo>
                  <a:cubicBezTo>
                    <a:pt x="28959" y="13389"/>
                    <a:pt x="28971" y="13377"/>
                    <a:pt x="28983" y="13353"/>
                  </a:cubicBezTo>
                  <a:cubicBezTo>
                    <a:pt x="29685" y="13329"/>
                    <a:pt x="30328" y="12984"/>
                    <a:pt x="30733" y="12424"/>
                  </a:cubicBezTo>
                  <a:cubicBezTo>
                    <a:pt x="30971" y="12115"/>
                    <a:pt x="31031" y="11876"/>
                    <a:pt x="31435" y="11757"/>
                  </a:cubicBezTo>
                  <a:cubicBezTo>
                    <a:pt x="31733" y="11686"/>
                    <a:pt x="31995" y="11531"/>
                    <a:pt x="32209" y="11317"/>
                  </a:cubicBezTo>
                  <a:cubicBezTo>
                    <a:pt x="32364" y="11138"/>
                    <a:pt x="32483" y="10924"/>
                    <a:pt x="32543" y="10686"/>
                  </a:cubicBezTo>
                  <a:cubicBezTo>
                    <a:pt x="33114" y="10269"/>
                    <a:pt x="33650" y="9781"/>
                    <a:pt x="34222" y="9352"/>
                  </a:cubicBezTo>
                  <a:cubicBezTo>
                    <a:pt x="34817" y="8900"/>
                    <a:pt x="35388" y="8424"/>
                    <a:pt x="35948" y="7912"/>
                  </a:cubicBezTo>
                  <a:cubicBezTo>
                    <a:pt x="37008" y="6888"/>
                    <a:pt x="37877" y="5602"/>
                    <a:pt x="37781" y="4066"/>
                  </a:cubicBezTo>
                  <a:cubicBezTo>
                    <a:pt x="37686" y="2721"/>
                    <a:pt x="37043" y="1387"/>
                    <a:pt x="35924" y="625"/>
                  </a:cubicBezTo>
                  <a:cubicBezTo>
                    <a:pt x="35280" y="183"/>
                    <a:pt x="34592" y="1"/>
                    <a:pt x="338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9" name="Google Shape;1869;p42"/>
          <p:cNvSpPr txBox="1">
            <a:spLocks noGrp="1"/>
          </p:cNvSpPr>
          <p:nvPr>
            <p:ph type="title"/>
          </p:nvPr>
        </p:nvSpPr>
        <p:spPr>
          <a:xfrm>
            <a:off x="1039375" y="1137750"/>
            <a:ext cx="4728600" cy="55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Science needs tools!</a:t>
            </a:r>
            <a:endParaRPr/>
          </a:p>
        </p:txBody>
      </p:sp>
      <p:sp>
        <p:nvSpPr>
          <p:cNvPr id="1870" name="Google Shape;1870;p42"/>
          <p:cNvSpPr txBox="1">
            <a:spLocks noGrp="1"/>
          </p:cNvSpPr>
          <p:nvPr>
            <p:ph type="body" idx="1"/>
          </p:nvPr>
        </p:nvSpPr>
        <p:spPr>
          <a:xfrm>
            <a:off x="1039375" y="1696650"/>
            <a:ext cx="4728600" cy="23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know what helps you make your point clear? Lists like this one:</a:t>
            </a:r>
            <a:endParaRPr/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They’re simple</a:t>
            </a:r>
            <a:endParaRPr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You can organize your ideas clearly</a:t>
            </a:r>
            <a:endParaRPr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You’ll never forget to buy milk!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And the most important thing: the audience won’t miss the point of your presentation</a:t>
            </a:r>
            <a:endParaRPr/>
          </a:p>
        </p:txBody>
      </p:sp>
      <p:grpSp>
        <p:nvGrpSpPr>
          <p:cNvPr id="1871" name="Google Shape;1871;p42"/>
          <p:cNvGrpSpPr/>
          <p:nvPr/>
        </p:nvGrpSpPr>
        <p:grpSpPr>
          <a:xfrm>
            <a:off x="6129103" y="1449514"/>
            <a:ext cx="1746897" cy="2668475"/>
            <a:chOff x="142875" y="825638"/>
            <a:chExt cx="1022175" cy="1561425"/>
          </a:xfrm>
        </p:grpSpPr>
        <p:sp>
          <p:nvSpPr>
            <p:cNvPr id="1872" name="Google Shape;1872;p42"/>
            <p:cNvSpPr/>
            <p:nvPr/>
          </p:nvSpPr>
          <p:spPr>
            <a:xfrm>
              <a:off x="238725" y="836963"/>
              <a:ext cx="926025" cy="891150"/>
            </a:xfrm>
            <a:custGeom>
              <a:avLst/>
              <a:gdLst/>
              <a:ahLst/>
              <a:cxnLst/>
              <a:rect l="l" t="t" r="r" b="b"/>
              <a:pathLst>
                <a:path w="37041" h="35646" extrusionOk="0">
                  <a:moveTo>
                    <a:pt x="18062" y="2855"/>
                  </a:moveTo>
                  <a:cubicBezTo>
                    <a:pt x="19293" y="2855"/>
                    <a:pt x="20520" y="3033"/>
                    <a:pt x="21682" y="3405"/>
                  </a:cubicBezTo>
                  <a:cubicBezTo>
                    <a:pt x="27147" y="4870"/>
                    <a:pt x="31612" y="9418"/>
                    <a:pt x="32659" y="15074"/>
                  </a:cubicBezTo>
                  <a:cubicBezTo>
                    <a:pt x="33243" y="18264"/>
                    <a:pt x="32826" y="21562"/>
                    <a:pt x="31469" y="24515"/>
                  </a:cubicBezTo>
                  <a:cubicBezTo>
                    <a:pt x="30123" y="27385"/>
                    <a:pt x="27873" y="29730"/>
                    <a:pt x="25051" y="31195"/>
                  </a:cubicBezTo>
                  <a:cubicBezTo>
                    <a:pt x="22842" y="32366"/>
                    <a:pt x="20377" y="32975"/>
                    <a:pt x="17890" y="32975"/>
                  </a:cubicBezTo>
                  <a:cubicBezTo>
                    <a:pt x="17241" y="32975"/>
                    <a:pt x="16591" y="32933"/>
                    <a:pt x="15943" y="32850"/>
                  </a:cubicBezTo>
                  <a:cubicBezTo>
                    <a:pt x="12740" y="32409"/>
                    <a:pt x="9787" y="30909"/>
                    <a:pt x="7549" y="28575"/>
                  </a:cubicBezTo>
                  <a:cubicBezTo>
                    <a:pt x="5346" y="26313"/>
                    <a:pt x="3822" y="23396"/>
                    <a:pt x="3382" y="20265"/>
                  </a:cubicBezTo>
                  <a:cubicBezTo>
                    <a:pt x="2858" y="16717"/>
                    <a:pt x="3787" y="13073"/>
                    <a:pt x="5680" y="10049"/>
                  </a:cubicBezTo>
                  <a:cubicBezTo>
                    <a:pt x="7585" y="7037"/>
                    <a:pt x="10526" y="4656"/>
                    <a:pt x="13931" y="3525"/>
                  </a:cubicBezTo>
                  <a:cubicBezTo>
                    <a:pt x="15251" y="3087"/>
                    <a:pt x="16659" y="2855"/>
                    <a:pt x="18062" y="2855"/>
                  </a:cubicBezTo>
                  <a:close/>
                  <a:moveTo>
                    <a:pt x="18217" y="0"/>
                  </a:moveTo>
                  <a:cubicBezTo>
                    <a:pt x="11133" y="60"/>
                    <a:pt x="4561" y="4918"/>
                    <a:pt x="1822" y="11549"/>
                  </a:cubicBezTo>
                  <a:cubicBezTo>
                    <a:pt x="251" y="15383"/>
                    <a:pt x="0" y="19657"/>
                    <a:pt x="1322" y="23586"/>
                  </a:cubicBezTo>
                  <a:cubicBezTo>
                    <a:pt x="2525" y="27158"/>
                    <a:pt x="4799" y="30254"/>
                    <a:pt x="7835" y="32480"/>
                  </a:cubicBezTo>
                  <a:cubicBezTo>
                    <a:pt x="10772" y="34619"/>
                    <a:pt x="14272" y="35646"/>
                    <a:pt x="17784" y="35646"/>
                  </a:cubicBezTo>
                  <a:cubicBezTo>
                    <a:pt x="21603" y="35646"/>
                    <a:pt x="25437" y="34431"/>
                    <a:pt x="28575" y="32111"/>
                  </a:cubicBezTo>
                  <a:cubicBezTo>
                    <a:pt x="34731" y="27575"/>
                    <a:pt x="37041" y="19038"/>
                    <a:pt x="34517" y="11895"/>
                  </a:cubicBezTo>
                  <a:cubicBezTo>
                    <a:pt x="32088" y="5072"/>
                    <a:pt x="25325" y="512"/>
                    <a:pt x="18217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42"/>
            <p:cNvSpPr/>
            <p:nvPr/>
          </p:nvSpPr>
          <p:spPr>
            <a:xfrm>
              <a:off x="319975" y="917613"/>
              <a:ext cx="760550" cy="731725"/>
            </a:xfrm>
            <a:custGeom>
              <a:avLst/>
              <a:gdLst/>
              <a:ahLst/>
              <a:cxnLst/>
              <a:rect l="l" t="t" r="r" b="b"/>
              <a:pathLst>
                <a:path w="30422" h="29269" extrusionOk="0">
                  <a:moveTo>
                    <a:pt x="14833" y="1333"/>
                  </a:moveTo>
                  <a:cubicBezTo>
                    <a:pt x="15923" y="1333"/>
                    <a:pt x="17009" y="1490"/>
                    <a:pt x="18039" y="1823"/>
                  </a:cubicBezTo>
                  <a:cubicBezTo>
                    <a:pt x="22885" y="3120"/>
                    <a:pt x="26849" y="7168"/>
                    <a:pt x="27778" y="12169"/>
                  </a:cubicBezTo>
                  <a:cubicBezTo>
                    <a:pt x="28302" y="15015"/>
                    <a:pt x="27933" y="17944"/>
                    <a:pt x="26719" y="20563"/>
                  </a:cubicBezTo>
                  <a:cubicBezTo>
                    <a:pt x="25528" y="23111"/>
                    <a:pt x="23528" y="25206"/>
                    <a:pt x="21027" y="26504"/>
                  </a:cubicBezTo>
                  <a:cubicBezTo>
                    <a:pt x="19064" y="27542"/>
                    <a:pt x="16876" y="28079"/>
                    <a:pt x="14666" y="28079"/>
                  </a:cubicBezTo>
                  <a:cubicBezTo>
                    <a:pt x="14088" y="28079"/>
                    <a:pt x="13508" y="28043"/>
                    <a:pt x="12931" y="27969"/>
                  </a:cubicBezTo>
                  <a:cubicBezTo>
                    <a:pt x="10097" y="27576"/>
                    <a:pt x="7466" y="26242"/>
                    <a:pt x="5478" y="24170"/>
                  </a:cubicBezTo>
                  <a:cubicBezTo>
                    <a:pt x="3501" y="22158"/>
                    <a:pt x="2215" y="19575"/>
                    <a:pt x="1775" y="16789"/>
                  </a:cubicBezTo>
                  <a:cubicBezTo>
                    <a:pt x="1322" y="13645"/>
                    <a:pt x="2144" y="10407"/>
                    <a:pt x="3823" y="7728"/>
                  </a:cubicBezTo>
                  <a:cubicBezTo>
                    <a:pt x="5513" y="5049"/>
                    <a:pt x="8133" y="2930"/>
                    <a:pt x="11145" y="1930"/>
                  </a:cubicBezTo>
                  <a:cubicBezTo>
                    <a:pt x="12323" y="1541"/>
                    <a:pt x="13580" y="1333"/>
                    <a:pt x="14833" y="1333"/>
                  </a:cubicBezTo>
                  <a:close/>
                  <a:moveTo>
                    <a:pt x="14955" y="1"/>
                  </a:moveTo>
                  <a:cubicBezTo>
                    <a:pt x="9145" y="48"/>
                    <a:pt x="3739" y="4049"/>
                    <a:pt x="1489" y="9478"/>
                  </a:cubicBezTo>
                  <a:cubicBezTo>
                    <a:pt x="203" y="12621"/>
                    <a:pt x="1" y="16134"/>
                    <a:pt x="1084" y="19360"/>
                  </a:cubicBezTo>
                  <a:cubicBezTo>
                    <a:pt x="2073" y="22289"/>
                    <a:pt x="3942" y="24837"/>
                    <a:pt x="6442" y="26671"/>
                  </a:cubicBezTo>
                  <a:cubicBezTo>
                    <a:pt x="8848" y="28427"/>
                    <a:pt x="11718" y="29268"/>
                    <a:pt x="14600" y="29268"/>
                  </a:cubicBezTo>
                  <a:cubicBezTo>
                    <a:pt x="17737" y="29268"/>
                    <a:pt x="20887" y="28272"/>
                    <a:pt x="23468" y="26373"/>
                  </a:cubicBezTo>
                  <a:cubicBezTo>
                    <a:pt x="28516" y="22646"/>
                    <a:pt x="30421" y="15634"/>
                    <a:pt x="28338" y="9764"/>
                  </a:cubicBezTo>
                  <a:cubicBezTo>
                    <a:pt x="26349" y="4168"/>
                    <a:pt x="20789" y="418"/>
                    <a:pt x="14955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42"/>
            <p:cNvSpPr/>
            <p:nvPr/>
          </p:nvSpPr>
          <p:spPr>
            <a:xfrm>
              <a:off x="361650" y="958988"/>
              <a:ext cx="675425" cy="649900"/>
            </a:xfrm>
            <a:custGeom>
              <a:avLst/>
              <a:gdLst/>
              <a:ahLst/>
              <a:cxnLst/>
              <a:rect l="l" t="t" r="r" b="b"/>
              <a:pathLst>
                <a:path w="27017" h="25996" extrusionOk="0">
                  <a:moveTo>
                    <a:pt x="13288" y="1"/>
                  </a:moveTo>
                  <a:cubicBezTo>
                    <a:pt x="8121" y="48"/>
                    <a:pt x="3323" y="3585"/>
                    <a:pt x="1322" y="8430"/>
                  </a:cubicBezTo>
                  <a:cubicBezTo>
                    <a:pt x="179" y="11216"/>
                    <a:pt x="1" y="14336"/>
                    <a:pt x="965" y="17205"/>
                  </a:cubicBezTo>
                  <a:cubicBezTo>
                    <a:pt x="1846" y="19801"/>
                    <a:pt x="3501" y="22075"/>
                    <a:pt x="5716" y="23694"/>
                  </a:cubicBezTo>
                  <a:cubicBezTo>
                    <a:pt x="7852" y="25249"/>
                    <a:pt x="10400" y="25995"/>
                    <a:pt x="12958" y="25995"/>
                  </a:cubicBezTo>
                  <a:cubicBezTo>
                    <a:pt x="15746" y="25995"/>
                    <a:pt x="18545" y="25109"/>
                    <a:pt x="20837" y="23420"/>
                  </a:cubicBezTo>
                  <a:cubicBezTo>
                    <a:pt x="25325" y="20110"/>
                    <a:pt x="27016" y="13883"/>
                    <a:pt x="25159" y="8680"/>
                  </a:cubicBezTo>
                  <a:cubicBezTo>
                    <a:pt x="23397" y="3704"/>
                    <a:pt x="18455" y="382"/>
                    <a:pt x="1328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42"/>
            <p:cNvSpPr/>
            <p:nvPr/>
          </p:nvSpPr>
          <p:spPr>
            <a:xfrm>
              <a:off x="424750" y="1687963"/>
              <a:ext cx="107200" cy="139325"/>
            </a:xfrm>
            <a:custGeom>
              <a:avLst/>
              <a:gdLst/>
              <a:ahLst/>
              <a:cxnLst/>
              <a:rect l="l" t="t" r="r" b="b"/>
              <a:pathLst>
                <a:path w="4288" h="5573" extrusionOk="0">
                  <a:moveTo>
                    <a:pt x="1906" y="0"/>
                  </a:moveTo>
                  <a:cubicBezTo>
                    <a:pt x="1834" y="262"/>
                    <a:pt x="1739" y="524"/>
                    <a:pt x="1608" y="774"/>
                  </a:cubicBezTo>
                  <a:cubicBezTo>
                    <a:pt x="1430" y="1191"/>
                    <a:pt x="1263" y="1596"/>
                    <a:pt x="1084" y="2012"/>
                  </a:cubicBezTo>
                  <a:cubicBezTo>
                    <a:pt x="727" y="2846"/>
                    <a:pt x="406" y="3715"/>
                    <a:pt x="1" y="4536"/>
                  </a:cubicBezTo>
                  <a:cubicBezTo>
                    <a:pt x="763" y="4775"/>
                    <a:pt x="1489" y="5132"/>
                    <a:pt x="2156" y="5572"/>
                  </a:cubicBezTo>
                  <a:cubicBezTo>
                    <a:pt x="2287" y="5215"/>
                    <a:pt x="2442" y="4870"/>
                    <a:pt x="2632" y="4536"/>
                  </a:cubicBezTo>
                  <a:cubicBezTo>
                    <a:pt x="2823" y="4120"/>
                    <a:pt x="3025" y="3703"/>
                    <a:pt x="3227" y="3286"/>
                  </a:cubicBezTo>
                  <a:cubicBezTo>
                    <a:pt x="3561" y="2572"/>
                    <a:pt x="3870" y="1786"/>
                    <a:pt x="4287" y="1107"/>
                  </a:cubicBezTo>
                  <a:cubicBezTo>
                    <a:pt x="3466" y="798"/>
                    <a:pt x="2668" y="429"/>
                    <a:pt x="1906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42"/>
            <p:cNvSpPr/>
            <p:nvPr/>
          </p:nvSpPr>
          <p:spPr>
            <a:xfrm>
              <a:off x="158650" y="1811263"/>
              <a:ext cx="341150" cy="559575"/>
            </a:xfrm>
            <a:custGeom>
              <a:avLst/>
              <a:gdLst/>
              <a:ahLst/>
              <a:cxnLst/>
              <a:rect l="l" t="t" r="r" b="b"/>
              <a:pathLst>
                <a:path w="13646" h="22383" extrusionOk="0">
                  <a:moveTo>
                    <a:pt x="9391" y="0"/>
                  </a:moveTo>
                  <a:cubicBezTo>
                    <a:pt x="9213" y="0"/>
                    <a:pt x="9035" y="22"/>
                    <a:pt x="8859" y="69"/>
                  </a:cubicBezTo>
                  <a:cubicBezTo>
                    <a:pt x="8561" y="176"/>
                    <a:pt x="8311" y="378"/>
                    <a:pt x="8156" y="664"/>
                  </a:cubicBezTo>
                  <a:cubicBezTo>
                    <a:pt x="8037" y="878"/>
                    <a:pt x="7930" y="1093"/>
                    <a:pt x="7811" y="1319"/>
                  </a:cubicBezTo>
                  <a:cubicBezTo>
                    <a:pt x="6918" y="3224"/>
                    <a:pt x="6061" y="5153"/>
                    <a:pt x="5097" y="7034"/>
                  </a:cubicBezTo>
                  <a:cubicBezTo>
                    <a:pt x="5085" y="7070"/>
                    <a:pt x="5061" y="7093"/>
                    <a:pt x="5025" y="7105"/>
                  </a:cubicBezTo>
                  <a:cubicBezTo>
                    <a:pt x="4120" y="9106"/>
                    <a:pt x="3251" y="11118"/>
                    <a:pt x="2406" y="13154"/>
                  </a:cubicBezTo>
                  <a:cubicBezTo>
                    <a:pt x="2013" y="14118"/>
                    <a:pt x="1620" y="15094"/>
                    <a:pt x="1215" y="16059"/>
                  </a:cubicBezTo>
                  <a:lnTo>
                    <a:pt x="560" y="17690"/>
                  </a:lnTo>
                  <a:cubicBezTo>
                    <a:pt x="382" y="18119"/>
                    <a:pt x="179" y="18559"/>
                    <a:pt x="132" y="19035"/>
                  </a:cubicBezTo>
                  <a:cubicBezTo>
                    <a:pt x="1" y="20095"/>
                    <a:pt x="941" y="20750"/>
                    <a:pt x="1751" y="21226"/>
                  </a:cubicBezTo>
                  <a:cubicBezTo>
                    <a:pt x="2632" y="21762"/>
                    <a:pt x="3596" y="22131"/>
                    <a:pt x="4608" y="22345"/>
                  </a:cubicBezTo>
                  <a:cubicBezTo>
                    <a:pt x="4749" y="22370"/>
                    <a:pt x="4882" y="22382"/>
                    <a:pt x="5007" y="22382"/>
                  </a:cubicBezTo>
                  <a:cubicBezTo>
                    <a:pt x="5836" y="22382"/>
                    <a:pt x="6345" y="21853"/>
                    <a:pt x="6728" y="21036"/>
                  </a:cubicBezTo>
                  <a:cubicBezTo>
                    <a:pt x="7168" y="20095"/>
                    <a:pt x="7561" y="19131"/>
                    <a:pt x="7954" y="18166"/>
                  </a:cubicBezTo>
                  <a:cubicBezTo>
                    <a:pt x="8799" y="16178"/>
                    <a:pt x="9609" y="14201"/>
                    <a:pt x="10419" y="12189"/>
                  </a:cubicBezTo>
                  <a:cubicBezTo>
                    <a:pt x="11228" y="10177"/>
                    <a:pt x="12062" y="8165"/>
                    <a:pt x="12776" y="6117"/>
                  </a:cubicBezTo>
                  <a:cubicBezTo>
                    <a:pt x="13098" y="5200"/>
                    <a:pt x="13490" y="4224"/>
                    <a:pt x="13562" y="3236"/>
                  </a:cubicBezTo>
                  <a:cubicBezTo>
                    <a:pt x="13645" y="2260"/>
                    <a:pt x="13062" y="1569"/>
                    <a:pt x="12264" y="1081"/>
                  </a:cubicBezTo>
                  <a:cubicBezTo>
                    <a:pt x="11585" y="652"/>
                    <a:pt x="10847" y="319"/>
                    <a:pt x="10073" y="104"/>
                  </a:cubicBezTo>
                  <a:cubicBezTo>
                    <a:pt x="9851" y="37"/>
                    <a:pt x="9622" y="0"/>
                    <a:pt x="9391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42"/>
            <p:cNvSpPr/>
            <p:nvPr/>
          </p:nvSpPr>
          <p:spPr>
            <a:xfrm>
              <a:off x="227125" y="825638"/>
              <a:ext cx="937925" cy="917175"/>
            </a:xfrm>
            <a:custGeom>
              <a:avLst/>
              <a:gdLst/>
              <a:ahLst/>
              <a:cxnLst/>
              <a:rect l="l" t="t" r="r" b="b"/>
              <a:pathLst>
                <a:path w="37517" h="36687" extrusionOk="0">
                  <a:moveTo>
                    <a:pt x="18681" y="453"/>
                  </a:moveTo>
                  <a:cubicBezTo>
                    <a:pt x="25789" y="965"/>
                    <a:pt x="32552" y="5525"/>
                    <a:pt x="34981" y="12348"/>
                  </a:cubicBezTo>
                  <a:cubicBezTo>
                    <a:pt x="37517" y="19491"/>
                    <a:pt x="35195" y="28028"/>
                    <a:pt x="29039" y="32564"/>
                  </a:cubicBezTo>
                  <a:cubicBezTo>
                    <a:pt x="25901" y="34884"/>
                    <a:pt x="22067" y="36099"/>
                    <a:pt x="18248" y="36099"/>
                  </a:cubicBezTo>
                  <a:cubicBezTo>
                    <a:pt x="14736" y="36099"/>
                    <a:pt x="11236" y="35072"/>
                    <a:pt x="8299" y="32933"/>
                  </a:cubicBezTo>
                  <a:cubicBezTo>
                    <a:pt x="5263" y="30707"/>
                    <a:pt x="2989" y="27611"/>
                    <a:pt x="1786" y="24039"/>
                  </a:cubicBezTo>
                  <a:cubicBezTo>
                    <a:pt x="464" y="20110"/>
                    <a:pt x="715" y="15836"/>
                    <a:pt x="2286" y="12002"/>
                  </a:cubicBezTo>
                  <a:cubicBezTo>
                    <a:pt x="5025" y="5371"/>
                    <a:pt x="11597" y="513"/>
                    <a:pt x="18681" y="453"/>
                  </a:cubicBezTo>
                  <a:close/>
                  <a:moveTo>
                    <a:pt x="18508" y="1"/>
                  </a:moveTo>
                  <a:cubicBezTo>
                    <a:pt x="16798" y="1"/>
                    <a:pt x="15084" y="283"/>
                    <a:pt x="13478" y="822"/>
                  </a:cubicBezTo>
                  <a:cubicBezTo>
                    <a:pt x="9335" y="2180"/>
                    <a:pt x="5751" y="5097"/>
                    <a:pt x="3441" y="8764"/>
                  </a:cubicBezTo>
                  <a:cubicBezTo>
                    <a:pt x="1119" y="12431"/>
                    <a:pt x="0" y="16884"/>
                    <a:pt x="619" y="21206"/>
                  </a:cubicBezTo>
                  <a:cubicBezTo>
                    <a:pt x="1179" y="25016"/>
                    <a:pt x="3024" y="28576"/>
                    <a:pt x="5703" y="31326"/>
                  </a:cubicBezTo>
                  <a:cubicBezTo>
                    <a:pt x="6858" y="32517"/>
                    <a:pt x="8180" y="33553"/>
                    <a:pt x="9632" y="34386"/>
                  </a:cubicBezTo>
                  <a:lnTo>
                    <a:pt x="9811" y="34493"/>
                  </a:lnTo>
                  <a:cubicBezTo>
                    <a:pt x="10573" y="34922"/>
                    <a:pt x="11371" y="35291"/>
                    <a:pt x="12192" y="35600"/>
                  </a:cubicBezTo>
                  <a:lnTo>
                    <a:pt x="12454" y="35708"/>
                  </a:lnTo>
                  <a:cubicBezTo>
                    <a:pt x="13573" y="36101"/>
                    <a:pt x="14740" y="36386"/>
                    <a:pt x="15919" y="36541"/>
                  </a:cubicBezTo>
                  <a:cubicBezTo>
                    <a:pt x="16697" y="36638"/>
                    <a:pt x="17478" y="36686"/>
                    <a:pt x="18256" y="36686"/>
                  </a:cubicBezTo>
                  <a:cubicBezTo>
                    <a:pt x="21298" y="36686"/>
                    <a:pt x="24306" y="35951"/>
                    <a:pt x="27027" y="34529"/>
                  </a:cubicBezTo>
                  <a:cubicBezTo>
                    <a:pt x="30444" y="32743"/>
                    <a:pt x="33195" y="29874"/>
                    <a:pt x="34838" y="26385"/>
                  </a:cubicBezTo>
                  <a:cubicBezTo>
                    <a:pt x="36493" y="22789"/>
                    <a:pt x="36993" y="18765"/>
                    <a:pt x="36278" y="14872"/>
                  </a:cubicBezTo>
                  <a:cubicBezTo>
                    <a:pt x="35005" y="7990"/>
                    <a:pt x="29575" y="2454"/>
                    <a:pt x="22920" y="668"/>
                  </a:cubicBezTo>
                  <a:cubicBezTo>
                    <a:pt x="21502" y="217"/>
                    <a:pt x="20006" y="1"/>
                    <a:pt x="185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42"/>
            <p:cNvSpPr/>
            <p:nvPr/>
          </p:nvSpPr>
          <p:spPr>
            <a:xfrm>
              <a:off x="310150" y="908338"/>
              <a:ext cx="770375" cy="753000"/>
            </a:xfrm>
            <a:custGeom>
              <a:avLst/>
              <a:gdLst/>
              <a:ahLst/>
              <a:cxnLst/>
              <a:rect l="l" t="t" r="r" b="b"/>
              <a:pathLst>
                <a:path w="30815" h="30120" extrusionOk="0">
                  <a:moveTo>
                    <a:pt x="15348" y="372"/>
                  </a:moveTo>
                  <a:cubicBezTo>
                    <a:pt x="21182" y="789"/>
                    <a:pt x="26742" y="4539"/>
                    <a:pt x="28731" y="10135"/>
                  </a:cubicBezTo>
                  <a:cubicBezTo>
                    <a:pt x="30814" y="16005"/>
                    <a:pt x="28909" y="23017"/>
                    <a:pt x="23861" y="26744"/>
                  </a:cubicBezTo>
                  <a:cubicBezTo>
                    <a:pt x="21280" y="28643"/>
                    <a:pt x="18130" y="29639"/>
                    <a:pt x="14993" y="29639"/>
                  </a:cubicBezTo>
                  <a:cubicBezTo>
                    <a:pt x="12111" y="29639"/>
                    <a:pt x="9241" y="28798"/>
                    <a:pt x="6835" y="27042"/>
                  </a:cubicBezTo>
                  <a:cubicBezTo>
                    <a:pt x="4347" y="25220"/>
                    <a:pt x="2466" y="22672"/>
                    <a:pt x="1477" y="19743"/>
                  </a:cubicBezTo>
                  <a:cubicBezTo>
                    <a:pt x="394" y="16517"/>
                    <a:pt x="608" y="13004"/>
                    <a:pt x="1894" y="9861"/>
                  </a:cubicBezTo>
                  <a:cubicBezTo>
                    <a:pt x="4132" y="4408"/>
                    <a:pt x="9538" y="419"/>
                    <a:pt x="15348" y="372"/>
                  </a:cubicBezTo>
                  <a:close/>
                  <a:moveTo>
                    <a:pt x="15195" y="0"/>
                  </a:moveTo>
                  <a:cubicBezTo>
                    <a:pt x="13790" y="0"/>
                    <a:pt x="12382" y="232"/>
                    <a:pt x="11062" y="670"/>
                  </a:cubicBezTo>
                  <a:cubicBezTo>
                    <a:pt x="7669" y="1801"/>
                    <a:pt x="4716" y="4182"/>
                    <a:pt x="2823" y="7194"/>
                  </a:cubicBezTo>
                  <a:cubicBezTo>
                    <a:pt x="918" y="10218"/>
                    <a:pt x="1" y="13862"/>
                    <a:pt x="513" y="17410"/>
                  </a:cubicBezTo>
                  <a:cubicBezTo>
                    <a:pt x="965" y="20541"/>
                    <a:pt x="2489" y="23458"/>
                    <a:pt x="4680" y="25720"/>
                  </a:cubicBezTo>
                  <a:cubicBezTo>
                    <a:pt x="6919" y="28054"/>
                    <a:pt x="9871" y="29554"/>
                    <a:pt x="13074" y="29995"/>
                  </a:cubicBezTo>
                  <a:cubicBezTo>
                    <a:pt x="13724" y="30078"/>
                    <a:pt x="14376" y="30120"/>
                    <a:pt x="15026" y="30120"/>
                  </a:cubicBezTo>
                  <a:cubicBezTo>
                    <a:pt x="17516" y="30120"/>
                    <a:pt x="19975" y="29511"/>
                    <a:pt x="22194" y="28340"/>
                  </a:cubicBezTo>
                  <a:cubicBezTo>
                    <a:pt x="25004" y="26887"/>
                    <a:pt x="27254" y="24530"/>
                    <a:pt x="28612" y="21660"/>
                  </a:cubicBezTo>
                  <a:cubicBezTo>
                    <a:pt x="29969" y="18707"/>
                    <a:pt x="30386" y="15409"/>
                    <a:pt x="29802" y="12219"/>
                  </a:cubicBezTo>
                  <a:cubicBezTo>
                    <a:pt x="28755" y="6563"/>
                    <a:pt x="24290" y="2015"/>
                    <a:pt x="18825" y="550"/>
                  </a:cubicBezTo>
                  <a:cubicBezTo>
                    <a:pt x="17657" y="178"/>
                    <a:pt x="16427" y="0"/>
                    <a:pt x="151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42"/>
            <p:cNvSpPr/>
            <p:nvPr/>
          </p:nvSpPr>
          <p:spPr>
            <a:xfrm>
              <a:off x="353025" y="950763"/>
              <a:ext cx="684050" cy="668700"/>
            </a:xfrm>
            <a:custGeom>
              <a:avLst/>
              <a:gdLst/>
              <a:ahLst/>
              <a:cxnLst/>
              <a:rect l="l" t="t" r="r" b="b"/>
              <a:pathLst>
                <a:path w="27362" h="26748" extrusionOk="0">
                  <a:moveTo>
                    <a:pt x="13633" y="342"/>
                  </a:moveTo>
                  <a:cubicBezTo>
                    <a:pt x="18812" y="711"/>
                    <a:pt x="23742" y="4033"/>
                    <a:pt x="25504" y="9009"/>
                  </a:cubicBezTo>
                  <a:cubicBezTo>
                    <a:pt x="27361" y="14212"/>
                    <a:pt x="25670" y="20439"/>
                    <a:pt x="21182" y="23749"/>
                  </a:cubicBezTo>
                  <a:cubicBezTo>
                    <a:pt x="18890" y="25438"/>
                    <a:pt x="16091" y="26324"/>
                    <a:pt x="13303" y="26324"/>
                  </a:cubicBezTo>
                  <a:cubicBezTo>
                    <a:pt x="10745" y="26324"/>
                    <a:pt x="8197" y="25578"/>
                    <a:pt x="6061" y="24023"/>
                  </a:cubicBezTo>
                  <a:cubicBezTo>
                    <a:pt x="3846" y="22404"/>
                    <a:pt x="2191" y="20142"/>
                    <a:pt x="1310" y="17546"/>
                  </a:cubicBezTo>
                  <a:cubicBezTo>
                    <a:pt x="346" y="14665"/>
                    <a:pt x="524" y="11545"/>
                    <a:pt x="1667" y="8759"/>
                  </a:cubicBezTo>
                  <a:cubicBezTo>
                    <a:pt x="3668" y="3925"/>
                    <a:pt x="8466" y="377"/>
                    <a:pt x="13633" y="342"/>
                  </a:cubicBezTo>
                  <a:close/>
                  <a:moveTo>
                    <a:pt x="13494" y="0"/>
                  </a:moveTo>
                  <a:cubicBezTo>
                    <a:pt x="12247" y="0"/>
                    <a:pt x="10998" y="204"/>
                    <a:pt x="9823" y="592"/>
                  </a:cubicBezTo>
                  <a:cubicBezTo>
                    <a:pt x="6811" y="1592"/>
                    <a:pt x="4191" y="3723"/>
                    <a:pt x="2501" y="6390"/>
                  </a:cubicBezTo>
                  <a:cubicBezTo>
                    <a:pt x="822" y="9057"/>
                    <a:pt x="0" y="12307"/>
                    <a:pt x="453" y="15463"/>
                  </a:cubicBezTo>
                  <a:cubicBezTo>
                    <a:pt x="893" y="18249"/>
                    <a:pt x="2179" y="20820"/>
                    <a:pt x="4156" y="22844"/>
                  </a:cubicBezTo>
                  <a:cubicBezTo>
                    <a:pt x="6144" y="24904"/>
                    <a:pt x="8775" y="26250"/>
                    <a:pt x="11609" y="26643"/>
                  </a:cubicBezTo>
                  <a:cubicBezTo>
                    <a:pt x="12175" y="26713"/>
                    <a:pt x="12743" y="26747"/>
                    <a:pt x="13309" y="26747"/>
                  </a:cubicBezTo>
                  <a:cubicBezTo>
                    <a:pt x="15531" y="26747"/>
                    <a:pt x="17732" y="26212"/>
                    <a:pt x="19705" y="25178"/>
                  </a:cubicBezTo>
                  <a:cubicBezTo>
                    <a:pt x="22206" y="23868"/>
                    <a:pt x="24206" y="21785"/>
                    <a:pt x="25397" y="19237"/>
                  </a:cubicBezTo>
                  <a:cubicBezTo>
                    <a:pt x="26611" y="16618"/>
                    <a:pt x="26980" y="13689"/>
                    <a:pt x="26456" y="10855"/>
                  </a:cubicBezTo>
                  <a:cubicBezTo>
                    <a:pt x="25527" y="5842"/>
                    <a:pt x="21563" y="1794"/>
                    <a:pt x="16717" y="485"/>
                  </a:cubicBezTo>
                  <a:cubicBezTo>
                    <a:pt x="15678" y="157"/>
                    <a:pt x="14586" y="0"/>
                    <a:pt x="13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42"/>
            <p:cNvSpPr/>
            <p:nvPr/>
          </p:nvSpPr>
          <p:spPr>
            <a:xfrm>
              <a:off x="142875" y="1685563"/>
              <a:ext cx="395625" cy="701500"/>
            </a:xfrm>
            <a:custGeom>
              <a:avLst/>
              <a:gdLst/>
              <a:ahLst/>
              <a:cxnLst/>
              <a:rect l="l" t="t" r="r" b="b"/>
              <a:pathLst>
                <a:path w="15825" h="28060" extrusionOk="0">
                  <a:moveTo>
                    <a:pt x="10046" y="5033"/>
                  </a:moveTo>
                  <a:cubicBezTo>
                    <a:pt x="10272" y="5033"/>
                    <a:pt x="10498" y="5066"/>
                    <a:pt x="10716" y="5132"/>
                  </a:cubicBezTo>
                  <a:cubicBezTo>
                    <a:pt x="11490" y="5347"/>
                    <a:pt x="12216" y="5680"/>
                    <a:pt x="12895" y="6109"/>
                  </a:cubicBezTo>
                  <a:cubicBezTo>
                    <a:pt x="13693" y="6597"/>
                    <a:pt x="14276" y="7288"/>
                    <a:pt x="14193" y="8264"/>
                  </a:cubicBezTo>
                  <a:cubicBezTo>
                    <a:pt x="14121" y="9252"/>
                    <a:pt x="13729" y="10228"/>
                    <a:pt x="13419" y="11145"/>
                  </a:cubicBezTo>
                  <a:cubicBezTo>
                    <a:pt x="12705" y="13193"/>
                    <a:pt x="11859" y="15217"/>
                    <a:pt x="11050" y="17217"/>
                  </a:cubicBezTo>
                  <a:cubicBezTo>
                    <a:pt x="10240" y="19218"/>
                    <a:pt x="9430" y="21218"/>
                    <a:pt x="8597" y="23194"/>
                  </a:cubicBezTo>
                  <a:cubicBezTo>
                    <a:pt x="8192" y="24159"/>
                    <a:pt x="7799" y="25147"/>
                    <a:pt x="7359" y="26064"/>
                  </a:cubicBezTo>
                  <a:cubicBezTo>
                    <a:pt x="6974" y="26863"/>
                    <a:pt x="6472" y="27409"/>
                    <a:pt x="5631" y="27409"/>
                  </a:cubicBezTo>
                  <a:cubicBezTo>
                    <a:pt x="5508" y="27409"/>
                    <a:pt x="5378" y="27398"/>
                    <a:pt x="5239" y="27373"/>
                  </a:cubicBezTo>
                  <a:cubicBezTo>
                    <a:pt x="4239" y="27171"/>
                    <a:pt x="3275" y="26790"/>
                    <a:pt x="2394" y="26254"/>
                  </a:cubicBezTo>
                  <a:cubicBezTo>
                    <a:pt x="1584" y="25778"/>
                    <a:pt x="644" y="25123"/>
                    <a:pt x="775" y="24063"/>
                  </a:cubicBezTo>
                  <a:cubicBezTo>
                    <a:pt x="822" y="23599"/>
                    <a:pt x="1025" y="23159"/>
                    <a:pt x="1203" y="22730"/>
                  </a:cubicBezTo>
                  <a:lnTo>
                    <a:pt x="1858" y="21087"/>
                  </a:lnTo>
                  <a:cubicBezTo>
                    <a:pt x="2263" y="20122"/>
                    <a:pt x="2656" y="19146"/>
                    <a:pt x="3049" y="18182"/>
                  </a:cubicBezTo>
                  <a:cubicBezTo>
                    <a:pt x="3894" y="16146"/>
                    <a:pt x="4763" y="14134"/>
                    <a:pt x="5668" y="12133"/>
                  </a:cubicBezTo>
                  <a:cubicBezTo>
                    <a:pt x="5704" y="12121"/>
                    <a:pt x="5728" y="12098"/>
                    <a:pt x="5739" y="12062"/>
                  </a:cubicBezTo>
                  <a:cubicBezTo>
                    <a:pt x="6704" y="10181"/>
                    <a:pt x="7561" y="8252"/>
                    <a:pt x="8454" y="6347"/>
                  </a:cubicBezTo>
                  <a:cubicBezTo>
                    <a:pt x="8573" y="6133"/>
                    <a:pt x="8680" y="5906"/>
                    <a:pt x="8799" y="5692"/>
                  </a:cubicBezTo>
                  <a:cubicBezTo>
                    <a:pt x="8954" y="5418"/>
                    <a:pt x="9204" y="5204"/>
                    <a:pt x="9502" y="5097"/>
                  </a:cubicBezTo>
                  <a:cubicBezTo>
                    <a:pt x="9682" y="5054"/>
                    <a:pt x="9864" y="5033"/>
                    <a:pt x="10046" y="5033"/>
                  </a:cubicBezTo>
                  <a:close/>
                  <a:moveTo>
                    <a:pt x="12990" y="1"/>
                  </a:moveTo>
                  <a:cubicBezTo>
                    <a:pt x="12848" y="203"/>
                    <a:pt x="12728" y="430"/>
                    <a:pt x="12621" y="656"/>
                  </a:cubicBezTo>
                  <a:cubicBezTo>
                    <a:pt x="12419" y="1084"/>
                    <a:pt x="12205" y="1525"/>
                    <a:pt x="12002" y="1965"/>
                  </a:cubicBezTo>
                  <a:cubicBezTo>
                    <a:pt x="11609" y="2799"/>
                    <a:pt x="11181" y="3644"/>
                    <a:pt x="10859" y="4513"/>
                  </a:cubicBezTo>
                  <a:cubicBezTo>
                    <a:pt x="10587" y="4446"/>
                    <a:pt x="10308" y="4402"/>
                    <a:pt x="10035" y="4402"/>
                  </a:cubicBezTo>
                  <a:cubicBezTo>
                    <a:pt x="9630" y="4402"/>
                    <a:pt x="9237" y="4500"/>
                    <a:pt x="8895" y="4763"/>
                  </a:cubicBezTo>
                  <a:cubicBezTo>
                    <a:pt x="8430" y="5109"/>
                    <a:pt x="8216" y="5668"/>
                    <a:pt x="7990" y="6168"/>
                  </a:cubicBezTo>
                  <a:cubicBezTo>
                    <a:pt x="7716" y="6776"/>
                    <a:pt x="7454" y="7371"/>
                    <a:pt x="7192" y="7966"/>
                  </a:cubicBezTo>
                  <a:lnTo>
                    <a:pt x="7192" y="7978"/>
                  </a:lnTo>
                  <a:cubicBezTo>
                    <a:pt x="5442" y="11288"/>
                    <a:pt x="3918" y="14705"/>
                    <a:pt x="2441" y="18134"/>
                  </a:cubicBezTo>
                  <a:cubicBezTo>
                    <a:pt x="1953" y="19277"/>
                    <a:pt x="1477" y="20420"/>
                    <a:pt x="1001" y="21563"/>
                  </a:cubicBezTo>
                  <a:cubicBezTo>
                    <a:pt x="620" y="22468"/>
                    <a:pt x="1" y="23504"/>
                    <a:pt x="120" y="24528"/>
                  </a:cubicBezTo>
                  <a:cubicBezTo>
                    <a:pt x="215" y="25409"/>
                    <a:pt x="882" y="26052"/>
                    <a:pt x="1584" y="26528"/>
                  </a:cubicBezTo>
                  <a:cubicBezTo>
                    <a:pt x="2513" y="27135"/>
                    <a:pt x="3525" y="27600"/>
                    <a:pt x="4596" y="27897"/>
                  </a:cubicBezTo>
                  <a:cubicBezTo>
                    <a:pt x="4955" y="27994"/>
                    <a:pt x="5324" y="28060"/>
                    <a:pt x="5683" y="28060"/>
                  </a:cubicBezTo>
                  <a:cubicBezTo>
                    <a:pt x="6204" y="28060"/>
                    <a:pt x="6704" y="27921"/>
                    <a:pt x="7121" y="27540"/>
                  </a:cubicBezTo>
                  <a:cubicBezTo>
                    <a:pt x="7811" y="26909"/>
                    <a:pt x="8133" y="25921"/>
                    <a:pt x="8490" y="25087"/>
                  </a:cubicBezTo>
                  <a:cubicBezTo>
                    <a:pt x="9478" y="22801"/>
                    <a:pt x="10431" y="20480"/>
                    <a:pt x="11347" y="18206"/>
                  </a:cubicBezTo>
                  <a:cubicBezTo>
                    <a:pt x="12264" y="15920"/>
                    <a:pt x="13229" y="13645"/>
                    <a:pt x="14026" y="11312"/>
                  </a:cubicBezTo>
                  <a:cubicBezTo>
                    <a:pt x="14622" y="9562"/>
                    <a:pt x="15503" y="7454"/>
                    <a:pt x="13860" y="6002"/>
                  </a:cubicBezTo>
                  <a:lnTo>
                    <a:pt x="13776" y="5942"/>
                  </a:lnTo>
                  <a:cubicBezTo>
                    <a:pt x="14014" y="5644"/>
                    <a:pt x="14133" y="5252"/>
                    <a:pt x="14276" y="4906"/>
                  </a:cubicBezTo>
                  <a:cubicBezTo>
                    <a:pt x="14479" y="4454"/>
                    <a:pt x="14681" y="4001"/>
                    <a:pt x="14872" y="3549"/>
                  </a:cubicBezTo>
                  <a:cubicBezTo>
                    <a:pt x="15193" y="2823"/>
                    <a:pt x="15586" y="2073"/>
                    <a:pt x="15824" y="1299"/>
                  </a:cubicBezTo>
                  <a:lnTo>
                    <a:pt x="15562" y="1203"/>
                  </a:lnTo>
                  <a:cubicBezTo>
                    <a:pt x="15145" y="1882"/>
                    <a:pt x="14848" y="2668"/>
                    <a:pt x="14479" y="3382"/>
                  </a:cubicBezTo>
                  <a:cubicBezTo>
                    <a:pt x="14288" y="3799"/>
                    <a:pt x="14086" y="4216"/>
                    <a:pt x="13883" y="4632"/>
                  </a:cubicBezTo>
                  <a:cubicBezTo>
                    <a:pt x="13705" y="4966"/>
                    <a:pt x="13538" y="5311"/>
                    <a:pt x="13419" y="5668"/>
                  </a:cubicBezTo>
                  <a:cubicBezTo>
                    <a:pt x="12752" y="5228"/>
                    <a:pt x="12026" y="4871"/>
                    <a:pt x="11264" y="4632"/>
                  </a:cubicBezTo>
                  <a:cubicBezTo>
                    <a:pt x="11669" y="3811"/>
                    <a:pt x="11990" y="2942"/>
                    <a:pt x="12347" y="2108"/>
                  </a:cubicBezTo>
                  <a:cubicBezTo>
                    <a:pt x="12526" y="1704"/>
                    <a:pt x="12693" y="1287"/>
                    <a:pt x="12871" y="870"/>
                  </a:cubicBezTo>
                  <a:cubicBezTo>
                    <a:pt x="12990" y="620"/>
                    <a:pt x="13098" y="370"/>
                    <a:pt x="13169" y="96"/>
                  </a:cubicBezTo>
                  <a:lnTo>
                    <a:pt x="129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81" name="Google Shape;1881;p42"/>
          <p:cNvGrpSpPr/>
          <p:nvPr/>
        </p:nvGrpSpPr>
        <p:grpSpPr>
          <a:xfrm rot="1554470">
            <a:off x="7768638" y="3863076"/>
            <a:ext cx="766601" cy="603569"/>
            <a:chOff x="4382675" y="210025"/>
            <a:chExt cx="576600" cy="453975"/>
          </a:xfrm>
        </p:grpSpPr>
        <p:sp>
          <p:nvSpPr>
            <p:cNvPr id="1882" name="Google Shape;1882;p42"/>
            <p:cNvSpPr/>
            <p:nvPr/>
          </p:nvSpPr>
          <p:spPr>
            <a:xfrm>
              <a:off x="4668425" y="325775"/>
              <a:ext cx="99200" cy="215050"/>
            </a:xfrm>
            <a:custGeom>
              <a:avLst/>
              <a:gdLst/>
              <a:ahLst/>
              <a:cxnLst/>
              <a:rect l="l" t="t" r="r" b="b"/>
              <a:pathLst>
                <a:path w="3968" h="8602" extrusionOk="0">
                  <a:moveTo>
                    <a:pt x="3574" y="0"/>
                  </a:moveTo>
                  <a:cubicBezTo>
                    <a:pt x="3559" y="0"/>
                    <a:pt x="3542" y="1"/>
                    <a:pt x="3525" y="2"/>
                  </a:cubicBezTo>
                  <a:cubicBezTo>
                    <a:pt x="3263" y="26"/>
                    <a:pt x="2918" y="431"/>
                    <a:pt x="2751" y="610"/>
                  </a:cubicBezTo>
                  <a:cubicBezTo>
                    <a:pt x="2275" y="1169"/>
                    <a:pt x="2060" y="1907"/>
                    <a:pt x="2156" y="2634"/>
                  </a:cubicBezTo>
                  <a:cubicBezTo>
                    <a:pt x="2263" y="3360"/>
                    <a:pt x="2572" y="3979"/>
                    <a:pt x="2144" y="4670"/>
                  </a:cubicBezTo>
                  <a:cubicBezTo>
                    <a:pt x="1751" y="5301"/>
                    <a:pt x="1096" y="5682"/>
                    <a:pt x="596" y="6218"/>
                  </a:cubicBezTo>
                  <a:cubicBezTo>
                    <a:pt x="441" y="6384"/>
                    <a:pt x="310" y="6563"/>
                    <a:pt x="215" y="6765"/>
                  </a:cubicBezTo>
                  <a:cubicBezTo>
                    <a:pt x="1" y="7337"/>
                    <a:pt x="144" y="7980"/>
                    <a:pt x="560" y="8432"/>
                  </a:cubicBezTo>
                  <a:cubicBezTo>
                    <a:pt x="631" y="8503"/>
                    <a:pt x="696" y="8601"/>
                    <a:pt x="784" y="8601"/>
                  </a:cubicBezTo>
                  <a:cubicBezTo>
                    <a:pt x="813" y="8601"/>
                    <a:pt x="846" y="8590"/>
                    <a:pt x="882" y="8563"/>
                  </a:cubicBezTo>
                  <a:cubicBezTo>
                    <a:pt x="906" y="8456"/>
                    <a:pt x="929" y="8361"/>
                    <a:pt x="929" y="8253"/>
                  </a:cubicBezTo>
                  <a:cubicBezTo>
                    <a:pt x="929" y="8051"/>
                    <a:pt x="906" y="7849"/>
                    <a:pt x="906" y="7646"/>
                  </a:cubicBezTo>
                  <a:cubicBezTo>
                    <a:pt x="894" y="7325"/>
                    <a:pt x="989" y="7003"/>
                    <a:pt x="1179" y="6730"/>
                  </a:cubicBezTo>
                  <a:cubicBezTo>
                    <a:pt x="1560" y="6170"/>
                    <a:pt x="2168" y="5825"/>
                    <a:pt x="2501" y="5217"/>
                  </a:cubicBezTo>
                  <a:cubicBezTo>
                    <a:pt x="2906" y="4455"/>
                    <a:pt x="2858" y="3729"/>
                    <a:pt x="2775" y="2908"/>
                  </a:cubicBezTo>
                  <a:cubicBezTo>
                    <a:pt x="2691" y="2193"/>
                    <a:pt x="2918" y="1669"/>
                    <a:pt x="3299" y="1098"/>
                  </a:cubicBezTo>
                  <a:cubicBezTo>
                    <a:pt x="3418" y="931"/>
                    <a:pt x="3525" y="753"/>
                    <a:pt x="3620" y="574"/>
                  </a:cubicBezTo>
                  <a:cubicBezTo>
                    <a:pt x="3700" y="425"/>
                    <a:pt x="3968" y="0"/>
                    <a:pt x="3574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42"/>
            <p:cNvSpPr/>
            <p:nvPr/>
          </p:nvSpPr>
          <p:spPr>
            <a:xfrm>
              <a:off x="4521375" y="306325"/>
              <a:ext cx="134875" cy="105825"/>
            </a:xfrm>
            <a:custGeom>
              <a:avLst/>
              <a:gdLst/>
              <a:ahLst/>
              <a:cxnLst/>
              <a:rect l="l" t="t" r="r" b="b"/>
              <a:pathLst>
                <a:path w="5395" h="4233" extrusionOk="0">
                  <a:moveTo>
                    <a:pt x="3545" y="0"/>
                  </a:moveTo>
                  <a:cubicBezTo>
                    <a:pt x="3143" y="0"/>
                    <a:pt x="2712" y="107"/>
                    <a:pt x="2311" y="245"/>
                  </a:cubicBezTo>
                  <a:cubicBezTo>
                    <a:pt x="1763" y="530"/>
                    <a:pt x="1287" y="923"/>
                    <a:pt x="882" y="1376"/>
                  </a:cubicBezTo>
                  <a:cubicBezTo>
                    <a:pt x="525" y="1781"/>
                    <a:pt x="168" y="2281"/>
                    <a:pt x="84" y="2840"/>
                  </a:cubicBezTo>
                  <a:cubicBezTo>
                    <a:pt x="1" y="3400"/>
                    <a:pt x="346" y="3864"/>
                    <a:pt x="846" y="4090"/>
                  </a:cubicBezTo>
                  <a:cubicBezTo>
                    <a:pt x="1077" y="4189"/>
                    <a:pt x="1324" y="4232"/>
                    <a:pt x="1577" y="4232"/>
                  </a:cubicBezTo>
                  <a:cubicBezTo>
                    <a:pt x="2484" y="4232"/>
                    <a:pt x="3470" y="3675"/>
                    <a:pt x="4085" y="3126"/>
                  </a:cubicBezTo>
                  <a:cubicBezTo>
                    <a:pt x="4811" y="2483"/>
                    <a:pt x="5395" y="1340"/>
                    <a:pt x="4668" y="471"/>
                  </a:cubicBezTo>
                  <a:cubicBezTo>
                    <a:pt x="4378" y="125"/>
                    <a:pt x="3978" y="0"/>
                    <a:pt x="3545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42"/>
            <p:cNvSpPr/>
            <p:nvPr/>
          </p:nvSpPr>
          <p:spPr>
            <a:xfrm>
              <a:off x="4745225" y="384625"/>
              <a:ext cx="136050" cy="201500"/>
            </a:xfrm>
            <a:custGeom>
              <a:avLst/>
              <a:gdLst/>
              <a:ahLst/>
              <a:cxnLst/>
              <a:rect l="l" t="t" r="r" b="b"/>
              <a:pathLst>
                <a:path w="5442" h="8060" extrusionOk="0">
                  <a:moveTo>
                    <a:pt x="3537" y="0"/>
                  </a:moveTo>
                  <a:cubicBezTo>
                    <a:pt x="3238" y="0"/>
                    <a:pt x="2943" y="67"/>
                    <a:pt x="2667" y="196"/>
                  </a:cubicBezTo>
                  <a:cubicBezTo>
                    <a:pt x="1322" y="1149"/>
                    <a:pt x="429" y="2625"/>
                    <a:pt x="179" y="4256"/>
                  </a:cubicBezTo>
                  <a:cubicBezTo>
                    <a:pt x="0" y="5471"/>
                    <a:pt x="155" y="7662"/>
                    <a:pt x="1644" y="8019"/>
                  </a:cubicBezTo>
                  <a:cubicBezTo>
                    <a:pt x="1762" y="8047"/>
                    <a:pt x="1878" y="8060"/>
                    <a:pt x="1991" y="8060"/>
                  </a:cubicBezTo>
                  <a:cubicBezTo>
                    <a:pt x="2790" y="8060"/>
                    <a:pt x="3460" y="7411"/>
                    <a:pt x="3930" y="6816"/>
                  </a:cubicBezTo>
                  <a:cubicBezTo>
                    <a:pt x="4477" y="6138"/>
                    <a:pt x="4882" y="5364"/>
                    <a:pt x="5132" y="4530"/>
                  </a:cubicBezTo>
                  <a:cubicBezTo>
                    <a:pt x="5394" y="3709"/>
                    <a:pt x="5442" y="2828"/>
                    <a:pt x="5275" y="1970"/>
                  </a:cubicBezTo>
                  <a:cubicBezTo>
                    <a:pt x="5108" y="1173"/>
                    <a:pt x="4787" y="196"/>
                    <a:pt x="3882" y="30"/>
                  </a:cubicBezTo>
                  <a:cubicBezTo>
                    <a:pt x="3767" y="10"/>
                    <a:pt x="3652" y="0"/>
                    <a:pt x="3537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42"/>
            <p:cNvSpPr/>
            <p:nvPr/>
          </p:nvSpPr>
          <p:spPr>
            <a:xfrm>
              <a:off x="4457700" y="272500"/>
              <a:ext cx="243800" cy="280700"/>
            </a:xfrm>
            <a:custGeom>
              <a:avLst/>
              <a:gdLst/>
              <a:ahLst/>
              <a:cxnLst/>
              <a:rect l="l" t="t" r="r" b="b"/>
              <a:pathLst>
                <a:path w="9752" h="11228" extrusionOk="0">
                  <a:moveTo>
                    <a:pt x="6445" y="1085"/>
                  </a:moveTo>
                  <a:cubicBezTo>
                    <a:pt x="6428" y="1085"/>
                    <a:pt x="6411" y="1085"/>
                    <a:pt x="6394" y="1086"/>
                  </a:cubicBezTo>
                  <a:lnTo>
                    <a:pt x="6441" y="1086"/>
                  </a:lnTo>
                  <a:cubicBezTo>
                    <a:pt x="6442" y="1086"/>
                    <a:pt x="6444" y="1085"/>
                    <a:pt x="6445" y="1085"/>
                  </a:cubicBezTo>
                  <a:close/>
                  <a:moveTo>
                    <a:pt x="6441" y="1038"/>
                  </a:moveTo>
                  <a:cubicBezTo>
                    <a:pt x="6463" y="1038"/>
                    <a:pt x="6455" y="1077"/>
                    <a:pt x="6445" y="1085"/>
                  </a:cubicBezTo>
                  <a:lnTo>
                    <a:pt x="6445" y="1085"/>
                  </a:lnTo>
                  <a:cubicBezTo>
                    <a:pt x="6447" y="1085"/>
                    <a:pt x="6450" y="1084"/>
                    <a:pt x="6453" y="1084"/>
                  </a:cubicBezTo>
                  <a:cubicBezTo>
                    <a:pt x="7001" y="1084"/>
                    <a:pt x="7497" y="1402"/>
                    <a:pt x="7715" y="1907"/>
                  </a:cubicBezTo>
                  <a:cubicBezTo>
                    <a:pt x="8275" y="3062"/>
                    <a:pt x="7561" y="4253"/>
                    <a:pt x="6644" y="4967"/>
                  </a:cubicBezTo>
                  <a:cubicBezTo>
                    <a:pt x="5972" y="5485"/>
                    <a:pt x="4999" y="5975"/>
                    <a:pt x="4089" y="5975"/>
                  </a:cubicBezTo>
                  <a:cubicBezTo>
                    <a:pt x="3660" y="5975"/>
                    <a:pt x="3244" y="5866"/>
                    <a:pt x="2881" y="5598"/>
                  </a:cubicBezTo>
                  <a:cubicBezTo>
                    <a:pt x="2417" y="5277"/>
                    <a:pt x="2179" y="4729"/>
                    <a:pt x="2250" y="4181"/>
                  </a:cubicBezTo>
                  <a:cubicBezTo>
                    <a:pt x="2346" y="3538"/>
                    <a:pt x="2750" y="2967"/>
                    <a:pt x="3203" y="2503"/>
                  </a:cubicBezTo>
                  <a:cubicBezTo>
                    <a:pt x="4084" y="1598"/>
                    <a:pt x="5203" y="1157"/>
                    <a:pt x="6441" y="1038"/>
                  </a:cubicBezTo>
                  <a:close/>
                  <a:moveTo>
                    <a:pt x="2167" y="6434"/>
                  </a:moveTo>
                  <a:cubicBezTo>
                    <a:pt x="2213" y="6434"/>
                    <a:pt x="2260" y="6459"/>
                    <a:pt x="2286" y="6503"/>
                  </a:cubicBezTo>
                  <a:cubicBezTo>
                    <a:pt x="2524" y="6956"/>
                    <a:pt x="2536" y="7467"/>
                    <a:pt x="2631" y="7956"/>
                  </a:cubicBezTo>
                  <a:cubicBezTo>
                    <a:pt x="2667" y="8170"/>
                    <a:pt x="2738" y="8384"/>
                    <a:pt x="2846" y="8575"/>
                  </a:cubicBezTo>
                  <a:cubicBezTo>
                    <a:pt x="2858" y="8610"/>
                    <a:pt x="2929" y="8730"/>
                    <a:pt x="2953" y="8730"/>
                  </a:cubicBezTo>
                  <a:cubicBezTo>
                    <a:pt x="2965" y="8706"/>
                    <a:pt x="2977" y="8682"/>
                    <a:pt x="3000" y="8658"/>
                  </a:cubicBezTo>
                  <a:cubicBezTo>
                    <a:pt x="3048" y="8575"/>
                    <a:pt x="3084" y="8480"/>
                    <a:pt x="3119" y="8384"/>
                  </a:cubicBezTo>
                  <a:cubicBezTo>
                    <a:pt x="3274" y="7979"/>
                    <a:pt x="3381" y="7551"/>
                    <a:pt x="3643" y="7206"/>
                  </a:cubicBezTo>
                  <a:cubicBezTo>
                    <a:pt x="3774" y="7027"/>
                    <a:pt x="3965" y="6908"/>
                    <a:pt x="4179" y="6848"/>
                  </a:cubicBezTo>
                  <a:cubicBezTo>
                    <a:pt x="4202" y="6844"/>
                    <a:pt x="4225" y="6842"/>
                    <a:pt x="4248" y="6842"/>
                  </a:cubicBezTo>
                  <a:cubicBezTo>
                    <a:pt x="4416" y="6842"/>
                    <a:pt x="4579" y="6954"/>
                    <a:pt x="4632" y="7122"/>
                  </a:cubicBezTo>
                  <a:cubicBezTo>
                    <a:pt x="4703" y="7337"/>
                    <a:pt x="4643" y="7563"/>
                    <a:pt x="4643" y="7789"/>
                  </a:cubicBezTo>
                  <a:cubicBezTo>
                    <a:pt x="4643" y="8087"/>
                    <a:pt x="4667" y="8384"/>
                    <a:pt x="4727" y="8682"/>
                  </a:cubicBezTo>
                  <a:cubicBezTo>
                    <a:pt x="4748" y="8825"/>
                    <a:pt x="4628" y="8925"/>
                    <a:pt x="4515" y="8925"/>
                  </a:cubicBezTo>
                  <a:cubicBezTo>
                    <a:pt x="4440" y="8925"/>
                    <a:pt x="4370" y="8881"/>
                    <a:pt x="4346" y="8777"/>
                  </a:cubicBezTo>
                  <a:lnTo>
                    <a:pt x="4346" y="8789"/>
                  </a:lnTo>
                  <a:cubicBezTo>
                    <a:pt x="4262" y="8468"/>
                    <a:pt x="4239" y="8146"/>
                    <a:pt x="4274" y="7813"/>
                  </a:cubicBezTo>
                  <a:cubicBezTo>
                    <a:pt x="4286" y="7682"/>
                    <a:pt x="4310" y="7527"/>
                    <a:pt x="4322" y="7408"/>
                  </a:cubicBezTo>
                  <a:cubicBezTo>
                    <a:pt x="4332" y="7301"/>
                    <a:pt x="4326" y="7186"/>
                    <a:pt x="4233" y="7186"/>
                  </a:cubicBezTo>
                  <a:cubicBezTo>
                    <a:pt x="4212" y="7186"/>
                    <a:pt x="4186" y="7192"/>
                    <a:pt x="4155" y="7206"/>
                  </a:cubicBezTo>
                  <a:cubicBezTo>
                    <a:pt x="3786" y="7372"/>
                    <a:pt x="3667" y="7932"/>
                    <a:pt x="3560" y="8277"/>
                  </a:cubicBezTo>
                  <a:cubicBezTo>
                    <a:pt x="3478" y="8534"/>
                    <a:pt x="3316" y="9136"/>
                    <a:pt x="2975" y="9136"/>
                  </a:cubicBezTo>
                  <a:cubicBezTo>
                    <a:pt x="2921" y="9136"/>
                    <a:pt x="2862" y="9121"/>
                    <a:pt x="2798" y="9087"/>
                  </a:cubicBezTo>
                  <a:cubicBezTo>
                    <a:pt x="2619" y="8991"/>
                    <a:pt x="2512" y="8753"/>
                    <a:pt x="2441" y="8575"/>
                  </a:cubicBezTo>
                  <a:cubicBezTo>
                    <a:pt x="2369" y="8372"/>
                    <a:pt x="2322" y="8158"/>
                    <a:pt x="2298" y="7956"/>
                  </a:cubicBezTo>
                  <a:cubicBezTo>
                    <a:pt x="2250" y="7551"/>
                    <a:pt x="2238" y="7134"/>
                    <a:pt x="2084" y="6765"/>
                  </a:cubicBezTo>
                  <a:cubicBezTo>
                    <a:pt x="1476" y="6979"/>
                    <a:pt x="1357" y="7718"/>
                    <a:pt x="1298" y="8289"/>
                  </a:cubicBezTo>
                  <a:cubicBezTo>
                    <a:pt x="1286" y="8343"/>
                    <a:pt x="1241" y="8369"/>
                    <a:pt x="1201" y="8369"/>
                  </a:cubicBezTo>
                  <a:cubicBezTo>
                    <a:pt x="1161" y="8369"/>
                    <a:pt x="1125" y="8343"/>
                    <a:pt x="1131" y="8289"/>
                  </a:cubicBezTo>
                  <a:cubicBezTo>
                    <a:pt x="1179" y="7575"/>
                    <a:pt x="1298" y="6634"/>
                    <a:pt x="2119" y="6444"/>
                  </a:cubicBezTo>
                  <a:cubicBezTo>
                    <a:pt x="2135" y="6437"/>
                    <a:pt x="2151" y="6434"/>
                    <a:pt x="2167" y="6434"/>
                  </a:cubicBezTo>
                  <a:close/>
                  <a:moveTo>
                    <a:pt x="6404" y="0"/>
                  </a:moveTo>
                  <a:cubicBezTo>
                    <a:pt x="5657" y="0"/>
                    <a:pt x="4899" y="203"/>
                    <a:pt x="4227" y="502"/>
                  </a:cubicBezTo>
                  <a:cubicBezTo>
                    <a:pt x="3846" y="669"/>
                    <a:pt x="3477" y="860"/>
                    <a:pt x="3119" y="1098"/>
                  </a:cubicBezTo>
                  <a:cubicBezTo>
                    <a:pt x="1965" y="2074"/>
                    <a:pt x="1095" y="3348"/>
                    <a:pt x="595" y="4789"/>
                  </a:cubicBezTo>
                  <a:cubicBezTo>
                    <a:pt x="191" y="5991"/>
                    <a:pt x="0" y="7372"/>
                    <a:pt x="429" y="8610"/>
                  </a:cubicBezTo>
                  <a:cubicBezTo>
                    <a:pt x="822" y="9765"/>
                    <a:pt x="1798" y="10777"/>
                    <a:pt x="2989" y="11123"/>
                  </a:cubicBezTo>
                  <a:cubicBezTo>
                    <a:pt x="3217" y="11193"/>
                    <a:pt x="3455" y="11228"/>
                    <a:pt x="3691" y="11228"/>
                  </a:cubicBezTo>
                  <a:cubicBezTo>
                    <a:pt x="4095" y="11228"/>
                    <a:pt x="4498" y="11127"/>
                    <a:pt x="4858" y="10932"/>
                  </a:cubicBezTo>
                  <a:cubicBezTo>
                    <a:pt x="5382" y="10635"/>
                    <a:pt x="5667" y="10123"/>
                    <a:pt x="5846" y="9563"/>
                  </a:cubicBezTo>
                  <a:cubicBezTo>
                    <a:pt x="6013" y="9027"/>
                    <a:pt x="6072" y="8468"/>
                    <a:pt x="6203" y="7920"/>
                  </a:cubicBezTo>
                  <a:cubicBezTo>
                    <a:pt x="6334" y="7337"/>
                    <a:pt x="6560" y="6777"/>
                    <a:pt x="6858" y="6265"/>
                  </a:cubicBezTo>
                  <a:cubicBezTo>
                    <a:pt x="7453" y="5265"/>
                    <a:pt x="8477" y="4610"/>
                    <a:pt x="9073" y="3622"/>
                  </a:cubicBezTo>
                  <a:cubicBezTo>
                    <a:pt x="9751" y="2467"/>
                    <a:pt x="9239" y="1074"/>
                    <a:pt x="8108" y="431"/>
                  </a:cubicBezTo>
                  <a:cubicBezTo>
                    <a:pt x="7578" y="126"/>
                    <a:pt x="6994" y="0"/>
                    <a:pt x="6404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42"/>
            <p:cNvSpPr/>
            <p:nvPr/>
          </p:nvSpPr>
          <p:spPr>
            <a:xfrm>
              <a:off x="4382975" y="225150"/>
              <a:ext cx="558425" cy="422200"/>
            </a:xfrm>
            <a:custGeom>
              <a:avLst/>
              <a:gdLst/>
              <a:ahLst/>
              <a:cxnLst/>
              <a:rect l="l" t="t" r="r" b="b"/>
              <a:pathLst>
                <a:path w="22337" h="16888" extrusionOk="0">
                  <a:moveTo>
                    <a:pt x="15126" y="3664"/>
                  </a:moveTo>
                  <a:cubicBezTo>
                    <a:pt x="15152" y="3664"/>
                    <a:pt x="15179" y="3666"/>
                    <a:pt x="15205" y="3670"/>
                  </a:cubicBezTo>
                  <a:cubicBezTo>
                    <a:pt x="16062" y="3777"/>
                    <a:pt x="15133" y="5087"/>
                    <a:pt x="14943" y="5385"/>
                  </a:cubicBezTo>
                  <a:cubicBezTo>
                    <a:pt x="14645" y="5837"/>
                    <a:pt x="14467" y="6254"/>
                    <a:pt x="14514" y="6802"/>
                  </a:cubicBezTo>
                  <a:cubicBezTo>
                    <a:pt x="14550" y="7278"/>
                    <a:pt x="14657" y="7742"/>
                    <a:pt x="14598" y="8230"/>
                  </a:cubicBezTo>
                  <a:cubicBezTo>
                    <a:pt x="14479" y="9111"/>
                    <a:pt x="14026" y="9838"/>
                    <a:pt x="13383" y="10433"/>
                  </a:cubicBezTo>
                  <a:cubicBezTo>
                    <a:pt x="12943" y="10826"/>
                    <a:pt x="12609" y="11159"/>
                    <a:pt x="12645" y="11790"/>
                  </a:cubicBezTo>
                  <a:cubicBezTo>
                    <a:pt x="12657" y="12136"/>
                    <a:pt x="12776" y="12588"/>
                    <a:pt x="12550" y="12886"/>
                  </a:cubicBezTo>
                  <a:cubicBezTo>
                    <a:pt x="12455" y="13010"/>
                    <a:pt x="12353" y="13062"/>
                    <a:pt x="12249" y="13062"/>
                  </a:cubicBezTo>
                  <a:cubicBezTo>
                    <a:pt x="11813" y="13062"/>
                    <a:pt x="11341" y="12160"/>
                    <a:pt x="11264" y="11862"/>
                  </a:cubicBezTo>
                  <a:cubicBezTo>
                    <a:pt x="11192" y="11552"/>
                    <a:pt x="11192" y="11243"/>
                    <a:pt x="11276" y="10933"/>
                  </a:cubicBezTo>
                  <a:cubicBezTo>
                    <a:pt x="11335" y="10683"/>
                    <a:pt x="11442" y="10445"/>
                    <a:pt x="11597" y="10231"/>
                  </a:cubicBezTo>
                  <a:cubicBezTo>
                    <a:pt x="11883" y="9802"/>
                    <a:pt x="12264" y="9481"/>
                    <a:pt x="12609" y="9111"/>
                  </a:cubicBezTo>
                  <a:cubicBezTo>
                    <a:pt x="12836" y="8909"/>
                    <a:pt x="13026" y="8671"/>
                    <a:pt x="13193" y="8409"/>
                  </a:cubicBezTo>
                  <a:cubicBezTo>
                    <a:pt x="13383" y="8076"/>
                    <a:pt x="13359" y="7742"/>
                    <a:pt x="13300" y="7373"/>
                  </a:cubicBezTo>
                  <a:cubicBezTo>
                    <a:pt x="13169" y="6552"/>
                    <a:pt x="13169" y="5813"/>
                    <a:pt x="13562" y="5051"/>
                  </a:cubicBezTo>
                  <a:cubicBezTo>
                    <a:pt x="13764" y="4659"/>
                    <a:pt x="14050" y="4301"/>
                    <a:pt x="14395" y="4027"/>
                  </a:cubicBezTo>
                  <a:cubicBezTo>
                    <a:pt x="14591" y="3875"/>
                    <a:pt x="14855" y="3664"/>
                    <a:pt x="15126" y="3664"/>
                  </a:cubicBezTo>
                  <a:close/>
                  <a:moveTo>
                    <a:pt x="9532" y="1438"/>
                  </a:moveTo>
                  <a:cubicBezTo>
                    <a:pt x="10464" y="1438"/>
                    <a:pt x="11353" y="1736"/>
                    <a:pt x="12050" y="2444"/>
                  </a:cubicBezTo>
                  <a:cubicBezTo>
                    <a:pt x="12931" y="3349"/>
                    <a:pt x="13050" y="4754"/>
                    <a:pt x="12324" y="5778"/>
                  </a:cubicBezTo>
                  <a:cubicBezTo>
                    <a:pt x="11943" y="6325"/>
                    <a:pt x="11454" y="6754"/>
                    <a:pt x="11014" y="7230"/>
                  </a:cubicBezTo>
                  <a:cubicBezTo>
                    <a:pt x="10502" y="7790"/>
                    <a:pt x="10085" y="8457"/>
                    <a:pt x="9823" y="9171"/>
                  </a:cubicBezTo>
                  <a:cubicBezTo>
                    <a:pt x="9407" y="10362"/>
                    <a:pt x="9549" y="11826"/>
                    <a:pt x="8621" y="12826"/>
                  </a:cubicBezTo>
                  <a:cubicBezTo>
                    <a:pt x="8129" y="13356"/>
                    <a:pt x="7463" y="13578"/>
                    <a:pt x="6781" y="13578"/>
                  </a:cubicBezTo>
                  <a:cubicBezTo>
                    <a:pt x="6176" y="13578"/>
                    <a:pt x="5558" y="13403"/>
                    <a:pt x="5037" y="13112"/>
                  </a:cubicBezTo>
                  <a:cubicBezTo>
                    <a:pt x="3870" y="12433"/>
                    <a:pt x="3072" y="11278"/>
                    <a:pt x="2846" y="9945"/>
                  </a:cubicBezTo>
                  <a:cubicBezTo>
                    <a:pt x="2620" y="8599"/>
                    <a:pt x="2930" y="7183"/>
                    <a:pt x="3489" y="5956"/>
                  </a:cubicBezTo>
                  <a:cubicBezTo>
                    <a:pt x="3775" y="5361"/>
                    <a:pt x="4120" y="4801"/>
                    <a:pt x="4525" y="4289"/>
                  </a:cubicBezTo>
                  <a:cubicBezTo>
                    <a:pt x="5481" y="2722"/>
                    <a:pt x="7598" y="1438"/>
                    <a:pt x="9532" y="1438"/>
                  </a:cubicBezTo>
                  <a:close/>
                  <a:moveTo>
                    <a:pt x="18175" y="5893"/>
                  </a:moveTo>
                  <a:cubicBezTo>
                    <a:pt x="18448" y="5893"/>
                    <a:pt x="18721" y="5942"/>
                    <a:pt x="18979" y="6052"/>
                  </a:cubicBezTo>
                  <a:cubicBezTo>
                    <a:pt x="19860" y="6433"/>
                    <a:pt x="20205" y="7587"/>
                    <a:pt x="20336" y="8457"/>
                  </a:cubicBezTo>
                  <a:cubicBezTo>
                    <a:pt x="20479" y="9469"/>
                    <a:pt x="20348" y="10504"/>
                    <a:pt x="19979" y="11457"/>
                  </a:cubicBezTo>
                  <a:cubicBezTo>
                    <a:pt x="19479" y="12771"/>
                    <a:pt x="18173" y="14890"/>
                    <a:pt x="16545" y="14890"/>
                  </a:cubicBezTo>
                  <a:cubicBezTo>
                    <a:pt x="16314" y="14890"/>
                    <a:pt x="16078" y="14848"/>
                    <a:pt x="15836" y="14755"/>
                  </a:cubicBezTo>
                  <a:cubicBezTo>
                    <a:pt x="14240" y="14124"/>
                    <a:pt x="14086" y="11862"/>
                    <a:pt x="14348" y="10433"/>
                  </a:cubicBezTo>
                  <a:cubicBezTo>
                    <a:pt x="14502" y="9659"/>
                    <a:pt x="14800" y="8921"/>
                    <a:pt x="15229" y="8254"/>
                  </a:cubicBezTo>
                  <a:cubicBezTo>
                    <a:pt x="15467" y="7683"/>
                    <a:pt x="15812" y="7147"/>
                    <a:pt x="16253" y="6706"/>
                  </a:cubicBezTo>
                  <a:cubicBezTo>
                    <a:pt x="16751" y="6225"/>
                    <a:pt x="17466" y="5893"/>
                    <a:pt x="18175" y="5893"/>
                  </a:cubicBezTo>
                  <a:close/>
                  <a:moveTo>
                    <a:pt x="10276" y="1"/>
                  </a:moveTo>
                  <a:cubicBezTo>
                    <a:pt x="9394" y="1"/>
                    <a:pt x="8513" y="137"/>
                    <a:pt x="7668" y="396"/>
                  </a:cubicBezTo>
                  <a:cubicBezTo>
                    <a:pt x="6513" y="777"/>
                    <a:pt x="5418" y="1313"/>
                    <a:pt x="4394" y="1968"/>
                  </a:cubicBezTo>
                  <a:cubicBezTo>
                    <a:pt x="3072" y="2837"/>
                    <a:pt x="1882" y="3992"/>
                    <a:pt x="1203" y="5397"/>
                  </a:cubicBezTo>
                  <a:cubicBezTo>
                    <a:pt x="1" y="9004"/>
                    <a:pt x="941" y="13648"/>
                    <a:pt x="4465" y="15553"/>
                  </a:cubicBezTo>
                  <a:cubicBezTo>
                    <a:pt x="5171" y="15931"/>
                    <a:pt x="5957" y="16130"/>
                    <a:pt x="6748" y="16130"/>
                  </a:cubicBezTo>
                  <a:cubicBezTo>
                    <a:pt x="7052" y="16130"/>
                    <a:pt x="7356" y="16100"/>
                    <a:pt x="7656" y="16041"/>
                  </a:cubicBezTo>
                  <a:cubicBezTo>
                    <a:pt x="8823" y="15827"/>
                    <a:pt x="9895" y="15326"/>
                    <a:pt x="11014" y="14981"/>
                  </a:cubicBezTo>
                  <a:cubicBezTo>
                    <a:pt x="11506" y="14830"/>
                    <a:pt x="11981" y="14737"/>
                    <a:pt x="12446" y="14737"/>
                  </a:cubicBezTo>
                  <a:cubicBezTo>
                    <a:pt x="13004" y="14737"/>
                    <a:pt x="13546" y="14871"/>
                    <a:pt x="14086" y="15196"/>
                  </a:cubicBezTo>
                  <a:cubicBezTo>
                    <a:pt x="14919" y="15707"/>
                    <a:pt x="15622" y="16493"/>
                    <a:pt x="16586" y="16767"/>
                  </a:cubicBezTo>
                  <a:cubicBezTo>
                    <a:pt x="16882" y="16849"/>
                    <a:pt x="17171" y="16887"/>
                    <a:pt x="17452" y="16887"/>
                  </a:cubicBezTo>
                  <a:cubicBezTo>
                    <a:pt x="19331" y="16887"/>
                    <a:pt x="20840" y="15183"/>
                    <a:pt x="21503" y="13505"/>
                  </a:cubicBezTo>
                  <a:cubicBezTo>
                    <a:pt x="22253" y="11576"/>
                    <a:pt x="22337" y="9445"/>
                    <a:pt x="21718" y="7468"/>
                  </a:cubicBezTo>
                  <a:cubicBezTo>
                    <a:pt x="21110" y="5421"/>
                    <a:pt x="19813" y="3658"/>
                    <a:pt x="18062" y="2456"/>
                  </a:cubicBezTo>
                  <a:cubicBezTo>
                    <a:pt x="16122" y="1134"/>
                    <a:pt x="13705" y="360"/>
                    <a:pt x="11395" y="75"/>
                  </a:cubicBezTo>
                  <a:cubicBezTo>
                    <a:pt x="11023" y="25"/>
                    <a:pt x="10650" y="1"/>
                    <a:pt x="10276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42"/>
            <p:cNvSpPr/>
            <p:nvPr/>
          </p:nvSpPr>
          <p:spPr>
            <a:xfrm>
              <a:off x="4382675" y="210025"/>
              <a:ext cx="576600" cy="453975"/>
            </a:xfrm>
            <a:custGeom>
              <a:avLst/>
              <a:gdLst/>
              <a:ahLst/>
              <a:cxnLst/>
              <a:rect l="l" t="t" r="r" b="b"/>
              <a:pathLst>
                <a:path w="23064" h="18159" extrusionOk="0">
                  <a:moveTo>
                    <a:pt x="10286" y="606"/>
                  </a:moveTo>
                  <a:cubicBezTo>
                    <a:pt x="10656" y="606"/>
                    <a:pt x="11026" y="630"/>
                    <a:pt x="11395" y="680"/>
                  </a:cubicBezTo>
                  <a:cubicBezTo>
                    <a:pt x="13717" y="965"/>
                    <a:pt x="16134" y="1739"/>
                    <a:pt x="18062" y="3061"/>
                  </a:cubicBezTo>
                  <a:cubicBezTo>
                    <a:pt x="21634" y="5502"/>
                    <a:pt x="23063" y="10074"/>
                    <a:pt x="21515" y="14110"/>
                  </a:cubicBezTo>
                  <a:cubicBezTo>
                    <a:pt x="20852" y="15788"/>
                    <a:pt x="19343" y="17492"/>
                    <a:pt x="17464" y="17492"/>
                  </a:cubicBezTo>
                  <a:cubicBezTo>
                    <a:pt x="17183" y="17492"/>
                    <a:pt x="16894" y="17454"/>
                    <a:pt x="16598" y="17372"/>
                  </a:cubicBezTo>
                  <a:cubicBezTo>
                    <a:pt x="15634" y="17098"/>
                    <a:pt x="14931" y="16312"/>
                    <a:pt x="14086" y="15801"/>
                  </a:cubicBezTo>
                  <a:cubicBezTo>
                    <a:pt x="13557" y="15471"/>
                    <a:pt x="13017" y="15338"/>
                    <a:pt x="12463" y="15338"/>
                  </a:cubicBezTo>
                  <a:cubicBezTo>
                    <a:pt x="11995" y="15338"/>
                    <a:pt x="11517" y="15433"/>
                    <a:pt x="11026" y="15586"/>
                  </a:cubicBezTo>
                  <a:cubicBezTo>
                    <a:pt x="9907" y="15931"/>
                    <a:pt x="8823" y="16432"/>
                    <a:pt x="7668" y="16646"/>
                  </a:cubicBezTo>
                  <a:cubicBezTo>
                    <a:pt x="7368" y="16705"/>
                    <a:pt x="7064" y="16735"/>
                    <a:pt x="6760" y="16735"/>
                  </a:cubicBezTo>
                  <a:cubicBezTo>
                    <a:pt x="5968" y="16735"/>
                    <a:pt x="5180" y="16536"/>
                    <a:pt x="4466" y="16158"/>
                  </a:cubicBezTo>
                  <a:cubicBezTo>
                    <a:pt x="953" y="14253"/>
                    <a:pt x="1" y="9597"/>
                    <a:pt x="1215" y="6002"/>
                  </a:cubicBezTo>
                  <a:cubicBezTo>
                    <a:pt x="1894" y="4597"/>
                    <a:pt x="3072" y="3442"/>
                    <a:pt x="4406" y="2573"/>
                  </a:cubicBezTo>
                  <a:cubicBezTo>
                    <a:pt x="5418" y="1918"/>
                    <a:pt x="6525" y="1382"/>
                    <a:pt x="7680" y="1013"/>
                  </a:cubicBezTo>
                  <a:cubicBezTo>
                    <a:pt x="8528" y="745"/>
                    <a:pt x="9405" y="606"/>
                    <a:pt x="10286" y="606"/>
                  </a:cubicBezTo>
                  <a:close/>
                  <a:moveTo>
                    <a:pt x="10090" y="1"/>
                  </a:moveTo>
                  <a:cubicBezTo>
                    <a:pt x="9755" y="1"/>
                    <a:pt x="9420" y="19"/>
                    <a:pt x="9085" y="60"/>
                  </a:cubicBezTo>
                  <a:cubicBezTo>
                    <a:pt x="7787" y="215"/>
                    <a:pt x="6561" y="703"/>
                    <a:pt x="5406" y="1299"/>
                  </a:cubicBezTo>
                  <a:cubicBezTo>
                    <a:pt x="3918" y="2085"/>
                    <a:pt x="2489" y="3156"/>
                    <a:pt x="1537" y="4573"/>
                  </a:cubicBezTo>
                  <a:cubicBezTo>
                    <a:pt x="1132" y="5168"/>
                    <a:pt x="822" y="5811"/>
                    <a:pt x="608" y="6490"/>
                  </a:cubicBezTo>
                  <a:cubicBezTo>
                    <a:pt x="453" y="7014"/>
                    <a:pt x="370" y="7550"/>
                    <a:pt x="358" y="8085"/>
                  </a:cubicBezTo>
                  <a:cubicBezTo>
                    <a:pt x="24" y="10788"/>
                    <a:pt x="858" y="13657"/>
                    <a:pt x="2834" y="15550"/>
                  </a:cubicBezTo>
                  <a:cubicBezTo>
                    <a:pt x="3596" y="16312"/>
                    <a:pt x="4549" y="16848"/>
                    <a:pt x="5585" y="17122"/>
                  </a:cubicBezTo>
                  <a:cubicBezTo>
                    <a:pt x="5953" y="17209"/>
                    <a:pt x="6323" y="17246"/>
                    <a:pt x="6691" y="17246"/>
                  </a:cubicBezTo>
                  <a:cubicBezTo>
                    <a:pt x="7490" y="17246"/>
                    <a:pt x="8284" y="17069"/>
                    <a:pt x="9049" y="16824"/>
                  </a:cubicBezTo>
                  <a:cubicBezTo>
                    <a:pt x="9680" y="16634"/>
                    <a:pt x="10288" y="16396"/>
                    <a:pt x="10919" y="16205"/>
                  </a:cubicBezTo>
                  <a:cubicBezTo>
                    <a:pt x="11410" y="16045"/>
                    <a:pt x="11928" y="15884"/>
                    <a:pt x="12447" y="15884"/>
                  </a:cubicBezTo>
                  <a:cubicBezTo>
                    <a:pt x="12621" y="15884"/>
                    <a:pt x="12794" y="15902"/>
                    <a:pt x="12967" y="15943"/>
                  </a:cubicBezTo>
                  <a:cubicBezTo>
                    <a:pt x="14014" y="16193"/>
                    <a:pt x="14741" y="17122"/>
                    <a:pt x="15645" y="17658"/>
                  </a:cubicBezTo>
                  <a:cubicBezTo>
                    <a:pt x="16233" y="18005"/>
                    <a:pt x="16852" y="18158"/>
                    <a:pt x="17465" y="18158"/>
                  </a:cubicBezTo>
                  <a:cubicBezTo>
                    <a:pt x="19039" y="18158"/>
                    <a:pt x="20575" y="17146"/>
                    <a:pt x="21432" y="15801"/>
                  </a:cubicBezTo>
                  <a:cubicBezTo>
                    <a:pt x="22634" y="13919"/>
                    <a:pt x="22932" y="11538"/>
                    <a:pt x="22599" y="9371"/>
                  </a:cubicBezTo>
                  <a:cubicBezTo>
                    <a:pt x="22265" y="7216"/>
                    <a:pt x="21241" y="5216"/>
                    <a:pt x="19682" y="3692"/>
                  </a:cubicBezTo>
                  <a:cubicBezTo>
                    <a:pt x="17896" y="1977"/>
                    <a:pt x="15515" y="989"/>
                    <a:pt x="13133" y="418"/>
                  </a:cubicBezTo>
                  <a:cubicBezTo>
                    <a:pt x="12137" y="175"/>
                    <a:pt x="11114" y="1"/>
                    <a:pt x="1009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42"/>
            <p:cNvSpPr/>
            <p:nvPr/>
          </p:nvSpPr>
          <p:spPr>
            <a:xfrm>
              <a:off x="4735100" y="372400"/>
              <a:ext cx="159875" cy="224800"/>
            </a:xfrm>
            <a:custGeom>
              <a:avLst/>
              <a:gdLst/>
              <a:ahLst/>
              <a:cxnLst/>
              <a:rect l="l" t="t" r="r" b="b"/>
              <a:pathLst>
                <a:path w="6395" h="8992" extrusionOk="0">
                  <a:moveTo>
                    <a:pt x="3948" y="489"/>
                  </a:moveTo>
                  <a:cubicBezTo>
                    <a:pt x="4061" y="489"/>
                    <a:pt x="4175" y="499"/>
                    <a:pt x="4287" y="519"/>
                  </a:cubicBezTo>
                  <a:cubicBezTo>
                    <a:pt x="5192" y="685"/>
                    <a:pt x="5513" y="1662"/>
                    <a:pt x="5680" y="2459"/>
                  </a:cubicBezTo>
                  <a:cubicBezTo>
                    <a:pt x="5847" y="3317"/>
                    <a:pt x="5799" y="4198"/>
                    <a:pt x="5549" y="5019"/>
                  </a:cubicBezTo>
                  <a:cubicBezTo>
                    <a:pt x="5287" y="5853"/>
                    <a:pt x="4882" y="6627"/>
                    <a:pt x="4346" y="7305"/>
                  </a:cubicBezTo>
                  <a:cubicBezTo>
                    <a:pt x="3877" y="7900"/>
                    <a:pt x="3198" y="8549"/>
                    <a:pt x="2396" y="8549"/>
                  </a:cubicBezTo>
                  <a:cubicBezTo>
                    <a:pt x="2283" y="8549"/>
                    <a:pt x="2167" y="8536"/>
                    <a:pt x="2049" y="8508"/>
                  </a:cubicBezTo>
                  <a:cubicBezTo>
                    <a:pt x="572" y="8151"/>
                    <a:pt x="405" y="5960"/>
                    <a:pt x="596" y="4745"/>
                  </a:cubicBezTo>
                  <a:cubicBezTo>
                    <a:pt x="834" y="3114"/>
                    <a:pt x="1739" y="1638"/>
                    <a:pt x="3084" y="685"/>
                  </a:cubicBezTo>
                  <a:cubicBezTo>
                    <a:pt x="3352" y="556"/>
                    <a:pt x="3650" y="489"/>
                    <a:pt x="3948" y="489"/>
                  </a:cubicBezTo>
                  <a:close/>
                  <a:moveTo>
                    <a:pt x="4079" y="1"/>
                  </a:moveTo>
                  <a:cubicBezTo>
                    <a:pt x="3374" y="1"/>
                    <a:pt x="2663" y="326"/>
                    <a:pt x="2168" y="804"/>
                  </a:cubicBezTo>
                  <a:cubicBezTo>
                    <a:pt x="1727" y="1257"/>
                    <a:pt x="1382" y="1781"/>
                    <a:pt x="1144" y="2364"/>
                  </a:cubicBezTo>
                  <a:cubicBezTo>
                    <a:pt x="715" y="3019"/>
                    <a:pt x="417" y="3757"/>
                    <a:pt x="263" y="4543"/>
                  </a:cubicBezTo>
                  <a:cubicBezTo>
                    <a:pt x="1" y="5972"/>
                    <a:pt x="155" y="8234"/>
                    <a:pt x="1751" y="8853"/>
                  </a:cubicBezTo>
                  <a:cubicBezTo>
                    <a:pt x="1995" y="8948"/>
                    <a:pt x="2234" y="8992"/>
                    <a:pt x="2466" y="8992"/>
                  </a:cubicBezTo>
                  <a:cubicBezTo>
                    <a:pt x="4092" y="8992"/>
                    <a:pt x="5394" y="6869"/>
                    <a:pt x="5894" y="5567"/>
                  </a:cubicBezTo>
                  <a:cubicBezTo>
                    <a:pt x="6263" y="4614"/>
                    <a:pt x="6394" y="3579"/>
                    <a:pt x="6251" y="2567"/>
                  </a:cubicBezTo>
                  <a:cubicBezTo>
                    <a:pt x="6120" y="1697"/>
                    <a:pt x="5775" y="543"/>
                    <a:pt x="4894" y="162"/>
                  </a:cubicBezTo>
                  <a:cubicBezTo>
                    <a:pt x="4632" y="51"/>
                    <a:pt x="4356" y="1"/>
                    <a:pt x="4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42"/>
            <p:cNvSpPr/>
            <p:nvPr/>
          </p:nvSpPr>
          <p:spPr>
            <a:xfrm>
              <a:off x="4662775" y="316750"/>
              <a:ext cx="121775" cy="234950"/>
            </a:xfrm>
            <a:custGeom>
              <a:avLst/>
              <a:gdLst/>
              <a:ahLst/>
              <a:cxnLst/>
              <a:rect l="l" t="t" r="r" b="b"/>
              <a:pathLst>
                <a:path w="4871" h="9398" extrusionOk="0">
                  <a:moveTo>
                    <a:pt x="3800" y="373"/>
                  </a:moveTo>
                  <a:cubicBezTo>
                    <a:pt x="4194" y="373"/>
                    <a:pt x="3926" y="798"/>
                    <a:pt x="3846" y="947"/>
                  </a:cubicBezTo>
                  <a:cubicBezTo>
                    <a:pt x="3751" y="1125"/>
                    <a:pt x="3644" y="1292"/>
                    <a:pt x="3537" y="1459"/>
                  </a:cubicBezTo>
                  <a:cubicBezTo>
                    <a:pt x="3156" y="2042"/>
                    <a:pt x="2917" y="2554"/>
                    <a:pt x="3001" y="3269"/>
                  </a:cubicBezTo>
                  <a:cubicBezTo>
                    <a:pt x="3096" y="4090"/>
                    <a:pt x="3144" y="4816"/>
                    <a:pt x="2727" y="5578"/>
                  </a:cubicBezTo>
                  <a:cubicBezTo>
                    <a:pt x="2394" y="6198"/>
                    <a:pt x="1798" y="6543"/>
                    <a:pt x="1405" y="7102"/>
                  </a:cubicBezTo>
                  <a:cubicBezTo>
                    <a:pt x="1227" y="7364"/>
                    <a:pt x="1132" y="7686"/>
                    <a:pt x="1143" y="8007"/>
                  </a:cubicBezTo>
                  <a:cubicBezTo>
                    <a:pt x="1143" y="8210"/>
                    <a:pt x="1155" y="8412"/>
                    <a:pt x="1155" y="8614"/>
                  </a:cubicBezTo>
                  <a:cubicBezTo>
                    <a:pt x="1155" y="8722"/>
                    <a:pt x="1143" y="8829"/>
                    <a:pt x="1120" y="8924"/>
                  </a:cubicBezTo>
                  <a:cubicBezTo>
                    <a:pt x="1084" y="8951"/>
                    <a:pt x="1051" y="8962"/>
                    <a:pt x="1022" y="8962"/>
                  </a:cubicBezTo>
                  <a:cubicBezTo>
                    <a:pt x="934" y="8962"/>
                    <a:pt x="869" y="8864"/>
                    <a:pt x="798" y="8793"/>
                  </a:cubicBezTo>
                  <a:cubicBezTo>
                    <a:pt x="370" y="8353"/>
                    <a:pt x="239" y="7710"/>
                    <a:pt x="441" y="7126"/>
                  </a:cubicBezTo>
                  <a:cubicBezTo>
                    <a:pt x="548" y="6924"/>
                    <a:pt x="679" y="6745"/>
                    <a:pt x="834" y="6579"/>
                  </a:cubicBezTo>
                  <a:cubicBezTo>
                    <a:pt x="1334" y="6055"/>
                    <a:pt x="1989" y="5674"/>
                    <a:pt x="2382" y="5043"/>
                  </a:cubicBezTo>
                  <a:cubicBezTo>
                    <a:pt x="2810" y="4340"/>
                    <a:pt x="2489" y="3733"/>
                    <a:pt x="2394" y="3007"/>
                  </a:cubicBezTo>
                  <a:cubicBezTo>
                    <a:pt x="2286" y="2268"/>
                    <a:pt x="2501" y="1542"/>
                    <a:pt x="2989" y="983"/>
                  </a:cubicBezTo>
                  <a:cubicBezTo>
                    <a:pt x="3144" y="792"/>
                    <a:pt x="3489" y="387"/>
                    <a:pt x="3751" y="375"/>
                  </a:cubicBezTo>
                  <a:cubicBezTo>
                    <a:pt x="3768" y="374"/>
                    <a:pt x="3785" y="373"/>
                    <a:pt x="3800" y="373"/>
                  </a:cubicBezTo>
                  <a:close/>
                  <a:moveTo>
                    <a:pt x="3937" y="0"/>
                  </a:moveTo>
                  <a:cubicBezTo>
                    <a:pt x="3673" y="0"/>
                    <a:pt x="3400" y="211"/>
                    <a:pt x="3215" y="363"/>
                  </a:cubicBezTo>
                  <a:cubicBezTo>
                    <a:pt x="2858" y="649"/>
                    <a:pt x="2572" y="995"/>
                    <a:pt x="2370" y="1387"/>
                  </a:cubicBezTo>
                  <a:cubicBezTo>
                    <a:pt x="1977" y="2149"/>
                    <a:pt x="1977" y="2888"/>
                    <a:pt x="2108" y="3709"/>
                  </a:cubicBezTo>
                  <a:cubicBezTo>
                    <a:pt x="2167" y="4078"/>
                    <a:pt x="2191" y="4412"/>
                    <a:pt x="2001" y="4745"/>
                  </a:cubicBezTo>
                  <a:cubicBezTo>
                    <a:pt x="1834" y="5007"/>
                    <a:pt x="1644" y="5245"/>
                    <a:pt x="1417" y="5459"/>
                  </a:cubicBezTo>
                  <a:cubicBezTo>
                    <a:pt x="1072" y="5817"/>
                    <a:pt x="691" y="6150"/>
                    <a:pt x="405" y="6567"/>
                  </a:cubicBezTo>
                  <a:cubicBezTo>
                    <a:pt x="250" y="6781"/>
                    <a:pt x="143" y="7019"/>
                    <a:pt x="84" y="7281"/>
                  </a:cubicBezTo>
                  <a:cubicBezTo>
                    <a:pt x="0" y="7579"/>
                    <a:pt x="0" y="7900"/>
                    <a:pt x="72" y="8198"/>
                  </a:cubicBezTo>
                  <a:cubicBezTo>
                    <a:pt x="149" y="8496"/>
                    <a:pt x="621" y="9398"/>
                    <a:pt x="1057" y="9398"/>
                  </a:cubicBezTo>
                  <a:cubicBezTo>
                    <a:pt x="1161" y="9398"/>
                    <a:pt x="1263" y="9346"/>
                    <a:pt x="1358" y="9222"/>
                  </a:cubicBezTo>
                  <a:cubicBezTo>
                    <a:pt x="1584" y="8924"/>
                    <a:pt x="1465" y="8472"/>
                    <a:pt x="1453" y="8126"/>
                  </a:cubicBezTo>
                  <a:cubicBezTo>
                    <a:pt x="1417" y="7507"/>
                    <a:pt x="1763" y="7162"/>
                    <a:pt x="2191" y="6769"/>
                  </a:cubicBezTo>
                  <a:cubicBezTo>
                    <a:pt x="2834" y="6174"/>
                    <a:pt x="3287" y="5459"/>
                    <a:pt x="3406" y="4566"/>
                  </a:cubicBezTo>
                  <a:cubicBezTo>
                    <a:pt x="3465" y="4078"/>
                    <a:pt x="3358" y="3626"/>
                    <a:pt x="3322" y="3138"/>
                  </a:cubicBezTo>
                  <a:cubicBezTo>
                    <a:pt x="3275" y="2590"/>
                    <a:pt x="3453" y="2173"/>
                    <a:pt x="3751" y="1721"/>
                  </a:cubicBezTo>
                  <a:cubicBezTo>
                    <a:pt x="3941" y="1423"/>
                    <a:pt x="4870" y="125"/>
                    <a:pt x="4013" y="6"/>
                  </a:cubicBezTo>
                  <a:cubicBezTo>
                    <a:pt x="3988" y="2"/>
                    <a:pt x="3962" y="0"/>
                    <a:pt x="39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42"/>
            <p:cNvSpPr/>
            <p:nvPr/>
          </p:nvSpPr>
          <p:spPr>
            <a:xfrm>
              <a:off x="4448450" y="261075"/>
              <a:ext cx="260475" cy="303450"/>
            </a:xfrm>
            <a:custGeom>
              <a:avLst/>
              <a:gdLst/>
              <a:ahLst/>
              <a:cxnLst/>
              <a:rect l="l" t="t" r="r" b="b"/>
              <a:pathLst>
                <a:path w="10419" h="12138" extrusionOk="0">
                  <a:moveTo>
                    <a:pt x="6779" y="457"/>
                  </a:moveTo>
                  <a:cubicBezTo>
                    <a:pt x="7370" y="457"/>
                    <a:pt x="7953" y="583"/>
                    <a:pt x="8478" y="888"/>
                  </a:cubicBezTo>
                  <a:cubicBezTo>
                    <a:pt x="9609" y="1531"/>
                    <a:pt x="10121" y="2912"/>
                    <a:pt x="9443" y="4079"/>
                  </a:cubicBezTo>
                  <a:cubicBezTo>
                    <a:pt x="8847" y="5067"/>
                    <a:pt x="7823" y="5722"/>
                    <a:pt x="7228" y="6722"/>
                  </a:cubicBezTo>
                  <a:cubicBezTo>
                    <a:pt x="6930" y="7234"/>
                    <a:pt x="6704" y="7794"/>
                    <a:pt x="6573" y="8365"/>
                  </a:cubicBezTo>
                  <a:cubicBezTo>
                    <a:pt x="6442" y="8913"/>
                    <a:pt x="6371" y="9472"/>
                    <a:pt x="6216" y="10020"/>
                  </a:cubicBezTo>
                  <a:cubicBezTo>
                    <a:pt x="6037" y="10580"/>
                    <a:pt x="5752" y="11092"/>
                    <a:pt x="5228" y="11389"/>
                  </a:cubicBezTo>
                  <a:cubicBezTo>
                    <a:pt x="4873" y="11581"/>
                    <a:pt x="4477" y="11682"/>
                    <a:pt x="4079" y="11682"/>
                  </a:cubicBezTo>
                  <a:cubicBezTo>
                    <a:pt x="3836" y="11682"/>
                    <a:pt x="3593" y="11644"/>
                    <a:pt x="3359" y="11568"/>
                  </a:cubicBezTo>
                  <a:cubicBezTo>
                    <a:pt x="2156" y="11234"/>
                    <a:pt x="1192" y="10222"/>
                    <a:pt x="799" y="9067"/>
                  </a:cubicBezTo>
                  <a:cubicBezTo>
                    <a:pt x="370" y="7829"/>
                    <a:pt x="561" y="6448"/>
                    <a:pt x="965" y="5234"/>
                  </a:cubicBezTo>
                  <a:cubicBezTo>
                    <a:pt x="1465" y="3805"/>
                    <a:pt x="2335" y="2531"/>
                    <a:pt x="3489" y="1555"/>
                  </a:cubicBezTo>
                  <a:cubicBezTo>
                    <a:pt x="3847" y="1328"/>
                    <a:pt x="4216" y="1126"/>
                    <a:pt x="4597" y="959"/>
                  </a:cubicBezTo>
                  <a:cubicBezTo>
                    <a:pt x="5269" y="660"/>
                    <a:pt x="6030" y="457"/>
                    <a:pt x="6779" y="457"/>
                  </a:cubicBezTo>
                  <a:close/>
                  <a:moveTo>
                    <a:pt x="6907" y="1"/>
                  </a:moveTo>
                  <a:cubicBezTo>
                    <a:pt x="4973" y="1"/>
                    <a:pt x="2850" y="1285"/>
                    <a:pt x="1894" y="2852"/>
                  </a:cubicBezTo>
                  <a:cubicBezTo>
                    <a:pt x="1489" y="3364"/>
                    <a:pt x="1144" y="3924"/>
                    <a:pt x="870" y="4519"/>
                  </a:cubicBezTo>
                  <a:cubicBezTo>
                    <a:pt x="299" y="5746"/>
                    <a:pt x="1" y="7162"/>
                    <a:pt x="215" y="8508"/>
                  </a:cubicBezTo>
                  <a:cubicBezTo>
                    <a:pt x="441" y="9841"/>
                    <a:pt x="1239" y="10996"/>
                    <a:pt x="2418" y="11675"/>
                  </a:cubicBezTo>
                  <a:cubicBezTo>
                    <a:pt x="2931" y="11965"/>
                    <a:pt x="3548" y="12137"/>
                    <a:pt x="4154" y="12137"/>
                  </a:cubicBezTo>
                  <a:cubicBezTo>
                    <a:pt x="4841" y="12137"/>
                    <a:pt x="5514" y="11915"/>
                    <a:pt x="6002" y="11389"/>
                  </a:cubicBezTo>
                  <a:cubicBezTo>
                    <a:pt x="6907" y="10401"/>
                    <a:pt x="6788" y="8925"/>
                    <a:pt x="7204" y="7734"/>
                  </a:cubicBezTo>
                  <a:cubicBezTo>
                    <a:pt x="7466" y="7020"/>
                    <a:pt x="7871" y="6353"/>
                    <a:pt x="8395" y="5805"/>
                  </a:cubicBezTo>
                  <a:cubicBezTo>
                    <a:pt x="8835" y="5317"/>
                    <a:pt x="9324" y="4888"/>
                    <a:pt x="9693" y="4341"/>
                  </a:cubicBezTo>
                  <a:cubicBezTo>
                    <a:pt x="10419" y="3317"/>
                    <a:pt x="10312" y="1912"/>
                    <a:pt x="9419" y="1007"/>
                  </a:cubicBezTo>
                  <a:cubicBezTo>
                    <a:pt x="8726" y="299"/>
                    <a:pt x="7838" y="1"/>
                    <a:pt x="690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42"/>
            <p:cNvSpPr/>
            <p:nvPr/>
          </p:nvSpPr>
          <p:spPr>
            <a:xfrm>
              <a:off x="4512150" y="298450"/>
              <a:ext cx="152725" cy="123425"/>
            </a:xfrm>
            <a:custGeom>
              <a:avLst/>
              <a:gdLst/>
              <a:ahLst/>
              <a:cxnLst/>
              <a:rect l="l" t="t" r="r" b="b"/>
              <a:pathLst>
                <a:path w="6109" h="4937" extrusionOk="0">
                  <a:moveTo>
                    <a:pt x="3914" y="315"/>
                  </a:moveTo>
                  <a:cubicBezTo>
                    <a:pt x="4347" y="315"/>
                    <a:pt x="4747" y="440"/>
                    <a:pt x="5037" y="786"/>
                  </a:cubicBezTo>
                  <a:cubicBezTo>
                    <a:pt x="5764" y="1655"/>
                    <a:pt x="5180" y="2798"/>
                    <a:pt x="4454" y="3441"/>
                  </a:cubicBezTo>
                  <a:cubicBezTo>
                    <a:pt x="3839" y="3990"/>
                    <a:pt x="2853" y="4547"/>
                    <a:pt x="1946" y="4547"/>
                  </a:cubicBezTo>
                  <a:cubicBezTo>
                    <a:pt x="1693" y="4547"/>
                    <a:pt x="1446" y="4504"/>
                    <a:pt x="1215" y="4405"/>
                  </a:cubicBezTo>
                  <a:cubicBezTo>
                    <a:pt x="715" y="4179"/>
                    <a:pt x="370" y="3691"/>
                    <a:pt x="453" y="3155"/>
                  </a:cubicBezTo>
                  <a:cubicBezTo>
                    <a:pt x="537" y="2608"/>
                    <a:pt x="894" y="2096"/>
                    <a:pt x="1251" y="1691"/>
                  </a:cubicBezTo>
                  <a:cubicBezTo>
                    <a:pt x="1656" y="1238"/>
                    <a:pt x="2132" y="845"/>
                    <a:pt x="2680" y="560"/>
                  </a:cubicBezTo>
                  <a:cubicBezTo>
                    <a:pt x="3081" y="422"/>
                    <a:pt x="3512" y="315"/>
                    <a:pt x="3914" y="315"/>
                  </a:cubicBezTo>
                  <a:close/>
                  <a:moveTo>
                    <a:pt x="4263" y="0"/>
                  </a:moveTo>
                  <a:cubicBezTo>
                    <a:pt x="3025" y="119"/>
                    <a:pt x="1906" y="560"/>
                    <a:pt x="1025" y="1465"/>
                  </a:cubicBezTo>
                  <a:cubicBezTo>
                    <a:pt x="584" y="1929"/>
                    <a:pt x="168" y="2500"/>
                    <a:pt x="72" y="3143"/>
                  </a:cubicBezTo>
                  <a:cubicBezTo>
                    <a:pt x="1" y="3691"/>
                    <a:pt x="239" y="4239"/>
                    <a:pt x="703" y="4560"/>
                  </a:cubicBezTo>
                  <a:cubicBezTo>
                    <a:pt x="1066" y="4828"/>
                    <a:pt x="1482" y="4937"/>
                    <a:pt x="1911" y="4937"/>
                  </a:cubicBezTo>
                  <a:cubicBezTo>
                    <a:pt x="2821" y="4937"/>
                    <a:pt x="3794" y="4447"/>
                    <a:pt x="4466" y="3929"/>
                  </a:cubicBezTo>
                  <a:cubicBezTo>
                    <a:pt x="5383" y="3215"/>
                    <a:pt x="6109" y="2024"/>
                    <a:pt x="5537" y="869"/>
                  </a:cubicBezTo>
                  <a:cubicBezTo>
                    <a:pt x="5319" y="375"/>
                    <a:pt x="4822" y="47"/>
                    <a:pt x="4273" y="47"/>
                  </a:cubicBezTo>
                  <a:cubicBezTo>
                    <a:pt x="4272" y="47"/>
                    <a:pt x="4271" y="47"/>
                    <a:pt x="4269" y="47"/>
                  </a:cubicBezTo>
                  <a:lnTo>
                    <a:pt x="4269" y="47"/>
                  </a:lnTo>
                  <a:cubicBezTo>
                    <a:pt x="4287" y="39"/>
                    <a:pt x="4285" y="0"/>
                    <a:pt x="42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42"/>
            <p:cNvSpPr/>
            <p:nvPr/>
          </p:nvSpPr>
          <p:spPr>
            <a:xfrm>
              <a:off x="4485825" y="433200"/>
              <a:ext cx="90600" cy="67725"/>
            </a:xfrm>
            <a:custGeom>
              <a:avLst/>
              <a:gdLst/>
              <a:ahLst/>
              <a:cxnLst/>
              <a:rect l="l" t="t" r="r" b="b"/>
              <a:pathLst>
                <a:path w="3624" h="2709" extrusionOk="0">
                  <a:moveTo>
                    <a:pt x="1029" y="1"/>
                  </a:moveTo>
                  <a:cubicBezTo>
                    <a:pt x="1018" y="1"/>
                    <a:pt x="1006" y="2"/>
                    <a:pt x="994" y="4"/>
                  </a:cubicBezTo>
                  <a:cubicBezTo>
                    <a:pt x="173" y="206"/>
                    <a:pt x="54" y="1147"/>
                    <a:pt x="6" y="1849"/>
                  </a:cubicBezTo>
                  <a:cubicBezTo>
                    <a:pt x="0" y="1907"/>
                    <a:pt x="37" y="1934"/>
                    <a:pt x="77" y="1934"/>
                  </a:cubicBezTo>
                  <a:cubicBezTo>
                    <a:pt x="120" y="1934"/>
                    <a:pt x="167" y="1904"/>
                    <a:pt x="173" y="1849"/>
                  </a:cubicBezTo>
                  <a:cubicBezTo>
                    <a:pt x="232" y="1290"/>
                    <a:pt x="363" y="551"/>
                    <a:pt x="959" y="325"/>
                  </a:cubicBezTo>
                  <a:cubicBezTo>
                    <a:pt x="1125" y="706"/>
                    <a:pt x="1125" y="1123"/>
                    <a:pt x="1185" y="1516"/>
                  </a:cubicBezTo>
                  <a:cubicBezTo>
                    <a:pt x="1197" y="1730"/>
                    <a:pt x="1244" y="1944"/>
                    <a:pt x="1316" y="2147"/>
                  </a:cubicBezTo>
                  <a:cubicBezTo>
                    <a:pt x="1387" y="2325"/>
                    <a:pt x="1506" y="2563"/>
                    <a:pt x="1685" y="2659"/>
                  </a:cubicBezTo>
                  <a:cubicBezTo>
                    <a:pt x="1747" y="2693"/>
                    <a:pt x="1805" y="2708"/>
                    <a:pt x="1858" y="2708"/>
                  </a:cubicBezTo>
                  <a:cubicBezTo>
                    <a:pt x="2194" y="2708"/>
                    <a:pt x="2363" y="2106"/>
                    <a:pt x="2435" y="1849"/>
                  </a:cubicBezTo>
                  <a:cubicBezTo>
                    <a:pt x="2542" y="1504"/>
                    <a:pt x="2661" y="932"/>
                    <a:pt x="3030" y="766"/>
                  </a:cubicBezTo>
                  <a:cubicBezTo>
                    <a:pt x="3063" y="752"/>
                    <a:pt x="3089" y="746"/>
                    <a:pt x="3111" y="746"/>
                  </a:cubicBezTo>
                  <a:cubicBezTo>
                    <a:pt x="3201" y="746"/>
                    <a:pt x="3207" y="853"/>
                    <a:pt x="3197" y="968"/>
                  </a:cubicBezTo>
                  <a:cubicBezTo>
                    <a:pt x="3185" y="1111"/>
                    <a:pt x="3161" y="1242"/>
                    <a:pt x="3149" y="1385"/>
                  </a:cubicBezTo>
                  <a:cubicBezTo>
                    <a:pt x="3126" y="1706"/>
                    <a:pt x="3137" y="2040"/>
                    <a:pt x="3209" y="2349"/>
                  </a:cubicBezTo>
                  <a:cubicBezTo>
                    <a:pt x="3237" y="2453"/>
                    <a:pt x="3311" y="2497"/>
                    <a:pt x="3387" y="2497"/>
                  </a:cubicBezTo>
                  <a:cubicBezTo>
                    <a:pt x="3503" y="2497"/>
                    <a:pt x="3623" y="2397"/>
                    <a:pt x="3602" y="2254"/>
                  </a:cubicBezTo>
                  <a:cubicBezTo>
                    <a:pt x="3542" y="1956"/>
                    <a:pt x="3518" y="1659"/>
                    <a:pt x="3518" y="1361"/>
                  </a:cubicBezTo>
                  <a:cubicBezTo>
                    <a:pt x="3518" y="1147"/>
                    <a:pt x="3578" y="909"/>
                    <a:pt x="3507" y="694"/>
                  </a:cubicBezTo>
                  <a:cubicBezTo>
                    <a:pt x="3454" y="526"/>
                    <a:pt x="3291" y="414"/>
                    <a:pt x="3114" y="414"/>
                  </a:cubicBezTo>
                  <a:cubicBezTo>
                    <a:pt x="3090" y="414"/>
                    <a:pt x="3066" y="416"/>
                    <a:pt x="3042" y="420"/>
                  </a:cubicBezTo>
                  <a:cubicBezTo>
                    <a:pt x="2840" y="480"/>
                    <a:pt x="2649" y="599"/>
                    <a:pt x="2518" y="789"/>
                  </a:cubicBezTo>
                  <a:cubicBezTo>
                    <a:pt x="2256" y="1123"/>
                    <a:pt x="2149" y="1563"/>
                    <a:pt x="1994" y="1956"/>
                  </a:cubicBezTo>
                  <a:cubicBezTo>
                    <a:pt x="1959" y="2052"/>
                    <a:pt x="1923" y="2147"/>
                    <a:pt x="1875" y="2230"/>
                  </a:cubicBezTo>
                  <a:cubicBezTo>
                    <a:pt x="1852" y="2254"/>
                    <a:pt x="1840" y="2278"/>
                    <a:pt x="1828" y="2302"/>
                  </a:cubicBezTo>
                  <a:cubicBezTo>
                    <a:pt x="1804" y="2290"/>
                    <a:pt x="1733" y="2182"/>
                    <a:pt x="1721" y="2147"/>
                  </a:cubicBezTo>
                  <a:cubicBezTo>
                    <a:pt x="1613" y="1956"/>
                    <a:pt x="1542" y="1742"/>
                    <a:pt x="1506" y="1516"/>
                  </a:cubicBezTo>
                  <a:cubicBezTo>
                    <a:pt x="1423" y="1028"/>
                    <a:pt x="1411" y="516"/>
                    <a:pt x="1161" y="75"/>
                  </a:cubicBezTo>
                  <a:cubicBezTo>
                    <a:pt x="1131" y="25"/>
                    <a:pt x="1085" y="1"/>
                    <a:pt x="10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93" name="Google Shape;1893;p42"/>
          <p:cNvGrpSpPr/>
          <p:nvPr/>
        </p:nvGrpSpPr>
        <p:grpSpPr>
          <a:xfrm>
            <a:off x="7322785" y="113061"/>
            <a:ext cx="1305798" cy="1241960"/>
            <a:chOff x="7548710" y="334761"/>
            <a:chExt cx="1305798" cy="1241960"/>
          </a:xfrm>
        </p:grpSpPr>
        <p:sp>
          <p:nvSpPr>
            <p:cNvPr id="1894" name="Google Shape;1894;p42"/>
            <p:cNvSpPr/>
            <p:nvPr/>
          </p:nvSpPr>
          <p:spPr>
            <a:xfrm rot="7866198">
              <a:off x="7589064" y="728712"/>
              <a:ext cx="53516" cy="72821"/>
            </a:xfrm>
            <a:custGeom>
              <a:avLst/>
              <a:gdLst/>
              <a:ahLst/>
              <a:cxnLst/>
              <a:rect l="l" t="t" r="r" b="b"/>
              <a:pathLst>
                <a:path w="2013" h="2739" extrusionOk="0">
                  <a:moveTo>
                    <a:pt x="869" y="0"/>
                  </a:moveTo>
                  <a:cubicBezTo>
                    <a:pt x="703" y="84"/>
                    <a:pt x="524" y="167"/>
                    <a:pt x="357" y="250"/>
                  </a:cubicBezTo>
                  <a:cubicBezTo>
                    <a:pt x="238" y="310"/>
                    <a:pt x="119" y="381"/>
                    <a:pt x="0" y="441"/>
                  </a:cubicBezTo>
                  <a:cubicBezTo>
                    <a:pt x="36" y="512"/>
                    <a:pt x="72" y="572"/>
                    <a:pt x="95" y="631"/>
                  </a:cubicBezTo>
                  <a:cubicBezTo>
                    <a:pt x="203" y="810"/>
                    <a:pt x="298" y="989"/>
                    <a:pt x="393" y="1179"/>
                  </a:cubicBezTo>
                  <a:cubicBezTo>
                    <a:pt x="584" y="1524"/>
                    <a:pt x="774" y="1858"/>
                    <a:pt x="977" y="2191"/>
                  </a:cubicBezTo>
                  <a:cubicBezTo>
                    <a:pt x="1084" y="2370"/>
                    <a:pt x="1191" y="2548"/>
                    <a:pt x="1310" y="2715"/>
                  </a:cubicBezTo>
                  <a:cubicBezTo>
                    <a:pt x="1310" y="2727"/>
                    <a:pt x="1310" y="2727"/>
                    <a:pt x="1322" y="2739"/>
                  </a:cubicBezTo>
                  <a:cubicBezTo>
                    <a:pt x="1346" y="2715"/>
                    <a:pt x="1381" y="2679"/>
                    <a:pt x="1405" y="2667"/>
                  </a:cubicBezTo>
                  <a:cubicBezTo>
                    <a:pt x="1572" y="2489"/>
                    <a:pt x="1786" y="2346"/>
                    <a:pt x="2012" y="2239"/>
                  </a:cubicBezTo>
                  <a:cubicBezTo>
                    <a:pt x="1619" y="1501"/>
                    <a:pt x="1215" y="762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42"/>
            <p:cNvSpPr/>
            <p:nvPr/>
          </p:nvSpPr>
          <p:spPr>
            <a:xfrm rot="7866198">
              <a:off x="8042813" y="897787"/>
              <a:ext cx="184553" cy="88028"/>
            </a:xfrm>
            <a:custGeom>
              <a:avLst/>
              <a:gdLst/>
              <a:ahLst/>
              <a:cxnLst/>
              <a:rect l="l" t="t" r="r" b="b"/>
              <a:pathLst>
                <a:path w="6942" h="3311" extrusionOk="0">
                  <a:moveTo>
                    <a:pt x="6715" y="1"/>
                  </a:moveTo>
                  <a:cubicBezTo>
                    <a:pt x="6239" y="251"/>
                    <a:pt x="5656" y="394"/>
                    <a:pt x="5168" y="572"/>
                  </a:cubicBezTo>
                  <a:cubicBezTo>
                    <a:pt x="4572" y="787"/>
                    <a:pt x="4013" y="1013"/>
                    <a:pt x="3405" y="1251"/>
                  </a:cubicBezTo>
                  <a:cubicBezTo>
                    <a:pt x="2798" y="1501"/>
                    <a:pt x="2191" y="1751"/>
                    <a:pt x="1596" y="2001"/>
                  </a:cubicBezTo>
                  <a:cubicBezTo>
                    <a:pt x="1084" y="2215"/>
                    <a:pt x="548" y="2513"/>
                    <a:pt x="0" y="2632"/>
                  </a:cubicBezTo>
                  <a:lnTo>
                    <a:pt x="238" y="3311"/>
                  </a:lnTo>
                  <a:cubicBezTo>
                    <a:pt x="1322" y="2751"/>
                    <a:pt x="2513" y="2370"/>
                    <a:pt x="3632" y="1930"/>
                  </a:cubicBezTo>
                  <a:cubicBezTo>
                    <a:pt x="4239" y="1692"/>
                    <a:pt x="4846" y="1453"/>
                    <a:pt x="5441" y="1215"/>
                  </a:cubicBezTo>
                  <a:cubicBezTo>
                    <a:pt x="5763" y="1084"/>
                    <a:pt x="6084" y="953"/>
                    <a:pt x="6394" y="822"/>
                  </a:cubicBezTo>
                  <a:cubicBezTo>
                    <a:pt x="6573" y="739"/>
                    <a:pt x="6751" y="668"/>
                    <a:pt x="6942" y="608"/>
                  </a:cubicBezTo>
                  <a:cubicBezTo>
                    <a:pt x="6870" y="406"/>
                    <a:pt x="6799" y="203"/>
                    <a:pt x="6715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42"/>
            <p:cNvSpPr/>
            <p:nvPr/>
          </p:nvSpPr>
          <p:spPr>
            <a:xfrm rot="7866198">
              <a:off x="7645261" y="730225"/>
              <a:ext cx="120962" cy="112860"/>
            </a:xfrm>
            <a:custGeom>
              <a:avLst/>
              <a:gdLst/>
              <a:ahLst/>
              <a:cxnLst/>
              <a:rect l="l" t="t" r="r" b="b"/>
              <a:pathLst>
                <a:path w="4550" h="4245" extrusionOk="0">
                  <a:moveTo>
                    <a:pt x="3442" y="1"/>
                  </a:moveTo>
                  <a:cubicBezTo>
                    <a:pt x="3037" y="179"/>
                    <a:pt x="2644" y="370"/>
                    <a:pt x="2239" y="548"/>
                  </a:cubicBezTo>
                  <a:cubicBezTo>
                    <a:pt x="1489" y="894"/>
                    <a:pt x="739" y="1215"/>
                    <a:pt x="1" y="1608"/>
                  </a:cubicBezTo>
                  <a:cubicBezTo>
                    <a:pt x="239" y="1846"/>
                    <a:pt x="441" y="2108"/>
                    <a:pt x="608" y="2394"/>
                  </a:cubicBezTo>
                  <a:lnTo>
                    <a:pt x="1275" y="3358"/>
                  </a:lnTo>
                  <a:cubicBezTo>
                    <a:pt x="1394" y="3537"/>
                    <a:pt x="1513" y="3703"/>
                    <a:pt x="1644" y="3882"/>
                  </a:cubicBezTo>
                  <a:lnTo>
                    <a:pt x="1811" y="4120"/>
                  </a:lnTo>
                  <a:cubicBezTo>
                    <a:pt x="1869" y="4211"/>
                    <a:pt x="1875" y="4245"/>
                    <a:pt x="1917" y="4245"/>
                  </a:cubicBezTo>
                  <a:cubicBezTo>
                    <a:pt x="1936" y="4245"/>
                    <a:pt x="1961" y="4238"/>
                    <a:pt x="2001" y="4227"/>
                  </a:cubicBezTo>
                  <a:cubicBezTo>
                    <a:pt x="2358" y="4108"/>
                    <a:pt x="2704" y="3894"/>
                    <a:pt x="3037" y="3727"/>
                  </a:cubicBezTo>
                  <a:lnTo>
                    <a:pt x="4097" y="3203"/>
                  </a:lnTo>
                  <a:cubicBezTo>
                    <a:pt x="4251" y="3120"/>
                    <a:pt x="4549" y="3049"/>
                    <a:pt x="4525" y="2834"/>
                  </a:cubicBezTo>
                  <a:cubicBezTo>
                    <a:pt x="4478" y="2644"/>
                    <a:pt x="4406" y="2477"/>
                    <a:pt x="4311" y="2310"/>
                  </a:cubicBezTo>
                  <a:cubicBezTo>
                    <a:pt x="4013" y="1560"/>
                    <a:pt x="3739" y="810"/>
                    <a:pt x="3454" y="72"/>
                  </a:cubicBezTo>
                  <a:cubicBezTo>
                    <a:pt x="3454" y="48"/>
                    <a:pt x="3442" y="24"/>
                    <a:pt x="3442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42"/>
            <p:cNvSpPr/>
            <p:nvPr/>
          </p:nvSpPr>
          <p:spPr>
            <a:xfrm rot="7866198">
              <a:off x="7735834" y="725583"/>
              <a:ext cx="192476" cy="197247"/>
            </a:xfrm>
            <a:custGeom>
              <a:avLst/>
              <a:gdLst/>
              <a:ahLst/>
              <a:cxnLst/>
              <a:rect l="l" t="t" r="r" b="b"/>
              <a:pathLst>
                <a:path w="7240" h="7419" extrusionOk="0">
                  <a:moveTo>
                    <a:pt x="5275" y="1"/>
                  </a:moveTo>
                  <a:cubicBezTo>
                    <a:pt x="5049" y="108"/>
                    <a:pt x="4811" y="203"/>
                    <a:pt x="4608" y="298"/>
                  </a:cubicBezTo>
                  <a:cubicBezTo>
                    <a:pt x="3549" y="786"/>
                    <a:pt x="2489" y="1227"/>
                    <a:pt x="1406" y="1644"/>
                  </a:cubicBezTo>
                  <a:cubicBezTo>
                    <a:pt x="1001" y="1798"/>
                    <a:pt x="501" y="2048"/>
                    <a:pt x="1" y="2167"/>
                  </a:cubicBezTo>
                  <a:cubicBezTo>
                    <a:pt x="489" y="3001"/>
                    <a:pt x="894" y="3906"/>
                    <a:pt x="1358" y="4763"/>
                  </a:cubicBezTo>
                  <a:cubicBezTo>
                    <a:pt x="1834" y="5656"/>
                    <a:pt x="2394" y="6525"/>
                    <a:pt x="2858" y="7418"/>
                  </a:cubicBezTo>
                  <a:cubicBezTo>
                    <a:pt x="3608" y="7120"/>
                    <a:pt x="4358" y="6751"/>
                    <a:pt x="5073" y="6406"/>
                  </a:cubicBezTo>
                  <a:lnTo>
                    <a:pt x="6263" y="5835"/>
                  </a:lnTo>
                  <a:lnTo>
                    <a:pt x="6799" y="5573"/>
                  </a:lnTo>
                  <a:cubicBezTo>
                    <a:pt x="6954" y="5501"/>
                    <a:pt x="7097" y="5430"/>
                    <a:pt x="7240" y="5358"/>
                  </a:cubicBezTo>
                  <a:cubicBezTo>
                    <a:pt x="7180" y="5144"/>
                    <a:pt x="7109" y="4930"/>
                    <a:pt x="7002" y="4727"/>
                  </a:cubicBezTo>
                  <a:lnTo>
                    <a:pt x="6752" y="4049"/>
                  </a:lnTo>
                  <a:lnTo>
                    <a:pt x="6240" y="2668"/>
                  </a:lnTo>
                  <a:cubicBezTo>
                    <a:pt x="5918" y="1786"/>
                    <a:pt x="5561" y="894"/>
                    <a:pt x="5275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42"/>
            <p:cNvSpPr/>
            <p:nvPr/>
          </p:nvSpPr>
          <p:spPr>
            <a:xfrm rot="7866198">
              <a:off x="7841425" y="818113"/>
              <a:ext cx="187424" cy="95446"/>
            </a:xfrm>
            <a:custGeom>
              <a:avLst/>
              <a:gdLst/>
              <a:ahLst/>
              <a:cxnLst/>
              <a:rect l="l" t="t" r="r" b="b"/>
              <a:pathLst>
                <a:path w="7050" h="3590" extrusionOk="0">
                  <a:moveTo>
                    <a:pt x="6609" y="1"/>
                  </a:moveTo>
                  <a:cubicBezTo>
                    <a:pt x="5454" y="405"/>
                    <a:pt x="4347" y="965"/>
                    <a:pt x="3204" y="1429"/>
                  </a:cubicBezTo>
                  <a:cubicBezTo>
                    <a:pt x="2168" y="1870"/>
                    <a:pt x="1096" y="2394"/>
                    <a:pt x="1" y="2691"/>
                  </a:cubicBezTo>
                  <a:cubicBezTo>
                    <a:pt x="144" y="3084"/>
                    <a:pt x="298" y="3537"/>
                    <a:pt x="763" y="3584"/>
                  </a:cubicBezTo>
                  <a:cubicBezTo>
                    <a:pt x="802" y="3588"/>
                    <a:pt x="841" y="3590"/>
                    <a:pt x="881" y="3590"/>
                  </a:cubicBezTo>
                  <a:cubicBezTo>
                    <a:pt x="1346" y="3590"/>
                    <a:pt x="1834" y="3346"/>
                    <a:pt x="2251" y="3203"/>
                  </a:cubicBezTo>
                  <a:cubicBezTo>
                    <a:pt x="2751" y="3037"/>
                    <a:pt x="3239" y="2858"/>
                    <a:pt x="3715" y="2668"/>
                  </a:cubicBezTo>
                  <a:cubicBezTo>
                    <a:pt x="4251" y="2465"/>
                    <a:pt x="4775" y="2251"/>
                    <a:pt x="5299" y="2037"/>
                  </a:cubicBezTo>
                  <a:cubicBezTo>
                    <a:pt x="5537" y="1929"/>
                    <a:pt x="5775" y="1822"/>
                    <a:pt x="6025" y="1727"/>
                  </a:cubicBezTo>
                  <a:cubicBezTo>
                    <a:pt x="6263" y="1644"/>
                    <a:pt x="6502" y="1536"/>
                    <a:pt x="6740" y="1429"/>
                  </a:cubicBezTo>
                  <a:cubicBezTo>
                    <a:pt x="7049" y="1227"/>
                    <a:pt x="6894" y="894"/>
                    <a:pt x="6811" y="596"/>
                  </a:cubicBezTo>
                  <a:cubicBezTo>
                    <a:pt x="6740" y="393"/>
                    <a:pt x="6680" y="203"/>
                    <a:pt x="660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42"/>
            <p:cNvSpPr/>
            <p:nvPr/>
          </p:nvSpPr>
          <p:spPr>
            <a:xfrm rot="7866198">
              <a:off x="7871657" y="824988"/>
              <a:ext cx="186148" cy="99753"/>
            </a:xfrm>
            <a:custGeom>
              <a:avLst/>
              <a:gdLst/>
              <a:ahLst/>
              <a:cxnLst/>
              <a:rect l="l" t="t" r="r" b="b"/>
              <a:pathLst>
                <a:path w="7002" h="3752" extrusionOk="0">
                  <a:moveTo>
                    <a:pt x="6692" y="1"/>
                  </a:moveTo>
                  <a:cubicBezTo>
                    <a:pt x="5572" y="501"/>
                    <a:pt x="4418" y="917"/>
                    <a:pt x="3275" y="1358"/>
                  </a:cubicBezTo>
                  <a:cubicBezTo>
                    <a:pt x="2179" y="1798"/>
                    <a:pt x="1108" y="2239"/>
                    <a:pt x="0" y="2632"/>
                  </a:cubicBezTo>
                  <a:cubicBezTo>
                    <a:pt x="131" y="2989"/>
                    <a:pt x="274" y="3358"/>
                    <a:pt x="417" y="3715"/>
                  </a:cubicBezTo>
                  <a:cubicBezTo>
                    <a:pt x="417" y="3727"/>
                    <a:pt x="417" y="3739"/>
                    <a:pt x="429" y="3751"/>
                  </a:cubicBezTo>
                  <a:cubicBezTo>
                    <a:pt x="1393" y="3203"/>
                    <a:pt x="2453" y="2822"/>
                    <a:pt x="3477" y="2394"/>
                  </a:cubicBezTo>
                  <a:cubicBezTo>
                    <a:pt x="4632" y="1906"/>
                    <a:pt x="5846" y="1501"/>
                    <a:pt x="6977" y="953"/>
                  </a:cubicBezTo>
                  <a:cubicBezTo>
                    <a:pt x="6983" y="947"/>
                    <a:pt x="6986" y="944"/>
                    <a:pt x="6989" y="944"/>
                  </a:cubicBezTo>
                  <a:cubicBezTo>
                    <a:pt x="6992" y="944"/>
                    <a:pt x="6995" y="947"/>
                    <a:pt x="7001" y="953"/>
                  </a:cubicBezTo>
                  <a:cubicBezTo>
                    <a:pt x="7001" y="929"/>
                    <a:pt x="6989" y="917"/>
                    <a:pt x="6989" y="905"/>
                  </a:cubicBezTo>
                  <a:cubicBezTo>
                    <a:pt x="6882" y="608"/>
                    <a:pt x="6787" y="298"/>
                    <a:pt x="6692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42"/>
            <p:cNvSpPr/>
            <p:nvPr/>
          </p:nvSpPr>
          <p:spPr>
            <a:xfrm rot="7866198">
              <a:off x="7901606" y="837562"/>
              <a:ext cx="188063" cy="99115"/>
            </a:xfrm>
            <a:custGeom>
              <a:avLst/>
              <a:gdLst/>
              <a:ahLst/>
              <a:cxnLst/>
              <a:rect l="l" t="t" r="r" b="b"/>
              <a:pathLst>
                <a:path w="7074" h="3728" extrusionOk="0">
                  <a:moveTo>
                    <a:pt x="6740" y="1"/>
                  </a:moveTo>
                  <a:cubicBezTo>
                    <a:pt x="6728" y="25"/>
                    <a:pt x="6704" y="48"/>
                    <a:pt x="6680" y="60"/>
                  </a:cubicBezTo>
                  <a:cubicBezTo>
                    <a:pt x="6156" y="298"/>
                    <a:pt x="5573" y="477"/>
                    <a:pt x="5025" y="691"/>
                  </a:cubicBezTo>
                  <a:cubicBezTo>
                    <a:pt x="4442" y="906"/>
                    <a:pt x="3858" y="1132"/>
                    <a:pt x="3287" y="1346"/>
                  </a:cubicBezTo>
                  <a:cubicBezTo>
                    <a:pt x="2192" y="1775"/>
                    <a:pt x="1108" y="2203"/>
                    <a:pt x="1" y="2573"/>
                  </a:cubicBezTo>
                  <a:cubicBezTo>
                    <a:pt x="84" y="2799"/>
                    <a:pt x="168" y="3037"/>
                    <a:pt x="251" y="3263"/>
                  </a:cubicBezTo>
                  <a:cubicBezTo>
                    <a:pt x="310" y="3418"/>
                    <a:pt x="370" y="3573"/>
                    <a:pt x="429" y="3727"/>
                  </a:cubicBezTo>
                  <a:cubicBezTo>
                    <a:pt x="1453" y="3227"/>
                    <a:pt x="2489" y="2787"/>
                    <a:pt x="3537" y="2370"/>
                  </a:cubicBezTo>
                  <a:cubicBezTo>
                    <a:pt x="4704" y="1894"/>
                    <a:pt x="5871" y="1382"/>
                    <a:pt x="7073" y="1001"/>
                  </a:cubicBezTo>
                  <a:cubicBezTo>
                    <a:pt x="7037" y="870"/>
                    <a:pt x="7002" y="751"/>
                    <a:pt x="6954" y="632"/>
                  </a:cubicBezTo>
                  <a:cubicBezTo>
                    <a:pt x="6883" y="417"/>
                    <a:pt x="6811" y="215"/>
                    <a:pt x="6740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42"/>
            <p:cNvSpPr/>
            <p:nvPr/>
          </p:nvSpPr>
          <p:spPr>
            <a:xfrm rot="7866198">
              <a:off x="7933168" y="851988"/>
              <a:ext cx="187105" cy="97201"/>
            </a:xfrm>
            <a:custGeom>
              <a:avLst/>
              <a:gdLst/>
              <a:ahLst/>
              <a:cxnLst/>
              <a:rect l="l" t="t" r="r" b="b"/>
              <a:pathLst>
                <a:path w="7038" h="3656" extrusionOk="0">
                  <a:moveTo>
                    <a:pt x="6692" y="0"/>
                  </a:moveTo>
                  <a:cubicBezTo>
                    <a:pt x="6216" y="226"/>
                    <a:pt x="5704" y="393"/>
                    <a:pt x="5228" y="595"/>
                  </a:cubicBezTo>
                  <a:cubicBezTo>
                    <a:pt x="4608" y="833"/>
                    <a:pt x="4013" y="1084"/>
                    <a:pt x="3406" y="1334"/>
                  </a:cubicBezTo>
                  <a:cubicBezTo>
                    <a:pt x="2263" y="1798"/>
                    <a:pt x="1108" y="2238"/>
                    <a:pt x="1" y="2774"/>
                  </a:cubicBezTo>
                  <a:cubicBezTo>
                    <a:pt x="108" y="3060"/>
                    <a:pt x="215" y="3358"/>
                    <a:pt x="322" y="3655"/>
                  </a:cubicBezTo>
                  <a:cubicBezTo>
                    <a:pt x="1346" y="3167"/>
                    <a:pt x="2394" y="2738"/>
                    <a:pt x="3454" y="2322"/>
                  </a:cubicBezTo>
                  <a:cubicBezTo>
                    <a:pt x="4025" y="2084"/>
                    <a:pt x="4620" y="1869"/>
                    <a:pt x="5192" y="1643"/>
                  </a:cubicBezTo>
                  <a:cubicBezTo>
                    <a:pt x="5763" y="1417"/>
                    <a:pt x="6347" y="1155"/>
                    <a:pt x="6942" y="988"/>
                  </a:cubicBezTo>
                  <a:cubicBezTo>
                    <a:pt x="6953" y="985"/>
                    <a:pt x="6963" y="983"/>
                    <a:pt x="6973" y="983"/>
                  </a:cubicBezTo>
                  <a:cubicBezTo>
                    <a:pt x="6998" y="983"/>
                    <a:pt x="7021" y="992"/>
                    <a:pt x="7037" y="1000"/>
                  </a:cubicBezTo>
                  <a:cubicBezTo>
                    <a:pt x="6918" y="667"/>
                    <a:pt x="6811" y="333"/>
                    <a:pt x="6692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42"/>
            <p:cNvSpPr/>
            <p:nvPr/>
          </p:nvSpPr>
          <p:spPr>
            <a:xfrm rot="7866198">
              <a:off x="7964185" y="861041"/>
              <a:ext cx="185803" cy="101003"/>
            </a:xfrm>
            <a:custGeom>
              <a:avLst/>
              <a:gdLst/>
              <a:ahLst/>
              <a:cxnLst/>
              <a:rect l="l" t="t" r="r" b="b"/>
              <a:pathLst>
                <a:path w="6989" h="3799" extrusionOk="0">
                  <a:moveTo>
                    <a:pt x="6668" y="1"/>
                  </a:moveTo>
                  <a:cubicBezTo>
                    <a:pt x="5536" y="548"/>
                    <a:pt x="4346" y="1013"/>
                    <a:pt x="3191" y="1513"/>
                  </a:cubicBezTo>
                  <a:cubicBezTo>
                    <a:pt x="2131" y="1965"/>
                    <a:pt x="1072" y="2406"/>
                    <a:pt x="0" y="2822"/>
                  </a:cubicBezTo>
                  <a:cubicBezTo>
                    <a:pt x="119" y="3144"/>
                    <a:pt x="238" y="3465"/>
                    <a:pt x="357" y="3799"/>
                  </a:cubicBezTo>
                  <a:cubicBezTo>
                    <a:pt x="1476" y="3322"/>
                    <a:pt x="2584" y="2763"/>
                    <a:pt x="3715" y="2275"/>
                  </a:cubicBezTo>
                  <a:cubicBezTo>
                    <a:pt x="4310" y="2013"/>
                    <a:pt x="4917" y="1763"/>
                    <a:pt x="5525" y="1501"/>
                  </a:cubicBezTo>
                  <a:cubicBezTo>
                    <a:pt x="6001" y="1298"/>
                    <a:pt x="6489" y="1060"/>
                    <a:pt x="6989" y="893"/>
                  </a:cubicBezTo>
                  <a:lnTo>
                    <a:pt x="6668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42"/>
            <p:cNvSpPr/>
            <p:nvPr/>
          </p:nvSpPr>
          <p:spPr>
            <a:xfrm rot="7866198">
              <a:off x="7993656" y="874065"/>
              <a:ext cx="185191" cy="98158"/>
            </a:xfrm>
            <a:custGeom>
              <a:avLst/>
              <a:gdLst/>
              <a:ahLst/>
              <a:cxnLst/>
              <a:rect l="l" t="t" r="r" b="b"/>
              <a:pathLst>
                <a:path w="6966" h="3692" extrusionOk="0">
                  <a:moveTo>
                    <a:pt x="6656" y="1"/>
                  </a:moveTo>
                  <a:lnTo>
                    <a:pt x="6620" y="13"/>
                  </a:lnTo>
                  <a:cubicBezTo>
                    <a:pt x="6632" y="37"/>
                    <a:pt x="6632" y="72"/>
                    <a:pt x="6608" y="96"/>
                  </a:cubicBezTo>
                  <a:cubicBezTo>
                    <a:pt x="6394" y="310"/>
                    <a:pt x="6060" y="418"/>
                    <a:pt x="5786" y="537"/>
                  </a:cubicBezTo>
                  <a:cubicBezTo>
                    <a:pt x="5513" y="668"/>
                    <a:pt x="5239" y="799"/>
                    <a:pt x="4965" y="930"/>
                  </a:cubicBezTo>
                  <a:cubicBezTo>
                    <a:pt x="4417" y="1180"/>
                    <a:pt x="3858" y="1418"/>
                    <a:pt x="3298" y="1656"/>
                  </a:cubicBezTo>
                  <a:cubicBezTo>
                    <a:pt x="2227" y="2096"/>
                    <a:pt x="1119" y="2489"/>
                    <a:pt x="0" y="2846"/>
                  </a:cubicBezTo>
                  <a:cubicBezTo>
                    <a:pt x="95" y="3132"/>
                    <a:pt x="202" y="3406"/>
                    <a:pt x="310" y="3692"/>
                  </a:cubicBezTo>
                  <a:cubicBezTo>
                    <a:pt x="1381" y="3204"/>
                    <a:pt x="2453" y="2727"/>
                    <a:pt x="3548" y="2263"/>
                  </a:cubicBezTo>
                  <a:cubicBezTo>
                    <a:pt x="4679" y="1787"/>
                    <a:pt x="5810" y="1263"/>
                    <a:pt x="6965" y="846"/>
                  </a:cubicBezTo>
                  <a:cubicBezTo>
                    <a:pt x="6858" y="560"/>
                    <a:pt x="6763" y="287"/>
                    <a:pt x="6656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42"/>
            <p:cNvSpPr/>
            <p:nvPr/>
          </p:nvSpPr>
          <p:spPr>
            <a:xfrm rot="7866198">
              <a:off x="8016630" y="884964"/>
              <a:ext cx="187079" cy="93718"/>
            </a:xfrm>
            <a:custGeom>
              <a:avLst/>
              <a:gdLst/>
              <a:ahLst/>
              <a:cxnLst/>
              <a:rect l="l" t="t" r="r" b="b"/>
              <a:pathLst>
                <a:path w="7037" h="3525" extrusionOk="0">
                  <a:moveTo>
                    <a:pt x="6739" y="0"/>
                  </a:moveTo>
                  <a:cubicBezTo>
                    <a:pt x="6584" y="84"/>
                    <a:pt x="6418" y="155"/>
                    <a:pt x="6239" y="203"/>
                  </a:cubicBezTo>
                  <a:cubicBezTo>
                    <a:pt x="5941" y="322"/>
                    <a:pt x="5644" y="441"/>
                    <a:pt x="5346" y="560"/>
                  </a:cubicBezTo>
                  <a:cubicBezTo>
                    <a:pt x="4751" y="798"/>
                    <a:pt x="4143" y="1036"/>
                    <a:pt x="3548" y="1274"/>
                  </a:cubicBezTo>
                  <a:cubicBezTo>
                    <a:pt x="2393" y="1739"/>
                    <a:pt x="1214" y="2274"/>
                    <a:pt x="0" y="2584"/>
                  </a:cubicBezTo>
                  <a:lnTo>
                    <a:pt x="333" y="3524"/>
                  </a:lnTo>
                  <a:cubicBezTo>
                    <a:pt x="1429" y="3060"/>
                    <a:pt x="2524" y="2596"/>
                    <a:pt x="3620" y="2143"/>
                  </a:cubicBezTo>
                  <a:cubicBezTo>
                    <a:pt x="4239" y="1893"/>
                    <a:pt x="4834" y="1643"/>
                    <a:pt x="5441" y="1381"/>
                  </a:cubicBezTo>
                  <a:cubicBezTo>
                    <a:pt x="5727" y="1262"/>
                    <a:pt x="6001" y="1143"/>
                    <a:pt x="6275" y="1012"/>
                  </a:cubicBezTo>
                  <a:cubicBezTo>
                    <a:pt x="6477" y="893"/>
                    <a:pt x="6703" y="810"/>
                    <a:pt x="6941" y="774"/>
                  </a:cubicBezTo>
                  <a:cubicBezTo>
                    <a:pt x="6965" y="774"/>
                    <a:pt x="7001" y="786"/>
                    <a:pt x="7001" y="822"/>
                  </a:cubicBezTo>
                  <a:lnTo>
                    <a:pt x="7037" y="810"/>
                  </a:lnTo>
                  <a:cubicBezTo>
                    <a:pt x="6941" y="536"/>
                    <a:pt x="6846" y="262"/>
                    <a:pt x="673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42"/>
            <p:cNvSpPr/>
            <p:nvPr/>
          </p:nvSpPr>
          <p:spPr>
            <a:xfrm rot="7866198">
              <a:off x="8228286" y="758209"/>
              <a:ext cx="343479" cy="595967"/>
            </a:xfrm>
            <a:custGeom>
              <a:avLst/>
              <a:gdLst/>
              <a:ahLst/>
              <a:cxnLst/>
              <a:rect l="l" t="t" r="r" b="b"/>
              <a:pathLst>
                <a:path w="12920" h="22416" extrusionOk="0">
                  <a:moveTo>
                    <a:pt x="5101" y="0"/>
                  </a:moveTo>
                  <a:cubicBezTo>
                    <a:pt x="5071" y="0"/>
                    <a:pt x="5029" y="32"/>
                    <a:pt x="4942" y="67"/>
                  </a:cubicBezTo>
                  <a:cubicBezTo>
                    <a:pt x="4680" y="162"/>
                    <a:pt x="4418" y="246"/>
                    <a:pt x="4156" y="341"/>
                  </a:cubicBezTo>
                  <a:cubicBezTo>
                    <a:pt x="3680" y="519"/>
                    <a:pt x="3204" y="710"/>
                    <a:pt x="2739" y="900"/>
                  </a:cubicBezTo>
                  <a:cubicBezTo>
                    <a:pt x="1811" y="1281"/>
                    <a:pt x="894" y="1722"/>
                    <a:pt x="1" y="2174"/>
                  </a:cubicBezTo>
                  <a:cubicBezTo>
                    <a:pt x="739" y="4877"/>
                    <a:pt x="1501" y="7568"/>
                    <a:pt x="2275" y="10247"/>
                  </a:cubicBezTo>
                  <a:cubicBezTo>
                    <a:pt x="2465" y="10890"/>
                    <a:pt x="2656" y="11521"/>
                    <a:pt x="2835" y="12164"/>
                  </a:cubicBezTo>
                  <a:cubicBezTo>
                    <a:pt x="3906" y="15438"/>
                    <a:pt x="4966" y="18712"/>
                    <a:pt x="6097" y="21974"/>
                  </a:cubicBezTo>
                  <a:lnTo>
                    <a:pt x="6264" y="22415"/>
                  </a:lnTo>
                  <a:cubicBezTo>
                    <a:pt x="6716" y="22082"/>
                    <a:pt x="7288" y="21879"/>
                    <a:pt x="7799" y="21653"/>
                  </a:cubicBezTo>
                  <a:cubicBezTo>
                    <a:pt x="8359" y="21403"/>
                    <a:pt x="8931" y="21165"/>
                    <a:pt x="9502" y="20927"/>
                  </a:cubicBezTo>
                  <a:cubicBezTo>
                    <a:pt x="10109" y="20689"/>
                    <a:pt x="10717" y="20451"/>
                    <a:pt x="11336" y="20224"/>
                  </a:cubicBezTo>
                  <a:cubicBezTo>
                    <a:pt x="11836" y="20034"/>
                    <a:pt x="12383" y="19760"/>
                    <a:pt x="12919" y="19653"/>
                  </a:cubicBezTo>
                  <a:lnTo>
                    <a:pt x="12824" y="19391"/>
                  </a:lnTo>
                  <a:cubicBezTo>
                    <a:pt x="11228" y="15188"/>
                    <a:pt x="9538" y="11033"/>
                    <a:pt x="7871" y="6865"/>
                  </a:cubicBezTo>
                  <a:cubicBezTo>
                    <a:pt x="7037" y="4758"/>
                    <a:pt x="6204" y="2651"/>
                    <a:pt x="5359" y="543"/>
                  </a:cubicBezTo>
                  <a:cubicBezTo>
                    <a:pt x="5299" y="412"/>
                    <a:pt x="5240" y="269"/>
                    <a:pt x="5192" y="138"/>
                  </a:cubicBezTo>
                  <a:cubicBezTo>
                    <a:pt x="5149" y="35"/>
                    <a:pt x="5132" y="0"/>
                    <a:pt x="5101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42"/>
            <p:cNvSpPr/>
            <p:nvPr/>
          </p:nvSpPr>
          <p:spPr>
            <a:xfrm rot="7866198">
              <a:off x="8667247" y="1097281"/>
              <a:ext cx="141831" cy="128600"/>
            </a:xfrm>
            <a:custGeom>
              <a:avLst/>
              <a:gdLst/>
              <a:ahLst/>
              <a:cxnLst/>
              <a:rect l="l" t="t" r="r" b="b"/>
              <a:pathLst>
                <a:path w="5335" h="4837" extrusionOk="0">
                  <a:moveTo>
                    <a:pt x="3965" y="0"/>
                  </a:moveTo>
                  <a:cubicBezTo>
                    <a:pt x="3943" y="0"/>
                    <a:pt x="3907" y="18"/>
                    <a:pt x="3834" y="50"/>
                  </a:cubicBezTo>
                  <a:cubicBezTo>
                    <a:pt x="3620" y="133"/>
                    <a:pt x="3406" y="229"/>
                    <a:pt x="3191" y="324"/>
                  </a:cubicBezTo>
                  <a:cubicBezTo>
                    <a:pt x="2703" y="526"/>
                    <a:pt x="2215" y="729"/>
                    <a:pt x="1727" y="931"/>
                  </a:cubicBezTo>
                  <a:cubicBezTo>
                    <a:pt x="1251" y="1133"/>
                    <a:pt x="762" y="1348"/>
                    <a:pt x="286" y="1550"/>
                  </a:cubicBezTo>
                  <a:cubicBezTo>
                    <a:pt x="191" y="1598"/>
                    <a:pt x="96" y="1633"/>
                    <a:pt x="0" y="1681"/>
                  </a:cubicBezTo>
                  <a:cubicBezTo>
                    <a:pt x="12" y="1681"/>
                    <a:pt x="12" y="1693"/>
                    <a:pt x="12" y="1705"/>
                  </a:cubicBezTo>
                  <a:lnTo>
                    <a:pt x="108" y="1848"/>
                  </a:lnTo>
                  <a:cubicBezTo>
                    <a:pt x="238" y="2062"/>
                    <a:pt x="358" y="2288"/>
                    <a:pt x="489" y="2503"/>
                  </a:cubicBezTo>
                  <a:cubicBezTo>
                    <a:pt x="739" y="2931"/>
                    <a:pt x="977" y="3372"/>
                    <a:pt x="1215" y="3812"/>
                  </a:cubicBezTo>
                  <a:cubicBezTo>
                    <a:pt x="1346" y="4050"/>
                    <a:pt x="1477" y="4289"/>
                    <a:pt x="1608" y="4527"/>
                  </a:cubicBezTo>
                  <a:cubicBezTo>
                    <a:pt x="1655" y="4622"/>
                    <a:pt x="1703" y="4729"/>
                    <a:pt x="1751" y="4836"/>
                  </a:cubicBezTo>
                  <a:cubicBezTo>
                    <a:pt x="2667" y="4372"/>
                    <a:pt x="3596" y="3943"/>
                    <a:pt x="4549" y="3574"/>
                  </a:cubicBezTo>
                  <a:cubicBezTo>
                    <a:pt x="4810" y="3467"/>
                    <a:pt x="5072" y="3372"/>
                    <a:pt x="5334" y="3277"/>
                  </a:cubicBezTo>
                  <a:cubicBezTo>
                    <a:pt x="4977" y="2324"/>
                    <a:pt x="4596" y="1395"/>
                    <a:pt x="4191" y="467"/>
                  </a:cubicBezTo>
                  <a:cubicBezTo>
                    <a:pt x="4144" y="371"/>
                    <a:pt x="4096" y="264"/>
                    <a:pt x="4048" y="157"/>
                  </a:cubicBezTo>
                  <a:cubicBezTo>
                    <a:pt x="3997" y="47"/>
                    <a:pt x="4000" y="0"/>
                    <a:pt x="3965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42"/>
            <p:cNvSpPr/>
            <p:nvPr/>
          </p:nvSpPr>
          <p:spPr>
            <a:xfrm rot="7866198">
              <a:off x="7916564" y="337933"/>
              <a:ext cx="570089" cy="1235616"/>
            </a:xfrm>
            <a:custGeom>
              <a:avLst/>
              <a:gdLst/>
              <a:ahLst/>
              <a:cxnLst/>
              <a:rect l="l" t="t" r="r" b="b"/>
              <a:pathLst>
                <a:path w="21444" h="46475" extrusionOk="0">
                  <a:moveTo>
                    <a:pt x="4574" y="528"/>
                  </a:moveTo>
                  <a:cubicBezTo>
                    <a:pt x="4607" y="528"/>
                    <a:pt x="4604" y="573"/>
                    <a:pt x="4656" y="691"/>
                  </a:cubicBezTo>
                  <a:cubicBezTo>
                    <a:pt x="4715" y="786"/>
                    <a:pt x="4763" y="893"/>
                    <a:pt x="4810" y="1001"/>
                  </a:cubicBezTo>
                  <a:cubicBezTo>
                    <a:pt x="5215" y="1917"/>
                    <a:pt x="5596" y="2858"/>
                    <a:pt x="5953" y="3799"/>
                  </a:cubicBezTo>
                  <a:cubicBezTo>
                    <a:pt x="5691" y="3894"/>
                    <a:pt x="5429" y="3989"/>
                    <a:pt x="5168" y="4096"/>
                  </a:cubicBezTo>
                  <a:cubicBezTo>
                    <a:pt x="4215" y="4477"/>
                    <a:pt x="3286" y="4894"/>
                    <a:pt x="2358" y="5358"/>
                  </a:cubicBezTo>
                  <a:cubicBezTo>
                    <a:pt x="2322" y="5251"/>
                    <a:pt x="2262" y="5144"/>
                    <a:pt x="2215" y="5049"/>
                  </a:cubicBezTo>
                  <a:cubicBezTo>
                    <a:pt x="2096" y="4811"/>
                    <a:pt x="1953" y="4572"/>
                    <a:pt x="1822" y="4334"/>
                  </a:cubicBezTo>
                  <a:cubicBezTo>
                    <a:pt x="1584" y="3906"/>
                    <a:pt x="1346" y="3465"/>
                    <a:pt x="1096" y="3025"/>
                  </a:cubicBezTo>
                  <a:cubicBezTo>
                    <a:pt x="965" y="2810"/>
                    <a:pt x="846" y="2596"/>
                    <a:pt x="715" y="2382"/>
                  </a:cubicBezTo>
                  <a:lnTo>
                    <a:pt x="631" y="2227"/>
                  </a:lnTo>
                  <a:cubicBezTo>
                    <a:pt x="631" y="2215"/>
                    <a:pt x="619" y="2215"/>
                    <a:pt x="619" y="2203"/>
                  </a:cubicBezTo>
                  <a:cubicBezTo>
                    <a:pt x="703" y="2155"/>
                    <a:pt x="798" y="2120"/>
                    <a:pt x="893" y="2084"/>
                  </a:cubicBezTo>
                  <a:cubicBezTo>
                    <a:pt x="1369" y="1870"/>
                    <a:pt x="1858" y="1667"/>
                    <a:pt x="2346" y="1453"/>
                  </a:cubicBezTo>
                  <a:cubicBezTo>
                    <a:pt x="2834" y="1251"/>
                    <a:pt x="3310" y="1048"/>
                    <a:pt x="3798" y="846"/>
                  </a:cubicBezTo>
                  <a:cubicBezTo>
                    <a:pt x="4013" y="751"/>
                    <a:pt x="4227" y="655"/>
                    <a:pt x="4453" y="572"/>
                  </a:cubicBezTo>
                  <a:cubicBezTo>
                    <a:pt x="4521" y="545"/>
                    <a:pt x="4554" y="528"/>
                    <a:pt x="4574" y="528"/>
                  </a:cubicBezTo>
                  <a:close/>
                  <a:moveTo>
                    <a:pt x="7303" y="3919"/>
                  </a:moveTo>
                  <a:cubicBezTo>
                    <a:pt x="7334" y="3919"/>
                    <a:pt x="7351" y="3951"/>
                    <a:pt x="7394" y="4049"/>
                  </a:cubicBezTo>
                  <a:cubicBezTo>
                    <a:pt x="7442" y="4191"/>
                    <a:pt x="7501" y="4322"/>
                    <a:pt x="7561" y="4465"/>
                  </a:cubicBezTo>
                  <a:cubicBezTo>
                    <a:pt x="8406" y="6573"/>
                    <a:pt x="9239" y="8680"/>
                    <a:pt x="10073" y="10776"/>
                  </a:cubicBezTo>
                  <a:cubicBezTo>
                    <a:pt x="11740" y="14955"/>
                    <a:pt x="13430" y="19110"/>
                    <a:pt x="15026" y="23313"/>
                  </a:cubicBezTo>
                  <a:lnTo>
                    <a:pt x="15121" y="23575"/>
                  </a:lnTo>
                  <a:cubicBezTo>
                    <a:pt x="14585" y="23682"/>
                    <a:pt x="14038" y="23956"/>
                    <a:pt x="13538" y="24146"/>
                  </a:cubicBezTo>
                  <a:cubicBezTo>
                    <a:pt x="12919" y="24373"/>
                    <a:pt x="12311" y="24611"/>
                    <a:pt x="11716" y="24849"/>
                  </a:cubicBezTo>
                  <a:cubicBezTo>
                    <a:pt x="11133" y="25087"/>
                    <a:pt x="10561" y="25313"/>
                    <a:pt x="10001" y="25575"/>
                  </a:cubicBezTo>
                  <a:cubicBezTo>
                    <a:pt x="9501" y="25801"/>
                    <a:pt x="8918" y="26004"/>
                    <a:pt x="8466" y="26337"/>
                  </a:cubicBezTo>
                  <a:lnTo>
                    <a:pt x="8299" y="25885"/>
                  </a:lnTo>
                  <a:cubicBezTo>
                    <a:pt x="7168" y="22634"/>
                    <a:pt x="6108" y="19360"/>
                    <a:pt x="5037" y="16086"/>
                  </a:cubicBezTo>
                  <a:cubicBezTo>
                    <a:pt x="4858" y="15443"/>
                    <a:pt x="4667" y="14800"/>
                    <a:pt x="4489" y="14169"/>
                  </a:cubicBezTo>
                  <a:cubicBezTo>
                    <a:pt x="3703" y="11478"/>
                    <a:pt x="2941" y="8799"/>
                    <a:pt x="2203" y="6096"/>
                  </a:cubicBezTo>
                  <a:cubicBezTo>
                    <a:pt x="3096" y="5632"/>
                    <a:pt x="4013" y="5203"/>
                    <a:pt x="4941" y="4822"/>
                  </a:cubicBezTo>
                  <a:cubicBezTo>
                    <a:pt x="5418" y="4632"/>
                    <a:pt x="5882" y="4441"/>
                    <a:pt x="6358" y="4263"/>
                  </a:cubicBezTo>
                  <a:cubicBezTo>
                    <a:pt x="6620" y="4168"/>
                    <a:pt x="6882" y="4072"/>
                    <a:pt x="7144" y="3977"/>
                  </a:cubicBezTo>
                  <a:cubicBezTo>
                    <a:pt x="7231" y="3948"/>
                    <a:pt x="7273" y="3919"/>
                    <a:pt x="7303" y="3919"/>
                  </a:cubicBezTo>
                  <a:close/>
                  <a:moveTo>
                    <a:pt x="15216" y="23813"/>
                  </a:moveTo>
                  <a:cubicBezTo>
                    <a:pt x="15300" y="24015"/>
                    <a:pt x="15371" y="24218"/>
                    <a:pt x="15443" y="24420"/>
                  </a:cubicBezTo>
                  <a:cubicBezTo>
                    <a:pt x="15252" y="24480"/>
                    <a:pt x="15074" y="24539"/>
                    <a:pt x="14907" y="24634"/>
                  </a:cubicBezTo>
                  <a:cubicBezTo>
                    <a:pt x="14585" y="24765"/>
                    <a:pt x="14264" y="24896"/>
                    <a:pt x="13942" y="25027"/>
                  </a:cubicBezTo>
                  <a:cubicBezTo>
                    <a:pt x="13347" y="25265"/>
                    <a:pt x="12740" y="25504"/>
                    <a:pt x="12145" y="25730"/>
                  </a:cubicBezTo>
                  <a:cubicBezTo>
                    <a:pt x="11014" y="26170"/>
                    <a:pt x="9823" y="26563"/>
                    <a:pt x="8751" y="27123"/>
                  </a:cubicBezTo>
                  <a:lnTo>
                    <a:pt x="8501" y="26444"/>
                  </a:lnTo>
                  <a:cubicBezTo>
                    <a:pt x="9061" y="26313"/>
                    <a:pt x="9585" y="26016"/>
                    <a:pt x="10097" y="25813"/>
                  </a:cubicBezTo>
                  <a:cubicBezTo>
                    <a:pt x="10704" y="25563"/>
                    <a:pt x="11299" y="25313"/>
                    <a:pt x="11906" y="25063"/>
                  </a:cubicBezTo>
                  <a:cubicBezTo>
                    <a:pt x="12490" y="24825"/>
                    <a:pt x="13073" y="24599"/>
                    <a:pt x="13669" y="24373"/>
                  </a:cubicBezTo>
                  <a:cubicBezTo>
                    <a:pt x="14157" y="24194"/>
                    <a:pt x="14740" y="24063"/>
                    <a:pt x="15216" y="23813"/>
                  </a:cubicBezTo>
                  <a:close/>
                  <a:moveTo>
                    <a:pt x="15538" y="24658"/>
                  </a:moveTo>
                  <a:cubicBezTo>
                    <a:pt x="15633" y="24920"/>
                    <a:pt x="15728" y="25194"/>
                    <a:pt x="15836" y="25468"/>
                  </a:cubicBezTo>
                  <a:cubicBezTo>
                    <a:pt x="15931" y="25754"/>
                    <a:pt x="16038" y="26027"/>
                    <a:pt x="16145" y="26313"/>
                  </a:cubicBezTo>
                  <a:cubicBezTo>
                    <a:pt x="14978" y="26730"/>
                    <a:pt x="13847" y="27254"/>
                    <a:pt x="12728" y="27730"/>
                  </a:cubicBezTo>
                  <a:cubicBezTo>
                    <a:pt x="11633" y="28194"/>
                    <a:pt x="10561" y="28671"/>
                    <a:pt x="9490" y="29159"/>
                  </a:cubicBezTo>
                  <a:cubicBezTo>
                    <a:pt x="9382" y="28873"/>
                    <a:pt x="9275" y="28599"/>
                    <a:pt x="9180" y="28313"/>
                  </a:cubicBezTo>
                  <a:cubicBezTo>
                    <a:pt x="10299" y="27956"/>
                    <a:pt x="11406" y="27575"/>
                    <a:pt x="12478" y="27123"/>
                  </a:cubicBezTo>
                  <a:cubicBezTo>
                    <a:pt x="13038" y="26885"/>
                    <a:pt x="13597" y="26647"/>
                    <a:pt x="14145" y="26397"/>
                  </a:cubicBezTo>
                  <a:cubicBezTo>
                    <a:pt x="14419" y="26266"/>
                    <a:pt x="14704" y="26135"/>
                    <a:pt x="14966" y="26004"/>
                  </a:cubicBezTo>
                  <a:cubicBezTo>
                    <a:pt x="15240" y="25885"/>
                    <a:pt x="15574" y="25777"/>
                    <a:pt x="15788" y="25563"/>
                  </a:cubicBezTo>
                  <a:cubicBezTo>
                    <a:pt x="15812" y="25539"/>
                    <a:pt x="15812" y="25504"/>
                    <a:pt x="15800" y="25480"/>
                  </a:cubicBezTo>
                  <a:cubicBezTo>
                    <a:pt x="15788" y="25444"/>
                    <a:pt x="15764" y="25432"/>
                    <a:pt x="15728" y="25432"/>
                  </a:cubicBezTo>
                  <a:cubicBezTo>
                    <a:pt x="15502" y="25468"/>
                    <a:pt x="15276" y="25551"/>
                    <a:pt x="15074" y="25670"/>
                  </a:cubicBezTo>
                  <a:cubicBezTo>
                    <a:pt x="14800" y="25789"/>
                    <a:pt x="14514" y="25920"/>
                    <a:pt x="14240" y="26027"/>
                  </a:cubicBezTo>
                  <a:cubicBezTo>
                    <a:pt x="13633" y="26301"/>
                    <a:pt x="13026" y="26551"/>
                    <a:pt x="12418" y="26801"/>
                  </a:cubicBezTo>
                  <a:cubicBezTo>
                    <a:pt x="11323" y="27254"/>
                    <a:pt x="10228" y="27718"/>
                    <a:pt x="9132" y="28182"/>
                  </a:cubicBezTo>
                  <a:lnTo>
                    <a:pt x="8799" y="27242"/>
                  </a:lnTo>
                  <a:cubicBezTo>
                    <a:pt x="10013" y="26932"/>
                    <a:pt x="11192" y="26397"/>
                    <a:pt x="12347" y="25932"/>
                  </a:cubicBezTo>
                  <a:cubicBezTo>
                    <a:pt x="12942" y="25694"/>
                    <a:pt x="13550" y="25456"/>
                    <a:pt x="14145" y="25218"/>
                  </a:cubicBezTo>
                  <a:cubicBezTo>
                    <a:pt x="14443" y="25099"/>
                    <a:pt x="14740" y="24980"/>
                    <a:pt x="15038" y="24861"/>
                  </a:cubicBezTo>
                  <a:cubicBezTo>
                    <a:pt x="15205" y="24813"/>
                    <a:pt x="15371" y="24742"/>
                    <a:pt x="15538" y="24658"/>
                  </a:cubicBezTo>
                  <a:close/>
                  <a:moveTo>
                    <a:pt x="16217" y="26528"/>
                  </a:moveTo>
                  <a:lnTo>
                    <a:pt x="16538" y="27420"/>
                  </a:lnTo>
                  <a:cubicBezTo>
                    <a:pt x="16038" y="27587"/>
                    <a:pt x="15550" y="27825"/>
                    <a:pt x="15062" y="28040"/>
                  </a:cubicBezTo>
                  <a:cubicBezTo>
                    <a:pt x="14466" y="28290"/>
                    <a:pt x="13859" y="28540"/>
                    <a:pt x="13252" y="28802"/>
                  </a:cubicBezTo>
                  <a:cubicBezTo>
                    <a:pt x="12133" y="29302"/>
                    <a:pt x="11025" y="29849"/>
                    <a:pt x="9894" y="30326"/>
                  </a:cubicBezTo>
                  <a:cubicBezTo>
                    <a:pt x="9775" y="30004"/>
                    <a:pt x="9656" y="29683"/>
                    <a:pt x="9549" y="29361"/>
                  </a:cubicBezTo>
                  <a:cubicBezTo>
                    <a:pt x="10609" y="28933"/>
                    <a:pt x="11680" y="28492"/>
                    <a:pt x="12728" y="28040"/>
                  </a:cubicBezTo>
                  <a:cubicBezTo>
                    <a:pt x="13895" y="27540"/>
                    <a:pt x="15074" y="27087"/>
                    <a:pt x="16217" y="26528"/>
                  </a:cubicBezTo>
                  <a:close/>
                  <a:moveTo>
                    <a:pt x="16645" y="27730"/>
                  </a:moveTo>
                  <a:cubicBezTo>
                    <a:pt x="16764" y="28063"/>
                    <a:pt x="16883" y="28397"/>
                    <a:pt x="17002" y="28730"/>
                  </a:cubicBezTo>
                  <a:cubicBezTo>
                    <a:pt x="16988" y="28716"/>
                    <a:pt x="16970" y="28710"/>
                    <a:pt x="16951" y="28710"/>
                  </a:cubicBezTo>
                  <a:cubicBezTo>
                    <a:pt x="16937" y="28710"/>
                    <a:pt x="16922" y="28713"/>
                    <a:pt x="16907" y="28718"/>
                  </a:cubicBezTo>
                  <a:cubicBezTo>
                    <a:pt x="16312" y="28885"/>
                    <a:pt x="15728" y="29147"/>
                    <a:pt x="15157" y="29361"/>
                  </a:cubicBezTo>
                  <a:cubicBezTo>
                    <a:pt x="14573" y="29587"/>
                    <a:pt x="13990" y="29814"/>
                    <a:pt x="13419" y="30040"/>
                  </a:cubicBezTo>
                  <a:cubicBezTo>
                    <a:pt x="12359" y="30468"/>
                    <a:pt x="11311" y="30897"/>
                    <a:pt x="10287" y="31385"/>
                  </a:cubicBezTo>
                  <a:cubicBezTo>
                    <a:pt x="10180" y="31100"/>
                    <a:pt x="10073" y="30802"/>
                    <a:pt x="9966" y="30504"/>
                  </a:cubicBezTo>
                  <a:cubicBezTo>
                    <a:pt x="11073" y="29968"/>
                    <a:pt x="12228" y="29528"/>
                    <a:pt x="13371" y="29064"/>
                  </a:cubicBezTo>
                  <a:cubicBezTo>
                    <a:pt x="13978" y="28814"/>
                    <a:pt x="14573" y="28563"/>
                    <a:pt x="15181" y="28313"/>
                  </a:cubicBezTo>
                  <a:cubicBezTo>
                    <a:pt x="15657" y="28123"/>
                    <a:pt x="16181" y="27956"/>
                    <a:pt x="16645" y="27730"/>
                  </a:cubicBezTo>
                  <a:close/>
                  <a:moveTo>
                    <a:pt x="17062" y="28909"/>
                  </a:moveTo>
                  <a:cubicBezTo>
                    <a:pt x="17121" y="29123"/>
                    <a:pt x="17205" y="29325"/>
                    <a:pt x="17276" y="29540"/>
                  </a:cubicBezTo>
                  <a:cubicBezTo>
                    <a:pt x="17324" y="29659"/>
                    <a:pt x="17360" y="29778"/>
                    <a:pt x="17407" y="29909"/>
                  </a:cubicBezTo>
                  <a:cubicBezTo>
                    <a:pt x="16205" y="30290"/>
                    <a:pt x="15038" y="30802"/>
                    <a:pt x="13859" y="31266"/>
                  </a:cubicBezTo>
                  <a:cubicBezTo>
                    <a:pt x="12811" y="31695"/>
                    <a:pt x="11764" y="32135"/>
                    <a:pt x="10752" y="32635"/>
                  </a:cubicBezTo>
                  <a:cubicBezTo>
                    <a:pt x="10692" y="32481"/>
                    <a:pt x="10633" y="32326"/>
                    <a:pt x="10573" y="32171"/>
                  </a:cubicBezTo>
                  <a:cubicBezTo>
                    <a:pt x="10490" y="31945"/>
                    <a:pt x="10406" y="31707"/>
                    <a:pt x="10323" y="31481"/>
                  </a:cubicBezTo>
                  <a:cubicBezTo>
                    <a:pt x="11430" y="31111"/>
                    <a:pt x="12514" y="30683"/>
                    <a:pt x="13597" y="30254"/>
                  </a:cubicBezTo>
                  <a:cubicBezTo>
                    <a:pt x="14181" y="30040"/>
                    <a:pt x="14764" y="29814"/>
                    <a:pt x="15347" y="29599"/>
                  </a:cubicBezTo>
                  <a:cubicBezTo>
                    <a:pt x="15895" y="29385"/>
                    <a:pt x="16467" y="29206"/>
                    <a:pt x="17002" y="28968"/>
                  </a:cubicBezTo>
                  <a:cubicBezTo>
                    <a:pt x="17026" y="28956"/>
                    <a:pt x="17050" y="28933"/>
                    <a:pt x="17062" y="28909"/>
                  </a:cubicBezTo>
                  <a:close/>
                  <a:moveTo>
                    <a:pt x="17467" y="30076"/>
                  </a:moveTo>
                  <a:cubicBezTo>
                    <a:pt x="17562" y="30373"/>
                    <a:pt x="17669" y="30683"/>
                    <a:pt x="17764" y="30980"/>
                  </a:cubicBezTo>
                  <a:cubicBezTo>
                    <a:pt x="17776" y="30992"/>
                    <a:pt x="17776" y="31004"/>
                    <a:pt x="17776" y="31016"/>
                  </a:cubicBezTo>
                  <a:lnTo>
                    <a:pt x="17788" y="31028"/>
                  </a:lnTo>
                  <a:cubicBezTo>
                    <a:pt x="17782" y="31022"/>
                    <a:pt x="17776" y="31019"/>
                    <a:pt x="17770" y="31019"/>
                  </a:cubicBezTo>
                  <a:cubicBezTo>
                    <a:pt x="17764" y="31019"/>
                    <a:pt x="17758" y="31022"/>
                    <a:pt x="17752" y="31028"/>
                  </a:cubicBezTo>
                  <a:cubicBezTo>
                    <a:pt x="16621" y="31588"/>
                    <a:pt x="15419" y="31992"/>
                    <a:pt x="14252" y="32481"/>
                  </a:cubicBezTo>
                  <a:cubicBezTo>
                    <a:pt x="13240" y="32897"/>
                    <a:pt x="12157" y="33278"/>
                    <a:pt x="11204" y="33826"/>
                  </a:cubicBezTo>
                  <a:cubicBezTo>
                    <a:pt x="11192" y="33826"/>
                    <a:pt x="11192" y="33814"/>
                    <a:pt x="11192" y="33802"/>
                  </a:cubicBezTo>
                  <a:cubicBezTo>
                    <a:pt x="11049" y="33433"/>
                    <a:pt x="10918" y="33076"/>
                    <a:pt x="10775" y="32707"/>
                  </a:cubicBezTo>
                  <a:cubicBezTo>
                    <a:pt x="11883" y="32314"/>
                    <a:pt x="12966" y="31873"/>
                    <a:pt x="14050" y="31433"/>
                  </a:cubicBezTo>
                  <a:cubicBezTo>
                    <a:pt x="15193" y="30980"/>
                    <a:pt x="16348" y="30576"/>
                    <a:pt x="17467" y="30076"/>
                  </a:cubicBezTo>
                  <a:close/>
                  <a:moveTo>
                    <a:pt x="17848" y="31219"/>
                  </a:moveTo>
                  <a:cubicBezTo>
                    <a:pt x="17907" y="31421"/>
                    <a:pt x="17979" y="31611"/>
                    <a:pt x="18038" y="31814"/>
                  </a:cubicBezTo>
                  <a:cubicBezTo>
                    <a:pt x="18133" y="32100"/>
                    <a:pt x="18288" y="32445"/>
                    <a:pt x="17967" y="32647"/>
                  </a:cubicBezTo>
                  <a:lnTo>
                    <a:pt x="17979" y="32647"/>
                  </a:lnTo>
                  <a:cubicBezTo>
                    <a:pt x="17741" y="32754"/>
                    <a:pt x="17502" y="32862"/>
                    <a:pt x="17252" y="32945"/>
                  </a:cubicBezTo>
                  <a:cubicBezTo>
                    <a:pt x="17014" y="33052"/>
                    <a:pt x="16776" y="33159"/>
                    <a:pt x="16538" y="33255"/>
                  </a:cubicBezTo>
                  <a:cubicBezTo>
                    <a:pt x="16014" y="33481"/>
                    <a:pt x="15490" y="33683"/>
                    <a:pt x="14954" y="33886"/>
                  </a:cubicBezTo>
                  <a:cubicBezTo>
                    <a:pt x="14466" y="34076"/>
                    <a:pt x="13990" y="34255"/>
                    <a:pt x="13490" y="34421"/>
                  </a:cubicBezTo>
                  <a:cubicBezTo>
                    <a:pt x="13085" y="34575"/>
                    <a:pt x="12590" y="34808"/>
                    <a:pt x="12124" y="34808"/>
                  </a:cubicBezTo>
                  <a:cubicBezTo>
                    <a:pt x="12083" y="34808"/>
                    <a:pt x="12042" y="34806"/>
                    <a:pt x="12002" y="34802"/>
                  </a:cubicBezTo>
                  <a:cubicBezTo>
                    <a:pt x="11537" y="34755"/>
                    <a:pt x="11395" y="34302"/>
                    <a:pt x="11240" y="33909"/>
                  </a:cubicBezTo>
                  <a:cubicBezTo>
                    <a:pt x="12335" y="33600"/>
                    <a:pt x="13407" y="33088"/>
                    <a:pt x="14443" y="32647"/>
                  </a:cubicBezTo>
                  <a:cubicBezTo>
                    <a:pt x="15586" y="32183"/>
                    <a:pt x="16693" y="31623"/>
                    <a:pt x="17848" y="31219"/>
                  </a:cubicBezTo>
                  <a:close/>
                  <a:moveTo>
                    <a:pt x="17800" y="33243"/>
                  </a:moveTo>
                  <a:cubicBezTo>
                    <a:pt x="18086" y="34148"/>
                    <a:pt x="18431" y="35029"/>
                    <a:pt x="18753" y="35910"/>
                  </a:cubicBezTo>
                  <a:lnTo>
                    <a:pt x="19265" y="37303"/>
                  </a:lnTo>
                  <a:lnTo>
                    <a:pt x="19515" y="37981"/>
                  </a:lnTo>
                  <a:cubicBezTo>
                    <a:pt x="19610" y="38184"/>
                    <a:pt x="19693" y="38398"/>
                    <a:pt x="19753" y="38612"/>
                  </a:cubicBezTo>
                  <a:cubicBezTo>
                    <a:pt x="19610" y="38684"/>
                    <a:pt x="19467" y="38755"/>
                    <a:pt x="19312" y="38815"/>
                  </a:cubicBezTo>
                  <a:lnTo>
                    <a:pt x="18788" y="39077"/>
                  </a:lnTo>
                  <a:lnTo>
                    <a:pt x="17598" y="39648"/>
                  </a:lnTo>
                  <a:cubicBezTo>
                    <a:pt x="16871" y="40005"/>
                    <a:pt x="16121" y="40363"/>
                    <a:pt x="15383" y="40660"/>
                  </a:cubicBezTo>
                  <a:cubicBezTo>
                    <a:pt x="14907" y="39767"/>
                    <a:pt x="14359" y="38910"/>
                    <a:pt x="13883" y="38017"/>
                  </a:cubicBezTo>
                  <a:cubicBezTo>
                    <a:pt x="13407" y="37160"/>
                    <a:pt x="13014" y="36255"/>
                    <a:pt x="12514" y="35410"/>
                  </a:cubicBezTo>
                  <a:cubicBezTo>
                    <a:pt x="13014" y="35291"/>
                    <a:pt x="13526" y="35040"/>
                    <a:pt x="13931" y="34898"/>
                  </a:cubicBezTo>
                  <a:cubicBezTo>
                    <a:pt x="15002" y="34481"/>
                    <a:pt x="16074" y="34028"/>
                    <a:pt x="17121" y="33540"/>
                  </a:cubicBezTo>
                  <a:cubicBezTo>
                    <a:pt x="17336" y="33445"/>
                    <a:pt x="17562" y="33362"/>
                    <a:pt x="17800" y="33243"/>
                  </a:cubicBezTo>
                  <a:close/>
                  <a:moveTo>
                    <a:pt x="19372" y="39351"/>
                  </a:moveTo>
                  <a:cubicBezTo>
                    <a:pt x="19372" y="39374"/>
                    <a:pt x="19372" y="39398"/>
                    <a:pt x="19372" y="39422"/>
                  </a:cubicBezTo>
                  <a:cubicBezTo>
                    <a:pt x="19657" y="40172"/>
                    <a:pt x="19931" y="40910"/>
                    <a:pt x="20229" y="41660"/>
                  </a:cubicBezTo>
                  <a:cubicBezTo>
                    <a:pt x="20324" y="41827"/>
                    <a:pt x="20396" y="41994"/>
                    <a:pt x="20443" y="42184"/>
                  </a:cubicBezTo>
                  <a:cubicBezTo>
                    <a:pt x="20467" y="42399"/>
                    <a:pt x="20169" y="42470"/>
                    <a:pt x="20015" y="42553"/>
                  </a:cubicBezTo>
                  <a:lnTo>
                    <a:pt x="18955" y="43077"/>
                  </a:lnTo>
                  <a:cubicBezTo>
                    <a:pt x="18622" y="43244"/>
                    <a:pt x="18276" y="43458"/>
                    <a:pt x="17931" y="43577"/>
                  </a:cubicBezTo>
                  <a:cubicBezTo>
                    <a:pt x="17887" y="43592"/>
                    <a:pt x="17859" y="43600"/>
                    <a:pt x="17838" y="43600"/>
                  </a:cubicBezTo>
                  <a:cubicBezTo>
                    <a:pt x="17793" y="43600"/>
                    <a:pt x="17786" y="43561"/>
                    <a:pt x="17729" y="43470"/>
                  </a:cubicBezTo>
                  <a:lnTo>
                    <a:pt x="17562" y="43232"/>
                  </a:lnTo>
                  <a:cubicBezTo>
                    <a:pt x="17443" y="43053"/>
                    <a:pt x="17324" y="42887"/>
                    <a:pt x="17205" y="42708"/>
                  </a:cubicBezTo>
                  <a:lnTo>
                    <a:pt x="16538" y="41744"/>
                  </a:lnTo>
                  <a:cubicBezTo>
                    <a:pt x="16359" y="41458"/>
                    <a:pt x="16157" y="41196"/>
                    <a:pt x="15931" y="40958"/>
                  </a:cubicBezTo>
                  <a:cubicBezTo>
                    <a:pt x="16657" y="40565"/>
                    <a:pt x="17419" y="40244"/>
                    <a:pt x="18157" y="39898"/>
                  </a:cubicBezTo>
                  <a:cubicBezTo>
                    <a:pt x="18562" y="39720"/>
                    <a:pt x="18967" y="39529"/>
                    <a:pt x="19372" y="39351"/>
                  </a:cubicBezTo>
                  <a:close/>
                  <a:moveTo>
                    <a:pt x="19669" y="43184"/>
                  </a:moveTo>
                  <a:cubicBezTo>
                    <a:pt x="20003" y="43946"/>
                    <a:pt x="20419" y="44685"/>
                    <a:pt x="20812" y="45423"/>
                  </a:cubicBezTo>
                  <a:cubicBezTo>
                    <a:pt x="20586" y="45530"/>
                    <a:pt x="20372" y="45673"/>
                    <a:pt x="20205" y="45851"/>
                  </a:cubicBezTo>
                  <a:cubicBezTo>
                    <a:pt x="20181" y="45863"/>
                    <a:pt x="20146" y="45899"/>
                    <a:pt x="20122" y="45923"/>
                  </a:cubicBezTo>
                  <a:cubicBezTo>
                    <a:pt x="20122" y="45911"/>
                    <a:pt x="20110" y="45911"/>
                    <a:pt x="20110" y="45899"/>
                  </a:cubicBezTo>
                  <a:cubicBezTo>
                    <a:pt x="20003" y="45732"/>
                    <a:pt x="19896" y="45554"/>
                    <a:pt x="19788" y="45375"/>
                  </a:cubicBezTo>
                  <a:cubicBezTo>
                    <a:pt x="19586" y="45042"/>
                    <a:pt x="19384" y="44696"/>
                    <a:pt x="19205" y="44351"/>
                  </a:cubicBezTo>
                  <a:cubicBezTo>
                    <a:pt x="19098" y="44173"/>
                    <a:pt x="19003" y="43994"/>
                    <a:pt x="18907" y="43815"/>
                  </a:cubicBezTo>
                  <a:cubicBezTo>
                    <a:pt x="18872" y="43756"/>
                    <a:pt x="18836" y="43684"/>
                    <a:pt x="18812" y="43625"/>
                  </a:cubicBezTo>
                  <a:cubicBezTo>
                    <a:pt x="18931" y="43565"/>
                    <a:pt x="19038" y="43494"/>
                    <a:pt x="19157" y="43434"/>
                  </a:cubicBezTo>
                  <a:cubicBezTo>
                    <a:pt x="19336" y="43351"/>
                    <a:pt x="19503" y="43268"/>
                    <a:pt x="19669" y="43184"/>
                  </a:cubicBezTo>
                  <a:close/>
                  <a:moveTo>
                    <a:pt x="4596" y="0"/>
                  </a:moveTo>
                  <a:cubicBezTo>
                    <a:pt x="4313" y="0"/>
                    <a:pt x="3989" y="210"/>
                    <a:pt x="3763" y="310"/>
                  </a:cubicBezTo>
                  <a:cubicBezTo>
                    <a:pt x="2834" y="703"/>
                    <a:pt x="1905" y="1108"/>
                    <a:pt x="977" y="1501"/>
                  </a:cubicBezTo>
                  <a:cubicBezTo>
                    <a:pt x="715" y="1608"/>
                    <a:pt x="131" y="1727"/>
                    <a:pt x="36" y="2048"/>
                  </a:cubicBezTo>
                  <a:cubicBezTo>
                    <a:pt x="0" y="2203"/>
                    <a:pt x="95" y="2358"/>
                    <a:pt x="167" y="2501"/>
                  </a:cubicBezTo>
                  <a:cubicBezTo>
                    <a:pt x="286" y="2715"/>
                    <a:pt x="405" y="2929"/>
                    <a:pt x="524" y="3156"/>
                  </a:cubicBezTo>
                  <a:cubicBezTo>
                    <a:pt x="786" y="3620"/>
                    <a:pt x="1060" y="4084"/>
                    <a:pt x="1334" y="4549"/>
                  </a:cubicBezTo>
                  <a:cubicBezTo>
                    <a:pt x="1465" y="4787"/>
                    <a:pt x="1596" y="5025"/>
                    <a:pt x="1739" y="5251"/>
                  </a:cubicBezTo>
                  <a:cubicBezTo>
                    <a:pt x="1810" y="5346"/>
                    <a:pt x="1870" y="5465"/>
                    <a:pt x="1941" y="5561"/>
                  </a:cubicBezTo>
                  <a:lnTo>
                    <a:pt x="1703" y="5692"/>
                  </a:lnTo>
                  <a:cubicBezTo>
                    <a:pt x="1596" y="5751"/>
                    <a:pt x="1536" y="5894"/>
                    <a:pt x="1572" y="6013"/>
                  </a:cubicBezTo>
                  <a:cubicBezTo>
                    <a:pt x="2370" y="8775"/>
                    <a:pt x="3179" y="11538"/>
                    <a:pt x="4001" y="14288"/>
                  </a:cubicBezTo>
                  <a:cubicBezTo>
                    <a:pt x="4489" y="15907"/>
                    <a:pt x="5013" y="17526"/>
                    <a:pt x="5537" y="19134"/>
                  </a:cubicBezTo>
                  <a:cubicBezTo>
                    <a:pt x="6191" y="21253"/>
                    <a:pt x="6870" y="23372"/>
                    <a:pt x="7573" y="25480"/>
                  </a:cubicBezTo>
                  <a:cubicBezTo>
                    <a:pt x="8335" y="27778"/>
                    <a:pt x="9120" y="30064"/>
                    <a:pt x="9942" y="32338"/>
                  </a:cubicBezTo>
                  <a:cubicBezTo>
                    <a:pt x="10132" y="32885"/>
                    <a:pt x="10335" y="33433"/>
                    <a:pt x="10537" y="33981"/>
                  </a:cubicBezTo>
                  <a:cubicBezTo>
                    <a:pt x="10680" y="34398"/>
                    <a:pt x="10811" y="34850"/>
                    <a:pt x="11156" y="35160"/>
                  </a:cubicBezTo>
                  <a:cubicBezTo>
                    <a:pt x="11400" y="35364"/>
                    <a:pt x="11708" y="35473"/>
                    <a:pt x="12021" y="35473"/>
                  </a:cubicBezTo>
                  <a:cubicBezTo>
                    <a:pt x="12090" y="35473"/>
                    <a:pt x="12159" y="35468"/>
                    <a:pt x="12228" y="35457"/>
                  </a:cubicBezTo>
                  <a:cubicBezTo>
                    <a:pt x="12538" y="36386"/>
                    <a:pt x="13014" y="37303"/>
                    <a:pt x="13442" y="38172"/>
                  </a:cubicBezTo>
                  <a:cubicBezTo>
                    <a:pt x="13931" y="39172"/>
                    <a:pt x="14407" y="40220"/>
                    <a:pt x="15014" y="41136"/>
                  </a:cubicBezTo>
                  <a:cubicBezTo>
                    <a:pt x="15071" y="41226"/>
                    <a:pt x="15167" y="41277"/>
                    <a:pt x="15264" y="41277"/>
                  </a:cubicBezTo>
                  <a:cubicBezTo>
                    <a:pt x="15309" y="41277"/>
                    <a:pt x="15354" y="41266"/>
                    <a:pt x="15395" y="41244"/>
                  </a:cubicBezTo>
                  <a:cubicBezTo>
                    <a:pt x="15490" y="41184"/>
                    <a:pt x="15586" y="41136"/>
                    <a:pt x="15693" y="41077"/>
                  </a:cubicBezTo>
                  <a:cubicBezTo>
                    <a:pt x="15764" y="41267"/>
                    <a:pt x="15859" y="41446"/>
                    <a:pt x="15978" y="41613"/>
                  </a:cubicBezTo>
                  <a:cubicBezTo>
                    <a:pt x="16097" y="41803"/>
                    <a:pt x="16228" y="41994"/>
                    <a:pt x="16348" y="42184"/>
                  </a:cubicBezTo>
                  <a:cubicBezTo>
                    <a:pt x="16609" y="42601"/>
                    <a:pt x="16871" y="43006"/>
                    <a:pt x="17133" y="43422"/>
                  </a:cubicBezTo>
                  <a:cubicBezTo>
                    <a:pt x="17299" y="43681"/>
                    <a:pt x="17455" y="44083"/>
                    <a:pt x="17782" y="44083"/>
                  </a:cubicBezTo>
                  <a:cubicBezTo>
                    <a:pt x="17832" y="44083"/>
                    <a:pt x="17885" y="44074"/>
                    <a:pt x="17943" y="44053"/>
                  </a:cubicBezTo>
                  <a:cubicBezTo>
                    <a:pt x="18145" y="43970"/>
                    <a:pt x="18348" y="43875"/>
                    <a:pt x="18526" y="43756"/>
                  </a:cubicBezTo>
                  <a:lnTo>
                    <a:pt x="18538" y="43756"/>
                  </a:lnTo>
                  <a:cubicBezTo>
                    <a:pt x="18574" y="43851"/>
                    <a:pt x="18610" y="43923"/>
                    <a:pt x="18634" y="43994"/>
                  </a:cubicBezTo>
                  <a:cubicBezTo>
                    <a:pt x="18717" y="44196"/>
                    <a:pt x="18800" y="44375"/>
                    <a:pt x="18895" y="44565"/>
                  </a:cubicBezTo>
                  <a:cubicBezTo>
                    <a:pt x="19086" y="44970"/>
                    <a:pt x="19300" y="45363"/>
                    <a:pt x="19515" y="45744"/>
                  </a:cubicBezTo>
                  <a:cubicBezTo>
                    <a:pt x="19634" y="45954"/>
                    <a:pt x="19830" y="46474"/>
                    <a:pt x="20115" y="46474"/>
                  </a:cubicBezTo>
                  <a:cubicBezTo>
                    <a:pt x="20169" y="46474"/>
                    <a:pt x="20227" y="46455"/>
                    <a:pt x="20288" y="46411"/>
                  </a:cubicBezTo>
                  <a:cubicBezTo>
                    <a:pt x="20443" y="46304"/>
                    <a:pt x="20550" y="46137"/>
                    <a:pt x="20705" y="46030"/>
                  </a:cubicBezTo>
                  <a:cubicBezTo>
                    <a:pt x="20860" y="45923"/>
                    <a:pt x="21039" y="45839"/>
                    <a:pt x="21217" y="45792"/>
                  </a:cubicBezTo>
                  <a:cubicBezTo>
                    <a:pt x="21372" y="45744"/>
                    <a:pt x="21443" y="45566"/>
                    <a:pt x="21372" y="45423"/>
                  </a:cubicBezTo>
                  <a:cubicBezTo>
                    <a:pt x="20955" y="44613"/>
                    <a:pt x="20562" y="43768"/>
                    <a:pt x="20086" y="42970"/>
                  </a:cubicBezTo>
                  <a:cubicBezTo>
                    <a:pt x="20205" y="42910"/>
                    <a:pt x="20324" y="42851"/>
                    <a:pt x="20443" y="42791"/>
                  </a:cubicBezTo>
                  <a:cubicBezTo>
                    <a:pt x="20777" y="42613"/>
                    <a:pt x="20943" y="42375"/>
                    <a:pt x="20824" y="41982"/>
                  </a:cubicBezTo>
                  <a:cubicBezTo>
                    <a:pt x="20539" y="41077"/>
                    <a:pt x="20158" y="40184"/>
                    <a:pt x="19812" y="39291"/>
                  </a:cubicBezTo>
                  <a:cubicBezTo>
                    <a:pt x="19800" y="39243"/>
                    <a:pt x="19765" y="39208"/>
                    <a:pt x="19729" y="39184"/>
                  </a:cubicBezTo>
                  <a:cubicBezTo>
                    <a:pt x="20003" y="39065"/>
                    <a:pt x="20324" y="38946"/>
                    <a:pt x="20300" y="38589"/>
                  </a:cubicBezTo>
                  <a:cubicBezTo>
                    <a:pt x="20253" y="38374"/>
                    <a:pt x="20181" y="38172"/>
                    <a:pt x="20098" y="37969"/>
                  </a:cubicBezTo>
                  <a:cubicBezTo>
                    <a:pt x="20003" y="37719"/>
                    <a:pt x="19907" y="37469"/>
                    <a:pt x="19812" y="37207"/>
                  </a:cubicBezTo>
                  <a:cubicBezTo>
                    <a:pt x="19634" y="36731"/>
                    <a:pt x="19455" y="36243"/>
                    <a:pt x="19276" y="35767"/>
                  </a:cubicBezTo>
                  <a:cubicBezTo>
                    <a:pt x="18931" y="34838"/>
                    <a:pt x="18610" y="33897"/>
                    <a:pt x="18217" y="32981"/>
                  </a:cubicBezTo>
                  <a:cubicBezTo>
                    <a:pt x="18276" y="32933"/>
                    <a:pt x="18336" y="32885"/>
                    <a:pt x="18383" y="32838"/>
                  </a:cubicBezTo>
                  <a:cubicBezTo>
                    <a:pt x="18693" y="32504"/>
                    <a:pt x="18562" y="32076"/>
                    <a:pt x="18443" y="31695"/>
                  </a:cubicBezTo>
                  <a:cubicBezTo>
                    <a:pt x="17729" y="29421"/>
                    <a:pt x="16943" y="27182"/>
                    <a:pt x="16121" y="24944"/>
                  </a:cubicBezTo>
                  <a:cubicBezTo>
                    <a:pt x="14466" y="20420"/>
                    <a:pt x="12668" y="15943"/>
                    <a:pt x="10894" y="11454"/>
                  </a:cubicBezTo>
                  <a:cubicBezTo>
                    <a:pt x="9894" y="8930"/>
                    <a:pt x="8918" y="6406"/>
                    <a:pt x="7918" y="3894"/>
                  </a:cubicBezTo>
                  <a:cubicBezTo>
                    <a:pt x="7777" y="3532"/>
                    <a:pt x="7616" y="3353"/>
                    <a:pt x="7328" y="3353"/>
                  </a:cubicBezTo>
                  <a:cubicBezTo>
                    <a:pt x="7228" y="3353"/>
                    <a:pt x="7112" y="3375"/>
                    <a:pt x="6977" y="3418"/>
                  </a:cubicBezTo>
                  <a:cubicBezTo>
                    <a:pt x="6799" y="3477"/>
                    <a:pt x="6620" y="3549"/>
                    <a:pt x="6442" y="3608"/>
                  </a:cubicBezTo>
                  <a:cubicBezTo>
                    <a:pt x="6132" y="2775"/>
                    <a:pt x="5787" y="1953"/>
                    <a:pt x="5429" y="1132"/>
                  </a:cubicBezTo>
                  <a:cubicBezTo>
                    <a:pt x="5334" y="929"/>
                    <a:pt x="5239" y="715"/>
                    <a:pt x="5144" y="512"/>
                  </a:cubicBezTo>
                  <a:cubicBezTo>
                    <a:pt x="5072" y="358"/>
                    <a:pt x="5013" y="167"/>
                    <a:pt x="4846" y="72"/>
                  </a:cubicBezTo>
                  <a:cubicBezTo>
                    <a:pt x="4769" y="21"/>
                    <a:pt x="4685" y="0"/>
                    <a:pt x="459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2" name="Google Shape;1912;p43"/>
          <p:cNvSpPr txBox="1">
            <a:spLocks noGrp="1"/>
          </p:cNvSpPr>
          <p:nvPr>
            <p:ph type="title"/>
          </p:nvPr>
        </p:nvSpPr>
        <p:spPr>
          <a:xfrm>
            <a:off x="2217000" y="3798600"/>
            <a:ext cx="4710000" cy="4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–Someone Famous</a:t>
            </a:r>
            <a:endParaRPr/>
          </a:p>
        </p:txBody>
      </p:sp>
      <p:sp>
        <p:nvSpPr>
          <p:cNvPr id="1913" name="Google Shape;1913;p43"/>
          <p:cNvSpPr txBox="1">
            <a:spLocks noGrp="1"/>
          </p:cNvSpPr>
          <p:nvPr>
            <p:ph type="title" idx="2"/>
          </p:nvPr>
        </p:nvSpPr>
        <p:spPr>
          <a:xfrm>
            <a:off x="2217300" y="2381100"/>
            <a:ext cx="4709400" cy="14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“The good thing about science is that it's true whether or not you believe in it”</a:t>
            </a:r>
            <a:endParaRPr/>
          </a:p>
        </p:txBody>
      </p:sp>
      <p:grpSp>
        <p:nvGrpSpPr>
          <p:cNvPr id="1914" name="Google Shape;1914;p43"/>
          <p:cNvGrpSpPr/>
          <p:nvPr/>
        </p:nvGrpSpPr>
        <p:grpSpPr>
          <a:xfrm>
            <a:off x="3891900" y="614512"/>
            <a:ext cx="1360199" cy="1647194"/>
            <a:chOff x="3547750" y="2184575"/>
            <a:chExt cx="1158800" cy="1403300"/>
          </a:xfrm>
        </p:grpSpPr>
        <p:sp>
          <p:nvSpPr>
            <p:cNvPr id="1915" name="Google Shape;1915;p43"/>
            <p:cNvSpPr/>
            <p:nvPr/>
          </p:nvSpPr>
          <p:spPr>
            <a:xfrm>
              <a:off x="3767425" y="3307375"/>
              <a:ext cx="913825" cy="272675"/>
            </a:xfrm>
            <a:custGeom>
              <a:avLst/>
              <a:gdLst/>
              <a:ahLst/>
              <a:cxnLst/>
              <a:rect l="l" t="t" r="r" b="b"/>
              <a:pathLst>
                <a:path w="36553" h="10907" extrusionOk="0">
                  <a:moveTo>
                    <a:pt x="36553" y="1"/>
                  </a:moveTo>
                  <a:cubicBezTo>
                    <a:pt x="34088" y="608"/>
                    <a:pt x="31623" y="1227"/>
                    <a:pt x="29159" y="1858"/>
                  </a:cubicBezTo>
                  <a:cubicBezTo>
                    <a:pt x="19598" y="4299"/>
                    <a:pt x="10025" y="6823"/>
                    <a:pt x="572" y="9681"/>
                  </a:cubicBezTo>
                  <a:cubicBezTo>
                    <a:pt x="441" y="10109"/>
                    <a:pt x="250" y="10526"/>
                    <a:pt x="0" y="10907"/>
                  </a:cubicBezTo>
                  <a:cubicBezTo>
                    <a:pt x="1310" y="10645"/>
                    <a:pt x="2608" y="10192"/>
                    <a:pt x="3894" y="9847"/>
                  </a:cubicBezTo>
                  <a:lnTo>
                    <a:pt x="8061" y="8728"/>
                  </a:lnTo>
                  <a:cubicBezTo>
                    <a:pt x="13062" y="7383"/>
                    <a:pt x="18050" y="5990"/>
                    <a:pt x="23015" y="4537"/>
                  </a:cubicBezTo>
                  <a:cubicBezTo>
                    <a:pt x="25527" y="3799"/>
                    <a:pt x="28040" y="3049"/>
                    <a:pt x="30552" y="2287"/>
                  </a:cubicBezTo>
                  <a:cubicBezTo>
                    <a:pt x="31802" y="1894"/>
                    <a:pt x="33052" y="1513"/>
                    <a:pt x="34302" y="1132"/>
                  </a:cubicBezTo>
                  <a:cubicBezTo>
                    <a:pt x="35100" y="882"/>
                    <a:pt x="35993" y="644"/>
                    <a:pt x="36553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43"/>
            <p:cNvSpPr/>
            <p:nvPr/>
          </p:nvSpPr>
          <p:spPr>
            <a:xfrm>
              <a:off x="3768025" y="2341775"/>
              <a:ext cx="920075" cy="1189775"/>
            </a:xfrm>
            <a:custGeom>
              <a:avLst/>
              <a:gdLst/>
              <a:ahLst/>
              <a:cxnLst/>
              <a:rect l="l" t="t" r="r" b="b"/>
              <a:pathLst>
                <a:path w="36803" h="47591" extrusionOk="0">
                  <a:moveTo>
                    <a:pt x="26289" y="1"/>
                  </a:moveTo>
                  <a:cubicBezTo>
                    <a:pt x="23194" y="632"/>
                    <a:pt x="20110" y="1263"/>
                    <a:pt x="17026" y="1894"/>
                  </a:cubicBezTo>
                  <a:lnTo>
                    <a:pt x="17252" y="2668"/>
                  </a:lnTo>
                  <a:cubicBezTo>
                    <a:pt x="18479" y="2239"/>
                    <a:pt x="19824" y="2049"/>
                    <a:pt x="21086" y="1775"/>
                  </a:cubicBezTo>
                  <a:cubicBezTo>
                    <a:pt x="22491" y="1477"/>
                    <a:pt x="23896" y="1168"/>
                    <a:pt x="25301" y="894"/>
                  </a:cubicBezTo>
                  <a:cubicBezTo>
                    <a:pt x="25328" y="886"/>
                    <a:pt x="25355" y="882"/>
                    <a:pt x="25382" y="882"/>
                  </a:cubicBezTo>
                  <a:cubicBezTo>
                    <a:pt x="25507" y="882"/>
                    <a:pt x="25619" y="969"/>
                    <a:pt x="25658" y="1096"/>
                  </a:cubicBezTo>
                  <a:cubicBezTo>
                    <a:pt x="26551" y="4251"/>
                    <a:pt x="27432" y="7395"/>
                    <a:pt x="28289" y="10550"/>
                  </a:cubicBezTo>
                  <a:cubicBezTo>
                    <a:pt x="29825" y="16134"/>
                    <a:pt x="31314" y="21730"/>
                    <a:pt x="32766" y="27338"/>
                  </a:cubicBezTo>
                  <a:cubicBezTo>
                    <a:pt x="33123" y="28743"/>
                    <a:pt x="33493" y="30148"/>
                    <a:pt x="33862" y="31541"/>
                  </a:cubicBezTo>
                  <a:lnTo>
                    <a:pt x="34457" y="33838"/>
                  </a:lnTo>
                  <a:cubicBezTo>
                    <a:pt x="34600" y="34410"/>
                    <a:pt x="34909" y="35101"/>
                    <a:pt x="34897" y="35684"/>
                  </a:cubicBezTo>
                  <a:cubicBezTo>
                    <a:pt x="34886" y="36267"/>
                    <a:pt x="34362" y="36363"/>
                    <a:pt x="33897" y="36482"/>
                  </a:cubicBezTo>
                  <a:cubicBezTo>
                    <a:pt x="33231" y="36660"/>
                    <a:pt x="32564" y="36839"/>
                    <a:pt x="31897" y="37017"/>
                  </a:cubicBezTo>
                  <a:cubicBezTo>
                    <a:pt x="31087" y="37232"/>
                    <a:pt x="30266" y="37422"/>
                    <a:pt x="29444" y="37613"/>
                  </a:cubicBezTo>
                  <a:cubicBezTo>
                    <a:pt x="27254" y="38315"/>
                    <a:pt x="25003" y="38827"/>
                    <a:pt x="22789" y="39422"/>
                  </a:cubicBezTo>
                  <a:lnTo>
                    <a:pt x="15705" y="41316"/>
                  </a:lnTo>
                  <a:cubicBezTo>
                    <a:pt x="11442" y="42470"/>
                    <a:pt x="7180" y="43625"/>
                    <a:pt x="2905" y="44780"/>
                  </a:cubicBezTo>
                  <a:cubicBezTo>
                    <a:pt x="2558" y="44876"/>
                    <a:pt x="2009" y="45142"/>
                    <a:pt x="1563" y="45142"/>
                  </a:cubicBezTo>
                  <a:cubicBezTo>
                    <a:pt x="1290" y="45142"/>
                    <a:pt x="1055" y="45043"/>
                    <a:pt x="929" y="44745"/>
                  </a:cubicBezTo>
                  <a:cubicBezTo>
                    <a:pt x="857" y="44566"/>
                    <a:pt x="810" y="44387"/>
                    <a:pt x="774" y="44197"/>
                  </a:cubicBezTo>
                  <a:lnTo>
                    <a:pt x="0" y="44364"/>
                  </a:lnTo>
                  <a:cubicBezTo>
                    <a:pt x="226" y="45435"/>
                    <a:pt x="453" y="46519"/>
                    <a:pt x="667" y="47590"/>
                  </a:cubicBezTo>
                  <a:cubicBezTo>
                    <a:pt x="3251" y="46888"/>
                    <a:pt x="5822" y="46161"/>
                    <a:pt x="8406" y="45435"/>
                  </a:cubicBezTo>
                  <a:cubicBezTo>
                    <a:pt x="17836" y="42816"/>
                    <a:pt x="27301" y="40304"/>
                    <a:pt x="36802" y="37898"/>
                  </a:cubicBezTo>
                  <a:cubicBezTo>
                    <a:pt x="36183" y="35148"/>
                    <a:pt x="35540" y="32410"/>
                    <a:pt x="34850" y="29683"/>
                  </a:cubicBezTo>
                  <a:cubicBezTo>
                    <a:pt x="32326" y="19694"/>
                    <a:pt x="29242" y="9871"/>
                    <a:pt x="26289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43"/>
            <p:cNvSpPr/>
            <p:nvPr/>
          </p:nvSpPr>
          <p:spPr>
            <a:xfrm>
              <a:off x="3623050" y="2379300"/>
              <a:ext cx="1002250" cy="1075025"/>
            </a:xfrm>
            <a:custGeom>
              <a:avLst/>
              <a:gdLst/>
              <a:ahLst/>
              <a:cxnLst/>
              <a:rect l="l" t="t" r="r" b="b"/>
              <a:pathLst>
                <a:path w="40090" h="43001" extrusionOk="0">
                  <a:moveTo>
                    <a:pt x="20871" y="5887"/>
                  </a:moveTo>
                  <a:cubicBezTo>
                    <a:pt x="20919" y="5887"/>
                    <a:pt x="20965" y="5914"/>
                    <a:pt x="20980" y="5977"/>
                  </a:cubicBezTo>
                  <a:cubicBezTo>
                    <a:pt x="21123" y="6680"/>
                    <a:pt x="21444" y="7346"/>
                    <a:pt x="21658" y="8037"/>
                  </a:cubicBezTo>
                  <a:cubicBezTo>
                    <a:pt x="21713" y="8179"/>
                    <a:pt x="21576" y="8289"/>
                    <a:pt x="21449" y="8289"/>
                  </a:cubicBezTo>
                  <a:cubicBezTo>
                    <a:pt x="21384" y="8289"/>
                    <a:pt x="21322" y="8260"/>
                    <a:pt x="21289" y="8192"/>
                  </a:cubicBezTo>
                  <a:cubicBezTo>
                    <a:pt x="21170" y="7918"/>
                    <a:pt x="21075" y="7632"/>
                    <a:pt x="21004" y="7346"/>
                  </a:cubicBezTo>
                  <a:cubicBezTo>
                    <a:pt x="20730" y="7501"/>
                    <a:pt x="20420" y="7620"/>
                    <a:pt x="20099" y="7680"/>
                  </a:cubicBezTo>
                  <a:cubicBezTo>
                    <a:pt x="20218" y="7918"/>
                    <a:pt x="20325" y="8156"/>
                    <a:pt x="20420" y="8394"/>
                  </a:cubicBezTo>
                  <a:cubicBezTo>
                    <a:pt x="20467" y="8536"/>
                    <a:pt x="20343" y="8630"/>
                    <a:pt x="20222" y="8630"/>
                  </a:cubicBezTo>
                  <a:cubicBezTo>
                    <a:pt x="20160" y="8630"/>
                    <a:pt x="20099" y="8605"/>
                    <a:pt x="20063" y="8549"/>
                  </a:cubicBezTo>
                  <a:cubicBezTo>
                    <a:pt x="19730" y="8025"/>
                    <a:pt x="19527" y="7370"/>
                    <a:pt x="19313" y="6787"/>
                  </a:cubicBezTo>
                  <a:cubicBezTo>
                    <a:pt x="19270" y="6665"/>
                    <a:pt x="19368" y="6587"/>
                    <a:pt x="19472" y="6587"/>
                  </a:cubicBezTo>
                  <a:cubicBezTo>
                    <a:pt x="19541" y="6587"/>
                    <a:pt x="19613" y="6622"/>
                    <a:pt x="19646" y="6703"/>
                  </a:cubicBezTo>
                  <a:cubicBezTo>
                    <a:pt x="19753" y="6977"/>
                    <a:pt x="19884" y="7239"/>
                    <a:pt x="20015" y="7513"/>
                  </a:cubicBezTo>
                  <a:cubicBezTo>
                    <a:pt x="20313" y="7394"/>
                    <a:pt x="20599" y="7251"/>
                    <a:pt x="20884" y="7084"/>
                  </a:cubicBezTo>
                  <a:cubicBezTo>
                    <a:pt x="20896" y="7072"/>
                    <a:pt x="20920" y="7072"/>
                    <a:pt x="20944" y="7072"/>
                  </a:cubicBezTo>
                  <a:cubicBezTo>
                    <a:pt x="20861" y="6727"/>
                    <a:pt x="20813" y="6382"/>
                    <a:pt x="20742" y="6037"/>
                  </a:cubicBezTo>
                  <a:cubicBezTo>
                    <a:pt x="20727" y="5945"/>
                    <a:pt x="20801" y="5887"/>
                    <a:pt x="20871" y="5887"/>
                  </a:cubicBezTo>
                  <a:close/>
                  <a:moveTo>
                    <a:pt x="8315" y="9621"/>
                  </a:moveTo>
                  <a:cubicBezTo>
                    <a:pt x="8379" y="9621"/>
                    <a:pt x="8445" y="9650"/>
                    <a:pt x="8490" y="9716"/>
                  </a:cubicBezTo>
                  <a:cubicBezTo>
                    <a:pt x="8847" y="10382"/>
                    <a:pt x="9073" y="11121"/>
                    <a:pt x="9145" y="11871"/>
                  </a:cubicBezTo>
                  <a:cubicBezTo>
                    <a:pt x="9156" y="11991"/>
                    <a:pt x="9047" y="12051"/>
                    <a:pt x="8946" y="12051"/>
                  </a:cubicBezTo>
                  <a:cubicBezTo>
                    <a:pt x="8937" y="12051"/>
                    <a:pt x="8928" y="12050"/>
                    <a:pt x="8919" y="12049"/>
                  </a:cubicBezTo>
                  <a:cubicBezTo>
                    <a:pt x="8228" y="11906"/>
                    <a:pt x="7871" y="11394"/>
                    <a:pt x="7407" y="10942"/>
                  </a:cubicBezTo>
                  <a:lnTo>
                    <a:pt x="7407" y="10942"/>
                  </a:lnTo>
                  <a:cubicBezTo>
                    <a:pt x="7585" y="11561"/>
                    <a:pt x="7728" y="12180"/>
                    <a:pt x="7847" y="12811"/>
                  </a:cubicBezTo>
                  <a:cubicBezTo>
                    <a:pt x="7869" y="12947"/>
                    <a:pt x="7752" y="13036"/>
                    <a:pt x="7646" y="13036"/>
                  </a:cubicBezTo>
                  <a:cubicBezTo>
                    <a:pt x="7575" y="13036"/>
                    <a:pt x="7509" y="12997"/>
                    <a:pt x="7490" y="12907"/>
                  </a:cubicBezTo>
                  <a:cubicBezTo>
                    <a:pt x="7466" y="12799"/>
                    <a:pt x="7442" y="12692"/>
                    <a:pt x="7418" y="12585"/>
                  </a:cubicBezTo>
                  <a:cubicBezTo>
                    <a:pt x="7288" y="12061"/>
                    <a:pt x="7121" y="11561"/>
                    <a:pt x="6966" y="11049"/>
                  </a:cubicBezTo>
                  <a:cubicBezTo>
                    <a:pt x="6947" y="10981"/>
                    <a:pt x="6999" y="10921"/>
                    <a:pt x="7058" y="10921"/>
                  </a:cubicBezTo>
                  <a:cubicBezTo>
                    <a:pt x="7071" y="10921"/>
                    <a:pt x="7084" y="10924"/>
                    <a:pt x="7097" y="10930"/>
                  </a:cubicBezTo>
                  <a:cubicBezTo>
                    <a:pt x="7073" y="10811"/>
                    <a:pt x="7049" y="10680"/>
                    <a:pt x="7026" y="10585"/>
                  </a:cubicBezTo>
                  <a:cubicBezTo>
                    <a:pt x="7016" y="10501"/>
                    <a:pt x="7086" y="10404"/>
                    <a:pt x="7163" y="10404"/>
                  </a:cubicBezTo>
                  <a:cubicBezTo>
                    <a:pt x="7185" y="10404"/>
                    <a:pt x="7207" y="10412"/>
                    <a:pt x="7228" y="10430"/>
                  </a:cubicBezTo>
                  <a:cubicBezTo>
                    <a:pt x="7692" y="10787"/>
                    <a:pt x="8109" y="11454"/>
                    <a:pt x="8692" y="11644"/>
                  </a:cubicBezTo>
                  <a:cubicBezTo>
                    <a:pt x="8490" y="11061"/>
                    <a:pt x="8288" y="10466"/>
                    <a:pt x="8109" y="9870"/>
                  </a:cubicBezTo>
                  <a:cubicBezTo>
                    <a:pt x="8078" y="9723"/>
                    <a:pt x="8194" y="9621"/>
                    <a:pt x="8315" y="9621"/>
                  </a:cubicBezTo>
                  <a:close/>
                  <a:moveTo>
                    <a:pt x="26747" y="11644"/>
                  </a:moveTo>
                  <a:cubicBezTo>
                    <a:pt x="26781" y="11644"/>
                    <a:pt x="26815" y="11662"/>
                    <a:pt x="26838" y="11704"/>
                  </a:cubicBezTo>
                  <a:cubicBezTo>
                    <a:pt x="27052" y="12097"/>
                    <a:pt x="27242" y="12502"/>
                    <a:pt x="27397" y="12918"/>
                  </a:cubicBezTo>
                  <a:cubicBezTo>
                    <a:pt x="27492" y="12954"/>
                    <a:pt x="27552" y="13097"/>
                    <a:pt x="27469" y="13180"/>
                  </a:cubicBezTo>
                  <a:cubicBezTo>
                    <a:pt x="27516" y="13383"/>
                    <a:pt x="27540" y="13585"/>
                    <a:pt x="27528" y="13788"/>
                  </a:cubicBezTo>
                  <a:cubicBezTo>
                    <a:pt x="27521" y="13870"/>
                    <a:pt x="27442" y="13934"/>
                    <a:pt x="27370" y="13934"/>
                  </a:cubicBezTo>
                  <a:cubicBezTo>
                    <a:pt x="27328" y="13934"/>
                    <a:pt x="27288" y="13912"/>
                    <a:pt x="27266" y="13859"/>
                  </a:cubicBezTo>
                  <a:cubicBezTo>
                    <a:pt x="27195" y="13692"/>
                    <a:pt x="27147" y="13526"/>
                    <a:pt x="27111" y="13359"/>
                  </a:cubicBezTo>
                  <a:cubicBezTo>
                    <a:pt x="27040" y="13383"/>
                    <a:pt x="26957" y="13395"/>
                    <a:pt x="26873" y="13418"/>
                  </a:cubicBezTo>
                  <a:cubicBezTo>
                    <a:pt x="26719" y="13466"/>
                    <a:pt x="26564" y="13514"/>
                    <a:pt x="26397" y="13549"/>
                  </a:cubicBezTo>
                  <a:cubicBezTo>
                    <a:pt x="26492" y="13764"/>
                    <a:pt x="26576" y="13966"/>
                    <a:pt x="26659" y="14204"/>
                  </a:cubicBezTo>
                  <a:cubicBezTo>
                    <a:pt x="26710" y="14341"/>
                    <a:pt x="26598" y="14439"/>
                    <a:pt x="26481" y="14439"/>
                  </a:cubicBezTo>
                  <a:cubicBezTo>
                    <a:pt x="26405" y="14439"/>
                    <a:pt x="26327" y="14398"/>
                    <a:pt x="26290" y="14300"/>
                  </a:cubicBezTo>
                  <a:cubicBezTo>
                    <a:pt x="26207" y="14049"/>
                    <a:pt x="26123" y="13799"/>
                    <a:pt x="26052" y="13538"/>
                  </a:cubicBezTo>
                  <a:cubicBezTo>
                    <a:pt x="26040" y="13526"/>
                    <a:pt x="26040" y="13502"/>
                    <a:pt x="26040" y="13490"/>
                  </a:cubicBezTo>
                  <a:cubicBezTo>
                    <a:pt x="25968" y="13264"/>
                    <a:pt x="25909" y="13049"/>
                    <a:pt x="25826" y="12847"/>
                  </a:cubicBezTo>
                  <a:cubicBezTo>
                    <a:pt x="25789" y="12743"/>
                    <a:pt x="25880" y="12668"/>
                    <a:pt x="25969" y="12668"/>
                  </a:cubicBezTo>
                  <a:cubicBezTo>
                    <a:pt x="26023" y="12668"/>
                    <a:pt x="26077" y="12696"/>
                    <a:pt x="26099" y="12764"/>
                  </a:cubicBezTo>
                  <a:cubicBezTo>
                    <a:pt x="26147" y="12942"/>
                    <a:pt x="26230" y="13121"/>
                    <a:pt x="26302" y="13288"/>
                  </a:cubicBezTo>
                  <a:cubicBezTo>
                    <a:pt x="26433" y="13228"/>
                    <a:pt x="26564" y="13168"/>
                    <a:pt x="26707" y="13121"/>
                  </a:cubicBezTo>
                  <a:cubicBezTo>
                    <a:pt x="26814" y="13073"/>
                    <a:pt x="26921" y="13026"/>
                    <a:pt x="27040" y="12978"/>
                  </a:cubicBezTo>
                  <a:cubicBezTo>
                    <a:pt x="27040" y="12966"/>
                    <a:pt x="27040" y="12942"/>
                    <a:pt x="27028" y="12918"/>
                  </a:cubicBezTo>
                  <a:cubicBezTo>
                    <a:pt x="26933" y="12537"/>
                    <a:pt x="26802" y="12168"/>
                    <a:pt x="26647" y="11811"/>
                  </a:cubicBezTo>
                  <a:cubicBezTo>
                    <a:pt x="26607" y="11722"/>
                    <a:pt x="26676" y="11644"/>
                    <a:pt x="26747" y="11644"/>
                  </a:cubicBezTo>
                  <a:close/>
                  <a:moveTo>
                    <a:pt x="31291" y="15536"/>
                  </a:moveTo>
                  <a:cubicBezTo>
                    <a:pt x="31299" y="15536"/>
                    <a:pt x="31307" y="15537"/>
                    <a:pt x="31314" y="15538"/>
                  </a:cubicBezTo>
                  <a:cubicBezTo>
                    <a:pt x="31695" y="15585"/>
                    <a:pt x="31898" y="16050"/>
                    <a:pt x="31910" y="16395"/>
                  </a:cubicBezTo>
                  <a:cubicBezTo>
                    <a:pt x="31945" y="16740"/>
                    <a:pt x="31683" y="17050"/>
                    <a:pt x="31326" y="17062"/>
                  </a:cubicBezTo>
                  <a:lnTo>
                    <a:pt x="31326" y="17074"/>
                  </a:lnTo>
                  <a:cubicBezTo>
                    <a:pt x="31124" y="17074"/>
                    <a:pt x="30933" y="17014"/>
                    <a:pt x="30767" y="16895"/>
                  </a:cubicBezTo>
                  <a:cubicBezTo>
                    <a:pt x="30636" y="16812"/>
                    <a:pt x="30445" y="16693"/>
                    <a:pt x="30386" y="16550"/>
                  </a:cubicBezTo>
                  <a:cubicBezTo>
                    <a:pt x="30278" y="16228"/>
                    <a:pt x="30731" y="15812"/>
                    <a:pt x="30933" y="15633"/>
                  </a:cubicBezTo>
                  <a:cubicBezTo>
                    <a:pt x="30944" y="15622"/>
                    <a:pt x="30957" y="15617"/>
                    <a:pt x="30970" y="15617"/>
                  </a:cubicBezTo>
                  <a:cubicBezTo>
                    <a:pt x="31012" y="15617"/>
                    <a:pt x="31053" y="15670"/>
                    <a:pt x="31017" y="15716"/>
                  </a:cubicBezTo>
                  <a:cubicBezTo>
                    <a:pt x="30886" y="15847"/>
                    <a:pt x="30588" y="16145"/>
                    <a:pt x="30600" y="16359"/>
                  </a:cubicBezTo>
                  <a:cubicBezTo>
                    <a:pt x="30612" y="16574"/>
                    <a:pt x="31005" y="16740"/>
                    <a:pt x="31183" y="16752"/>
                  </a:cubicBezTo>
                  <a:cubicBezTo>
                    <a:pt x="31202" y="16754"/>
                    <a:pt x="31220" y="16755"/>
                    <a:pt x="31238" y="16755"/>
                  </a:cubicBezTo>
                  <a:cubicBezTo>
                    <a:pt x="31728" y="16755"/>
                    <a:pt x="31517" y="15962"/>
                    <a:pt x="31195" y="15824"/>
                  </a:cubicBezTo>
                  <a:cubicBezTo>
                    <a:pt x="31026" y="15744"/>
                    <a:pt x="31146" y="15536"/>
                    <a:pt x="31291" y="15536"/>
                  </a:cubicBezTo>
                  <a:close/>
                  <a:moveTo>
                    <a:pt x="6163" y="19592"/>
                  </a:moveTo>
                  <a:cubicBezTo>
                    <a:pt x="6177" y="19592"/>
                    <a:pt x="6192" y="19598"/>
                    <a:pt x="6204" y="19610"/>
                  </a:cubicBezTo>
                  <a:cubicBezTo>
                    <a:pt x="6633" y="20062"/>
                    <a:pt x="6895" y="20657"/>
                    <a:pt x="6930" y="21277"/>
                  </a:cubicBezTo>
                  <a:cubicBezTo>
                    <a:pt x="6936" y="21390"/>
                    <a:pt x="6850" y="21446"/>
                    <a:pt x="6762" y="21446"/>
                  </a:cubicBezTo>
                  <a:cubicBezTo>
                    <a:pt x="6674" y="21446"/>
                    <a:pt x="6585" y="21390"/>
                    <a:pt x="6585" y="21277"/>
                  </a:cubicBezTo>
                  <a:cubicBezTo>
                    <a:pt x="6585" y="20705"/>
                    <a:pt x="6418" y="20157"/>
                    <a:pt x="6109" y="19681"/>
                  </a:cubicBezTo>
                  <a:cubicBezTo>
                    <a:pt x="6082" y="19637"/>
                    <a:pt x="6122" y="19592"/>
                    <a:pt x="6163" y="19592"/>
                  </a:cubicBezTo>
                  <a:close/>
                  <a:moveTo>
                    <a:pt x="20596" y="9139"/>
                  </a:moveTo>
                  <a:cubicBezTo>
                    <a:pt x="20735" y="9139"/>
                    <a:pt x="20860" y="9335"/>
                    <a:pt x="20742" y="9489"/>
                  </a:cubicBezTo>
                  <a:cubicBezTo>
                    <a:pt x="20218" y="10204"/>
                    <a:pt x="19634" y="10894"/>
                    <a:pt x="19015" y="11537"/>
                  </a:cubicBezTo>
                  <a:cubicBezTo>
                    <a:pt x="19087" y="11597"/>
                    <a:pt x="19158" y="11656"/>
                    <a:pt x="19241" y="11728"/>
                  </a:cubicBezTo>
                  <a:cubicBezTo>
                    <a:pt x="19849" y="12228"/>
                    <a:pt x="20468" y="12752"/>
                    <a:pt x="21075" y="13252"/>
                  </a:cubicBezTo>
                  <a:cubicBezTo>
                    <a:pt x="21396" y="13526"/>
                    <a:pt x="21718" y="13788"/>
                    <a:pt x="22039" y="14049"/>
                  </a:cubicBezTo>
                  <a:cubicBezTo>
                    <a:pt x="22206" y="14192"/>
                    <a:pt x="22432" y="14335"/>
                    <a:pt x="22551" y="14538"/>
                  </a:cubicBezTo>
                  <a:cubicBezTo>
                    <a:pt x="22587" y="14585"/>
                    <a:pt x="22611" y="14645"/>
                    <a:pt x="22635" y="14704"/>
                  </a:cubicBezTo>
                  <a:cubicBezTo>
                    <a:pt x="23051" y="14502"/>
                    <a:pt x="23492" y="14347"/>
                    <a:pt x="23956" y="14240"/>
                  </a:cubicBezTo>
                  <a:cubicBezTo>
                    <a:pt x="24444" y="14097"/>
                    <a:pt x="24944" y="14002"/>
                    <a:pt x="25456" y="13954"/>
                  </a:cubicBezTo>
                  <a:cubicBezTo>
                    <a:pt x="25460" y="13954"/>
                    <a:pt x="25464" y="13954"/>
                    <a:pt x="25467" y="13954"/>
                  </a:cubicBezTo>
                  <a:cubicBezTo>
                    <a:pt x="25648" y="13954"/>
                    <a:pt x="25667" y="14241"/>
                    <a:pt x="25492" y="14276"/>
                  </a:cubicBezTo>
                  <a:lnTo>
                    <a:pt x="25504" y="14288"/>
                  </a:lnTo>
                  <a:cubicBezTo>
                    <a:pt x="24992" y="14407"/>
                    <a:pt x="24468" y="14490"/>
                    <a:pt x="23944" y="14597"/>
                  </a:cubicBezTo>
                  <a:cubicBezTo>
                    <a:pt x="23516" y="14681"/>
                    <a:pt x="23087" y="14835"/>
                    <a:pt x="22658" y="14895"/>
                  </a:cubicBezTo>
                  <a:cubicBezTo>
                    <a:pt x="22658" y="15216"/>
                    <a:pt x="22492" y="15538"/>
                    <a:pt x="22385" y="15824"/>
                  </a:cubicBezTo>
                  <a:cubicBezTo>
                    <a:pt x="22123" y="16562"/>
                    <a:pt x="21861" y="17300"/>
                    <a:pt x="21599" y="18038"/>
                  </a:cubicBezTo>
                  <a:cubicBezTo>
                    <a:pt x="21432" y="18526"/>
                    <a:pt x="21277" y="19062"/>
                    <a:pt x="20980" y="19491"/>
                  </a:cubicBezTo>
                  <a:cubicBezTo>
                    <a:pt x="20932" y="19562"/>
                    <a:pt x="20873" y="19634"/>
                    <a:pt x="20801" y="19705"/>
                  </a:cubicBezTo>
                  <a:cubicBezTo>
                    <a:pt x="21254" y="19788"/>
                    <a:pt x="21706" y="20074"/>
                    <a:pt x="22099" y="20241"/>
                  </a:cubicBezTo>
                  <a:cubicBezTo>
                    <a:pt x="22611" y="20455"/>
                    <a:pt x="23135" y="20622"/>
                    <a:pt x="23623" y="20848"/>
                  </a:cubicBezTo>
                  <a:cubicBezTo>
                    <a:pt x="23789" y="20925"/>
                    <a:pt x="23678" y="21126"/>
                    <a:pt x="23547" y="21126"/>
                  </a:cubicBezTo>
                  <a:cubicBezTo>
                    <a:pt x="23536" y="21126"/>
                    <a:pt x="23526" y="21124"/>
                    <a:pt x="23516" y="21122"/>
                  </a:cubicBezTo>
                  <a:cubicBezTo>
                    <a:pt x="22944" y="21003"/>
                    <a:pt x="22397" y="20800"/>
                    <a:pt x="21873" y="20550"/>
                  </a:cubicBezTo>
                  <a:cubicBezTo>
                    <a:pt x="21468" y="20360"/>
                    <a:pt x="20956" y="20181"/>
                    <a:pt x="20658" y="19836"/>
                  </a:cubicBezTo>
                  <a:cubicBezTo>
                    <a:pt x="20361" y="20050"/>
                    <a:pt x="20015" y="20217"/>
                    <a:pt x="19658" y="20312"/>
                  </a:cubicBezTo>
                  <a:cubicBezTo>
                    <a:pt x="19039" y="20515"/>
                    <a:pt x="18408" y="20693"/>
                    <a:pt x="17777" y="20896"/>
                  </a:cubicBezTo>
                  <a:cubicBezTo>
                    <a:pt x="17074" y="21110"/>
                    <a:pt x="16324" y="21431"/>
                    <a:pt x="15586" y="21550"/>
                  </a:cubicBezTo>
                  <a:cubicBezTo>
                    <a:pt x="15523" y="21561"/>
                    <a:pt x="15463" y="21566"/>
                    <a:pt x="15405" y="21566"/>
                  </a:cubicBezTo>
                  <a:cubicBezTo>
                    <a:pt x="15011" y="21566"/>
                    <a:pt x="14716" y="21337"/>
                    <a:pt x="14384" y="21098"/>
                  </a:cubicBezTo>
                  <a:lnTo>
                    <a:pt x="12586" y="19824"/>
                  </a:lnTo>
                  <a:cubicBezTo>
                    <a:pt x="12205" y="19550"/>
                    <a:pt x="11526" y="19253"/>
                    <a:pt x="11324" y="18800"/>
                  </a:cubicBezTo>
                  <a:lnTo>
                    <a:pt x="11312" y="18776"/>
                  </a:lnTo>
                  <a:cubicBezTo>
                    <a:pt x="10288" y="19264"/>
                    <a:pt x="9240" y="19681"/>
                    <a:pt x="8204" y="20145"/>
                  </a:cubicBezTo>
                  <a:cubicBezTo>
                    <a:pt x="8172" y="20162"/>
                    <a:pt x="8140" y="20169"/>
                    <a:pt x="8109" y="20169"/>
                  </a:cubicBezTo>
                  <a:cubicBezTo>
                    <a:pt x="7913" y="20169"/>
                    <a:pt x="7774" y="19879"/>
                    <a:pt x="7990" y="19776"/>
                  </a:cubicBezTo>
                  <a:cubicBezTo>
                    <a:pt x="9026" y="19276"/>
                    <a:pt x="10133" y="18800"/>
                    <a:pt x="11252" y="18526"/>
                  </a:cubicBezTo>
                  <a:cubicBezTo>
                    <a:pt x="11217" y="18121"/>
                    <a:pt x="11467" y="17657"/>
                    <a:pt x="11586" y="17312"/>
                  </a:cubicBezTo>
                  <a:cubicBezTo>
                    <a:pt x="11812" y="16633"/>
                    <a:pt x="12062" y="15978"/>
                    <a:pt x="12324" y="15323"/>
                  </a:cubicBezTo>
                  <a:cubicBezTo>
                    <a:pt x="12526" y="14811"/>
                    <a:pt x="12705" y="14216"/>
                    <a:pt x="13014" y="13752"/>
                  </a:cubicBezTo>
                  <a:cubicBezTo>
                    <a:pt x="12550" y="13514"/>
                    <a:pt x="12110" y="13299"/>
                    <a:pt x="11609" y="13061"/>
                  </a:cubicBezTo>
                  <a:cubicBezTo>
                    <a:pt x="11121" y="12835"/>
                    <a:pt x="10586" y="12680"/>
                    <a:pt x="10097" y="12430"/>
                  </a:cubicBezTo>
                  <a:cubicBezTo>
                    <a:pt x="9904" y="12339"/>
                    <a:pt x="10037" y="12107"/>
                    <a:pt x="10204" y="12107"/>
                  </a:cubicBezTo>
                  <a:cubicBezTo>
                    <a:pt x="10212" y="12107"/>
                    <a:pt x="10220" y="12108"/>
                    <a:pt x="10228" y="12109"/>
                  </a:cubicBezTo>
                  <a:cubicBezTo>
                    <a:pt x="11264" y="12275"/>
                    <a:pt x="12360" y="12883"/>
                    <a:pt x="13181" y="13538"/>
                  </a:cubicBezTo>
                  <a:cubicBezTo>
                    <a:pt x="13467" y="13252"/>
                    <a:pt x="13836" y="13133"/>
                    <a:pt x="14229" y="13014"/>
                  </a:cubicBezTo>
                  <a:cubicBezTo>
                    <a:pt x="14991" y="12752"/>
                    <a:pt x="15765" y="12502"/>
                    <a:pt x="16539" y="12252"/>
                  </a:cubicBezTo>
                  <a:cubicBezTo>
                    <a:pt x="16908" y="12121"/>
                    <a:pt x="17277" y="11990"/>
                    <a:pt x="17646" y="11847"/>
                  </a:cubicBezTo>
                  <a:cubicBezTo>
                    <a:pt x="17908" y="11752"/>
                    <a:pt x="18432" y="11442"/>
                    <a:pt x="18729" y="11442"/>
                  </a:cubicBezTo>
                  <a:cubicBezTo>
                    <a:pt x="18735" y="11436"/>
                    <a:pt x="18744" y="11433"/>
                    <a:pt x="18753" y="11433"/>
                  </a:cubicBezTo>
                  <a:cubicBezTo>
                    <a:pt x="18762" y="11433"/>
                    <a:pt x="18771" y="11436"/>
                    <a:pt x="18777" y="11442"/>
                  </a:cubicBezTo>
                  <a:cubicBezTo>
                    <a:pt x="19253" y="10644"/>
                    <a:pt x="19896" y="9906"/>
                    <a:pt x="20468" y="9204"/>
                  </a:cubicBezTo>
                  <a:cubicBezTo>
                    <a:pt x="20507" y="9158"/>
                    <a:pt x="20552" y="9139"/>
                    <a:pt x="20596" y="9139"/>
                  </a:cubicBezTo>
                  <a:close/>
                  <a:moveTo>
                    <a:pt x="5211" y="20005"/>
                  </a:moveTo>
                  <a:cubicBezTo>
                    <a:pt x="5249" y="20005"/>
                    <a:pt x="5287" y="20022"/>
                    <a:pt x="5311" y="20062"/>
                  </a:cubicBezTo>
                  <a:cubicBezTo>
                    <a:pt x="5442" y="20336"/>
                    <a:pt x="5573" y="20610"/>
                    <a:pt x="5704" y="20907"/>
                  </a:cubicBezTo>
                  <a:cubicBezTo>
                    <a:pt x="5847" y="20717"/>
                    <a:pt x="6037" y="20562"/>
                    <a:pt x="6264" y="20479"/>
                  </a:cubicBezTo>
                  <a:cubicBezTo>
                    <a:pt x="6288" y="20469"/>
                    <a:pt x="6311" y="20464"/>
                    <a:pt x="6333" y="20464"/>
                  </a:cubicBezTo>
                  <a:cubicBezTo>
                    <a:pt x="6490" y="20464"/>
                    <a:pt x="6562" y="20703"/>
                    <a:pt x="6395" y="20777"/>
                  </a:cubicBezTo>
                  <a:cubicBezTo>
                    <a:pt x="6192" y="20872"/>
                    <a:pt x="5978" y="20943"/>
                    <a:pt x="5775" y="21062"/>
                  </a:cubicBezTo>
                  <a:lnTo>
                    <a:pt x="5764" y="21062"/>
                  </a:lnTo>
                  <a:cubicBezTo>
                    <a:pt x="5894" y="21372"/>
                    <a:pt x="5990" y="21705"/>
                    <a:pt x="6061" y="22039"/>
                  </a:cubicBezTo>
                  <a:cubicBezTo>
                    <a:pt x="6077" y="22134"/>
                    <a:pt x="5992" y="22218"/>
                    <a:pt x="5913" y="22218"/>
                  </a:cubicBezTo>
                  <a:cubicBezTo>
                    <a:pt x="5873" y="22218"/>
                    <a:pt x="5835" y="22197"/>
                    <a:pt x="5811" y="22146"/>
                  </a:cubicBezTo>
                  <a:cubicBezTo>
                    <a:pt x="5502" y="21527"/>
                    <a:pt x="5299" y="20812"/>
                    <a:pt x="5073" y="20157"/>
                  </a:cubicBezTo>
                  <a:cubicBezTo>
                    <a:pt x="5057" y="20071"/>
                    <a:pt x="5135" y="20005"/>
                    <a:pt x="5211" y="20005"/>
                  </a:cubicBezTo>
                  <a:close/>
                  <a:moveTo>
                    <a:pt x="30910" y="17830"/>
                  </a:moveTo>
                  <a:cubicBezTo>
                    <a:pt x="30969" y="17830"/>
                    <a:pt x="31029" y="17870"/>
                    <a:pt x="31029" y="17943"/>
                  </a:cubicBezTo>
                  <a:cubicBezTo>
                    <a:pt x="31112" y="18621"/>
                    <a:pt x="30910" y="19431"/>
                    <a:pt x="30814" y="20110"/>
                  </a:cubicBezTo>
                  <a:cubicBezTo>
                    <a:pt x="30695" y="20884"/>
                    <a:pt x="30588" y="21658"/>
                    <a:pt x="30481" y="22420"/>
                  </a:cubicBezTo>
                  <a:cubicBezTo>
                    <a:pt x="30465" y="22509"/>
                    <a:pt x="30387" y="22550"/>
                    <a:pt x="30307" y="22550"/>
                  </a:cubicBezTo>
                  <a:cubicBezTo>
                    <a:pt x="30206" y="22550"/>
                    <a:pt x="30104" y="22485"/>
                    <a:pt x="30124" y="22372"/>
                  </a:cubicBezTo>
                  <a:cubicBezTo>
                    <a:pt x="30219" y="21598"/>
                    <a:pt x="30326" y="20824"/>
                    <a:pt x="30421" y="20062"/>
                  </a:cubicBezTo>
                  <a:cubicBezTo>
                    <a:pt x="30517" y="19372"/>
                    <a:pt x="30540" y="18550"/>
                    <a:pt x="30802" y="17907"/>
                  </a:cubicBezTo>
                  <a:cubicBezTo>
                    <a:pt x="30818" y="17855"/>
                    <a:pt x="30864" y="17830"/>
                    <a:pt x="30910" y="17830"/>
                  </a:cubicBezTo>
                  <a:close/>
                  <a:moveTo>
                    <a:pt x="25594" y="20104"/>
                  </a:moveTo>
                  <a:cubicBezTo>
                    <a:pt x="26117" y="20104"/>
                    <a:pt x="26415" y="21028"/>
                    <a:pt x="26445" y="21467"/>
                  </a:cubicBezTo>
                  <a:cubicBezTo>
                    <a:pt x="26467" y="22147"/>
                    <a:pt x="25905" y="22701"/>
                    <a:pt x="25238" y="22701"/>
                  </a:cubicBezTo>
                  <a:cubicBezTo>
                    <a:pt x="25192" y="22701"/>
                    <a:pt x="25146" y="22699"/>
                    <a:pt x="25099" y="22693"/>
                  </a:cubicBezTo>
                  <a:cubicBezTo>
                    <a:pt x="24421" y="22598"/>
                    <a:pt x="23837" y="21943"/>
                    <a:pt x="23932" y="21253"/>
                  </a:cubicBezTo>
                  <a:cubicBezTo>
                    <a:pt x="24033" y="20648"/>
                    <a:pt x="24556" y="20212"/>
                    <a:pt x="25152" y="20212"/>
                  </a:cubicBezTo>
                  <a:cubicBezTo>
                    <a:pt x="25190" y="20212"/>
                    <a:pt x="25228" y="20213"/>
                    <a:pt x="25266" y="20217"/>
                  </a:cubicBezTo>
                  <a:cubicBezTo>
                    <a:pt x="25383" y="20138"/>
                    <a:pt x="25493" y="20104"/>
                    <a:pt x="25594" y="20104"/>
                  </a:cubicBezTo>
                  <a:close/>
                  <a:moveTo>
                    <a:pt x="15376" y="21631"/>
                  </a:moveTo>
                  <a:cubicBezTo>
                    <a:pt x="15418" y="21631"/>
                    <a:pt x="15463" y="21665"/>
                    <a:pt x="15455" y="21717"/>
                  </a:cubicBezTo>
                  <a:lnTo>
                    <a:pt x="15455" y="21705"/>
                  </a:lnTo>
                  <a:cubicBezTo>
                    <a:pt x="15205" y="22670"/>
                    <a:pt x="15050" y="23634"/>
                    <a:pt x="14896" y="24622"/>
                  </a:cubicBezTo>
                  <a:cubicBezTo>
                    <a:pt x="14877" y="24722"/>
                    <a:pt x="14803" y="24765"/>
                    <a:pt x="14725" y="24765"/>
                  </a:cubicBezTo>
                  <a:cubicBezTo>
                    <a:pt x="14607" y="24765"/>
                    <a:pt x="14479" y="24666"/>
                    <a:pt x="14515" y="24515"/>
                  </a:cubicBezTo>
                  <a:cubicBezTo>
                    <a:pt x="14717" y="23551"/>
                    <a:pt x="14979" y="22610"/>
                    <a:pt x="15312" y="21669"/>
                  </a:cubicBezTo>
                  <a:cubicBezTo>
                    <a:pt x="15326" y="21643"/>
                    <a:pt x="15350" y="21631"/>
                    <a:pt x="15376" y="21631"/>
                  </a:cubicBezTo>
                  <a:close/>
                  <a:moveTo>
                    <a:pt x="30864" y="22883"/>
                  </a:moveTo>
                  <a:cubicBezTo>
                    <a:pt x="30882" y="22883"/>
                    <a:pt x="30901" y="22887"/>
                    <a:pt x="30921" y="22896"/>
                  </a:cubicBezTo>
                  <a:cubicBezTo>
                    <a:pt x="32084" y="23315"/>
                    <a:pt x="31623" y="25233"/>
                    <a:pt x="30458" y="25233"/>
                  </a:cubicBezTo>
                  <a:cubicBezTo>
                    <a:pt x="30430" y="25233"/>
                    <a:pt x="30402" y="25232"/>
                    <a:pt x="30374" y="25229"/>
                  </a:cubicBezTo>
                  <a:cubicBezTo>
                    <a:pt x="29143" y="25137"/>
                    <a:pt x="29523" y="23102"/>
                    <a:pt x="30602" y="23102"/>
                  </a:cubicBezTo>
                  <a:cubicBezTo>
                    <a:pt x="30640" y="23102"/>
                    <a:pt x="30679" y="23105"/>
                    <a:pt x="30719" y="23110"/>
                  </a:cubicBezTo>
                  <a:cubicBezTo>
                    <a:pt x="30699" y="23009"/>
                    <a:pt x="30764" y="22883"/>
                    <a:pt x="30864" y="22883"/>
                  </a:cubicBezTo>
                  <a:close/>
                  <a:moveTo>
                    <a:pt x="31682" y="25286"/>
                  </a:moveTo>
                  <a:cubicBezTo>
                    <a:pt x="31703" y="25286"/>
                    <a:pt x="31724" y="25294"/>
                    <a:pt x="31743" y="25313"/>
                  </a:cubicBezTo>
                  <a:cubicBezTo>
                    <a:pt x="32553" y="26087"/>
                    <a:pt x="33481" y="26718"/>
                    <a:pt x="34339" y="27444"/>
                  </a:cubicBezTo>
                  <a:cubicBezTo>
                    <a:pt x="34476" y="27562"/>
                    <a:pt x="34347" y="27760"/>
                    <a:pt x="34210" y="27760"/>
                  </a:cubicBezTo>
                  <a:cubicBezTo>
                    <a:pt x="34181" y="27760"/>
                    <a:pt x="34152" y="27751"/>
                    <a:pt x="34124" y="27730"/>
                  </a:cubicBezTo>
                  <a:cubicBezTo>
                    <a:pt x="33196" y="27075"/>
                    <a:pt x="32410" y="26230"/>
                    <a:pt x="31612" y="25444"/>
                  </a:cubicBezTo>
                  <a:cubicBezTo>
                    <a:pt x="31547" y="25379"/>
                    <a:pt x="31611" y="25286"/>
                    <a:pt x="31682" y="25286"/>
                  </a:cubicBezTo>
                  <a:close/>
                  <a:moveTo>
                    <a:pt x="15501" y="24650"/>
                  </a:moveTo>
                  <a:cubicBezTo>
                    <a:pt x="15583" y="24650"/>
                    <a:pt x="15668" y="24685"/>
                    <a:pt x="15717" y="24753"/>
                  </a:cubicBezTo>
                  <a:cubicBezTo>
                    <a:pt x="16015" y="25194"/>
                    <a:pt x="16110" y="25825"/>
                    <a:pt x="16158" y="26349"/>
                  </a:cubicBezTo>
                  <a:cubicBezTo>
                    <a:pt x="16181" y="26658"/>
                    <a:pt x="16229" y="27063"/>
                    <a:pt x="15908" y="27218"/>
                  </a:cubicBezTo>
                  <a:lnTo>
                    <a:pt x="15896" y="27218"/>
                  </a:lnTo>
                  <a:cubicBezTo>
                    <a:pt x="15827" y="27254"/>
                    <a:pt x="15754" y="27268"/>
                    <a:pt x="15680" y="27268"/>
                  </a:cubicBezTo>
                  <a:cubicBezTo>
                    <a:pt x="15407" y="27268"/>
                    <a:pt x="15111" y="27068"/>
                    <a:pt x="14896" y="26956"/>
                  </a:cubicBezTo>
                  <a:cubicBezTo>
                    <a:pt x="14634" y="26801"/>
                    <a:pt x="14384" y="26646"/>
                    <a:pt x="14157" y="26456"/>
                  </a:cubicBezTo>
                  <a:lnTo>
                    <a:pt x="14157" y="26456"/>
                  </a:lnTo>
                  <a:cubicBezTo>
                    <a:pt x="14276" y="26896"/>
                    <a:pt x="14407" y="27325"/>
                    <a:pt x="14491" y="27765"/>
                  </a:cubicBezTo>
                  <a:cubicBezTo>
                    <a:pt x="14514" y="27844"/>
                    <a:pt x="14450" y="27901"/>
                    <a:pt x="14384" y="27901"/>
                  </a:cubicBezTo>
                  <a:cubicBezTo>
                    <a:pt x="14349" y="27901"/>
                    <a:pt x="14313" y="27886"/>
                    <a:pt x="14288" y="27849"/>
                  </a:cubicBezTo>
                  <a:cubicBezTo>
                    <a:pt x="13931" y="27301"/>
                    <a:pt x="13753" y="26622"/>
                    <a:pt x="13622" y="25991"/>
                  </a:cubicBezTo>
                  <a:cubicBezTo>
                    <a:pt x="13588" y="25855"/>
                    <a:pt x="13700" y="25743"/>
                    <a:pt x="13819" y="25743"/>
                  </a:cubicBezTo>
                  <a:cubicBezTo>
                    <a:pt x="13866" y="25743"/>
                    <a:pt x="13915" y="25760"/>
                    <a:pt x="13955" y="25801"/>
                  </a:cubicBezTo>
                  <a:cubicBezTo>
                    <a:pt x="14217" y="26039"/>
                    <a:pt x="14503" y="26265"/>
                    <a:pt x="14812" y="26456"/>
                  </a:cubicBezTo>
                  <a:cubicBezTo>
                    <a:pt x="14969" y="26539"/>
                    <a:pt x="15373" y="26806"/>
                    <a:pt x="15566" y="26806"/>
                  </a:cubicBezTo>
                  <a:cubicBezTo>
                    <a:pt x="15593" y="26806"/>
                    <a:pt x="15616" y="26801"/>
                    <a:pt x="15634" y="26789"/>
                  </a:cubicBezTo>
                  <a:cubicBezTo>
                    <a:pt x="15884" y="26646"/>
                    <a:pt x="15312" y="25110"/>
                    <a:pt x="15289" y="24860"/>
                  </a:cubicBezTo>
                  <a:cubicBezTo>
                    <a:pt x="15275" y="24720"/>
                    <a:pt x="15384" y="24650"/>
                    <a:pt x="15501" y="24650"/>
                  </a:cubicBezTo>
                  <a:close/>
                  <a:moveTo>
                    <a:pt x="35096" y="27883"/>
                  </a:moveTo>
                  <a:cubicBezTo>
                    <a:pt x="35109" y="27883"/>
                    <a:pt x="35123" y="27884"/>
                    <a:pt x="35136" y="27885"/>
                  </a:cubicBezTo>
                  <a:cubicBezTo>
                    <a:pt x="35196" y="27885"/>
                    <a:pt x="35220" y="27992"/>
                    <a:pt x="35148" y="28004"/>
                  </a:cubicBezTo>
                  <a:cubicBezTo>
                    <a:pt x="34827" y="28051"/>
                    <a:pt x="34624" y="28527"/>
                    <a:pt x="34993" y="28670"/>
                  </a:cubicBezTo>
                  <a:cubicBezTo>
                    <a:pt x="35031" y="28682"/>
                    <a:pt x="35069" y="28687"/>
                    <a:pt x="35105" y="28687"/>
                  </a:cubicBezTo>
                  <a:cubicBezTo>
                    <a:pt x="35331" y="28687"/>
                    <a:pt x="35512" y="28478"/>
                    <a:pt x="35482" y="28242"/>
                  </a:cubicBezTo>
                  <a:cubicBezTo>
                    <a:pt x="35446" y="28091"/>
                    <a:pt x="35578" y="27992"/>
                    <a:pt x="35697" y="27992"/>
                  </a:cubicBezTo>
                  <a:cubicBezTo>
                    <a:pt x="35776" y="27992"/>
                    <a:pt x="35848" y="28035"/>
                    <a:pt x="35863" y="28135"/>
                  </a:cubicBezTo>
                  <a:cubicBezTo>
                    <a:pt x="35928" y="28572"/>
                    <a:pt x="35577" y="29039"/>
                    <a:pt x="35165" y="29039"/>
                  </a:cubicBezTo>
                  <a:cubicBezTo>
                    <a:pt x="35051" y="29039"/>
                    <a:pt x="34931" y="29003"/>
                    <a:pt x="34815" y="28920"/>
                  </a:cubicBezTo>
                  <a:lnTo>
                    <a:pt x="34803" y="28920"/>
                  </a:lnTo>
                  <a:cubicBezTo>
                    <a:pt x="34349" y="28618"/>
                    <a:pt x="34532" y="27883"/>
                    <a:pt x="35096" y="27883"/>
                  </a:cubicBezTo>
                  <a:close/>
                  <a:moveTo>
                    <a:pt x="23936" y="28325"/>
                  </a:moveTo>
                  <a:cubicBezTo>
                    <a:pt x="24030" y="28325"/>
                    <a:pt x="24125" y="28341"/>
                    <a:pt x="24218" y="28373"/>
                  </a:cubicBezTo>
                  <a:cubicBezTo>
                    <a:pt x="24778" y="28563"/>
                    <a:pt x="24980" y="29266"/>
                    <a:pt x="24790" y="29790"/>
                  </a:cubicBezTo>
                  <a:cubicBezTo>
                    <a:pt x="24636" y="30200"/>
                    <a:pt x="24291" y="30525"/>
                    <a:pt x="23906" y="30525"/>
                  </a:cubicBezTo>
                  <a:cubicBezTo>
                    <a:pt x="23755" y="30525"/>
                    <a:pt x="23598" y="30475"/>
                    <a:pt x="23444" y="30361"/>
                  </a:cubicBezTo>
                  <a:cubicBezTo>
                    <a:pt x="23004" y="30016"/>
                    <a:pt x="22825" y="29444"/>
                    <a:pt x="22992" y="28908"/>
                  </a:cubicBezTo>
                  <a:cubicBezTo>
                    <a:pt x="23011" y="28850"/>
                    <a:pt x="23071" y="28807"/>
                    <a:pt x="23132" y="28807"/>
                  </a:cubicBezTo>
                  <a:cubicBezTo>
                    <a:pt x="23145" y="28807"/>
                    <a:pt x="23158" y="28809"/>
                    <a:pt x="23170" y="28813"/>
                  </a:cubicBezTo>
                  <a:cubicBezTo>
                    <a:pt x="23309" y="28508"/>
                    <a:pt x="23612" y="28325"/>
                    <a:pt x="23936" y="28325"/>
                  </a:cubicBezTo>
                  <a:close/>
                  <a:moveTo>
                    <a:pt x="25918" y="29145"/>
                  </a:moveTo>
                  <a:cubicBezTo>
                    <a:pt x="26056" y="29145"/>
                    <a:pt x="26193" y="29224"/>
                    <a:pt x="26254" y="29409"/>
                  </a:cubicBezTo>
                  <a:cubicBezTo>
                    <a:pt x="26326" y="29659"/>
                    <a:pt x="26135" y="29992"/>
                    <a:pt x="26016" y="30206"/>
                  </a:cubicBezTo>
                  <a:cubicBezTo>
                    <a:pt x="25933" y="30361"/>
                    <a:pt x="25837" y="30504"/>
                    <a:pt x="25718" y="30635"/>
                  </a:cubicBezTo>
                  <a:cubicBezTo>
                    <a:pt x="25945" y="30611"/>
                    <a:pt x="26159" y="30587"/>
                    <a:pt x="26373" y="30552"/>
                  </a:cubicBezTo>
                  <a:cubicBezTo>
                    <a:pt x="26384" y="30550"/>
                    <a:pt x="26395" y="30550"/>
                    <a:pt x="26405" y="30550"/>
                  </a:cubicBezTo>
                  <a:cubicBezTo>
                    <a:pt x="26694" y="30550"/>
                    <a:pt x="26684" y="31017"/>
                    <a:pt x="26373" y="31052"/>
                  </a:cubicBezTo>
                  <a:lnTo>
                    <a:pt x="26385" y="31052"/>
                  </a:lnTo>
                  <a:cubicBezTo>
                    <a:pt x="26195" y="31069"/>
                    <a:pt x="26004" y="31078"/>
                    <a:pt x="25814" y="31078"/>
                  </a:cubicBezTo>
                  <a:cubicBezTo>
                    <a:pt x="25623" y="31078"/>
                    <a:pt x="25433" y="31069"/>
                    <a:pt x="25242" y="31052"/>
                  </a:cubicBezTo>
                  <a:cubicBezTo>
                    <a:pt x="25099" y="31052"/>
                    <a:pt x="24956" y="30837"/>
                    <a:pt x="25111" y="30730"/>
                  </a:cubicBezTo>
                  <a:cubicBezTo>
                    <a:pt x="25314" y="30563"/>
                    <a:pt x="25492" y="30373"/>
                    <a:pt x="25635" y="30159"/>
                  </a:cubicBezTo>
                  <a:cubicBezTo>
                    <a:pt x="25695" y="30063"/>
                    <a:pt x="25754" y="29956"/>
                    <a:pt x="25802" y="29861"/>
                  </a:cubicBezTo>
                  <a:cubicBezTo>
                    <a:pt x="25837" y="29778"/>
                    <a:pt x="25873" y="29706"/>
                    <a:pt x="25897" y="29635"/>
                  </a:cubicBezTo>
                  <a:cubicBezTo>
                    <a:pt x="25937" y="29571"/>
                    <a:pt x="25934" y="29539"/>
                    <a:pt x="25893" y="29539"/>
                  </a:cubicBezTo>
                  <a:cubicBezTo>
                    <a:pt x="25872" y="29539"/>
                    <a:pt x="25841" y="29547"/>
                    <a:pt x="25802" y="29563"/>
                  </a:cubicBezTo>
                  <a:cubicBezTo>
                    <a:pt x="25808" y="29650"/>
                    <a:pt x="25737" y="29699"/>
                    <a:pt x="25669" y="29699"/>
                  </a:cubicBezTo>
                  <a:cubicBezTo>
                    <a:pt x="25615" y="29699"/>
                    <a:pt x="25562" y="29668"/>
                    <a:pt x="25552" y="29599"/>
                  </a:cubicBezTo>
                  <a:cubicBezTo>
                    <a:pt x="25501" y="29326"/>
                    <a:pt x="25711" y="29145"/>
                    <a:pt x="25918" y="29145"/>
                  </a:cubicBezTo>
                  <a:close/>
                  <a:moveTo>
                    <a:pt x="20503" y="30239"/>
                  </a:moveTo>
                  <a:cubicBezTo>
                    <a:pt x="20551" y="30239"/>
                    <a:pt x="20599" y="30272"/>
                    <a:pt x="20599" y="30337"/>
                  </a:cubicBezTo>
                  <a:cubicBezTo>
                    <a:pt x="20599" y="30492"/>
                    <a:pt x="20623" y="30659"/>
                    <a:pt x="20634" y="30813"/>
                  </a:cubicBezTo>
                  <a:cubicBezTo>
                    <a:pt x="20646" y="30944"/>
                    <a:pt x="20611" y="31111"/>
                    <a:pt x="20730" y="31194"/>
                  </a:cubicBezTo>
                  <a:cubicBezTo>
                    <a:pt x="20854" y="31257"/>
                    <a:pt x="20988" y="31292"/>
                    <a:pt x="21131" y="31292"/>
                  </a:cubicBezTo>
                  <a:cubicBezTo>
                    <a:pt x="21152" y="31292"/>
                    <a:pt x="21173" y="31291"/>
                    <a:pt x="21194" y="31290"/>
                  </a:cubicBezTo>
                  <a:cubicBezTo>
                    <a:pt x="21289" y="31290"/>
                    <a:pt x="21385" y="31254"/>
                    <a:pt x="21456" y="31183"/>
                  </a:cubicBezTo>
                  <a:cubicBezTo>
                    <a:pt x="21408" y="30933"/>
                    <a:pt x="21361" y="30682"/>
                    <a:pt x="21289" y="30432"/>
                  </a:cubicBezTo>
                  <a:cubicBezTo>
                    <a:pt x="21268" y="30327"/>
                    <a:pt x="21347" y="30263"/>
                    <a:pt x="21425" y="30263"/>
                  </a:cubicBezTo>
                  <a:cubicBezTo>
                    <a:pt x="21479" y="30263"/>
                    <a:pt x="21532" y="30293"/>
                    <a:pt x="21551" y="30361"/>
                  </a:cubicBezTo>
                  <a:cubicBezTo>
                    <a:pt x="21611" y="30611"/>
                    <a:pt x="21694" y="30873"/>
                    <a:pt x="21777" y="31123"/>
                  </a:cubicBezTo>
                  <a:cubicBezTo>
                    <a:pt x="21873" y="31183"/>
                    <a:pt x="21920" y="31302"/>
                    <a:pt x="21885" y="31409"/>
                  </a:cubicBezTo>
                  <a:cubicBezTo>
                    <a:pt x="21932" y="31564"/>
                    <a:pt x="21980" y="31730"/>
                    <a:pt x="22027" y="31897"/>
                  </a:cubicBezTo>
                  <a:cubicBezTo>
                    <a:pt x="22078" y="32057"/>
                    <a:pt x="21934" y="32168"/>
                    <a:pt x="21798" y="32168"/>
                  </a:cubicBezTo>
                  <a:cubicBezTo>
                    <a:pt x="21710" y="32168"/>
                    <a:pt x="21627" y="32123"/>
                    <a:pt x="21599" y="32016"/>
                  </a:cubicBezTo>
                  <a:cubicBezTo>
                    <a:pt x="21575" y="31909"/>
                    <a:pt x="21563" y="31814"/>
                    <a:pt x="21551" y="31706"/>
                  </a:cubicBezTo>
                  <a:cubicBezTo>
                    <a:pt x="21453" y="31752"/>
                    <a:pt x="21347" y="31771"/>
                    <a:pt x="21238" y="31771"/>
                  </a:cubicBezTo>
                  <a:cubicBezTo>
                    <a:pt x="21031" y="31771"/>
                    <a:pt x="20813" y="31701"/>
                    <a:pt x="20611" y="31599"/>
                  </a:cubicBezTo>
                  <a:cubicBezTo>
                    <a:pt x="20432" y="31552"/>
                    <a:pt x="20301" y="31385"/>
                    <a:pt x="20313" y="31194"/>
                  </a:cubicBezTo>
                  <a:cubicBezTo>
                    <a:pt x="20325" y="30909"/>
                    <a:pt x="20408" y="30623"/>
                    <a:pt x="20408" y="30337"/>
                  </a:cubicBezTo>
                  <a:cubicBezTo>
                    <a:pt x="20408" y="30272"/>
                    <a:pt x="20456" y="30239"/>
                    <a:pt x="20503" y="30239"/>
                  </a:cubicBezTo>
                  <a:close/>
                  <a:moveTo>
                    <a:pt x="19312" y="29731"/>
                  </a:moveTo>
                  <a:cubicBezTo>
                    <a:pt x="19400" y="29731"/>
                    <a:pt x="19489" y="29777"/>
                    <a:pt x="19515" y="29873"/>
                  </a:cubicBezTo>
                  <a:cubicBezTo>
                    <a:pt x="19682" y="30516"/>
                    <a:pt x="20277" y="31683"/>
                    <a:pt x="19349" y="32064"/>
                  </a:cubicBezTo>
                  <a:lnTo>
                    <a:pt x="19337" y="32064"/>
                  </a:lnTo>
                  <a:cubicBezTo>
                    <a:pt x="19230" y="32110"/>
                    <a:pt x="19124" y="32131"/>
                    <a:pt x="19018" y="32131"/>
                  </a:cubicBezTo>
                  <a:cubicBezTo>
                    <a:pt x="18561" y="32131"/>
                    <a:pt x="18128" y="31734"/>
                    <a:pt x="17789" y="31337"/>
                  </a:cubicBezTo>
                  <a:lnTo>
                    <a:pt x="17789" y="31337"/>
                  </a:lnTo>
                  <a:cubicBezTo>
                    <a:pt x="17860" y="31742"/>
                    <a:pt x="17932" y="32159"/>
                    <a:pt x="17991" y="32564"/>
                  </a:cubicBezTo>
                  <a:cubicBezTo>
                    <a:pt x="18013" y="32723"/>
                    <a:pt x="17880" y="32829"/>
                    <a:pt x="17763" y="32829"/>
                  </a:cubicBezTo>
                  <a:cubicBezTo>
                    <a:pt x="17687" y="32829"/>
                    <a:pt x="17617" y="32785"/>
                    <a:pt x="17598" y="32683"/>
                  </a:cubicBezTo>
                  <a:cubicBezTo>
                    <a:pt x="17455" y="32123"/>
                    <a:pt x="17289" y="31587"/>
                    <a:pt x="17074" y="31052"/>
                  </a:cubicBezTo>
                  <a:cubicBezTo>
                    <a:pt x="17059" y="31014"/>
                    <a:pt x="17093" y="30985"/>
                    <a:pt x="17125" y="30985"/>
                  </a:cubicBezTo>
                  <a:cubicBezTo>
                    <a:pt x="17143" y="30985"/>
                    <a:pt x="17161" y="30994"/>
                    <a:pt x="17170" y="31016"/>
                  </a:cubicBezTo>
                  <a:cubicBezTo>
                    <a:pt x="17241" y="31135"/>
                    <a:pt x="17301" y="31266"/>
                    <a:pt x="17360" y="31397"/>
                  </a:cubicBezTo>
                  <a:cubicBezTo>
                    <a:pt x="17313" y="31135"/>
                    <a:pt x="17277" y="30873"/>
                    <a:pt x="17229" y="30611"/>
                  </a:cubicBezTo>
                  <a:cubicBezTo>
                    <a:pt x="17203" y="30481"/>
                    <a:pt x="17322" y="30339"/>
                    <a:pt x="17443" y="30339"/>
                  </a:cubicBezTo>
                  <a:cubicBezTo>
                    <a:pt x="17489" y="30339"/>
                    <a:pt x="17535" y="30360"/>
                    <a:pt x="17575" y="30409"/>
                  </a:cubicBezTo>
                  <a:cubicBezTo>
                    <a:pt x="17860" y="30754"/>
                    <a:pt x="18420" y="31552"/>
                    <a:pt x="18908" y="31611"/>
                  </a:cubicBezTo>
                  <a:cubicBezTo>
                    <a:pt x="18931" y="31614"/>
                    <a:pt x="18953" y="31615"/>
                    <a:pt x="18973" y="31615"/>
                  </a:cubicBezTo>
                  <a:cubicBezTo>
                    <a:pt x="19673" y="31615"/>
                    <a:pt x="19134" y="30279"/>
                    <a:pt x="19110" y="29932"/>
                  </a:cubicBezTo>
                  <a:cubicBezTo>
                    <a:pt x="19097" y="29801"/>
                    <a:pt x="19204" y="29731"/>
                    <a:pt x="19312" y="29731"/>
                  </a:cubicBezTo>
                  <a:close/>
                  <a:moveTo>
                    <a:pt x="15806" y="32523"/>
                  </a:moveTo>
                  <a:cubicBezTo>
                    <a:pt x="15961" y="32523"/>
                    <a:pt x="16121" y="32609"/>
                    <a:pt x="16193" y="32754"/>
                  </a:cubicBezTo>
                  <a:cubicBezTo>
                    <a:pt x="16277" y="32968"/>
                    <a:pt x="16265" y="33195"/>
                    <a:pt x="16158" y="33397"/>
                  </a:cubicBezTo>
                  <a:cubicBezTo>
                    <a:pt x="16110" y="33552"/>
                    <a:pt x="16039" y="33707"/>
                    <a:pt x="15979" y="33850"/>
                  </a:cubicBezTo>
                  <a:cubicBezTo>
                    <a:pt x="16253" y="33814"/>
                    <a:pt x="16527" y="33754"/>
                    <a:pt x="16813" y="33695"/>
                  </a:cubicBezTo>
                  <a:cubicBezTo>
                    <a:pt x="16828" y="33692"/>
                    <a:pt x="16843" y="33691"/>
                    <a:pt x="16857" y="33691"/>
                  </a:cubicBezTo>
                  <a:cubicBezTo>
                    <a:pt x="17086" y="33691"/>
                    <a:pt x="17167" y="34034"/>
                    <a:pt x="16932" y="34123"/>
                  </a:cubicBezTo>
                  <a:lnTo>
                    <a:pt x="16920" y="34111"/>
                  </a:lnTo>
                  <a:cubicBezTo>
                    <a:pt x="16515" y="34219"/>
                    <a:pt x="16086" y="34278"/>
                    <a:pt x="15658" y="34278"/>
                  </a:cubicBezTo>
                  <a:cubicBezTo>
                    <a:pt x="15503" y="34278"/>
                    <a:pt x="15408" y="34111"/>
                    <a:pt x="15479" y="33981"/>
                  </a:cubicBezTo>
                  <a:cubicBezTo>
                    <a:pt x="15586" y="33778"/>
                    <a:pt x="15693" y="33564"/>
                    <a:pt x="15777" y="33349"/>
                  </a:cubicBezTo>
                  <a:cubicBezTo>
                    <a:pt x="15824" y="33254"/>
                    <a:pt x="15860" y="33159"/>
                    <a:pt x="15884" y="33064"/>
                  </a:cubicBezTo>
                  <a:cubicBezTo>
                    <a:pt x="15902" y="32989"/>
                    <a:pt x="15841" y="32763"/>
                    <a:pt x="15763" y="32763"/>
                  </a:cubicBezTo>
                  <a:cubicBezTo>
                    <a:pt x="15740" y="32763"/>
                    <a:pt x="15717" y="32781"/>
                    <a:pt x="15693" y="32826"/>
                  </a:cubicBezTo>
                  <a:cubicBezTo>
                    <a:pt x="15674" y="32871"/>
                    <a:pt x="15641" y="32890"/>
                    <a:pt x="15606" y="32890"/>
                  </a:cubicBezTo>
                  <a:cubicBezTo>
                    <a:pt x="15531" y="32890"/>
                    <a:pt x="15450" y="32804"/>
                    <a:pt x="15491" y="32707"/>
                  </a:cubicBezTo>
                  <a:cubicBezTo>
                    <a:pt x="15560" y="32579"/>
                    <a:pt x="15681" y="32523"/>
                    <a:pt x="15806" y="32523"/>
                  </a:cubicBezTo>
                  <a:close/>
                  <a:moveTo>
                    <a:pt x="14047" y="31273"/>
                  </a:moveTo>
                  <a:cubicBezTo>
                    <a:pt x="14100" y="31273"/>
                    <a:pt x="14153" y="31295"/>
                    <a:pt x="14193" y="31349"/>
                  </a:cubicBezTo>
                  <a:cubicBezTo>
                    <a:pt x="14681" y="32040"/>
                    <a:pt x="15253" y="32933"/>
                    <a:pt x="15324" y="33790"/>
                  </a:cubicBezTo>
                  <a:cubicBezTo>
                    <a:pt x="15324" y="33898"/>
                    <a:pt x="15242" y="33962"/>
                    <a:pt x="15158" y="33962"/>
                  </a:cubicBezTo>
                  <a:cubicBezTo>
                    <a:pt x="15103" y="33962"/>
                    <a:pt x="15048" y="33935"/>
                    <a:pt x="15015" y="33873"/>
                  </a:cubicBezTo>
                  <a:cubicBezTo>
                    <a:pt x="14919" y="33695"/>
                    <a:pt x="14848" y="33504"/>
                    <a:pt x="14788" y="33326"/>
                  </a:cubicBezTo>
                  <a:cubicBezTo>
                    <a:pt x="14765" y="33326"/>
                    <a:pt x="14753" y="33338"/>
                    <a:pt x="14729" y="33338"/>
                  </a:cubicBezTo>
                  <a:cubicBezTo>
                    <a:pt x="14479" y="33373"/>
                    <a:pt x="14241" y="33433"/>
                    <a:pt x="14003" y="33504"/>
                  </a:cubicBezTo>
                  <a:cubicBezTo>
                    <a:pt x="14110" y="33742"/>
                    <a:pt x="14205" y="33981"/>
                    <a:pt x="14288" y="34219"/>
                  </a:cubicBezTo>
                  <a:cubicBezTo>
                    <a:pt x="14327" y="34320"/>
                    <a:pt x="14239" y="34396"/>
                    <a:pt x="14149" y="34396"/>
                  </a:cubicBezTo>
                  <a:cubicBezTo>
                    <a:pt x="14102" y="34396"/>
                    <a:pt x="14055" y="34375"/>
                    <a:pt x="14026" y="34326"/>
                  </a:cubicBezTo>
                  <a:cubicBezTo>
                    <a:pt x="13907" y="34100"/>
                    <a:pt x="13788" y="33861"/>
                    <a:pt x="13693" y="33623"/>
                  </a:cubicBezTo>
                  <a:cubicBezTo>
                    <a:pt x="13598" y="33611"/>
                    <a:pt x="13550" y="33492"/>
                    <a:pt x="13622" y="33421"/>
                  </a:cubicBezTo>
                  <a:cubicBezTo>
                    <a:pt x="13395" y="32814"/>
                    <a:pt x="13217" y="32183"/>
                    <a:pt x="13050" y="31564"/>
                  </a:cubicBezTo>
                  <a:cubicBezTo>
                    <a:pt x="13043" y="31513"/>
                    <a:pt x="13083" y="31480"/>
                    <a:pt x="13127" y="31480"/>
                  </a:cubicBezTo>
                  <a:cubicBezTo>
                    <a:pt x="13156" y="31480"/>
                    <a:pt x="13186" y="31495"/>
                    <a:pt x="13205" y="31528"/>
                  </a:cubicBezTo>
                  <a:cubicBezTo>
                    <a:pt x="13407" y="32111"/>
                    <a:pt x="13657" y="32683"/>
                    <a:pt x="13895" y="33254"/>
                  </a:cubicBezTo>
                  <a:cubicBezTo>
                    <a:pt x="14122" y="33123"/>
                    <a:pt x="14372" y="33040"/>
                    <a:pt x="14622" y="32980"/>
                  </a:cubicBezTo>
                  <a:lnTo>
                    <a:pt x="14657" y="32980"/>
                  </a:lnTo>
                  <a:cubicBezTo>
                    <a:pt x="14622" y="32873"/>
                    <a:pt x="14586" y="32766"/>
                    <a:pt x="14538" y="32659"/>
                  </a:cubicBezTo>
                  <a:cubicBezTo>
                    <a:pt x="14348" y="32266"/>
                    <a:pt x="14134" y="31885"/>
                    <a:pt x="13895" y="31516"/>
                  </a:cubicBezTo>
                  <a:cubicBezTo>
                    <a:pt x="13812" y="31391"/>
                    <a:pt x="13926" y="31273"/>
                    <a:pt x="14047" y="31273"/>
                  </a:cubicBezTo>
                  <a:close/>
                  <a:moveTo>
                    <a:pt x="28110" y="31173"/>
                  </a:moveTo>
                  <a:cubicBezTo>
                    <a:pt x="28282" y="31173"/>
                    <a:pt x="28341" y="31451"/>
                    <a:pt x="28147" y="31516"/>
                  </a:cubicBezTo>
                  <a:cubicBezTo>
                    <a:pt x="23456" y="33064"/>
                    <a:pt x="18718" y="34528"/>
                    <a:pt x="13955" y="35862"/>
                  </a:cubicBezTo>
                  <a:cubicBezTo>
                    <a:pt x="13951" y="35862"/>
                    <a:pt x="13947" y="35863"/>
                    <a:pt x="13943" y="35863"/>
                  </a:cubicBezTo>
                  <a:cubicBezTo>
                    <a:pt x="13881" y="35863"/>
                    <a:pt x="13864" y="35777"/>
                    <a:pt x="13931" y="35755"/>
                  </a:cubicBezTo>
                  <a:cubicBezTo>
                    <a:pt x="18610" y="34123"/>
                    <a:pt x="23313" y="32599"/>
                    <a:pt x="28052" y="31183"/>
                  </a:cubicBezTo>
                  <a:cubicBezTo>
                    <a:pt x="28073" y="31176"/>
                    <a:pt x="28092" y="31173"/>
                    <a:pt x="28110" y="31173"/>
                  </a:cubicBezTo>
                  <a:close/>
                  <a:moveTo>
                    <a:pt x="24119" y="34486"/>
                  </a:moveTo>
                  <a:cubicBezTo>
                    <a:pt x="24197" y="34486"/>
                    <a:pt x="24279" y="34547"/>
                    <a:pt x="24242" y="34635"/>
                  </a:cubicBezTo>
                  <a:cubicBezTo>
                    <a:pt x="24171" y="34826"/>
                    <a:pt x="24075" y="35040"/>
                    <a:pt x="24135" y="35254"/>
                  </a:cubicBezTo>
                  <a:cubicBezTo>
                    <a:pt x="24155" y="35394"/>
                    <a:pt x="24283" y="35492"/>
                    <a:pt x="24423" y="35492"/>
                  </a:cubicBezTo>
                  <a:cubicBezTo>
                    <a:pt x="24450" y="35492"/>
                    <a:pt x="24477" y="35488"/>
                    <a:pt x="24504" y="35481"/>
                  </a:cubicBezTo>
                  <a:cubicBezTo>
                    <a:pt x="24529" y="35470"/>
                    <a:pt x="24552" y="35466"/>
                    <a:pt x="24574" y="35466"/>
                  </a:cubicBezTo>
                  <a:cubicBezTo>
                    <a:pt x="24750" y="35466"/>
                    <a:pt x="24812" y="35776"/>
                    <a:pt x="24611" y="35850"/>
                  </a:cubicBezTo>
                  <a:cubicBezTo>
                    <a:pt x="24551" y="35870"/>
                    <a:pt x="24490" y="35879"/>
                    <a:pt x="24432" y="35879"/>
                  </a:cubicBezTo>
                  <a:cubicBezTo>
                    <a:pt x="24212" y="35879"/>
                    <a:pt x="24014" y="35747"/>
                    <a:pt x="23921" y="35540"/>
                  </a:cubicBezTo>
                  <a:cubicBezTo>
                    <a:pt x="23766" y="35231"/>
                    <a:pt x="23885" y="34862"/>
                    <a:pt x="24004" y="34564"/>
                  </a:cubicBezTo>
                  <a:cubicBezTo>
                    <a:pt x="24022" y="34509"/>
                    <a:pt x="24070" y="34486"/>
                    <a:pt x="24119" y="34486"/>
                  </a:cubicBezTo>
                  <a:close/>
                  <a:moveTo>
                    <a:pt x="25027" y="34742"/>
                  </a:moveTo>
                  <a:cubicBezTo>
                    <a:pt x="25076" y="34742"/>
                    <a:pt x="25130" y="34785"/>
                    <a:pt x="25123" y="34850"/>
                  </a:cubicBezTo>
                  <a:cubicBezTo>
                    <a:pt x="25064" y="35231"/>
                    <a:pt x="25099" y="35624"/>
                    <a:pt x="25218" y="35993"/>
                  </a:cubicBezTo>
                  <a:cubicBezTo>
                    <a:pt x="25265" y="36132"/>
                    <a:pt x="25153" y="36215"/>
                    <a:pt x="25040" y="36215"/>
                  </a:cubicBezTo>
                  <a:cubicBezTo>
                    <a:pt x="24950" y="36215"/>
                    <a:pt x="24860" y="36162"/>
                    <a:pt x="24849" y="36040"/>
                  </a:cubicBezTo>
                  <a:cubicBezTo>
                    <a:pt x="24825" y="35624"/>
                    <a:pt x="24861" y="35207"/>
                    <a:pt x="24956" y="34802"/>
                  </a:cubicBezTo>
                  <a:cubicBezTo>
                    <a:pt x="24966" y="34760"/>
                    <a:pt x="24995" y="34742"/>
                    <a:pt x="25027" y="34742"/>
                  </a:cubicBezTo>
                  <a:close/>
                  <a:moveTo>
                    <a:pt x="22568" y="34257"/>
                  </a:moveTo>
                  <a:cubicBezTo>
                    <a:pt x="22629" y="34257"/>
                    <a:pt x="22689" y="34282"/>
                    <a:pt x="22742" y="34326"/>
                  </a:cubicBezTo>
                  <a:cubicBezTo>
                    <a:pt x="23194" y="34743"/>
                    <a:pt x="23361" y="35397"/>
                    <a:pt x="23159" y="35981"/>
                  </a:cubicBezTo>
                  <a:cubicBezTo>
                    <a:pt x="22999" y="36413"/>
                    <a:pt x="22557" y="36889"/>
                    <a:pt x="22051" y="36889"/>
                  </a:cubicBezTo>
                  <a:cubicBezTo>
                    <a:pt x="22027" y="36889"/>
                    <a:pt x="22004" y="36888"/>
                    <a:pt x="21980" y="36886"/>
                  </a:cubicBezTo>
                  <a:cubicBezTo>
                    <a:pt x="21444" y="36850"/>
                    <a:pt x="21265" y="36314"/>
                    <a:pt x="21325" y="35850"/>
                  </a:cubicBezTo>
                  <a:cubicBezTo>
                    <a:pt x="21373" y="35481"/>
                    <a:pt x="21444" y="35028"/>
                    <a:pt x="21754" y="34826"/>
                  </a:cubicBezTo>
                  <a:cubicBezTo>
                    <a:pt x="21932" y="34552"/>
                    <a:pt x="22194" y="34362"/>
                    <a:pt x="22504" y="34266"/>
                  </a:cubicBezTo>
                  <a:cubicBezTo>
                    <a:pt x="22525" y="34260"/>
                    <a:pt x="22547" y="34257"/>
                    <a:pt x="22568" y="34257"/>
                  </a:cubicBezTo>
                  <a:close/>
                  <a:moveTo>
                    <a:pt x="20145" y="36294"/>
                  </a:moveTo>
                  <a:cubicBezTo>
                    <a:pt x="20225" y="36294"/>
                    <a:pt x="20306" y="36304"/>
                    <a:pt x="20384" y="36326"/>
                  </a:cubicBezTo>
                  <a:cubicBezTo>
                    <a:pt x="20456" y="36338"/>
                    <a:pt x="20503" y="36409"/>
                    <a:pt x="20503" y="36469"/>
                  </a:cubicBezTo>
                  <a:cubicBezTo>
                    <a:pt x="20468" y="36790"/>
                    <a:pt x="20372" y="37112"/>
                    <a:pt x="20218" y="37398"/>
                  </a:cubicBezTo>
                  <a:cubicBezTo>
                    <a:pt x="20563" y="37362"/>
                    <a:pt x="20884" y="37267"/>
                    <a:pt x="21182" y="37100"/>
                  </a:cubicBezTo>
                  <a:cubicBezTo>
                    <a:pt x="21225" y="37074"/>
                    <a:pt x="21267" y="37063"/>
                    <a:pt x="21306" y="37063"/>
                  </a:cubicBezTo>
                  <a:cubicBezTo>
                    <a:pt x="21521" y="37063"/>
                    <a:pt x="21663" y="37396"/>
                    <a:pt x="21432" y="37517"/>
                  </a:cubicBezTo>
                  <a:cubicBezTo>
                    <a:pt x="21044" y="37720"/>
                    <a:pt x="20605" y="37830"/>
                    <a:pt x="20167" y="37830"/>
                  </a:cubicBezTo>
                  <a:cubicBezTo>
                    <a:pt x="20040" y="37830"/>
                    <a:pt x="19914" y="37821"/>
                    <a:pt x="19789" y="37802"/>
                  </a:cubicBezTo>
                  <a:cubicBezTo>
                    <a:pt x="19622" y="37779"/>
                    <a:pt x="19610" y="37552"/>
                    <a:pt x="19694" y="37445"/>
                  </a:cubicBezTo>
                  <a:cubicBezTo>
                    <a:pt x="19920" y="37183"/>
                    <a:pt x="20075" y="36886"/>
                    <a:pt x="20170" y="36552"/>
                  </a:cubicBezTo>
                  <a:cubicBezTo>
                    <a:pt x="20112" y="36534"/>
                    <a:pt x="20052" y="36525"/>
                    <a:pt x="19992" y="36525"/>
                  </a:cubicBezTo>
                  <a:cubicBezTo>
                    <a:pt x="19818" y="36525"/>
                    <a:pt x="19645" y="36601"/>
                    <a:pt x="19539" y="36743"/>
                  </a:cubicBezTo>
                  <a:cubicBezTo>
                    <a:pt x="19522" y="36759"/>
                    <a:pt x="19505" y="36766"/>
                    <a:pt x="19488" y="36766"/>
                  </a:cubicBezTo>
                  <a:cubicBezTo>
                    <a:pt x="19432" y="36766"/>
                    <a:pt x="19386" y="36690"/>
                    <a:pt x="19432" y="36636"/>
                  </a:cubicBezTo>
                  <a:cubicBezTo>
                    <a:pt x="19607" y="36415"/>
                    <a:pt x="19873" y="36294"/>
                    <a:pt x="20145" y="36294"/>
                  </a:cubicBezTo>
                  <a:close/>
                  <a:moveTo>
                    <a:pt x="18884" y="35374"/>
                  </a:moveTo>
                  <a:cubicBezTo>
                    <a:pt x="18932" y="35374"/>
                    <a:pt x="18944" y="35445"/>
                    <a:pt x="18896" y="35469"/>
                  </a:cubicBezTo>
                  <a:cubicBezTo>
                    <a:pt x="18182" y="35647"/>
                    <a:pt x="17801" y="36326"/>
                    <a:pt x="17682" y="37017"/>
                  </a:cubicBezTo>
                  <a:cubicBezTo>
                    <a:pt x="17646" y="37219"/>
                    <a:pt x="17563" y="37540"/>
                    <a:pt x="17801" y="37671"/>
                  </a:cubicBezTo>
                  <a:cubicBezTo>
                    <a:pt x="17831" y="37688"/>
                    <a:pt x="17872" y="37695"/>
                    <a:pt x="17919" y="37695"/>
                  </a:cubicBezTo>
                  <a:cubicBezTo>
                    <a:pt x="18037" y="37695"/>
                    <a:pt x="18188" y="37653"/>
                    <a:pt x="18265" y="37636"/>
                  </a:cubicBezTo>
                  <a:cubicBezTo>
                    <a:pt x="18563" y="37552"/>
                    <a:pt x="18848" y="37410"/>
                    <a:pt x="19099" y="37219"/>
                  </a:cubicBezTo>
                  <a:cubicBezTo>
                    <a:pt x="19133" y="37196"/>
                    <a:pt x="19166" y="37186"/>
                    <a:pt x="19197" y="37186"/>
                  </a:cubicBezTo>
                  <a:cubicBezTo>
                    <a:pt x="19339" y="37186"/>
                    <a:pt x="19432" y="37399"/>
                    <a:pt x="19325" y="37517"/>
                  </a:cubicBezTo>
                  <a:cubicBezTo>
                    <a:pt x="19085" y="37804"/>
                    <a:pt x="18421" y="38115"/>
                    <a:pt x="17910" y="38115"/>
                  </a:cubicBezTo>
                  <a:cubicBezTo>
                    <a:pt x="17533" y="38115"/>
                    <a:pt x="17240" y="37945"/>
                    <a:pt x="17265" y="37469"/>
                  </a:cubicBezTo>
                  <a:cubicBezTo>
                    <a:pt x="17301" y="36517"/>
                    <a:pt x="17825" y="35409"/>
                    <a:pt x="18884" y="35374"/>
                  </a:cubicBezTo>
                  <a:close/>
                  <a:moveTo>
                    <a:pt x="30969" y="0"/>
                  </a:moveTo>
                  <a:cubicBezTo>
                    <a:pt x="29636" y="274"/>
                    <a:pt x="28278" y="512"/>
                    <a:pt x="26945" y="774"/>
                  </a:cubicBezTo>
                  <a:cubicBezTo>
                    <a:pt x="25695" y="1012"/>
                    <a:pt x="24409" y="1334"/>
                    <a:pt x="23147" y="1405"/>
                  </a:cubicBezTo>
                  <a:lnTo>
                    <a:pt x="23147" y="1429"/>
                  </a:lnTo>
                  <a:cubicBezTo>
                    <a:pt x="23301" y="1977"/>
                    <a:pt x="23837" y="2929"/>
                    <a:pt x="23218" y="3382"/>
                  </a:cubicBezTo>
                  <a:cubicBezTo>
                    <a:pt x="22956" y="3584"/>
                    <a:pt x="22587" y="3620"/>
                    <a:pt x="22277" y="3679"/>
                  </a:cubicBezTo>
                  <a:cubicBezTo>
                    <a:pt x="21861" y="3751"/>
                    <a:pt x="21444" y="3834"/>
                    <a:pt x="21027" y="3917"/>
                  </a:cubicBezTo>
                  <a:cubicBezTo>
                    <a:pt x="20134" y="4096"/>
                    <a:pt x="19253" y="4298"/>
                    <a:pt x="18360" y="4489"/>
                  </a:cubicBezTo>
                  <a:cubicBezTo>
                    <a:pt x="16586" y="4894"/>
                    <a:pt x="14812" y="5322"/>
                    <a:pt x="13050" y="5775"/>
                  </a:cubicBezTo>
                  <a:cubicBezTo>
                    <a:pt x="12205" y="6001"/>
                    <a:pt x="11359" y="6227"/>
                    <a:pt x="10514" y="6465"/>
                  </a:cubicBezTo>
                  <a:cubicBezTo>
                    <a:pt x="10109" y="6584"/>
                    <a:pt x="9657" y="6775"/>
                    <a:pt x="9240" y="6822"/>
                  </a:cubicBezTo>
                  <a:cubicBezTo>
                    <a:pt x="9206" y="6828"/>
                    <a:pt x="9172" y="6831"/>
                    <a:pt x="9138" y="6831"/>
                  </a:cubicBezTo>
                  <a:cubicBezTo>
                    <a:pt x="8975" y="6831"/>
                    <a:pt x="8825" y="6760"/>
                    <a:pt x="8716" y="6632"/>
                  </a:cubicBezTo>
                  <a:cubicBezTo>
                    <a:pt x="8514" y="6382"/>
                    <a:pt x="8526" y="5894"/>
                    <a:pt x="8490" y="5584"/>
                  </a:cubicBezTo>
                  <a:cubicBezTo>
                    <a:pt x="8466" y="5406"/>
                    <a:pt x="8431" y="5215"/>
                    <a:pt x="8407" y="5036"/>
                  </a:cubicBezTo>
                  <a:cubicBezTo>
                    <a:pt x="5680" y="6144"/>
                    <a:pt x="2835" y="6977"/>
                    <a:pt x="1" y="7811"/>
                  </a:cubicBezTo>
                  <a:cubicBezTo>
                    <a:pt x="894" y="12478"/>
                    <a:pt x="1918" y="17121"/>
                    <a:pt x="2882" y="21765"/>
                  </a:cubicBezTo>
                  <a:cubicBezTo>
                    <a:pt x="3763" y="25968"/>
                    <a:pt x="4644" y="30171"/>
                    <a:pt x="5537" y="34373"/>
                  </a:cubicBezTo>
                  <a:cubicBezTo>
                    <a:pt x="5978" y="36445"/>
                    <a:pt x="6406" y="38517"/>
                    <a:pt x="6835" y="40588"/>
                  </a:cubicBezTo>
                  <a:cubicBezTo>
                    <a:pt x="6954" y="41136"/>
                    <a:pt x="7061" y="41684"/>
                    <a:pt x="7180" y="42243"/>
                  </a:cubicBezTo>
                  <a:cubicBezTo>
                    <a:pt x="7204" y="42374"/>
                    <a:pt x="7252" y="42898"/>
                    <a:pt x="7323" y="42970"/>
                  </a:cubicBezTo>
                  <a:cubicBezTo>
                    <a:pt x="7345" y="42992"/>
                    <a:pt x="7377" y="43001"/>
                    <a:pt x="7415" y="43001"/>
                  </a:cubicBezTo>
                  <a:cubicBezTo>
                    <a:pt x="7521" y="43001"/>
                    <a:pt x="7674" y="42933"/>
                    <a:pt x="7788" y="42898"/>
                  </a:cubicBezTo>
                  <a:cubicBezTo>
                    <a:pt x="8847" y="42636"/>
                    <a:pt x="9895" y="42339"/>
                    <a:pt x="10943" y="42065"/>
                  </a:cubicBezTo>
                  <a:cubicBezTo>
                    <a:pt x="15050" y="40946"/>
                    <a:pt x="19158" y="39826"/>
                    <a:pt x="23266" y="38707"/>
                  </a:cubicBezTo>
                  <a:cubicBezTo>
                    <a:pt x="25337" y="38148"/>
                    <a:pt x="27409" y="37576"/>
                    <a:pt x="29469" y="37017"/>
                  </a:cubicBezTo>
                  <a:cubicBezTo>
                    <a:pt x="31529" y="36457"/>
                    <a:pt x="33588" y="35802"/>
                    <a:pt x="35684" y="35374"/>
                  </a:cubicBezTo>
                  <a:cubicBezTo>
                    <a:pt x="35711" y="35364"/>
                    <a:pt x="35737" y="35361"/>
                    <a:pt x="35761" y="35361"/>
                  </a:cubicBezTo>
                  <a:cubicBezTo>
                    <a:pt x="35801" y="35361"/>
                    <a:pt x="35838" y="35371"/>
                    <a:pt x="35874" y="35385"/>
                  </a:cubicBezTo>
                  <a:cubicBezTo>
                    <a:pt x="36529" y="35195"/>
                    <a:pt x="37172" y="35016"/>
                    <a:pt x="37827" y="34838"/>
                  </a:cubicBezTo>
                  <a:lnTo>
                    <a:pt x="38970" y="34540"/>
                  </a:lnTo>
                  <a:cubicBezTo>
                    <a:pt x="39280" y="34469"/>
                    <a:pt x="40018" y="34409"/>
                    <a:pt x="40077" y="34028"/>
                  </a:cubicBezTo>
                  <a:cubicBezTo>
                    <a:pt x="40089" y="33897"/>
                    <a:pt x="39958" y="33576"/>
                    <a:pt x="39923" y="33457"/>
                  </a:cubicBezTo>
                  <a:cubicBezTo>
                    <a:pt x="39875" y="33266"/>
                    <a:pt x="39827" y="33076"/>
                    <a:pt x="39780" y="32861"/>
                  </a:cubicBezTo>
                  <a:cubicBezTo>
                    <a:pt x="39696" y="32516"/>
                    <a:pt x="39601" y="32159"/>
                    <a:pt x="39518" y="31814"/>
                  </a:cubicBezTo>
                  <a:cubicBezTo>
                    <a:pt x="36803" y="21169"/>
                    <a:pt x="33958" y="10561"/>
                    <a:pt x="309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43"/>
            <p:cNvSpPr/>
            <p:nvPr/>
          </p:nvSpPr>
          <p:spPr>
            <a:xfrm>
              <a:off x="4365425" y="2960025"/>
              <a:ext cx="44075" cy="41600"/>
            </a:xfrm>
            <a:custGeom>
              <a:avLst/>
              <a:gdLst/>
              <a:ahLst/>
              <a:cxnLst/>
              <a:rect l="l" t="t" r="r" b="b"/>
              <a:pathLst>
                <a:path w="1763" h="1664" extrusionOk="0">
                  <a:moveTo>
                    <a:pt x="1143" y="0"/>
                  </a:moveTo>
                  <a:cubicBezTo>
                    <a:pt x="1143" y="63"/>
                    <a:pt x="1106" y="135"/>
                    <a:pt x="1040" y="135"/>
                  </a:cubicBezTo>
                  <a:cubicBezTo>
                    <a:pt x="1031" y="135"/>
                    <a:pt x="1022" y="134"/>
                    <a:pt x="1012" y="131"/>
                  </a:cubicBezTo>
                  <a:cubicBezTo>
                    <a:pt x="985" y="128"/>
                    <a:pt x="959" y="127"/>
                    <a:pt x="934" y="127"/>
                  </a:cubicBezTo>
                  <a:cubicBezTo>
                    <a:pt x="90" y="127"/>
                    <a:pt x="1" y="1663"/>
                    <a:pt x="716" y="1663"/>
                  </a:cubicBezTo>
                  <a:cubicBezTo>
                    <a:pt x="784" y="1663"/>
                    <a:pt x="859" y="1649"/>
                    <a:pt x="941" y="1619"/>
                  </a:cubicBezTo>
                  <a:cubicBezTo>
                    <a:pt x="1643" y="1369"/>
                    <a:pt x="1762" y="417"/>
                    <a:pt x="11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43"/>
            <p:cNvSpPr/>
            <p:nvPr/>
          </p:nvSpPr>
          <p:spPr>
            <a:xfrm>
              <a:off x="3969700" y="3158675"/>
              <a:ext cx="361675" cy="117275"/>
            </a:xfrm>
            <a:custGeom>
              <a:avLst/>
              <a:gdLst/>
              <a:ahLst/>
              <a:cxnLst/>
              <a:rect l="l" t="t" r="r" b="b"/>
              <a:pathLst>
                <a:path w="14467" h="4691" extrusionOk="0">
                  <a:moveTo>
                    <a:pt x="14240" y="0"/>
                  </a:moveTo>
                  <a:cubicBezTo>
                    <a:pt x="14223" y="0"/>
                    <a:pt x="14205" y="3"/>
                    <a:pt x="14186" y="8"/>
                  </a:cubicBezTo>
                  <a:cubicBezTo>
                    <a:pt x="9435" y="1424"/>
                    <a:pt x="4732" y="2948"/>
                    <a:pt x="65" y="4580"/>
                  </a:cubicBezTo>
                  <a:cubicBezTo>
                    <a:pt x="1" y="4601"/>
                    <a:pt x="14" y="4690"/>
                    <a:pt x="69" y="4690"/>
                  </a:cubicBezTo>
                  <a:cubicBezTo>
                    <a:pt x="75" y="4690"/>
                    <a:pt x="82" y="4689"/>
                    <a:pt x="89" y="4687"/>
                  </a:cubicBezTo>
                  <a:cubicBezTo>
                    <a:pt x="4852" y="3353"/>
                    <a:pt x="9590" y="1889"/>
                    <a:pt x="14281" y="341"/>
                  </a:cubicBezTo>
                  <a:cubicBezTo>
                    <a:pt x="14467" y="275"/>
                    <a:pt x="14422" y="0"/>
                    <a:pt x="142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43"/>
            <p:cNvSpPr/>
            <p:nvPr/>
          </p:nvSpPr>
          <p:spPr>
            <a:xfrm>
              <a:off x="4247250" y="3107900"/>
              <a:ext cx="43200" cy="48150"/>
            </a:xfrm>
            <a:custGeom>
              <a:avLst/>
              <a:gdLst/>
              <a:ahLst/>
              <a:cxnLst/>
              <a:rect l="l" t="t" r="r" b="b"/>
              <a:pathLst>
                <a:path w="1728" h="1926" extrusionOk="0">
                  <a:moveTo>
                    <a:pt x="951" y="1"/>
                  </a:moveTo>
                  <a:cubicBezTo>
                    <a:pt x="739" y="1"/>
                    <a:pt x="522" y="182"/>
                    <a:pt x="572" y="455"/>
                  </a:cubicBezTo>
                  <a:cubicBezTo>
                    <a:pt x="583" y="519"/>
                    <a:pt x="639" y="550"/>
                    <a:pt x="697" y="550"/>
                  </a:cubicBezTo>
                  <a:cubicBezTo>
                    <a:pt x="768" y="550"/>
                    <a:pt x="840" y="504"/>
                    <a:pt x="834" y="419"/>
                  </a:cubicBezTo>
                  <a:cubicBezTo>
                    <a:pt x="873" y="403"/>
                    <a:pt x="903" y="395"/>
                    <a:pt x="922" y="395"/>
                  </a:cubicBezTo>
                  <a:cubicBezTo>
                    <a:pt x="961" y="395"/>
                    <a:pt x="961" y="427"/>
                    <a:pt x="929" y="491"/>
                  </a:cubicBezTo>
                  <a:cubicBezTo>
                    <a:pt x="905" y="562"/>
                    <a:pt x="869" y="634"/>
                    <a:pt x="834" y="717"/>
                  </a:cubicBezTo>
                  <a:cubicBezTo>
                    <a:pt x="786" y="812"/>
                    <a:pt x="727" y="919"/>
                    <a:pt x="667" y="1015"/>
                  </a:cubicBezTo>
                  <a:cubicBezTo>
                    <a:pt x="524" y="1229"/>
                    <a:pt x="346" y="1419"/>
                    <a:pt x="143" y="1574"/>
                  </a:cubicBezTo>
                  <a:cubicBezTo>
                    <a:pt x="0" y="1693"/>
                    <a:pt x="131" y="1896"/>
                    <a:pt x="274" y="1908"/>
                  </a:cubicBezTo>
                  <a:cubicBezTo>
                    <a:pt x="465" y="1919"/>
                    <a:pt x="655" y="1925"/>
                    <a:pt x="846" y="1925"/>
                  </a:cubicBezTo>
                  <a:cubicBezTo>
                    <a:pt x="1036" y="1925"/>
                    <a:pt x="1227" y="1919"/>
                    <a:pt x="1417" y="1908"/>
                  </a:cubicBezTo>
                  <a:cubicBezTo>
                    <a:pt x="1728" y="1873"/>
                    <a:pt x="1727" y="1406"/>
                    <a:pt x="1448" y="1406"/>
                  </a:cubicBezTo>
                  <a:cubicBezTo>
                    <a:pt x="1438" y="1406"/>
                    <a:pt x="1428" y="1406"/>
                    <a:pt x="1417" y="1408"/>
                  </a:cubicBezTo>
                  <a:cubicBezTo>
                    <a:pt x="1191" y="1443"/>
                    <a:pt x="977" y="1467"/>
                    <a:pt x="750" y="1491"/>
                  </a:cubicBezTo>
                  <a:cubicBezTo>
                    <a:pt x="858" y="1360"/>
                    <a:pt x="965" y="1217"/>
                    <a:pt x="1048" y="1062"/>
                  </a:cubicBezTo>
                  <a:cubicBezTo>
                    <a:pt x="1167" y="860"/>
                    <a:pt x="1358" y="515"/>
                    <a:pt x="1286" y="265"/>
                  </a:cubicBezTo>
                  <a:cubicBezTo>
                    <a:pt x="1229" y="80"/>
                    <a:pt x="1092" y="1"/>
                    <a:pt x="9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43"/>
            <p:cNvSpPr/>
            <p:nvPr/>
          </p:nvSpPr>
          <p:spPr>
            <a:xfrm>
              <a:off x="4220750" y="2889475"/>
              <a:ext cx="54200" cy="46275"/>
            </a:xfrm>
            <a:custGeom>
              <a:avLst/>
              <a:gdLst/>
              <a:ahLst/>
              <a:cxnLst/>
              <a:rect l="l" t="t" r="r" b="b"/>
              <a:pathLst>
                <a:path w="2168" h="1851" extrusionOk="0">
                  <a:moveTo>
                    <a:pt x="1239" y="0"/>
                  </a:moveTo>
                  <a:cubicBezTo>
                    <a:pt x="370" y="84"/>
                    <a:pt x="1" y="1251"/>
                    <a:pt x="858" y="1727"/>
                  </a:cubicBezTo>
                  <a:cubicBezTo>
                    <a:pt x="998" y="1811"/>
                    <a:pt x="1152" y="1851"/>
                    <a:pt x="1305" y="1851"/>
                  </a:cubicBezTo>
                  <a:cubicBezTo>
                    <a:pt x="1543" y="1851"/>
                    <a:pt x="1779" y="1753"/>
                    <a:pt x="1953" y="1572"/>
                  </a:cubicBezTo>
                  <a:cubicBezTo>
                    <a:pt x="2168" y="1310"/>
                    <a:pt x="2108" y="1001"/>
                    <a:pt x="2037" y="703"/>
                  </a:cubicBezTo>
                  <a:cubicBezTo>
                    <a:pt x="2007" y="533"/>
                    <a:pt x="1918" y="129"/>
                    <a:pt x="1680" y="129"/>
                  </a:cubicBezTo>
                  <a:cubicBezTo>
                    <a:pt x="1634" y="129"/>
                    <a:pt x="1582" y="144"/>
                    <a:pt x="1525" y="179"/>
                  </a:cubicBezTo>
                  <a:cubicBezTo>
                    <a:pt x="1490" y="199"/>
                    <a:pt x="1455" y="208"/>
                    <a:pt x="1420" y="208"/>
                  </a:cubicBezTo>
                  <a:cubicBezTo>
                    <a:pt x="1313" y="208"/>
                    <a:pt x="1221" y="118"/>
                    <a:pt x="12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43"/>
            <p:cNvSpPr/>
            <p:nvPr/>
          </p:nvSpPr>
          <p:spPr>
            <a:xfrm>
              <a:off x="4204075" y="3100700"/>
              <a:ext cx="29200" cy="32000"/>
            </a:xfrm>
            <a:custGeom>
              <a:avLst/>
              <a:gdLst/>
              <a:ahLst/>
              <a:cxnLst/>
              <a:rect l="l" t="t" r="r" b="b"/>
              <a:pathLst>
                <a:path w="1168" h="1280" extrusionOk="0">
                  <a:moveTo>
                    <a:pt x="681" y="0"/>
                  </a:moveTo>
                  <a:cubicBezTo>
                    <a:pt x="516" y="0"/>
                    <a:pt x="356" y="102"/>
                    <a:pt x="299" y="267"/>
                  </a:cubicBezTo>
                  <a:cubicBezTo>
                    <a:pt x="270" y="373"/>
                    <a:pt x="171" y="432"/>
                    <a:pt x="71" y="432"/>
                  </a:cubicBezTo>
                  <a:cubicBezTo>
                    <a:pt x="48" y="432"/>
                    <a:pt x="24" y="428"/>
                    <a:pt x="1" y="422"/>
                  </a:cubicBezTo>
                  <a:lnTo>
                    <a:pt x="1" y="422"/>
                  </a:lnTo>
                  <a:cubicBezTo>
                    <a:pt x="13" y="648"/>
                    <a:pt x="96" y="862"/>
                    <a:pt x="239" y="1041"/>
                  </a:cubicBezTo>
                  <a:cubicBezTo>
                    <a:pt x="334" y="1148"/>
                    <a:pt x="453" y="1231"/>
                    <a:pt x="596" y="1279"/>
                  </a:cubicBezTo>
                  <a:cubicBezTo>
                    <a:pt x="601" y="1279"/>
                    <a:pt x="606" y="1279"/>
                    <a:pt x="612" y="1279"/>
                  </a:cubicBezTo>
                  <a:cubicBezTo>
                    <a:pt x="807" y="1279"/>
                    <a:pt x="967" y="1061"/>
                    <a:pt x="1049" y="910"/>
                  </a:cubicBezTo>
                  <a:cubicBezTo>
                    <a:pt x="1168" y="648"/>
                    <a:pt x="1156" y="243"/>
                    <a:pt x="894" y="64"/>
                  </a:cubicBezTo>
                  <a:cubicBezTo>
                    <a:pt x="828" y="20"/>
                    <a:pt x="754" y="0"/>
                    <a:pt x="6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43"/>
            <p:cNvSpPr/>
            <p:nvPr/>
          </p:nvSpPr>
          <p:spPr>
            <a:xfrm>
              <a:off x="3832900" y="2351300"/>
              <a:ext cx="368525" cy="184825"/>
            </a:xfrm>
            <a:custGeom>
              <a:avLst/>
              <a:gdLst/>
              <a:ahLst/>
              <a:cxnLst/>
              <a:rect l="l" t="t" r="r" b="b"/>
              <a:pathLst>
                <a:path w="14741" h="7393" extrusionOk="0">
                  <a:moveTo>
                    <a:pt x="13407" y="1"/>
                  </a:moveTo>
                  <a:cubicBezTo>
                    <a:pt x="8966" y="1192"/>
                    <a:pt x="4501" y="2251"/>
                    <a:pt x="1" y="3168"/>
                  </a:cubicBezTo>
                  <a:cubicBezTo>
                    <a:pt x="48" y="3501"/>
                    <a:pt x="96" y="3847"/>
                    <a:pt x="132" y="4180"/>
                  </a:cubicBezTo>
                  <a:cubicBezTo>
                    <a:pt x="144" y="4240"/>
                    <a:pt x="120" y="4287"/>
                    <a:pt x="84" y="4323"/>
                  </a:cubicBezTo>
                  <a:cubicBezTo>
                    <a:pt x="96" y="4371"/>
                    <a:pt x="108" y="4418"/>
                    <a:pt x="120" y="4466"/>
                  </a:cubicBezTo>
                  <a:cubicBezTo>
                    <a:pt x="132" y="4502"/>
                    <a:pt x="132" y="4537"/>
                    <a:pt x="132" y="4573"/>
                  </a:cubicBezTo>
                  <a:cubicBezTo>
                    <a:pt x="215" y="4954"/>
                    <a:pt x="287" y="5347"/>
                    <a:pt x="358" y="5728"/>
                  </a:cubicBezTo>
                  <a:cubicBezTo>
                    <a:pt x="406" y="5990"/>
                    <a:pt x="465" y="6240"/>
                    <a:pt x="513" y="6502"/>
                  </a:cubicBezTo>
                  <a:cubicBezTo>
                    <a:pt x="548" y="6692"/>
                    <a:pt x="548" y="7133"/>
                    <a:pt x="656" y="7276"/>
                  </a:cubicBezTo>
                  <a:cubicBezTo>
                    <a:pt x="718" y="7361"/>
                    <a:pt x="823" y="7393"/>
                    <a:pt x="949" y="7393"/>
                  </a:cubicBezTo>
                  <a:cubicBezTo>
                    <a:pt x="1282" y="7393"/>
                    <a:pt x="1761" y="7169"/>
                    <a:pt x="1977" y="7109"/>
                  </a:cubicBezTo>
                  <a:cubicBezTo>
                    <a:pt x="3835" y="6609"/>
                    <a:pt x="5692" y="6133"/>
                    <a:pt x="7549" y="5680"/>
                  </a:cubicBezTo>
                  <a:cubicBezTo>
                    <a:pt x="9419" y="5240"/>
                    <a:pt x="11288" y="4835"/>
                    <a:pt x="13169" y="4430"/>
                  </a:cubicBezTo>
                  <a:cubicBezTo>
                    <a:pt x="13419" y="4371"/>
                    <a:pt x="13669" y="4323"/>
                    <a:pt x="13931" y="4275"/>
                  </a:cubicBezTo>
                  <a:cubicBezTo>
                    <a:pt x="14074" y="4251"/>
                    <a:pt x="14229" y="4216"/>
                    <a:pt x="14360" y="4168"/>
                  </a:cubicBezTo>
                  <a:cubicBezTo>
                    <a:pt x="14741" y="3882"/>
                    <a:pt x="14253" y="2870"/>
                    <a:pt x="14145" y="2525"/>
                  </a:cubicBezTo>
                  <a:lnTo>
                    <a:pt x="13407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43"/>
            <p:cNvSpPr/>
            <p:nvPr/>
          </p:nvSpPr>
          <p:spPr>
            <a:xfrm>
              <a:off x="4162425" y="3249350"/>
              <a:ext cx="32750" cy="40925"/>
            </a:xfrm>
            <a:custGeom>
              <a:avLst/>
              <a:gdLst/>
              <a:ahLst/>
              <a:cxnLst/>
              <a:rect l="l" t="t" r="r" b="b"/>
              <a:pathLst>
                <a:path w="1310" h="1637" extrusionOk="0">
                  <a:moveTo>
                    <a:pt x="929" y="0"/>
                  </a:moveTo>
                  <a:lnTo>
                    <a:pt x="929" y="0"/>
                  </a:lnTo>
                  <a:cubicBezTo>
                    <a:pt x="750" y="83"/>
                    <a:pt x="595" y="202"/>
                    <a:pt x="452" y="345"/>
                  </a:cubicBezTo>
                  <a:cubicBezTo>
                    <a:pt x="415" y="383"/>
                    <a:pt x="368" y="401"/>
                    <a:pt x="321" y="401"/>
                  </a:cubicBezTo>
                  <a:cubicBezTo>
                    <a:pt x="263" y="401"/>
                    <a:pt x="206" y="374"/>
                    <a:pt x="167" y="322"/>
                  </a:cubicBezTo>
                  <a:cubicBezTo>
                    <a:pt x="71" y="512"/>
                    <a:pt x="24" y="726"/>
                    <a:pt x="24" y="929"/>
                  </a:cubicBezTo>
                  <a:cubicBezTo>
                    <a:pt x="24" y="1107"/>
                    <a:pt x="0" y="1476"/>
                    <a:pt x="179" y="1584"/>
                  </a:cubicBezTo>
                  <a:cubicBezTo>
                    <a:pt x="255" y="1619"/>
                    <a:pt x="336" y="1637"/>
                    <a:pt x="417" y="1637"/>
                  </a:cubicBezTo>
                  <a:cubicBezTo>
                    <a:pt x="550" y="1637"/>
                    <a:pt x="682" y="1589"/>
                    <a:pt x="786" y="1500"/>
                  </a:cubicBezTo>
                  <a:cubicBezTo>
                    <a:pt x="1250" y="1131"/>
                    <a:pt x="1310" y="441"/>
                    <a:pt x="9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43"/>
            <p:cNvSpPr/>
            <p:nvPr/>
          </p:nvSpPr>
          <p:spPr>
            <a:xfrm>
              <a:off x="3916250" y="2676050"/>
              <a:ext cx="261375" cy="230425"/>
            </a:xfrm>
            <a:custGeom>
              <a:avLst/>
              <a:gdLst/>
              <a:ahLst/>
              <a:cxnLst/>
              <a:rect l="l" t="t" r="r" b="b"/>
              <a:pathLst>
                <a:path w="10455" h="9217" extrusionOk="0">
                  <a:moveTo>
                    <a:pt x="7013" y="1"/>
                  </a:moveTo>
                  <a:cubicBezTo>
                    <a:pt x="5382" y="560"/>
                    <a:pt x="3727" y="1251"/>
                    <a:pt x="2048" y="1668"/>
                  </a:cubicBezTo>
                  <a:lnTo>
                    <a:pt x="2013" y="1691"/>
                  </a:lnTo>
                  <a:cubicBezTo>
                    <a:pt x="1501" y="1965"/>
                    <a:pt x="1358" y="2608"/>
                    <a:pt x="1167" y="3108"/>
                  </a:cubicBezTo>
                  <a:cubicBezTo>
                    <a:pt x="834" y="3977"/>
                    <a:pt x="524" y="4846"/>
                    <a:pt x="239" y="5728"/>
                  </a:cubicBezTo>
                  <a:cubicBezTo>
                    <a:pt x="167" y="5942"/>
                    <a:pt x="36" y="6204"/>
                    <a:pt x="24" y="6430"/>
                  </a:cubicBezTo>
                  <a:cubicBezTo>
                    <a:pt x="1" y="6847"/>
                    <a:pt x="429" y="7049"/>
                    <a:pt x="703" y="7252"/>
                  </a:cubicBezTo>
                  <a:lnTo>
                    <a:pt x="1798" y="8025"/>
                  </a:lnTo>
                  <a:cubicBezTo>
                    <a:pt x="2191" y="8299"/>
                    <a:pt x="2584" y="8585"/>
                    <a:pt x="2977" y="8859"/>
                  </a:cubicBezTo>
                  <a:cubicBezTo>
                    <a:pt x="3168" y="8990"/>
                    <a:pt x="3394" y="9192"/>
                    <a:pt x="3632" y="9216"/>
                  </a:cubicBezTo>
                  <a:cubicBezTo>
                    <a:pt x="3641" y="9217"/>
                    <a:pt x="3651" y="9217"/>
                    <a:pt x="3660" y="9217"/>
                  </a:cubicBezTo>
                  <a:cubicBezTo>
                    <a:pt x="3871" y="9217"/>
                    <a:pt x="4140" y="9094"/>
                    <a:pt x="4323" y="9037"/>
                  </a:cubicBezTo>
                  <a:lnTo>
                    <a:pt x="7049" y="8192"/>
                  </a:lnTo>
                  <a:cubicBezTo>
                    <a:pt x="7513" y="8049"/>
                    <a:pt x="8049" y="7942"/>
                    <a:pt x="8478" y="7704"/>
                  </a:cubicBezTo>
                  <a:cubicBezTo>
                    <a:pt x="8895" y="7466"/>
                    <a:pt x="9073" y="7025"/>
                    <a:pt x="9216" y="6585"/>
                  </a:cubicBezTo>
                  <a:cubicBezTo>
                    <a:pt x="9537" y="5704"/>
                    <a:pt x="9847" y="4811"/>
                    <a:pt x="10157" y="3918"/>
                  </a:cubicBezTo>
                  <a:cubicBezTo>
                    <a:pt x="10264" y="3692"/>
                    <a:pt x="10347" y="3442"/>
                    <a:pt x="10407" y="3203"/>
                  </a:cubicBezTo>
                  <a:cubicBezTo>
                    <a:pt x="10454" y="2906"/>
                    <a:pt x="10311" y="2811"/>
                    <a:pt x="10109" y="2644"/>
                  </a:cubicBezTo>
                  <a:cubicBezTo>
                    <a:pt x="9776" y="2358"/>
                    <a:pt x="9442" y="2060"/>
                    <a:pt x="9097" y="1775"/>
                  </a:cubicBezTo>
                  <a:cubicBezTo>
                    <a:pt x="8394" y="1179"/>
                    <a:pt x="7704" y="596"/>
                    <a:pt x="70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43"/>
            <p:cNvSpPr/>
            <p:nvPr/>
          </p:nvSpPr>
          <p:spPr>
            <a:xfrm>
              <a:off x="4053850" y="3263625"/>
              <a:ext cx="55025" cy="68575"/>
            </a:xfrm>
            <a:custGeom>
              <a:avLst/>
              <a:gdLst/>
              <a:ahLst/>
              <a:cxnLst/>
              <a:rect l="l" t="t" r="r" b="b"/>
              <a:pathLst>
                <a:path w="2201" h="2743" extrusionOk="0">
                  <a:moveTo>
                    <a:pt x="1640" y="1"/>
                  </a:moveTo>
                  <a:cubicBezTo>
                    <a:pt x="581" y="24"/>
                    <a:pt x="69" y="1144"/>
                    <a:pt x="21" y="2096"/>
                  </a:cubicBezTo>
                  <a:cubicBezTo>
                    <a:pt x="1" y="2572"/>
                    <a:pt x="295" y="2742"/>
                    <a:pt x="672" y="2742"/>
                  </a:cubicBezTo>
                  <a:cubicBezTo>
                    <a:pt x="1183" y="2742"/>
                    <a:pt x="1846" y="2431"/>
                    <a:pt x="2093" y="2144"/>
                  </a:cubicBezTo>
                  <a:cubicBezTo>
                    <a:pt x="2200" y="2026"/>
                    <a:pt x="2099" y="1813"/>
                    <a:pt x="1954" y="1813"/>
                  </a:cubicBezTo>
                  <a:cubicBezTo>
                    <a:pt x="1922" y="1813"/>
                    <a:pt x="1889" y="1823"/>
                    <a:pt x="1855" y="1846"/>
                  </a:cubicBezTo>
                  <a:cubicBezTo>
                    <a:pt x="1605" y="2037"/>
                    <a:pt x="1331" y="2179"/>
                    <a:pt x="1033" y="2251"/>
                  </a:cubicBezTo>
                  <a:cubicBezTo>
                    <a:pt x="950" y="2276"/>
                    <a:pt x="805" y="2312"/>
                    <a:pt x="688" y="2312"/>
                  </a:cubicBezTo>
                  <a:cubicBezTo>
                    <a:pt x="636" y="2312"/>
                    <a:pt x="590" y="2305"/>
                    <a:pt x="557" y="2287"/>
                  </a:cubicBezTo>
                  <a:cubicBezTo>
                    <a:pt x="319" y="2156"/>
                    <a:pt x="414" y="1834"/>
                    <a:pt x="450" y="1632"/>
                  </a:cubicBezTo>
                  <a:cubicBezTo>
                    <a:pt x="557" y="941"/>
                    <a:pt x="938" y="274"/>
                    <a:pt x="1664" y="84"/>
                  </a:cubicBezTo>
                  <a:cubicBezTo>
                    <a:pt x="1712" y="72"/>
                    <a:pt x="1700" y="1"/>
                    <a:pt x="1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43"/>
            <p:cNvSpPr/>
            <p:nvPr/>
          </p:nvSpPr>
          <p:spPr>
            <a:xfrm>
              <a:off x="3870700" y="2195475"/>
              <a:ext cx="201850" cy="198425"/>
            </a:xfrm>
            <a:custGeom>
              <a:avLst/>
              <a:gdLst/>
              <a:ahLst/>
              <a:cxnLst/>
              <a:rect l="l" t="t" r="r" b="b"/>
              <a:pathLst>
                <a:path w="8074" h="7937" extrusionOk="0">
                  <a:moveTo>
                    <a:pt x="4339" y="2147"/>
                  </a:moveTo>
                  <a:cubicBezTo>
                    <a:pt x="4580" y="2147"/>
                    <a:pt x="4826" y="2189"/>
                    <a:pt x="5073" y="2281"/>
                  </a:cubicBezTo>
                  <a:cubicBezTo>
                    <a:pt x="6180" y="2686"/>
                    <a:pt x="6585" y="3924"/>
                    <a:pt x="6156" y="4984"/>
                  </a:cubicBezTo>
                  <a:cubicBezTo>
                    <a:pt x="5813" y="5842"/>
                    <a:pt x="4989" y="6371"/>
                    <a:pt x="4112" y="6371"/>
                  </a:cubicBezTo>
                  <a:cubicBezTo>
                    <a:pt x="3894" y="6371"/>
                    <a:pt x="3672" y="6339"/>
                    <a:pt x="3454" y="6270"/>
                  </a:cubicBezTo>
                  <a:cubicBezTo>
                    <a:pt x="2477" y="5948"/>
                    <a:pt x="1846" y="4865"/>
                    <a:pt x="2108" y="3865"/>
                  </a:cubicBezTo>
                  <a:lnTo>
                    <a:pt x="2108" y="3865"/>
                  </a:lnTo>
                  <a:cubicBezTo>
                    <a:pt x="2098" y="3867"/>
                    <a:pt x="2088" y="3868"/>
                    <a:pt x="2079" y="3868"/>
                  </a:cubicBezTo>
                  <a:cubicBezTo>
                    <a:pt x="2001" y="3868"/>
                    <a:pt x="1957" y="3786"/>
                    <a:pt x="1989" y="3722"/>
                  </a:cubicBezTo>
                  <a:cubicBezTo>
                    <a:pt x="2467" y="2843"/>
                    <a:pt x="3359" y="2147"/>
                    <a:pt x="4339" y="2147"/>
                  </a:cubicBezTo>
                  <a:close/>
                  <a:moveTo>
                    <a:pt x="4290" y="1"/>
                  </a:moveTo>
                  <a:cubicBezTo>
                    <a:pt x="3742" y="1"/>
                    <a:pt x="3188" y="109"/>
                    <a:pt x="2680" y="317"/>
                  </a:cubicBezTo>
                  <a:cubicBezTo>
                    <a:pt x="1120" y="948"/>
                    <a:pt x="1" y="2603"/>
                    <a:pt x="84" y="4305"/>
                  </a:cubicBezTo>
                  <a:cubicBezTo>
                    <a:pt x="168" y="5972"/>
                    <a:pt x="1525" y="7020"/>
                    <a:pt x="2763" y="7937"/>
                  </a:cubicBezTo>
                  <a:cubicBezTo>
                    <a:pt x="4168" y="7627"/>
                    <a:pt x="5549" y="7294"/>
                    <a:pt x="6930" y="6948"/>
                  </a:cubicBezTo>
                  <a:cubicBezTo>
                    <a:pt x="7418" y="5258"/>
                    <a:pt x="8073" y="3376"/>
                    <a:pt x="7252" y="1686"/>
                  </a:cubicBezTo>
                  <a:cubicBezTo>
                    <a:pt x="6678" y="530"/>
                    <a:pt x="5500" y="1"/>
                    <a:pt x="4290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43"/>
            <p:cNvSpPr/>
            <p:nvPr/>
          </p:nvSpPr>
          <p:spPr>
            <a:xfrm>
              <a:off x="3577525" y="2471275"/>
              <a:ext cx="254800" cy="979600"/>
            </a:xfrm>
            <a:custGeom>
              <a:avLst/>
              <a:gdLst/>
              <a:ahLst/>
              <a:cxnLst/>
              <a:rect l="l" t="t" r="r" b="b"/>
              <a:pathLst>
                <a:path w="10192" h="39184" extrusionOk="0">
                  <a:moveTo>
                    <a:pt x="10037" y="0"/>
                  </a:moveTo>
                  <a:cubicBezTo>
                    <a:pt x="6692" y="976"/>
                    <a:pt x="3346" y="1953"/>
                    <a:pt x="0" y="2929"/>
                  </a:cubicBezTo>
                  <a:cubicBezTo>
                    <a:pt x="298" y="4322"/>
                    <a:pt x="500" y="5739"/>
                    <a:pt x="798" y="7132"/>
                  </a:cubicBezTo>
                  <a:lnTo>
                    <a:pt x="1691" y="11418"/>
                  </a:lnTo>
                  <a:cubicBezTo>
                    <a:pt x="2798" y="16645"/>
                    <a:pt x="3905" y="21860"/>
                    <a:pt x="5013" y="27087"/>
                  </a:cubicBezTo>
                  <a:cubicBezTo>
                    <a:pt x="5858" y="31123"/>
                    <a:pt x="6763" y="35147"/>
                    <a:pt x="7620" y="39184"/>
                  </a:cubicBezTo>
                  <a:lnTo>
                    <a:pt x="8394" y="39029"/>
                  </a:lnTo>
                  <a:cubicBezTo>
                    <a:pt x="8323" y="38707"/>
                    <a:pt x="8287" y="38362"/>
                    <a:pt x="8227" y="38064"/>
                  </a:cubicBezTo>
                  <a:cubicBezTo>
                    <a:pt x="8120" y="37552"/>
                    <a:pt x="8013" y="37029"/>
                    <a:pt x="7906" y="36505"/>
                  </a:cubicBezTo>
                  <a:cubicBezTo>
                    <a:pt x="7465" y="34338"/>
                    <a:pt x="7025" y="32171"/>
                    <a:pt x="6596" y="29992"/>
                  </a:cubicBezTo>
                  <a:cubicBezTo>
                    <a:pt x="5727" y="25682"/>
                    <a:pt x="4870" y="21384"/>
                    <a:pt x="4001" y="17062"/>
                  </a:cubicBezTo>
                  <a:cubicBezTo>
                    <a:pt x="3120" y="12728"/>
                    <a:pt x="2298" y="8358"/>
                    <a:pt x="1334" y="4048"/>
                  </a:cubicBezTo>
                  <a:cubicBezTo>
                    <a:pt x="1298" y="3917"/>
                    <a:pt x="1369" y="3798"/>
                    <a:pt x="1500" y="3763"/>
                  </a:cubicBezTo>
                  <a:cubicBezTo>
                    <a:pt x="4358" y="2798"/>
                    <a:pt x="7239" y="1786"/>
                    <a:pt x="10192" y="1119"/>
                  </a:cubicBezTo>
                  <a:cubicBezTo>
                    <a:pt x="10168" y="965"/>
                    <a:pt x="10144" y="798"/>
                    <a:pt x="10121" y="655"/>
                  </a:cubicBezTo>
                  <a:lnTo>
                    <a:pt x="1003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43"/>
            <p:cNvSpPr/>
            <p:nvPr/>
          </p:nvSpPr>
          <p:spPr>
            <a:xfrm>
              <a:off x="3560850" y="2552225"/>
              <a:ext cx="213750" cy="1028725"/>
            </a:xfrm>
            <a:custGeom>
              <a:avLst/>
              <a:gdLst/>
              <a:ahLst/>
              <a:cxnLst/>
              <a:rect l="l" t="t" r="r" b="b"/>
              <a:pathLst>
                <a:path w="8550" h="41149" extrusionOk="0">
                  <a:moveTo>
                    <a:pt x="108" y="1"/>
                  </a:moveTo>
                  <a:lnTo>
                    <a:pt x="108" y="1"/>
                  </a:lnTo>
                  <a:cubicBezTo>
                    <a:pt x="0" y="1358"/>
                    <a:pt x="143" y="2656"/>
                    <a:pt x="417" y="4013"/>
                  </a:cubicBezTo>
                  <a:cubicBezTo>
                    <a:pt x="727" y="5513"/>
                    <a:pt x="1036" y="7002"/>
                    <a:pt x="1346" y="8490"/>
                  </a:cubicBezTo>
                  <a:cubicBezTo>
                    <a:pt x="3644" y="19348"/>
                    <a:pt x="5882" y="30219"/>
                    <a:pt x="8085" y="41089"/>
                  </a:cubicBezTo>
                  <a:cubicBezTo>
                    <a:pt x="8085" y="41101"/>
                    <a:pt x="8085" y="41125"/>
                    <a:pt x="8085" y="41149"/>
                  </a:cubicBezTo>
                  <a:lnTo>
                    <a:pt x="8144" y="41137"/>
                  </a:lnTo>
                  <a:cubicBezTo>
                    <a:pt x="8299" y="40720"/>
                    <a:pt x="8418" y="40291"/>
                    <a:pt x="8549" y="39863"/>
                  </a:cubicBezTo>
                  <a:cubicBezTo>
                    <a:pt x="8466" y="39827"/>
                    <a:pt x="8406" y="39756"/>
                    <a:pt x="8394" y="39672"/>
                  </a:cubicBezTo>
                  <a:cubicBezTo>
                    <a:pt x="7751" y="36755"/>
                    <a:pt x="7204" y="33814"/>
                    <a:pt x="6597" y="30897"/>
                  </a:cubicBezTo>
                  <a:cubicBezTo>
                    <a:pt x="5513" y="25670"/>
                    <a:pt x="4442" y="20444"/>
                    <a:pt x="3370" y="15205"/>
                  </a:cubicBezTo>
                  <a:cubicBezTo>
                    <a:pt x="2822" y="12574"/>
                    <a:pt x="2286" y="9942"/>
                    <a:pt x="1739" y="7311"/>
                  </a:cubicBezTo>
                  <a:lnTo>
                    <a:pt x="917" y="3430"/>
                  </a:lnTo>
                  <a:cubicBezTo>
                    <a:pt x="679" y="2275"/>
                    <a:pt x="358" y="1144"/>
                    <a:pt x="1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43"/>
            <p:cNvSpPr/>
            <p:nvPr/>
          </p:nvSpPr>
          <p:spPr>
            <a:xfrm>
              <a:off x="3547750" y="2184575"/>
              <a:ext cx="1158800" cy="1403300"/>
            </a:xfrm>
            <a:custGeom>
              <a:avLst/>
              <a:gdLst/>
              <a:ahLst/>
              <a:cxnLst/>
              <a:rect l="l" t="t" r="r" b="b"/>
              <a:pathLst>
                <a:path w="46352" h="56132" extrusionOk="0">
                  <a:moveTo>
                    <a:pt x="17224" y="434"/>
                  </a:moveTo>
                  <a:cubicBezTo>
                    <a:pt x="18431" y="434"/>
                    <a:pt x="19609" y="961"/>
                    <a:pt x="20182" y="2122"/>
                  </a:cubicBezTo>
                  <a:cubicBezTo>
                    <a:pt x="21003" y="3812"/>
                    <a:pt x="20348" y="5694"/>
                    <a:pt x="19872" y="7384"/>
                  </a:cubicBezTo>
                  <a:cubicBezTo>
                    <a:pt x="18479" y="7730"/>
                    <a:pt x="17086" y="8051"/>
                    <a:pt x="15705" y="8373"/>
                  </a:cubicBezTo>
                  <a:cubicBezTo>
                    <a:pt x="14467" y="7456"/>
                    <a:pt x="13109" y="6408"/>
                    <a:pt x="13026" y="4741"/>
                  </a:cubicBezTo>
                  <a:cubicBezTo>
                    <a:pt x="12931" y="3039"/>
                    <a:pt x="14050" y="1384"/>
                    <a:pt x="15610" y="753"/>
                  </a:cubicBezTo>
                  <a:cubicBezTo>
                    <a:pt x="16117" y="544"/>
                    <a:pt x="16673" y="434"/>
                    <a:pt x="17224" y="434"/>
                  </a:cubicBezTo>
                  <a:close/>
                  <a:moveTo>
                    <a:pt x="24813" y="6670"/>
                  </a:moveTo>
                  <a:lnTo>
                    <a:pt x="25551" y="9194"/>
                  </a:lnTo>
                  <a:cubicBezTo>
                    <a:pt x="25659" y="9539"/>
                    <a:pt x="26147" y="10551"/>
                    <a:pt x="25766" y="10825"/>
                  </a:cubicBezTo>
                  <a:cubicBezTo>
                    <a:pt x="25635" y="10885"/>
                    <a:pt x="25480" y="10920"/>
                    <a:pt x="25337" y="10932"/>
                  </a:cubicBezTo>
                  <a:cubicBezTo>
                    <a:pt x="25075" y="10992"/>
                    <a:pt x="24825" y="11040"/>
                    <a:pt x="24575" y="11099"/>
                  </a:cubicBezTo>
                  <a:cubicBezTo>
                    <a:pt x="22694" y="11492"/>
                    <a:pt x="20825" y="11897"/>
                    <a:pt x="18955" y="12349"/>
                  </a:cubicBezTo>
                  <a:cubicBezTo>
                    <a:pt x="17086" y="12790"/>
                    <a:pt x="15229" y="13278"/>
                    <a:pt x="13383" y="13778"/>
                  </a:cubicBezTo>
                  <a:cubicBezTo>
                    <a:pt x="13165" y="13830"/>
                    <a:pt x="12680" y="14055"/>
                    <a:pt x="12346" y="14055"/>
                  </a:cubicBezTo>
                  <a:cubicBezTo>
                    <a:pt x="12224" y="14055"/>
                    <a:pt x="12122" y="14025"/>
                    <a:pt x="12062" y="13945"/>
                  </a:cubicBezTo>
                  <a:cubicBezTo>
                    <a:pt x="11954" y="13790"/>
                    <a:pt x="11954" y="13361"/>
                    <a:pt x="11919" y="13159"/>
                  </a:cubicBezTo>
                  <a:cubicBezTo>
                    <a:pt x="11871" y="12909"/>
                    <a:pt x="11812" y="12647"/>
                    <a:pt x="11764" y="12397"/>
                  </a:cubicBezTo>
                  <a:cubicBezTo>
                    <a:pt x="11693" y="12004"/>
                    <a:pt x="11621" y="11623"/>
                    <a:pt x="11538" y="11230"/>
                  </a:cubicBezTo>
                  <a:cubicBezTo>
                    <a:pt x="11538" y="11194"/>
                    <a:pt x="11526" y="11159"/>
                    <a:pt x="11514" y="11135"/>
                  </a:cubicBezTo>
                  <a:cubicBezTo>
                    <a:pt x="11514" y="11075"/>
                    <a:pt x="11502" y="11028"/>
                    <a:pt x="11490" y="10980"/>
                  </a:cubicBezTo>
                  <a:cubicBezTo>
                    <a:pt x="11526" y="10944"/>
                    <a:pt x="11550" y="10897"/>
                    <a:pt x="11538" y="10849"/>
                  </a:cubicBezTo>
                  <a:cubicBezTo>
                    <a:pt x="11490" y="10504"/>
                    <a:pt x="11454" y="10170"/>
                    <a:pt x="11407" y="9825"/>
                  </a:cubicBezTo>
                  <a:cubicBezTo>
                    <a:pt x="15907" y="8908"/>
                    <a:pt x="20372" y="7861"/>
                    <a:pt x="24813" y="6670"/>
                  </a:cubicBezTo>
                  <a:close/>
                  <a:moveTo>
                    <a:pt x="33969" y="7813"/>
                  </a:moveTo>
                  <a:cubicBezTo>
                    <a:pt x="36946" y="18386"/>
                    <a:pt x="39791" y="28994"/>
                    <a:pt x="42506" y="39626"/>
                  </a:cubicBezTo>
                  <a:cubicBezTo>
                    <a:pt x="42601" y="39972"/>
                    <a:pt x="42696" y="40329"/>
                    <a:pt x="42780" y="40674"/>
                  </a:cubicBezTo>
                  <a:cubicBezTo>
                    <a:pt x="42827" y="40877"/>
                    <a:pt x="42887" y="41067"/>
                    <a:pt x="42935" y="41258"/>
                  </a:cubicBezTo>
                  <a:cubicBezTo>
                    <a:pt x="42970" y="41377"/>
                    <a:pt x="43101" y="41698"/>
                    <a:pt x="43077" y="41829"/>
                  </a:cubicBezTo>
                  <a:lnTo>
                    <a:pt x="43089" y="41817"/>
                  </a:lnTo>
                  <a:lnTo>
                    <a:pt x="43089" y="41817"/>
                  </a:lnTo>
                  <a:cubicBezTo>
                    <a:pt x="43030" y="42198"/>
                    <a:pt x="42280" y="42258"/>
                    <a:pt x="41970" y="42353"/>
                  </a:cubicBezTo>
                  <a:lnTo>
                    <a:pt x="40827" y="42651"/>
                  </a:lnTo>
                  <a:cubicBezTo>
                    <a:pt x="40172" y="42829"/>
                    <a:pt x="39529" y="43008"/>
                    <a:pt x="38875" y="43198"/>
                  </a:cubicBezTo>
                  <a:cubicBezTo>
                    <a:pt x="38838" y="43184"/>
                    <a:pt x="38796" y="43173"/>
                    <a:pt x="38756" y="43173"/>
                  </a:cubicBezTo>
                  <a:cubicBezTo>
                    <a:pt x="38731" y="43173"/>
                    <a:pt x="38707" y="43177"/>
                    <a:pt x="38684" y="43186"/>
                  </a:cubicBezTo>
                  <a:cubicBezTo>
                    <a:pt x="36589" y="43615"/>
                    <a:pt x="34529" y="44270"/>
                    <a:pt x="32469" y="44829"/>
                  </a:cubicBezTo>
                  <a:cubicBezTo>
                    <a:pt x="30397" y="45389"/>
                    <a:pt x="28326" y="45961"/>
                    <a:pt x="26266" y="46520"/>
                  </a:cubicBezTo>
                  <a:cubicBezTo>
                    <a:pt x="22158" y="47651"/>
                    <a:pt x="18050" y="48770"/>
                    <a:pt x="13943" y="49878"/>
                  </a:cubicBezTo>
                  <a:cubicBezTo>
                    <a:pt x="12883" y="50152"/>
                    <a:pt x="11835" y="50449"/>
                    <a:pt x="10788" y="50711"/>
                  </a:cubicBezTo>
                  <a:cubicBezTo>
                    <a:pt x="10676" y="50746"/>
                    <a:pt x="10533" y="50824"/>
                    <a:pt x="10426" y="50824"/>
                  </a:cubicBezTo>
                  <a:cubicBezTo>
                    <a:pt x="10385" y="50824"/>
                    <a:pt x="10350" y="50812"/>
                    <a:pt x="10323" y="50783"/>
                  </a:cubicBezTo>
                  <a:cubicBezTo>
                    <a:pt x="10228" y="50687"/>
                    <a:pt x="10204" y="50187"/>
                    <a:pt x="10180" y="50056"/>
                  </a:cubicBezTo>
                  <a:cubicBezTo>
                    <a:pt x="10061" y="49497"/>
                    <a:pt x="9942" y="48949"/>
                    <a:pt x="9835" y="48401"/>
                  </a:cubicBezTo>
                  <a:cubicBezTo>
                    <a:pt x="9407" y="46330"/>
                    <a:pt x="8966" y="44258"/>
                    <a:pt x="8525" y="42186"/>
                  </a:cubicBezTo>
                  <a:cubicBezTo>
                    <a:pt x="7644" y="37995"/>
                    <a:pt x="6751" y="33780"/>
                    <a:pt x="5882" y="29578"/>
                  </a:cubicBezTo>
                  <a:cubicBezTo>
                    <a:pt x="4918" y="24934"/>
                    <a:pt x="3894" y="20291"/>
                    <a:pt x="3001" y="15623"/>
                  </a:cubicBezTo>
                  <a:cubicBezTo>
                    <a:pt x="5823" y="14778"/>
                    <a:pt x="8680" y="13957"/>
                    <a:pt x="11407" y="12849"/>
                  </a:cubicBezTo>
                  <a:cubicBezTo>
                    <a:pt x="11431" y="13028"/>
                    <a:pt x="11454" y="13218"/>
                    <a:pt x="11478" y="13409"/>
                  </a:cubicBezTo>
                  <a:cubicBezTo>
                    <a:pt x="11526" y="13707"/>
                    <a:pt x="11502" y="14183"/>
                    <a:pt x="11716" y="14445"/>
                  </a:cubicBezTo>
                  <a:cubicBezTo>
                    <a:pt x="11815" y="14573"/>
                    <a:pt x="11971" y="14644"/>
                    <a:pt x="12137" y="14644"/>
                  </a:cubicBezTo>
                  <a:cubicBezTo>
                    <a:pt x="12171" y="14644"/>
                    <a:pt x="12206" y="14641"/>
                    <a:pt x="12240" y="14635"/>
                  </a:cubicBezTo>
                  <a:cubicBezTo>
                    <a:pt x="12657" y="14600"/>
                    <a:pt x="13109" y="14397"/>
                    <a:pt x="13514" y="14278"/>
                  </a:cubicBezTo>
                  <a:cubicBezTo>
                    <a:pt x="14360" y="14040"/>
                    <a:pt x="15205" y="13814"/>
                    <a:pt x="16050" y="13587"/>
                  </a:cubicBezTo>
                  <a:cubicBezTo>
                    <a:pt x="17812" y="13135"/>
                    <a:pt x="19586" y="12706"/>
                    <a:pt x="21360" y="12302"/>
                  </a:cubicBezTo>
                  <a:cubicBezTo>
                    <a:pt x="22241" y="12111"/>
                    <a:pt x="23134" y="11909"/>
                    <a:pt x="24027" y="11730"/>
                  </a:cubicBezTo>
                  <a:cubicBezTo>
                    <a:pt x="24444" y="11647"/>
                    <a:pt x="24861" y="11563"/>
                    <a:pt x="25266" y="11492"/>
                  </a:cubicBezTo>
                  <a:cubicBezTo>
                    <a:pt x="25587" y="11421"/>
                    <a:pt x="25944" y="11385"/>
                    <a:pt x="26218" y="11194"/>
                  </a:cubicBezTo>
                  <a:cubicBezTo>
                    <a:pt x="26825" y="10742"/>
                    <a:pt x="26302" y="9789"/>
                    <a:pt x="26135" y="9242"/>
                  </a:cubicBezTo>
                  <a:lnTo>
                    <a:pt x="26135" y="9218"/>
                  </a:lnTo>
                  <a:cubicBezTo>
                    <a:pt x="27409" y="9146"/>
                    <a:pt x="28695" y="8825"/>
                    <a:pt x="29933" y="8587"/>
                  </a:cubicBezTo>
                  <a:cubicBezTo>
                    <a:pt x="31278" y="8325"/>
                    <a:pt x="32636" y="8087"/>
                    <a:pt x="33969" y="7813"/>
                  </a:cubicBezTo>
                  <a:close/>
                  <a:moveTo>
                    <a:pt x="35100" y="6301"/>
                  </a:moveTo>
                  <a:cubicBezTo>
                    <a:pt x="38053" y="16159"/>
                    <a:pt x="41137" y="25994"/>
                    <a:pt x="43661" y="35983"/>
                  </a:cubicBezTo>
                  <a:cubicBezTo>
                    <a:pt x="44351" y="38710"/>
                    <a:pt x="44994" y="41448"/>
                    <a:pt x="45613" y="44186"/>
                  </a:cubicBezTo>
                  <a:cubicBezTo>
                    <a:pt x="36112" y="46568"/>
                    <a:pt x="26647" y="49080"/>
                    <a:pt x="17217" y="51723"/>
                  </a:cubicBezTo>
                  <a:cubicBezTo>
                    <a:pt x="14633" y="52449"/>
                    <a:pt x="12062" y="53176"/>
                    <a:pt x="9478" y="53878"/>
                  </a:cubicBezTo>
                  <a:cubicBezTo>
                    <a:pt x="9264" y="52807"/>
                    <a:pt x="9037" y="51723"/>
                    <a:pt x="8811" y="50652"/>
                  </a:cubicBezTo>
                  <a:cubicBezTo>
                    <a:pt x="7954" y="46603"/>
                    <a:pt x="7049" y="42579"/>
                    <a:pt x="6204" y="38543"/>
                  </a:cubicBezTo>
                  <a:cubicBezTo>
                    <a:pt x="5096" y="33328"/>
                    <a:pt x="3989" y="28101"/>
                    <a:pt x="2894" y="22874"/>
                  </a:cubicBezTo>
                  <a:lnTo>
                    <a:pt x="2001" y="18600"/>
                  </a:lnTo>
                  <a:cubicBezTo>
                    <a:pt x="1703" y="17207"/>
                    <a:pt x="1513" y="15778"/>
                    <a:pt x="1215" y="14385"/>
                  </a:cubicBezTo>
                  <a:cubicBezTo>
                    <a:pt x="4561" y="13409"/>
                    <a:pt x="7906" y="12433"/>
                    <a:pt x="11252" y="11456"/>
                  </a:cubicBezTo>
                  <a:lnTo>
                    <a:pt x="11335" y="12099"/>
                  </a:lnTo>
                  <a:cubicBezTo>
                    <a:pt x="11359" y="12254"/>
                    <a:pt x="11383" y="12421"/>
                    <a:pt x="11407" y="12564"/>
                  </a:cubicBezTo>
                  <a:cubicBezTo>
                    <a:pt x="8454" y="13242"/>
                    <a:pt x="5573" y="14254"/>
                    <a:pt x="2715" y="15219"/>
                  </a:cubicBezTo>
                  <a:cubicBezTo>
                    <a:pt x="2584" y="15254"/>
                    <a:pt x="2513" y="15373"/>
                    <a:pt x="2549" y="15504"/>
                  </a:cubicBezTo>
                  <a:cubicBezTo>
                    <a:pt x="3513" y="19826"/>
                    <a:pt x="4334" y="24184"/>
                    <a:pt x="5216" y="28518"/>
                  </a:cubicBezTo>
                  <a:cubicBezTo>
                    <a:pt x="6085" y="32828"/>
                    <a:pt x="6954" y="37138"/>
                    <a:pt x="7811" y="41448"/>
                  </a:cubicBezTo>
                  <a:cubicBezTo>
                    <a:pt x="8252" y="43627"/>
                    <a:pt x="8680" y="45794"/>
                    <a:pt x="9121" y="47961"/>
                  </a:cubicBezTo>
                  <a:cubicBezTo>
                    <a:pt x="9228" y="48485"/>
                    <a:pt x="9335" y="48997"/>
                    <a:pt x="9442" y="49520"/>
                  </a:cubicBezTo>
                  <a:cubicBezTo>
                    <a:pt x="9502" y="49830"/>
                    <a:pt x="9538" y="50163"/>
                    <a:pt x="9609" y="50485"/>
                  </a:cubicBezTo>
                  <a:cubicBezTo>
                    <a:pt x="9645" y="50663"/>
                    <a:pt x="9692" y="50854"/>
                    <a:pt x="9764" y="51033"/>
                  </a:cubicBezTo>
                  <a:cubicBezTo>
                    <a:pt x="9885" y="51325"/>
                    <a:pt x="10116" y="51422"/>
                    <a:pt x="10388" y="51422"/>
                  </a:cubicBezTo>
                  <a:cubicBezTo>
                    <a:pt x="10836" y="51422"/>
                    <a:pt x="11392" y="51157"/>
                    <a:pt x="11740" y="51068"/>
                  </a:cubicBezTo>
                  <a:cubicBezTo>
                    <a:pt x="16015" y="49901"/>
                    <a:pt x="20277" y="48747"/>
                    <a:pt x="24539" y="47604"/>
                  </a:cubicBezTo>
                  <a:lnTo>
                    <a:pt x="31612" y="45699"/>
                  </a:lnTo>
                  <a:cubicBezTo>
                    <a:pt x="33826" y="45103"/>
                    <a:pt x="36088" y="44603"/>
                    <a:pt x="38279" y="43901"/>
                  </a:cubicBezTo>
                  <a:cubicBezTo>
                    <a:pt x="39101" y="43710"/>
                    <a:pt x="39922" y="43520"/>
                    <a:pt x="40732" y="43305"/>
                  </a:cubicBezTo>
                  <a:cubicBezTo>
                    <a:pt x="41399" y="43127"/>
                    <a:pt x="42065" y="42948"/>
                    <a:pt x="42732" y="42770"/>
                  </a:cubicBezTo>
                  <a:cubicBezTo>
                    <a:pt x="43196" y="42639"/>
                    <a:pt x="43732" y="42555"/>
                    <a:pt x="43732" y="41972"/>
                  </a:cubicBezTo>
                  <a:cubicBezTo>
                    <a:pt x="43732" y="41377"/>
                    <a:pt x="43435" y="40698"/>
                    <a:pt x="43280" y="40126"/>
                  </a:cubicBezTo>
                  <a:lnTo>
                    <a:pt x="42685" y="37829"/>
                  </a:lnTo>
                  <a:cubicBezTo>
                    <a:pt x="42327" y="36424"/>
                    <a:pt x="41958" y="35019"/>
                    <a:pt x="41601" y="33626"/>
                  </a:cubicBezTo>
                  <a:cubicBezTo>
                    <a:pt x="40125" y="28018"/>
                    <a:pt x="38636" y="22422"/>
                    <a:pt x="37100" y="16850"/>
                  </a:cubicBezTo>
                  <a:cubicBezTo>
                    <a:pt x="36243" y="13695"/>
                    <a:pt x="35362" y="10551"/>
                    <a:pt x="34469" y="7396"/>
                  </a:cubicBezTo>
                  <a:cubicBezTo>
                    <a:pt x="34430" y="7269"/>
                    <a:pt x="34318" y="7182"/>
                    <a:pt x="34193" y="7182"/>
                  </a:cubicBezTo>
                  <a:cubicBezTo>
                    <a:pt x="34166" y="7182"/>
                    <a:pt x="34139" y="7185"/>
                    <a:pt x="34112" y="7194"/>
                  </a:cubicBezTo>
                  <a:cubicBezTo>
                    <a:pt x="32707" y="7468"/>
                    <a:pt x="31302" y="7777"/>
                    <a:pt x="29897" y="8075"/>
                  </a:cubicBezTo>
                  <a:cubicBezTo>
                    <a:pt x="28635" y="8337"/>
                    <a:pt x="27290" y="8527"/>
                    <a:pt x="26075" y="8968"/>
                  </a:cubicBezTo>
                  <a:lnTo>
                    <a:pt x="25837" y="8194"/>
                  </a:lnTo>
                  <a:cubicBezTo>
                    <a:pt x="28921" y="7563"/>
                    <a:pt x="32005" y="6932"/>
                    <a:pt x="35100" y="6301"/>
                  </a:cubicBezTo>
                  <a:close/>
                  <a:moveTo>
                    <a:pt x="45340" y="44925"/>
                  </a:moveTo>
                  <a:lnTo>
                    <a:pt x="45340" y="44925"/>
                  </a:lnTo>
                  <a:cubicBezTo>
                    <a:pt x="44780" y="45556"/>
                    <a:pt x="43887" y="45806"/>
                    <a:pt x="43089" y="46056"/>
                  </a:cubicBezTo>
                  <a:cubicBezTo>
                    <a:pt x="41839" y="46437"/>
                    <a:pt x="40589" y="46818"/>
                    <a:pt x="39327" y="47199"/>
                  </a:cubicBezTo>
                  <a:cubicBezTo>
                    <a:pt x="36827" y="47973"/>
                    <a:pt x="34314" y="48723"/>
                    <a:pt x="31802" y="49449"/>
                  </a:cubicBezTo>
                  <a:cubicBezTo>
                    <a:pt x="26825" y="50902"/>
                    <a:pt x="21849" y="52295"/>
                    <a:pt x="16848" y="53640"/>
                  </a:cubicBezTo>
                  <a:lnTo>
                    <a:pt x="12669" y="54759"/>
                  </a:lnTo>
                  <a:cubicBezTo>
                    <a:pt x="11395" y="55104"/>
                    <a:pt x="10097" y="55557"/>
                    <a:pt x="8787" y="55819"/>
                  </a:cubicBezTo>
                  <a:cubicBezTo>
                    <a:pt x="9037" y="55438"/>
                    <a:pt x="9228" y="55033"/>
                    <a:pt x="9359" y="54593"/>
                  </a:cubicBezTo>
                  <a:cubicBezTo>
                    <a:pt x="18812" y="51735"/>
                    <a:pt x="28373" y="49211"/>
                    <a:pt x="37946" y="46782"/>
                  </a:cubicBezTo>
                  <a:cubicBezTo>
                    <a:pt x="40410" y="46151"/>
                    <a:pt x="42875" y="45532"/>
                    <a:pt x="45340" y="44925"/>
                  </a:cubicBezTo>
                  <a:close/>
                  <a:moveTo>
                    <a:pt x="632" y="14719"/>
                  </a:moveTo>
                  <a:cubicBezTo>
                    <a:pt x="870" y="15862"/>
                    <a:pt x="1191" y="16993"/>
                    <a:pt x="1429" y="18136"/>
                  </a:cubicBezTo>
                  <a:lnTo>
                    <a:pt x="2251" y="22029"/>
                  </a:lnTo>
                  <a:cubicBezTo>
                    <a:pt x="2799" y="24660"/>
                    <a:pt x="3334" y="27292"/>
                    <a:pt x="3882" y="29923"/>
                  </a:cubicBezTo>
                  <a:cubicBezTo>
                    <a:pt x="4966" y="35150"/>
                    <a:pt x="6037" y="40376"/>
                    <a:pt x="7121" y="45603"/>
                  </a:cubicBezTo>
                  <a:cubicBezTo>
                    <a:pt x="7728" y="48520"/>
                    <a:pt x="8275" y="51461"/>
                    <a:pt x="8918" y="54378"/>
                  </a:cubicBezTo>
                  <a:cubicBezTo>
                    <a:pt x="8930" y="54462"/>
                    <a:pt x="8990" y="54533"/>
                    <a:pt x="9073" y="54569"/>
                  </a:cubicBezTo>
                  <a:cubicBezTo>
                    <a:pt x="8942" y="54997"/>
                    <a:pt x="8823" y="55426"/>
                    <a:pt x="8656" y="55855"/>
                  </a:cubicBezTo>
                  <a:lnTo>
                    <a:pt x="8597" y="55866"/>
                  </a:lnTo>
                  <a:cubicBezTo>
                    <a:pt x="8597" y="55843"/>
                    <a:pt x="8597" y="55819"/>
                    <a:pt x="8597" y="55795"/>
                  </a:cubicBezTo>
                  <a:cubicBezTo>
                    <a:pt x="6394" y="44925"/>
                    <a:pt x="4144" y="34066"/>
                    <a:pt x="1870" y="23208"/>
                  </a:cubicBezTo>
                  <a:cubicBezTo>
                    <a:pt x="1548" y="21719"/>
                    <a:pt x="1239" y="20219"/>
                    <a:pt x="941" y="18719"/>
                  </a:cubicBezTo>
                  <a:cubicBezTo>
                    <a:pt x="667" y="17362"/>
                    <a:pt x="513" y="16076"/>
                    <a:pt x="632" y="14719"/>
                  </a:cubicBezTo>
                  <a:close/>
                  <a:moveTo>
                    <a:pt x="17145" y="1"/>
                  </a:moveTo>
                  <a:cubicBezTo>
                    <a:pt x="15924" y="1"/>
                    <a:pt x="14733" y="468"/>
                    <a:pt x="13836" y="1336"/>
                  </a:cubicBezTo>
                  <a:cubicBezTo>
                    <a:pt x="12812" y="2348"/>
                    <a:pt x="12228" y="3932"/>
                    <a:pt x="12562" y="5360"/>
                  </a:cubicBezTo>
                  <a:cubicBezTo>
                    <a:pt x="12895" y="6789"/>
                    <a:pt x="14110" y="7742"/>
                    <a:pt x="15324" y="8468"/>
                  </a:cubicBezTo>
                  <a:cubicBezTo>
                    <a:pt x="13895" y="8777"/>
                    <a:pt x="12478" y="9087"/>
                    <a:pt x="11050" y="9385"/>
                  </a:cubicBezTo>
                  <a:cubicBezTo>
                    <a:pt x="10919" y="9420"/>
                    <a:pt x="10835" y="9563"/>
                    <a:pt x="10871" y="9706"/>
                  </a:cubicBezTo>
                  <a:cubicBezTo>
                    <a:pt x="10954" y="10087"/>
                    <a:pt x="11050" y="10456"/>
                    <a:pt x="11145" y="10837"/>
                  </a:cubicBezTo>
                  <a:cubicBezTo>
                    <a:pt x="11157" y="10909"/>
                    <a:pt x="11169" y="10980"/>
                    <a:pt x="11169" y="11063"/>
                  </a:cubicBezTo>
                  <a:cubicBezTo>
                    <a:pt x="7704" y="12004"/>
                    <a:pt x="4227" y="12945"/>
                    <a:pt x="751" y="13885"/>
                  </a:cubicBezTo>
                  <a:cubicBezTo>
                    <a:pt x="715" y="13897"/>
                    <a:pt x="679" y="13921"/>
                    <a:pt x="644" y="13945"/>
                  </a:cubicBezTo>
                  <a:cubicBezTo>
                    <a:pt x="626" y="13931"/>
                    <a:pt x="604" y="13925"/>
                    <a:pt x="584" y="13925"/>
                  </a:cubicBezTo>
                  <a:cubicBezTo>
                    <a:pt x="549" y="13925"/>
                    <a:pt x="516" y="13943"/>
                    <a:pt x="501" y="13980"/>
                  </a:cubicBezTo>
                  <a:cubicBezTo>
                    <a:pt x="1" y="15111"/>
                    <a:pt x="143" y="16374"/>
                    <a:pt x="346" y="17552"/>
                  </a:cubicBezTo>
                  <a:cubicBezTo>
                    <a:pt x="560" y="18898"/>
                    <a:pt x="882" y="20219"/>
                    <a:pt x="1144" y="21565"/>
                  </a:cubicBezTo>
                  <a:cubicBezTo>
                    <a:pt x="1703" y="24327"/>
                    <a:pt x="2263" y="27101"/>
                    <a:pt x="2810" y="29863"/>
                  </a:cubicBezTo>
                  <a:cubicBezTo>
                    <a:pt x="3930" y="35435"/>
                    <a:pt x="5061" y="40996"/>
                    <a:pt x="6204" y="46568"/>
                  </a:cubicBezTo>
                  <a:cubicBezTo>
                    <a:pt x="6847" y="49687"/>
                    <a:pt x="7490" y="52807"/>
                    <a:pt x="8144" y="55926"/>
                  </a:cubicBezTo>
                  <a:cubicBezTo>
                    <a:pt x="8163" y="56039"/>
                    <a:pt x="8257" y="56107"/>
                    <a:pt x="8360" y="56107"/>
                  </a:cubicBezTo>
                  <a:cubicBezTo>
                    <a:pt x="8387" y="56107"/>
                    <a:pt x="8415" y="56103"/>
                    <a:pt x="8442" y="56093"/>
                  </a:cubicBezTo>
                  <a:cubicBezTo>
                    <a:pt x="8462" y="56112"/>
                    <a:pt x="8489" y="56132"/>
                    <a:pt x="8518" y="56132"/>
                  </a:cubicBezTo>
                  <a:cubicBezTo>
                    <a:pt x="8524" y="56132"/>
                    <a:pt x="8531" y="56131"/>
                    <a:pt x="8537" y="56128"/>
                  </a:cubicBezTo>
                  <a:cubicBezTo>
                    <a:pt x="11097" y="55783"/>
                    <a:pt x="13633" y="55009"/>
                    <a:pt x="16134" y="54342"/>
                  </a:cubicBezTo>
                  <a:cubicBezTo>
                    <a:pt x="18765" y="53652"/>
                    <a:pt x="21384" y="52938"/>
                    <a:pt x="24004" y="52199"/>
                  </a:cubicBezTo>
                  <a:cubicBezTo>
                    <a:pt x="29171" y="50771"/>
                    <a:pt x="34338" y="49270"/>
                    <a:pt x="39482" y="47735"/>
                  </a:cubicBezTo>
                  <a:cubicBezTo>
                    <a:pt x="40899" y="47306"/>
                    <a:pt x="42327" y="46877"/>
                    <a:pt x="43744" y="46425"/>
                  </a:cubicBezTo>
                  <a:cubicBezTo>
                    <a:pt x="44697" y="46115"/>
                    <a:pt x="45685" y="45710"/>
                    <a:pt x="46078" y="44734"/>
                  </a:cubicBezTo>
                  <a:cubicBezTo>
                    <a:pt x="46256" y="44687"/>
                    <a:pt x="46352" y="44508"/>
                    <a:pt x="46316" y="44329"/>
                  </a:cubicBezTo>
                  <a:cubicBezTo>
                    <a:pt x="44113" y="34185"/>
                    <a:pt x="41172" y="24184"/>
                    <a:pt x="38160" y="14254"/>
                  </a:cubicBezTo>
                  <a:cubicBezTo>
                    <a:pt x="37315" y="11456"/>
                    <a:pt x="36469" y="8646"/>
                    <a:pt x="35588" y="5860"/>
                  </a:cubicBezTo>
                  <a:cubicBezTo>
                    <a:pt x="35548" y="5728"/>
                    <a:pt x="35419" y="5639"/>
                    <a:pt x="35286" y="5639"/>
                  </a:cubicBezTo>
                  <a:cubicBezTo>
                    <a:pt x="35263" y="5639"/>
                    <a:pt x="35241" y="5641"/>
                    <a:pt x="35219" y="5646"/>
                  </a:cubicBezTo>
                  <a:cubicBezTo>
                    <a:pt x="32040" y="6349"/>
                    <a:pt x="28861" y="7003"/>
                    <a:pt x="25670" y="7658"/>
                  </a:cubicBezTo>
                  <a:lnTo>
                    <a:pt x="25266" y="6265"/>
                  </a:lnTo>
                  <a:cubicBezTo>
                    <a:pt x="25236" y="6145"/>
                    <a:pt x="25121" y="6066"/>
                    <a:pt x="25000" y="6066"/>
                  </a:cubicBezTo>
                  <a:cubicBezTo>
                    <a:pt x="24977" y="6066"/>
                    <a:pt x="24955" y="6069"/>
                    <a:pt x="24932" y="6075"/>
                  </a:cubicBezTo>
                  <a:cubicBezTo>
                    <a:pt x="23468" y="6468"/>
                    <a:pt x="22003" y="6860"/>
                    <a:pt x="20539" y="7230"/>
                  </a:cubicBezTo>
                  <a:cubicBezTo>
                    <a:pt x="21027" y="5753"/>
                    <a:pt x="21372" y="4146"/>
                    <a:pt x="20884" y="2634"/>
                  </a:cubicBezTo>
                  <a:cubicBezTo>
                    <a:pt x="20479" y="1276"/>
                    <a:pt x="19313" y="276"/>
                    <a:pt x="17908" y="62"/>
                  </a:cubicBezTo>
                  <a:cubicBezTo>
                    <a:pt x="17654" y="21"/>
                    <a:pt x="17399" y="1"/>
                    <a:pt x="1714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43"/>
            <p:cNvSpPr/>
            <p:nvPr/>
          </p:nvSpPr>
          <p:spPr>
            <a:xfrm>
              <a:off x="4481675" y="3076375"/>
              <a:ext cx="39575" cy="28925"/>
            </a:xfrm>
            <a:custGeom>
              <a:avLst/>
              <a:gdLst/>
              <a:ahLst/>
              <a:cxnLst/>
              <a:rect l="l" t="t" r="r" b="b"/>
              <a:pathLst>
                <a:path w="1583" h="1157" extrusionOk="0">
                  <a:moveTo>
                    <a:pt x="752" y="1"/>
                  </a:moveTo>
                  <a:cubicBezTo>
                    <a:pt x="190" y="1"/>
                    <a:pt x="1" y="733"/>
                    <a:pt x="458" y="1037"/>
                  </a:cubicBezTo>
                  <a:cubicBezTo>
                    <a:pt x="577" y="1120"/>
                    <a:pt x="699" y="1157"/>
                    <a:pt x="815" y="1157"/>
                  </a:cubicBezTo>
                  <a:cubicBezTo>
                    <a:pt x="1233" y="1157"/>
                    <a:pt x="1583" y="692"/>
                    <a:pt x="1518" y="263"/>
                  </a:cubicBezTo>
                  <a:cubicBezTo>
                    <a:pt x="1503" y="157"/>
                    <a:pt x="1428" y="112"/>
                    <a:pt x="1348" y="112"/>
                  </a:cubicBezTo>
                  <a:cubicBezTo>
                    <a:pt x="1230" y="112"/>
                    <a:pt x="1101" y="210"/>
                    <a:pt x="1137" y="359"/>
                  </a:cubicBezTo>
                  <a:cubicBezTo>
                    <a:pt x="1168" y="598"/>
                    <a:pt x="981" y="801"/>
                    <a:pt x="751" y="801"/>
                  </a:cubicBezTo>
                  <a:cubicBezTo>
                    <a:pt x="717" y="801"/>
                    <a:pt x="683" y="796"/>
                    <a:pt x="648" y="787"/>
                  </a:cubicBezTo>
                  <a:cubicBezTo>
                    <a:pt x="279" y="644"/>
                    <a:pt x="482" y="168"/>
                    <a:pt x="803" y="121"/>
                  </a:cubicBezTo>
                  <a:cubicBezTo>
                    <a:pt x="875" y="109"/>
                    <a:pt x="851" y="2"/>
                    <a:pt x="779" y="2"/>
                  </a:cubicBezTo>
                  <a:cubicBezTo>
                    <a:pt x="770" y="1"/>
                    <a:pt x="761" y="1"/>
                    <a:pt x="7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43"/>
            <p:cNvSpPr/>
            <p:nvPr/>
          </p:nvSpPr>
          <p:spPr>
            <a:xfrm>
              <a:off x="4411700" y="3011550"/>
              <a:ext cx="72975" cy="61875"/>
            </a:xfrm>
            <a:custGeom>
              <a:avLst/>
              <a:gdLst/>
              <a:ahLst/>
              <a:cxnLst/>
              <a:rect l="l" t="t" r="r" b="b"/>
              <a:pathLst>
                <a:path w="2919" h="2475" extrusionOk="0">
                  <a:moveTo>
                    <a:pt x="134" y="1"/>
                  </a:moveTo>
                  <a:cubicBezTo>
                    <a:pt x="60" y="1"/>
                    <a:pt x="1" y="88"/>
                    <a:pt x="66" y="154"/>
                  </a:cubicBezTo>
                  <a:cubicBezTo>
                    <a:pt x="864" y="940"/>
                    <a:pt x="1650" y="1785"/>
                    <a:pt x="2566" y="2440"/>
                  </a:cubicBezTo>
                  <a:cubicBezTo>
                    <a:pt x="2597" y="2464"/>
                    <a:pt x="2629" y="2474"/>
                    <a:pt x="2661" y="2474"/>
                  </a:cubicBezTo>
                  <a:cubicBezTo>
                    <a:pt x="2799" y="2474"/>
                    <a:pt x="2919" y="2271"/>
                    <a:pt x="2793" y="2154"/>
                  </a:cubicBezTo>
                  <a:cubicBezTo>
                    <a:pt x="1935" y="1428"/>
                    <a:pt x="1007" y="797"/>
                    <a:pt x="197" y="23"/>
                  </a:cubicBezTo>
                  <a:cubicBezTo>
                    <a:pt x="176" y="7"/>
                    <a:pt x="155" y="1"/>
                    <a:pt x="1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43"/>
            <p:cNvSpPr/>
            <p:nvPr/>
          </p:nvSpPr>
          <p:spPr>
            <a:xfrm>
              <a:off x="4380000" y="2767700"/>
              <a:ext cx="41700" cy="38450"/>
            </a:xfrm>
            <a:custGeom>
              <a:avLst/>
              <a:gdLst/>
              <a:ahLst/>
              <a:cxnLst/>
              <a:rect l="l" t="t" r="r" b="b"/>
              <a:pathLst>
                <a:path w="1668" h="1538" extrusionOk="0">
                  <a:moveTo>
                    <a:pt x="1025" y="0"/>
                  </a:moveTo>
                  <a:cubicBezTo>
                    <a:pt x="869" y="0"/>
                    <a:pt x="747" y="219"/>
                    <a:pt x="917" y="288"/>
                  </a:cubicBezTo>
                  <a:cubicBezTo>
                    <a:pt x="1253" y="438"/>
                    <a:pt x="1465" y="1230"/>
                    <a:pt x="951" y="1230"/>
                  </a:cubicBezTo>
                  <a:cubicBezTo>
                    <a:pt x="936" y="1230"/>
                    <a:pt x="921" y="1229"/>
                    <a:pt x="905" y="1228"/>
                  </a:cubicBezTo>
                  <a:cubicBezTo>
                    <a:pt x="727" y="1204"/>
                    <a:pt x="346" y="1026"/>
                    <a:pt x="334" y="823"/>
                  </a:cubicBezTo>
                  <a:cubicBezTo>
                    <a:pt x="322" y="621"/>
                    <a:pt x="620" y="311"/>
                    <a:pt x="739" y="180"/>
                  </a:cubicBezTo>
                  <a:cubicBezTo>
                    <a:pt x="776" y="143"/>
                    <a:pt x="740" y="83"/>
                    <a:pt x="693" y="83"/>
                  </a:cubicBezTo>
                  <a:cubicBezTo>
                    <a:pt x="681" y="83"/>
                    <a:pt x="668" y="87"/>
                    <a:pt x="655" y="97"/>
                  </a:cubicBezTo>
                  <a:cubicBezTo>
                    <a:pt x="465" y="288"/>
                    <a:pt x="0" y="704"/>
                    <a:pt x="120" y="1014"/>
                  </a:cubicBezTo>
                  <a:cubicBezTo>
                    <a:pt x="167" y="1169"/>
                    <a:pt x="370" y="1288"/>
                    <a:pt x="501" y="1371"/>
                  </a:cubicBezTo>
                  <a:cubicBezTo>
                    <a:pt x="655" y="1478"/>
                    <a:pt x="846" y="1538"/>
                    <a:pt x="1048" y="1538"/>
                  </a:cubicBezTo>
                  <a:cubicBezTo>
                    <a:pt x="1394" y="1514"/>
                    <a:pt x="1667" y="1204"/>
                    <a:pt x="1632" y="859"/>
                  </a:cubicBezTo>
                  <a:cubicBezTo>
                    <a:pt x="1608" y="514"/>
                    <a:pt x="1417" y="61"/>
                    <a:pt x="1048" y="2"/>
                  </a:cubicBezTo>
                  <a:cubicBezTo>
                    <a:pt x="1040" y="1"/>
                    <a:pt x="1033" y="0"/>
                    <a:pt x="10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43"/>
            <p:cNvSpPr/>
            <p:nvPr/>
          </p:nvSpPr>
          <p:spPr>
            <a:xfrm>
              <a:off x="4375500" y="2825025"/>
              <a:ext cx="25050" cy="118150"/>
            </a:xfrm>
            <a:custGeom>
              <a:avLst/>
              <a:gdLst/>
              <a:ahLst/>
              <a:cxnLst/>
              <a:rect l="l" t="t" r="r" b="b"/>
              <a:pathLst>
                <a:path w="1002" h="4726" extrusionOk="0">
                  <a:moveTo>
                    <a:pt x="808" y="1"/>
                  </a:moveTo>
                  <a:cubicBezTo>
                    <a:pt x="764" y="1"/>
                    <a:pt x="720" y="26"/>
                    <a:pt x="704" y="78"/>
                  </a:cubicBezTo>
                  <a:cubicBezTo>
                    <a:pt x="442" y="721"/>
                    <a:pt x="419" y="1554"/>
                    <a:pt x="323" y="2233"/>
                  </a:cubicBezTo>
                  <a:cubicBezTo>
                    <a:pt x="216" y="3007"/>
                    <a:pt x="121" y="3781"/>
                    <a:pt x="14" y="4543"/>
                  </a:cubicBezTo>
                  <a:cubicBezTo>
                    <a:pt x="0" y="4657"/>
                    <a:pt x="108" y="4726"/>
                    <a:pt x="211" y="4726"/>
                  </a:cubicBezTo>
                  <a:cubicBezTo>
                    <a:pt x="290" y="4726"/>
                    <a:pt x="367" y="4684"/>
                    <a:pt x="383" y="4591"/>
                  </a:cubicBezTo>
                  <a:cubicBezTo>
                    <a:pt x="490" y="3829"/>
                    <a:pt x="609" y="3055"/>
                    <a:pt x="716" y="2281"/>
                  </a:cubicBezTo>
                  <a:cubicBezTo>
                    <a:pt x="812" y="1602"/>
                    <a:pt x="1002" y="804"/>
                    <a:pt x="931" y="114"/>
                  </a:cubicBezTo>
                  <a:cubicBezTo>
                    <a:pt x="924" y="41"/>
                    <a:pt x="865" y="1"/>
                    <a:pt x="8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43"/>
            <p:cNvSpPr/>
            <p:nvPr/>
          </p:nvSpPr>
          <p:spPr>
            <a:xfrm>
              <a:off x="4351625" y="2951450"/>
              <a:ext cx="73550" cy="58675"/>
            </a:xfrm>
            <a:custGeom>
              <a:avLst/>
              <a:gdLst/>
              <a:ahLst/>
              <a:cxnLst/>
              <a:rect l="l" t="t" r="r" b="b"/>
              <a:pathLst>
                <a:path w="2942" h="2347" extrusionOk="0">
                  <a:moveTo>
                    <a:pt x="1683" y="343"/>
                  </a:moveTo>
                  <a:lnTo>
                    <a:pt x="1683" y="343"/>
                  </a:lnTo>
                  <a:cubicBezTo>
                    <a:pt x="2314" y="760"/>
                    <a:pt x="2195" y="1701"/>
                    <a:pt x="1493" y="1962"/>
                  </a:cubicBezTo>
                  <a:cubicBezTo>
                    <a:pt x="1413" y="1991"/>
                    <a:pt x="1340" y="2004"/>
                    <a:pt x="1273" y="2004"/>
                  </a:cubicBezTo>
                  <a:cubicBezTo>
                    <a:pt x="552" y="2004"/>
                    <a:pt x="640" y="470"/>
                    <a:pt x="1485" y="470"/>
                  </a:cubicBezTo>
                  <a:cubicBezTo>
                    <a:pt x="1511" y="470"/>
                    <a:pt x="1537" y="471"/>
                    <a:pt x="1564" y="474"/>
                  </a:cubicBezTo>
                  <a:cubicBezTo>
                    <a:pt x="1570" y="475"/>
                    <a:pt x="1576" y="475"/>
                    <a:pt x="1582" y="475"/>
                  </a:cubicBezTo>
                  <a:cubicBezTo>
                    <a:pt x="1653" y="475"/>
                    <a:pt x="1683" y="409"/>
                    <a:pt x="1683" y="343"/>
                  </a:cubicBezTo>
                  <a:close/>
                  <a:moveTo>
                    <a:pt x="1727" y="0"/>
                  </a:moveTo>
                  <a:cubicBezTo>
                    <a:pt x="1624" y="0"/>
                    <a:pt x="1555" y="121"/>
                    <a:pt x="1576" y="224"/>
                  </a:cubicBezTo>
                  <a:cubicBezTo>
                    <a:pt x="1536" y="219"/>
                    <a:pt x="1497" y="216"/>
                    <a:pt x="1459" y="216"/>
                  </a:cubicBezTo>
                  <a:cubicBezTo>
                    <a:pt x="380" y="216"/>
                    <a:pt x="0" y="2251"/>
                    <a:pt x="1231" y="2343"/>
                  </a:cubicBezTo>
                  <a:cubicBezTo>
                    <a:pt x="1259" y="2346"/>
                    <a:pt x="1287" y="2347"/>
                    <a:pt x="1315" y="2347"/>
                  </a:cubicBezTo>
                  <a:cubicBezTo>
                    <a:pt x="2480" y="2347"/>
                    <a:pt x="2941" y="429"/>
                    <a:pt x="1778" y="10"/>
                  </a:cubicBezTo>
                  <a:cubicBezTo>
                    <a:pt x="1761" y="3"/>
                    <a:pt x="1744" y="0"/>
                    <a:pt x="17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43"/>
            <p:cNvSpPr/>
            <p:nvPr/>
          </p:nvSpPr>
          <p:spPr>
            <a:xfrm>
              <a:off x="4267775" y="2670400"/>
              <a:ext cx="44075" cy="69675"/>
            </a:xfrm>
            <a:custGeom>
              <a:avLst/>
              <a:gdLst/>
              <a:ahLst/>
              <a:cxnLst/>
              <a:rect l="l" t="t" r="r" b="b"/>
              <a:pathLst>
                <a:path w="1763" h="2787" extrusionOk="0">
                  <a:moveTo>
                    <a:pt x="955" y="0"/>
                  </a:moveTo>
                  <a:cubicBezTo>
                    <a:pt x="880" y="0"/>
                    <a:pt x="806" y="78"/>
                    <a:pt x="846" y="167"/>
                  </a:cubicBezTo>
                  <a:cubicBezTo>
                    <a:pt x="1013" y="524"/>
                    <a:pt x="1144" y="905"/>
                    <a:pt x="1239" y="1286"/>
                  </a:cubicBezTo>
                  <a:cubicBezTo>
                    <a:pt x="1239" y="1298"/>
                    <a:pt x="1251" y="1322"/>
                    <a:pt x="1251" y="1334"/>
                  </a:cubicBezTo>
                  <a:cubicBezTo>
                    <a:pt x="1132" y="1382"/>
                    <a:pt x="1025" y="1441"/>
                    <a:pt x="906" y="1477"/>
                  </a:cubicBezTo>
                  <a:cubicBezTo>
                    <a:pt x="775" y="1536"/>
                    <a:pt x="644" y="1596"/>
                    <a:pt x="501" y="1655"/>
                  </a:cubicBezTo>
                  <a:cubicBezTo>
                    <a:pt x="441" y="1477"/>
                    <a:pt x="358" y="1286"/>
                    <a:pt x="298" y="1132"/>
                  </a:cubicBezTo>
                  <a:cubicBezTo>
                    <a:pt x="275" y="1065"/>
                    <a:pt x="219" y="1037"/>
                    <a:pt x="164" y="1037"/>
                  </a:cubicBezTo>
                  <a:cubicBezTo>
                    <a:pt x="82" y="1037"/>
                    <a:pt x="1" y="1103"/>
                    <a:pt x="37" y="1203"/>
                  </a:cubicBezTo>
                  <a:cubicBezTo>
                    <a:pt x="108" y="1417"/>
                    <a:pt x="179" y="1632"/>
                    <a:pt x="239" y="1846"/>
                  </a:cubicBezTo>
                  <a:cubicBezTo>
                    <a:pt x="239" y="1858"/>
                    <a:pt x="251" y="1882"/>
                    <a:pt x="263" y="1905"/>
                  </a:cubicBezTo>
                  <a:cubicBezTo>
                    <a:pt x="334" y="2155"/>
                    <a:pt x="418" y="2429"/>
                    <a:pt x="501" y="2656"/>
                  </a:cubicBezTo>
                  <a:cubicBezTo>
                    <a:pt x="533" y="2748"/>
                    <a:pt x="607" y="2787"/>
                    <a:pt x="681" y="2787"/>
                  </a:cubicBezTo>
                  <a:cubicBezTo>
                    <a:pt x="797" y="2787"/>
                    <a:pt x="914" y="2691"/>
                    <a:pt x="870" y="2560"/>
                  </a:cubicBezTo>
                  <a:cubicBezTo>
                    <a:pt x="787" y="2334"/>
                    <a:pt x="703" y="2120"/>
                    <a:pt x="608" y="1905"/>
                  </a:cubicBezTo>
                  <a:cubicBezTo>
                    <a:pt x="775" y="1870"/>
                    <a:pt x="930" y="1834"/>
                    <a:pt x="1084" y="1786"/>
                  </a:cubicBezTo>
                  <a:cubicBezTo>
                    <a:pt x="1168" y="1763"/>
                    <a:pt x="1251" y="1739"/>
                    <a:pt x="1322" y="1715"/>
                  </a:cubicBezTo>
                  <a:cubicBezTo>
                    <a:pt x="1358" y="1882"/>
                    <a:pt x="1406" y="2060"/>
                    <a:pt x="1477" y="2215"/>
                  </a:cubicBezTo>
                  <a:cubicBezTo>
                    <a:pt x="1499" y="2268"/>
                    <a:pt x="1539" y="2290"/>
                    <a:pt x="1581" y="2290"/>
                  </a:cubicBezTo>
                  <a:cubicBezTo>
                    <a:pt x="1653" y="2290"/>
                    <a:pt x="1732" y="2226"/>
                    <a:pt x="1739" y="2144"/>
                  </a:cubicBezTo>
                  <a:cubicBezTo>
                    <a:pt x="1751" y="1941"/>
                    <a:pt x="1727" y="1739"/>
                    <a:pt x="1680" y="1536"/>
                  </a:cubicBezTo>
                  <a:cubicBezTo>
                    <a:pt x="1763" y="1465"/>
                    <a:pt x="1703" y="1322"/>
                    <a:pt x="1596" y="1286"/>
                  </a:cubicBezTo>
                  <a:cubicBezTo>
                    <a:pt x="1441" y="858"/>
                    <a:pt x="1263" y="453"/>
                    <a:pt x="1049" y="60"/>
                  </a:cubicBezTo>
                  <a:cubicBezTo>
                    <a:pt x="1026" y="18"/>
                    <a:pt x="990" y="0"/>
                    <a:pt x="9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43"/>
            <p:cNvSpPr/>
            <p:nvPr/>
          </p:nvSpPr>
          <p:spPr>
            <a:xfrm>
              <a:off x="4219275" y="2881975"/>
              <a:ext cx="65450" cy="64875"/>
            </a:xfrm>
            <a:custGeom>
              <a:avLst/>
              <a:gdLst/>
              <a:ahLst/>
              <a:cxnLst/>
              <a:rect l="l" t="t" r="r" b="b"/>
              <a:pathLst>
                <a:path w="2618" h="2595" extrusionOk="0">
                  <a:moveTo>
                    <a:pt x="1286" y="300"/>
                  </a:moveTo>
                  <a:lnTo>
                    <a:pt x="1286" y="300"/>
                  </a:lnTo>
                  <a:cubicBezTo>
                    <a:pt x="1268" y="418"/>
                    <a:pt x="1367" y="508"/>
                    <a:pt x="1472" y="508"/>
                  </a:cubicBezTo>
                  <a:cubicBezTo>
                    <a:pt x="1506" y="508"/>
                    <a:pt x="1540" y="499"/>
                    <a:pt x="1572" y="479"/>
                  </a:cubicBezTo>
                  <a:cubicBezTo>
                    <a:pt x="1630" y="444"/>
                    <a:pt x="1681" y="429"/>
                    <a:pt x="1727" y="429"/>
                  </a:cubicBezTo>
                  <a:cubicBezTo>
                    <a:pt x="1966" y="429"/>
                    <a:pt x="2056" y="833"/>
                    <a:pt x="2096" y="1003"/>
                  </a:cubicBezTo>
                  <a:cubicBezTo>
                    <a:pt x="2167" y="1301"/>
                    <a:pt x="2227" y="1610"/>
                    <a:pt x="2000" y="1872"/>
                  </a:cubicBezTo>
                  <a:lnTo>
                    <a:pt x="2012" y="1872"/>
                  </a:lnTo>
                  <a:cubicBezTo>
                    <a:pt x="1840" y="2058"/>
                    <a:pt x="1608" y="2154"/>
                    <a:pt x="1370" y="2154"/>
                  </a:cubicBezTo>
                  <a:cubicBezTo>
                    <a:pt x="1212" y="2154"/>
                    <a:pt x="1052" y="2112"/>
                    <a:pt x="905" y="2027"/>
                  </a:cubicBezTo>
                  <a:cubicBezTo>
                    <a:pt x="60" y="1562"/>
                    <a:pt x="429" y="396"/>
                    <a:pt x="1286" y="300"/>
                  </a:cubicBezTo>
                  <a:close/>
                  <a:moveTo>
                    <a:pt x="1748" y="1"/>
                  </a:moveTo>
                  <a:cubicBezTo>
                    <a:pt x="1650" y="1"/>
                    <a:pt x="1543" y="34"/>
                    <a:pt x="1429" y="110"/>
                  </a:cubicBezTo>
                  <a:cubicBezTo>
                    <a:pt x="1397" y="108"/>
                    <a:pt x="1365" y="106"/>
                    <a:pt x="1334" y="106"/>
                  </a:cubicBezTo>
                  <a:cubicBezTo>
                    <a:pt x="730" y="106"/>
                    <a:pt x="209" y="535"/>
                    <a:pt x="107" y="1146"/>
                  </a:cubicBezTo>
                  <a:cubicBezTo>
                    <a:pt x="0" y="1836"/>
                    <a:pt x="584" y="2491"/>
                    <a:pt x="1262" y="2586"/>
                  </a:cubicBezTo>
                  <a:cubicBezTo>
                    <a:pt x="1310" y="2592"/>
                    <a:pt x="1356" y="2595"/>
                    <a:pt x="1403" y="2595"/>
                  </a:cubicBezTo>
                  <a:cubicBezTo>
                    <a:pt x="2068" y="2595"/>
                    <a:pt x="2618" y="2050"/>
                    <a:pt x="2596" y="1360"/>
                  </a:cubicBezTo>
                  <a:cubicBezTo>
                    <a:pt x="2566" y="920"/>
                    <a:pt x="2267" y="1"/>
                    <a:pt x="17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43"/>
            <p:cNvSpPr/>
            <p:nvPr/>
          </p:nvSpPr>
          <p:spPr>
            <a:xfrm>
              <a:off x="3817325" y="2607475"/>
              <a:ext cx="447425" cy="310975"/>
            </a:xfrm>
            <a:custGeom>
              <a:avLst/>
              <a:gdLst/>
              <a:ahLst/>
              <a:cxnLst/>
              <a:rect l="l" t="t" r="r" b="b"/>
              <a:pathLst>
                <a:path w="17897" h="12439" extrusionOk="0">
                  <a:moveTo>
                    <a:pt x="10970" y="2744"/>
                  </a:moveTo>
                  <a:cubicBezTo>
                    <a:pt x="11661" y="3339"/>
                    <a:pt x="12363" y="3922"/>
                    <a:pt x="13054" y="4518"/>
                  </a:cubicBezTo>
                  <a:cubicBezTo>
                    <a:pt x="13399" y="4803"/>
                    <a:pt x="13733" y="5089"/>
                    <a:pt x="14078" y="5387"/>
                  </a:cubicBezTo>
                  <a:cubicBezTo>
                    <a:pt x="14268" y="5554"/>
                    <a:pt x="14411" y="5649"/>
                    <a:pt x="14376" y="5946"/>
                  </a:cubicBezTo>
                  <a:cubicBezTo>
                    <a:pt x="14304" y="6185"/>
                    <a:pt x="14221" y="6435"/>
                    <a:pt x="14114" y="6661"/>
                  </a:cubicBezTo>
                  <a:cubicBezTo>
                    <a:pt x="13804" y="7554"/>
                    <a:pt x="13494" y="8435"/>
                    <a:pt x="13173" y="9328"/>
                  </a:cubicBezTo>
                  <a:cubicBezTo>
                    <a:pt x="13018" y="9768"/>
                    <a:pt x="12863" y="10209"/>
                    <a:pt x="12435" y="10447"/>
                  </a:cubicBezTo>
                  <a:cubicBezTo>
                    <a:pt x="12006" y="10697"/>
                    <a:pt x="11470" y="10792"/>
                    <a:pt x="11006" y="10935"/>
                  </a:cubicBezTo>
                  <a:lnTo>
                    <a:pt x="8280" y="11780"/>
                  </a:lnTo>
                  <a:cubicBezTo>
                    <a:pt x="8097" y="11837"/>
                    <a:pt x="7828" y="11960"/>
                    <a:pt x="7617" y="11960"/>
                  </a:cubicBezTo>
                  <a:cubicBezTo>
                    <a:pt x="7608" y="11960"/>
                    <a:pt x="7598" y="11960"/>
                    <a:pt x="7589" y="11959"/>
                  </a:cubicBezTo>
                  <a:cubicBezTo>
                    <a:pt x="7351" y="11935"/>
                    <a:pt x="7125" y="11733"/>
                    <a:pt x="6934" y="11602"/>
                  </a:cubicBezTo>
                  <a:cubicBezTo>
                    <a:pt x="6541" y="11328"/>
                    <a:pt x="6148" y="11042"/>
                    <a:pt x="5767" y="10768"/>
                  </a:cubicBezTo>
                  <a:lnTo>
                    <a:pt x="4660" y="9995"/>
                  </a:lnTo>
                  <a:cubicBezTo>
                    <a:pt x="4386" y="9792"/>
                    <a:pt x="3958" y="9590"/>
                    <a:pt x="3981" y="9173"/>
                  </a:cubicBezTo>
                  <a:cubicBezTo>
                    <a:pt x="3993" y="8947"/>
                    <a:pt x="4124" y="8685"/>
                    <a:pt x="4196" y="8471"/>
                  </a:cubicBezTo>
                  <a:cubicBezTo>
                    <a:pt x="4481" y="7589"/>
                    <a:pt x="4791" y="6720"/>
                    <a:pt x="5124" y="5851"/>
                  </a:cubicBezTo>
                  <a:cubicBezTo>
                    <a:pt x="5315" y="5351"/>
                    <a:pt x="5458" y="4708"/>
                    <a:pt x="5970" y="4434"/>
                  </a:cubicBezTo>
                  <a:lnTo>
                    <a:pt x="6017" y="4411"/>
                  </a:lnTo>
                  <a:cubicBezTo>
                    <a:pt x="7684" y="3994"/>
                    <a:pt x="9339" y="3303"/>
                    <a:pt x="10970" y="2744"/>
                  </a:cubicBezTo>
                  <a:close/>
                  <a:moveTo>
                    <a:pt x="12825" y="0"/>
                  </a:moveTo>
                  <a:cubicBezTo>
                    <a:pt x="12781" y="0"/>
                    <a:pt x="12736" y="19"/>
                    <a:pt x="12697" y="65"/>
                  </a:cubicBezTo>
                  <a:cubicBezTo>
                    <a:pt x="12125" y="779"/>
                    <a:pt x="11494" y="1517"/>
                    <a:pt x="11006" y="2303"/>
                  </a:cubicBezTo>
                  <a:lnTo>
                    <a:pt x="10970" y="2303"/>
                  </a:lnTo>
                  <a:cubicBezTo>
                    <a:pt x="10965" y="2303"/>
                    <a:pt x="10959" y="2303"/>
                    <a:pt x="10954" y="2303"/>
                  </a:cubicBezTo>
                  <a:cubicBezTo>
                    <a:pt x="10653" y="2303"/>
                    <a:pt x="10132" y="2614"/>
                    <a:pt x="9875" y="2708"/>
                  </a:cubicBezTo>
                  <a:cubicBezTo>
                    <a:pt x="9506" y="2851"/>
                    <a:pt x="9137" y="2982"/>
                    <a:pt x="8768" y="3113"/>
                  </a:cubicBezTo>
                  <a:cubicBezTo>
                    <a:pt x="7994" y="3363"/>
                    <a:pt x="7220" y="3613"/>
                    <a:pt x="6458" y="3875"/>
                  </a:cubicBezTo>
                  <a:cubicBezTo>
                    <a:pt x="6065" y="4006"/>
                    <a:pt x="5696" y="4113"/>
                    <a:pt x="5410" y="4399"/>
                  </a:cubicBezTo>
                  <a:cubicBezTo>
                    <a:pt x="4600" y="3744"/>
                    <a:pt x="3505" y="3137"/>
                    <a:pt x="2457" y="2982"/>
                  </a:cubicBezTo>
                  <a:cubicBezTo>
                    <a:pt x="2446" y="2979"/>
                    <a:pt x="2434" y="2978"/>
                    <a:pt x="2423" y="2978"/>
                  </a:cubicBezTo>
                  <a:cubicBezTo>
                    <a:pt x="2261" y="2978"/>
                    <a:pt x="2148" y="3202"/>
                    <a:pt x="2326" y="3291"/>
                  </a:cubicBezTo>
                  <a:cubicBezTo>
                    <a:pt x="2815" y="3541"/>
                    <a:pt x="3374" y="3708"/>
                    <a:pt x="3850" y="3922"/>
                  </a:cubicBezTo>
                  <a:cubicBezTo>
                    <a:pt x="4327" y="4149"/>
                    <a:pt x="4779" y="4387"/>
                    <a:pt x="5243" y="4613"/>
                  </a:cubicBezTo>
                  <a:cubicBezTo>
                    <a:pt x="4934" y="5077"/>
                    <a:pt x="4755" y="5673"/>
                    <a:pt x="4553" y="6185"/>
                  </a:cubicBezTo>
                  <a:cubicBezTo>
                    <a:pt x="4291" y="6839"/>
                    <a:pt x="4041" y="7506"/>
                    <a:pt x="3815" y="8173"/>
                  </a:cubicBezTo>
                  <a:cubicBezTo>
                    <a:pt x="3696" y="8518"/>
                    <a:pt x="3457" y="8983"/>
                    <a:pt x="3481" y="9387"/>
                  </a:cubicBezTo>
                  <a:cubicBezTo>
                    <a:pt x="2362" y="9661"/>
                    <a:pt x="1255" y="10149"/>
                    <a:pt x="219" y="10637"/>
                  </a:cubicBezTo>
                  <a:cubicBezTo>
                    <a:pt x="1" y="10752"/>
                    <a:pt x="145" y="11038"/>
                    <a:pt x="352" y="11038"/>
                  </a:cubicBezTo>
                  <a:cubicBezTo>
                    <a:pt x="382" y="11038"/>
                    <a:pt x="413" y="11032"/>
                    <a:pt x="445" y="11018"/>
                  </a:cubicBezTo>
                  <a:cubicBezTo>
                    <a:pt x="1469" y="10542"/>
                    <a:pt x="2529" y="10126"/>
                    <a:pt x="3541" y="9637"/>
                  </a:cubicBezTo>
                  <a:lnTo>
                    <a:pt x="3553" y="9661"/>
                  </a:lnTo>
                  <a:cubicBezTo>
                    <a:pt x="3767" y="10114"/>
                    <a:pt x="4434" y="10411"/>
                    <a:pt x="4815" y="10685"/>
                  </a:cubicBezTo>
                  <a:lnTo>
                    <a:pt x="6613" y="11959"/>
                  </a:lnTo>
                  <a:cubicBezTo>
                    <a:pt x="6957" y="12199"/>
                    <a:pt x="7246" y="12439"/>
                    <a:pt x="7648" y="12439"/>
                  </a:cubicBezTo>
                  <a:cubicBezTo>
                    <a:pt x="7705" y="12439"/>
                    <a:pt x="7765" y="12434"/>
                    <a:pt x="7827" y="12423"/>
                  </a:cubicBezTo>
                  <a:cubicBezTo>
                    <a:pt x="8553" y="12304"/>
                    <a:pt x="9303" y="11983"/>
                    <a:pt x="10018" y="11757"/>
                  </a:cubicBezTo>
                  <a:cubicBezTo>
                    <a:pt x="10637" y="11566"/>
                    <a:pt x="11268" y="11376"/>
                    <a:pt x="11887" y="11173"/>
                  </a:cubicBezTo>
                  <a:cubicBezTo>
                    <a:pt x="12256" y="11078"/>
                    <a:pt x="12590" y="10923"/>
                    <a:pt x="12887" y="10697"/>
                  </a:cubicBezTo>
                  <a:cubicBezTo>
                    <a:pt x="13197" y="11054"/>
                    <a:pt x="13709" y="11233"/>
                    <a:pt x="14114" y="11411"/>
                  </a:cubicBezTo>
                  <a:cubicBezTo>
                    <a:pt x="14637" y="11673"/>
                    <a:pt x="15185" y="11864"/>
                    <a:pt x="15745" y="11995"/>
                  </a:cubicBezTo>
                  <a:cubicBezTo>
                    <a:pt x="15752" y="11996"/>
                    <a:pt x="15760" y="11997"/>
                    <a:pt x="15768" y="11997"/>
                  </a:cubicBezTo>
                  <a:cubicBezTo>
                    <a:pt x="15912" y="11997"/>
                    <a:pt x="16022" y="11789"/>
                    <a:pt x="15864" y="11721"/>
                  </a:cubicBezTo>
                  <a:cubicBezTo>
                    <a:pt x="15364" y="11483"/>
                    <a:pt x="14840" y="11316"/>
                    <a:pt x="14328" y="11114"/>
                  </a:cubicBezTo>
                  <a:cubicBezTo>
                    <a:pt x="13923" y="10947"/>
                    <a:pt x="13483" y="10649"/>
                    <a:pt x="13030" y="10566"/>
                  </a:cubicBezTo>
                  <a:cubicBezTo>
                    <a:pt x="13102" y="10507"/>
                    <a:pt x="13161" y="10435"/>
                    <a:pt x="13209" y="10352"/>
                  </a:cubicBezTo>
                  <a:cubicBezTo>
                    <a:pt x="13518" y="9923"/>
                    <a:pt x="13661" y="9387"/>
                    <a:pt x="13828" y="8899"/>
                  </a:cubicBezTo>
                  <a:cubicBezTo>
                    <a:pt x="14090" y="8161"/>
                    <a:pt x="14352" y="7435"/>
                    <a:pt x="14614" y="6697"/>
                  </a:cubicBezTo>
                  <a:cubicBezTo>
                    <a:pt x="14721" y="6411"/>
                    <a:pt x="14887" y="6077"/>
                    <a:pt x="14887" y="5768"/>
                  </a:cubicBezTo>
                  <a:cubicBezTo>
                    <a:pt x="15316" y="5696"/>
                    <a:pt x="15745" y="5554"/>
                    <a:pt x="16185" y="5470"/>
                  </a:cubicBezTo>
                  <a:cubicBezTo>
                    <a:pt x="16697" y="5363"/>
                    <a:pt x="17209" y="5280"/>
                    <a:pt x="17733" y="5161"/>
                  </a:cubicBezTo>
                  <a:cubicBezTo>
                    <a:pt x="17896" y="5114"/>
                    <a:pt x="17877" y="4827"/>
                    <a:pt x="17696" y="4827"/>
                  </a:cubicBezTo>
                  <a:cubicBezTo>
                    <a:pt x="17693" y="4827"/>
                    <a:pt x="17689" y="4827"/>
                    <a:pt x="17685" y="4827"/>
                  </a:cubicBezTo>
                  <a:cubicBezTo>
                    <a:pt x="17173" y="4863"/>
                    <a:pt x="16673" y="4958"/>
                    <a:pt x="16185" y="5101"/>
                  </a:cubicBezTo>
                  <a:cubicBezTo>
                    <a:pt x="15733" y="5208"/>
                    <a:pt x="15292" y="5363"/>
                    <a:pt x="14864" y="5565"/>
                  </a:cubicBezTo>
                  <a:cubicBezTo>
                    <a:pt x="14852" y="5506"/>
                    <a:pt x="14828" y="5446"/>
                    <a:pt x="14792" y="5399"/>
                  </a:cubicBezTo>
                  <a:cubicBezTo>
                    <a:pt x="14661" y="5196"/>
                    <a:pt x="14447" y="5065"/>
                    <a:pt x="14268" y="4911"/>
                  </a:cubicBezTo>
                  <a:cubicBezTo>
                    <a:pt x="13947" y="4649"/>
                    <a:pt x="13625" y="4387"/>
                    <a:pt x="13304" y="4125"/>
                  </a:cubicBezTo>
                  <a:cubicBezTo>
                    <a:pt x="12697" y="3613"/>
                    <a:pt x="12090" y="3101"/>
                    <a:pt x="11470" y="2589"/>
                  </a:cubicBezTo>
                  <a:cubicBezTo>
                    <a:pt x="11399" y="2529"/>
                    <a:pt x="11316" y="2458"/>
                    <a:pt x="11244" y="2398"/>
                  </a:cubicBezTo>
                  <a:cubicBezTo>
                    <a:pt x="11863" y="1755"/>
                    <a:pt x="12447" y="1065"/>
                    <a:pt x="12982" y="351"/>
                  </a:cubicBezTo>
                  <a:cubicBezTo>
                    <a:pt x="13091" y="196"/>
                    <a:pt x="12965" y="0"/>
                    <a:pt x="128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43"/>
            <p:cNvSpPr/>
            <p:nvPr/>
          </p:nvSpPr>
          <p:spPr>
            <a:xfrm>
              <a:off x="4243675" y="3247825"/>
              <a:ext cx="11000" cy="36875"/>
            </a:xfrm>
            <a:custGeom>
              <a:avLst/>
              <a:gdLst/>
              <a:ahLst/>
              <a:cxnLst/>
              <a:rect l="l" t="t" r="r" b="b"/>
              <a:pathLst>
                <a:path w="440" h="1475" extrusionOk="0">
                  <a:moveTo>
                    <a:pt x="207" y="1"/>
                  </a:moveTo>
                  <a:cubicBezTo>
                    <a:pt x="176" y="1"/>
                    <a:pt x="145" y="19"/>
                    <a:pt x="131" y="61"/>
                  </a:cubicBezTo>
                  <a:cubicBezTo>
                    <a:pt x="36" y="466"/>
                    <a:pt x="0" y="883"/>
                    <a:pt x="24" y="1299"/>
                  </a:cubicBezTo>
                  <a:cubicBezTo>
                    <a:pt x="35" y="1421"/>
                    <a:pt x="125" y="1474"/>
                    <a:pt x="215" y="1474"/>
                  </a:cubicBezTo>
                  <a:cubicBezTo>
                    <a:pt x="328" y="1474"/>
                    <a:pt x="440" y="1391"/>
                    <a:pt x="393" y="1252"/>
                  </a:cubicBezTo>
                  <a:cubicBezTo>
                    <a:pt x="274" y="883"/>
                    <a:pt x="250" y="490"/>
                    <a:pt x="298" y="109"/>
                  </a:cubicBezTo>
                  <a:cubicBezTo>
                    <a:pt x="305" y="44"/>
                    <a:pt x="256" y="1"/>
                    <a:pt x="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43"/>
            <p:cNvSpPr/>
            <p:nvPr/>
          </p:nvSpPr>
          <p:spPr>
            <a:xfrm>
              <a:off x="4193675" y="3087425"/>
              <a:ext cx="53900" cy="55000"/>
            </a:xfrm>
            <a:custGeom>
              <a:avLst/>
              <a:gdLst/>
              <a:ahLst/>
              <a:cxnLst/>
              <a:rect l="l" t="t" r="r" b="b"/>
              <a:pathLst>
                <a:path w="2156" h="2200" extrusionOk="0">
                  <a:moveTo>
                    <a:pt x="1078" y="523"/>
                  </a:moveTo>
                  <a:cubicBezTo>
                    <a:pt x="1157" y="523"/>
                    <a:pt x="1238" y="546"/>
                    <a:pt x="1310" y="595"/>
                  </a:cubicBezTo>
                  <a:cubicBezTo>
                    <a:pt x="1572" y="774"/>
                    <a:pt x="1584" y="1179"/>
                    <a:pt x="1453" y="1441"/>
                  </a:cubicBezTo>
                  <a:cubicBezTo>
                    <a:pt x="1383" y="1603"/>
                    <a:pt x="1212" y="1810"/>
                    <a:pt x="1006" y="1810"/>
                  </a:cubicBezTo>
                  <a:cubicBezTo>
                    <a:pt x="1000" y="1810"/>
                    <a:pt x="994" y="1810"/>
                    <a:pt x="988" y="1810"/>
                  </a:cubicBezTo>
                  <a:cubicBezTo>
                    <a:pt x="857" y="1774"/>
                    <a:pt x="726" y="1679"/>
                    <a:pt x="643" y="1572"/>
                  </a:cubicBezTo>
                  <a:cubicBezTo>
                    <a:pt x="488" y="1393"/>
                    <a:pt x="405" y="1179"/>
                    <a:pt x="393" y="953"/>
                  </a:cubicBezTo>
                  <a:lnTo>
                    <a:pt x="393" y="953"/>
                  </a:lnTo>
                  <a:cubicBezTo>
                    <a:pt x="421" y="963"/>
                    <a:pt x="448" y="967"/>
                    <a:pt x="475" y="967"/>
                  </a:cubicBezTo>
                  <a:cubicBezTo>
                    <a:pt x="575" y="967"/>
                    <a:pt x="663" y="901"/>
                    <a:pt x="691" y="798"/>
                  </a:cubicBezTo>
                  <a:cubicBezTo>
                    <a:pt x="748" y="627"/>
                    <a:pt x="909" y="523"/>
                    <a:pt x="1078" y="523"/>
                  </a:cubicBezTo>
                  <a:close/>
                  <a:moveTo>
                    <a:pt x="1116" y="0"/>
                  </a:moveTo>
                  <a:cubicBezTo>
                    <a:pt x="795" y="0"/>
                    <a:pt x="484" y="183"/>
                    <a:pt x="345" y="488"/>
                  </a:cubicBezTo>
                  <a:cubicBezTo>
                    <a:pt x="333" y="484"/>
                    <a:pt x="320" y="482"/>
                    <a:pt x="307" y="482"/>
                  </a:cubicBezTo>
                  <a:cubicBezTo>
                    <a:pt x="247" y="482"/>
                    <a:pt x="189" y="525"/>
                    <a:pt x="179" y="583"/>
                  </a:cubicBezTo>
                  <a:cubicBezTo>
                    <a:pt x="0" y="1107"/>
                    <a:pt x="179" y="1691"/>
                    <a:pt x="619" y="2036"/>
                  </a:cubicBezTo>
                  <a:cubicBezTo>
                    <a:pt x="773" y="2150"/>
                    <a:pt x="930" y="2200"/>
                    <a:pt x="1081" y="2200"/>
                  </a:cubicBezTo>
                  <a:cubicBezTo>
                    <a:pt x="1466" y="2200"/>
                    <a:pt x="1811" y="1875"/>
                    <a:pt x="1965" y="1465"/>
                  </a:cubicBezTo>
                  <a:cubicBezTo>
                    <a:pt x="2155" y="941"/>
                    <a:pt x="1953" y="250"/>
                    <a:pt x="1393" y="48"/>
                  </a:cubicBezTo>
                  <a:cubicBezTo>
                    <a:pt x="1302" y="16"/>
                    <a:pt x="1209" y="0"/>
                    <a:pt x="11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43"/>
            <p:cNvSpPr/>
            <p:nvPr/>
          </p:nvSpPr>
          <p:spPr>
            <a:xfrm>
              <a:off x="4217175" y="3241525"/>
              <a:ext cx="26275" cy="34775"/>
            </a:xfrm>
            <a:custGeom>
              <a:avLst/>
              <a:gdLst/>
              <a:ahLst/>
              <a:cxnLst/>
              <a:rect l="l" t="t" r="r" b="b"/>
              <a:pathLst>
                <a:path w="1051" h="1391" extrusionOk="0">
                  <a:moveTo>
                    <a:pt x="357" y="0"/>
                  </a:moveTo>
                  <a:cubicBezTo>
                    <a:pt x="307" y="0"/>
                    <a:pt x="257" y="26"/>
                    <a:pt x="239" y="87"/>
                  </a:cubicBezTo>
                  <a:cubicBezTo>
                    <a:pt x="120" y="384"/>
                    <a:pt x="1" y="754"/>
                    <a:pt x="156" y="1051"/>
                  </a:cubicBezTo>
                  <a:cubicBezTo>
                    <a:pt x="249" y="1258"/>
                    <a:pt x="455" y="1390"/>
                    <a:pt x="671" y="1390"/>
                  </a:cubicBezTo>
                  <a:cubicBezTo>
                    <a:pt x="729" y="1390"/>
                    <a:pt x="788" y="1381"/>
                    <a:pt x="846" y="1361"/>
                  </a:cubicBezTo>
                  <a:cubicBezTo>
                    <a:pt x="1050" y="1296"/>
                    <a:pt x="983" y="980"/>
                    <a:pt x="802" y="980"/>
                  </a:cubicBezTo>
                  <a:cubicBezTo>
                    <a:pt x="782" y="980"/>
                    <a:pt x="761" y="984"/>
                    <a:pt x="739" y="992"/>
                  </a:cubicBezTo>
                  <a:cubicBezTo>
                    <a:pt x="712" y="999"/>
                    <a:pt x="685" y="1003"/>
                    <a:pt x="659" y="1003"/>
                  </a:cubicBezTo>
                  <a:cubicBezTo>
                    <a:pt x="522" y="1003"/>
                    <a:pt x="400" y="905"/>
                    <a:pt x="370" y="765"/>
                  </a:cubicBezTo>
                  <a:cubicBezTo>
                    <a:pt x="310" y="563"/>
                    <a:pt x="406" y="349"/>
                    <a:pt x="477" y="158"/>
                  </a:cubicBezTo>
                  <a:cubicBezTo>
                    <a:pt x="513" y="64"/>
                    <a:pt x="434" y="0"/>
                    <a:pt x="3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43"/>
            <p:cNvSpPr/>
            <p:nvPr/>
          </p:nvSpPr>
          <p:spPr>
            <a:xfrm>
              <a:off x="4154975" y="3235725"/>
              <a:ext cx="52100" cy="65775"/>
            </a:xfrm>
            <a:custGeom>
              <a:avLst/>
              <a:gdLst/>
              <a:ahLst/>
              <a:cxnLst/>
              <a:rect l="l" t="t" r="r" b="b"/>
              <a:pathLst>
                <a:path w="2084" h="2631" extrusionOk="0">
                  <a:moveTo>
                    <a:pt x="1227" y="545"/>
                  </a:moveTo>
                  <a:lnTo>
                    <a:pt x="1227" y="545"/>
                  </a:lnTo>
                  <a:cubicBezTo>
                    <a:pt x="1608" y="986"/>
                    <a:pt x="1548" y="1676"/>
                    <a:pt x="1084" y="2045"/>
                  </a:cubicBezTo>
                  <a:cubicBezTo>
                    <a:pt x="980" y="2134"/>
                    <a:pt x="848" y="2182"/>
                    <a:pt x="715" y="2182"/>
                  </a:cubicBezTo>
                  <a:cubicBezTo>
                    <a:pt x="634" y="2182"/>
                    <a:pt x="553" y="2164"/>
                    <a:pt x="477" y="2129"/>
                  </a:cubicBezTo>
                  <a:cubicBezTo>
                    <a:pt x="298" y="2021"/>
                    <a:pt x="322" y="1652"/>
                    <a:pt x="322" y="1474"/>
                  </a:cubicBezTo>
                  <a:cubicBezTo>
                    <a:pt x="322" y="1271"/>
                    <a:pt x="369" y="1057"/>
                    <a:pt x="465" y="867"/>
                  </a:cubicBezTo>
                  <a:cubicBezTo>
                    <a:pt x="497" y="919"/>
                    <a:pt x="555" y="946"/>
                    <a:pt x="615" y="946"/>
                  </a:cubicBezTo>
                  <a:cubicBezTo>
                    <a:pt x="663" y="946"/>
                    <a:pt x="713" y="928"/>
                    <a:pt x="750" y="890"/>
                  </a:cubicBezTo>
                  <a:cubicBezTo>
                    <a:pt x="881" y="747"/>
                    <a:pt x="1048" y="628"/>
                    <a:pt x="1227" y="545"/>
                  </a:cubicBezTo>
                  <a:close/>
                  <a:moveTo>
                    <a:pt x="1293" y="0"/>
                  </a:moveTo>
                  <a:cubicBezTo>
                    <a:pt x="1271" y="0"/>
                    <a:pt x="1248" y="3"/>
                    <a:pt x="1227" y="9"/>
                  </a:cubicBezTo>
                  <a:cubicBezTo>
                    <a:pt x="929" y="105"/>
                    <a:pt x="667" y="295"/>
                    <a:pt x="489" y="569"/>
                  </a:cubicBezTo>
                  <a:cubicBezTo>
                    <a:pt x="179" y="771"/>
                    <a:pt x="108" y="1224"/>
                    <a:pt x="60" y="1593"/>
                  </a:cubicBezTo>
                  <a:cubicBezTo>
                    <a:pt x="0" y="2057"/>
                    <a:pt x="191" y="2593"/>
                    <a:pt x="715" y="2629"/>
                  </a:cubicBezTo>
                  <a:cubicBezTo>
                    <a:pt x="733" y="2630"/>
                    <a:pt x="752" y="2630"/>
                    <a:pt x="770" y="2630"/>
                  </a:cubicBezTo>
                  <a:cubicBezTo>
                    <a:pt x="1282" y="2630"/>
                    <a:pt x="1709" y="2160"/>
                    <a:pt x="1882" y="1724"/>
                  </a:cubicBezTo>
                  <a:cubicBezTo>
                    <a:pt x="2084" y="1140"/>
                    <a:pt x="1917" y="486"/>
                    <a:pt x="1465" y="69"/>
                  </a:cubicBezTo>
                  <a:cubicBezTo>
                    <a:pt x="1421" y="25"/>
                    <a:pt x="1357" y="0"/>
                    <a:pt x="1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43"/>
            <p:cNvSpPr/>
            <p:nvPr/>
          </p:nvSpPr>
          <p:spPr>
            <a:xfrm>
              <a:off x="4130275" y="3135250"/>
              <a:ext cx="44725" cy="48050"/>
            </a:xfrm>
            <a:custGeom>
              <a:avLst/>
              <a:gdLst/>
              <a:ahLst/>
              <a:cxnLst/>
              <a:rect l="l" t="t" r="r" b="b"/>
              <a:pathLst>
                <a:path w="1789" h="1922" extrusionOk="0">
                  <a:moveTo>
                    <a:pt x="208" y="1"/>
                  </a:moveTo>
                  <a:cubicBezTo>
                    <a:pt x="158" y="1"/>
                    <a:pt x="107" y="34"/>
                    <a:pt x="107" y="99"/>
                  </a:cubicBezTo>
                  <a:cubicBezTo>
                    <a:pt x="107" y="385"/>
                    <a:pt x="24" y="671"/>
                    <a:pt x="12" y="956"/>
                  </a:cubicBezTo>
                  <a:cubicBezTo>
                    <a:pt x="0" y="1147"/>
                    <a:pt x="131" y="1314"/>
                    <a:pt x="310" y="1361"/>
                  </a:cubicBezTo>
                  <a:cubicBezTo>
                    <a:pt x="516" y="1457"/>
                    <a:pt x="738" y="1531"/>
                    <a:pt x="948" y="1531"/>
                  </a:cubicBezTo>
                  <a:cubicBezTo>
                    <a:pt x="1053" y="1531"/>
                    <a:pt x="1155" y="1512"/>
                    <a:pt x="1250" y="1468"/>
                  </a:cubicBezTo>
                  <a:cubicBezTo>
                    <a:pt x="1274" y="1564"/>
                    <a:pt x="1286" y="1671"/>
                    <a:pt x="1310" y="1766"/>
                  </a:cubicBezTo>
                  <a:cubicBezTo>
                    <a:pt x="1338" y="1875"/>
                    <a:pt x="1424" y="1921"/>
                    <a:pt x="1513" y="1921"/>
                  </a:cubicBezTo>
                  <a:cubicBezTo>
                    <a:pt x="1648" y="1921"/>
                    <a:pt x="1789" y="1812"/>
                    <a:pt x="1738" y="1647"/>
                  </a:cubicBezTo>
                  <a:cubicBezTo>
                    <a:pt x="1691" y="1492"/>
                    <a:pt x="1643" y="1326"/>
                    <a:pt x="1584" y="1171"/>
                  </a:cubicBezTo>
                  <a:cubicBezTo>
                    <a:pt x="1619" y="1064"/>
                    <a:pt x="1572" y="945"/>
                    <a:pt x="1477" y="885"/>
                  </a:cubicBezTo>
                  <a:cubicBezTo>
                    <a:pt x="1393" y="635"/>
                    <a:pt x="1310" y="373"/>
                    <a:pt x="1250" y="123"/>
                  </a:cubicBezTo>
                  <a:cubicBezTo>
                    <a:pt x="1231" y="55"/>
                    <a:pt x="1178" y="25"/>
                    <a:pt x="1124" y="25"/>
                  </a:cubicBezTo>
                  <a:cubicBezTo>
                    <a:pt x="1046" y="25"/>
                    <a:pt x="967" y="89"/>
                    <a:pt x="988" y="194"/>
                  </a:cubicBezTo>
                  <a:cubicBezTo>
                    <a:pt x="1060" y="444"/>
                    <a:pt x="1107" y="695"/>
                    <a:pt x="1155" y="945"/>
                  </a:cubicBezTo>
                  <a:cubicBezTo>
                    <a:pt x="1084" y="1016"/>
                    <a:pt x="988" y="1052"/>
                    <a:pt x="893" y="1052"/>
                  </a:cubicBezTo>
                  <a:cubicBezTo>
                    <a:pt x="872" y="1053"/>
                    <a:pt x="851" y="1054"/>
                    <a:pt x="830" y="1054"/>
                  </a:cubicBezTo>
                  <a:cubicBezTo>
                    <a:pt x="687" y="1054"/>
                    <a:pt x="553" y="1019"/>
                    <a:pt x="429" y="956"/>
                  </a:cubicBezTo>
                  <a:cubicBezTo>
                    <a:pt x="322" y="873"/>
                    <a:pt x="345" y="706"/>
                    <a:pt x="334" y="575"/>
                  </a:cubicBezTo>
                  <a:cubicBezTo>
                    <a:pt x="322" y="421"/>
                    <a:pt x="310" y="254"/>
                    <a:pt x="310" y="99"/>
                  </a:cubicBezTo>
                  <a:cubicBezTo>
                    <a:pt x="310" y="34"/>
                    <a:pt x="259" y="1"/>
                    <a:pt x="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43"/>
            <p:cNvSpPr/>
            <p:nvPr/>
          </p:nvSpPr>
          <p:spPr>
            <a:xfrm>
              <a:off x="4104600" y="2526400"/>
              <a:ext cx="61100" cy="68675"/>
            </a:xfrm>
            <a:custGeom>
              <a:avLst/>
              <a:gdLst/>
              <a:ahLst/>
              <a:cxnLst/>
              <a:rect l="l" t="t" r="r" b="b"/>
              <a:pathLst>
                <a:path w="2444" h="2747" extrusionOk="0">
                  <a:moveTo>
                    <a:pt x="1608" y="0"/>
                  </a:moveTo>
                  <a:cubicBezTo>
                    <a:pt x="1537" y="0"/>
                    <a:pt x="1458" y="59"/>
                    <a:pt x="1480" y="153"/>
                  </a:cubicBezTo>
                  <a:cubicBezTo>
                    <a:pt x="1539" y="498"/>
                    <a:pt x="1599" y="843"/>
                    <a:pt x="1670" y="1177"/>
                  </a:cubicBezTo>
                  <a:cubicBezTo>
                    <a:pt x="1646" y="1188"/>
                    <a:pt x="1634" y="1188"/>
                    <a:pt x="1611" y="1200"/>
                  </a:cubicBezTo>
                  <a:cubicBezTo>
                    <a:pt x="1337" y="1355"/>
                    <a:pt x="1051" y="1498"/>
                    <a:pt x="753" y="1617"/>
                  </a:cubicBezTo>
                  <a:cubicBezTo>
                    <a:pt x="622" y="1355"/>
                    <a:pt x="479" y="1093"/>
                    <a:pt x="372" y="819"/>
                  </a:cubicBezTo>
                  <a:cubicBezTo>
                    <a:pt x="339" y="738"/>
                    <a:pt x="267" y="703"/>
                    <a:pt x="199" y="703"/>
                  </a:cubicBezTo>
                  <a:cubicBezTo>
                    <a:pt x="96" y="703"/>
                    <a:pt x="1" y="781"/>
                    <a:pt x="51" y="903"/>
                  </a:cubicBezTo>
                  <a:cubicBezTo>
                    <a:pt x="265" y="1486"/>
                    <a:pt x="468" y="2141"/>
                    <a:pt x="789" y="2665"/>
                  </a:cubicBezTo>
                  <a:cubicBezTo>
                    <a:pt x="829" y="2721"/>
                    <a:pt x="892" y="2746"/>
                    <a:pt x="954" y="2746"/>
                  </a:cubicBezTo>
                  <a:cubicBezTo>
                    <a:pt x="1074" y="2746"/>
                    <a:pt x="1193" y="2652"/>
                    <a:pt x="1146" y="2510"/>
                  </a:cubicBezTo>
                  <a:cubicBezTo>
                    <a:pt x="1063" y="2272"/>
                    <a:pt x="956" y="2034"/>
                    <a:pt x="837" y="1796"/>
                  </a:cubicBezTo>
                  <a:cubicBezTo>
                    <a:pt x="1158" y="1724"/>
                    <a:pt x="1456" y="1617"/>
                    <a:pt x="1742" y="1462"/>
                  </a:cubicBezTo>
                  <a:cubicBezTo>
                    <a:pt x="1813" y="1748"/>
                    <a:pt x="1908" y="2034"/>
                    <a:pt x="2027" y="2308"/>
                  </a:cubicBezTo>
                  <a:cubicBezTo>
                    <a:pt x="2059" y="2376"/>
                    <a:pt x="2119" y="2405"/>
                    <a:pt x="2183" y="2405"/>
                  </a:cubicBezTo>
                  <a:cubicBezTo>
                    <a:pt x="2307" y="2405"/>
                    <a:pt x="2444" y="2291"/>
                    <a:pt x="2396" y="2141"/>
                  </a:cubicBezTo>
                  <a:cubicBezTo>
                    <a:pt x="2182" y="1462"/>
                    <a:pt x="1861" y="796"/>
                    <a:pt x="1706" y="81"/>
                  </a:cubicBezTo>
                  <a:cubicBezTo>
                    <a:pt x="1696" y="25"/>
                    <a:pt x="1654" y="0"/>
                    <a:pt x="16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43"/>
            <p:cNvSpPr/>
            <p:nvPr/>
          </p:nvSpPr>
          <p:spPr>
            <a:xfrm>
              <a:off x="4107725" y="3286800"/>
              <a:ext cx="56975" cy="38300"/>
            </a:xfrm>
            <a:custGeom>
              <a:avLst/>
              <a:gdLst/>
              <a:ahLst/>
              <a:cxnLst/>
              <a:rect l="l" t="t" r="r" b="b"/>
              <a:pathLst>
                <a:path w="2279" h="1532" extrusionOk="0">
                  <a:moveTo>
                    <a:pt x="751" y="1"/>
                  </a:moveTo>
                  <a:cubicBezTo>
                    <a:pt x="482" y="1"/>
                    <a:pt x="218" y="129"/>
                    <a:pt x="45" y="348"/>
                  </a:cubicBezTo>
                  <a:cubicBezTo>
                    <a:pt x="1" y="400"/>
                    <a:pt x="42" y="473"/>
                    <a:pt x="95" y="473"/>
                  </a:cubicBezTo>
                  <a:cubicBezTo>
                    <a:pt x="114" y="473"/>
                    <a:pt x="134" y="464"/>
                    <a:pt x="152" y="443"/>
                  </a:cubicBezTo>
                  <a:cubicBezTo>
                    <a:pt x="255" y="305"/>
                    <a:pt x="414" y="230"/>
                    <a:pt x="584" y="230"/>
                  </a:cubicBezTo>
                  <a:cubicBezTo>
                    <a:pt x="650" y="230"/>
                    <a:pt x="717" y="241"/>
                    <a:pt x="783" y="264"/>
                  </a:cubicBezTo>
                  <a:cubicBezTo>
                    <a:pt x="688" y="586"/>
                    <a:pt x="521" y="895"/>
                    <a:pt x="307" y="1157"/>
                  </a:cubicBezTo>
                  <a:cubicBezTo>
                    <a:pt x="223" y="1264"/>
                    <a:pt x="235" y="1479"/>
                    <a:pt x="402" y="1502"/>
                  </a:cubicBezTo>
                  <a:cubicBezTo>
                    <a:pt x="533" y="1522"/>
                    <a:pt x="665" y="1532"/>
                    <a:pt x="796" y="1532"/>
                  </a:cubicBezTo>
                  <a:cubicBezTo>
                    <a:pt x="1229" y="1532"/>
                    <a:pt x="1662" y="1427"/>
                    <a:pt x="2045" y="1217"/>
                  </a:cubicBezTo>
                  <a:cubicBezTo>
                    <a:pt x="2279" y="1095"/>
                    <a:pt x="2131" y="756"/>
                    <a:pt x="1912" y="756"/>
                  </a:cubicBezTo>
                  <a:cubicBezTo>
                    <a:pt x="1875" y="756"/>
                    <a:pt x="1835" y="765"/>
                    <a:pt x="1795" y="788"/>
                  </a:cubicBezTo>
                  <a:cubicBezTo>
                    <a:pt x="1497" y="967"/>
                    <a:pt x="1176" y="1074"/>
                    <a:pt x="831" y="1098"/>
                  </a:cubicBezTo>
                  <a:cubicBezTo>
                    <a:pt x="985" y="812"/>
                    <a:pt x="1081" y="502"/>
                    <a:pt x="1105" y="181"/>
                  </a:cubicBezTo>
                  <a:cubicBezTo>
                    <a:pt x="1116" y="109"/>
                    <a:pt x="1069" y="50"/>
                    <a:pt x="997" y="38"/>
                  </a:cubicBezTo>
                  <a:cubicBezTo>
                    <a:pt x="916" y="13"/>
                    <a:pt x="833" y="1"/>
                    <a:pt x="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43"/>
            <p:cNvSpPr/>
            <p:nvPr/>
          </p:nvSpPr>
          <p:spPr>
            <a:xfrm>
              <a:off x="4049500" y="3122550"/>
              <a:ext cx="80500" cy="77500"/>
            </a:xfrm>
            <a:custGeom>
              <a:avLst/>
              <a:gdLst/>
              <a:ahLst/>
              <a:cxnLst/>
              <a:rect l="l" t="t" r="r" b="b"/>
              <a:pathLst>
                <a:path w="3220" h="3100" extrusionOk="0">
                  <a:moveTo>
                    <a:pt x="2249" y="0"/>
                  </a:moveTo>
                  <a:cubicBezTo>
                    <a:pt x="2144" y="0"/>
                    <a:pt x="2039" y="67"/>
                    <a:pt x="2052" y="190"/>
                  </a:cubicBezTo>
                  <a:cubicBezTo>
                    <a:pt x="2076" y="549"/>
                    <a:pt x="2604" y="1885"/>
                    <a:pt x="1914" y="1885"/>
                  </a:cubicBezTo>
                  <a:cubicBezTo>
                    <a:pt x="1894" y="1885"/>
                    <a:pt x="1873" y="1884"/>
                    <a:pt x="1850" y="1881"/>
                  </a:cubicBezTo>
                  <a:cubicBezTo>
                    <a:pt x="1362" y="1822"/>
                    <a:pt x="802" y="1012"/>
                    <a:pt x="517" y="679"/>
                  </a:cubicBezTo>
                  <a:cubicBezTo>
                    <a:pt x="473" y="628"/>
                    <a:pt x="424" y="607"/>
                    <a:pt x="376" y="607"/>
                  </a:cubicBezTo>
                  <a:cubicBezTo>
                    <a:pt x="255" y="607"/>
                    <a:pt x="146" y="744"/>
                    <a:pt x="171" y="881"/>
                  </a:cubicBezTo>
                  <a:cubicBezTo>
                    <a:pt x="219" y="1143"/>
                    <a:pt x="255" y="1405"/>
                    <a:pt x="302" y="1667"/>
                  </a:cubicBezTo>
                  <a:cubicBezTo>
                    <a:pt x="243" y="1536"/>
                    <a:pt x="171" y="1405"/>
                    <a:pt x="112" y="1274"/>
                  </a:cubicBezTo>
                  <a:cubicBezTo>
                    <a:pt x="104" y="1259"/>
                    <a:pt x="89" y="1252"/>
                    <a:pt x="73" y="1252"/>
                  </a:cubicBezTo>
                  <a:cubicBezTo>
                    <a:pt x="39" y="1252"/>
                    <a:pt x="0" y="1281"/>
                    <a:pt x="16" y="1322"/>
                  </a:cubicBezTo>
                  <a:cubicBezTo>
                    <a:pt x="219" y="1845"/>
                    <a:pt x="397" y="2393"/>
                    <a:pt x="540" y="2953"/>
                  </a:cubicBezTo>
                  <a:cubicBezTo>
                    <a:pt x="559" y="3055"/>
                    <a:pt x="627" y="3099"/>
                    <a:pt x="701" y="3099"/>
                  </a:cubicBezTo>
                  <a:cubicBezTo>
                    <a:pt x="815" y="3099"/>
                    <a:pt x="943" y="2993"/>
                    <a:pt x="921" y="2834"/>
                  </a:cubicBezTo>
                  <a:cubicBezTo>
                    <a:pt x="874" y="2429"/>
                    <a:pt x="802" y="2012"/>
                    <a:pt x="719" y="1607"/>
                  </a:cubicBezTo>
                  <a:lnTo>
                    <a:pt x="719" y="1607"/>
                  </a:lnTo>
                  <a:cubicBezTo>
                    <a:pt x="1066" y="2013"/>
                    <a:pt x="1500" y="2402"/>
                    <a:pt x="1956" y="2402"/>
                  </a:cubicBezTo>
                  <a:cubicBezTo>
                    <a:pt x="2062" y="2402"/>
                    <a:pt x="2170" y="2381"/>
                    <a:pt x="2279" y="2334"/>
                  </a:cubicBezTo>
                  <a:cubicBezTo>
                    <a:pt x="3219" y="1941"/>
                    <a:pt x="2612" y="786"/>
                    <a:pt x="2445" y="143"/>
                  </a:cubicBezTo>
                  <a:cubicBezTo>
                    <a:pt x="2424" y="46"/>
                    <a:pt x="2336" y="0"/>
                    <a:pt x="22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43"/>
            <p:cNvSpPr/>
            <p:nvPr/>
          </p:nvSpPr>
          <p:spPr>
            <a:xfrm>
              <a:off x="4008225" y="3192350"/>
              <a:ext cx="43900" cy="43925"/>
            </a:xfrm>
            <a:custGeom>
              <a:avLst/>
              <a:gdLst/>
              <a:ahLst/>
              <a:cxnLst/>
              <a:rect l="l" t="t" r="r" b="b"/>
              <a:pathLst>
                <a:path w="1756" h="1757" extrusionOk="0">
                  <a:moveTo>
                    <a:pt x="389" y="1"/>
                  </a:moveTo>
                  <a:cubicBezTo>
                    <a:pt x="266" y="1"/>
                    <a:pt x="148" y="57"/>
                    <a:pt x="84" y="185"/>
                  </a:cubicBezTo>
                  <a:cubicBezTo>
                    <a:pt x="35" y="282"/>
                    <a:pt x="114" y="368"/>
                    <a:pt x="191" y="368"/>
                  </a:cubicBezTo>
                  <a:cubicBezTo>
                    <a:pt x="227" y="368"/>
                    <a:pt x="264" y="349"/>
                    <a:pt x="286" y="304"/>
                  </a:cubicBezTo>
                  <a:cubicBezTo>
                    <a:pt x="307" y="259"/>
                    <a:pt x="329" y="241"/>
                    <a:pt x="349" y="241"/>
                  </a:cubicBezTo>
                  <a:cubicBezTo>
                    <a:pt x="422" y="241"/>
                    <a:pt x="483" y="467"/>
                    <a:pt x="465" y="542"/>
                  </a:cubicBezTo>
                  <a:cubicBezTo>
                    <a:pt x="441" y="637"/>
                    <a:pt x="405" y="732"/>
                    <a:pt x="358" y="827"/>
                  </a:cubicBezTo>
                  <a:cubicBezTo>
                    <a:pt x="274" y="1042"/>
                    <a:pt x="179" y="1256"/>
                    <a:pt x="60" y="1459"/>
                  </a:cubicBezTo>
                  <a:cubicBezTo>
                    <a:pt x="1" y="1589"/>
                    <a:pt x="84" y="1756"/>
                    <a:pt x="239" y="1756"/>
                  </a:cubicBezTo>
                  <a:cubicBezTo>
                    <a:pt x="667" y="1756"/>
                    <a:pt x="1096" y="1697"/>
                    <a:pt x="1513" y="1589"/>
                  </a:cubicBezTo>
                  <a:cubicBezTo>
                    <a:pt x="1756" y="1501"/>
                    <a:pt x="1681" y="1166"/>
                    <a:pt x="1450" y="1166"/>
                  </a:cubicBezTo>
                  <a:cubicBezTo>
                    <a:pt x="1432" y="1166"/>
                    <a:pt x="1413" y="1168"/>
                    <a:pt x="1394" y="1173"/>
                  </a:cubicBezTo>
                  <a:cubicBezTo>
                    <a:pt x="1120" y="1232"/>
                    <a:pt x="858" y="1292"/>
                    <a:pt x="560" y="1328"/>
                  </a:cubicBezTo>
                  <a:cubicBezTo>
                    <a:pt x="632" y="1185"/>
                    <a:pt x="691" y="1030"/>
                    <a:pt x="751" y="875"/>
                  </a:cubicBezTo>
                  <a:cubicBezTo>
                    <a:pt x="846" y="673"/>
                    <a:pt x="858" y="446"/>
                    <a:pt x="774" y="232"/>
                  </a:cubicBezTo>
                  <a:cubicBezTo>
                    <a:pt x="702" y="87"/>
                    <a:pt x="542" y="1"/>
                    <a:pt x="3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43"/>
            <p:cNvSpPr/>
            <p:nvPr/>
          </p:nvSpPr>
          <p:spPr>
            <a:xfrm>
              <a:off x="3962725" y="2995350"/>
              <a:ext cx="65775" cy="81500"/>
            </a:xfrm>
            <a:custGeom>
              <a:avLst/>
              <a:gdLst/>
              <a:ahLst/>
              <a:cxnLst/>
              <a:rect l="l" t="t" r="r" b="b"/>
              <a:pathLst>
                <a:path w="2631" h="3260" extrusionOk="0">
                  <a:moveTo>
                    <a:pt x="1903" y="1"/>
                  </a:moveTo>
                  <a:cubicBezTo>
                    <a:pt x="1791" y="1"/>
                    <a:pt x="1688" y="69"/>
                    <a:pt x="1702" y="218"/>
                  </a:cubicBezTo>
                  <a:cubicBezTo>
                    <a:pt x="1737" y="480"/>
                    <a:pt x="2297" y="2004"/>
                    <a:pt x="2059" y="2147"/>
                  </a:cubicBezTo>
                  <a:cubicBezTo>
                    <a:pt x="2040" y="2159"/>
                    <a:pt x="2015" y="2164"/>
                    <a:pt x="1987" y="2164"/>
                  </a:cubicBezTo>
                  <a:cubicBezTo>
                    <a:pt x="1786" y="2164"/>
                    <a:pt x="1383" y="1897"/>
                    <a:pt x="1237" y="1814"/>
                  </a:cubicBezTo>
                  <a:cubicBezTo>
                    <a:pt x="928" y="1623"/>
                    <a:pt x="630" y="1397"/>
                    <a:pt x="368" y="1159"/>
                  </a:cubicBezTo>
                  <a:cubicBezTo>
                    <a:pt x="328" y="1118"/>
                    <a:pt x="279" y="1101"/>
                    <a:pt x="232" y="1101"/>
                  </a:cubicBezTo>
                  <a:cubicBezTo>
                    <a:pt x="113" y="1101"/>
                    <a:pt x="1" y="1213"/>
                    <a:pt x="35" y="1349"/>
                  </a:cubicBezTo>
                  <a:cubicBezTo>
                    <a:pt x="166" y="1980"/>
                    <a:pt x="344" y="2659"/>
                    <a:pt x="701" y="3207"/>
                  </a:cubicBezTo>
                  <a:cubicBezTo>
                    <a:pt x="726" y="3244"/>
                    <a:pt x="762" y="3259"/>
                    <a:pt x="797" y="3259"/>
                  </a:cubicBezTo>
                  <a:cubicBezTo>
                    <a:pt x="863" y="3259"/>
                    <a:pt x="927" y="3202"/>
                    <a:pt x="904" y="3123"/>
                  </a:cubicBezTo>
                  <a:cubicBezTo>
                    <a:pt x="820" y="2683"/>
                    <a:pt x="689" y="2254"/>
                    <a:pt x="570" y="1826"/>
                  </a:cubicBezTo>
                  <a:lnTo>
                    <a:pt x="570" y="1826"/>
                  </a:lnTo>
                  <a:cubicBezTo>
                    <a:pt x="809" y="2004"/>
                    <a:pt x="1059" y="2159"/>
                    <a:pt x="1309" y="2314"/>
                  </a:cubicBezTo>
                  <a:cubicBezTo>
                    <a:pt x="1525" y="2436"/>
                    <a:pt x="1824" y="2634"/>
                    <a:pt x="2099" y="2634"/>
                  </a:cubicBezTo>
                  <a:cubicBezTo>
                    <a:pt x="2171" y="2634"/>
                    <a:pt x="2242" y="2620"/>
                    <a:pt x="2309" y="2588"/>
                  </a:cubicBezTo>
                  <a:cubicBezTo>
                    <a:pt x="2630" y="2421"/>
                    <a:pt x="2594" y="2016"/>
                    <a:pt x="2571" y="1719"/>
                  </a:cubicBezTo>
                  <a:cubicBezTo>
                    <a:pt x="2523" y="1183"/>
                    <a:pt x="2428" y="552"/>
                    <a:pt x="2130" y="111"/>
                  </a:cubicBezTo>
                  <a:cubicBezTo>
                    <a:pt x="2079" y="40"/>
                    <a:pt x="1988" y="1"/>
                    <a:pt x="1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43"/>
            <p:cNvSpPr/>
            <p:nvPr/>
          </p:nvSpPr>
          <p:spPr>
            <a:xfrm>
              <a:off x="3916850" y="2249000"/>
              <a:ext cx="118500" cy="105625"/>
            </a:xfrm>
            <a:custGeom>
              <a:avLst/>
              <a:gdLst/>
              <a:ahLst/>
              <a:cxnLst/>
              <a:rect l="l" t="t" r="r" b="b"/>
              <a:pathLst>
                <a:path w="4740" h="4225" extrusionOk="0">
                  <a:moveTo>
                    <a:pt x="2368" y="421"/>
                  </a:moveTo>
                  <a:cubicBezTo>
                    <a:pt x="2613" y="421"/>
                    <a:pt x="2865" y="473"/>
                    <a:pt x="3120" y="593"/>
                  </a:cubicBezTo>
                  <a:cubicBezTo>
                    <a:pt x="4275" y="1128"/>
                    <a:pt x="4179" y="2783"/>
                    <a:pt x="3227" y="3486"/>
                  </a:cubicBezTo>
                  <a:cubicBezTo>
                    <a:pt x="2914" y="3712"/>
                    <a:pt x="2563" y="3816"/>
                    <a:pt x="2219" y="3816"/>
                  </a:cubicBezTo>
                  <a:cubicBezTo>
                    <a:pt x="1422" y="3816"/>
                    <a:pt x="666" y="3260"/>
                    <a:pt x="524" y="2378"/>
                  </a:cubicBezTo>
                  <a:cubicBezTo>
                    <a:pt x="441" y="1819"/>
                    <a:pt x="655" y="1259"/>
                    <a:pt x="1084" y="890"/>
                  </a:cubicBezTo>
                  <a:cubicBezTo>
                    <a:pt x="1466" y="610"/>
                    <a:pt x="1904" y="421"/>
                    <a:pt x="2368" y="421"/>
                  </a:cubicBezTo>
                  <a:close/>
                  <a:moveTo>
                    <a:pt x="2505" y="0"/>
                  </a:moveTo>
                  <a:cubicBezTo>
                    <a:pt x="1521" y="0"/>
                    <a:pt x="623" y="696"/>
                    <a:pt x="143" y="1569"/>
                  </a:cubicBezTo>
                  <a:cubicBezTo>
                    <a:pt x="110" y="1647"/>
                    <a:pt x="160" y="1725"/>
                    <a:pt x="235" y="1725"/>
                  </a:cubicBezTo>
                  <a:cubicBezTo>
                    <a:pt x="240" y="1725"/>
                    <a:pt x="245" y="1724"/>
                    <a:pt x="250" y="1724"/>
                  </a:cubicBezTo>
                  <a:lnTo>
                    <a:pt x="250" y="1724"/>
                  </a:lnTo>
                  <a:cubicBezTo>
                    <a:pt x="0" y="2724"/>
                    <a:pt x="631" y="3807"/>
                    <a:pt x="1608" y="4129"/>
                  </a:cubicBezTo>
                  <a:cubicBezTo>
                    <a:pt x="1821" y="4194"/>
                    <a:pt x="2038" y="4225"/>
                    <a:pt x="2252" y="4225"/>
                  </a:cubicBezTo>
                  <a:cubicBezTo>
                    <a:pt x="3134" y="4225"/>
                    <a:pt x="3965" y="3696"/>
                    <a:pt x="4310" y="2843"/>
                  </a:cubicBezTo>
                  <a:cubicBezTo>
                    <a:pt x="4739" y="1783"/>
                    <a:pt x="4334" y="545"/>
                    <a:pt x="3227" y="128"/>
                  </a:cubicBezTo>
                  <a:cubicBezTo>
                    <a:pt x="2984" y="40"/>
                    <a:pt x="2742" y="0"/>
                    <a:pt x="25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43"/>
            <p:cNvSpPr/>
            <p:nvPr/>
          </p:nvSpPr>
          <p:spPr>
            <a:xfrm>
              <a:off x="3984725" y="2919850"/>
              <a:ext cx="24725" cy="78375"/>
            </a:xfrm>
            <a:custGeom>
              <a:avLst/>
              <a:gdLst/>
              <a:ahLst/>
              <a:cxnLst/>
              <a:rect l="l" t="t" r="r" b="b"/>
              <a:pathLst>
                <a:path w="989" h="3135" extrusionOk="0">
                  <a:moveTo>
                    <a:pt x="903" y="0"/>
                  </a:moveTo>
                  <a:cubicBezTo>
                    <a:pt x="875" y="0"/>
                    <a:pt x="848" y="14"/>
                    <a:pt x="833" y="47"/>
                  </a:cubicBezTo>
                  <a:cubicBezTo>
                    <a:pt x="512" y="976"/>
                    <a:pt x="238" y="1917"/>
                    <a:pt x="36" y="2881"/>
                  </a:cubicBezTo>
                  <a:cubicBezTo>
                    <a:pt x="0" y="3037"/>
                    <a:pt x="130" y="3134"/>
                    <a:pt x="247" y="3134"/>
                  </a:cubicBezTo>
                  <a:cubicBezTo>
                    <a:pt x="327" y="3134"/>
                    <a:pt x="402" y="3089"/>
                    <a:pt x="417" y="2988"/>
                  </a:cubicBezTo>
                  <a:cubicBezTo>
                    <a:pt x="571" y="2012"/>
                    <a:pt x="738" y="1048"/>
                    <a:pt x="988" y="83"/>
                  </a:cubicBezTo>
                  <a:cubicBezTo>
                    <a:pt x="988" y="33"/>
                    <a:pt x="945" y="0"/>
                    <a:pt x="9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43"/>
            <p:cNvSpPr/>
            <p:nvPr/>
          </p:nvSpPr>
          <p:spPr>
            <a:xfrm>
              <a:off x="3949100" y="3160825"/>
              <a:ext cx="57075" cy="78325"/>
            </a:xfrm>
            <a:custGeom>
              <a:avLst/>
              <a:gdLst/>
              <a:ahLst/>
              <a:cxnLst/>
              <a:rect l="l" t="t" r="r" b="b"/>
              <a:pathLst>
                <a:path w="2283" h="3133" extrusionOk="0">
                  <a:moveTo>
                    <a:pt x="1004" y="0"/>
                  </a:moveTo>
                  <a:cubicBezTo>
                    <a:pt x="880" y="0"/>
                    <a:pt x="762" y="122"/>
                    <a:pt x="853" y="255"/>
                  </a:cubicBezTo>
                  <a:cubicBezTo>
                    <a:pt x="1092" y="612"/>
                    <a:pt x="1306" y="993"/>
                    <a:pt x="1485" y="1398"/>
                  </a:cubicBezTo>
                  <a:cubicBezTo>
                    <a:pt x="1532" y="1505"/>
                    <a:pt x="1580" y="1612"/>
                    <a:pt x="1615" y="1719"/>
                  </a:cubicBezTo>
                  <a:lnTo>
                    <a:pt x="1580" y="1719"/>
                  </a:lnTo>
                  <a:cubicBezTo>
                    <a:pt x="1330" y="1767"/>
                    <a:pt x="1080" y="1862"/>
                    <a:pt x="853" y="1981"/>
                  </a:cubicBezTo>
                  <a:cubicBezTo>
                    <a:pt x="603" y="1410"/>
                    <a:pt x="353" y="850"/>
                    <a:pt x="151" y="255"/>
                  </a:cubicBezTo>
                  <a:cubicBezTo>
                    <a:pt x="137" y="227"/>
                    <a:pt x="110" y="213"/>
                    <a:pt x="83" y="213"/>
                  </a:cubicBezTo>
                  <a:cubicBezTo>
                    <a:pt x="42" y="213"/>
                    <a:pt x="1" y="245"/>
                    <a:pt x="8" y="303"/>
                  </a:cubicBezTo>
                  <a:cubicBezTo>
                    <a:pt x="175" y="910"/>
                    <a:pt x="342" y="1541"/>
                    <a:pt x="568" y="2148"/>
                  </a:cubicBezTo>
                  <a:cubicBezTo>
                    <a:pt x="496" y="2219"/>
                    <a:pt x="544" y="2350"/>
                    <a:pt x="651" y="2350"/>
                  </a:cubicBezTo>
                  <a:cubicBezTo>
                    <a:pt x="746" y="2600"/>
                    <a:pt x="853" y="2839"/>
                    <a:pt x="984" y="3065"/>
                  </a:cubicBezTo>
                  <a:cubicBezTo>
                    <a:pt x="1008" y="3112"/>
                    <a:pt x="1052" y="3132"/>
                    <a:pt x="1097" y="3132"/>
                  </a:cubicBezTo>
                  <a:cubicBezTo>
                    <a:pt x="1188" y="3132"/>
                    <a:pt x="1286" y="3053"/>
                    <a:pt x="1246" y="2958"/>
                  </a:cubicBezTo>
                  <a:cubicBezTo>
                    <a:pt x="1151" y="2720"/>
                    <a:pt x="1056" y="2481"/>
                    <a:pt x="961" y="2243"/>
                  </a:cubicBezTo>
                  <a:cubicBezTo>
                    <a:pt x="1199" y="2160"/>
                    <a:pt x="1437" y="2100"/>
                    <a:pt x="1687" y="2077"/>
                  </a:cubicBezTo>
                  <a:cubicBezTo>
                    <a:pt x="1699" y="2065"/>
                    <a:pt x="1723" y="2065"/>
                    <a:pt x="1735" y="2053"/>
                  </a:cubicBezTo>
                  <a:cubicBezTo>
                    <a:pt x="1806" y="2243"/>
                    <a:pt x="1877" y="2434"/>
                    <a:pt x="1973" y="2612"/>
                  </a:cubicBezTo>
                  <a:cubicBezTo>
                    <a:pt x="2005" y="2668"/>
                    <a:pt x="2059" y="2693"/>
                    <a:pt x="2113" y="2693"/>
                  </a:cubicBezTo>
                  <a:cubicBezTo>
                    <a:pt x="2198" y="2693"/>
                    <a:pt x="2282" y="2631"/>
                    <a:pt x="2282" y="2529"/>
                  </a:cubicBezTo>
                  <a:cubicBezTo>
                    <a:pt x="2211" y="1660"/>
                    <a:pt x="1639" y="767"/>
                    <a:pt x="1151" y="76"/>
                  </a:cubicBezTo>
                  <a:cubicBezTo>
                    <a:pt x="1112" y="23"/>
                    <a:pt x="1057" y="0"/>
                    <a:pt x="10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43"/>
            <p:cNvSpPr/>
            <p:nvPr/>
          </p:nvSpPr>
          <p:spPr>
            <a:xfrm>
              <a:off x="3796975" y="2619875"/>
              <a:ext cx="54975" cy="85450"/>
            </a:xfrm>
            <a:custGeom>
              <a:avLst/>
              <a:gdLst/>
              <a:ahLst/>
              <a:cxnLst/>
              <a:rect l="l" t="t" r="r" b="b"/>
              <a:pathLst>
                <a:path w="2199" h="3418" extrusionOk="0">
                  <a:moveTo>
                    <a:pt x="1370" y="1"/>
                  </a:moveTo>
                  <a:cubicBezTo>
                    <a:pt x="1248" y="1"/>
                    <a:pt x="1124" y="109"/>
                    <a:pt x="1164" y="259"/>
                  </a:cubicBezTo>
                  <a:cubicBezTo>
                    <a:pt x="1331" y="843"/>
                    <a:pt x="1533" y="1438"/>
                    <a:pt x="1747" y="2021"/>
                  </a:cubicBezTo>
                  <a:cubicBezTo>
                    <a:pt x="1164" y="1831"/>
                    <a:pt x="747" y="1164"/>
                    <a:pt x="283" y="819"/>
                  </a:cubicBezTo>
                  <a:cubicBezTo>
                    <a:pt x="256" y="798"/>
                    <a:pt x="229" y="789"/>
                    <a:pt x="203" y="789"/>
                  </a:cubicBezTo>
                  <a:cubicBezTo>
                    <a:pt x="126" y="789"/>
                    <a:pt x="63" y="872"/>
                    <a:pt x="80" y="962"/>
                  </a:cubicBezTo>
                  <a:cubicBezTo>
                    <a:pt x="104" y="1081"/>
                    <a:pt x="128" y="1200"/>
                    <a:pt x="152" y="1307"/>
                  </a:cubicBezTo>
                  <a:cubicBezTo>
                    <a:pt x="141" y="1304"/>
                    <a:pt x="130" y="1302"/>
                    <a:pt x="119" y="1302"/>
                  </a:cubicBezTo>
                  <a:cubicBezTo>
                    <a:pt x="51" y="1302"/>
                    <a:pt x="0" y="1364"/>
                    <a:pt x="21" y="1426"/>
                  </a:cubicBezTo>
                  <a:cubicBezTo>
                    <a:pt x="164" y="1938"/>
                    <a:pt x="331" y="2450"/>
                    <a:pt x="461" y="2962"/>
                  </a:cubicBezTo>
                  <a:cubicBezTo>
                    <a:pt x="485" y="3069"/>
                    <a:pt x="509" y="3176"/>
                    <a:pt x="545" y="3284"/>
                  </a:cubicBezTo>
                  <a:cubicBezTo>
                    <a:pt x="564" y="3378"/>
                    <a:pt x="627" y="3418"/>
                    <a:pt x="695" y="3418"/>
                  </a:cubicBezTo>
                  <a:cubicBezTo>
                    <a:pt x="799" y="3418"/>
                    <a:pt x="912" y="3325"/>
                    <a:pt x="890" y="3188"/>
                  </a:cubicBezTo>
                  <a:cubicBezTo>
                    <a:pt x="783" y="2557"/>
                    <a:pt x="640" y="1938"/>
                    <a:pt x="461" y="1319"/>
                  </a:cubicBezTo>
                  <a:lnTo>
                    <a:pt x="461" y="1319"/>
                  </a:lnTo>
                  <a:cubicBezTo>
                    <a:pt x="914" y="1771"/>
                    <a:pt x="1271" y="2271"/>
                    <a:pt x="1962" y="2426"/>
                  </a:cubicBezTo>
                  <a:cubicBezTo>
                    <a:pt x="1971" y="2427"/>
                    <a:pt x="1980" y="2428"/>
                    <a:pt x="1989" y="2428"/>
                  </a:cubicBezTo>
                  <a:cubicBezTo>
                    <a:pt x="2090" y="2428"/>
                    <a:pt x="2199" y="2368"/>
                    <a:pt x="2188" y="2248"/>
                  </a:cubicBezTo>
                  <a:cubicBezTo>
                    <a:pt x="2116" y="1498"/>
                    <a:pt x="1890" y="759"/>
                    <a:pt x="1533" y="93"/>
                  </a:cubicBezTo>
                  <a:cubicBezTo>
                    <a:pt x="1493" y="29"/>
                    <a:pt x="1432" y="1"/>
                    <a:pt x="13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43"/>
            <p:cNvSpPr/>
            <p:nvPr/>
          </p:nvSpPr>
          <p:spPr>
            <a:xfrm>
              <a:off x="3775100" y="2869100"/>
              <a:ext cx="21525" cy="46375"/>
            </a:xfrm>
            <a:custGeom>
              <a:avLst/>
              <a:gdLst/>
              <a:ahLst/>
              <a:cxnLst/>
              <a:rect l="l" t="t" r="r" b="b"/>
              <a:pathLst>
                <a:path w="861" h="1855" extrusionOk="0">
                  <a:moveTo>
                    <a:pt x="81" y="0"/>
                  </a:moveTo>
                  <a:cubicBezTo>
                    <a:pt x="40" y="0"/>
                    <a:pt x="0" y="45"/>
                    <a:pt x="27" y="89"/>
                  </a:cubicBezTo>
                  <a:cubicBezTo>
                    <a:pt x="348" y="565"/>
                    <a:pt x="515" y="1113"/>
                    <a:pt x="503" y="1685"/>
                  </a:cubicBezTo>
                  <a:cubicBezTo>
                    <a:pt x="503" y="1798"/>
                    <a:pt x="595" y="1854"/>
                    <a:pt x="685" y="1854"/>
                  </a:cubicBezTo>
                  <a:cubicBezTo>
                    <a:pt x="774" y="1854"/>
                    <a:pt x="860" y="1798"/>
                    <a:pt x="848" y="1685"/>
                  </a:cubicBezTo>
                  <a:cubicBezTo>
                    <a:pt x="813" y="1065"/>
                    <a:pt x="551" y="470"/>
                    <a:pt x="122" y="18"/>
                  </a:cubicBezTo>
                  <a:cubicBezTo>
                    <a:pt x="110" y="6"/>
                    <a:pt x="95" y="0"/>
                    <a:pt x="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43"/>
            <p:cNvSpPr/>
            <p:nvPr/>
          </p:nvSpPr>
          <p:spPr>
            <a:xfrm>
              <a:off x="3749575" y="2879500"/>
              <a:ext cx="37550" cy="55450"/>
            </a:xfrm>
            <a:custGeom>
              <a:avLst/>
              <a:gdLst/>
              <a:ahLst/>
              <a:cxnLst/>
              <a:rect l="l" t="t" r="r" b="b"/>
              <a:pathLst>
                <a:path w="1502" h="2218" extrusionOk="0">
                  <a:moveTo>
                    <a:pt x="146" y="1"/>
                  </a:moveTo>
                  <a:cubicBezTo>
                    <a:pt x="73" y="1"/>
                    <a:pt x="1" y="68"/>
                    <a:pt x="24" y="161"/>
                  </a:cubicBezTo>
                  <a:cubicBezTo>
                    <a:pt x="238" y="804"/>
                    <a:pt x="441" y="1531"/>
                    <a:pt x="750" y="2150"/>
                  </a:cubicBezTo>
                  <a:cubicBezTo>
                    <a:pt x="774" y="2197"/>
                    <a:pt x="812" y="2217"/>
                    <a:pt x="852" y="2217"/>
                  </a:cubicBezTo>
                  <a:cubicBezTo>
                    <a:pt x="931" y="2217"/>
                    <a:pt x="1016" y="2138"/>
                    <a:pt x="1000" y="2042"/>
                  </a:cubicBezTo>
                  <a:cubicBezTo>
                    <a:pt x="929" y="1697"/>
                    <a:pt x="833" y="1376"/>
                    <a:pt x="703" y="1054"/>
                  </a:cubicBezTo>
                  <a:lnTo>
                    <a:pt x="714" y="1054"/>
                  </a:lnTo>
                  <a:cubicBezTo>
                    <a:pt x="917" y="947"/>
                    <a:pt x="1131" y="876"/>
                    <a:pt x="1334" y="769"/>
                  </a:cubicBezTo>
                  <a:cubicBezTo>
                    <a:pt x="1501" y="695"/>
                    <a:pt x="1429" y="456"/>
                    <a:pt x="1272" y="456"/>
                  </a:cubicBezTo>
                  <a:cubicBezTo>
                    <a:pt x="1250" y="456"/>
                    <a:pt x="1227" y="461"/>
                    <a:pt x="1203" y="471"/>
                  </a:cubicBezTo>
                  <a:cubicBezTo>
                    <a:pt x="976" y="554"/>
                    <a:pt x="786" y="709"/>
                    <a:pt x="643" y="911"/>
                  </a:cubicBezTo>
                  <a:cubicBezTo>
                    <a:pt x="524" y="614"/>
                    <a:pt x="381" y="328"/>
                    <a:pt x="250" y="66"/>
                  </a:cubicBezTo>
                  <a:cubicBezTo>
                    <a:pt x="225" y="20"/>
                    <a:pt x="186" y="1"/>
                    <a:pt x="1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55" name="Google Shape;1955;p43"/>
          <p:cNvGrpSpPr/>
          <p:nvPr/>
        </p:nvGrpSpPr>
        <p:grpSpPr>
          <a:xfrm rot="-1184546">
            <a:off x="7683826" y="3827078"/>
            <a:ext cx="893702" cy="840497"/>
            <a:chOff x="2811050" y="2858075"/>
            <a:chExt cx="694150" cy="652825"/>
          </a:xfrm>
        </p:grpSpPr>
        <p:sp>
          <p:nvSpPr>
            <p:cNvPr id="1956" name="Google Shape;1956;p43"/>
            <p:cNvSpPr/>
            <p:nvPr/>
          </p:nvSpPr>
          <p:spPr>
            <a:xfrm>
              <a:off x="2883075" y="2983225"/>
              <a:ext cx="611125" cy="470125"/>
            </a:xfrm>
            <a:custGeom>
              <a:avLst/>
              <a:gdLst/>
              <a:ahLst/>
              <a:cxnLst/>
              <a:rect l="l" t="t" r="r" b="b"/>
              <a:pathLst>
                <a:path w="24445" h="18805" extrusionOk="0">
                  <a:moveTo>
                    <a:pt x="21777" y="1"/>
                  </a:moveTo>
                  <a:cubicBezTo>
                    <a:pt x="20480" y="799"/>
                    <a:pt x="19206" y="1644"/>
                    <a:pt x="17932" y="2477"/>
                  </a:cubicBezTo>
                  <a:cubicBezTo>
                    <a:pt x="17575" y="2704"/>
                    <a:pt x="17229" y="2942"/>
                    <a:pt x="16884" y="3168"/>
                  </a:cubicBezTo>
                  <a:cubicBezTo>
                    <a:pt x="16824" y="3192"/>
                    <a:pt x="16777" y="3227"/>
                    <a:pt x="16741" y="3251"/>
                  </a:cubicBezTo>
                  <a:cubicBezTo>
                    <a:pt x="18146" y="5430"/>
                    <a:pt x="18265" y="8192"/>
                    <a:pt x="17063" y="10490"/>
                  </a:cubicBezTo>
                  <a:cubicBezTo>
                    <a:pt x="17063" y="10490"/>
                    <a:pt x="17051" y="10502"/>
                    <a:pt x="17051" y="10502"/>
                  </a:cubicBezTo>
                  <a:cubicBezTo>
                    <a:pt x="16848" y="10883"/>
                    <a:pt x="16622" y="11252"/>
                    <a:pt x="16360" y="11586"/>
                  </a:cubicBezTo>
                  <a:cubicBezTo>
                    <a:pt x="15634" y="12526"/>
                    <a:pt x="14669" y="13288"/>
                    <a:pt x="13491" y="13550"/>
                  </a:cubicBezTo>
                  <a:cubicBezTo>
                    <a:pt x="13014" y="13657"/>
                    <a:pt x="12531" y="13709"/>
                    <a:pt x="12049" y="13709"/>
                  </a:cubicBezTo>
                  <a:cubicBezTo>
                    <a:pt x="11289" y="13709"/>
                    <a:pt x="10533" y="13579"/>
                    <a:pt x="9812" y="13324"/>
                  </a:cubicBezTo>
                  <a:cubicBezTo>
                    <a:pt x="7526" y="12479"/>
                    <a:pt x="6454" y="10109"/>
                    <a:pt x="6299" y="7799"/>
                  </a:cubicBezTo>
                  <a:cubicBezTo>
                    <a:pt x="6287" y="7621"/>
                    <a:pt x="6276" y="7442"/>
                    <a:pt x="6276" y="7264"/>
                  </a:cubicBezTo>
                  <a:cubicBezTo>
                    <a:pt x="4597" y="6978"/>
                    <a:pt x="2918" y="6692"/>
                    <a:pt x="1239" y="6418"/>
                  </a:cubicBezTo>
                  <a:lnTo>
                    <a:pt x="596" y="6311"/>
                  </a:lnTo>
                  <a:cubicBezTo>
                    <a:pt x="430" y="6264"/>
                    <a:pt x="251" y="6240"/>
                    <a:pt x="72" y="6228"/>
                  </a:cubicBezTo>
                  <a:lnTo>
                    <a:pt x="72" y="6383"/>
                  </a:lnTo>
                  <a:cubicBezTo>
                    <a:pt x="1" y="8550"/>
                    <a:pt x="191" y="10776"/>
                    <a:pt x="965" y="12824"/>
                  </a:cubicBezTo>
                  <a:cubicBezTo>
                    <a:pt x="1656" y="14657"/>
                    <a:pt x="2978" y="16181"/>
                    <a:pt x="4692" y="17146"/>
                  </a:cubicBezTo>
                  <a:cubicBezTo>
                    <a:pt x="6430" y="18098"/>
                    <a:pt x="8359" y="18658"/>
                    <a:pt x="10347" y="18777"/>
                  </a:cubicBezTo>
                  <a:cubicBezTo>
                    <a:pt x="10643" y="18795"/>
                    <a:pt x="10939" y="18805"/>
                    <a:pt x="11235" y="18805"/>
                  </a:cubicBezTo>
                  <a:cubicBezTo>
                    <a:pt x="14754" y="18805"/>
                    <a:pt x="18255" y="17499"/>
                    <a:pt x="20682" y="14896"/>
                  </a:cubicBezTo>
                  <a:cubicBezTo>
                    <a:pt x="23123" y="12288"/>
                    <a:pt x="24444" y="8526"/>
                    <a:pt x="23849" y="4978"/>
                  </a:cubicBezTo>
                  <a:cubicBezTo>
                    <a:pt x="23552" y="3168"/>
                    <a:pt x="22790" y="1489"/>
                    <a:pt x="21777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43"/>
            <p:cNvSpPr/>
            <p:nvPr/>
          </p:nvSpPr>
          <p:spPr>
            <a:xfrm>
              <a:off x="3201875" y="2872200"/>
              <a:ext cx="221475" cy="184575"/>
            </a:xfrm>
            <a:custGeom>
              <a:avLst/>
              <a:gdLst/>
              <a:ahLst/>
              <a:cxnLst/>
              <a:rect l="l" t="t" r="r" b="b"/>
              <a:pathLst>
                <a:path w="8859" h="7383" extrusionOk="0">
                  <a:moveTo>
                    <a:pt x="4715" y="1"/>
                  </a:moveTo>
                  <a:cubicBezTo>
                    <a:pt x="3096" y="1442"/>
                    <a:pt x="1429" y="2858"/>
                    <a:pt x="1" y="4501"/>
                  </a:cubicBezTo>
                  <a:cubicBezTo>
                    <a:pt x="501" y="4799"/>
                    <a:pt x="1024" y="5013"/>
                    <a:pt x="1513" y="5299"/>
                  </a:cubicBezTo>
                  <a:cubicBezTo>
                    <a:pt x="2048" y="5621"/>
                    <a:pt x="2537" y="5990"/>
                    <a:pt x="2977" y="6430"/>
                  </a:cubicBezTo>
                  <a:cubicBezTo>
                    <a:pt x="3263" y="6728"/>
                    <a:pt x="3537" y="7037"/>
                    <a:pt x="3775" y="7383"/>
                  </a:cubicBezTo>
                  <a:cubicBezTo>
                    <a:pt x="4037" y="7192"/>
                    <a:pt x="4334" y="7037"/>
                    <a:pt x="4608" y="6871"/>
                  </a:cubicBezTo>
                  <a:cubicBezTo>
                    <a:pt x="6025" y="5990"/>
                    <a:pt x="7454" y="5121"/>
                    <a:pt x="8859" y="4204"/>
                  </a:cubicBezTo>
                  <a:cubicBezTo>
                    <a:pt x="7716" y="2644"/>
                    <a:pt x="6347" y="1263"/>
                    <a:pt x="4799" y="96"/>
                  </a:cubicBezTo>
                  <a:cubicBezTo>
                    <a:pt x="4763" y="72"/>
                    <a:pt x="4739" y="37"/>
                    <a:pt x="4715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43"/>
            <p:cNvSpPr/>
            <p:nvPr/>
          </p:nvSpPr>
          <p:spPr>
            <a:xfrm>
              <a:off x="3283125" y="3078475"/>
              <a:ext cx="37550" cy="133975"/>
            </a:xfrm>
            <a:custGeom>
              <a:avLst/>
              <a:gdLst/>
              <a:ahLst/>
              <a:cxnLst/>
              <a:rect l="l" t="t" r="r" b="b"/>
              <a:pathLst>
                <a:path w="1502" h="5359" extrusionOk="0">
                  <a:moveTo>
                    <a:pt x="394" y="1"/>
                  </a:moveTo>
                  <a:cubicBezTo>
                    <a:pt x="382" y="156"/>
                    <a:pt x="370" y="299"/>
                    <a:pt x="358" y="453"/>
                  </a:cubicBezTo>
                  <a:lnTo>
                    <a:pt x="203" y="1692"/>
                  </a:lnTo>
                  <a:cubicBezTo>
                    <a:pt x="168" y="2001"/>
                    <a:pt x="144" y="2370"/>
                    <a:pt x="1" y="2632"/>
                  </a:cubicBezTo>
                  <a:cubicBezTo>
                    <a:pt x="489" y="3477"/>
                    <a:pt x="822" y="4394"/>
                    <a:pt x="989" y="5359"/>
                  </a:cubicBezTo>
                  <a:cubicBezTo>
                    <a:pt x="1501" y="3728"/>
                    <a:pt x="1370" y="1953"/>
                    <a:pt x="620" y="406"/>
                  </a:cubicBezTo>
                  <a:cubicBezTo>
                    <a:pt x="549" y="275"/>
                    <a:pt x="477" y="144"/>
                    <a:pt x="394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43"/>
            <p:cNvSpPr/>
            <p:nvPr/>
          </p:nvSpPr>
          <p:spPr>
            <a:xfrm>
              <a:off x="3182525" y="2993650"/>
              <a:ext cx="103600" cy="139625"/>
            </a:xfrm>
            <a:custGeom>
              <a:avLst/>
              <a:gdLst/>
              <a:ahLst/>
              <a:cxnLst/>
              <a:rect l="l" t="t" r="r" b="b"/>
              <a:pathLst>
                <a:path w="4144" h="5585" extrusionOk="0">
                  <a:moveTo>
                    <a:pt x="274" y="1"/>
                  </a:moveTo>
                  <a:cubicBezTo>
                    <a:pt x="251" y="394"/>
                    <a:pt x="144" y="798"/>
                    <a:pt x="96" y="1167"/>
                  </a:cubicBezTo>
                  <a:cubicBezTo>
                    <a:pt x="48" y="1596"/>
                    <a:pt x="24" y="2013"/>
                    <a:pt x="1" y="2441"/>
                  </a:cubicBezTo>
                  <a:cubicBezTo>
                    <a:pt x="1537" y="3084"/>
                    <a:pt x="2834" y="4180"/>
                    <a:pt x="3739" y="5585"/>
                  </a:cubicBezTo>
                  <a:cubicBezTo>
                    <a:pt x="3763" y="5323"/>
                    <a:pt x="3823" y="5073"/>
                    <a:pt x="3846" y="4835"/>
                  </a:cubicBezTo>
                  <a:lnTo>
                    <a:pt x="4037" y="3537"/>
                  </a:lnTo>
                  <a:cubicBezTo>
                    <a:pt x="4049" y="3346"/>
                    <a:pt x="4084" y="3156"/>
                    <a:pt x="4144" y="2977"/>
                  </a:cubicBezTo>
                  <a:cubicBezTo>
                    <a:pt x="3775" y="2418"/>
                    <a:pt x="3311" y="1929"/>
                    <a:pt x="2799" y="1513"/>
                  </a:cubicBezTo>
                  <a:cubicBezTo>
                    <a:pt x="2406" y="1203"/>
                    <a:pt x="1989" y="929"/>
                    <a:pt x="1537" y="715"/>
                  </a:cubicBezTo>
                  <a:cubicBezTo>
                    <a:pt x="1096" y="513"/>
                    <a:pt x="667" y="286"/>
                    <a:pt x="274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43"/>
            <p:cNvSpPr/>
            <p:nvPr/>
          </p:nvSpPr>
          <p:spPr>
            <a:xfrm>
              <a:off x="2823850" y="3149025"/>
              <a:ext cx="494725" cy="347500"/>
            </a:xfrm>
            <a:custGeom>
              <a:avLst/>
              <a:gdLst/>
              <a:ahLst/>
              <a:cxnLst/>
              <a:rect l="l" t="t" r="r" b="b"/>
              <a:pathLst>
                <a:path w="19789" h="13900" extrusionOk="0">
                  <a:moveTo>
                    <a:pt x="1929" y="1"/>
                  </a:moveTo>
                  <a:cubicBezTo>
                    <a:pt x="1787" y="144"/>
                    <a:pt x="1644" y="274"/>
                    <a:pt x="1489" y="429"/>
                  </a:cubicBezTo>
                  <a:cubicBezTo>
                    <a:pt x="989" y="929"/>
                    <a:pt x="513" y="1453"/>
                    <a:pt x="1" y="1941"/>
                  </a:cubicBezTo>
                  <a:lnTo>
                    <a:pt x="1" y="2037"/>
                  </a:lnTo>
                  <a:cubicBezTo>
                    <a:pt x="179" y="4835"/>
                    <a:pt x="1036" y="7609"/>
                    <a:pt x="2775" y="9847"/>
                  </a:cubicBezTo>
                  <a:cubicBezTo>
                    <a:pt x="4430" y="11990"/>
                    <a:pt x="6871" y="13407"/>
                    <a:pt x="9561" y="13764"/>
                  </a:cubicBezTo>
                  <a:cubicBezTo>
                    <a:pt x="10240" y="13855"/>
                    <a:pt x="10922" y="13900"/>
                    <a:pt x="11601" y="13900"/>
                  </a:cubicBezTo>
                  <a:cubicBezTo>
                    <a:pt x="14481" y="13900"/>
                    <a:pt x="17322" y="13091"/>
                    <a:pt x="19789" y="11550"/>
                  </a:cubicBezTo>
                  <a:lnTo>
                    <a:pt x="19789" y="11550"/>
                  </a:lnTo>
                  <a:cubicBezTo>
                    <a:pt x="17875" y="12423"/>
                    <a:pt x="15802" y="12870"/>
                    <a:pt x="13719" y="12870"/>
                  </a:cubicBezTo>
                  <a:cubicBezTo>
                    <a:pt x="12847" y="12870"/>
                    <a:pt x="11973" y="12791"/>
                    <a:pt x="11109" y="12633"/>
                  </a:cubicBezTo>
                  <a:cubicBezTo>
                    <a:pt x="9061" y="12276"/>
                    <a:pt x="7013" y="11478"/>
                    <a:pt x="5406" y="10157"/>
                  </a:cubicBezTo>
                  <a:cubicBezTo>
                    <a:pt x="3823" y="8883"/>
                    <a:pt x="2834" y="7037"/>
                    <a:pt x="2358" y="5085"/>
                  </a:cubicBezTo>
                  <a:cubicBezTo>
                    <a:pt x="1977" y="3418"/>
                    <a:pt x="1834" y="1703"/>
                    <a:pt x="1929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43"/>
            <p:cNvSpPr/>
            <p:nvPr/>
          </p:nvSpPr>
          <p:spPr>
            <a:xfrm>
              <a:off x="2885175" y="2973700"/>
              <a:ext cx="186650" cy="181900"/>
            </a:xfrm>
            <a:custGeom>
              <a:avLst/>
              <a:gdLst/>
              <a:ahLst/>
              <a:cxnLst/>
              <a:rect l="l" t="t" r="r" b="b"/>
              <a:pathLst>
                <a:path w="7466" h="7276" extrusionOk="0">
                  <a:moveTo>
                    <a:pt x="1465" y="1"/>
                  </a:moveTo>
                  <a:cubicBezTo>
                    <a:pt x="1453" y="13"/>
                    <a:pt x="1429" y="37"/>
                    <a:pt x="1417" y="60"/>
                  </a:cubicBezTo>
                  <a:cubicBezTo>
                    <a:pt x="512" y="2001"/>
                    <a:pt x="107" y="4168"/>
                    <a:pt x="0" y="6311"/>
                  </a:cubicBezTo>
                  <a:cubicBezTo>
                    <a:pt x="48" y="6311"/>
                    <a:pt x="107" y="6335"/>
                    <a:pt x="143" y="6335"/>
                  </a:cubicBezTo>
                  <a:lnTo>
                    <a:pt x="798" y="6442"/>
                  </a:lnTo>
                  <a:lnTo>
                    <a:pt x="6180" y="7276"/>
                  </a:lnTo>
                  <a:cubicBezTo>
                    <a:pt x="6203" y="6228"/>
                    <a:pt x="6311" y="5168"/>
                    <a:pt x="6501" y="4132"/>
                  </a:cubicBezTo>
                  <a:cubicBezTo>
                    <a:pt x="6715" y="2894"/>
                    <a:pt x="7037" y="1680"/>
                    <a:pt x="7466" y="501"/>
                  </a:cubicBezTo>
                  <a:cubicBezTo>
                    <a:pt x="5465" y="453"/>
                    <a:pt x="3441" y="346"/>
                    <a:pt x="1465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43"/>
            <p:cNvSpPr/>
            <p:nvPr/>
          </p:nvSpPr>
          <p:spPr>
            <a:xfrm>
              <a:off x="2822650" y="2981150"/>
              <a:ext cx="92300" cy="208375"/>
            </a:xfrm>
            <a:custGeom>
              <a:avLst/>
              <a:gdLst/>
              <a:ahLst/>
              <a:cxnLst/>
              <a:rect l="l" t="t" r="r" b="b"/>
              <a:pathLst>
                <a:path w="3692" h="8335" extrusionOk="0">
                  <a:moveTo>
                    <a:pt x="3692" y="1"/>
                  </a:moveTo>
                  <a:lnTo>
                    <a:pt x="3692" y="1"/>
                  </a:lnTo>
                  <a:cubicBezTo>
                    <a:pt x="3156" y="560"/>
                    <a:pt x="2585" y="1096"/>
                    <a:pt x="2025" y="1620"/>
                  </a:cubicBezTo>
                  <a:cubicBezTo>
                    <a:pt x="1430" y="2179"/>
                    <a:pt x="525" y="2799"/>
                    <a:pt x="334" y="3644"/>
                  </a:cubicBezTo>
                  <a:cubicBezTo>
                    <a:pt x="168" y="4477"/>
                    <a:pt x="72" y="5323"/>
                    <a:pt x="49" y="6168"/>
                  </a:cubicBezTo>
                  <a:cubicBezTo>
                    <a:pt x="1" y="6894"/>
                    <a:pt x="1" y="7621"/>
                    <a:pt x="37" y="8335"/>
                  </a:cubicBezTo>
                  <a:cubicBezTo>
                    <a:pt x="465" y="7811"/>
                    <a:pt x="930" y="7311"/>
                    <a:pt x="1430" y="6847"/>
                  </a:cubicBezTo>
                  <a:lnTo>
                    <a:pt x="1894" y="6418"/>
                  </a:lnTo>
                  <a:cubicBezTo>
                    <a:pt x="1918" y="6394"/>
                    <a:pt x="1954" y="6358"/>
                    <a:pt x="1989" y="6323"/>
                  </a:cubicBezTo>
                  <a:cubicBezTo>
                    <a:pt x="2001" y="6085"/>
                    <a:pt x="2025" y="5846"/>
                    <a:pt x="2037" y="5620"/>
                  </a:cubicBezTo>
                  <a:cubicBezTo>
                    <a:pt x="2216" y="3644"/>
                    <a:pt x="2728" y="1727"/>
                    <a:pt x="3692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43"/>
            <p:cNvSpPr/>
            <p:nvPr/>
          </p:nvSpPr>
          <p:spPr>
            <a:xfrm>
              <a:off x="2811050" y="2858075"/>
              <a:ext cx="694150" cy="652825"/>
            </a:xfrm>
            <a:custGeom>
              <a:avLst/>
              <a:gdLst/>
              <a:ahLst/>
              <a:cxnLst/>
              <a:rect l="l" t="t" r="r" b="b"/>
              <a:pathLst>
                <a:path w="27766" h="26113" extrusionOk="0">
                  <a:moveTo>
                    <a:pt x="20348" y="566"/>
                  </a:moveTo>
                  <a:cubicBezTo>
                    <a:pt x="20372" y="602"/>
                    <a:pt x="20396" y="637"/>
                    <a:pt x="20432" y="661"/>
                  </a:cubicBezTo>
                  <a:cubicBezTo>
                    <a:pt x="21980" y="1828"/>
                    <a:pt x="23349" y="3209"/>
                    <a:pt x="24492" y="4769"/>
                  </a:cubicBezTo>
                  <a:cubicBezTo>
                    <a:pt x="23087" y="5686"/>
                    <a:pt x="21658" y="6555"/>
                    <a:pt x="20241" y="7436"/>
                  </a:cubicBezTo>
                  <a:cubicBezTo>
                    <a:pt x="19967" y="7602"/>
                    <a:pt x="19670" y="7757"/>
                    <a:pt x="19408" y="7948"/>
                  </a:cubicBezTo>
                  <a:cubicBezTo>
                    <a:pt x="19170" y="7602"/>
                    <a:pt x="18896" y="7293"/>
                    <a:pt x="18610" y="6995"/>
                  </a:cubicBezTo>
                  <a:cubicBezTo>
                    <a:pt x="18170" y="6555"/>
                    <a:pt x="17681" y="6186"/>
                    <a:pt x="17146" y="5864"/>
                  </a:cubicBezTo>
                  <a:cubicBezTo>
                    <a:pt x="16657" y="5578"/>
                    <a:pt x="16134" y="5364"/>
                    <a:pt x="15634" y="5066"/>
                  </a:cubicBezTo>
                  <a:cubicBezTo>
                    <a:pt x="17062" y="3435"/>
                    <a:pt x="18729" y="2007"/>
                    <a:pt x="20348" y="566"/>
                  </a:cubicBezTo>
                  <a:close/>
                  <a:moveTo>
                    <a:pt x="15145" y="5424"/>
                  </a:moveTo>
                  <a:cubicBezTo>
                    <a:pt x="15538" y="5709"/>
                    <a:pt x="15967" y="5936"/>
                    <a:pt x="16407" y="6138"/>
                  </a:cubicBezTo>
                  <a:cubicBezTo>
                    <a:pt x="16848" y="6352"/>
                    <a:pt x="17277" y="6626"/>
                    <a:pt x="17670" y="6936"/>
                  </a:cubicBezTo>
                  <a:cubicBezTo>
                    <a:pt x="18181" y="7352"/>
                    <a:pt x="18634" y="7841"/>
                    <a:pt x="19015" y="8400"/>
                  </a:cubicBezTo>
                  <a:cubicBezTo>
                    <a:pt x="18955" y="8579"/>
                    <a:pt x="18920" y="8769"/>
                    <a:pt x="18908" y="8960"/>
                  </a:cubicBezTo>
                  <a:lnTo>
                    <a:pt x="18717" y="10269"/>
                  </a:lnTo>
                  <a:cubicBezTo>
                    <a:pt x="18682" y="10496"/>
                    <a:pt x="18622" y="10758"/>
                    <a:pt x="18610" y="11008"/>
                  </a:cubicBezTo>
                  <a:cubicBezTo>
                    <a:pt x="17705" y="9603"/>
                    <a:pt x="16407" y="8507"/>
                    <a:pt x="14872" y="7864"/>
                  </a:cubicBezTo>
                  <a:cubicBezTo>
                    <a:pt x="14883" y="7448"/>
                    <a:pt x="14907" y="7019"/>
                    <a:pt x="14967" y="6590"/>
                  </a:cubicBezTo>
                  <a:cubicBezTo>
                    <a:pt x="15014" y="6221"/>
                    <a:pt x="15122" y="5817"/>
                    <a:pt x="15145" y="5424"/>
                  </a:cubicBezTo>
                  <a:close/>
                  <a:moveTo>
                    <a:pt x="4442" y="4626"/>
                  </a:moveTo>
                  <a:cubicBezTo>
                    <a:pt x="6406" y="4971"/>
                    <a:pt x="8430" y="5078"/>
                    <a:pt x="10431" y="5126"/>
                  </a:cubicBezTo>
                  <a:cubicBezTo>
                    <a:pt x="10014" y="6305"/>
                    <a:pt x="9692" y="7531"/>
                    <a:pt x="9478" y="8769"/>
                  </a:cubicBezTo>
                  <a:lnTo>
                    <a:pt x="9466" y="8757"/>
                  </a:lnTo>
                  <a:cubicBezTo>
                    <a:pt x="9276" y="9793"/>
                    <a:pt x="9168" y="10853"/>
                    <a:pt x="9157" y="11901"/>
                  </a:cubicBezTo>
                  <a:lnTo>
                    <a:pt x="3763" y="11055"/>
                  </a:lnTo>
                  <a:lnTo>
                    <a:pt x="3120" y="10948"/>
                  </a:lnTo>
                  <a:cubicBezTo>
                    <a:pt x="3072" y="10948"/>
                    <a:pt x="3013" y="10936"/>
                    <a:pt x="2965" y="10924"/>
                  </a:cubicBezTo>
                  <a:cubicBezTo>
                    <a:pt x="3084" y="8793"/>
                    <a:pt x="3477" y="6626"/>
                    <a:pt x="4382" y="4674"/>
                  </a:cubicBezTo>
                  <a:cubicBezTo>
                    <a:pt x="4394" y="4662"/>
                    <a:pt x="4418" y="4638"/>
                    <a:pt x="4442" y="4626"/>
                  </a:cubicBezTo>
                  <a:close/>
                  <a:moveTo>
                    <a:pt x="4156" y="4924"/>
                  </a:moveTo>
                  <a:lnTo>
                    <a:pt x="4156" y="4924"/>
                  </a:lnTo>
                  <a:cubicBezTo>
                    <a:pt x="3203" y="6650"/>
                    <a:pt x="2691" y="8579"/>
                    <a:pt x="2513" y="10543"/>
                  </a:cubicBezTo>
                  <a:lnTo>
                    <a:pt x="2501" y="10543"/>
                  </a:lnTo>
                  <a:cubicBezTo>
                    <a:pt x="2489" y="10781"/>
                    <a:pt x="2465" y="11008"/>
                    <a:pt x="2453" y="11258"/>
                  </a:cubicBezTo>
                  <a:cubicBezTo>
                    <a:pt x="2418" y="11293"/>
                    <a:pt x="2394" y="11329"/>
                    <a:pt x="2358" y="11353"/>
                  </a:cubicBezTo>
                  <a:lnTo>
                    <a:pt x="1906" y="11782"/>
                  </a:lnTo>
                  <a:cubicBezTo>
                    <a:pt x="1406" y="12246"/>
                    <a:pt x="941" y="12746"/>
                    <a:pt x="501" y="13270"/>
                  </a:cubicBezTo>
                  <a:cubicBezTo>
                    <a:pt x="477" y="12555"/>
                    <a:pt x="477" y="11829"/>
                    <a:pt x="513" y="11103"/>
                  </a:cubicBezTo>
                  <a:cubicBezTo>
                    <a:pt x="536" y="10258"/>
                    <a:pt x="632" y="9412"/>
                    <a:pt x="798" y="8579"/>
                  </a:cubicBezTo>
                  <a:cubicBezTo>
                    <a:pt x="1001" y="7745"/>
                    <a:pt x="1906" y="7114"/>
                    <a:pt x="2501" y="6555"/>
                  </a:cubicBezTo>
                  <a:cubicBezTo>
                    <a:pt x="3061" y="6019"/>
                    <a:pt x="3620" y="5483"/>
                    <a:pt x="4156" y="4924"/>
                  </a:cubicBezTo>
                  <a:close/>
                  <a:moveTo>
                    <a:pt x="19289" y="8817"/>
                  </a:moveTo>
                  <a:cubicBezTo>
                    <a:pt x="19360" y="8960"/>
                    <a:pt x="19432" y="9091"/>
                    <a:pt x="19503" y="9222"/>
                  </a:cubicBezTo>
                  <a:cubicBezTo>
                    <a:pt x="20253" y="10769"/>
                    <a:pt x="20384" y="12544"/>
                    <a:pt x="19872" y="14175"/>
                  </a:cubicBezTo>
                  <a:cubicBezTo>
                    <a:pt x="19705" y="13210"/>
                    <a:pt x="19372" y="12293"/>
                    <a:pt x="18884" y="11448"/>
                  </a:cubicBezTo>
                  <a:cubicBezTo>
                    <a:pt x="19039" y="11186"/>
                    <a:pt x="19051" y="10805"/>
                    <a:pt x="19086" y="10508"/>
                  </a:cubicBezTo>
                  <a:lnTo>
                    <a:pt x="19241" y="9269"/>
                  </a:lnTo>
                  <a:cubicBezTo>
                    <a:pt x="19253" y="9115"/>
                    <a:pt x="19265" y="8972"/>
                    <a:pt x="19289" y="8817"/>
                  </a:cubicBezTo>
                  <a:close/>
                  <a:moveTo>
                    <a:pt x="24647" y="4995"/>
                  </a:moveTo>
                  <a:cubicBezTo>
                    <a:pt x="25671" y="6495"/>
                    <a:pt x="26433" y="8174"/>
                    <a:pt x="26730" y="9984"/>
                  </a:cubicBezTo>
                  <a:cubicBezTo>
                    <a:pt x="27325" y="13532"/>
                    <a:pt x="26004" y="17294"/>
                    <a:pt x="23563" y="19902"/>
                  </a:cubicBezTo>
                  <a:cubicBezTo>
                    <a:pt x="21136" y="22505"/>
                    <a:pt x="17635" y="23811"/>
                    <a:pt x="14106" y="23811"/>
                  </a:cubicBezTo>
                  <a:cubicBezTo>
                    <a:pt x="13810" y="23811"/>
                    <a:pt x="13513" y="23801"/>
                    <a:pt x="13217" y="23783"/>
                  </a:cubicBezTo>
                  <a:cubicBezTo>
                    <a:pt x="11228" y="23664"/>
                    <a:pt x="9299" y="23104"/>
                    <a:pt x="7561" y="22140"/>
                  </a:cubicBezTo>
                  <a:cubicBezTo>
                    <a:pt x="5847" y="21187"/>
                    <a:pt x="4525" y="19663"/>
                    <a:pt x="3834" y="17830"/>
                  </a:cubicBezTo>
                  <a:cubicBezTo>
                    <a:pt x="3061" y="15782"/>
                    <a:pt x="2870" y="13556"/>
                    <a:pt x="2941" y="11389"/>
                  </a:cubicBezTo>
                  <a:lnTo>
                    <a:pt x="2941" y="11234"/>
                  </a:lnTo>
                  <a:cubicBezTo>
                    <a:pt x="3120" y="11234"/>
                    <a:pt x="3299" y="11258"/>
                    <a:pt x="3465" y="11305"/>
                  </a:cubicBezTo>
                  <a:lnTo>
                    <a:pt x="4120" y="11412"/>
                  </a:lnTo>
                  <a:cubicBezTo>
                    <a:pt x="5799" y="11698"/>
                    <a:pt x="7466" y="11972"/>
                    <a:pt x="9145" y="12258"/>
                  </a:cubicBezTo>
                  <a:cubicBezTo>
                    <a:pt x="9145" y="12448"/>
                    <a:pt x="9157" y="12627"/>
                    <a:pt x="9168" y="12805"/>
                  </a:cubicBezTo>
                  <a:cubicBezTo>
                    <a:pt x="9335" y="15103"/>
                    <a:pt x="10407" y="17485"/>
                    <a:pt x="12693" y="18330"/>
                  </a:cubicBezTo>
                  <a:cubicBezTo>
                    <a:pt x="13414" y="18585"/>
                    <a:pt x="14170" y="18715"/>
                    <a:pt x="14927" y="18715"/>
                  </a:cubicBezTo>
                  <a:cubicBezTo>
                    <a:pt x="15408" y="18715"/>
                    <a:pt x="15888" y="18663"/>
                    <a:pt x="16360" y="18556"/>
                  </a:cubicBezTo>
                  <a:cubicBezTo>
                    <a:pt x="17539" y="18294"/>
                    <a:pt x="18515" y="17532"/>
                    <a:pt x="19241" y="16592"/>
                  </a:cubicBezTo>
                  <a:cubicBezTo>
                    <a:pt x="19491" y="16246"/>
                    <a:pt x="19729" y="15889"/>
                    <a:pt x="19920" y="15508"/>
                  </a:cubicBezTo>
                  <a:cubicBezTo>
                    <a:pt x="19932" y="15496"/>
                    <a:pt x="19932" y="15496"/>
                    <a:pt x="19932" y="15484"/>
                  </a:cubicBezTo>
                  <a:cubicBezTo>
                    <a:pt x="21134" y="13198"/>
                    <a:pt x="21015" y="10436"/>
                    <a:pt x="19610" y="8257"/>
                  </a:cubicBezTo>
                  <a:cubicBezTo>
                    <a:pt x="19658" y="8233"/>
                    <a:pt x="19705" y="8198"/>
                    <a:pt x="19753" y="8162"/>
                  </a:cubicBezTo>
                  <a:cubicBezTo>
                    <a:pt x="20110" y="7936"/>
                    <a:pt x="20456" y="7710"/>
                    <a:pt x="20801" y="7483"/>
                  </a:cubicBezTo>
                  <a:cubicBezTo>
                    <a:pt x="22075" y="6638"/>
                    <a:pt x="23349" y="5805"/>
                    <a:pt x="24647" y="4995"/>
                  </a:cubicBezTo>
                  <a:close/>
                  <a:moveTo>
                    <a:pt x="2441" y="11639"/>
                  </a:moveTo>
                  <a:lnTo>
                    <a:pt x="2441" y="11639"/>
                  </a:lnTo>
                  <a:cubicBezTo>
                    <a:pt x="2334" y="13353"/>
                    <a:pt x="2489" y="15068"/>
                    <a:pt x="2870" y="16735"/>
                  </a:cubicBezTo>
                  <a:cubicBezTo>
                    <a:pt x="3346" y="18675"/>
                    <a:pt x="4335" y="20533"/>
                    <a:pt x="5906" y="21807"/>
                  </a:cubicBezTo>
                  <a:cubicBezTo>
                    <a:pt x="7525" y="23116"/>
                    <a:pt x="9585" y="23914"/>
                    <a:pt x="11621" y="24283"/>
                  </a:cubicBezTo>
                  <a:cubicBezTo>
                    <a:pt x="12479" y="24436"/>
                    <a:pt x="13344" y="24512"/>
                    <a:pt x="14206" y="24512"/>
                  </a:cubicBezTo>
                  <a:cubicBezTo>
                    <a:pt x="16300" y="24512"/>
                    <a:pt x="18378" y="24065"/>
                    <a:pt x="20301" y="23188"/>
                  </a:cubicBezTo>
                  <a:lnTo>
                    <a:pt x="20301" y="23188"/>
                  </a:lnTo>
                  <a:cubicBezTo>
                    <a:pt x="17834" y="24729"/>
                    <a:pt x="14993" y="25538"/>
                    <a:pt x="12113" y="25538"/>
                  </a:cubicBezTo>
                  <a:cubicBezTo>
                    <a:pt x="11434" y="25538"/>
                    <a:pt x="10752" y="25493"/>
                    <a:pt x="10073" y="25402"/>
                  </a:cubicBezTo>
                  <a:cubicBezTo>
                    <a:pt x="7383" y="25045"/>
                    <a:pt x="4942" y="23640"/>
                    <a:pt x="3275" y="21485"/>
                  </a:cubicBezTo>
                  <a:cubicBezTo>
                    <a:pt x="1537" y="19259"/>
                    <a:pt x="691" y="16484"/>
                    <a:pt x="513" y="13687"/>
                  </a:cubicBezTo>
                  <a:lnTo>
                    <a:pt x="513" y="13591"/>
                  </a:lnTo>
                  <a:cubicBezTo>
                    <a:pt x="1025" y="13103"/>
                    <a:pt x="1501" y="12567"/>
                    <a:pt x="2001" y="12067"/>
                  </a:cubicBezTo>
                  <a:cubicBezTo>
                    <a:pt x="2144" y="11924"/>
                    <a:pt x="2287" y="11793"/>
                    <a:pt x="2441" y="11639"/>
                  </a:cubicBezTo>
                  <a:close/>
                  <a:moveTo>
                    <a:pt x="20406" y="1"/>
                  </a:moveTo>
                  <a:cubicBezTo>
                    <a:pt x="20354" y="1"/>
                    <a:pt x="20302" y="19"/>
                    <a:pt x="20253" y="54"/>
                  </a:cubicBezTo>
                  <a:cubicBezTo>
                    <a:pt x="18360" y="1518"/>
                    <a:pt x="16729" y="3257"/>
                    <a:pt x="15003" y="4924"/>
                  </a:cubicBezTo>
                  <a:cubicBezTo>
                    <a:pt x="14967" y="4971"/>
                    <a:pt x="14943" y="5019"/>
                    <a:pt x="14931" y="5078"/>
                  </a:cubicBezTo>
                  <a:cubicBezTo>
                    <a:pt x="14919" y="5090"/>
                    <a:pt x="14907" y="5090"/>
                    <a:pt x="14895" y="5114"/>
                  </a:cubicBezTo>
                  <a:cubicBezTo>
                    <a:pt x="14657" y="5519"/>
                    <a:pt x="14610" y="6067"/>
                    <a:pt x="14526" y="6531"/>
                  </a:cubicBezTo>
                  <a:cubicBezTo>
                    <a:pt x="14443" y="7019"/>
                    <a:pt x="14395" y="7519"/>
                    <a:pt x="14360" y="8019"/>
                  </a:cubicBezTo>
                  <a:cubicBezTo>
                    <a:pt x="14360" y="8126"/>
                    <a:pt x="14431" y="8222"/>
                    <a:pt x="14538" y="8257"/>
                  </a:cubicBezTo>
                  <a:cubicBezTo>
                    <a:pt x="15991" y="8829"/>
                    <a:pt x="17241" y="9829"/>
                    <a:pt x="18134" y="11103"/>
                  </a:cubicBezTo>
                  <a:cubicBezTo>
                    <a:pt x="18920" y="12246"/>
                    <a:pt x="19408" y="13567"/>
                    <a:pt x="19563" y="14949"/>
                  </a:cubicBezTo>
                  <a:cubicBezTo>
                    <a:pt x="19491" y="15103"/>
                    <a:pt x="19420" y="15246"/>
                    <a:pt x="19348" y="15389"/>
                  </a:cubicBezTo>
                  <a:cubicBezTo>
                    <a:pt x="18824" y="16342"/>
                    <a:pt x="18086" y="17211"/>
                    <a:pt x="17110" y="17699"/>
                  </a:cubicBezTo>
                  <a:cubicBezTo>
                    <a:pt x="16459" y="18028"/>
                    <a:pt x="15709" y="18159"/>
                    <a:pt x="14963" y="18159"/>
                  </a:cubicBezTo>
                  <a:cubicBezTo>
                    <a:pt x="14494" y="18159"/>
                    <a:pt x="14027" y="18108"/>
                    <a:pt x="13586" y="18020"/>
                  </a:cubicBezTo>
                  <a:cubicBezTo>
                    <a:pt x="11181" y="17544"/>
                    <a:pt x="9895" y="15389"/>
                    <a:pt x="9669" y="13079"/>
                  </a:cubicBezTo>
                  <a:cubicBezTo>
                    <a:pt x="9418" y="10329"/>
                    <a:pt x="10109" y="7460"/>
                    <a:pt x="11109" y="4912"/>
                  </a:cubicBezTo>
                  <a:cubicBezTo>
                    <a:pt x="11157" y="4733"/>
                    <a:pt x="11014" y="4554"/>
                    <a:pt x="10835" y="4554"/>
                  </a:cubicBezTo>
                  <a:cubicBezTo>
                    <a:pt x="10677" y="4556"/>
                    <a:pt x="10519" y="4557"/>
                    <a:pt x="10361" y="4557"/>
                  </a:cubicBezTo>
                  <a:cubicBezTo>
                    <a:pt x="8413" y="4557"/>
                    <a:pt x="6475" y="4428"/>
                    <a:pt x="4537" y="4340"/>
                  </a:cubicBezTo>
                  <a:lnTo>
                    <a:pt x="4549" y="4304"/>
                  </a:lnTo>
                  <a:cubicBezTo>
                    <a:pt x="4557" y="4288"/>
                    <a:pt x="4542" y="4271"/>
                    <a:pt x="4528" y="4271"/>
                  </a:cubicBezTo>
                  <a:cubicBezTo>
                    <a:pt x="4522" y="4271"/>
                    <a:pt x="4517" y="4274"/>
                    <a:pt x="4513" y="4281"/>
                  </a:cubicBezTo>
                  <a:cubicBezTo>
                    <a:pt x="4501" y="4293"/>
                    <a:pt x="4501" y="4316"/>
                    <a:pt x="4489" y="4328"/>
                  </a:cubicBezTo>
                  <a:lnTo>
                    <a:pt x="4477" y="4328"/>
                  </a:lnTo>
                  <a:cubicBezTo>
                    <a:pt x="4430" y="4328"/>
                    <a:pt x="4394" y="4352"/>
                    <a:pt x="4370" y="4388"/>
                  </a:cubicBezTo>
                  <a:cubicBezTo>
                    <a:pt x="4346" y="4388"/>
                    <a:pt x="4311" y="4400"/>
                    <a:pt x="4299" y="4423"/>
                  </a:cubicBezTo>
                  <a:cubicBezTo>
                    <a:pt x="3620" y="4971"/>
                    <a:pt x="2989" y="5590"/>
                    <a:pt x="2346" y="6186"/>
                  </a:cubicBezTo>
                  <a:cubicBezTo>
                    <a:pt x="1787" y="6709"/>
                    <a:pt x="1084" y="7221"/>
                    <a:pt x="667" y="7864"/>
                  </a:cubicBezTo>
                  <a:cubicBezTo>
                    <a:pt x="286" y="8460"/>
                    <a:pt x="274" y="9269"/>
                    <a:pt x="191" y="9948"/>
                  </a:cubicBezTo>
                  <a:cubicBezTo>
                    <a:pt x="96" y="10758"/>
                    <a:pt x="36" y="11567"/>
                    <a:pt x="24" y="12389"/>
                  </a:cubicBezTo>
                  <a:cubicBezTo>
                    <a:pt x="1" y="15377"/>
                    <a:pt x="655" y="18437"/>
                    <a:pt x="2310" y="20961"/>
                  </a:cubicBezTo>
                  <a:cubicBezTo>
                    <a:pt x="3799" y="23247"/>
                    <a:pt x="5989" y="24986"/>
                    <a:pt x="8645" y="25676"/>
                  </a:cubicBezTo>
                  <a:cubicBezTo>
                    <a:pt x="9791" y="25972"/>
                    <a:pt x="10978" y="26112"/>
                    <a:pt x="12168" y="26112"/>
                  </a:cubicBezTo>
                  <a:cubicBezTo>
                    <a:pt x="13759" y="26112"/>
                    <a:pt x="15354" y="25860"/>
                    <a:pt x="16860" y="25390"/>
                  </a:cubicBezTo>
                  <a:cubicBezTo>
                    <a:pt x="19241" y="24652"/>
                    <a:pt x="21384" y="23331"/>
                    <a:pt x="23004" y="21473"/>
                  </a:cubicBezTo>
                  <a:cubicBezTo>
                    <a:pt x="23027" y="21461"/>
                    <a:pt x="23039" y="21437"/>
                    <a:pt x="23051" y="21426"/>
                  </a:cubicBezTo>
                  <a:cubicBezTo>
                    <a:pt x="25992" y="18961"/>
                    <a:pt x="27766" y="15091"/>
                    <a:pt x="27611" y="11258"/>
                  </a:cubicBezTo>
                  <a:cubicBezTo>
                    <a:pt x="27456" y="7150"/>
                    <a:pt x="25039" y="3566"/>
                    <a:pt x="21968" y="1006"/>
                  </a:cubicBezTo>
                  <a:cubicBezTo>
                    <a:pt x="21575" y="685"/>
                    <a:pt x="21182" y="375"/>
                    <a:pt x="20777" y="90"/>
                  </a:cubicBezTo>
                  <a:cubicBezTo>
                    <a:pt x="20724" y="45"/>
                    <a:pt x="20658" y="21"/>
                    <a:pt x="20589" y="21"/>
                  </a:cubicBezTo>
                  <a:cubicBezTo>
                    <a:pt x="20564" y="21"/>
                    <a:pt x="20540" y="24"/>
                    <a:pt x="20515" y="30"/>
                  </a:cubicBezTo>
                  <a:cubicBezTo>
                    <a:pt x="20480" y="10"/>
                    <a:pt x="20443" y="1"/>
                    <a:pt x="204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64" name="Google Shape;1964;p43"/>
          <p:cNvGrpSpPr/>
          <p:nvPr/>
        </p:nvGrpSpPr>
        <p:grpSpPr>
          <a:xfrm>
            <a:off x="1161468" y="3798593"/>
            <a:ext cx="552508" cy="524887"/>
            <a:chOff x="4608300" y="2378075"/>
            <a:chExt cx="340550" cy="323525"/>
          </a:xfrm>
        </p:grpSpPr>
        <p:sp>
          <p:nvSpPr>
            <p:cNvPr id="1965" name="Google Shape;1965;p43"/>
            <p:cNvSpPr/>
            <p:nvPr/>
          </p:nvSpPr>
          <p:spPr>
            <a:xfrm>
              <a:off x="4624075" y="2389575"/>
              <a:ext cx="298875" cy="96000"/>
            </a:xfrm>
            <a:custGeom>
              <a:avLst/>
              <a:gdLst/>
              <a:ahLst/>
              <a:cxnLst/>
              <a:rect l="l" t="t" r="r" b="b"/>
              <a:pathLst>
                <a:path w="11955" h="3840" extrusionOk="0">
                  <a:moveTo>
                    <a:pt x="5678" y="1"/>
                  </a:moveTo>
                  <a:cubicBezTo>
                    <a:pt x="4528" y="1"/>
                    <a:pt x="3380" y="9"/>
                    <a:pt x="2227" y="18"/>
                  </a:cubicBezTo>
                  <a:lnTo>
                    <a:pt x="977" y="42"/>
                  </a:lnTo>
                  <a:cubicBezTo>
                    <a:pt x="775" y="42"/>
                    <a:pt x="572" y="53"/>
                    <a:pt x="382" y="53"/>
                  </a:cubicBezTo>
                  <a:cubicBezTo>
                    <a:pt x="334" y="49"/>
                    <a:pt x="286" y="46"/>
                    <a:pt x="238" y="46"/>
                  </a:cubicBezTo>
                  <a:cubicBezTo>
                    <a:pt x="156" y="46"/>
                    <a:pt x="76" y="55"/>
                    <a:pt x="1" y="77"/>
                  </a:cubicBezTo>
                  <a:cubicBezTo>
                    <a:pt x="715" y="685"/>
                    <a:pt x="1417" y="1316"/>
                    <a:pt x="2132" y="1923"/>
                  </a:cubicBezTo>
                  <a:cubicBezTo>
                    <a:pt x="2882" y="2566"/>
                    <a:pt x="3632" y="3268"/>
                    <a:pt x="4442" y="3840"/>
                  </a:cubicBezTo>
                  <a:cubicBezTo>
                    <a:pt x="5692" y="3185"/>
                    <a:pt x="7001" y="2637"/>
                    <a:pt x="8275" y="2042"/>
                  </a:cubicBezTo>
                  <a:cubicBezTo>
                    <a:pt x="9526" y="1458"/>
                    <a:pt x="10728" y="815"/>
                    <a:pt x="11954" y="220"/>
                  </a:cubicBezTo>
                  <a:cubicBezTo>
                    <a:pt x="10347" y="101"/>
                    <a:pt x="8740" y="30"/>
                    <a:pt x="7109" y="6"/>
                  </a:cubicBezTo>
                  <a:cubicBezTo>
                    <a:pt x="6631" y="2"/>
                    <a:pt x="6154" y="1"/>
                    <a:pt x="5678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43"/>
            <p:cNvSpPr/>
            <p:nvPr/>
          </p:nvSpPr>
          <p:spPr>
            <a:xfrm>
              <a:off x="4680325" y="2407275"/>
              <a:ext cx="236075" cy="274150"/>
            </a:xfrm>
            <a:custGeom>
              <a:avLst/>
              <a:gdLst/>
              <a:ahLst/>
              <a:cxnLst/>
              <a:rect l="l" t="t" r="r" b="b"/>
              <a:pathLst>
                <a:path w="9443" h="10966" extrusionOk="0">
                  <a:moveTo>
                    <a:pt x="9443" y="0"/>
                  </a:moveTo>
                  <a:cubicBezTo>
                    <a:pt x="8347" y="548"/>
                    <a:pt x="7204" y="1060"/>
                    <a:pt x="6097" y="1584"/>
                  </a:cubicBezTo>
                  <a:cubicBezTo>
                    <a:pt x="4847" y="2167"/>
                    <a:pt x="3585" y="2774"/>
                    <a:pt x="2275" y="3239"/>
                  </a:cubicBezTo>
                  <a:cubicBezTo>
                    <a:pt x="2275" y="3263"/>
                    <a:pt x="2275" y="3275"/>
                    <a:pt x="2275" y="3286"/>
                  </a:cubicBezTo>
                  <a:cubicBezTo>
                    <a:pt x="1894" y="4560"/>
                    <a:pt x="1513" y="5834"/>
                    <a:pt x="1132" y="7096"/>
                  </a:cubicBezTo>
                  <a:cubicBezTo>
                    <a:pt x="739" y="8370"/>
                    <a:pt x="418" y="9656"/>
                    <a:pt x="13" y="10906"/>
                  </a:cubicBezTo>
                  <a:cubicBezTo>
                    <a:pt x="13" y="10918"/>
                    <a:pt x="1" y="10930"/>
                    <a:pt x="1" y="10942"/>
                  </a:cubicBezTo>
                  <a:lnTo>
                    <a:pt x="25" y="10966"/>
                  </a:lnTo>
                  <a:cubicBezTo>
                    <a:pt x="3120" y="7275"/>
                    <a:pt x="6264" y="3620"/>
                    <a:pt x="9443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43"/>
            <p:cNvSpPr/>
            <p:nvPr/>
          </p:nvSpPr>
          <p:spPr>
            <a:xfrm>
              <a:off x="4621100" y="2392100"/>
              <a:ext cx="109850" cy="295875"/>
            </a:xfrm>
            <a:custGeom>
              <a:avLst/>
              <a:gdLst/>
              <a:ahLst/>
              <a:cxnLst/>
              <a:rect l="l" t="t" r="r" b="b"/>
              <a:pathLst>
                <a:path w="4394" h="11835" extrusionOk="0">
                  <a:moveTo>
                    <a:pt x="84" y="0"/>
                  </a:moveTo>
                  <a:cubicBezTo>
                    <a:pt x="48" y="24"/>
                    <a:pt x="24" y="72"/>
                    <a:pt x="24" y="119"/>
                  </a:cubicBezTo>
                  <a:cubicBezTo>
                    <a:pt x="1" y="322"/>
                    <a:pt x="120" y="643"/>
                    <a:pt x="155" y="834"/>
                  </a:cubicBezTo>
                  <a:cubicBezTo>
                    <a:pt x="191" y="1036"/>
                    <a:pt x="239" y="1226"/>
                    <a:pt x="274" y="1417"/>
                  </a:cubicBezTo>
                  <a:cubicBezTo>
                    <a:pt x="334" y="1798"/>
                    <a:pt x="417" y="2191"/>
                    <a:pt x="489" y="2572"/>
                  </a:cubicBezTo>
                  <a:cubicBezTo>
                    <a:pt x="1072" y="5656"/>
                    <a:pt x="1667" y="8739"/>
                    <a:pt x="2167" y="11835"/>
                  </a:cubicBezTo>
                  <a:lnTo>
                    <a:pt x="2394" y="11573"/>
                  </a:lnTo>
                  <a:lnTo>
                    <a:pt x="2370" y="11549"/>
                  </a:lnTo>
                  <a:cubicBezTo>
                    <a:pt x="2346" y="11580"/>
                    <a:pt x="2315" y="11594"/>
                    <a:pt x="2285" y="11594"/>
                  </a:cubicBezTo>
                  <a:cubicBezTo>
                    <a:pt x="2224" y="11594"/>
                    <a:pt x="2167" y="11538"/>
                    <a:pt x="2191" y="11466"/>
                  </a:cubicBezTo>
                  <a:cubicBezTo>
                    <a:pt x="2787" y="9216"/>
                    <a:pt x="3489" y="6977"/>
                    <a:pt x="4120" y="4751"/>
                  </a:cubicBezTo>
                  <a:cubicBezTo>
                    <a:pt x="4180" y="4548"/>
                    <a:pt x="4394" y="4108"/>
                    <a:pt x="4334" y="3917"/>
                  </a:cubicBezTo>
                  <a:cubicBezTo>
                    <a:pt x="4287" y="3727"/>
                    <a:pt x="3870" y="3477"/>
                    <a:pt x="3727" y="3346"/>
                  </a:cubicBezTo>
                  <a:cubicBezTo>
                    <a:pt x="3322" y="3000"/>
                    <a:pt x="2906" y="2643"/>
                    <a:pt x="2501" y="2274"/>
                  </a:cubicBezTo>
                  <a:cubicBezTo>
                    <a:pt x="1679" y="1536"/>
                    <a:pt x="858" y="786"/>
                    <a:pt x="84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43"/>
            <p:cNvSpPr/>
            <p:nvPr/>
          </p:nvSpPr>
          <p:spPr>
            <a:xfrm>
              <a:off x="4608300" y="2378075"/>
              <a:ext cx="340550" cy="323525"/>
            </a:xfrm>
            <a:custGeom>
              <a:avLst/>
              <a:gdLst/>
              <a:ahLst/>
              <a:cxnLst/>
              <a:rect l="l" t="t" r="r" b="b"/>
              <a:pathLst>
                <a:path w="13622" h="12941" extrusionOk="0">
                  <a:moveTo>
                    <a:pt x="6225" y="456"/>
                  </a:moveTo>
                  <a:cubicBezTo>
                    <a:pt x="6729" y="456"/>
                    <a:pt x="7234" y="458"/>
                    <a:pt x="7740" y="466"/>
                  </a:cubicBezTo>
                  <a:cubicBezTo>
                    <a:pt x="9359" y="478"/>
                    <a:pt x="10978" y="549"/>
                    <a:pt x="12585" y="668"/>
                  </a:cubicBezTo>
                  <a:cubicBezTo>
                    <a:pt x="11359" y="1275"/>
                    <a:pt x="10157" y="1918"/>
                    <a:pt x="8906" y="2490"/>
                  </a:cubicBezTo>
                  <a:lnTo>
                    <a:pt x="8906" y="2502"/>
                  </a:lnTo>
                  <a:cubicBezTo>
                    <a:pt x="7632" y="3097"/>
                    <a:pt x="6323" y="3645"/>
                    <a:pt x="5073" y="4300"/>
                  </a:cubicBezTo>
                  <a:cubicBezTo>
                    <a:pt x="4263" y="3716"/>
                    <a:pt x="3513" y="3026"/>
                    <a:pt x="2763" y="2371"/>
                  </a:cubicBezTo>
                  <a:cubicBezTo>
                    <a:pt x="2048" y="1764"/>
                    <a:pt x="1346" y="1145"/>
                    <a:pt x="632" y="537"/>
                  </a:cubicBezTo>
                  <a:cubicBezTo>
                    <a:pt x="721" y="511"/>
                    <a:pt x="817" y="497"/>
                    <a:pt x="915" y="497"/>
                  </a:cubicBezTo>
                  <a:cubicBezTo>
                    <a:pt x="947" y="497"/>
                    <a:pt x="980" y="499"/>
                    <a:pt x="1013" y="502"/>
                  </a:cubicBezTo>
                  <a:cubicBezTo>
                    <a:pt x="1203" y="490"/>
                    <a:pt x="1406" y="490"/>
                    <a:pt x="1608" y="490"/>
                  </a:cubicBezTo>
                  <a:lnTo>
                    <a:pt x="2858" y="478"/>
                  </a:lnTo>
                  <a:cubicBezTo>
                    <a:pt x="3983" y="470"/>
                    <a:pt x="5103" y="456"/>
                    <a:pt x="6225" y="456"/>
                  </a:cubicBezTo>
                  <a:close/>
                  <a:moveTo>
                    <a:pt x="596" y="549"/>
                  </a:moveTo>
                  <a:cubicBezTo>
                    <a:pt x="1370" y="1347"/>
                    <a:pt x="2191" y="2097"/>
                    <a:pt x="3013" y="2835"/>
                  </a:cubicBezTo>
                  <a:cubicBezTo>
                    <a:pt x="3418" y="3192"/>
                    <a:pt x="3834" y="3550"/>
                    <a:pt x="4239" y="3907"/>
                  </a:cubicBezTo>
                  <a:cubicBezTo>
                    <a:pt x="4394" y="4038"/>
                    <a:pt x="4799" y="4276"/>
                    <a:pt x="4846" y="4478"/>
                  </a:cubicBezTo>
                  <a:cubicBezTo>
                    <a:pt x="4906" y="4669"/>
                    <a:pt x="4704" y="5109"/>
                    <a:pt x="4644" y="5312"/>
                  </a:cubicBezTo>
                  <a:cubicBezTo>
                    <a:pt x="4013" y="7550"/>
                    <a:pt x="3299" y="9777"/>
                    <a:pt x="2703" y="12015"/>
                  </a:cubicBezTo>
                  <a:cubicBezTo>
                    <a:pt x="2687" y="12089"/>
                    <a:pt x="2751" y="12147"/>
                    <a:pt x="2811" y="12147"/>
                  </a:cubicBezTo>
                  <a:cubicBezTo>
                    <a:pt x="2838" y="12147"/>
                    <a:pt x="2864" y="12136"/>
                    <a:pt x="2882" y="12110"/>
                  </a:cubicBezTo>
                  <a:cubicBezTo>
                    <a:pt x="2894" y="12098"/>
                    <a:pt x="2894" y="12086"/>
                    <a:pt x="2906" y="12074"/>
                  </a:cubicBezTo>
                  <a:cubicBezTo>
                    <a:pt x="3299" y="10812"/>
                    <a:pt x="3632" y="9527"/>
                    <a:pt x="4013" y="8264"/>
                  </a:cubicBezTo>
                  <a:cubicBezTo>
                    <a:pt x="4394" y="6990"/>
                    <a:pt x="4775" y="5728"/>
                    <a:pt x="5156" y="4454"/>
                  </a:cubicBezTo>
                  <a:cubicBezTo>
                    <a:pt x="5168" y="4443"/>
                    <a:pt x="5168" y="4419"/>
                    <a:pt x="5156" y="4407"/>
                  </a:cubicBezTo>
                  <a:cubicBezTo>
                    <a:pt x="6466" y="3942"/>
                    <a:pt x="7728" y="3323"/>
                    <a:pt x="8978" y="2740"/>
                  </a:cubicBezTo>
                  <a:cubicBezTo>
                    <a:pt x="10097" y="2228"/>
                    <a:pt x="11228" y="1716"/>
                    <a:pt x="12335" y="1168"/>
                  </a:cubicBezTo>
                  <a:lnTo>
                    <a:pt x="12335" y="1168"/>
                  </a:lnTo>
                  <a:cubicBezTo>
                    <a:pt x="9145" y="4800"/>
                    <a:pt x="6001" y="8443"/>
                    <a:pt x="2906" y="12134"/>
                  </a:cubicBezTo>
                  <a:lnTo>
                    <a:pt x="2679" y="12396"/>
                  </a:lnTo>
                  <a:cubicBezTo>
                    <a:pt x="2191" y="9300"/>
                    <a:pt x="1584" y="6217"/>
                    <a:pt x="1001" y="3133"/>
                  </a:cubicBezTo>
                  <a:cubicBezTo>
                    <a:pt x="929" y="2752"/>
                    <a:pt x="846" y="2359"/>
                    <a:pt x="774" y="1978"/>
                  </a:cubicBezTo>
                  <a:cubicBezTo>
                    <a:pt x="739" y="1787"/>
                    <a:pt x="703" y="1597"/>
                    <a:pt x="667" y="1395"/>
                  </a:cubicBezTo>
                  <a:cubicBezTo>
                    <a:pt x="632" y="1192"/>
                    <a:pt x="501" y="871"/>
                    <a:pt x="536" y="668"/>
                  </a:cubicBezTo>
                  <a:cubicBezTo>
                    <a:pt x="536" y="621"/>
                    <a:pt x="560" y="585"/>
                    <a:pt x="596" y="549"/>
                  </a:cubicBezTo>
                  <a:close/>
                  <a:moveTo>
                    <a:pt x="5977" y="0"/>
                  </a:moveTo>
                  <a:cubicBezTo>
                    <a:pt x="4888" y="0"/>
                    <a:pt x="3801" y="11"/>
                    <a:pt x="2715" y="25"/>
                  </a:cubicBezTo>
                  <a:cubicBezTo>
                    <a:pt x="2298" y="25"/>
                    <a:pt x="1882" y="37"/>
                    <a:pt x="1453" y="37"/>
                  </a:cubicBezTo>
                  <a:cubicBezTo>
                    <a:pt x="1426" y="38"/>
                    <a:pt x="1398" y="39"/>
                    <a:pt x="1370" y="39"/>
                  </a:cubicBezTo>
                  <a:cubicBezTo>
                    <a:pt x="1206" y="39"/>
                    <a:pt x="1027" y="25"/>
                    <a:pt x="852" y="25"/>
                  </a:cubicBezTo>
                  <a:cubicBezTo>
                    <a:pt x="687" y="25"/>
                    <a:pt x="525" y="37"/>
                    <a:pt x="382" y="85"/>
                  </a:cubicBezTo>
                  <a:cubicBezTo>
                    <a:pt x="143" y="168"/>
                    <a:pt x="1" y="394"/>
                    <a:pt x="24" y="644"/>
                  </a:cubicBezTo>
                  <a:cubicBezTo>
                    <a:pt x="72" y="1037"/>
                    <a:pt x="155" y="1430"/>
                    <a:pt x="251" y="1823"/>
                  </a:cubicBezTo>
                  <a:cubicBezTo>
                    <a:pt x="596" y="3526"/>
                    <a:pt x="929" y="5240"/>
                    <a:pt x="1275" y="6955"/>
                  </a:cubicBezTo>
                  <a:cubicBezTo>
                    <a:pt x="1644" y="8860"/>
                    <a:pt x="2025" y="10765"/>
                    <a:pt x="2465" y="12658"/>
                  </a:cubicBezTo>
                  <a:cubicBezTo>
                    <a:pt x="2366" y="12775"/>
                    <a:pt x="2465" y="12941"/>
                    <a:pt x="2587" y="12941"/>
                  </a:cubicBezTo>
                  <a:cubicBezTo>
                    <a:pt x="2625" y="12941"/>
                    <a:pt x="2666" y="12924"/>
                    <a:pt x="2703" y="12884"/>
                  </a:cubicBezTo>
                  <a:cubicBezTo>
                    <a:pt x="6347" y="8860"/>
                    <a:pt x="9930" y="4776"/>
                    <a:pt x="13467" y="656"/>
                  </a:cubicBezTo>
                  <a:cubicBezTo>
                    <a:pt x="13621" y="490"/>
                    <a:pt x="13514" y="216"/>
                    <a:pt x="13276" y="216"/>
                  </a:cubicBezTo>
                  <a:cubicBezTo>
                    <a:pt x="10849" y="51"/>
                    <a:pt x="8411" y="0"/>
                    <a:pt x="59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69" name="Google Shape;1969;p43"/>
          <p:cNvGrpSpPr/>
          <p:nvPr/>
        </p:nvGrpSpPr>
        <p:grpSpPr>
          <a:xfrm rot="2983359">
            <a:off x="1530487" y="417086"/>
            <a:ext cx="411167" cy="770104"/>
            <a:chOff x="895350" y="107900"/>
            <a:chExt cx="317050" cy="593825"/>
          </a:xfrm>
        </p:grpSpPr>
        <p:sp>
          <p:nvSpPr>
            <p:cNvPr id="1970" name="Google Shape;1970;p43"/>
            <p:cNvSpPr/>
            <p:nvPr/>
          </p:nvSpPr>
          <p:spPr>
            <a:xfrm>
              <a:off x="1059975" y="119550"/>
              <a:ext cx="136050" cy="136175"/>
            </a:xfrm>
            <a:custGeom>
              <a:avLst/>
              <a:gdLst/>
              <a:ahLst/>
              <a:cxnLst/>
              <a:rect l="l" t="t" r="r" b="b"/>
              <a:pathLst>
                <a:path w="5442" h="5447" extrusionOk="0">
                  <a:moveTo>
                    <a:pt x="2706" y="1"/>
                  </a:moveTo>
                  <a:cubicBezTo>
                    <a:pt x="2367" y="1"/>
                    <a:pt x="2028" y="72"/>
                    <a:pt x="1715" y="214"/>
                  </a:cubicBezTo>
                  <a:cubicBezTo>
                    <a:pt x="750" y="869"/>
                    <a:pt x="0" y="1857"/>
                    <a:pt x="24" y="3071"/>
                  </a:cubicBezTo>
                  <a:cubicBezTo>
                    <a:pt x="60" y="4441"/>
                    <a:pt x="1179" y="5381"/>
                    <a:pt x="2512" y="5441"/>
                  </a:cubicBezTo>
                  <a:cubicBezTo>
                    <a:pt x="2572" y="5445"/>
                    <a:pt x="2632" y="5446"/>
                    <a:pt x="2692" y="5446"/>
                  </a:cubicBezTo>
                  <a:cubicBezTo>
                    <a:pt x="3191" y="5446"/>
                    <a:pt x="3684" y="5314"/>
                    <a:pt x="4120" y="5048"/>
                  </a:cubicBezTo>
                  <a:cubicBezTo>
                    <a:pt x="4679" y="4703"/>
                    <a:pt x="4989" y="4131"/>
                    <a:pt x="5132" y="3500"/>
                  </a:cubicBezTo>
                  <a:cubicBezTo>
                    <a:pt x="5441" y="2202"/>
                    <a:pt x="4905" y="738"/>
                    <a:pt x="3631" y="190"/>
                  </a:cubicBezTo>
                  <a:cubicBezTo>
                    <a:pt x="3338" y="63"/>
                    <a:pt x="3022" y="1"/>
                    <a:pt x="2706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43"/>
            <p:cNvSpPr/>
            <p:nvPr/>
          </p:nvSpPr>
          <p:spPr>
            <a:xfrm>
              <a:off x="984650" y="553850"/>
              <a:ext cx="136650" cy="136150"/>
            </a:xfrm>
            <a:custGeom>
              <a:avLst/>
              <a:gdLst/>
              <a:ahLst/>
              <a:cxnLst/>
              <a:rect l="l" t="t" r="r" b="b"/>
              <a:pathLst>
                <a:path w="5466" h="5446" extrusionOk="0">
                  <a:moveTo>
                    <a:pt x="2720" y="0"/>
                  </a:moveTo>
                  <a:cubicBezTo>
                    <a:pt x="2380" y="0"/>
                    <a:pt x="2041" y="72"/>
                    <a:pt x="1727" y="213"/>
                  </a:cubicBezTo>
                  <a:cubicBezTo>
                    <a:pt x="763" y="868"/>
                    <a:pt x="1" y="1856"/>
                    <a:pt x="36" y="3071"/>
                  </a:cubicBezTo>
                  <a:cubicBezTo>
                    <a:pt x="72" y="4452"/>
                    <a:pt x="1191" y="5380"/>
                    <a:pt x="2513" y="5440"/>
                  </a:cubicBezTo>
                  <a:cubicBezTo>
                    <a:pt x="2574" y="5444"/>
                    <a:pt x="2635" y="5446"/>
                    <a:pt x="2696" y="5446"/>
                  </a:cubicBezTo>
                  <a:cubicBezTo>
                    <a:pt x="3204" y="5446"/>
                    <a:pt x="3696" y="5313"/>
                    <a:pt x="4132" y="5047"/>
                  </a:cubicBezTo>
                  <a:cubicBezTo>
                    <a:pt x="4692" y="4702"/>
                    <a:pt x="5001" y="4130"/>
                    <a:pt x="5144" y="3499"/>
                  </a:cubicBezTo>
                  <a:cubicBezTo>
                    <a:pt x="5466" y="2201"/>
                    <a:pt x="4930" y="737"/>
                    <a:pt x="3656" y="189"/>
                  </a:cubicBezTo>
                  <a:cubicBezTo>
                    <a:pt x="3357" y="63"/>
                    <a:pt x="3038" y="0"/>
                    <a:pt x="272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43"/>
            <p:cNvSpPr/>
            <p:nvPr/>
          </p:nvSpPr>
          <p:spPr>
            <a:xfrm>
              <a:off x="998350" y="236800"/>
              <a:ext cx="99450" cy="100350"/>
            </a:xfrm>
            <a:custGeom>
              <a:avLst/>
              <a:gdLst/>
              <a:ahLst/>
              <a:cxnLst/>
              <a:rect l="l" t="t" r="r" b="b"/>
              <a:pathLst>
                <a:path w="3978" h="4014" extrusionOk="0">
                  <a:moveTo>
                    <a:pt x="2620" y="1"/>
                  </a:moveTo>
                  <a:cubicBezTo>
                    <a:pt x="2155" y="477"/>
                    <a:pt x="1703" y="965"/>
                    <a:pt x="1263" y="1465"/>
                  </a:cubicBezTo>
                  <a:cubicBezTo>
                    <a:pt x="1012" y="1739"/>
                    <a:pt x="762" y="2013"/>
                    <a:pt x="512" y="2287"/>
                  </a:cubicBezTo>
                  <a:cubicBezTo>
                    <a:pt x="393" y="2418"/>
                    <a:pt x="274" y="2560"/>
                    <a:pt x="143" y="2691"/>
                  </a:cubicBezTo>
                  <a:cubicBezTo>
                    <a:pt x="96" y="2739"/>
                    <a:pt x="48" y="2775"/>
                    <a:pt x="0" y="2811"/>
                  </a:cubicBezTo>
                  <a:cubicBezTo>
                    <a:pt x="179" y="2882"/>
                    <a:pt x="358" y="2953"/>
                    <a:pt x="512" y="3049"/>
                  </a:cubicBezTo>
                  <a:cubicBezTo>
                    <a:pt x="917" y="3287"/>
                    <a:pt x="1263" y="3620"/>
                    <a:pt x="1524" y="4013"/>
                  </a:cubicBezTo>
                  <a:cubicBezTo>
                    <a:pt x="1572" y="3906"/>
                    <a:pt x="1632" y="3811"/>
                    <a:pt x="1691" y="3727"/>
                  </a:cubicBezTo>
                  <a:cubicBezTo>
                    <a:pt x="1786" y="3584"/>
                    <a:pt x="1882" y="3442"/>
                    <a:pt x="1989" y="3311"/>
                  </a:cubicBezTo>
                  <a:cubicBezTo>
                    <a:pt x="2203" y="3037"/>
                    <a:pt x="2417" y="2775"/>
                    <a:pt x="2644" y="2525"/>
                  </a:cubicBezTo>
                  <a:cubicBezTo>
                    <a:pt x="3072" y="2001"/>
                    <a:pt x="3525" y="1501"/>
                    <a:pt x="3977" y="1013"/>
                  </a:cubicBezTo>
                  <a:cubicBezTo>
                    <a:pt x="3453" y="822"/>
                    <a:pt x="3001" y="489"/>
                    <a:pt x="2656" y="60"/>
                  </a:cubicBezTo>
                  <a:cubicBezTo>
                    <a:pt x="2644" y="36"/>
                    <a:pt x="2632" y="24"/>
                    <a:pt x="26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43"/>
            <p:cNvSpPr/>
            <p:nvPr/>
          </p:nvSpPr>
          <p:spPr>
            <a:xfrm>
              <a:off x="977800" y="449325"/>
              <a:ext cx="73850" cy="109575"/>
            </a:xfrm>
            <a:custGeom>
              <a:avLst/>
              <a:gdLst/>
              <a:ahLst/>
              <a:cxnLst/>
              <a:rect l="l" t="t" r="r" b="b"/>
              <a:pathLst>
                <a:path w="2954" h="4383" extrusionOk="0">
                  <a:moveTo>
                    <a:pt x="1668" y="1"/>
                  </a:moveTo>
                  <a:cubicBezTo>
                    <a:pt x="1168" y="334"/>
                    <a:pt x="596" y="536"/>
                    <a:pt x="1" y="560"/>
                  </a:cubicBezTo>
                  <a:cubicBezTo>
                    <a:pt x="120" y="810"/>
                    <a:pt x="191" y="1084"/>
                    <a:pt x="287" y="1346"/>
                  </a:cubicBezTo>
                  <a:cubicBezTo>
                    <a:pt x="418" y="1703"/>
                    <a:pt x="549" y="2072"/>
                    <a:pt x="668" y="2430"/>
                  </a:cubicBezTo>
                  <a:cubicBezTo>
                    <a:pt x="906" y="3096"/>
                    <a:pt x="1156" y="3739"/>
                    <a:pt x="1418" y="4382"/>
                  </a:cubicBezTo>
                  <a:cubicBezTo>
                    <a:pt x="1644" y="4180"/>
                    <a:pt x="1906" y="4013"/>
                    <a:pt x="2192" y="3894"/>
                  </a:cubicBezTo>
                  <a:cubicBezTo>
                    <a:pt x="2430" y="3799"/>
                    <a:pt x="2692" y="3739"/>
                    <a:pt x="2954" y="3727"/>
                  </a:cubicBezTo>
                  <a:cubicBezTo>
                    <a:pt x="2787" y="3299"/>
                    <a:pt x="2632" y="2870"/>
                    <a:pt x="2489" y="2430"/>
                  </a:cubicBezTo>
                  <a:cubicBezTo>
                    <a:pt x="2477" y="2430"/>
                    <a:pt x="2477" y="2418"/>
                    <a:pt x="2477" y="2418"/>
                  </a:cubicBezTo>
                  <a:cubicBezTo>
                    <a:pt x="2299" y="1953"/>
                    <a:pt x="2108" y="1501"/>
                    <a:pt x="1965" y="1037"/>
                  </a:cubicBezTo>
                  <a:cubicBezTo>
                    <a:pt x="1894" y="810"/>
                    <a:pt x="1811" y="572"/>
                    <a:pt x="1751" y="346"/>
                  </a:cubicBezTo>
                  <a:cubicBezTo>
                    <a:pt x="1715" y="227"/>
                    <a:pt x="1692" y="108"/>
                    <a:pt x="16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43"/>
            <p:cNvSpPr/>
            <p:nvPr/>
          </p:nvSpPr>
          <p:spPr>
            <a:xfrm>
              <a:off x="905775" y="315375"/>
              <a:ext cx="136350" cy="136200"/>
            </a:xfrm>
            <a:custGeom>
              <a:avLst/>
              <a:gdLst/>
              <a:ahLst/>
              <a:cxnLst/>
              <a:rect l="l" t="t" r="r" b="b"/>
              <a:pathLst>
                <a:path w="5454" h="5448" extrusionOk="0">
                  <a:moveTo>
                    <a:pt x="2720" y="0"/>
                  </a:moveTo>
                  <a:cubicBezTo>
                    <a:pt x="2376" y="0"/>
                    <a:pt x="2033" y="72"/>
                    <a:pt x="1715" y="215"/>
                  </a:cubicBezTo>
                  <a:cubicBezTo>
                    <a:pt x="763" y="870"/>
                    <a:pt x="1" y="1858"/>
                    <a:pt x="24" y="3073"/>
                  </a:cubicBezTo>
                  <a:cubicBezTo>
                    <a:pt x="60" y="4442"/>
                    <a:pt x="1191" y="5382"/>
                    <a:pt x="2513" y="5442"/>
                  </a:cubicBezTo>
                  <a:cubicBezTo>
                    <a:pt x="2573" y="5446"/>
                    <a:pt x="2633" y="5448"/>
                    <a:pt x="2693" y="5448"/>
                  </a:cubicBezTo>
                  <a:cubicBezTo>
                    <a:pt x="3194" y="5448"/>
                    <a:pt x="3696" y="5315"/>
                    <a:pt x="4132" y="5049"/>
                  </a:cubicBezTo>
                  <a:cubicBezTo>
                    <a:pt x="4680" y="4704"/>
                    <a:pt x="4989" y="4132"/>
                    <a:pt x="5132" y="3501"/>
                  </a:cubicBezTo>
                  <a:cubicBezTo>
                    <a:pt x="5454" y="2204"/>
                    <a:pt x="4906" y="739"/>
                    <a:pt x="3644" y="179"/>
                  </a:cubicBezTo>
                  <a:cubicBezTo>
                    <a:pt x="3348" y="60"/>
                    <a:pt x="3034" y="0"/>
                    <a:pt x="2720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43"/>
            <p:cNvSpPr/>
            <p:nvPr/>
          </p:nvSpPr>
          <p:spPr>
            <a:xfrm>
              <a:off x="895350" y="107900"/>
              <a:ext cx="317050" cy="593825"/>
            </a:xfrm>
            <a:custGeom>
              <a:avLst/>
              <a:gdLst/>
              <a:ahLst/>
              <a:cxnLst/>
              <a:rect l="l" t="t" r="r" b="b"/>
              <a:pathLst>
                <a:path w="12682" h="23753" extrusionOk="0">
                  <a:moveTo>
                    <a:pt x="9291" y="467"/>
                  </a:moveTo>
                  <a:cubicBezTo>
                    <a:pt x="9607" y="467"/>
                    <a:pt x="9923" y="529"/>
                    <a:pt x="10216" y="656"/>
                  </a:cubicBezTo>
                  <a:cubicBezTo>
                    <a:pt x="11490" y="1204"/>
                    <a:pt x="12038" y="2668"/>
                    <a:pt x="11717" y="3966"/>
                  </a:cubicBezTo>
                  <a:cubicBezTo>
                    <a:pt x="11574" y="4597"/>
                    <a:pt x="11264" y="5169"/>
                    <a:pt x="10705" y="5514"/>
                  </a:cubicBezTo>
                  <a:cubicBezTo>
                    <a:pt x="10269" y="5780"/>
                    <a:pt x="9776" y="5912"/>
                    <a:pt x="9269" y="5912"/>
                  </a:cubicBezTo>
                  <a:cubicBezTo>
                    <a:pt x="9208" y="5912"/>
                    <a:pt x="9147" y="5911"/>
                    <a:pt x="9085" y="5907"/>
                  </a:cubicBezTo>
                  <a:cubicBezTo>
                    <a:pt x="7764" y="5847"/>
                    <a:pt x="6645" y="4907"/>
                    <a:pt x="6609" y="3537"/>
                  </a:cubicBezTo>
                  <a:cubicBezTo>
                    <a:pt x="6585" y="2323"/>
                    <a:pt x="7335" y="1335"/>
                    <a:pt x="8300" y="680"/>
                  </a:cubicBezTo>
                  <a:cubicBezTo>
                    <a:pt x="8613" y="538"/>
                    <a:pt x="8952" y="467"/>
                    <a:pt x="9291" y="467"/>
                  </a:cubicBezTo>
                  <a:close/>
                  <a:moveTo>
                    <a:pt x="6728" y="5157"/>
                  </a:moveTo>
                  <a:cubicBezTo>
                    <a:pt x="6740" y="5180"/>
                    <a:pt x="6752" y="5192"/>
                    <a:pt x="6764" y="5216"/>
                  </a:cubicBezTo>
                  <a:cubicBezTo>
                    <a:pt x="7109" y="5645"/>
                    <a:pt x="7573" y="5978"/>
                    <a:pt x="8097" y="6169"/>
                  </a:cubicBezTo>
                  <a:cubicBezTo>
                    <a:pt x="7645" y="6657"/>
                    <a:pt x="7192" y="7157"/>
                    <a:pt x="6752" y="7681"/>
                  </a:cubicBezTo>
                  <a:cubicBezTo>
                    <a:pt x="6537" y="7943"/>
                    <a:pt x="6323" y="8193"/>
                    <a:pt x="6109" y="8467"/>
                  </a:cubicBezTo>
                  <a:cubicBezTo>
                    <a:pt x="6002" y="8598"/>
                    <a:pt x="5906" y="8728"/>
                    <a:pt x="5811" y="8883"/>
                  </a:cubicBezTo>
                  <a:cubicBezTo>
                    <a:pt x="5740" y="8967"/>
                    <a:pt x="5680" y="9062"/>
                    <a:pt x="5633" y="9169"/>
                  </a:cubicBezTo>
                  <a:cubicBezTo>
                    <a:pt x="5371" y="8776"/>
                    <a:pt x="5025" y="8443"/>
                    <a:pt x="4632" y="8205"/>
                  </a:cubicBezTo>
                  <a:cubicBezTo>
                    <a:pt x="4466" y="8109"/>
                    <a:pt x="4287" y="8038"/>
                    <a:pt x="4109" y="7967"/>
                  </a:cubicBezTo>
                  <a:cubicBezTo>
                    <a:pt x="4156" y="7931"/>
                    <a:pt x="4204" y="7895"/>
                    <a:pt x="4251" y="7847"/>
                  </a:cubicBezTo>
                  <a:cubicBezTo>
                    <a:pt x="4382" y="7716"/>
                    <a:pt x="4501" y="7574"/>
                    <a:pt x="4621" y="7443"/>
                  </a:cubicBezTo>
                  <a:cubicBezTo>
                    <a:pt x="4871" y="7169"/>
                    <a:pt x="5121" y="6895"/>
                    <a:pt x="5371" y="6621"/>
                  </a:cubicBezTo>
                  <a:cubicBezTo>
                    <a:pt x="5811" y="6121"/>
                    <a:pt x="6264" y="5633"/>
                    <a:pt x="6728" y="5157"/>
                  </a:cubicBezTo>
                  <a:close/>
                  <a:moveTo>
                    <a:pt x="3125" y="8301"/>
                  </a:moveTo>
                  <a:cubicBezTo>
                    <a:pt x="3443" y="8301"/>
                    <a:pt x="3762" y="8364"/>
                    <a:pt x="4061" y="8490"/>
                  </a:cubicBezTo>
                  <a:cubicBezTo>
                    <a:pt x="5335" y="9038"/>
                    <a:pt x="5871" y="10503"/>
                    <a:pt x="5561" y="11812"/>
                  </a:cubicBezTo>
                  <a:cubicBezTo>
                    <a:pt x="5406" y="12431"/>
                    <a:pt x="5097" y="13003"/>
                    <a:pt x="4549" y="13348"/>
                  </a:cubicBezTo>
                  <a:cubicBezTo>
                    <a:pt x="4113" y="13614"/>
                    <a:pt x="3620" y="13747"/>
                    <a:pt x="3113" y="13747"/>
                  </a:cubicBezTo>
                  <a:cubicBezTo>
                    <a:pt x="3052" y="13747"/>
                    <a:pt x="2991" y="13745"/>
                    <a:pt x="2930" y="13741"/>
                  </a:cubicBezTo>
                  <a:cubicBezTo>
                    <a:pt x="1608" y="13681"/>
                    <a:pt x="477" y="12753"/>
                    <a:pt x="441" y="11384"/>
                  </a:cubicBezTo>
                  <a:cubicBezTo>
                    <a:pt x="418" y="10157"/>
                    <a:pt x="1180" y="9181"/>
                    <a:pt x="2132" y="8514"/>
                  </a:cubicBezTo>
                  <a:cubicBezTo>
                    <a:pt x="2446" y="8373"/>
                    <a:pt x="2785" y="8301"/>
                    <a:pt x="3125" y="8301"/>
                  </a:cubicBezTo>
                  <a:close/>
                  <a:moveTo>
                    <a:pt x="4966" y="13658"/>
                  </a:moveTo>
                  <a:cubicBezTo>
                    <a:pt x="4990" y="13765"/>
                    <a:pt x="5025" y="13884"/>
                    <a:pt x="5049" y="14003"/>
                  </a:cubicBezTo>
                  <a:cubicBezTo>
                    <a:pt x="5121" y="14229"/>
                    <a:pt x="5192" y="14467"/>
                    <a:pt x="5263" y="14694"/>
                  </a:cubicBezTo>
                  <a:cubicBezTo>
                    <a:pt x="5418" y="15158"/>
                    <a:pt x="5597" y="15610"/>
                    <a:pt x="5775" y="16075"/>
                  </a:cubicBezTo>
                  <a:cubicBezTo>
                    <a:pt x="5775" y="16075"/>
                    <a:pt x="5775" y="16087"/>
                    <a:pt x="5787" y="16087"/>
                  </a:cubicBezTo>
                  <a:cubicBezTo>
                    <a:pt x="5930" y="16527"/>
                    <a:pt x="6085" y="16956"/>
                    <a:pt x="6252" y="17384"/>
                  </a:cubicBezTo>
                  <a:cubicBezTo>
                    <a:pt x="5990" y="17396"/>
                    <a:pt x="5740" y="17456"/>
                    <a:pt x="5490" y="17551"/>
                  </a:cubicBezTo>
                  <a:cubicBezTo>
                    <a:pt x="5204" y="17670"/>
                    <a:pt x="4942" y="17837"/>
                    <a:pt x="4716" y="18039"/>
                  </a:cubicBezTo>
                  <a:cubicBezTo>
                    <a:pt x="4454" y="17396"/>
                    <a:pt x="4204" y="16753"/>
                    <a:pt x="3978" y="16087"/>
                  </a:cubicBezTo>
                  <a:cubicBezTo>
                    <a:pt x="3847" y="15729"/>
                    <a:pt x="3716" y="15360"/>
                    <a:pt x="3585" y="15003"/>
                  </a:cubicBezTo>
                  <a:cubicBezTo>
                    <a:pt x="3501" y="14741"/>
                    <a:pt x="3418" y="14467"/>
                    <a:pt x="3299" y="14217"/>
                  </a:cubicBezTo>
                  <a:cubicBezTo>
                    <a:pt x="3894" y="14193"/>
                    <a:pt x="4478" y="13991"/>
                    <a:pt x="4966" y="13658"/>
                  </a:cubicBezTo>
                  <a:close/>
                  <a:moveTo>
                    <a:pt x="6304" y="17838"/>
                  </a:moveTo>
                  <a:cubicBezTo>
                    <a:pt x="6622" y="17838"/>
                    <a:pt x="6941" y="17901"/>
                    <a:pt x="7240" y="18027"/>
                  </a:cubicBezTo>
                  <a:cubicBezTo>
                    <a:pt x="8502" y="18575"/>
                    <a:pt x="9038" y="20039"/>
                    <a:pt x="8728" y="21337"/>
                  </a:cubicBezTo>
                  <a:cubicBezTo>
                    <a:pt x="8573" y="21968"/>
                    <a:pt x="8264" y="22540"/>
                    <a:pt x="7716" y="22885"/>
                  </a:cubicBezTo>
                  <a:cubicBezTo>
                    <a:pt x="7291" y="23151"/>
                    <a:pt x="6790" y="23284"/>
                    <a:pt x="6289" y="23284"/>
                  </a:cubicBezTo>
                  <a:cubicBezTo>
                    <a:pt x="6229" y="23284"/>
                    <a:pt x="6169" y="23282"/>
                    <a:pt x="6109" y="23278"/>
                  </a:cubicBezTo>
                  <a:cubicBezTo>
                    <a:pt x="4775" y="23218"/>
                    <a:pt x="3656" y="22278"/>
                    <a:pt x="3620" y="20909"/>
                  </a:cubicBezTo>
                  <a:cubicBezTo>
                    <a:pt x="3597" y="19694"/>
                    <a:pt x="4347" y="18706"/>
                    <a:pt x="5311" y="18051"/>
                  </a:cubicBezTo>
                  <a:cubicBezTo>
                    <a:pt x="5625" y="17910"/>
                    <a:pt x="5964" y="17838"/>
                    <a:pt x="6304" y="17838"/>
                  </a:cubicBezTo>
                  <a:close/>
                  <a:moveTo>
                    <a:pt x="9456" y="1"/>
                  </a:moveTo>
                  <a:cubicBezTo>
                    <a:pt x="9126" y="1"/>
                    <a:pt x="8794" y="63"/>
                    <a:pt x="8478" y="192"/>
                  </a:cubicBezTo>
                  <a:cubicBezTo>
                    <a:pt x="7930" y="418"/>
                    <a:pt x="7466" y="811"/>
                    <a:pt x="7157" y="1323"/>
                  </a:cubicBezTo>
                  <a:cubicBezTo>
                    <a:pt x="6656" y="1835"/>
                    <a:pt x="6335" y="2502"/>
                    <a:pt x="6252" y="3216"/>
                  </a:cubicBezTo>
                  <a:cubicBezTo>
                    <a:pt x="6192" y="3787"/>
                    <a:pt x="6287" y="4359"/>
                    <a:pt x="6549" y="4871"/>
                  </a:cubicBezTo>
                  <a:cubicBezTo>
                    <a:pt x="6037" y="5359"/>
                    <a:pt x="5537" y="5847"/>
                    <a:pt x="5061" y="6359"/>
                  </a:cubicBezTo>
                  <a:cubicBezTo>
                    <a:pt x="4811" y="6645"/>
                    <a:pt x="4585" y="6931"/>
                    <a:pt x="4347" y="7216"/>
                  </a:cubicBezTo>
                  <a:cubicBezTo>
                    <a:pt x="4240" y="7359"/>
                    <a:pt x="4120" y="7490"/>
                    <a:pt x="4025" y="7645"/>
                  </a:cubicBezTo>
                  <a:cubicBezTo>
                    <a:pt x="3978" y="7728"/>
                    <a:pt x="3918" y="7800"/>
                    <a:pt x="3882" y="7871"/>
                  </a:cubicBezTo>
                  <a:lnTo>
                    <a:pt x="3859" y="7907"/>
                  </a:lnTo>
                  <a:cubicBezTo>
                    <a:pt x="3664" y="7862"/>
                    <a:pt x="3467" y="7839"/>
                    <a:pt x="3269" y="7839"/>
                  </a:cubicBezTo>
                  <a:cubicBezTo>
                    <a:pt x="2945" y="7839"/>
                    <a:pt x="2621" y="7900"/>
                    <a:pt x="2311" y="8026"/>
                  </a:cubicBezTo>
                  <a:cubicBezTo>
                    <a:pt x="1763" y="8252"/>
                    <a:pt x="1299" y="8645"/>
                    <a:pt x="989" y="9157"/>
                  </a:cubicBezTo>
                  <a:cubicBezTo>
                    <a:pt x="489" y="9669"/>
                    <a:pt x="168" y="10336"/>
                    <a:pt x="84" y="11050"/>
                  </a:cubicBezTo>
                  <a:cubicBezTo>
                    <a:pt x="1" y="11753"/>
                    <a:pt x="179" y="12479"/>
                    <a:pt x="608" y="13050"/>
                  </a:cubicBezTo>
                  <a:cubicBezTo>
                    <a:pt x="1084" y="13646"/>
                    <a:pt x="1751" y="14039"/>
                    <a:pt x="2501" y="14158"/>
                  </a:cubicBezTo>
                  <a:cubicBezTo>
                    <a:pt x="2668" y="14193"/>
                    <a:pt x="2823" y="14205"/>
                    <a:pt x="2989" y="14217"/>
                  </a:cubicBezTo>
                  <a:cubicBezTo>
                    <a:pt x="3049" y="14515"/>
                    <a:pt x="3132" y="14813"/>
                    <a:pt x="3239" y="15098"/>
                  </a:cubicBezTo>
                  <a:cubicBezTo>
                    <a:pt x="3358" y="15467"/>
                    <a:pt x="3489" y="15837"/>
                    <a:pt x="3620" y="16194"/>
                  </a:cubicBezTo>
                  <a:cubicBezTo>
                    <a:pt x="3894" y="16908"/>
                    <a:pt x="4156" y="17622"/>
                    <a:pt x="4418" y="18337"/>
                  </a:cubicBezTo>
                  <a:cubicBezTo>
                    <a:pt x="4323" y="18444"/>
                    <a:pt x="4228" y="18563"/>
                    <a:pt x="4156" y="18694"/>
                  </a:cubicBezTo>
                  <a:cubicBezTo>
                    <a:pt x="3656" y="19206"/>
                    <a:pt x="3347" y="19873"/>
                    <a:pt x="3263" y="20587"/>
                  </a:cubicBezTo>
                  <a:cubicBezTo>
                    <a:pt x="3180" y="21290"/>
                    <a:pt x="3358" y="22004"/>
                    <a:pt x="3775" y="22587"/>
                  </a:cubicBezTo>
                  <a:cubicBezTo>
                    <a:pt x="4251" y="23171"/>
                    <a:pt x="4930" y="23564"/>
                    <a:pt x="5680" y="23695"/>
                  </a:cubicBezTo>
                  <a:cubicBezTo>
                    <a:pt x="5895" y="23733"/>
                    <a:pt x="6110" y="23753"/>
                    <a:pt x="6322" y="23753"/>
                  </a:cubicBezTo>
                  <a:cubicBezTo>
                    <a:pt x="7545" y="23753"/>
                    <a:pt x="8676" y="23114"/>
                    <a:pt x="9133" y="21897"/>
                  </a:cubicBezTo>
                  <a:cubicBezTo>
                    <a:pt x="9693" y="20397"/>
                    <a:pt x="9228" y="18575"/>
                    <a:pt x="7799" y="17742"/>
                  </a:cubicBezTo>
                  <a:cubicBezTo>
                    <a:pt x="7454" y="17539"/>
                    <a:pt x="7073" y="17420"/>
                    <a:pt x="6680" y="17372"/>
                  </a:cubicBezTo>
                  <a:cubicBezTo>
                    <a:pt x="6442" y="16765"/>
                    <a:pt x="6204" y="16158"/>
                    <a:pt x="5954" y="15563"/>
                  </a:cubicBezTo>
                  <a:cubicBezTo>
                    <a:pt x="5823" y="15241"/>
                    <a:pt x="5692" y="14944"/>
                    <a:pt x="5561" y="14646"/>
                  </a:cubicBezTo>
                  <a:cubicBezTo>
                    <a:pt x="5549" y="14634"/>
                    <a:pt x="5549" y="14622"/>
                    <a:pt x="5549" y="14610"/>
                  </a:cubicBezTo>
                  <a:cubicBezTo>
                    <a:pt x="5466" y="14372"/>
                    <a:pt x="5394" y="14158"/>
                    <a:pt x="5299" y="13932"/>
                  </a:cubicBezTo>
                  <a:cubicBezTo>
                    <a:pt x="5252" y="13812"/>
                    <a:pt x="5192" y="13693"/>
                    <a:pt x="5144" y="13586"/>
                  </a:cubicBezTo>
                  <a:cubicBezTo>
                    <a:pt x="5144" y="13562"/>
                    <a:pt x="5132" y="13551"/>
                    <a:pt x="5121" y="13527"/>
                  </a:cubicBezTo>
                  <a:cubicBezTo>
                    <a:pt x="5502" y="13217"/>
                    <a:pt x="5787" y="12812"/>
                    <a:pt x="5966" y="12360"/>
                  </a:cubicBezTo>
                  <a:cubicBezTo>
                    <a:pt x="6335" y="11348"/>
                    <a:pt x="6252" y="10229"/>
                    <a:pt x="5716" y="9288"/>
                  </a:cubicBezTo>
                  <a:cubicBezTo>
                    <a:pt x="5799" y="9217"/>
                    <a:pt x="5894" y="9133"/>
                    <a:pt x="5978" y="9050"/>
                  </a:cubicBezTo>
                  <a:cubicBezTo>
                    <a:pt x="6097" y="8931"/>
                    <a:pt x="6216" y="8812"/>
                    <a:pt x="6335" y="8681"/>
                  </a:cubicBezTo>
                  <a:cubicBezTo>
                    <a:pt x="6561" y="8419"/>
                    <a:pt x="6787" y="8157"/>
                    <a:pt x="7014" y="7895"/>
                  </a:cubicBezTo>
                  <a:cubicBezTo>
                    <a:pt x="7478" y="7383"/>
                    <a:pt x="7930" y="6871"/>
                    <a:pt x="8395" y="6359"/>
                  </a:cubicBezTo>
                  <a:cubicBezTo>
                    <a:pt x="8419" y="6335"/>
                    <a:pt x="8431" y="6300"/>
                    <a:pt x="8431" y="6276"/>
                  </a:cubicBezTo>
                  <a:cubicBezTo>
                    <a:pt x="8514" y="6288"/>
                    <a:pt x="8597" y="6312"/>
                    <a:pt x="8681" y="6323"/>
                  </a:cubicBezTo>
                  <a:cubicBezTo>
                    <a:pt x="8891" y="6362"/>
                    <a:pt x="9103" y="6381"/>
                    <a:pt x="9311" y="6381"/>
                  </a:cubicBezTo>
                  <a:cubicBezTo>
                    <a:pt x="10530" y="6381"/>
                    <a:pt x="11664" y="5735"/>
                    <a:pt x="12121" y="4526"/>
                  </a:cubicBezTo>
                  <a:cubicBezTo>
                    <a:pt x="12681" y="3014"/>
                    <a:pt x="12217" y="1204"/>
                    <a:pt x="10788" y="370"/>
                  </a:cubicBezTo>
                  <a:cubicBezTo>
                    <a:pt x="10383" y="126"/>
                    <a:pt x="9922" y="1"/>
                    <a:pt x="94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0" name="Google Shape;1980;p44"/>
          <p:cNvSpPr txBox="1">
            <a:spLocks noGrp="1"/>
          </p:cNvSpPr>
          <p:nvPr>
            <p:ph type="title" idx="4"/>
          </p:nvPr>
        </p:nvSpPr>
        <p:spPr>
          <a:xfrm>
            <a:off x="758775" y="405130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 to compare and record</a:t>
            </a:r>
            <a:endParaRPr/>
          </a:p>
        </p:txBody>
      </p:sp>
      <p:sp>
        <p:nvSpPr>
          <p:cNvPr id="1981" name="Google Shape;1981;p44"/>
          <p:cNvSpPr txBox="1">
            <a:spLocks noGrp="1"/>
          </p:cNvSpPr>
          <p:nvPr>
            <p:ph type="body" idx="1"/>
          </p:nvPr>
        </p:nvSpPr>
        <p:spPr>
          <a:xfrm>
            <a:off x="1506125" y="2813825"/>
            <a:ext cx="2777100" cy="8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 is the ringed planet. It’s a gas giant, composed mostly of hydrogen</a:t>
            </a:r>
            <a:endParaRPr/>
          </a:p>
        </p:txBody>
      </p:sp>
      <p:grpSp>
        <p:nvGrpSpPr>
          <p:cNvPr id="1982" name="Google Shape;1982;p44"/>
          <p:cNvGrpSpPr/>
          <p:nvPr/>
        </p:nvGrpSpPr>
        <p:grpSpPr>
          <a:xfrm>
            <a:off x="7980730" y="309643"/>
            <a:ext cx="800935" cy="843462"/>
            <a:chOff x="1364525" y="174250"/>
            <a:chExt cx="513025" cy="540300"/>
          </a:xfrm>
        </p:grpSpPr>
        <p:sp>
          <p:nvSpPr>
            <p:cNvPr id="1983" name="Google Shape;1983;p44"/>
            <p:cNvSpPr/>
            <p:nvPr/>
          </p:nvSpPr>
          <p:spPr>
            <a:xfrm>
              <a:off x="1830350" y="189000"/>
              <a:ext cx="33650" cy="35150"/>
            </a:xfrm>
            <a:custGeom>
              <a:avLst/>
              <a:gdLst/>
              <a:ahLst/>
              <a:cxnLst/>
              <a:rect l="l" t="t" r="r" b="b"/>
              <a:pathLst>
                <a:path w="1346" h="1406" extrusionOk="0">
                  <a:moveTo>
                    <a:pt x="1346" y="1"/>
                  </a:moveTo>
                  <a:lnTo>
                    <a:pt x="1" y="632"/>
                  </a:lnTo>
                  <a:cubicBezTo>
                    <a:pt x="36" y="715"/>
                    <a:pt x="84" y="798"/>
                    <a:pt x="143" y="870"/>
                  </a:cubicBezTo>
                  <a:cubicBezTo>
                    <a:pt x="227" y="953"/>
                    <a:pt x="298" y="1024"/>
                    <a:pt x="393" y="1096"/>
                  </a:cubicBezTo>
                  <a:cubicBezTo>
                    <a:pt x="560" y="1215"/>
                    <a:pt x="739" y="1322"/>
                    <a:pt x="929" y="1405"/>
                  </a:cubicBezTo>
                  <a:cubicBezTo>
                    <a:pt x="1060" y="941"/>
                    <a:pt x="1203" y="477"/>
                    <a:pt x="1346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44"/>
            <p:cNvSpPr/>
            <p:nvPr/>
          </p:nvSpPr>
          <p:spPr>
            <a:xfrm>
              <a:off x="1375225" y="572675"/>
              <a:ext cx="109875" cy="132725"/>
            </a:xfrm>
            <a:custGeom>
              <a:avLst/>
              <a:gdLst/>
              <a:ahLst/>
              <a:cxnLst/>
              <a:rect l="l" t="t" r="r" b="b"/>
              <a:pathLst>
                <a:path w="4395" h="5309" extrusionOk="0">
                  <a:moveTo>
                    <a:pt x="1596" y="1"/>
                  </a:moveTo>
                  <a:cubicBezTo>
                    <a:pt x="1489" y="167"/>
                    <a:pt x="1370" y="322"/>
                    <a:pt x="1251" y="477"/>
                  </a:cubicBezTo>
                  <a:cubicBezTo>
                    <a:pt x="691" y="1251"/>
                    <a:pt x="156" y="2108"/>
                    <a:pt x="72" y="3084"/>
                  </a:cubicBezTo>
                  <a:cubicBezTo>
                    <a:pt x="1" y="3930"/>
                    <a:pt x="322" y="4977"/>
                    <a:pt x="1227" y="5251"/>
                  </a:cubicBezTo>
                  <a:cubicBezTo>
                    <a:pt x="1362" y="5290"/>
                    <a:pt x="1495" y="5308"/>
                    <a:pt x="1628" y="5308"/>
                  </a:cubicBezTo>
                  <a:cubicBezTo>
                    <a:pt x="2421" y="5308"/>
                    <a:pt x="3168" y="4670"/>
                    <a:pt x="3739" y="4180"/>
                  </a:cubicBezTo>
                  <a:cubicBezTo>
                    <a:pt x="3966" y="4001"/>
                    <a:pt x="4180" y="3811"/>
                    <a:pt x="4394" y="3620"/>
                  </a:cubicBezTo>
                  <a:cubicBezTo>
                    <a:pt x="4299" y="3608"/>
                    <a:pt x="4192" y="3596"/>
                    <a:pt x="4109" y="3584"/>
                  </a:cubicBezTo>
                  <a:cubicBezTo>
                    <a:pt x="3870" y="3537"/>
                    <a:pt x="3644" y="3465"/>
                    <a:pt x="3430" y="3370"/>
                  </a:cubicBezTo>
                  <a:cubicBezTo>
                    <a:pt x="2989" y="3168"/>
                    <a:pt x="2596" y="2858"/>
                    <a:pt x="2299" y="2477"/>
                  </a:cubicBezTo>
                  <a:cubicBezTo>
                    <a:pt x="1787" y="1763"/>
                    <a:pt x="1537" y="882"/>
                    <a:pt x="1596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44"/>
            <p:cNvSpPr/>
            <p:nvPr/>
          </p:nvSpPr>
          <p:spPr>
            <a:xfrm>
              <a:off x="1419875" y="548875"/>
              <a:ext cx="89025" cy="105375"/>
            </a:xfrm>
            <a:custGeom>
              <a:avLst/>
              <a:gdLst/>
              <a:ahLst/>
              <a:cxnLst/>
              <a:rect l="l" t="t" r="r" b="b"/>
              <a:pathLst>
                <a:path w="3561" h="4215" extrusionOk="0">
                  <a:moveTo>
                    <a:pt x="537" y="0"/>
                  </a:moveTo>
                  <a:cubicBezTo>
                    <a:pt x="525" y="12"/>
                    <a:pt x="513" y="24"/>
                    <a:pt x="513" y="36"/>
                  </a:cubicBezTo>
                  <a:lnTo>
                    <a:pt x="1" y="703"/>
                  </a:lnTo>
                  <a:cubicBezTo>
                    <a:pt x="1" y="1584"/>
                    <a:pt x="179" y="2500"/>
                    <a:pt x="715" y="3203"/>
                  </a:cubicBezTo>
                  <a:cubicBezTo>
                    <a:pt x="989" y="3548"/>
                    <a:pt x="1334" y="3834"/>
                    <a:pt x="1739" y="4013"/>
                  </a:cubicBezTo>
                  <a:cubicBezTo>
                    <a:pt x="1942" y="4108"/>
                    <a:pt x="2156" y="4167"/>
                    <a:pt x="2370" y="4191"/>
                  </a:cubicBezTo>
                  <a:cubicBezTo>
                    <a:pt x="2422" y="4200"/>
                    <a:pt x="2476" y="4203"/>
                    <a:pt x="2531" y="4203"/>
                  </a:cubicBezTo>
                  <a:cubicBezTo>
                    <a:pt x="2620" y="4203"/>
                    <a:pt x="2711" y="4196"/>
                    <a:pt x="2799" y="4196"/>
                  </a:cubicBezTo>
                  <a:cubicBezTo>
                    <a:pt x="2865" y="4196"/>
                    <a:pt x="2929" y="4200"/>
                    <a:pt x="2989" y="4215"/>
                  </a:cubicBezTo>
                  <a:cubicBezTo>
                    <a:pt x="3180" y="4036"/>
                    <a:pt x="3370" y="3870"/>
                    <a:pt x="3561" y="3691"/>
                  </a:cubicBezTo>
                  <a:lnTo>
                    <a:pt x="3561" y="3691"/>
                  </a:lnTo>
                  <a:cubicBezTo>
                    <a:pt x="3463" y="3707"/>
                    <a:pt x="3367" y="3715"/>
                    <a:pt x="3272" y="3715"/>
                  </a:cubicBezTo>
                  <a:cubicBezTo>
                    <a:pt x="2376" y="3715"/>
                    <a:pt x="1623" y="3035"/>
                    <a:pt x="1084" y="2346"/>
                  </a:cubicBezTo>
                  <a:cubicBezTo>
                    <a:pt x="763" y="1941"/>
                    <a:pt x="429" y="1512"/>
                    <a:pt x="382" y="976"/>
                  </a:cubicBezTo>
                  <a:cubicBezTo>
                    <a:pt x="346" y="643"/>
                    <a:pt x="406" y="310"/>
                    <a:pt x="53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44"/>
            <p:cNvSpPr/>
            <p:nvPr/>
          </p:nvSpPr>
          <p:spPr>
            <a:xfrm>
              <a:off x="1721100" y="206550"/>
              <a:ext cx="129825" cy="131600"/>
            </a:xfrm>
            <a:custGeom>
              <a:avLst/>
              <a:gdLst/>
              <a:ahLst/>
              <a:cxnLst/>
              <a:rect l="l" t="t" r="r" b="b"/>
              <a:pathLst>
                <a:path w="5193" h="5264" extrusionOk="0">
                  <a:moveTo>
                    <a:pt x="4228" y="1"/>
                  </a:moveTo>
                  <a:lnTo>
                    <a:pt x="3037" y="561"/>
                  </a:lnTo>
                  <a:cubicBezTo>
                    <a:pt x="2525" y="811"/>
                    <a:pt x="2001" y="1049"/>
                    <a:pt x="1477" y="1275"/>
                  </a:cubicBezTo>
                  <a:cubicBezTo>
                    <a:pt x="1215" y="1394"/>
                    <a:pt x="953" y="1513"/>
                    <a:pt x="680" y="1620"/>
                  </a:cubicBezTo>
                  <a:cubicBezTo>
                    <a:pt x="572" y="1668"/>
                    <a:pt x="465" y="1715"/>
                    <a:pt x="346" y="1751"/>
                  </a:cubicBezTo>
                  <a:cubicBezTo>
                    <a:pt x="346" y="1751"/>
                    <a:pt x="346" y="1751"/>
                    <a:pt x="346" y="1763"/>
                  </a:cubicBezTo>
                  <a:cubicBezTo>
                    <a:pt x="227" y="2085"/>
                    <a:pt x="1" y="2632"/>
                    <a:pt x="370" y="2882"/>
                  </a:cubicBezTo>
                  <a:cubicBezTo>
                    <a:pt x="467" y="2944"/>
                    <a:pt x="580" y="2968"/>
                    <a:pt x="698" y="2968"/>
                  </a:cubicBezTo>
                  <a:cubicBezTo>
                    <a:pt x="969" y="2968"/>
                    <a:pt x="1270" y="2839"/>
                    <a:pt x="1477" y="2739"/>
                  </a:cubicBezTo>
                  <a:cubicBezTo>
                    <a:pt x="1503" y="2727"/>
                    <a:pt x="1530" y="2721"/>
                    <a:pt x="1557" y="2721"/>
                  </a:cubicBezTo>
                  <a:cubicBezTo>
                    <a:pt x="1629" y="2721"/>
                    <a:pt x="1698" y="2765"/>
                    <a:pt x="1715" y="2835"/>
                  </a:cubicBezTo>
                  <a:cubicBezTo>
                    <a:pt x="1763" y="3001"/>
                    <a:pt x="1787" y="3180"/>
                    <a:pt x="1775" y="3347"/>
                  </a:cubicBezTo>
                  <a:cubicBezTo>
                    <a:pt x="1751" y="3513"/>
                    <a:pt x="1763" y="3692"/>
                    <a:pt x="1799" y="3859"/>
                  </a:cubicBezTo>
                  <a:cubicBezTo>
                    <a:pt x="1859" y="4023"/>
                    <a:pt x="1985" y="4079"/>
                    <a:pt x="2131" y="4079"/>
                  </a:cubicBezTo>
                  <a:cubicBezTo>
                    <a:pt x="2334" y="4079"/>
                    <a:pt x="2575" y="3971"/>
                    <a:pt x="2727" y="3894"/>
                  </a:cubicBezTo>
                  <a:cubicBezTo>
                    <a:pt x="2754" y="3880"/>
                    <a:pt x="2782" y="3873"/>
                    <a:pt x="2810" y="3873"/>
                  </a:cubicBezTo>
                  <a:cubicBezTo>
                    <a:pt x="2914" y="3873"/>
                    <a:pt x="3006" y="3971"/>
                    <a:pt x="2977" y="4085"/>
                  </a:cubicBezTo>
                  <a:cubicBezTo>
                    <a:pt x="2894" y="4656"/>
                    <a:pt x="3347" y="5168"/>
                    <a:pt x="3882" y="5264"/>
                  </a:cubicBezTo>
                  <a:cubicBezTo>
                    <a:pt x="4204" y="4228"/>
                    <a:pt x="4537" y="3192"/>
                    <a:pt x="4859" y="2144"/>
                  </a:cubicBezTo>
                  <a:cubicBezTo>
                    <a:pt x="4966" y="1787"/>
                    <a:pt x="5073" y="1418"/>
                    <a:pt x="5192" y="1061"/>
                  </a:cubicBezTo>
                  <a:cubicBezTo>
                    <a:pt x="4775" y="811"/>
                    <a:pt x="4347" y="489"/>
                    <a:pt x="422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44"/>
            <p:cNvSpPr/>
            <p:nvPr/>
          </p:nvSpPr>
          <p:spPr>
            <a:xfrm>
              <a:off x="1476150" y="319675"/>
              <a:ext cx="339350" cy="312875"/>
            </a:xfrm>
            <a:custGeom>
              <a:avLst/>
              <a:gdLst/>
              <a:ahLst/>
              <a:cxnLst/>
              <a:rect l="l" t="t" r="r" b="b"/>
              <a:pathLst>
                <a:path w="13574" h="12515" extrusionOk="0">
                  <a:moveTo>
                    <a:pt x="12466" y="0"/>
                  </a:moveTo>
                  <a:cubicBezTo>
                    <a:pt x="11609" y="893"/>
                    <a:pt x="10751" y="1774"/>
                    <a:pt x="9858" y="2644"/>
                  </a:cubicBezTo>
                  <a:cubicBezTo>
                    <a:pt x="8251" y="4227"/>
                    <a:pt x="6644" y="5811"/>
                    <a:pt x="5036" y="7394"/>
                  </a:cubicBezTo>
                  <a:lnTo>
                    <a:pt x="191" y="12133"/>
                  </a:lnTo>
                  <a:cubicBezTo>
                    <a:pt x="165" y="12164"/>
                    <a:pt x="130" y="12179"/>
                    <a:pt x="94" y="12179"/>
                  </a:cubicBezTo>
                  <a:cubicBezTo>
                    <a:pt x="62" y="12179"/>
                    <a:pt x="28" y="12167"/>
                    <a:pt x="0" y="12145"/>
                  </a:cubicBezTo>
                  <a:lnTo>
                    <a:pt x="0" y="12157"/>
                  </a:lnTo>
                  <a:cubicBezTo>
                    <a:pt x="298" y="12371"/>
                    <a:pt x="655" y="12502"/>
                    <a:pt x="1036" y="12514"/>
                  </a:cubicBezTo>
                  <a:cubicBezTo>
                    <a:pt x="1046" y="12514"/>
                    <a:pt x="1057" y="12514"/>
                    <a:pt x="1067" y="12514"/>
                  </a:cubicBezTo>
                  <a:cubicBezTo>
                    <a:pt x="1552" y="12514"/>
                    <a:pt x="1936" y="12245"/>
                    <a:pt x="2274" y="11918"/>
                  </a:cubicBezTo>
                  <a:cubicBezTo>
                    <a:pt x="2643" y="11573"/>
                    <a:pt x="3000" y="11192"/>
                    <a:pt x="3370" y="10835"/>
                  </a:cubicBezTo>
                  <a:cubicBezTo>
                    <a:pt x="3751" y="10442"/>
                    <a:pt x="4143" y="10073"/>
                    <a:pt x="4536" y="9704"/>
                  </a:cubicBezTo>
                  <a:cubicBezTo>
                    <a:pt x="6096" y="8228"/>
                    <a:pt x="7692" y="6811"/>
                    <a:pt x="9275" y="5358"/>
                  </a:cubicBezTo>
                  <a:cubicBezTo>
                    <a:pt x="10763" y="3989"/>
                    <a:pt x="12204" y="2584"/>
                    <a:pt x="13573" y="1108"/>
                  </a:cubicBezTo>
                  <a:cubicBezTo>
                    <a:pt x="13026" y="977"/>
                    <a:pt x="12597" y="548"/>
                    <a:pt x="124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44"/>
            <p:cNvSpPr/>
            <p:nvPr/>
          </p:nvSpPr>
          <p:spPr>
            <a:xfrm>
              <a:off x="1450850" y="284250"/>
              <a:ext cx="336375" cy="339350"/>
            </a:xfrm>
            <a:custGeom>
              <a:avLst/>
              <a:gdLst/>
              <a:ahLst/>
              <a:cxnLst/>
              <a:rect l="l" t="t" r="r" b="b"/>
              <a:pathLst>
                <a:path w="13455" h="13574" extrusionOk="0">
                  <a:moveTo>
                    <a:pt x="12252" y="0"/>
                  </a:moveTo>
                  <a:cubicBezTo>
                    <a:pt x="12133" y="48"/>
                    <a:pt x="12013" y="84"/>
                    <a:pt x="11894" y="120"/>
                  </a:cubicBezTo>
                  <a:lnTo>
                    <a:pt x="12002" y="262"/>
                  </a:lnTo>
                  <a:cubicBezTo>
                    <a:pt x="12006" y="260"/>
                    <a:pt x="12010" y="259"/>
                    <a:pt x="12014" y="259"/>
                  </a:cubicBezTo>
                  <a:cubicBezTo>
                    <a:pt x="12033" y="259"/>
                    <a:pt x="12047" y="279"/>
                    <a:pt x="12037" y="298"/>
                  </a:cubicBezTo>
                  <a:cubicBezTo>
                    <a:pt x="11644" y="774"/>
                    <a:pt x="11216" y="1239"/>
                    <a:pt x="10763" y="1667"/>
                  </a:cubicBezTo>
                  <a:lnTo>
                    <a:pt x="9430" y="3013"/>
                  </a:lnTo>
                  <a:cubicBezTo>
                    <a:pt x="7822" y="4620"/>
                    <a:pt x="6215" y="6216"/>
                    <a:pt x="4608" y="7823"/>
                  </a:cubicBezTo>
                  <a:cubicBezTo>
                    <a:pt x="3822" y="8633"/>
                    <a:pt x="3024" y="9430"/>
                    <a:pt x="2227" y="10228"/>
                  </a:cubicBezTo>
                  <a:cubicBezTo>
                    <a:pt x="1476" y="10990"/>
                    <a:pt x="726" y="11740"/>
                    <a:pt x="0" y="12526"/>
                  </a:cubicBezTo>
                  <a:cubicBezTo>
                    <a:pt x="202" y="12812"/>
                    <a:pt x="441" y="13085"/>
                    <a:pt x="703" y="13324"/>
                  </a:cubicBezTo>
                  <a:cubicBezTo>
                    <a:pt x="789" y="13399"/>
                    <a:pt x="884" y="13474"/>
                    <a:pt x="981" y="13549"/>
                  </a:cubicBezTo>
                  <a:lnTo>
                    <a:pt x="981" y="13549"/>
                  </a:lnTo>
                  <a:cubicBezTo>
                    <a:pt x="915" y="13486"/>
                    <a:pt x="914" y="13386"/>
                    <a:pt x="976" y="13324"/>
                  </a:cubicBezTo>
                  <a:lnTo>
                    <a:pt x="3715" y="10668"/>
                  </a:lnTo>
                  <a:cubicBezTo>
                    <a:pt x="5322" y="9097"/>
                    <a:pt x="6953" y="7501"/>
                    <a:pt x="8561" y="5942"/>
                  </a:cubicBezTo>
                  <a:cubicBezTo>
                    <a:pt x="10168" y="4394"/>
                    <a:pt x="11775" y="2846"/>
                    <a:pt x="13406" y="1334"/>
                  </a:cubicBezTo>
                  <a:lnTo>
                    <a:pt x="13454" y="1286"/>
                  </a:lnTo>
                  <a:cubicBezTo>
                    <a:pt x="13442" y="1263"/>
                    <a:pt x="13442" y="1239"/>
                    <a:pt x="13442" y="1203"/>
                  </a:cubicBezTo>
                  <a:cubicBezTo>
                    <a:pt x="13281" y="1264"/>
                    <a:pt x="13110" y="1309"/>
                    <a:pt x="12946" y="1309"/>
                  </a:cubicBezTo>
                  <a:cubicBezTo>
                    <a:pt x="12757" y="1309"/>
                    <a:pt x="12577" y="1249"/>
                    <a:pt x="12430" y="1084"/>
                  </a:cubicBezTo>
                  <a:cubicBezTo>
                    <a:pt x="12156" y="774"/>
                    <a:pt x="12299" y="370"/>
                    <a:pt x="12252" y="0"/>
                  </a:cubicBezTo>
                  <a:close/>
                  <a:moveTo>
                    <a:pt x="981" y="13549"/>
                  </a:moveTo>
                  <a:cubicBezTo>
                    <a:pt x="990" y="13558"/>
                    <a:pt x="1000" y="13566"/>
                    <a:pt x="1012" y="13574"/>
                  </a:cubicBezTo>
                  <a:cubicBezTo>
                    <a:pt x="1002" y="13566"/>
                    <a:pt x="991" y="13558"/>
                    <a:pt x="981" y="135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44"/>
            <p:cNvSpPr/>
            <p:nvPr/>
          </p:nvSpPr>
          <p:spPr>
            <a:xfrm>
              <a:off x="1438325" y="262225"/>
              <a:ext cx="312575" cy="329825"/>
            </a:xfrm>
            <a:custGeom>
              <a:avLst/>
              <a:gdLst/>
              <a:ahLst/>
              <a:cxnLst/>
              <a:rect l="l" t="t" r="r" b="b"/>
              <a:pathLst>
                <a:path w="12503" h="13193" extrusionOk="0">
                  <a:moveTo>
                    <a:pt x="11169" y="0"/>
                  </a:moveTo>
                  <a:lnTo>
                    <a:pt x="11169" y="0"/>
                  </a:lnTo>
                  <a:cubicBezTo>
                    <a:pt x="10562" y="536"/>
                    <a:pt x="9943" y="1060"/>
                    <a:pt x="9347" y="1596"/>
                  </a:cubicBezTo>
                  <a:cubicBezTo>
                    <a:pt x="8026" y="2775"/>
                    <a:pt x="6740" y="3977"/>
                    <a:pt x="5478" y="5215"/>
                  </a:cubicBezTo>
                  <a:cubicBezTo>
                    <a:pt x="4597" y="6085"/>
                    <a:pt x="3716" y="6942"/>
                    <a:pt x="2835" y="7811"/>
                  </a:cubicBezTo>
                  <a:cubicBezTo>
                    <a:pt x="2489" y="8192"/>
                    <a:pt x="2144" y="8597"/>
                    <a:pt x="1835" y="8990"/>
                  </a:cubicBezTo>
                  <a:cubicBezTo>
                    <a:pt x="1525" y="9394"/>
                    <a:pt x="1215" y="9799"/>
                    <a:pt x="930" y="10228"/>
                  </a:cubicBezTo>
                  <a:cubicBezTo>
                    <a:pt x="620" y="10645"/>
                    <a:pt x="358" y="11097"/>
                    <a:pt x="156" y="11573"/>
                  </a:cubicBezTo>
                  <a:cubicBezTo>
                    <a:pt x="49" y="11811"/>
                    <a:pt x="1" y="12073"/>
                    <a:pt x="1" y="12335"/>
                  </a:cubicBezTo>
                  <a:cubicBezTo>
                    <a:pt x="25" y="12585"/>
                    <a:pt x="108" y="12835"/>
                    <a:pt x="263" y="13038"/>
                  </a:cubicBezTo>
                  <a:cubicBezTo>
                    <a:pt x="287" y="13097"/>
                    <a:pt x="334" y="13145"/>
                    <a:pt x="370" y="13193"/>
                  </a:cubicBezTo>
                  <a:cubicBezTo>
                    <a:pt x="1204" y="12347"/>
                    <a:pt x="2013" y="11478"/>
                    <a:pt x="2847" y="10621"/>
                  </a:cubicBezTo>
                  <a:cubicBezTo>
                    <a:pt x="4406" y="8978"/>
                    <a:pt x="6002" y="7358"/>
                    <a:pt x="7609" y="5751"/>
                  </a:cubicBezTo>
                  <a:cubicBezTo>
                    <a:pt x="8407" y="4953"/>
                    <a:pt x="9216" y="4168"/>
                    <a:pt x="10026" y="3394"/>
                  </a:cubicBezTo>
                  <a:cubicBezTo>
                    <a:pt x="10431" y="3001"/>
                    <a:pt x="10836" y="2608"/>
                    <a:pt x="11240" y="2227"/>
                  </a:cubicBezTo>
                  <a:cubicBezTo>
                    <a:pt x="11645" y="1846"/>
                    <a:pt x="12062" y="1477"/>
                    <a:pt x="12503" y="1155"/>
                  </a:cubicBezTo>
                  <a:lnTo>
                    <a:pt x="12395" y="1001"/>
                  </a:lnTo>
                  <a:cubicBezTo>
                    <a:pt x="12284" y="1039"/>
                    <a:pt x="12170" y="1058"/>
                    <a:pt x="12058" y="1058"/>
                  </a:cubicBezTo>
                  <a:cubicBezTo>
                    <a:pt x="11860" y="1058"/>
                    <a:pt x="11665" y="1000"/>
                    <a:pt x="11491" y="893"/>
                  </a:cubicBezTo>
                  <a:cubicBezTo>
                    <a:pt x="11181" y="679"/>
                    <a:pt x="11121" y="346"/>
                    <a:pt x="111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44"/>
            <p:cNvSpPr/>
            <p:nvPr/>
          </p:nvSpPr>
          <p:spPr>
            <a:xfrm>
              <a:off x="1473450" y="317575"/>
              <a:ext cx="314350" cy="306600"/>
            </a:xfrm>
            <a:custGeom>
              <a:avLst/>
              <a:gdLst/>
              <a:ahLst/>
              <a:cxnLst/>
              <a:rect l="l" t="t" r="r" b="b"/>
              <a:pathLst>
                <a:path w="12574" h="12264" extrusionOk="0">
                  <a:moveTo>
                    <a:pt x="12502" y="1"/>
                  </a:moveTo>
                  <a:cubicBezTo>
                    <a:pt x="10859" y="1513"/>
                    <a:pt x="9252" y="3061"/>
                    <a:pt x="7657" y="4609"/>
                  </a:cubicBezTo>
                  <a:cubicBezTo>
                    <a:pt x="6037" y="6180"/>
                    <a:pt x="4418" y="7764"/>
                    <a:pt x="2799" y="9335"/>
                  </a:cubicBezTo>
                  <a:lnTo>
                    <a:pt x="72" y="11991"/>
                  </a:lnTo>
                  <a:cubicBezTo>
                    <a:pt x="1" y="12062"/>
                    <a:pt x="13" y="12181"/>
                    <a:pt x="108" y="12229"/>
                  </a:cubicBezTo>
                  <a:cubicBezTo>
                    <a:pt x="136" y="12251"/>
                    <a:pt x="170" y="12263"/>
                    <a:pt x="202" y="12263"/>
                  </a:cubicBezTo>
                  <a:cubicBezTo>
                    <a:pt x="238" y="12263"/>
                    <a:pt x="273" y="12248"/>
                    <a:pt x="299" y="12217"/>
                  </a:cubicBezTo>
                  <a:lnTo>
                    <a:pt x="5144" y="7478"/>
                  </a:lnTo>
                  <a:cubicBezTo>
                    <a:pt x="6752" y="5895"/>
                    <a:pt x="8359" y="4311"/>
                    <a:pt x="9966" y="2728"/>
                  </a:cubicBezTo>
                  <a:cubicBezTo>
                    <a:pt x="10848" y="1858"/>
                    <a:pt x="11705" y="965"/>
                    <a:pt x="12574" y="72"/>
                  </a:cubicBezTo>
                  <a:lnTo>
                    <a:pt x="125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44"/>
            <p:cNvSpPr/>
            <p:nvPr/>
          </p:nvSpPr>
          <p:spPr>
            <a:xfrm>
              <a:off x="1364525" y="174250"/>
              <a:ext cx="513025" cy="540300"/>
            </a:xfrm>
            <a:custGeom>
              <a:avLst/>
              <a:gdLst/>
              <a:ahLst/>
              <a:cxnLst/>
              <a:rect l="l" t="t" r="r" b="b"/>
              <a:pathLst>
                <a:path w="20521" h="21612" extrusionOk="0">
                  <a:moveTo>
                    <a:pt x="19967" y="591"/>
                  </a:moveTo>
                  <a:lnTo>
                    <a:pt x="19967" y="591"/>
                  </a:lnTo>
                  <a:cubicBezTo>
                    <a:pt x="19836" y="1067"/>
                    <a:pt x="19693" y="1531"/>
                    <a:pt x="19550" y="1995"/>
                  </a:cubicBezTo>
                  <a:cubicBezTo>
                    <a:pt x="19372" y="1912"/>
                    <a:pt x="19193" y="1805"/>
                    <a:pt x="19026" y="1686"/>
                  </a:cubicBezTo>
                  <a:cubicBezTo>
                    <a:pt x="18943" y="1614"/>
                    <a:pt x="18860" y="1543"/>
                    <a:pt x="18788" y="1460"/>
                  </a:cubicBezTo>
                  <a:cubicBezTo>
                    <a:pt x="18729" y="1388"/>
                    <a:pt x="18669" y="1305"/>
                    <a:pt x="18634" y="1222"/>
                  </a:cubicBezTo>
                  <a:lnTo>
                    <a:pt x="19967" y="591"/>
                  </a:lnTo>
                  <a:close/>
                  <a:moveTo>
                    <a:pt x="18491" y="1305"/>
                  </a:moveTo>
                  <a:cubicBezTo>
                    <a:pt x="18610" y="1781"/>
                    <a:pt x="19038" y="2115"/>
                    <a:pt x="19455" y="2353"/>
                  </a:cubicBezTo>
                  <a:cubicBezTo>
                    <a:pt x="19336" y="2722"/>
                    <a:pt x="19229" y="3079"/>
                    <a:pt x="19122" y="3436"/>
                  </a:cubicBezTo>
                  <a:cubicBezTo>
                    <a:pt x="18800" y="4484"/>
                    <a:pt x="18467" y="5520"/>
                    <a:pt x="18145" y="6567"/>
                  </a:cubicBezTo>
                  <a:cubicBezTo>
                    <a:pt x="17610" y="6472"/>
                    <a:pt x="17157" y="5948"/>
                    <a:pt x="17240" y="5389"/>
                  </a:cubicBezTo>
                  <a:cubicBezTo>
                    <a:pt x="17270" y="5272"/>
                    <a:pt x="17171" y="5171"/>
                    <a:pt x="17063" y="5171"/>
                  </a:cubicBezTo>
                  <a:cubicBezTo>
                    <a:pt x="17039" y="5171"/>
                    <a:pt x="17014" y="5176"/>
                    <a:pt x="16990" y="5186"/>
                  </a:cubicBezTo>
                  <a:cubicBezTo>
                    <a:pt x="16845" y="5263"/>
                    <a:pt x="16607" y="5371"/>
                    <a:pt x="16405" y="5371"/>
                  </a:cubicBezTo>
                  <a:cubicBezTo>
                    <a:pt x="16260" y="5371"/>
                    <a:pt x="16133" y="5315"/>
                    <a:pt x="16074" y="5151"/>
                  </a:cubicBezTo>
                  <a:cubicBezTo>
                    <a:pt x="16026" y="4984"/>
                    <a:pt x="16026" y="4817"/>
                    <a:pt x="16038" y="4651"/>
                  </a:cubicBezTo>
                  <a:cubicBezTo>
                    <a:pt x="16050" y="4472"/>
                    <a:pt x="16038" y="4305"/>
                    <a:pt x="15978" y="4139"/>
                  </a:cubicBezTo>
                  <a:cubicBezTo>
                    <a:pt x="15962" y="4063"/>
                    <a:pt x="15898" y="4017"/>
                    <a:pt x="15828" y="4017"/>
                  </a:cubicBezTo>
                  <a:cubicBezTo>
                    <a:pt x="15799" y="4017"/>
                    <a:pt x="15769" y="4026"/>
                    <a:pt x="15740" y="4043"/>
                  </a:cubicBezTo>
                  <a:cubicBezTo>
                    <a:pt x="15534" y="4134"/>
                    <a:pt x="15241" y="4265"/>
                    <a:pt x="14974" y="4265"/>
                  </a:cubicBezTo>
                  <a:cubicBezTo>
                    <a:pt x="14856" y="4265"/>
                    <a:pt x="14743" y="4240"/>
                    <a:pt x="14645" y="4174"/>
                  </a:cubicBezTo>
                  <a:cubicBezTo>
                    <a:pt x="14264" y="3936"/>
                    <a:pt x="14490" y="3377"/>
                    <a:pt x="14621" y="3055"/>
                  </a:cubicBezTo>
                  <a:lnTo>
                    <a:pt x="14609" y="3055"/>
                  </a:lnTo>
                  <a:cubicBezTo>
                    <a:pt x="14728" y="3019"/>
                    <a:pt x="14835" y="2972"/>
                    <a:pt x="14943" y="2924"/>
                  </a:cubicBezTo>
                  <a:cubicBezTo>
                    <a:pt x="15216" y="2817"/>
                    <a:pt x="15478" y="2698"/>
                    <a:pt x="15740" y="2579"/>
                  </a:cubicBezTo>
                  <a:cubicBezTo>
                    <a:pt x="16264" y="2353"/>
                    <a:pt x="16788" y="2115"/>
                    <a:pt x="17300" y="1864"/>
                  </a:cubicBezTo>
                  <a:lnTo>
                    <a:pt x="18491" y="1305"/>
                  </a:lnTo>
                  <a:close/>
                  <a:moveTo>
                    <a:pt x="14121" y="3519"/>
                  </a:moveTo>
                  <a:lnTo>
                    <a:pt x="14121" y="3519"/>
                  </a:lnTo>
                  <a:cubicBezTo>
                    <a:pt x="14073" y="3865"/>
                    <a:pt x="14133" y="4198"/>
                    <a:pt x="14443" y="4412"/>
                  </a:cubicBezTo>
                  <a:cubicBezTo>
                    <a:pt x="14617" y="4518"/>
                    <a:pt x="14810" y="4572"/>
                    <a:pt x="15005" y="4572"/>
                  </a:cubicBezTo>
                  <a:cubicBezTo>
                    <a:pt x="15116" y="4572"/>
                    <a:pt x="15227" y="4554"/>
                    <a:pt x="15335" y="4520"/>
                  </a:cubicBezTo>
                  <a:cubicBezTo>
                    <a:pt x="15455" y="4484"/>
                    <a:pt x="15586" y="4448"/>
                    <a:pt x="15693" y="4400"/>
                  </a:cubicBezTo>
                  <a:lnTo>
                    <a:pt x="15693" y="4400"/>
                  </a:lnTo>
                  <a:cubicBezTo>
                    <a:pt x="15740" y="4770"/>
                    <a:pt x="15609" y="5186"/>
                    <a:pt x="15871" y="5484"/>
                  </a:cubicBezTo>
                  <a:cubicBezTo>
                    <a:pt x="16018" y="5649"/>
                    <a:pt x="16198" y="5709"/>
                    <a:pt x="16387" y="5709"/>
                  </a:cubicBezTo>
                  <a:cubicBezTo>
                    <a:pt x="16552" y="5709"/>
                    <a:pt x="16723" y="5664"/>
                    <a:pt x="16883" y="5603"/>
                  </a:cubicBezTo>
                  <a:cubicBezTo>
                    <a:pt x="16895" y="5639"/>
                    <a:pt x="16895" y="5663"/>
                    <a:pt x="16895" y="5686"/>
                  </a:cubicBezTo>
                  <a:lnTo>
                    <a:pt x="16848" y="5734"/>
                  </a:lnTo>
                  <a:lnTo>
                    <a:pt x="16919" y="5805"/>
                  </a:lnTo>
                  <a:cubicBezTo>
                    <a:pt x="17050" y="6353"/>
                    <a:pt x="17479" y="6782"/>
                    <a:pt x="18026" y="6913"/>
                  </a:cubicBezTo>
                  <a:cubicBezTo>
                    <a:pt x="16657" y="8401"/>
                    <a:pt x="15205" y="9806"/>
                    <a:pt x="13716" y="11175"/>
                  </a:cubicBezTo>
                  <a:cubicBezTo>
                    <a:pt x="12145" y="12628"/>
                    <a:pt x="10537" y="14045"/>
                    <a:pt x="8989" y="15521"/>
                  </a:cubicBezTo>
                  <a:cubicBezTo>
                    <a:pt x="8597" y="15890"/>
                    <a:pt x="8204" y="16259"/>
                    <a:pt x="7811" y="16652"/>
                  </a:cubicBezTo>
                  <a:cubicBezTo>
                    <a:pt x="7454" y="17009"/>
                    <a:pt x="7096" y="17390"/>
                    <a:pt x="6727" y="17735"/>
                  </a:cubicBezTo>
                  <a:cubicBezTo>
                    <a:pt x="6389" y="18062"/>
                    <a:pt x="5994" y="18331"/>
                    <a:pt x="5520" y="18331"/>
                  </a:cubicBezTo>
                  <a:cubicBezTo>
                    <a:pt x="5509" y="18331"/>
                    <a:pt x="5499" y="18331"/>
                    <a:pt x="5489" y="18331"/>
                  </a:cubicBezTo>
                  <a:cubicBezTo>
                    <a:pt x="5108" y="18307"/>
                    <a:pt x="4763" y="18188"/>
                    <a:pt x="4453" y="17962"/>
                  </a:cubicBezTo>
                  <a:cubicBezTo>
                    <a:pt x="4346" y="17890"/>
                    <a:pt x="4251" y="17807"/>
                    <a:pt x="4156" y="17724"/>
                  </a:cubicBezTo>
                  <a:cubicBezTo>
                    <a:pt x="3894" y="17485"/>
                    <a:pt x="3655" y="17212"/>
                    <a:pt x="3453" y="16926"/>
                  </a:cubicBezTo>
                  <a:cubicBezTo>
                    <a:pt x="4179" y="16140"/>
                    <a:pt x="4941" y="15390"/>
                    <a:pt x="5691" y="14628"/>
                  </a:cubicBezTo>
                  <a:cubicBezTo>
                    <a:pt x="6477" y="13830"/>
                    <a:pt x="7275" y="13033"/>
                    <a:pt x="8073" y="12223"/>
                  </a:cubicBezTo>
                  <a:lnTo>
                    <a:pt x="8061" y="12223"/>
                  </a:lnTo>
                  <a:cubicBezTo>
                    <a:pt x="9668" y="10616"/>
                    <a:pt x="11275" y="9020"/>
                    <a:pt x="12871" y="7413"/>
                  </a:cubicBezTo>
                  <a:lnTo>
                    <a:pt x="14216" y="6079"/>
                  </a:lnTo>
                  <a:cubicBezTo>
                    <a:pt x="14657" y="5651"/>
                    <a:pt x="15085" y="5186"/>
                    <a:pt x="15478" y="4698"/>
                  </a:cubicBezTo>
                  <a:cubicBezTo>
                    <a:pt x="15488" y="4689"/>
                    <a:pt x="15474" y="4671"/>
                    <a:pt x="15456" y="4671"/>
                  </a:cubicBezTo>
                  <a:cubicBezTo>
                    <a:pt x="15452" y="4671"/>
                    <a:pt x="15447" y="4672"/>
                    <a:pt x="15443" y="4674"/>
                  </a:cubicBezTo>
                  <a:cubicBezTo>
                    <a:pt x="15002" y="5008"/>
                    <a:pt x="14585" y="5365"/>
                    <a:pt x="14192" y="5746"/>
                  </a:cubicBezTo>
                  <a:cubicBezTo>
                    <a:pt x="13788" y="6127"/>
                    <a:pt x="13383" y="6520"/>
                    <a:pt x="12978" y="6913"/>
                  </a:cubicBezTo>
                  <a:cubicBezTo>
                    <a:pt x="12168" y="7699"/>
                    <a:pt x="11347" y="8484"/>
                    <a:pt x="10549" y="9282"/>
                  </a:cubicBezTo>
                  <a:cubicBezTo>
                    <a:pt x="8942" y="10877"/>
                    <a:pt x="7358" y="12497"/>
                    <a:pt x="5787" y="14140"/>
                  </a:cubicBezTo>
                  <a:cubicBezTo>
                    <a:pt x="4965" y="14997"/>
                    <a:pt x="4144" y="15878"/>
                    <a:pt x="3310" y="16712"/>
                  </a:cubicBezTo>
                  <a:cubicBezTo>
                    <a:pt x="3274" y="16664"/>
                    <a:pt x="3239" y="16616"/>
                    <a:pt x="3203" y="16557"/>
                  </a:cubicBezTo>
                  <a:cubicBezTo>
                    <a:pt x="3060" y="16342"/>
                    <a:pt x="2977" y="16104"/>
                    <a:pt x="2953" y="15854"/>
                  </a:cubicBezTo>
                  <a:cubicBezTo>
                    <a:pt x="2953" y="15592"/>
                    <a:pt x="3001" y="15330"/>
                    <a:pt x="3108" y="15080"/>
                  </a:cubicBezTo>
                  <a:cubicBezTo>
                    <a:pt x="3322" y="14616"/>
                    <a:pt x="3572" y="14164"/>
                    <a:pt x="3882" y="13747"/>
                  </a:cubicBezTo>
                  <a:cubicBezTo>
                    <a:pt x="4167" y="13318"/>
                    <a:pt x="4465" y="12913"/>
                    <a:pt x="4787" y="12509"/>
                  </a:cubicBezTo>
                  <a:cubicBezTo>
                    <a:pt x="5108" y="12104"/>
                    <a:pt x="5441" y="11711"/>
                    <a:pt x="5787" y="11330"/>
                  </a:cubicBezTo>
                  <a:cubicBezTo>
                    <a:pt x="6680" y="10461"/>
                    <a:pt x="7549" y="9604"/>
                    <a:pt x="8430" y="8734"/>
                  </a:cubicBezTo>
                  <a:cubicBezTo>
                    <a:pt x="9692" y="7496"/>
                    <a:pt x="10990" y="6294"/>
                    <a:pt x="12299" y="5115"/>
                  </a:cubicBezTo>
                  <a:cubicBezTo>
                    <a:pt x="12895" y="4579"/>
                    <a:pt x="13502" y="4055"/>
                    <a:pt x="14121" y="3519"/>
                  </a:cubicBezTo>
                  <a:close/>
                  <a:moveTo>
                    <a:pt x="2751" y="14985"/>
                  </a:moveTo>
                  <a:lnTo>
                    <a:pt x="2751" y="14985"/>
                  </a:lnTo>
                  <a:cubicBezTo>
                    <a:pt x="2620" y="15295"/>
                    <a:pt x="2560" y="15628"/>
                    <a:pt x="2596" y="15961"/>
                  </a:cubicBezTo>
                  <a:cubicBezTo>
                    <a:pt x="2643" y="16497"/>
                    <a:pt x="2977" y="16926"/>
                    <a:pt x="3298" y="17331"/>
                  </a:cubicBezTo>
                  <a:cubicBezTo>
                    <a:pt x="3826" y="18020"/>
                    <a:pt x="4588" y="18700"/>
                    <a:pt x="5486" y="18700"/>
                  </a:cubicBezTo>
                  <a:cubicBezTo>
                    <a:pt x="5581" y="18700"/>
                    <a:pt x="5677" y="18692"/>
                    <a:pt x="5775" y="18676"/>
                  </a:cubicBezTo>
                  <a:lnTo>
                    <a:pt x="5775" y="18676"/>
                  </a:lnTo>
                  <a:cubicBezTo>
                    <a:pt x="5596" y="18855"/>
                    <a:pt x="5406" y="19033"/>
                    <a:pt x="5215" y="19200"/>
                  </a:cubicBezTo>
                  <a:cubicBezTo>
                    <a:pt x="5155" y="19189"/>
                    <a:pt x="5095" y="19186"/>
                    <a:pt x="5033" y="19186"/>
                  </a:cubicBezTo>
                  <a:cubicBezTo>
                    <a:pt x="4933" y="19186"/>
                    <a:pt x="4830" y="19195"/>
                    <a:pt x="4730" y="19195"/>
                  </a:cubicBezTo>
                  <a:cubicBezTo>
                    <a:pt x="4685" y="19195"/>
                    <a:pt x="4640" y="19193"/>
                    <a:pt x="4596" y="19188"/>
                  </a:cubicBezTo>
                  <a:cubicBezTo>
                    <a:pt x="4370" y="19152"/>
                    <a:pt x="4156" y="19093"/>
                    <a:pt x="3953" y="18998"/>
                  </a:cubicBezTo>
                  <a:cubicBezTo>
                    <a:pt x="3548" y="18819"/>
                    <a:pt x="3203" y="18545"/>
                    <a:pt x="2929" y="18188"/>
                  </a:cubicBezTo>
                  <a:cubicBezTo>
                    <a:pt x="2381" y="17485"/>
                    <a:pt x="2215" y="16569"/>
                    <a:pt x="2215" y="15700"/>
                  </a:cubicBezTo>
                  <a:lnTo>
                    <a:pt x="2727" y="15021"/>
                  </a:lnTo>
                  <a:cubicBezTo>
                    <a:pt x="2727" y="15009"/>
                    <a:pt x="2739" y="14997"/>
                    <a:pt x="2751" y="14985"/>
                  </a:cubicBezTo>
                  <a:close/>
                  <a:moveTo>
                    <a:pt x="2024" y="15938"/>
                  </a:moveTo>
                  <a:lnTo>
                    <a:pt x="2024" y="15938"/>
                  </a:lnTo>
                  <a:cubicBezTo>
                    <a:pt x="1965" y="16819"/>
                    <a:pt x="2215" y="17700"/>
                    <a:pt x="2727" y="18414"/>
                  </a:cubicBezTo>
                  <a:cubicBezTo>
                    <a:pt x="3024" y="18807"/>
                    <a:pt x="3417" y="19105"/>
                    <a:pt x="3858" y="19307"/>
                  </a:cubicBezTo>
                  <a:cubicBezTo>
                    <a:pt x="4072" y="19414"/>
                    <a:pt x="4298" y="19474"/>
                    <a:pt x="4537" y="19509"/>
                  </a:cubicBezTo>
                  <a:cubicBezTo>
                    <a:pt x="4620" y="19521"/>
                    <a:pt x="4727" y="19545"/>
                    <a:pt x="4822" y="19545"/>
                  </a:cubicBezTo>
                  <a:cubicBezTo>
                    <a:pt x="4608" y="19736"/>
                    <a:pt x="4394" y="19926"/>
                    <a:pt x="4167" y="20117"/>
                  </a:cubicBezTo>
                  <a:cubicBezTo>
                    <a:pt x="3598" y="20594"/>
                    <a:pt x="2855" y="21237"/>
                    <a:pt x="2065" y="21237"/>
                  </a:cubicBezTo>
                  <a:cubicBezTo>
                    <a:pt x="1930" y="21237"/>
                    <a:pt x="1793" y="21218"/>
                    <a:pt x="1655" y="21176"/>
                  </a:cubicBezTo>
                  <a:cubicBezTo>
                    <a:pt x="750" y="20914"/>
                    <a:pt x="429" y="19855"/>
                    <a:pt x="500" y="19009"/>
                  </a:cubicBezTo>
                  <a:cubicBezTo>
                    <a:pt x="584" y="18045"/>
                    <a:pt x="1119" y="17176"/>
                    <a:pt x="1679" y="16414"/>
                  </a:cubicBezTo>
                  <a:cubicBezTo>
                    <a:pt x="1798" y="16247"/>
                    <a:pt x="1917" y="16092"/>
                    <a:pt x="2024" y="15938"/>
                  </a:cubicBezTo>
                  <a:close/>
                  <a:moveTo>
                    <a:pt x="20278" y="0"/>
                  </a:moveTo>
                  <a:cubicBezTo>
                    <a:pt x="20250" y="0"/>
                    <a:pt x="20221" y="6"/>
                    <a:pt x="20193" y="19"/>
                  </a:cubicBezTo>
                  <a:cubicBezTo>
                    <a:pt x="19169" y="519"/>
                    <a:pt x="18157" y="1019"/>
                    <a:pt x="17133" y="1531"/>
                  </a:cubicBezTo>
                  <a:cubicBezTo>
                    <a:pt x="16633" y="1769"/>
                    <a:pt x="16145" y="2019"/>
                    <a:pt x="15645" y="2281"/>
                  </a:cubicBezTo>
                  <a:cubicBezTo>
                    <a:pt x="15395" y="2412"/>
                    <a:pt x="15133" y="2555"/>
                    <a:pt x="14883" y="2686"/>
                  </a:cubicBezTo>
                  <a:cubicBezTo>
                    <a:pt x="14776" y="2746"/>
                    <a:pt x="14669" y="2817"/>
                    <a:pt x="14562" y="2877"/>
                  </a:cubicBezTo>
                  <a:cubicBezTo>
                    <a:pt x="14526" y="2853"/>
                    <a:pt x="14481" y="2841"/>
                    <a:pt x="14437" y="2841"/>
                  </a:cubicBezTo>
                  <a:cubicBezTo>
                    <a:pt x="14392" y="2841"/>
                    <a:pt x="14347" y="2853"/>
                    <a:pt x="14312" y="2877"/>
                  </a:cubicBezTo>
                  <a:cubicBezTo>
                    <a:pt x="12930" y="4008"/>
                    <a:pt x="11609" y="5222"/>
                    <a:pt x="10311" y="6448"/>
                  </a:cubicBezTo>
                  <a:cubicBezTo>
                    <a:pt x="9728" y="7008"/>
                    <a:pt x="9156" y="7568"/>
                    <a:pt x="8585" y="8127"/>
                  </a:cubicBezTo>
                  <a:cubicBezTo>
                    <a:pt x="8061" y="8580"/>
                    <a:pt x="7561" y="9044"/>
                    <a:pt x="7061" y="9520"/>
                  </a:cubicBezTo>
                  <a:cubicBezTo>
                    <a:pt x="6287" y="10258"/>
                    <a:pt x="5560" y="11044"/>
                    <a:pt x="4870" y="11854"/>
                  </a:cubicBezTo>
                  <a:cubicBezTo>
                    <a:pt x="4382" y="12425"/>
                    <a:pt x="3929" y="13021"/>
                    <a:pt x="3513" y="13640"/>
                  </a:cubicBezTo>
                  <a:cubicBezTo>
                    <a:pt x="3358" y="13783"/>
                    <a:pt x="3215" y="13937"/>
                    <a:pt x="3072" y="14104"/>
                  </a:cubicBezTo>
                  <a:cubicBezTo>
                    <a:pt x="2893" y="14330"/>
                    <a:pt x="2691" y="14545"/>
                    <a:pt x="2512" y="14783"/>
                  </a:cubicBezTo>
                  <a:cubicBezTo>
                    <a:pt x="2167" y="15223"/>
                    <a:pt x="1810" y="15652"/>
                    <a:pt x="1477" y="16104"/>
                  </a:cubicBezTo>
                  <a:cubicBezTo>
                    <a:pt x="846" y="16926"/>
                    <a:pt x="262" y="17807"/>
                    <a:pt x="119" y="18855"/>
                  </a:cubicBezTo>
                  <a:cubicBezTo>
                    <a:pt x="0" y="19807"/>
                    <a:pt x="298" y="20891"/>
                    <a:pt x="1167" y="21391"/>
                  </a:cubicBezTo>
                  <a:cubicBezTo>
                    <a:pt x="1439" y="21546"/>
                    <a:pt x="1721" y="21611"/>
                    <a:pt x="2002" y="21611"/>
                  </a:cubicBezTo>
                  <a:cubicBezTo>
                    <a:pt x="2692" y="21611"/>
                    <a:pt x="3380" y="21218"/>
                    <a:pt x="3929" y="20795"/>
                  </a:cubicBezTo>
                  <a:cubicBezTo>
                    <a:pt x="4870" y="20069"/>
                    <a:pt x="5739" y="19248"/>
                    <a:pt x="6525" y="18355"/>
                  </a:cubicBezTo>
                  <a:cubicBezTo>
                    <a:pt x="6727" y="18212"/>
                    <a:pt x="6918" y="18057"/>
                    <a:pt x="7084" y="17890"/>
                  </a:cubicBezTo>
                  <a:cubicBezTo>
                    <a:pt x="7477" y="17497"/>
                    <a:pt x="7858" y="17104"/>
                    <a:pt x="8251" y="16723"/>
                  </a:cubicBezTo>
                  <a:cubicBezTo>
                    <a:pt x="9847" y="15152"/>
                    <a:pt x="11525" y="13664"/>
                    <a:pt x="13180" y="12163"/>
                  </a:cubicBezTo>
                  <a:cubicBezTo>
                    <a:pt x="14824" y="10663"/>
                    <a:pt x="16467" y="9139"/>
                    <a:pt x="17991" y="7496"/>
                  </a:cubicBezTo>
                  <a:cubicBezTo>
                    <a:pt x="18181" y="7294"/>
                    <a:pt x="18360" y="7091"/>
                    <a:pt x="18538" y="6889"/>
                  </a:cubicBezTo>
                  <a:cubicBezTo>
                    <a:pt x="18610" y="6806"/>
                    <a:pt x="18610" y="6698"/>
                    <a:pt x="18538" y="6627"/>
                  </a:cubicBezTo>
                  <a:cubicBezTo>
                    <a:pt x="18848" y="5591"/>
                    <a:pt x="19157" y="4567"/>
                    <a:pt x="19467" y="3531"/>
                  </a:cubicBezTo>
                  <a:cubicBezTo>
                    <a:pt x="19800" y="2436"/>
                    <a:pt x="20146" y="1353"/>
                    <a:pt x="20491" y="257"/>
                  </a:cubicBezTo>
                  <a:cubicBezTo>
                    <a:pt x="20520" y="121"/>
                    <a:pt x="20406" y="0"/>
                    <a:pt x="202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92" name="Google Shape;1992;p44"/>
          <p:cNvSpPr txBox="1">
            <a:spLocks noGrp="1"/>
          </p:cNvSpPr>
          <p:nvPr>
            <p:ph type="body" idx="2"/>
          </p:nvPr>
        </p:nvSpPr>
        <p:spPr>
          <a:xfrm>
            <a:off x="4860777" y="2813825"/>
            <a:ext cx="2777100" cy="8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reason why Neptune is blue is the presence of methane gas</a:t>
            </a:r>
            <a:endParaRPr/>
          </a:p>
        </p:txBody>
      </p:sp>
      <p:sp>
        <p:nvSpPr>
          <p:cNvPr id="1993" name="Google Shape;1993;p44"/>
          <p:cNvSpPr txBox="1">
            <a:spLocks noGrp="1"/>
          </p:cNvSpPr>
          <p:nvPr>
            <p:ph type="title"/>
          </p:nvPr>
        </p:nvSpPr>
        <p:spPr>
          <a:xfrm>
            <a:off x="1506125" y="2458325"/>
            <a:ext cx="2777100" cy="35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Compare</a:t>
            </a:r>
            <a:endParaRPr/>
          </a:p>
        </p:txBody>
      </p:sp>
      <p:sp>
        <p:nvSpPr>
          <p:cNvPr id="1994" name="Google Shape;1994;p44"/>
          <p:cNvSpPr txBox="1">
            <a:spLocks noGrp="1"/>
          </p:cNvSpPr>
          <p:nvPr>
            <p:ph type="title" idx="3"/>
          </p:nvPr>
        </p:nvSpPr>
        <p:spPr>
          <a:xfrm>
            <a:off x="4860779" y="2458325"/>
            <a:ext cx="2777100" cy="35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Record</a:t>
            </a:r>
            <a:endParaRPr/>
          </a:p>
        </p:txBody>
      </p:sp>
      <p:grpSp>
        <p:nvGrpSpPr>
          <p:cNvPr id="1995" name="Google Shape;1995;p44"/>
          <p:cNvGrpSpPr/>
          <p:nvPr/>
        </p:nvGrpSpPr>
        <p:grpSpPr>
          <a:xfrm>
            <a:off x="6022254" y="1991908"/>
            <a:ext cx="454142" cy="352523"/>
            <a:chOff x="4034753" y="1339701"/>
            <a:chExt cx="426625" cy="331163"/>
          </a:xfrm>
        </p:grpSpPr>
        <p:sp>
          <p:nvSpPr>
            <p:cNvPr id="1996" name="Google Shape;1996;p44"/>
            <p:cNvSpPr/>
            <p:nvPr/>
          </p:nvSpPr>
          <p:spPr>
            <a:xfrm>
              <a:off x="4162329" y="1571903"/>
              <a:ext cx="99576" cy="79565"/>
            </a:xfrm>
            <a:custGeom>
              <a:avLst/>
              <a:gdLst/>
              <a:ahLst/>
              <a:cxnLst/>
              <a:rect l="l" t="t" r="r" b="b"/>
              <a:pathLst>
                <a:path w="3727" h="2978" extrusionOk="0">
                  <a:moveTo>
                    <a:pt x="1024" y="1"/>
                  </a:moveTo>
                  <a:lnTo>
                    <a:pt x="977" y="394"/>
                  </a:lnTo>
                  <a:cubicBezTo>
                    <a:pt x="846" y="1310"/>
                    <a:pt x="512" y="2191"/>
                    <a:pt x="0" y="2977"/>
                  </a:cubicBezTo>
                  <a:lnTo>
                    <a:pt x="3727" y="2977"/>
                  </a:lnTo>
                  <a:cubicBezTo>
                    <a:pt x="3215" y="2191"/>
                    <a:pt x="2893" y="1310"/>
                    <a:pt x="2762" y="394"/>
                  </a:cubicBezTo>
                  <a:lnTo>
                    <a:pt x="27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44"/>
            <p:cNvSpPr/>
            <p:nvPr/>
          </p:nvSpPr>
          <p:spPr>
            <a:xfrm>
              <a:off x="4040498" y="1345419"/>
              <a:ext cx="342946" cy="239549"/>
            </a:xfrm>
            <a:custGeom>
              <a:avLst/>
              <a:gdLst/>
              <a:ahLst/>
              <a:cxnLst/>
              <a:rect l="l" t="t" r="r" b="b"/>
              <a:pathLst>
                <a:path w="12836" h="8966" extrusionOk="0">
                  <a:moveTo>
                    <a:pt x="834" y="0"/>
                  </a:moveTo>
                  <a:cubicBezTo>
                    <a:pt x="381" y="0"/>
                    <a:pt x="0" y="370"/>
                    <a:pt x="0" y="834"/>
                  </a:cubicBezTo>
                  <a:lnTo>
                    <a:pt x="0" y="8132"/>
                  </a:lnTo>
                  <a:cubicBezTo>
                    <a:pt x="0" y="8597"/>
                    <a:pt x="381" y="8966"/>
                    <a:pt x="834" y="8966"/>
                  </a:cubicBezTo>
                  <a:lnTo>
                    <a:pt x="12002" y="8966"/>
                  </a:lnTo>
                  <a:cubicBezTo>
                    <a:pt x="12454" y="8966"/>
                    <a:pt x="12835" y="8597"/>
                    <a:pt x="12835" y="8132"/>
                  </a:cubicBezTo>
                  <a:lnTo>
                    <a:pt x="12835" y="834"/>
                  </a:lnTo>
                  <a:cubicBezTo>
                    <a:pt x="12835" y="370"/>
                    <a:pt x="12454" y="0"/>
                    <a:pt x="120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44"/>
            <p:cNvSpPr/>
            <p:nvPr/>
          </p:nvSpPr>
          <p:spPr>
            <a:xfrm>
              <a:off x="4040498" y="1540724"/>
              <a:ext cx="342625" cy="44244"/>
            </a:xfrm>
            <a:custGeom>
              <a:avLst/>
              <a:gdLst/>
              <a:ahLst/>
              <a:cxnLst/>
              <a:rect l="l" t="t" r="r" b="b"/>
              <a:pathLst>
                <a:path w="12824" h="1656" extrusionOk="0">
                  <a:moveTo>
                    <a:pt x="0" y="1"/>
                  </a:moveTo>
                  <a:lnTo>
                    <a:pt x="0" y="822"/>
                  </a:lnTo>
                  <a:cubicBezTo>
                    <a:pt x="0" y="1287"/>
                    <a:pt x="369" y="1656"/>
                    <a:pt x="834" y="1656"/>
                  </a:cubicBezTo>
                  <a:lnTo>
                    <a:pt x="12002" y="1656"/>
                  </a:lnTo>
                  <a:cubicBezTo>
                    <a:pt x="12454" y="1656"/>
                    <a:pt x="12823" y="1287"/>
                    <a:pt x="12823" y="822"/>
                  </a:cubicBezTo>
                  <a:lnTo>
                    <a:pt x="1282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44"/>
            <p:cNvSpPr/>
            <p:nvPr/>
          </p:nvSpPr>
          <p:spPr>
            <a:xfrm>
              <a:off x="4132726" y="1640620"/>
              <a:ext cx="159397" cy="23885"/>
            </a:xfrm>
            <a:custGeom>
              <a:avLst/>
              <a:gdLst/>
              <a:ahLst/>
              <a:cxnLst/>
              <a:rect l="l" t="t" r="r" b="b"/>
              <a:pathLst>
                <a:path w="5966" h="894" extrusionOk="0">
                  <a:moveTo>
                    <a:pt x="477" y="0"/>
                  </a:moveTo>
                  <a:cubicBezTo>
                    <a:pt x="239" y="0"/>
                    <a:pt x="49" y="167"/>
                    <a:pt x="25" y="393"/>
                  </a:cubicBezTo>
                  <a:cubicBezTo>
                    <a:pt x="1" y="655"/>
                    <a:pt x="203" y="893"/>
                    <a:pt x="477" y="893"/>
                  </a:cubicBezTo>
                  <a:lnTo>
                    <a:pt x="5490" y="893"/>
                  </a:lnTo>
                  <a:cubicBezTo>
                    <a:pt x="5716" y="893"/>
                    <a:pt x="5906" y="727"/>
                    <a:pt x="5930" y="500"/>
                  </a:cubicBezTo>
                  <a:cubicBezTo>
                    <a:pt x="5966" y="227"/>
                    <a:pt x="5752" y="0"/>
                    <a:pt x="54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44"/>
            <p:cNvSpPr/>
            <p:nvPr/>
          </p:nvSpPr>
          <p:spPr>
            <a:xfrm>
              <a:off x="4257444" y="1494930"/>
              <a:ext cx="195973" cy="169576"/>
            </a:xfrm>
            <a:custGeom>
              <a:avLst/>
              <a:gdLst/>
              <a:ahLst/>
              <a:cxnLst/>
              <a:rect l="l" t="t" r="r" b="b"/>
              <a:pathLst>
                <a:path w="7335" h="6347" extrusionOk="0">
                  <a:moveTo>
                    <a:pt x="2631" y="0"/>
                  </a:moveTo>
                  <a:lnTo>
                    <a:pt x="2631" y="1429"/>
                  </a:lnTo>
                  <a:cubicBezTo>
                    <a:pt x="2631" y="1560"/>
                    <a:pt x="2584" y="1691"/>
                    <a:pt x="2512" y="1810"/>
                  </a:cubicBezTo>
                  <a:lnTo>
                    <a:pt x="357" y="5060"/>
                  </a:lnTo>
                  <a:cubicBezTo>
                    <a:pt x="0" y="5608"/>
                    <a:pt x="393" y="6346"/>
                    <a:pt x="1060" y="6346"/>
                  </a:cubicBezTo>
                  <a:lnTo>
                    <a:pt x="6287" y="6346"/>
                  </a:lnTo>
                  <a:cubicBezTo>
                    <a:pt x="6942" y="6346"/>
                    <a:pt x="7334" y="5608"/>
                    <a:pt x="6977" y="5060"/>
                  </a:cubicBezTo>
                  <a:lnTo>
                    <a:pt x="4822" y="1810"/>
                  </a:lnTo>
                  <a:cubicBezTo>
                    <a:pt x="4751" y="1691"/>
                    <a:pt x="4715" y="1560"/>
                    <a:pt x="4715" y="1429"/>
                  </a:cubicBezTo>
                  <a:lnTo>
                    <a:pt x="47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44"/>
            <p:cNvSpPr/>
            <p:nvPr/>
          </p:nvSpPr>
          <p:spPr>
            <a:xfrm>
              <a:off x="4315341" y="1481892"/>
              <a:ext cx="81141" cy="25462"/>
            </a:xfrm>
            <a:custGeom>
              <a:avLst/>
              <a:gdLst/>
              <a:ahLst/>
              <a:cxnLst/>
              <a:rect l="l" t="t" r="r" b="b"/>
              <a:pathLst>
                <a:path w="3037" h="953" extrusionOk="0">
                  <a:moveTo>
                    <a:pt x="262" y="0"/>
                  </a:moveTo>
                  <a:cubicBezTo>
                    <a:pt x="119" y="0"/>
                    <a:pt x="0" y="119"/>
                    <a:pt x="0" y="262"/>
                  </a:cubicBezTo>
                  <a:lnTo>
                    <a:pt x="0" y="691"/>
                  </a:lnTo>
                  <a:cubicBezTo>
                    <a:pt x="0" y="834"/>
                    <a:pt x="119" y="953"/>
                    <a:pt x="262" y="953"/>
                  </a:cubicBezTo>
                  <a:lnTo>
                    <a:pt x="2774" y="953"/>
                  </a:lnTo>
                  <a:cubicBezTo>
                    <a:pt x="2917" y="953"/>
                    <a:pt x="3036" y="834"/>
                    <a:pt x="3036" y="691"/>
                  </a:cubicBezTo>
                  <a:lnTo>
                    <a:pt x="3036" y="262"/>
                  </a:lnTo>
                  <a:cubicBezTo>
                    <a:pt x="3036" y="119"/>
                    <a:pt x="2917" y="0"/>
                    <a:pt x="27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44"/>
            <p:cNvSpPr/>
            <p:nvPr/>
          </p:nvSpPr>
          <p:spPr>
            <a:xfrm>
              <a:off x="4258379" y="1574441"/>
              <a:ext cx="194717" cy="90065"/>
            </a:xfrm>
            <a:custGeom>
              <a:avLst/>
              <a:gdLst/>
              <a:ahLst/>
              <a:cxnLst/>
              <a:rect l="l" t="t" r="r" b="b"/>
              <a:pathLst>
                <a:path w="7288" h="3371" extrusionOk="0">
                  <a:moveTo>
                    <a:pt x="1739" y="1"/>
                  </a:moveTo>
                  <a:lnTo>
                    <a:pt x="358" y="2084"/>
                  </a:lnTo>
                  <a:cubicBezTo>
                    <a:pt x="1" y="2632"/>
                    <a:pt x="394" y="3370"/>
                    <a:pt x="1061" y="3370"/>
                  </a:cubicBezTo>
                  <a:lnTo>
                    <a:pt x="6240" y="3370"/>
                  </a:lnTo>
                  <a:cubicBezTo>
                    <a:pt x="6895" y="3370"/>
                    <a:pt x="7288" y="2632"/>
                    <a:pt x="6930" y="2084"/>
                  </a:cubicBezTo>
                  <a:lnTo>
                    <a:pt x="5561" y="1"/>
                  </a:lnTo>
                  <a:cubicBezTo>
                    <a:pt x="5240" y="1"/>
                    <a:pt x="5252" y="156"/>
                    <a:pt x="4930" y="156"/>
                  </a:cubicBezTo>
                  <a:cubicBezTo>
                    <a:pt x="4609" y="156"/>
                    <a:pt x="4609" y="1"/>
                    <a:pt x="4287" y="1"/>
                  </a:cubicBezTo>
                  <a:cubicBezTo>
                    <a:pt x="3966" y="1"/>
                    <a:pt x="3966" y="156"/>
                    <a:pt x="3644" y="156"/>
                  </a:cubicBezTo>
                  <a:cubicBezTo>
                    <a:pt x="3323" y="156"/>
                    <a:pt x="3323" y="1"/>
                    <a:pt x="3001" y="1"/>
                  </a:cubicBezTo>
                  <a:cubicBezTo>
                    <a:pt x="2692" y="1"/>
                    <a:pt x="2680" y="156"/>
                    <a:pt x="2370" y="156"/>
                  </a:cubicBezTo>
                  <a:cubicBezTo>
                    <a:pt x="2049" y="156"/>
                    <a:pt x="2049" y="1"/>
                    <a:pt x="17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44"/>
            <p:cNvSpPr/>
            <p:nvPr/>
          </p:nvSpPr>
          <p:spPr>
            <a:xfrm>
              <a:off x="4075791" y="1391854"/>
              <a:ext cx="187717" cy="12450"/>
            </a:xfrm>
            <a:custGeom>
              <a:avLst/>
              <a:gdLst/>
              <a:ahLst/>
              <a:cxnLst/>
              <a:rect l="l" t="t" r="r" b="b"/>
              <a:pathLst>
                <a:path w="7026" h="466" extrusionOk="0">
                  <a:moveTo>
                    <a:pt x="251" y="1"/>
                  </a:moveTo>
                  <a:cubicBezTo>
                    <a:pt x="132" y="1"/>
                    <a:pt x="36" y="84"/>
                    <a:pt x="13" y="203"/>
                  </a:cubicBezTo>
                  <a:cubicBezTo>
                    <a:pt x="1" y="346"/>
                    <a:pt x="108" y="465"/>
                    <a:pt x="239" y="465"/>
                  </a:cubicBezTo>
                  <a:lnTo>
                    <a:pt x="6775" y="465"/>
                  </a:lnTo>
                  <a:cubicBezTo>
                    <a:pt x="6894" y="465"/>
                    <a:pt x="6990" y="382"/>
                    <a:pt x="7014" y="263"/>
                  </a:cubicBezTo>
                  <a:cubicBezTo>
                    <a:pt x="7025" y="120"/>
                    <a:pt x="6918" y="1"/>
                    <a:pt x="67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44"/>
            <p:cNvSpPr/>
            <p:nvPr/>
          </p:nvSpPr>
          <p:spPr>
            <a:xfrm>
              <a:off x="4075791" y="1433533"/>
              <a:ext cx="187717" cy="12424"/>
            </a:xfrm>
            <a:custGeom>
              <a:avLst/>
              <a:gdLst/>
              <a:ahLst/>
              <a:cxnLst/>
              <a:rect l="l" t="t" r="r" b="b"/>
              <a:pathLst>
                <a:path w="7026" h="465" extrusionOk="0">
                  <a:moveTo>
                    <a:pt x="251" y="0"/>
                  </a:moveTo>
                  <a:cubicBezTo>
                    <a:pt x="132" y="0"/>
                    <a:pt x="36" y="84"/>
                    <a:pt x="13" y="203"/>
                  </a:cubicBezTo>
                  <a:cubicBezTo>
                    <a:pt x="1" y="346"/>
                    <a:pt x="108" y="465"/>
                    <a:pt x="239" y="465"/>
                  </a:cubicBezTo>
                  <a:lnTo>
                    <a:pt x="6775" y="465"/>
                  </a:lnTo>
                  <a:cubicBezTo>
                    <a:pt x="6918" y="465"/>
                    <a:pt x="7025" y="346"/>
                    <a:pt x="7002" y="203"/>
                  </a:cubicBezTo>
                  <a:cubicBezTo>
                    <a:pt x="6990" y="84"/>
                    <a:pt x="6894" y="0"/>
                    <a:pt x="67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44"/>
            <p:cNvSpPr/>
            <p:nvPr/>
          </p:nvSpPr>
          <p:spPr>
            <a:xfrm>
              <a:off x="4075791" y="1476148"/>
              <a:ext cx="100244" cy="12450"/>
            </a:xfrm>
            <a:custGeom>
              <a:avLst/>
              <a:gdLst/>
              <a:ahLst/>
              <a:cxnLst/>
              <a:rect l="l" t="t" r="r" b="b"/>
              <a:pathLst>
                <a:path w="3752" h="466" extrusionOk="0">
                  <a:moveTo>
                    <a:pt x="239" y="1"/>
                  </a:moveTo>
                  <a:cubicBezTo>
                    <a:pt x="108" y="1"/>
                    <a:pt x="1" y="120"/>
                    <a:pt x="13" y="263"/>
                  </a:cubicBezTo>
                  <a:cubicBezTo>
                    <a:pt x="36" y="382"/>
                    <a:pt x="132" y="465"/>
                    <a:pt x="251" y="465"/>
                  </a:cubicBezTo>
                  <a:lnTo>
                    <a:pt x="3501" y="465"/>
                  </a:lnTo>
                  <a:cubicBezTo>
                    <a:pt x="3620" y="465"/>
                    <a:pt x="3727" y="382"/>
                    <a:pt x="3739" y="263"/>
                  </a:cubicBezTo>
                  <a:cubicBezTo>
                    <a:pt x="3751" y="120"/>
                    <a:pt x="3644" y="1"/>
                    <a:pt x="3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44"/>
            <p:cNvSpPr/>
            <p:nvPr/>
          </p:nvSpPr>
          <p:spPr>
            <a:xfrm>
              <a:off x="4034753" y="1339701"/>
              <a:ext cx="426625" cy="331163"/>
            </a:xfrm>
            <a:custGeom>
              <a:avLst/>
              <a:gdLst/>
              <a:ahLst/>
              <a:cxnLst/>
              <a:rect l="l" t="t" r="r" b="b"/>
              <a:pathLst>
                <a:path w="15968" h="12395" extrusionOk="0">
                  <a:moveTo>
                    <a:pt x="13264" y="5572"/>
                  </a:moveTo>
                  <a:cubicBezTo>
                    <a:pt x="13276" y="5572"/>
                    <a:pt x="13288" y="5584"/>
                    <a:pt x="13288" y="5596"/>
                  </a:cubicBezTo>
                  <a:lnTo>
                    <a:pt x="13288" y="6025"/>
                  </a:lnTo>
                  <a:cubicBezTo>
                    <a:pt x="13288" y="6048"/>
                    <a:pt x="13276" y="6060"/>
                    <a:pt x="13264" y="6060"/>
                  </a:cubicBezTo>
                  <a:lnTo>
                    <a:pt x="10752" y="6060"/>
                  </a:lnTo>
                  <a:cubicBezTo>
                    <a:pt x="10728" y="6060"/>
                    <a:pt x="10716" y="6048"/>
                    <a:pt x="10716" y="6025"/>
                  </a:cubicBezTo>
                  <a:lnTo>
                    <a:pt x="10716" y="5596"/>
                  </a:lnTo>
                  <a:cubicBezTo>
                    <a:pt x="10716" y="5584"/>
                    <a:pt x="10728" y="5572"/>
                    <a:pt x="10752" y="5572"/>
                  </a:cubicBezTo>
                  <a:close/>
                  <a:moveTo>
                    <a:pt x="12836" y="6525"/>
                  </a:moveTo>
                  <a:lnTo>
                    <a:pt x="12836" y="7251"/>
                  </a:lnTo>
                  <a:cubicBezTo>
                    <a:pt x="12836" y="7430"/>
                    <a:pt x="12883" y="7596"/>
                    <a:pt x="12979" y="7751"/>
                  </a:cubicBezTo>
                  <a:lnTo>
                    <a:pt x="13574" y="8644"/>
                  </a:lnTo>
                  <a:cubicBezTo>
                    <a:pt x="13503" y="8692"/>
                    <a:pt x="13407" y="8715"/>
                    <a:pt x="13312" y="8715"/>
                  </a:cubicBezTo>
                  <a:cubicBezTo>
                    <a:pt x="13074" y="8715"/>
                    <a:pt x="13038" y="8561"/>
                    <a:pt x="12669" y="8561"/>
                  </a:cubicBezTo>
                  <a:cubicBezTo>
                    <a:pt x="12300" y="8561"/>
                    <a:pt x="12252" y="8715"/>
                    <a:pt x="12026" y="8715"/>
                  </a:cubicBezTo>
                  <a:cubicBezTo>
                    <a:pt x="11788" y="8715"/>
                    <a:pt x="11740" y="8561"/>
                    <a:pt x="11371" y="8561"/>
                  </a:cubicBezTo>
                  <a:cubicBezTo>
                    <a:pt x="11002" y="8561"/>
                    <a:pt x="10966" y="8715"/>
                    <a:pt x="10728" y="8715"/>
                  </a:cubicBezTo>
                  <a:cubicBezTo>
                    <a:pt x="10633" y="8715"/>
                    <a:pt x="10550" y="8692"/>
                    <a:pt x="10466" y="8644"/>
                  </a:cubicBezTo>
                  <a:lnTo>
                    <a:pt x="11062" y="7751"/>
                  </a:lnTo>
                  <a:cubicBezTo>
                    <a:pt x="11157" y="7596"/>
                    <a:pt x="11217" y="7418"/>
                    <a:pt x="11205" y="7239"/>
                  </a:cubicBezTo>
                  <a:lnTo>
                    <a:pt x="11205" y="6525"/>
                  </a:lnTo>
                  <a:close/>
                  <a:moveTo>
                    <a:pt x="7359" y="9430"/>
                  </a:moveTo>
                  <a:cubicBezTo>
                    <a:pt x="7466" y="9989"/>
                    <a:pt x="7645" y="10537"/>
                    <a:pt x="7883" y="11049"/>
                  </a:cubicBezTo>
                  <a:lnTo>
                    <a:pt x="5394" y="11049"/>
                  </a:lnTo>
                  <a:cubicBezTo>
                    <a:pt x="5644" y="10537"/>
                    <a:pt x="5823" y="9989"/>
                    <a:pt x="5918" y="9430"/>
                  </a:cubicBezTo>
                  <a:close/>
                  <a:moveTo>
                    <a:pt x="9407" y="9430"/>
                  </a:moveTo>
                  <a:lnTo>
                    <a:pt x="8526" y="10763"/>
                  </a:lnTo>
                  <a:cubicBezTo>
                    <a:pt x="8478" y="10847"/>
                    <a:pt x="8430" y="10942"/>
                    <a:pt x="8395" y="11049"/>
                  </a:cubicBezTo>
                  <a:cubicBezTo>
                    <a:pt x="8133" y="10537"/>
                    <a:pt x="7942" y="9989"/>
                    <a:pt x="7835" y="9430"/>
                  </a:cubicBezTo>
                  <a:close/>
                  <a:moveTo>
                    <a:pt x="8371" y="11513"/>
                  </a:moveTo>
                  <a:cubicBezTo>
                    <a:pt x="8395" y="11668"/>
                    <a:pt x="8454" y="11811"/>
                    <a:pt x="8550" y="11942"/>
                  </a:cubicBezTo>
                  <a:lnTo>
                    <a:pt x="4132" y="11942"/>
                  </a:lnTo>
                  <a:cubicBezTo>
                    <a:pt x="4013" y="11942"/>
                    <a:pt x="3906" y="11847"/>
                    <a:pt x="3918" y="11728"/>
                  </a:cubicBezTo>
                  <a:cubicBezTo>
                    <a:pt x="3918" y="11609"/>
                    <a:pt x="4013" y="11513"/>
                    <a:pt x="4132" y="11513"/>
                  </a:cubicBezTo>
                  <a:close/>
                  <a:moveTo>
                    <a:pt x="1060" y="0"/>
                  </a:moveTo>
                  <a:cubicBezTo>
                    <a:pt x="477" y="0"/>
                    <a:pt x="1" y="476"/>
                    <a:pt x="1" y="1060"/>
                  </a:cubicBezTo>
                  <a:lnTo>
                    <a:pt x="1" y="8370"/>
                  </a:lnTo>
                  <a:cubicBezTo>
                    <a:pt x="1" y="8954"/>
                    <a:pt x="477" y="9430"/>
                    <a:pt x="1060" y="9430"/>
                  </a:cubicBezTo>
                  <a:lnTo>
                    <a:pt x="5442" y="9430"/>
                  </a:lnTo>
                  <a:cubicBezTo>
                    <a:pt x="5335" y="9989"/>
                    <a:pt x="5144" y="10537"/>
                    <a:pt x="4870" y="11049"/>
                  </a:cubicBezTo>
                  <a:lnTo>
                    <a:pt x="4144" y="11049"/>
                  </a:lnTo>
                  <a:cubicBezTo>
                    <a:pt x="3799" y="11049"/>
                    <a:pt x="3513" y="11287"/>
                    <a:pt x="3466" y="11621"/>
                  </a:cubicBezTo>
                  <a:cubicBezTo>
                    <a:pt x="3394" y="12025"/>
                    <a:pt x="3716" y="12394"/>
                    <a:pt x="4132" y="12394"/>
                  </a:cubicBezTo>
                  <a:lnTo>
                    <a:pt x="14622" y="12394"/>
                  </a:lnTo>
                  <a:cubicBezTo>
                    <a:pt x="15455" y="12394"/>
                    <a:pt x="15967" y="11466"/>
                    <a:pt x="15503" y="10763"/>
                  </a:cubicBezTo>
                  <a:lnTo>
                    <a:pt x="15503" y="10751"/>
                  </a:lnTo>
                  <a:lnTo>
                    <a:pt x="15265" y="10394"/>
                  </a:lnTo>
                  <a:cubicBezTo>
                    <a:pt x="15215" y="10327"/>
                    <a:pt x="15141" y="10290"/>
                    <a:pt x="15065" y="10290"/>
                  </a:cubicBezTo>
                  <a:cubicBezTo>
                    <a:pt x="15032" y="10290"/>
                    <a:pt x="14999" y="10297"/>
                    <a:pt x="14967" y="10311"/>
                  </a:cubicBezTo>
                  <a:cubicBezTo>
                    <a:pt x="14836" y="10370"/>
                    <a:pt x="14788" y="10525"/>
                    <a:pt x="14872" y="10644"/>
                  </a:cubicBezTo>
                  <a:lnTo>
                    <a:pt x="15122" y="11013"/>
                  </a:lnTo>
                  <a:cubicBezTo>
                    <a:pt x="15381" y="11414"/>
                    <a:pt x="15104" y="11942"/>
                    <a:pt x="14637" y="11942"/>
                  </a:cubicBezTo>
                  <a:cubicBezTo>
                    <a:pt x="14632" y="11942"/>
                    <a:pt x="14627" y="11942"/>
                    <a:pt x="14622" y="11942"/>
                  </a:cubicBezTo>
                  <a:lnTo>
                    <a:pt x="9407" y="11942"/>
                  </a:lnTo>
                  <a:cubicBezTo>
                    <a:pt x="9407" y="11942"/>
                    <a:pt x="8645" y="11406"/>
                    <a:pt x="8907" y="11001"/>
                  </a:cubicBezTo>
                  <a:lnTo>
                    <a:pt x="10014" y="9323"/>
                  </a:lnTo>
                  <a:lnTo>
                    <a:pt x="10204" y="9025"/>
                  </a:lnTo>
                  <a:cubicBezTo>
                    <a:pt x="10324" y="9061"/>
                    <a:pt x="10419" y="9168"/>
                    <a:pt x="10728" y="9168"/>
                  </a:cubicBezTo>
                  <a:cubicBezTo>
                    <a:pt x="11086" y="9168"/>
                    <a:pt x="11145" y="9013"/>
                    <a:pt x="11371" y="9013"/>
                  </a:cubicBezTo>
                  <a:cubicBezTo>
                    <a:pt x="11598" y="9013"/>
                    <a:pt x="11645" y="9168"/>
                    <a:pt x="12014" y="9168"/>
                  </a:cubicBezTo>
                  <a:cubicBezTo>
                    <a:pt x="12371" y="9168"/>
                    <a:pt x="12419" y="9013"/>
                    <a:pt x="12657" y="9013"/>
                  </a:cubicBezTo>
                  <a:cubicBezTo>
                    <a:pt x="12883" y="9013"/>
                    <a:pt x="12931" y="9168"/>
                    <a:pt x="13300" y="9168"/>
                  </a:cubicBezTo>
                  <a:cubicBezTo>
                    <a:pt x="13598" y="9168"/>
                    <a:pt x="13705" y="9061"/>
                    <a:pt x="13812" y="9025"/>
                  </a:cubicBezTo>
                  <a:lnTo>
                    <a:pt x="14265" y="9704"/>
                  </a:lnTo>
                  <a:cubicBezTo>
                    <a:pt x="14314" y="9782"/>
                    <a:pt x="14384" y="9815"/>
                    <a:pt x="14452" y="9815"/>
                  </a:cubicBezTo>
                  <a:cubicBezTo>
                    <a:pt x="14610" y="9815"/>
                    <a:pt x="14762" y="9637"/>
                    <a:pt x="14646" y="9454"/>
                  </a:cubicBezTo>
                  <a:lnTo>
                    <a:pt x="13348" y="7489"/>
                  </a:lnTo>
                  <a:cubicBezTo>
                    <a:pt x="13300" y="7406"/>
                    <a:pt x="13276" y="7322"/>
                    <a:pt x="13276" y="7239"/>
                  </a:cubicBezTo>
                  <a:lnTo>
                    <a:pt x="13276" y="6513"/>
                  </a:lnTo>
                  <a:cubicBezTo>
                    <a:pt x="13538" y="6501"/>
                    <a:pt x="13741" y="6287"/>
                    <a:pt x="13741" y="6025"/>
                  </a:cubicBezTo>
                  <a:lnTo>
                    <a:pt x="13741" y="5596"/>
                  </a:lnTo>
                  <a:cubicBezTo>
                    <a:pt x="13741" y="5322"/>
                    <a:pt x="13252" y="5108"/>
                    <a:pt x="13252" y="5108"/>
                  </a:cubicBezTo>
                  <a:lnTo>
                    <a:pt x="10776" y="5108"/>
                  </a:lnTo>
                  <a:cubicBezTo>
                    <a:pt x="10514" y="5108"/>
                    <a:pt x="10288" y="5334"/>
                    <a:pt x="10288" y="5596"/>
                  </a:cubicBezTo>
                  <a:lnTo>
                    <a:pt x="10288" y="6037"/>
                  </a:lnTo>
                  <a:cubicBezTo>
                    <a:pt x="10288" y="6298"/>
                    <a:pt x="10490" y="6513"/>
                    <a:pt x="10752" y="6525"/>
                  </a:cubicBezTo>
                  <a:lnTo>
                    <a:pt x="10752" y="7251"/>
                  </a:lnTo>
                  <a:cubicBezTo>
                    <a:pt x="10752" y="7334"/>
                    <a:pt x="10728" y="7418"/>
                    <a:pt x="10681" y="7501"/>
                  </a:cubicBezTo>
                  <a:lnTo>
                    <a:pt x="9704" y="8965"/>
                  </a:lnTo>
                  <a:lnTo>
                    <a:pt x="1060" y="8965"/>
                  </a:lnTo>
                  <a:cubicBezTo>
                    <a:pt x="739" y="8965"/>
                    <a:pt x="465" y="8704"/>
                    <a:pt x="465" y="8370"/>
                  </a:cubicBezTo>
                  <a:lnTo>
                    <a:pt x="465" y="7775"/>
                  </a:lnTo>
                  <a:lnTo>
                    <a:pt x="9835" y="7775"/>
                  </a:lnTo>
                  <a:cubicBezTo>
                    <a:pt x="9841" y="7776"/>
                    <a:pt x="9848" y="7776"/>
                    <a:pt x="9854" y="7776"/>
                  </a:cubicBezTo>
                  <a:cubicBezTo>
                    <a:pt x="9954" y="7776"/>
                    <a:pt x="10050" y="7685"/>
                    <a:pt x="10062" y="7584"/>
                  </a:cubicBezTo>
                  <a:cubicBezTo>
                    <a:pt x="10085" y="7441"/>
                    <a:pt x="9978" y="7322"/>
                    <a:pt x="9835" y="7322"/>
                  </a:cubicBezTo>
                  <a:lnTo>
                    <a:pt x="465" y="7322"/>
                  </a:lnTo>
                  <a:lnTo>
                    <a:pt x="465" y="1072"/>
                  </a:lnTo>
                  <a:cubicBezTo>
                    <a:pt x="465" y="738"/>
                    <a:pt x="727" y="464"/>
                    <a:pt x="1060" y="464"/>
                  </a:cubicBezTo>
                  <a:lnTo>
                    <a:pt x="12586" y="464"/>
                  </a:lnTo>
                  <a:cubicBezTo>
                    <a:pt x="12717" y="464"/>
                    <a:pt x="12824" y="572"/>
                    <a:pt x="12824" y="703"/>
                  </a:cubicBezTo>
                  <a:lnTo>
                    <a:pt x="12824" y="4346"/>
                  </a:lnTo>
                  <a:cubicBezTo>
                    <a:pt x="12824" y="4370"/>
                    <a:pt x="12836" y="4393"/>
                    <a:pt x="12860" y="4417"/>
                  </a:cubicBezTo>
                  <a:cubicBezTo>
                    <a:pt x="12906" y="4476"/>
                    <a:pt x="12971" y="4502"/>
                    <a:pt x="13037" y="4502"/>
                  </a:cubicBezTo>
                  <a:cubicBezTo>
                    <a:pt x="13158" y="4502"/>
                    <a:pt x="13280" y="4413"/>
                    <a:pt x="13288" y="4274"/>
                  </a:cubicBezTo>
                  <a:lnTo>
                    <a:pt x="13288" y="1060"/>
                  </a:lnTo>
                  <a:cubicBezTo>
                    <a:pt x="13288" y="476"/>
                    <a:pt x="12812" y="0"/>
                    <a:pt x="122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07" name="Google Shape;2007;p44"/>
          <p:cNvGrpSpPr/>
          <p:nvPr/>
        </p:nvGrpSpPr>
        <p:grpSpPr>
          <a:xfrm>
            <a:off x="2671688" y="1990380"/>
            <a:ext cx="445980" cy="355595"/>
            <a:chOff x="2726718" y="1338419"/>
            <a:chExt cx="418957" cy="334049"/>
          </a:xfrm>
        </p:grpSpPr>
        <p:sp>
          <p:nvSpPr>
            <p:cNvPr id="2008" name="Google Shape;2008;p44"/>
            <p:cNvSpPr/>
            <p:nvPr/>
          </p:nvSpPr>
          <p:spPr>
            <a:xfrm>
              <a:off x="2753756" y="1344136"/>
              <a:ext cx="25462" cy="279011"/>
            </a:xfrm>
            <a:custGeom>
              <a:avLst/>
              <a:gdLst/>
              <a:ahLst/>
              <a:cxnLst/>
              <a:rect l="l" t="t" r="r" b="b"/>
              <a:pathLst>
                <a:path w="953" h="10443" extrusionOk="0">
                  <a:moveTo>
                    <a:pt x="298" y="1"/>
                  </a:moveTo>
                  <a:cubicBezTo>
                    <a:pt x="131" y="1"/>
                    <a:pt x="0" y="132"/>
                    <a:pt x="0" y="298"/>
                  </a:cubicBezTo>
                  <a:lnTo>
                    <a:pt x="0" y="10443"/>
                  </a:lnTo>
                  <a:lnTo>
                    <a:pt x="953" y="10443"/>
                  </a:lnTo>
                  <a:lnTo>
                    <a:pt x="953" y="298"/>
                  </a:lnTo>
                  <a:cubicBezTo>
                    <a:pt x="953" y="132"/>
                    <a:pt x="822" y="1"/>
                    <a:pt x="6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44"/>
            <p:cNvSpPr/>
            <p:nvPr/>
          </p:nvSpPr>
          <p:spPr>
            <a:xfrm>
              <a:off x="3094137" y="1344136"/>
              <a:ext cx="25462" cy="279011"/>
            </a:xfrm>
            <a:custGeom>
              <a:avLst/>
              <a:gdLst/>
              <a:ahLst/>
              <a:cxnLst/>
              <a:rect l="l" t="t" r="r" b="b"/>
              <a:pathLst>
                <a:path w="953" h="10443" extrusionOk="0">
                  <a:moveTo>
                    <a:pt x="298" y="1"/>
                  </a:moveTo>
                  <a:cubicBezTo>
                    <a:pt x="131" y="1"/>
                    <a:pt x="0" y="132"/>
                    <a:pt x="0" y="298"/>
                  </a:cubicBezTo>
                  <a:lnTo>
                    <a:pt x="0" y="10443"/>
                  </a:lnTo>
                  <a:lnTo>
                    <a:pt x="953" y="10443"/>
                  </a:lnTo>
                  <a:lnTo>
                    <a:pt x="953" y="298"/>
                  </a:lnTo>
                  <a:cubicBezTo>
                    <a:pt x="953" y="132"/>
                    <a:pt x="822" y="1"/>
                    <a:pt x="6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44"/>
            <p:cNvSpPr/>
            <p:nvPr/>
          </p:nvSpPr>
          <p:spPr>
            <a:xfrm>
              <a:off x="2733397" y="1618979"/>
              <a:ext cx="406560" cy="46488"/>
            </a:xfrm>
            <a:custGeom>
              <a:avLst/>
              <a:gdLst/>
              <a:ahLst/>
              <a:cxnLst/>
              <a:rect l="l" t="t" r="r" b="b"/>
              <a:pathLst>
                <a:path w="15217" h="1740" extrusionOk="0">
                  <a:moveTo>
                    <a:pt x="381" y="1"/>
                  </a:moveTo>
                  <a:cubicBezTo>
                    <a:pt x="167" y="1"/>
                    <a:pt x="0" y="167"/>
                    <a:pt x="0" y="382"/>
                  </a:cubicBezTo>
                  <a:lnTo>
                    <a:pt x="0" y="1358"/>
                  </a:lnTo>
                  <a:cubicBezTo>
                    <a:pt x="0" y="1566"/>
                    <a:pt x="157" y="1740"/>
                    <a:pt x="361" y="1740"/>
                  </a:cubicBezTo>
                  <a:cubicBezTo>
                    <a:pt x="368" y="1740"/>
                    <a:pt x="375" y="1739"/>
                    <a:pt x="381" y="1739"/>
                  </a:cubicBezTo>
                  <a:lnTo>
                    <a:pt x="14836" y="1739"/>
                  </a:lnTo>
                  <a:cubicBezTo>
                    <a:pt x="15038" y="1739"/>
                    <a:pt x="15217" y="1572"/>
                    <a:pt x="15217" y="1358"/>
                  </a:cubicBezTo>
                  <a:lnTo>
                    <a:pt x="15217" y="394"/>
                  </a:lnTo>
                  <a:cubicBezTo>
                    <a:pt x="15217" y="179"/>
                    <a:pt x="15050" y="1"/>
                    <a:pt x="148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44"/>
            <p:cNvSpPr/>
            <p:nvPr/>
          </p:nvSpPr>
          <p:spPr>
            <a:xfrm>
              <a:off x="2818332" y="1391533"/>
              <a:ext cx="41706" cy="198778"/>
            </a:xfrm>
            <a:custGeom>
              <a:avLst/>
              <a:gdLst/>
              <a:ahLst/>
              <a:cxnLst/>
              <a:rect l="l" t="t" r="r" b="b"/>
              <a:pathLst>
                <a:path w="1561" h="7440" extrusionOk="0">
                  <a:moveTo>
                    <a:pt x="0" y="1"/>
                  </a:moveTo>
                  <a:lnTo>
                    <a:pt x="0" y="6644"/>
                  </a:lnTo>
                  <a:cubicBezTo>
                    <a:pt x="12" y="7025"/>
                    <a:pt x="274" y="7347"/>
                    <a:pt x="643" y="7430"/>
                  </a:cubicBezTo>
                  <a:cubicBezTo>
                    <a:pt x="684" y="7436"/>
                    <a:pt x="725" y="7439"/>
                    <a:pt x="765" y="7439"/>
                  </a:cubicBezTo>
                  <a:cubicBezTo>
                    <a:pt x="1192" y="7439"/>
                    <a:pt x="1560" y="7103"/>
                    <a:pt x="1560" y="6656"/>
                  </a:cubicBezTo>
                  <a:lnTo>
                    <a:pt x="15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44"/>
            <p:cNvSpPr/>
            <p:nvPr/>
          </p:nvSpPr>
          <p:spPr>
            <a:xfrm>
              <a:off x="2915664" y="1391533"/>
              <a:ext cx="41706" cy="198778"/>
            </a:xfrm>
            <a:custGeom>
              <a:avLst/>
              <a:gdLst/>
              <a:ahLst/>
              <a:cxnLst/>
              <a:rect l="l" t="t" r="r" b="b"/>
              <a:pathLst>
                <a:path w="1561" h="7440" extrusionOk="0">
                  <a:moveTo>
                    <a:pt x="1" y="1"/>
                  </a:moveTo>
                  <a:lnTo>
                    <a:pt x="1" y="6644"/>
                  </a:lnTo>
                  <a:cubicBezTo>
                    <a:pt x="13" y="7025"/>
                    <a:pt x="274" y="7347"/>
                    <a:pt x="655" y="7430"/>
                  </a:cubicBezTo>
                  <a:cubicBezTo>
                    <a:pt x="695" y="7436"/>
                    <a:pt x="735" y="7439"/>
                    <a:pt x="774" y="7439"/>
                  </a:cubicBezTo>
                  <a:cubicBezTo>
                    <a:pt x="1192" y="7439"/>
                    <a:pt x="1560" y="7103"/>
                    <a:pt x="1560" y="6656"/>
                  </a:cubicBezTo>
                  <a:lnTo>
                    <a:pt x="15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44"/>
            <p:cNvSpPr/>
            <p:nvPr/>
          </p:nvSpPr>
          <p:spPr>
            <a:xfrm>
              <a:off x="3012996" y="1391533"/>
              <a:ext cx="41706" cy="198778"/>
            </a:xfrm>
            <a:custGeom>
              <a:avLst/>
              <a:gdLst/>
              <a:ahLst/>
              <a:cxnLst/>
              <a:rect l="l" t="t" r="r" b="b"/>
              <a:pathLst>
                <a:path w="1561" h="7440" extrusionOk="0">
                  <a:moveTo>
                    <a:pt x="1" y="1"/>
                  </a:moveTo>
                  <a:lnTo>
                    <a:pt x="1" y="6644"/>
                  </a:lnTo>
                  <a:cubicBezTo>
                    <a:pt x="13" y="7025"/>
                    <a:pt x="287" y="7347"/>
                    <a:pt x="656" y="7430"/>
                  </a:cubicBezTo>
                  <a:cubicBezTo>
                    <a:pt x="697" y="7436"/>
                    <a:pt x="737" y="7439"/>
                    <a:pt x="777" y="7439"/>
                  </a:cubicBezTo>
                  <a:cubicBezTo>
                    <a:pt x="1203" y="7439"/>
                    <a:pt x="1561" y="7103"/>
                    <a:pt x="1561" y="6656"/>
                  </a:cubicBezTo>
                  <a:lnTo>
                    <a:pt x="156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44"/>
            <p:cNvSpPr/>
            <p:nvPr/>
          </p:nvSpPr>
          <p:spPr>
            <a:xfrm>
              <a:off x="2818332" y="1500327"/>
              <a:ext cx="41706" cy="89664"/>
            </a:xfrm>
            <a:custGeom>
              <a:avLst/>
              <a:gdLst/>
              <a:ahLst/>
              <a:cxnLst/>
              <a:rect l="l" t="t" r="r" b="b"/>
              <a:pathLst>
                <a:path w="1561" h="3356" extrusionOk="0">
                  <a:moveTo>
                    <a:pt x="0" y="1"/>
                  </a:moveTo>
                  <a:lnTo>
                    <a:pt x="0" y="2561"/>
                  </a:lnTo>
                  <a:cubicBezTo>
                    <a:pt x="12" y="2942"/>
                    <a:pt x="274" y="3263"/>
                    <a:pt x="643" y="3346"/>
                  </a:cubicBezTo>
                  <a:cubicBezTo>
                    <a:pt x="684" y="3353"/>
                    <a:pt x="725" y="3356"/>
                    <a:pt x="765" y="3356"/>
                  </a:cubicBezTo>
                  <a:cubicBezTo>
                    <a:pt x="1192" y="3356"/>
                    <a:pt x="1560" y="3019"/>
                    <a:pt x="1560" y="2572"/>
                  </a:cubicBezTo>
                  <a:lnTo>
                    <a:pt x="156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44"/>
            <p:cNvSpPr/>
            <p:nvPr/>
          </p:nvSpPr>
          <p:spPr>
            <a:xfrm>
              <a:off x="2915664" y="1500327"/>
              <a:ext cx="41706" cy="89664"/>
            </a:xfrm>
            <a:custGeom>
              <a:avLst/>
              <a:gdLst/>
              <a:ahLst/>
              <a:cxnLst/>
              <a:rect l="l" t="t" r="r" b="b"/>
              <a:pathLst>
                <a:path w="1561" h="3356" extrusionOk="0">
                  <a:moveTo>
                    <a:pt x="1" y="1"/>
                  </a:moveTo>
                  <a:lnTo>
                    <a:pt x="1" y="2561"/>
                  </a:lnTo>
                  <a:cubicBezTo>
                    <a:pt x="13" y="2942"/>
                    <a:pt x="274" y="3263"/>
                    <a:pt x="655" y="3346"/>
                  </a:cubicBezTo>
                  <a:cubicBezTo>
                    <a:pt x="695" y="3353"/>
                    <a:pt x="735" y="3356"/>
                    <a:pt x="774" y="3356"/>
                  </a:cubicBezTo>
                  <a:cubicBezTo>
                    <a:pt x="1192" y="3356"/>
                    <a:pt x="1560" y="3019"/>
                    <a:pt x="1560" y="2572"/>
                  </a:cubicBezTo>
                  <a:lnTo>
                    <a:pt x="156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44"/>
            <p:cNvSpPr/>
            <p:nvPr/>
          </p:nvSpPr>
          <p:spPr>
            <a:xfrm>
              <a:off x="3012996" y="1500327"/>
              <a:ext cx="41706" cy="89664"/>
            </a:xfrm>
            <a:custGeom>
              <a:avLst/>
              <a:gdLst/>
              <a:ahLst/>
              <a:cxnLst/>
              <a:rect l="l" t="t" r="r" b="b"/>
              <a:pathLst>
                <a:path w="1561" h="3356" extrusionOk="0">
                  <a:moveTo>
                    <a:pt x="1" y="1"/>
                  </a:moveTo>
                  <a:lnTo>
                    <a:pt x="1" y="2561"/>
                  </a:lnTo>
                  <a:cubicBezTo>
                    <a:pt x="13" y="2942"/>
                    <a:pt x="287" y="3263"/>
                    <a:pt x="656" y="3346"/>
                  </a:cubicBezTo>
                  <a:cubicBezTo>
                    <a:pt x="697" y="3353"/>
                    <a:pt x="737" y="3356"/>
                    <a:pt x="777" y="3356"/>
                  </a:cubicBezTo>
                  <a:cubicBezTo>
                    <a:pt x="1203" y="3356"/>
                    <a:pt x="1561" y="3019"/>
                    <a:pt x="1561" y="2572"/>
                  </a:cubicBezTo>
                  <a:lnTo>
                    <a:pt x="156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44"/>
            <p:cNvSpPr/>
            <p:nvPr/>
          </p:nvSpPr>
          <p:spPr>
            <a:xfrm>
              <a:off x="2733397" y="1435751"/>
              <a:ext cx="406560" cy="29309"/>
            </a:xfrm>
            <a:custGeom>
              <a:avLst/>
              <a:gdLst/>
              <a:ahLst/>
              <a:cxnLst/>
              <a:rect l="l" t="t" r="r" b="b"/>
              <a:pathLst>
                <a:path w="15217" h="1097" extrusionOk="0">
                  <a:moveTo>
                    <a:pt x="358" y="1"/>
                  </a:moveTo>
                  <a:cubicBezTo>
                    <a:pt x="155" y="1"/>
                    <a:pt x="0" y="167"/>
                    <a:pt x="0" y="370"/>
                  </a:cubicBezTo>
                  <a:lnTo>
                    <a:pt x="0" y="739"/>
                  </a:lnTo>
                  <a:cubicBezTo>
                    <a:pt x="0" y="941"/>
                    <a:pt x="155" y="1096"/>
                    <a:pt x="358" y="1096"/>
                  </a:cubicBezTo>
                  <a:lnTo>
                    <a:pt x="14859" y="1096"/>
                  </a:lnTo>
                  <a:cubicBezTo>
                    <a:pt x="15062" y="1096"/>
                    <a:pt x="15217" y="941"/>
                    <a:pt x="15217" y="739"/>
                  </a:cubicBezTo>
                  <a:lnTo>
                    <a:pt x="15217" y="370"/>
                  </a:lnTo>
                  <a:cubicBezTo>
                    <a:pt x="15217" y="167"/>
                    <a:pt x="15062" y="1"/>
                    <a:pt x="148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44"/>
            <p:cNvSpPr/>
            <p:nvPr/>
          </p:nvSpPr>
          <p:spPr>
            <a:xfrm>
              <a:off x="3088393" y="1435751"/>
              <a:ext cx="51565" cy="29309"/>
            </a:xfrm>
            <a:custGeom>
              <a:avLst/>
              <a:gdLst/>
              <a:ahLst/>
              <a:cxnLst/>
              <a:rect l="l" t="t" r="r" b="b"/>
              <a:pathLst>
                <a:path w="1930" h="1097" extrusionOk="0">
                  <a:moveTo>
                    <a:pt x="1" y="1"/>
                  </a:moveTo>
                  <a:lnTo>
                    <a:pt x="1" y="1096"/>
                  </a:lnTo>
                  <a:lnTo>
                    <a:pt x="1572" y="1096"/>
                  </a:lnTo>
                  <a:cubicBezTo>
                    <a:pt x="1775" y="1096"/>
                    <a:pt x="1930" y="941"/>
                    <a:pt x="1930" y="739"/>
                  </a:cubicBezTo>
                  <a:lnTo>
                    <a:pt x="1930" y="370"/>
                  </a:lnTo>
                  <a:cubicBezTo>
                    <a:pt x="1930" y="167"/>
                    <a:pt x="1775" y="1"/>
                    <a:pt x="15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44"/>
            <p:cNvSpPr/>
            <p:nvPr/>
          </p:nvSpPr>
          <p:spPr>
            <a:xfrm>
              <a:off x="2897844" y="1375262"/>
              <a:ext cx="77027" cy="24607"/>
            </a:xfrm>
            <a:custGeom>
              <a:avLst/>
              <a:gdLst/>
              <a:ahLst/>
              <a:cxnLst/>
              <a:rect l="l" t="t" r="r" b="b"/>
              <a:pathLst>
                <a:path w="2883" h="921" extrusionOk="0">
                  <a:moveTo>
                    <a:pt x="599" y="1"/>
                  </a:moveTo>
                  <a:cubicBezTo>
                    <a:pt x="0" y="1"/>
                    <a:pt x="4" y="920"/>
                    <a:pt x="610" y="920"/>
                  </a:cubicBezTo>
                  <a:cubicBezTo>
                    <a:pt x="621" y="920"/>
                    <a:pt x="632" y="920"/>
                    <a:pt x="644" y="919"/>
                  </a:cubicBezTo>
                  <a:lnTo>
                    <a:pt x="2251" y="919"/>
                  </a:lnTo>
                  <a:cubicBezTo>
                    <a:pt x="2262" y="920"/>
                    <a:pt x="2274" y="920"/>
                    <a:pt x="2284" y="920"/>
                  </a:cubicBezTo>
                  <a:cubicBezTo>
                    <a:pt x="2879" y="920"/>
                    <a:pt x="2883" y="1"/>
                    <a:pt x="2295" y="1"/>
                  </a:cubicBezTo>
                  <a:cubicBezTo>
                    <a:pt x="2281" y="1"/>
                    <a:pt x="2266" y="1"/>
                    <a:pt x="2251" y="3"/>
                  </a:cubicBezTo>
                  <a:lnTo>
                    <a:pt x="644" y="3"/>
                  </a:lnTo>
                  <a:cubicBezTo>
                    <a:pt x="629" y="1"/>
                    <a:pt x="614" y="1"/>
                    <a:pt x="5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44"/>
            <p:cNvSpPr/>
            <p:nvPr/>
          </p:nvSpPr>
          <p:spPr>
            <a:xfrm>
              <a:off x="2995496" y="1375262"/>
              <a:ext cx="77053" cy="24607"/>
            </a:xfrm>
            <a:custGeom>
              <a:avLst/>
              <a:gdLst/>
              <a:ahLst/>
              <a:cxnLst/>
              <a:rect l="l" t="t" r="r" b="b"/>
              <a:pathLst>
                <a:path w="2884" h="921" extrusionOk="0">
                  <a:moveTo>
                    <a:pt x="588" y="1"/>
                  </a:moveTo>
                  <a:cubicBezTo>
                    <a:pt x="0" y="1"/>
                    <a:pt x="4" y="920"/>
                    <a:pt x="599" y="920"/>
                  </a:cubicBezTo>
                  <a:cubicBezTo>
                    <a:pt x="610" y="920"/>
                    <a:pt x="621" y="920"/>
                    <a:pt x="632" y="919"/>
                  </a:cubicBezTo>
                  <a:lnTo>
                    <a:pt x="2251" y="919"/>
                  </a:lnTo>
                  <a:cubicBezTo>
                    <a:pt x="2263" y="920"/>
                    <a:pt x="2274" y="920"/>
                    <a:pt x="2285" y="920"/>
                  </a:cubicBezTo>
                  <a:cubicBezTo>
                    <a:pt x="2880" y="920"/>
                    <a:pt x="2883" y="1"/>
                    <a:pt x="2295" y="1"/>
                  </a:cubicBezTo>
                  <a:cubicBezTo>
                    <a:pt x="2281" y="1"/>
                    <a:pt x="2266" y="1"/>
                    <a:pt x="2251" y="3"/>
                  </a:cubicBezTo>
                  <a:lnTo>
                    <a:pt x="632" y="3"/>
                  </a:lnTo>
                  <a:cubicBezTo>
                    <a:pt x="617" y="1"/>
                    <a:pt x="603" y="1"/>
                    <a:pt x="5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44"/>
            <p:cNvSpPr/>
            <p:nvPr/>
          </p:nvSpPr>
          <p:spPr>
            <a:xfrm>
              <a:off x="2800485" y="1375262"/>
              <a:ext cx="77053" cy="24607"/>
            </a:xfrm>
            <a:custGeom>
              <a:avLst/>
              <a:gdLst/>
              <a:ahLst/>
              <a:cxnLst/>
              <a:rect l="l" t="t" r="r" b="b"/>
              <a:pathLst>
                <a:path w="2884" h="921" extrusionOk="0">
                  <a:moveTo>
                    <a:pt x="589" y="1"/>
                  </a:moveTo>
                  <a:cubicBezTo>
                    <a:pt x="1" y="1"/>
                    <a:pt x="4" y="920"/>
                    <a:pt x="599" y="920"/>
                  </a:cubicBezTo>
                  <a:cubicBezTo>
                    <a:pt x="610" y="920"/>
                    <a:pt x="621" y="920"/>
                    <a:pt x="633" y="919"/>
                  </a:cubicBezTo>
                  <a:lnTo>
                    <a:pt x="2252" y="919"/>
                  </a:lnTo>
                  <a:cubicBezTo>
                    <a:pt x="2263" y="920"/>
                    <a:pt x="2274" y="920"/>
                    <a:pt x="2285" y="920"/>
                  </a:cubicBezTo>
                  <a:cubicBezTo>
                    <a:pt x="2880" y="920"/>
                    <a:pt x="2884" y="1"/>
                    <a:pt x="2296" y="1"/>
                  </a:cubicBezTo>
                  <a:cubicBezTo>
                    <a:pt x="2281" y="1"/>
                    <a:pt x="2267" y="1"/>
                    <a:pt x="2252" y="3"/>
                  </a:cubicBezTo>
                  <a:lnTo>
                    <a:pt x="633" y="3"/>
                  </a:lnTo>
                  <a:cubicBezTo>
                    <a:pt x="618" y="1"/>
                    <a:pt x="603" y="1"/>
                    <a:pt x="5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44"/>
            <p:cNvSpPr/>
            <p:nvPr/>
          </p:nvSpPr>
          <p:spPr>
            <a:xfrm>
              <a:off x="2726718" y="1338419"/>
              <a:ext cx="418957" cy="334049"/>
            </a:xfrm>
            <a:custGeom>
              <a:avLst/>
              <a:gdLst/>
              <a:ahLst/>
              <a:cxnLst/>
              <a:rect l="l" t="t" r="r" b="b"/>
              <a:pathLst>
                <a:path w="15681" h="12503" extrusionOk="0">
                  <a:moveTo>
                    <a:pt x="5035" y="1619"/>
                  </a:moveTo>
                  <a:cubicBezTo>
                    <a:pt x="5339" y="1619"/>
                    <a:pt x="5339" y="2085"/>
                    <a:pt x="5035" y="2085"/>
                  </a:cubicBezTo>
                  <a:cubicBezTo>
                    <a:pt x="5028" y="2085"/>
                    <a:pt x="5020" y="2085"/>
                    <a:pt x="5013" y="2084"/>
                  </a:cubicBezTo>
                  <a:lnTo>
                    <a:pt x="3382" y="2084"/>
                  </a:lnTo>
                  <a:cubicBezTo>
                    <a:pt x="3215" y="2084"/>
                    <a:pt x="3108" y="1929"/>
                    <a:pt x="3155" y="1775"/>
                  </a:cubicBezTo>
                  <a:cubicBezTo>
                    <a:pt x="3191" y="1679"/>
                    <a:pt x="3275" y="1620"/>
                    <a:pt x="3382" y="1620"/>
                  </a:cubicBezTo>
                  <a:lnTo>
                    <a:pt x="5013" y="1620"/>
                  </a:lnTo>
                  <a:cubicBezTo>
                    <a:pt x="5020" y="1619"/>
                    <a:pt x="5028" y="1619"/>
                    <a:pt x="5035" y="1619"/>
                  </a:cubicBezTo>
                  <a:close/>
                  <a:moveTo>
                    <a:pt x="8690" y="1619"/>
                  </a:moveTo>
                  <a:cubicBezTo>
                    <a:pt x="8994" y="1619"/>
                    <a:pt x="8994" y="2085"/>
                    <a:pt x="8690" y="2085"/>
                  </a:cubicBezTo>
                  <a:cubicBezTo>
                    <a:pt x="8683" y="2085"/>
                    <a:pt x="8676" y="2085"/>
                    <a:pt x="8668" y="2084"/>
                  </a:cubicBezTo>
                  <a:lnTo>
                    <a:pt x="7025" y="2084"/>
                  </a:lnTo>
                  <a:cubicBezTo>
                    <a:pt x="6870" y="2084"/>
                    <a:pt x="6751" y="1929"/>
                    <a:pt x="6811" y="1775"/>
                  </a:cubicBezTo>
                  <a:cubicBezTo>
                    <a:pt x="6835" y="1679"/>
                    <a:pt x="6930" y="1620"/>
                    <a:pt x="7025" y="1620"/>
                  </a:cubicBezTo>
                  <a:lnTo>
                    <a:pt x="8668" y="1620"/>
                  </a:lnTo>
                  <a:cubicBezTo>
                    <a:pt x="8676" y="1619"/>
                    <a:pt x="8683" y="1619"/>
                    <a:pt x="8690" y="1619"/>
                  </a:cubicBezTo>
                  <a:close/>
                  <a:moveTo>
                    <a:pt x="12334" y="1619"/>
                  </a:moveTo>
                  <a:cubicBezTo>
                    <a:pt x="12637" y="1619"/>
                    <a:pt x="12637" y="2085"/>
                    <a:pt x="12334" y="2085"/>
                  </a:cubicBezTo>
                  <a:cubicBezTo>
                    <a:pt x="12326" y="2085"/>
                    <a:pt x="12319" y="2085"/>
                    <a:pt x="12311" y="2084"/>
                  </a:cubicBezTo>
                  <a:lnTo>
                    <a:pt x="10680" y="2084"/>
                  </a:lnTo>
                  <a:cubicBezTo>
                    <a:pt x="10514" y="2084"/>
                    <a:pt x="10406" y="1929"/>
                    <a:pt x="10454" y="1775"/>
                  </a:cubicBezTo>
                  <a:cubicBezTo>
                    <a:pt x="10490" y="1679"/>
                    <a:pt x="10573" y="1620"/>
                    <a:pt x="10680" y="1620"/>
                  </a:cubicBezTo>
                  <a:lnTo>
                    <a:pt x="12311" y="1620"/>
                  </a:lnTo>
                  <a:cubicBezTo>
                    <a:pt x="12319" y="1619"/>
                    <a:pt x="12326" y="1619"/>
                    <a:pt x="12334" y="1619"/>
                  </a:cubicBezTo>
                  <a:close/>
                  <a:moveTo>
                    <a:pt x="14395" y="453"/>
                  </a:moveTo>
                  <a:cubicBezTo>
                    <a:pt x="14431" y="453"/>
                    <a:pt x="14455" y="489"/>
                    <a:pt x="14455" y="524"/>
                  </a:cubicBezTo>
                  <a:lnTo>
                    <a:pt x="14455" y="3394"/>
                  </a:lnTo>
                  <a:lnTo>
                    <a:pt x="13966" y="3394"/>
                  </a:lnTo>
                  <a:lnTo>
                    <a:pt x="13966" y="524"/>
                  </a:lnTo>
                  <a:cubicBezTo>
                    <a:pt x="13966" y="489"/>
                    <a:pt x="13990" y="453"/>
                    <a:pt x="14026" y="453"/>
                  </a:cubicBezTo>
                  <a:close/>
                  <a:moveTo>
                    <a:pt x="4751" y="2513"/>
                  </a:moveTo>
                  <a:lnTo>
                    <a:pt x="4751" y="3406"/>
                  </a:lnTo>
                  <a:lnTo>
                    <a:pt x="3644" y="3406"/>
                  </a:lnTo>
                  <a:lnTo>
                    <a:pt x="3644" y="2513"/>
                  </a:lnTo>
                  <a:close/>
                  <a:moveTo>
                    <a:pt x="8394" y="2513"/>
                  </a:moveTo>
                  <a:lnTo>
                    <a:pt x="8394" y="3406"/>
                  </a:lnTo>
                  <a:lnTo>
                    <a:pt x="7287" y="3406"/>
                  </a:lnTo>
                  <a:lnTo>
                    <a:pt x="7287" y="2513"/>
                  </a:lnTo>
                  <a:close/>
                  <a:moveTo>
                    <a:pt x="12038" y="2513"/>
                  </a:moveTo>
                  <a:lnTo>
                    <a:pt x="12038" y="3406"/>
                  </a:lnTo>
                  <a:lnTo>
                    <a:pt x="10942" y="3406"/>
                  </a:lnTo>
                  <a:lnTo>
                    <a:pt x="10942" y="2513"/>
                  </a:lnTo>
                  <a:close/>
                  <a:moveTo>
                    <a:pt x="15086" y="3858"/>
                  </a:moveTo>
                  <a:cubicBezTo>
                    <a:pt x="15157" y="3858"/>
                    <a:pt x="15217" y="3918"/>
                    <a:pt x="15217" y="3989"/>
                  </a:cubicBezTo>
                  <a:lnTo>
                    <a:pt x="15217" y="4358"/>
                  </a:lnTo>
                  <a:cubicBezTo>
                    <a:pt x="15217" y="4441"/>
                    <a:pt x="15157" y="4501"/>
                    <a:pt x="15086" y="4501"/>
                  </a:cubicBezTo>
                  <a:lnTo>
                    <a:pt x="596" y="4501"/>
                  </a:lnTo>
                  <a:cubicBezTo>
                    <a:pt x="524" y="4501"/>
                    <a:pt x="465" y="4441"/>
                    <a:pt x="465" y="4358"/>
                  </a:cubicBezTo>
                  <a:lnTo>
                    <a:pt x="465" y="3989"/>
                  </a:lnTo>
                  <a:cubicBezTo>
                    <a:pt x="465" y="3918"/>
                    <a:pt x="524" y="3858"/>
                    <a:pt x="596" y="3858"/>
                  </a:cubicBezTo>
                  <a:close/>
                  <a:moveTo>
                    <a:pt x="4751" y="4953"/>
                  </a:moveTo>
                  <a:lnTo>
                    <a:pt x="4751" y="5846"/>
                  </a:lnTo>
                  <a:lnTo>
                    <a:pt x="3644" y="5846"/>
                  </a:lnTo>
                  <a:lnTo>
                    <a:pt x="3644" y="4953"/>
                  </a:lnTo>
                  <a:close/>
                  <a:moveTo>
                    <a:pt x="8394" y="4953"/>
                  </a:moveTo>
                  <a:lnTo>
                    <a:pt x="8394" y="5846"/>
                  </a:lnTo>
                  <a:lnTo>
                    <a:pt x="7287" y="5846"/>
                  </a:lnTo>
                  <a:lnTo>
                    <a:pt x="7287" y="4953"/>
                  </a:lnTo>
                  <a:close/>
                  <a:moveTo>
                    <a:pt x="12038" y="4953"/>
                  </a:moveTo>
                  <a:lnTo>
                    <a:pt x="12038" y="5846"/>
                  </a:lnTo>
                  <a:lnTo>
                    <a:pt x="10930" y="5846"/>
                  </a:lnTo>
                  <a:lnTo>
                    <a:pt x="10930" y="4953"/>
                  </a:lnTo>
                  <a:close/>
                  <a:moveTo>
                    <a:pt x="4751" y="6311"/>
                  </a:moveTo>
                  <a:lnTo>
                    <a:pt x="4751" y="8644"/>
                  </a:lnTo>
                  <a:cubicBezTo>
                    <a:pt x="4757" y="9016"/>
                    <a:pt x="4479" y="9204"/>
                    <a:pt x="4200" y="9204"/>
                  </a:cubicBezTo>
                  <a:cubicBezTo>
                    <a:pt x="3925" y="9204"/>
                    <a:pt x="3650" y="9022"/>
                    <a:pt x="3644" y="8656"/>
                  </a:cubicBezTo>
                  <a:lnTo>
                    <a:pt x="3644" y="6311"/>
                  </a:lnTo>
                  <a:close/>
                  <a:moveTo>
                    <a:pt x="8394" y="6311"/>
                  </a:moveTo>
                  <a:lnTo>
                    <a:pt x="8394" y="8644"/>
                  </a:lnTo>
                  <a:cubicBezTo>
                    <a:pt x="8418" y="9030"/>
                    <a:pt x="8129" y="9226"/>
                    <a:pt x="7840" y="9226"/>
                  </a:cubicBezTo>
                  <a:cubicBezTo>
                    <a:pt x="7557" y="9226"/>
                    <a:pt x="7275" y="9039"/>
                    <a:pt x="7287" y="8656"/>
                  </a:cubicBezTo>
                  <a:lnTo>
                    <a:pt x="7287" y="6311"/>
                  </a:lnTo>
                  <a:close/>
                  <a:moveTo>
                    <a:pt x="13514" y="4953"/>
                  </a:moveTo>
                  <a:lnTo>
                    <a:pt x="13514" y="10252"/>
                  </a:lnTo>
                  <a:lnTo>
                    <a:pt x="2179" y="10252"/>
                  </a:lnTo>
                  <a:lnTo>
                    <a:pt x="2179" y="4953"/>
                  </a:lnTo>
                  <a:lnTo>
                    <a:pt x="3179" y="4953"/>
                  </a:lnTo>
                  <a:lnTo>
                    <a:pt x="3179" y="8632"/>
                  </a:lnTo>
                  <a:cubicBezTo>
                    <a:pt x="3179" y="9192"/>
                    <a:pt x="3632" y="9645"/>
                    <a:pt x="4191" y="9645"/>
                  </a:cubicBezTo>
                  <a:lnTo>
                    <a:pt x="4203" y="9645"/>
                  </a:lnTo>
                  <a:cubicBezTo>
                    <a:pt x="4763" y="9645"/>
                    <a:pt x="5215" y="9192"/>
                    <a:pt x="5215" y="8644"/>
                  </a:cubicBezTo>
                  <a:lnTo>
                    <a:pt x="5215" y="4953"/>
                  </a:lnTo>
                  <a:lnTo>
                    <a:pt x="6835" y="4953"/>
                  </a:lnTo>
                  <a:lnTo>
                    <a:pt x="6835" y="8621"/>
                  </a:lnTo>
                  <a:cubicBezTo>
                    <a:pt x="6846" y="9121"/>
                    <a:pt x="7204" y="9537"/>
                    <a:pt x="7692" y="9633"/>
                  </a:cubicBezTo>
                  <a:cubicBezTo>
                    <a:pt x="7744" y="9641"/>
                    <a:pt x="7796" y="9645"/>
                    <a:pt x="7847" y="9645"/>
                  </a:cubicBezTo>
                  <a:cubicBezTo>
                    <a:pt x="8391" y="9645"/>
                    <a:pt x="8859" y="9198"/>
                    <a:pt x="8859" y="8632"/>
                  </a:cubicBezTo>
                  <a:lnTo>
                    <a:pt x="8859" y="4953"/>
                  </a:lnTo>
                  <a:lnTo>
                    <a:pt x="10478" y="4953"/>
                  </a:lnTo>
                  <a:lnTo>
                    <a:pt x="10478" y="8621"/>
                  </a:lnTo>
                  <a:cubicBezTo>
                    <a:pt x="10490" y="9121"/>
                    <a:pt x="10847" y="9537"/>
                    <a:pt x="11335" y="9633"/>
                  </a:cubicBezTo>
                  <a:cubicBezTo>
                    <a:pt x="11388" y="9641"/>
                    <a:pt x="11441" y="9645"/>
                    <a:pt x="11493" y="9645"/>
                  </a:cubicBezTo>
                  <a:cubicBezTo>
                    <a:pt x="12044" y="9645"/>
                    <a:pt x="12502" y="9198"/>
                    <a:pt x="12502" y="8632"/>
                  </a:cubicBezTo>
                  <a:lnTo>
                    <a:pt x="12502" y="8001"/>
                  </a:lnTo>
                  <a:cubicBezTo>
                    <a:pt x="12502" y="7882"/>
                    <a:pt x="12419" y="7775"/>
                    <a:pt x="12299" y="7763"/>
                  </a:cubicBezTo>
                  <a:cubicBezTo>
                    <a:pt x="12286" y="7761"/>
                    <a:pt x="12273" y="7760"/>
                    <a:pt x="12260" y="7760"/>
                  </a:cubicBezTo>
                  <a:cubicBezTo>
                    <a:pt x="12135" y="7760"/>
                    <a:pt x="12038" y="7860"/>
                    <a:pt x="12038" y="7990"/>
                  </a:cubicBezTo>
                  <a:lnTo>
                    <a:pt x="12038" y="8644"/>
                  </a:lnTo>
                  <a:cubicBezTo>
                    <a:pt x="12044" y="9011"/>
                    <a:pt x="11765" y="9195"/>
                    <a:pt x="11488" y="9195"/>
                  </a:cubicBezTo>
                  <a:cubicBezTo>
                    <a:pt x="11214" y="9195"/>
                    <a:pt x="10942" y="9016"/>
                    <a:pt x="10942" y="8656"/>
                  </a:cubicBezTo>
                  <a:lnTo>
                    <a:pt x="10942" y="6311"/>
                  </a:lnTo>
                  <a:lnTo>
                    <a:pt x="12038" y="6311"/>
                  </a:lnTo>
                  <a:lnTo>
                    <a:pt x="12038" y="6930"/>
                  </a:lnTo>
                  <a:cubicBezTo>
                    <a:pt x="12038" y="7037"/>
                    <a:pt x="12109" y="7144"/>
                    <a:pt x="12216" y="7168"/>
                  </a:cubicBezTo>
                  <a:cubicBezTo>
                    <a:pt x="12230" y="7170"/>
                    <a:pt x="12243" y="7171"/>
                    <a:pt x="12256" y="7171"/>
                  </a:cubicBezTo>
                  <a:cubicBezTo>
                    <a:pt x="12385" y="7171"/>
                    <a:pt x="12502" y="7071"/>
                    <a:pt x="12502" y="6942"/>
                  </a:cubicBezTo>
                  <a:lnTo>
                    <a:pt x="12502" y="4953"/>
                  </a:lnTo>
                  <a:close/>
                  <a:moveTo>
                    <a:pt x="14455" y="4953"/>
                  </a:moveTo>
                  <a:lnTo>
                    <a:pt x="14455" y="10252"/>
                  </a:lnTo>
                  <a:lnTo>
                    <a:pt x="13966" y="10252"/>
                  </a:lnTo>
                  <a:lnTo>
                    <a:pt x="13966" y="4953"/>
                  </a:lnTo>
                  <a:close/>
                  <a:moveTo>
                    <a:pt x="1715" y="4965"/>
                  </a:moveTo>
                  <a:lnTo>
                    <a:pt x="1715" y="10264"/>
                  </a:lnTo>
                  <a:lnTo>
                    <a:pt x="1227" y="10264"/>
                  </a:lnTo>
                  <a:lnTo>
                    <a:pt x="1227" y="4965"/>
                  </a:lnTo>
                  <a:close/>
                  <a:moveTo>
                    <a:pt x="15062" y="10752"/>
                  </a:moveTo>
                  <a:cubicBezTo>
                    <a:pt x="15145" y="10752"/>
                    <a:pt x="15217" y="10811"/>
                    <a:pt x="15217" y="10895"/>
                  </a:cubicBezTo>
                  <a:lnTo>
                    <a:pt x="15217" y="10907"/>
                  </a:lnTo>
                  <a:lnTo>
                    <a:pt x="15217" y="11883"/>
                  </a:lnTo>
                  <a:cubicBezTo>
                    <a:pt x="15217" y="11966"/>
                    <a:pt x="15157" y="12038"/>
                    <a:pt x="15074" y="12038"/>
                  </a:cubicBezTo>
                  <a:lnTo>
                    <a:pt x="608" y="12038"/>
                  </a:lnTo>
                  <a:cubicBezTo>
                    <a:pt x="524" y="12038"/>
                    <a:pt x="465" y="11966"/>
                    <a:pt x="465" y="11883"/>
                  </a:cubicBezTo>
                  <a:lnTo>
                    <a:pt x="465" y="10907"/>
                  </a:lnTo>
                  <a:cubicBezTo>
                    <a:pt x="465" y="10823"/>
                    <a:pt x="524" y="10752"/>
                    <a:pt x="608" y="10752"/>
                  </a:cubicBezTo>
                  <a:close/>
                  <a:moveTo>
                    <a:pt x="1012" y="0"/>
                  </a:moveTo>
                  <a:cubicBezTo>
                    <a:pt x="869" y="0"/>
                    <a:pt x="762" y="108"/>
                    <a:pt x="762" y="239"/>
                  </a:cubicBezTo>
                  <a:lnTo>
                    <a:pt x="762" y="1513"/>
                  </a:lnTo>
                  <a:cubicBezTo>
                    <a:pt x="762" y="1548"/>
                    <a:pt x="774" y="1572"/>
                    <a:pt x="798" y="1596"/>
                  </a:cubicBezTo>
                  <a:cubicBezTo>
                    <a:pt x="848" y="1654"/>
                    <a:pt x="914" y="1680"/>
                    <a:pt x="979" y="1680"/>
                  </a:cubicBezTo>
                  <a:cubicBezTo>
                    <a:pt x="1100" y="1680"/>
                    <a:pt x="1219" y="1588"/>
                    <a:pt x="1227" y="1441"/>
                  </a:cubicBezTo>
                  <a:lnTo>
                    <a:pt x="1227" y="512"/>
                  </a:lnTo>
                  <a:cubicBezTo>
                    <a:pt x="1227" y="477"/>
                    <a:pt x="1250" y="453"/>
                    <a:pt x="1286" y="453"/>
                  </a:cubicBezTo>
                  <a:lnTo>
                    <a:pt x="1655" y="453"/>
                  </a:lnTo>
                  <a:cubicBezTo>
                    <a:pt x="1691" y="453"/>
                    <a:pt x="1715" y="477"/>
                    <a:pt x="1715" y="512"/>
                  </a:cubicBezTo>
                  <a:lnTo>
                    <a:pt x="1715" y="3394"/>
                  </a:lnTo>
                  <a:lnTo>
                    <a:pt x="1227" y="3394"/>
                  </a:lnTo>
                  <a:lnTo>
                    <a:pt x="1227" y="2513"/>
                  </a:lnTo>
                  <a:cubicBezTo>
                    <a:pt x="1227" y="2394"/>
                    <a:pt x="1143" y="2298"/>
                    <a:pt x="1024" y="2275"/>
                  </a:cubicBezTo>
                  <a:cubicBezTo>
                    <a:pt x="1017" y="2274"/>
                    <a:pt x="1010" y="2274"/>
                    <a:pt x="1003" y="2274"/>
                  </a:cubicBezTo>
                  <a:cubicBezTo>
                    <a:pt x="870" y="2274"/>
                    <a:pt x="762" y="2376"/>
                    <a:pt x="762" y="2501"/>
                  </a:cubicBezTo>
                  <a:lnTo>
                    <a:pt x="762" y="3394"/>
                  </a:lnTo>
                  <a:lnTo>
                    <a:pt x="596" y="3394"/>
                  </a:lnTo>
                  <a:cubicBezTo>
                    <a:pt x="274" y="3394"/>
                    <a:pt x="0" y="3656"/>
                    <a:pt x="0" y="3989"/>
                  </a:cubicBezTo>
                  <a:lnTo>
                    <a:pt x="0" y="4358"/>
                  </a:lnTo>
                  <a:cubicBezTo>
                    <a:pt x="0" y="4680"/>
                    <a:pt x="274" y="4953"/>
                    <a:pt x="596" y="4953"/>
                  </a:cubicBezTo>
                  <a:lnTo>
                    <a:pt x="762" y="4953"/>
                  </a:lnTo>
                  <a:lnTo>
                    <a:pt x="762" y="10299"/>
                  </a:lnTo>
                  <a:lnTo>
                    <a:pt x="619" y="10299"/>
                  </a:lnTo>
                  <a:cubicBezTo>
                    <a:pt x="274" y="10299"/>
                    <a:pt x="0" y="10573"/>
                    <a:pt x="0" y="10907"/>
                  </a:cubicBezTo>
                  <a:lnTo>
                    <a:pt x="0" y="11883"/>
                  </a:lnTo>
                  <a:cubicBezTo>
                    <a:pt x="0" y="12228"/>
                    <a:pt x="274" y="12502"/>
                    <a:pt x="619" y="12502"/>
                  </a:cubicBezTo>
                  <a:lnTo>
                    <a:pt x="15074" y="12502"/>
                  </a:lnTo>
                  <a:cubicBezTo>
                    <a:pt x="15407" y="12502"/>
                    <a:pt x="15681" y="12228"/>
                    <a:pt x="15681" y="11883"/>
                  </a:cubicBezTo>
                  <a:lnTo>
                    <a:pt x="15681" y="10907"/>
                  </a:lnTo>
                  <a:cubicBezTo>
                    <a:pt x="15681" y="10573"/>
                    <a:pt x="15407" y="10299"/>
                    <a:pt x="15074" y="10299"/>
                  </a:cubicBezTo>
                  <a:lnTo>
                    <a:pt x="14919" y="10299"/>
                  </a:lnTo>
                  <a:lnTo>
                    <a:pt x="14919" y="4965"/>
                  </a:lnTo>
                  <a:lnTo>
                    <a:pt x="15086" y="4953"/>
                  </a:lnTo>
                  <a:cubicBezTo>
                    <a:pt x="15407" y="4953"/>
                    <a:pt x="15681" y="4692"/>
                    <a:pt x="15681" y="4358"/>
                  </a:cubicBezTo>
                  <a:lnTo>
                    <a:pt x="15681" y="4001"/>
                  </a:lnTo>
                  <a:cubicBezTo>
                    <a:pt x="15681" y="3668"/>
                    <a:pt x="15407" y="3406"/>
                    <a:pt x="15086" y="3406"/>
                  </a:cubicBezTo>
                  <a:lnTo>
                    <a:pt x="14919" y="3406"/>
                  </a:lnTo>
                  <a:lnTo>
                    <a:pt x="14919" y="524"/>
                  </a:lnTo>
                  <a:cubicBezTo>
                    <a:pt x="14919" y="239"/>
                    <a:pt x="14681" y="0"/>
                    <a:pt x="14395" y="0"/>
                  </a:cubicBezTo>
                  <a:lnTo>
                    <a:pt x="14026" y="0"/>
                  </a:lnTo>
                  <a:cubicBezTo>
                    <a:pt x="13740" y="0"/>
                    <a:pt x="13502" y="239"/>
                    <a:pt x="13502" y="524"/>
                  </a:cubicBezTo>
                  <a:lnTo>
                    <a:pt x="13502" y="3394"/>
                  </a:lnTo>
                  <a:lnTo>
                    <a:pt x="12490" y="3394"/>
                  </a:lnTo>
                  <a:lnTo>
                    <a:pt x="12490" y="2489"/>
                  </a:lnTo>
                  <a:cubicBezTo>
                    <a:pt x="12800" y="2394"/>
                    <a:pt x="13002" y="2096"/>
                    <a:pt x="12966" y="1775"/>
                  </a:cubicBezTo>
                  <a:cubicBezTo>
                    <a:pt x="12931" y="1425"/>
                    <a:pt x="12646" y="1167"/>
                    <a:pt x="12299" y="1167"/>
                  </a:cubicBezTo>
                  <a:cubicBezTo>
                    <a:pt x="12291" y="1167"/>
                    <a:pt x="12283" y="1167"/>
                    <a:pt x="12276" y="1167"/>
                  </a:cubicBezTo>
                  <a:lnTo>
                    <a:pt x="10692" y="1167"/>
                  </a:lnTo>
                  <a:cubicBezTo>
                    <a:pt x="10688" y="1167"/>
                    <a:pt x="10684" y="1167"/>
                    <a:pt x="10679" y="1167"/>
                  </a:cubicBezTo>
                  <a:cubicBezTo>
                    <a:pt x="9904" y="1167"/>
                    <a:pt x="9732" y="2252"/>
                    <a:pt x="10478" y="2489"/>
                  </a:cubicBezTo>
                  <a:lnTo>
                    <a:pt x="10478" y="3394"/>
                  </a:lnTo>
                  <a:lnTo>
                    <a:pt x="8859" y="3394"/>
                  </a:lnTo>
                  <a:lnTo>
                    <a:pt x="8859" y="2489"/>
                  </a:lnTo>
                  <a:cubicBezTo>
                    <a:pt x="9593" y="2252"/>
                    <a:pt x="9420" y="1167"/>
                    <a:pt x="8645" y="1167"/>
                  </a:cubicBezTo>
                  <a:cubicBezTo>
                    <a:pt x="8641" y="1167"/>
                    <a:pt x="8637" y="1167"/>
                    <a:pt x="8632" y="1167"/>
                  </a:cubicBezTo>
                  <a:lnTo>
                    <a:pt x="7049" y="1167"/>
                  </a:lnTo>
                  <a:cubicBezTo>
                    <a:pt x="7040" y="1167"/>
                    <a:pt x="7032" y="1167"/>
                    <a:pt x="7024" y="1167"/>
                  </a:cubicBezTo>
                  <a:cubicBezTo>
                    <a:pt x="6259" y="1167"/>
                    <a:pt x="6092" y="2253"/>
                    <a:pt x="6835" y="2489"/>
                  </a:cubicBezTo>
                  <a:lnTo>
                    <a:pt x="6835" y="3394"/>
                  </a:lnTo>
                  <a:lnTo>
                    <a:pt x="5203" y="3394"/>
                  </a:lnTo>
                  <a:lnTo>
                    <a:pt x="5203" y="2489"/>
                  </a:lnTo>
                  <a:cubicBezTo>
                    <a:pt x="5949" y="2252"/>
                    <a:pt x="5777" y="1167"/>
                    <a:pt x="5002" y="1167"/>
                  </a:cubicBezTo>
                  <a:cubicBezTo>
                    <a:pt x="4998" y="1167"/>
                    <a:pt x="4993" y="1167"/>
                    <a:pt x="4989" y="1167"/>
                  </a:cubicBezTo>
                  <a:lnTo>
                    <a:pt x="3406" y="1167"/>
                  </a:lnTo>
                  <a:cubicBezTo>
                    <a:pt x="3398" y="1167"/>
                    <a:pt x="3390" y="1167"/>
                    <a:pt x="3382" y="1167"/>
                  </a:cubicBezTo>
                  <a:cubicBezTo>
                    <a:pt x="3035" y="1167"/>
                    <a:pt x="2750" y="1425"/>
                    <a:pt x="2715" y="1775"/>
                  </a:cubicBezTo>
                  <a:cubicBezTo>
                    <a:pt x="2679" y="2096"/>
                    <a:pt x="2882" y="2394"/>
                    <a:pt x="3179" y="2489"/>
                  </a:cubicBezTo>
                  <a:lnTo>
                    <a:pt x="3179" y="3394"/>
                  </a:lnTo>
                  <a:lnTo>
                    <a:pt x="2179" y="3394"/>
                  </a:lnTo>
                  <a:lnTo>
                    <a:pt x="2179" y="524"/>
                  </a:lnTo>
                  <a:cubicBezTo>
                    <a:pt x="2179" y="239"/>
                    <a:pt x="1941" y="0"/>
                    <a:pt x="16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23" name="Google Shape;2023;p44"/>
          <p:cNvGrpSpPr/>
          <p:nvPr/>
        </p:nvGrpSpPr>
        <p:grpSpPr>
          <a:xfrm rot="-948614">
            <a:off x="871878" y="3637713"/>
            <a:ext cx="696400" cy="1260125"/>
            <a:chOff x="1793950" y="1416125"/>
            <a:chExt cx="601000" cy="1087500"/>
          </a:xfrm>
        </p:grpSpPr>
        <p:sp>
          <p:nvSpPr>
            <p:cNvPr id="2024" name="Google Shape;2024;p44"/>
            <p:cNvSpPr/>
            <p:nvPr/>
          </p:nvSpPr>
          <p:spPr>
            <a:xfrm>
              <a:off x="1943675" y="1778925"/>
              <a:ext cx="436700" cy="708025"/>
            </a:xfrm>
            <a:custGeom>
              <a:avLst/>
              <a:gdLst/>
              <a:ahLst/>
              <a:cxnLst/>
              <a:rect l="l" t="t" r="r" b="b"/>
              <a:pathLst>
                <a:path w="17468" h="28321" extrusionOk="0">
                  <a:moveTo>
                    <a:pt x="5509" y="5172"/>
                  </a:moveTo>
                  <a:cubicBezTo>
                    <a:pt x="5685" y="5172"/>
                    <a:pt x="5757" y="5426"/>
                    <a:pt x="5573" y="5513"/>
                  </a:cubicBezTo>
                  <a:cubicBezTo>
                    <a:pt x="5144" y="5715"/>
                    <a:pt x="4704" y="5882"/>
                    <a:pt x="4251" y="6037"/>
                  </a:cubicBezTo>
                  <a:cubicBezTo>
                    <a:pt x="3858" y="6180"/>
                    <a:pt x="3454" y="6358"/>
                    <a:pt x="3025" y="6358"/>
                  </a:cubicBezTo>
                  <a:cubicBezTo>
                    <a:pt x="2954" y="6358"/>
                    <a:pt x="2918" y="6263"/>
                    <a:pt x="2977" y="6215"/>
                  </a:cubicBezTo>
                  <a:cubicBezTo>
                    <a:pt x="3287" y="5930"/>
                    <a:pt x="3716" y="5811"/>
                    <a:pt x="4108" y="5656"/>
                  </a:cubicBezTo>
                  <a:cubicBezTo>
                    <a:pt x="4549" y="5489"/>
                    <a:pt x="4990" y="5299"/>
                    <a:pt x="5454" y="5180"/>
                  </a:cubicBezTo>
                  <a:cubicBezTo>
                    <a:pt x="5473" y="5174"/>
                    <a:pt x="5491" y="5172"/>
                    <a:pt x="5509" y="5172"/>
                  </a:cubicBezTo>
                  <a:close/>
                  <a:moveTo>
                    <a:pt x="6275" y="7178"/>
                  </a:moveTo>
                  <a:cubicBezTo>
                    <a:pt x="6455" y="7178"/>
                    <a:pt x="6536" y="7451"/>
                    <a:pt x="6335" y="7525"/>
                  </a:cubicBezTo>
                  <a:cubicBezTo>
                    <a:pt x="5906" y="7739"/>
                    <a:pt x="5454" y="7894"/>
                    <a:pt x="5013" y="8049"/>
                  </a:cubicBezTo>
                  <a:cubicBezTo>
                    <a:pt x="4609" y="8192"/>
                    <a:pt x="4204" y="8370"/>
                    <a:pt x="3787" y="8370"/>
                  </a:cubicBezTo>
                  <a:cubicBezTo>
                    <a:pt x="3783" y="8371"/>
                    <a:pt x="3778" y="8371"/>
                    <a:pt x="3774" y="8371"/>
                  </a:cubicBezTo>
                  <a:cubicBezTo>
                    <a:pt x="3700" y="8371"/>
                    <a:pt x="3671" y="8273"/>
                    <a:pt x="3727" y="8228"/>
                  </a:cubicBezTo>
                  <a:cubicBezTo>
                    <a:pt x="4049" y="7954"/>
                    <a:pt x="4478" y="7823"/>
                    <a:pt x="4870" y="7680"/>
                  </a:cubicBezTo>
                  <a:cubicBezTo>
                    <a:pt x="5299" y="7489"/>
                    <a:pt x="5752" y="7335"/>
                    <a:pt x="6204" y="7192"/>
                  </a:cubicBezTo>
                  <a:cubicBezTo>
                    <a:pt x="6229" y="7183"/>
                    <a:pt x="6252" y="7178"/>
                    <a:pt x="6275" y="7178"/>
                  </a:cubicBezTo>
                  <a:close/>
                  <a:moveTo>
                    <a:pt x="7017" y="9196"/>
                  </a:moveTo>
                  <a:cubicBezTo>
                    <a:pt x="7187" y="9196"/>
                    <a:pt x="7270" y="9462"/>
                    <a:pt x="7085" y="9549"/>
                  </a:cubicBezTo>
                  <a:cubicBezTo>
                    <a:pt x="6656" y="9740"/>
                    <a:pt x="6216" y="9918"/>
                    <a:pt x="5763" y="10073"/>
                  </a:cubicBezTo>
                  <a:cubicBezTo>
                    <a:pt x="5371" y="10216"/>
                    <a:pt x="4966" y="10394"/>
                    <a:pt x="4537" y="10394"/>
                  </a:cubicBezTo>
                  <a:cubicBezTo>
                    <a:pt x="4533" y="10395"/>
                    <a:pt x="4529" y="10395"/>
                    <a:pt x="4526" y="10395"/>
                  </a:cubicBezTo>
                  <a:cubicBezTo>
                    <a:pt x="4451" y="10395"/>
                    <a:pt x="4421" y="10286"/>
                    <a:pt x="4489" y="10252"/>
                  </a:cubicBezTo>
                  <a:cubicBezTo>
                    <a:pt x="4799" y="9966"/>
                    <a:pt x="5240" y="9835"/>
                    <a:pt x="5621" y="9692"/>
                  </a:cubicBezTo>
                  <a:cubicBezTo>
                    <a:pt x="6061" y="9501"/>
                    <a:pt x="6502" y="9347"/>
                    <a:pt x="6966" y="9204"/>
                  </a:cubicBezTo>
                  <a:cubicBezTo>
                    <a:pt x="6983" y="9199"/>
                    <a:pt x="7000" y="9196"/>
                    <a:pt x="7017" y="9196"/>
                  </a:cubicBezTo>
                  <a:close/>
                  <a:moveTo>
                    <a:pt x="7785" y="11203"/>
                  </a:moveTo>
                  <a:cubicBezTo>
                    <a:pt x="7966" y="11203"/>
                    <a:pt x="8049" y="11487"/>
                    <a:pt x="7847" y="11561"/>
                  </a:cubicBezTo>
                  <a:cubicBezTo>
                    <a:pt x="7407" y="11752"/>
                    <a:pt x="6966" y="11930"/>
                    <a:pt x="6514" y="12085"/>
                  </a:cubicBezTo>
                  <a:cubicBezTo>
                    <a:pt x="6121" y="12216"/>
                    <a:pt x="5716" y="12407"/>
                    <a:pt x="5299" y="12407"/>
                  </a:cubicBezTo>
                  <a:cubicBezTo>
                    <a:pt x="5216" y="12407"/>
                    <a:pt x="5180" y="12311"/>
                    <a:pt x="5240" y="12264"/>
                  </a:cubicBezTo>
                  <a:cubicBezTo>
                    <a:pt x="5561" y="11978"/>
                    <a:pt x="5990" y="11859"/>
                    <a:pt x="6383" y="11704"/>
                  </a:cubicBezTo>
                  <a:cubicBezTo>
                    <a:pt x="6811" y="11526"/>
                    <a:pt x="7264" y="11359"/>
                    <a:pt x="7716" y="11216"/>
                  </a:cubicBezTo>
                  <a:cubicBezTo>
                    <a:pt x="7740" y="11207"/>
                    <a:pt x="7763" y="11203"/>
                    <a:pt x="7785" y="11203"/>
                  </a:cubicBezTo>
                  <a:close/>
                  <a:moveTo>
                    <a:pt x="8532" y="13229"/>
                  </a:moveTo>
                  <a:cubicBezTo>
                    <a:pt x="8713" y="13229"/>
                    <a:pt x="8790" y="13488"/>
                    <a:pt x="8597" y="13573"/>
                  </a:cubicBezTo>
                  <a:cubicBezTo>
                    <a:pt x="8169" y="13776"/>
                    <a:pt x="7716" y="13931"/>
                    <a:pt x="7276" y="14097"/>
                  </a:cubicBezTo>
                  <a:cubicBezTo>
                    <a:pt x="6883" y="14240"/>
                    <a:pt x="6478" y="14419"/>
                    <a:pt x="6049" y="14419"/>
                  </a:cubicBezTo>
                  <a:cubicBezTo>
                    <a:pt x="5978" y="14419"/>
                    <a:pt x="5942" y="14323"/>
                    <a:pt x="6002" y="14276"/>
                  </a:cubicBezTo>
                  <a:cubicBezTo>
                    <a:pt x="6311" y="14002"/>
                    <a:pt x="6740" y="13871"/>
                    <a:pt x="7133" y="13716"/>
                  </a:cubicBezTo>
                  <a:cubicBezTo>
                    <a:pt x="7573" y="13538"/>
                    <a:pt x="8014" y="13371"/>
                    <a:pt x="8466" y="13240"/>
                  </a:cubicBezTo>
                  <a:cubicBezTo>
                    <a:pt x="8489" y="13233"/>
                    <a:pt x="8511" y="13229"/>
                    <a:pt x="8532" y="13229"/>
                  </a:cubicBezTo>
                  <a:close/>
                  <a:moveTo>
                    <a:pt x="9283" y="15244"/>
                  </a:moveTo>
                  <a:cubicBezTo>
                    <a:pt x="9459" y="15244"/>
                    <a:pt x="9531" y="15499"/>
                    <a:pt x="9347" y="15586"/>
                  </a:cubicBezTo>
                  <a:cubicBezTo>
                    <a:pt x="8919" y="15788"/>
                    <a:pt x="8478" y="15955"/>
                    <a:pt x="8026" y="16109"/>
                  </a:cubicBezTo>
                  <a:cubicBezTo>
                    <a:pt x="7633" y="16252"/>
                    <a:pt x="7228" y="16431"/>
                    <a:pt x="6811" y="16431"/>
                  </a:cubicBezTo>
                  <a:cubicBezTo>
                    <a:pt x="6807" y="16432"/>
                    <a:pt x="6803" y="16432"/>
                    <a:pt x="6799" y="16432"/>
                  </a:cubicBezTo>
                  <a:cubicBezTo>
                    <a:pt x="6724" y="16432"/>
                    <a:pt x="6695" y="16333"/>
                    <a:pt x="6752" y="16288"/>
                  </a:cubicBezTo>
                  <a:cubicBezTo>
                    <a:pt x="7073" y="16014"/>
                    <a:pt x="7502" y="15883"/>
                    <a:pt x="7883" y="15728"/>
                  </a:cubicBezTo>
                  <a:cubicBezTo>
                    <a:pt x="8323" y="15550"/>
                    <a:pt x="8776" y="15383"/>
                    <a:pt x="9228" y="15252"/>
                  </a:cubicBezTo>
                  <a:cubicBezTo>
                    <a:pt x="9247" y="15247"/>
                    <a:pt x="9266" y="15244"/>
                    <a:pt x="9283" y="15244"/>
                  </a:cubicBezTo>
                  <a:close/>
                  <a:moveTo>
                    <a:pt x="10049" y="17251"/>
                  </a:moveTo>
                  <a:cubicBezTo>
                    <a:pt x="10229" y="17251"/>
                    <a:pt x="10311" y="17525"/>
                    <a:pt x="10109" y="17610"/>
                  </a:cubicBezTo>
                  <a:cubicBezTo>
                    <a:pt x="9681" y="17800"/>
                    <a:pt x="9240" y="17979"/>
                    <a:pt x="8788" y="18122"/>
                  </a:cubicBezTo>
                  <a:cubicBezTo>
                    <a:pt x="8383" y="18264"/>
                    <a:pt x="7978" y="18443"/>
                    <a:pt x="7561" y="18443"/>
                  </a:cubicBezTo>
                  <a:cubicBezTo>
                    <a:pt x="7556" y="18444"/>
                    <a:pt x="7552" y="18444"/>
                    <a:pt x="7547" y="18444"/>
                  </a:cubicBezTo>
                  <a:cubicBezTo>
                    <a:pt x="7474" y="18444"/>
                    <a:pt x="7446" y="18357"/>
                    <a:pt x="7502" y="18312"/>
                  </a:cubicBezTo>
                  <a:cubicBezTo>
                    <a:pt x="7823" y="18026"/>
                    <a:pt x="8252" y="17895"/>
                    <a:pt x="8645" y="17752"/>
                  </a:cubicBezTo>
                  <a:cubicBezTo>
                    <a:pt x="9085" y="17562"/>
                    <a:pt x="9526" y="17407"/>
                    <a:pt x="9978" y="17264"/>
                  </a:cubicBezTo>
                  <a:cubicBezTo>
                    <a:pt x="10003" y="17255"/>
                    <a:pt x="10027" y="17251"/>
                    <a:pt x="10049" y="17251"/>
                  </a:cubicBezTo>
                  <a:close/>
                  <a:moveTo>
                    <a:pt x="10809" y="19275"/>
                  </a:moveTo>
                  <a:cubicBezTo>
                    <a:pt x="10977" y="19275"/>
                    <a:pt x="11051" y="19537"/>
                    <a:pt x="10871" y="19622"/>
                  </a:cubicBezTo>
                  <a:cubicBezTo>
                    <a:pt x="10431" y="19812"/>
                    <a:pt x="9990" y="19991"/>
                    <a:pt x="9538" y="20146"/>
                  </a:cubicBezTo>
                  <a:cubicBezTo>
                    <a:pt x="9145" y="20289"/>
                    <a:pt x="8740" y="20467"/>
                    <a:pt x="8311" y="20467"/>
                  </a:cubicBezTo>
                  <a:cubicBezTo>
                    <a:pt x="8307" y="20468"/>
                    <a:pt x="8304" y="20468"/>
                    <a:pt x="8300" y="20468"/>
                  </a:cubicBezTo>
                  <a:cubicBezTo>
                    <a:pt x="8225" y="20468"/>
                    <a:pt x="8196" y="20358"/>
                    <a:pt x="8264" y="20324"/>
                  </a:cubicBezTo>
                  <a:cubicBezTo>
                    <a:pt x="8573" y="20038"/>
                    <a:pt x="9014" y="19919"/>
                    <a:pt x="9395" y="19765"/>
                  </a:cubicBezTo>
                  <a:cubicBezTo>
                    <a:pt x="9835" y="19586"/>
                    <a:pt x="10288" y="19419"/>
                    <a:pt x="10740" y="19288"/>
                  </a:cubicBezTo>
                  <a:cubicBezTo>
                    <a:pt x="10764" y="19279"/>
                    <a:pt x="10787" y="19275"/>
                    <a:pt x="10809" y="19275"/>
                  </a:cubicBezTo>
                  <a:close/>
                  <a:moveTo>
                    <a:pt x="11546" y="21293"/>
                  </a:moveTo>
                  <a:cubicBezTo>
                    <a:pt x="11723" y="21293"/>
                    <a:pt x="11806" y="21547"/>
                    <a:pt x="11621" y="21634"/>
                  </a:cubicBezTo>
                  <a:cubicBezTo>
                    <a:pt x="11193" y="21836"/>
                    <a:pt x="10752" y="22003"/>
                    <a:pt x="10300" y="22158"/>
                  </a:cubicBezTo>
                  <a:cubicBezTo>
                    <a:pt x="9907" y="22301"/>
                    <a:pt x="9502" y="22479"/>
                    <a:pt x="9073" y="22479"/>
                  </a:cubicBezTo>
                  <a:cubicBezTo>
                    <a:pt x="9002" y="22479"/>
                    <a:pt x="8966" y="22384"/>
                    <a:pt x="9026" y="22336"/>
                  </a:cubicBezTo>
                  <a:cubicBezTo>
                    <a:pt x="9335" y="22063"/>
                    <a:pt x="9764" y="21932"/>
                    <a:pt x="10157" y="21777"/>
                  </a:cubicBezTo>
                  <a:cubicBezTo>
                    <a:pt x="10597" y="21598"/>
                    <a:pt x="11038" y="21432"/>
                    <a:pt x="11490" y="21301"/>
                  </a:cubicBezTo>
                  <a:cubicBezTo>
                    <a:pt x="11510" y="21295"/>
                    <a:pt x="11528" y="21293"/>
                    <a:pt x="11546" y="21293"/>
                  </a:cubicBezTo>
                  <a:close/>
                  <a:moveTo>
                    <a:pt x="12313" y="23302"/>
                  </a:moveTo>
                  <a:cubicBezTo>
                    <a:pt x="12487" y="23302"/>
                    <a:pt x="12565" y="23571"/>
                    <a:pt x="12371" y="23646"/>
                  </a:cubicBezTo>
                  <a:cubicBezTo>
                    <a:pt x="11943" y="23848"/>
                    <a:pt x="11502" y="24015"/>
                    <a:pt x="11050" y="24170"/>
                  </a:cubicBezTo>
                  <a:cubicBezTo>
                    <a:pt x="10657" y="24313"/>
                    <a:pt x="10252" y="24491"/>
                    <a:pt x="9835" y="24491"/>
                  </a:cubicBezTo>
                  <a:cubicBezTo>
                    <a:pt x="9831" y="24492"/>
                    <a:pt x="9826" y="24492"/>
                    <a:pt x="9821" y="24492"/>
                  </a:cubicBezTo>
                  <a:cubicBezTo>
                    <a:pt x="9748" y="24492"/>
                    <a:pt x="9720" y="24405"/>
                    <a:pt x="9776" y="24360"/>
                  </a:cubicBezTo>
                  <a:cubicBezTo>
                    <a:pt x="10097" y="24075"/>
                    <a:pt x="10526" y="23944"/>
                    <a:pt x="10907" y="23789"/>
                  </a:cubicBezTo>
                  <a:cubicBezTo>
                    <a:pt x="11347" y="23610"/>
                    <a:pt x="11800" y="23444"/>
                    <a:pt x="12252" y="23313"/>
                  </a:cubicBezTo>
                  <a:cubicBezTo>
                    <a:pt x="12274" y="23306"/>
                    <a:pt x="12294" y="23302"/>
                    <a:pt x="12313" y="23302"/>
                  </a:cubicBezTo>
                  <a:close/>
                  <a:moveTo>
                    <a:pt x="8061" y="0"/>
                  </a:moveTo>
                  <a:cubicBezTo>
                    <a:pt x="7764" y="643"/>
                    <a:pt x="6978" y="1191"/>
                    <a:pt x="6406" y="1572"/>
                  </a:cubicBezTo>
                  <a:cubicBezTo>
                    <a:pt x="5787" y="1989"/>
                    <a:pt x="5109" y="2334"/>
                    <a:pt x="4394" y="2584"/>
                  </a:cubicBezTo>
                  <a:cubicBezTo>
                    <a:pt x="3528" y="2907"/>
                    <a:pt x="2617" y="3067"/>
                    <a:pt x="1702" y="3067"/>
                  </a:cubicBezTo>
                  <a:cubicBezTo>
                    <a:pt x="1133" y="3067"/>
                    <a:pt x="563" y="3005"/>
                    <a:pt x="1" y="2882"/>
                  </a:cubicBezTo>
                  <a:lnTo>
                    <a:pt x="1" y="2882"/>
                  </a:lnTo>
                  <a:cubicBezTo>
                    <a:pt x="48" y="3013"/>
                    <a:pt x="96" y="3144"/>
                    <a:pt x="132" y="3263"/>
                  </a:cubicBezTo>
                  <a:cubicBezTo>
                    <a:pt x="1906" y="8394"/>
                    <a:pt x="3668" y="13526"/>
                    <a:pt x="5418" y="18669"/>
                  </a:cubicBezTo>
                  <a:cubicBezTo>
                    <a:pt x="5859" y="19955"/>
                    <a:pt x="6287" y="21229"/>
                    <a:pt x="6728" y="22515"/>
                  </a:cubicBezTo>
                  <a:cubicBezTo>
                    <a:pt x="7168" y="23777"/>
                    <a:pt x="7514" y="25158"/>
                    <a:pt x="8252" y="26289"/>
                  </a:cubicBezTo>
                  <a:cubicBezTo>
                    <a:pt x="9118" y="27588"/>
                    <a:pt x="10558" y="28321"/>
                    <a:pt x="12048" y="28321"/>
                  </a:cubicBezTo>
                  <a:cubicBezTo>
                    <a:pt x="12606" y="28321"/>
                    <a:pt x="13172" y="28218"/>
                    <a:pt x="13717" y="28004"/>
                  </a:cubicBezTo>
                  <a:cubicBezTo>
                    <a:pt x="13757" y="27984"/>
                    <a:pt x="13798" y="27974"/>
                    <a:pt x="13841" y="27974"/>
                  </a:cubicBezTo>
                  <a:cubicBezTo>
                    <a:pt x="13899" y="27974"/>
                    <a:pt x="13959" y="27993"/>
                    <a:pt x="14014" y="28028"/>
                  </a:cubicBezTo>
                  <a:cubicBezTo>
                    <a:pt x="14038" y="27932"/>
                    <a:pt x="14110" y="27849"/>
                    <a:pt x="14217" y="27813"/>
                  </a:cubicBezTo>
                  <a:cubicBezTo>
                    <a:pt x="16229" y="27087"/>
                    <a:pt x="17467" y="25051"/>
                    <a:pt x="17193" y="22932"/>
                  </a:cubicBezTo>
                  <a:cubicBezTo>
                    <a:pt x="17003" y="21598"/>
                    <a:pt x="16360" y="20324"/>
                    <a:pt x="15860" y="19098"/>
                  </a:cubicBezTo>
                  <a:cubicBezTo>
                    <a:pt x="15348" y="17836"/>
                    <a:pt x="14836" y="16586"/>
                    <a:pt x="14312" y="15336"/>
                  </a:cubicBezTo>
                  <a:cubicBezTo>
                    <a:pt x="12252" y="10311"/>
                    <a:pt x="10193" y="5287"/>
                    <a:pt x="8169" y="250"/>
                  </a:cubicBezTo>
                  <a:cubicBezTo>
                    <a:pt x="8133" y="167"/>
                    <a:pt x="8097" y="84"/>
                    <a:pt x="8061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44"/>
            <p:cNvSpPr/>
            <p:nvPr/>
          </p:nvSpPr>
          <p:spPr>
            <a:xfrm>
              <a:off x="1832950" y="1526500"/>
              <a:ext cx="304225" cy="311675"/>
            </a:xfrm>
            <a:custGeom>
              <a:avLst/>
              <a:gdLst/>
              <a:ahLst/>
              <a:cxnLst/>
              <a:rect l="l" t="t" r="r" b="b"/>
              <a:pathLst>
                <a:path w="12169" h="12467" extrusionOk="0">
                  <a:moveTo>
                    <a:pt x="8954" y="1"/>
                  </a:moveTo>
                  <a:cubicBezTo>
                    <a:pt x="8764" y="1"/>
                    <a:pt x="8573" y="25"/>
                    <a:pt x="8395" y="96"/>
                  </a:cubicBezTo>
                  <a:cubicBezTo>
                    <a:pt x="8014" y="191"/>
                    <a:pt x="7645" y="310"/>
                    <a:pt x="7264" y="418"/>
                  </a:cubicBezTo>
                  <a:cubicBezTo>
                    <a:pt x="6454" y="656"/>
                    <a:pt x="5644" y="906"/>
                    <a:pt x="4847" y="1180"/>
                  </a:cubicBezTo>
                  <a:cubicBezTo>
                    <a:pt x="4037" y="1441"/>
                    <a:pt x="3251" y="1739"/>
                    <a:pt x="2477" y="2084"/>
                  </a:cubicBezTo>
                  <a:cubicBezTo>
                    <a:pt x="2049" y="2275"/>
                    <a:pt x="1632" y="2489"/>
                    <a:pt x="1227" y="2727"/>
                  </a:cubicBezTo>
                  <a:cubicBezTo>
                    <a:pt x="894" y="2918"/>
                    <a:pt x="406" y="3144"/>
                    <a:pt x="239" y="3525"/>
                  </a:cubicBezTo>
                  <a:cubicBezTo>
                    <a:pt x="1" y="4049"/>
                    <a:pt x="560" y="4073"/>
                    <a:pt x="894" y="4239"/>
                  </a:cubicBezTo>
                  <a:cubicBezTo>
                    <a:pt x="1013" y="4299"/>
                    <a:pt x="1132" y="4394"/>
                    <a:pt x="1227" y="4489"/>
                  </a:cubicBezTo>
                  <a:cubicBezTo>
                    <a:pt x="2311" y="3858"/>
                    <a:pt x="3489" y="3394"/>
                    <a:pt x="4716" y="3120"/>
                  </a:cubicBezTo>
                  <a:cubicBezTo>
                    <a:pt x="4723" y="3118"/>
                    <a:pt x="4730" y="3117"/>
                    <a:pt x="4737" y="3117"/>
                  </a:cubicBezTo>
                  <a:cubicBezTo>
                    <a:pt x="4808" y="3117"/>
                    <a:pt x="4850" y="3219"/>
                    <a:pt x="4763" y="3251"/>
                  </a:cubicBezTo>
                  <a:cubicBezTo>
                    <a:pt x="3620" y="3692"/>
                    <a:pt x="2477" y="4156"/>
                    <a:pt x="1322" y="4609"/>
                  </a:cubicBezTo>
                  <a:lnTo>
                    <a:pt x="1370" y="4656"/>
                  </a:lnTo>
                  <a:cubicBezTo>
                    <a:pt x="1394" y="4656"/>
                    <a:pt x="1418" y="4668"/>
                    <a:pt x="1429" y="4680"/>
                  </a:cubicBezTo>
                  <a:cubicBezTo>
                    <a:pt x="1441" y="4728"/>
                    <a:pt x="1453" y="4763"/>
                    <a:pt x="1477" y="4811"/>
                  </a:cubicBezTo>
                  <a:cubicBezTo>
                    <a:pt x="1608" y="5037"/>
                    <a:pt x="1703" y="5287"/>
                    <a:pt x="1763" y="5537"/>
                  </a:cubicBezTo>
                  <a:cubicBezTo>
                    <a:pt x="2656" y="7823"/>
                    <a:pt x="3454" y="10145"/>
                    <a:pt x="4251" y="12467"/>
                  </a:cubicBezTo>
                  <a:cubicBezTo>
                    <a:pt x="4870" y="11347"/>
                    <a:pt x="6216" y="10597"/>
                    <a:pt x="7442" y="10490"/>
                  </a:cubicBezTo>
                  <a:cubicBezTo>
                    <a:pt x="7611" y="10475"/>
                    <a:pt x="7779" y="10470"/>
                    <a:pt x="7948" y="10470"/>
                  </a:cubicBezTo>
                  <a:cubicBezTo>
                    <a:pt x="8408" y="10470"/>
                    <a:pt x="8869" y="10511"/>
                    <a:pt x="9330" y="10511"/>
                  </a:cubicBezTo>
                  <a:cubicBezTo>
                    <a:pt x="9498" y="10511"/>
                    <a:pt x="9667" y="10505"/>
                    <a:pt x="9835" y="10490"/>
                  </a:cubicBezTo>
                  <a:cubicBezTo>
                    <a:pt x="10728" y="10419"/>
                    <a:pt x="11478" y="10085"/>
                    <a:pt x="12050" y="9395"/>
                  </a:cubicBezTo>
                  <a:cubicBezTo>
                    <a:pt x="12086" y="9359"/>
                    <a:pt x="12121" y="9335"/>
                    <a:pt x="12169" y="9323"/>
                  </a:cubicBezTo>
                  <a:cubicBezTo>
                    <a:pt x="11478" y="7609"/>
                    <a:pt x="10776" y="5906"/>
                    <a:pt x="10121" y="4168"/>
                  </a:cubicBezTo>
                  <a:cubicBezTo>
                    <a:pt x="10108" y="4174"/>
                    <a:pt x="10095" y="4177"/>
                    <a:pt x="10083" y="4177"/>
                  </a:cubicBezTo>
                  <a:cubicBezTo>
                    <a:pt x="10050" y="4177"/>
                    <a:pt x="10019" y="4155"/>
                    <a:pt x="10002" y="4120"/>
                  </a:cubicBezTo>
                  <a:cubicBezTo>
                    <a:pt x="9609" y="3394"/>
                    <a:pt x="9216" y="2632"/>
                    <a:pt x="9097" y="1822"/>
                  </a:cubicBezTo>
                  <a:cubicBezTo>
                    <a:pt x="8621" y="2108"/>
                    <a:pt x="8085" y="2215"/>
                    <a:pt x="7549" y="2346"/>
                  </a:cubicBezTo>
                  <a:cubicBezTo>
                    <a:pt x="7013" y="2489"/>
                    <a:pt x="6478" y="2620"/>
                    <a:pt x="5930" y="2739"/>
                  </a:cubicBezTo>
                  <a:cubicBezTo>
                    <a:pt x="5926" y="2740"/>
                    <a:pt x="5922" y="2740"/>
                    <a:pt x="5919" y="2740"/>
                  </a:cubicBezTo>
                  <a:cubicBezTo>
                    <a:pt x="5869" y="2740"/>
                    <a:pt x="5862" y="2666"/>
                    <a:pt x="5906" y="2644"/>
                  </a:cubicBezTo>
                  <a:cubicBezTo>
                    <a:pt x="6894" y="2263"/>
                    <a:pt x="8002" y="2013"/>
                    <a:pt x="8883" y="1418"/>
                  </a:cubicBezTo>
                  <a:cubicBezTo>
                    <a:pt x="8918" y="1391"/>
                    <a:pt x="8968" y="1377"/>
                    <a:pt x="9015" y="1377"/>
                  </a:cubicBezTo>
                  <a:cubicBezTo>
                    <a:pt x="9031" y="1377"/>
                    <a:pt x="9046" y="1379"/>
                    <a:pt x="9061" y="1382"/>
                  </a:cubicBezTo>
                  <a:cubicBezTo>
                    <a:pt x="9049" y="1096"/>
                    <a:pt x="9085" y="799"/>
                    <a:pt x="9157" y="525"/>
                  </a:cubicBezTo>
                  <a:cubicBezTo>
                    <a:pt x="9216" y="287"/>
                    <a:pt x="9288" y="60"/>
                    <a:pt x="8954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44"/>
            <p:cNvSpPr/>
            <p:nvPr/>
          </p:nvSpPr>
          <p:spPr>
            <a:xfrm>
              <a:off x="1941600" y="1789925"/>
              <a:ext cx="176525" cy="57750"/>
            </a:xfrm>
            <a:custGeom>
              <a:avLst/>
              <a:gdLst/>
              <a:ahLst/>
              <a:cxnLst/>
              <a:rect l="l" t="t" r="r" b="b"/>
              <a:pathLst>
                <a:path w="7061" h="2310" extrusionOk="0">
                  <a:moveTo>
                    <a:pt x="7061" y="1"/>
                  </a:moveTo>
                  <a:lnTo>
                    <a:pt x="7061" y="1"/>
                  </a:lnTo>
                  <a:cubicBezTo>
                    <a:pt x="6505" y="223"/>
                    <a:pt x="5860" y="260"/>
                    <a:pt x="5233" y="260"/>
                  </a:cubicBezTo>
                  <a:cubicBezTo>
                    <a:pt x="4920" y="260"/>
                    <a:pt x="4612" y="251"/>
                    <a:pt x="4322" y="251"/>
                  </a:cubicBezTo>
                  <a:cubicBezTo>
                    <a:pt x="3489" y="251"/>
                    <a:pt x="2679" y="298"/>
                    <a:pt x="1905" y="644"/>
                  </a:cubicBezTo>
                  <a:cubicBezTo>
                    <a:pt x="1108" y="989"/>
                    <a:pt x="572" y="1572"/>
                    <a:pt x="0" y="2192"/>
                  </a:cubicBezTo>
                  <a:cubicBezTo>
                    <a:pt x="12" y="2215"/>
                    <a:pt x="12" y="2239"/>
                    <a:pt x="24" y="2263"/>
                  </a:cubicBezTo>
                  <a:cubicBezTo>
                    <a:pt x="338" y="2294"/>
                    <a:pt x="652" y="2309"/>
                    <a:pt x="966" y="2309"/>
                  </a:cubicBezTo>
                  <a:cubicBezTo>
                    <a:pt x="2105" y="2309"/>
                    <a:pt x="3237" y="2107"/>
                    <a:pt x="4311" y="1715"/>
                  </a:cubicBezTo>
                  <a:cubicBezTo>
                    <a:pt x="4977" y="1453"/>
                    <a:pt x="5608" y="1120"/>
                    <a:pt x="6192" y="703"/>
                  </a:cubicBezTo>
                  <a:cubicBezTo>
                    <a:pt x="6489" y="501"/>
                    <a:pt x="6775" y="263"/>
                    <a:pt x="7049" y="13"/>
                  </a:cubicBezTo>
                  <a:lnTo>
                    <a:pt x="706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44"/>
            <p:cNvSpPr/>
            <p:nvPr/>
          </p:nvSpPr>
          <p:spPr>
            <a:xfrm>
              <a:off x="1809150" y="1429175"/>
              <a:ext cx="205400" cy="153325"/>
            </a:xfrm>
            <a:custGeom>
              <a:avLst/>
              <a:gdLst/>
              <a:ahLst/>
              <a:cxnLst/>
              <a:rect l="l" t="t" r="r" b="b"/>
              <a:pathLst>
                <a:path w="8216" h="6133" extrusionOk="0">
                  <a:moveTo>
                    <a:pt x="7037" y="0"/>
                  </a:moveTo>
                  <a:cubicBezTo>
                    <a:pt x="5156" y="715"/>
                    <a:pt x="3263" y="1405"/>
                    <a:pt x="1393" y="2144"/>
                  </a:cubicBezTo>
                  <a:cubicBezTo>
                    <a:pt x="1179" y="2227"/>
                    <a:pt x="965" y="2310"/>
                    <a:pt x="738" y="2394"/>
                  </a:cubicBezTo>
                  <a:cubicBezTo>
                    <a:pt x="631" y="2441"/>
                    <a:pt x="72" y="2584"/>
                    <a:pt x="0" y="2715"/>
                  </a:cubicBezTo>
                  <a:cubicBezTo>
                    <a:pt x="3" y="2714"/>
                    <a:pt x="5" y="2713"/>
                    <a:pt x="8" y="2713"/>
                  </a:cubicBezTo>
                  <a:cubicBezTo>
                    <a:pt x="79" y="2713"/>
                    <a:pt x="311" y="3110"/>
                    <a:pt x="345" y="3156"/>
                  </a:cubicBezTo>
                  <a:cubicBezTo>
                    <a:pt x="488" y="3370"/>
                    <a:pt x="619" y="3584"/>
                    <a:pt x="762" y="3799"/>
                  </a:cubicBezTo>
                  <a:cubicBezTo>
                    <a:pt x="1048" y="4227"/>
                    <a:pt x="1334" y="4644"/>
                    <a:pt x="1631" y="5061"/>
                  </a:cubicBezTo>
                  <a:cubicBezTo>
                    <a:pt x="1858" y="5394"/>
                    <a:pt x="2143" y="5739"/>
                    <a:pt x="2274" y="6132"/>
                  </a:cubicBezTo>
                  <a:cubicBezTo>
                    <a:pt x="2501" y="6013"/>
                    <a:pt x="2727" y="5906"/>
                    <a:pt x="2941" y="5799"/>
                  </a:cubicBezTo>
                  <a:cubicBezTo>
                    <a:pt x="3858" y="5358"/>
                    <a:pt x="4775" y="4965"/>
                    <a:pt x="5715" y="4608"/>
                  </a:cubicBezTo>
                  <a:cubicBezTo>
                    <a:pt x="6549" y="4299"/>
                    <a:pt x="7370" y="4025"/>
                    <a:pt x="8216" y="3763"/>
                  </a:cubicBezTo>
                  <a:cubicBezTo>
                    <a:pt x="8013" y="3144"/>
                    <a:pt x="7870" y="2477"/>
                    <a:pt x="7668" y="1858"/>
                  </a:cubicBezTo>
                  <a:cubicBezTo>
                    <a:pt x="7477" y="1227"/>
                    <a:pt x="7263" y="608"/>
                    <a:pt x="7037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44"/>
            <p:cNvSpPr/>
            <p:nvPr/>
          </p:nvSpPr>
          <p:spPr>
            <a:xfrm>
              <a:off x="1793950" y="1416125"/>
              <a:ext cx="601000" cy="1087500"/>
            </a:xfrm>
            <a:custGeom>
              <a:avLst/>
              <a:gdLst/>
              <a:ahLst/>
              <a:cxnLst/>
              <a:rect l="l" t="t" r="r" b="b"/>
              <a:pathLst>
                <a:path w="24040" h="43500" extrusionOk="0">
                  <a:moveTo>
                    <a:pt x="7657" y="522"/>
                  </a:moveTo>
                  <a:cubicBezTo>
                    <a:pt x="7871" y="1130"/>
                    <a:pt x="8085" y="1749"/>
                    <a:pt x="8276" y="2380"/>
                  </a:cubicBezTo>
                  <a:cubicBezTo>
                    <a:pt x="8478" y="2999"/>
                    <a:pt x="8621" y="3666"/>
                    <a:pt x="8824" y="4285"/>
                  </a:cubicBezTo>
                  <a:cubicBezTo>
                    <a:pt x="7978" y="4547"/>
                    <a:pt x="7145" y="4821"/>
                    <a:pt x="6323" y="5130"/>
                  </a:cubicBezTo>
                  <a:cubicBezTo>
                    <a:pt x="5383" y="5487"/>
                    <a:pt x="4466" y="5880"/>
                    <a:pt x="3549" y="6321"/>
                  </a:cubicBezTo>
                  <a:cubicBezTo>
                    <a:pt x="3335" y="6428"/>
                    <a:pt x="3109" y="6535"/>
                    <a:pt x="2882" y="6654"/>
                  </a:cubicBezTo>
                  <a:cubicBezTo>
                    <a:pt x="2751" y="6261"/>
                    <a:pt x="2466" y="5916"/>
                    <a:pt x="2239" y="5583"/>
                  </a:cubicBezTo>
                  <a:cubicBezTo>
                    <a:pt x="1942" y="5166"/>
                    <a:pt x="1656" y="4749"/>
                    <a:pt x="1370" y="4321"/>
                  </a:cubicBezTo>
                  <a:cubicBezTo>
                    <a:pt x="1227" y="4106"/>
                    <a:pt x="1096" y="3892"/>
                    <a:pt x="953" y="3678"/>
                  </a:cubicBezTo>
                  <a:cubicBezTo>
                    <a:pt x="919" y="3632"/>
                    <a:pt x="687" y="3235"/>
                    <a:pt x="616" y="3235"/>
                  </a:cubicBezTo>
                  <a:cubicBezTo>
                    <a:pt x="613" y="3235"/>
                    <a:pt x="611" y="3236"/>
                    <a:pt x="608" y="3237"/>
                  </a:cubicBezTo>
                  <a:cubicBezTo>
                    <a:pt x="680" y="3106"/>
                    <a:pt x="1239" y="2975"/>
                    <a:pt x="1358" y="2916"/>
                  </a:cubicBezTo>
                  <a:cubicBezTo>
                    <a:pt x="1573" y="2832"/>
                    <a:pt x="1787" y="2749"/>
                    <a:pt x="2013" y="2666"/>
                  </a:cubicBezTo>
                  <a:cubicBezTo>
                    <a:pt x="3882" y="1927"/>
                    <a:pt x="5776" y="1225"/>
                    <a:pt x="7657" y="522"/>
                  </a:cubicBezTo>
                  <a:close/>
                  <a:moveTo>
                    <a:pt x="10514" y="4416"/>
                  </a:moveTo>
                  <a:cubicBezTo>
                    <a:pt x="10848" y="4475"/>
                    <a:pt x="10776" y="4702"/>
                    <a:pt x="10717" y="4940"/>
                  </a:cubicBezTo>
                  <a:cubicBezTo>
                    <a:pt x="10645" y="5214"/>
                    <a:pt x="10609" y="5511"/>
                    <a:pt x="10621" y="5797"/>
                  </a:cubicBezTo>
                  <a:cubicBezTo>
                    <a:pt x="10606" y="5794"/>
                    <a:pt x="10591" y="5792"/>
                    <a:pt x="10575" y="5792"/>
                  </a:cubicBezTo>
                  <a:cubicBezTo>
                    <a:pt x="10528" y="5792"/>
                    <a:pt x="10478" y="5806"/>
                    <a:pt x="10443" y="5833"/>
                  </a:cubicBezTo>
                  <a:cubicBezTo>
                    <a:pt x="9550" y="6428"/>
                    <a:pt x="8454" y="6678"/>
                    <a:pt x="7466" y="7059"/>
                  </a:cubicBezTo>
                  <a:cubicBezTo>
                    <a:pt x="7422" y="7081"/>
                    <a:pt x="7429" y="7155"/>
                    <a:pt x="7479" y="7155"/>
                  </a:cubicBezTo>
                  <a:cubicBezTo>
                    <a:pt x="7482" y="7155"/>
                    <a:pt x="7486" y="7155"/>
                    <a:pt x="7490" y="7154"/>
                  </a:cubicBezTo>
                  <a:cubicBezTo>
                    <a:pt x="8038" y="7035"/>
                    <a:pt x="8573" y="6892"/>
                    <a:pt x="9109" y="6761"/>
                  </a:cubicBezTo>
                  <a:cubicBezTo>
                    <a:pt x="9645" y="6630"/>
                    <a:pt x="10181" y="6523"/>
                    <a:pt x="10657" y="6237"/>
                  </a:cubicBezTo>
                  <a:cubicBezTo>
                    <a:pt x="10776" y="7047"/>
                    <a:pt x="11169" y="7809"/>
                    <a:pt x="11562" y="8535"/>
                  </a:cubicBezTo>
                  <a:cubicBezTo>
                    <a:pt x="11579" y="8570"/>
                    <a:pt x="11610" y="8592"/>
                    <a:pt x="11643" y="8592"/>
                  </a:cubicBezTo>
                  <a:cubicBezTo>
                    <a:pt x="11655" y="8592"/>
                    <a:pt x="11668" y="8589"/>
                    <a:pt x="11681" y="8583"/>
                  </a:cubicBezTo>
                  <a:cubicBezTo>
                    <a:pt x="12336" y="10309"/>
                    <a:pt x="13038" y="12024"/>
                    <a:pt x="13729" y="13738"/>
                  </a:cubicBezTo>
                  <a:cubicBezTo>
                    <a:pt x="13681" y="13750"/>
                    <a:pt x="13646" y="13774"/>
                    <a:pt x="13610" y="13810"/>
                  </a:cubicBezTo>
                  <a:cubicBezTo>
                    <a:pt x="13038" y="14500"/>
                    <a:pt x="12288" y="14834"/>
                    <a:pt x="11395" y="14905"/>
                  </a:cubicBezTo>
                  <a:cubicBezTo>
                    <a:pt x="11227" y="14920"/>
                    <a:pt x="11058" y="14926"/>
                    <a:pt x="10890" y="14926"/>
                  </a:cubicBezTo>
                  <a:cubicBezTo>
                    <a:pt x="10429" y="14926"/>
                    <a:pt x="9968" y="14885"/>
                    <a:pt x="9508" y="14885"/>
                  </a:cubicBezTo>
                  <a:cubicBezTo>
                    <a:pt x="9339" y="14885"/>
                    <a:pt x="9171" y="14890"/>
                    <a:pt x="9002" y="14905"/>
                  </a:cubicBezTo>
                  <a:cubicBezTo>
                    <a:pt x="7776" y="15012"/>
                    <a:pt x="6430" y="15762"/>
                    <a:pt x="5811" y="16882"/>
                  </a:cubicBezTo>
                  <a:cubicBezTo>
                    <a:pt x="5014" y="14560"/>
                    <a:pt x="4216" y="12238"/>
                    <a:pt x="3323" y="9952"/>
                  </a:cubicBezTo>
                  <a:cubicBezTo>
                    <a:pt x="3263" y="9702"/>
                    <a:pt x="3168" y="9452"/>
                    <a:pt x="3037" y="9226"/>
                  </a:cubicBezTo>
                  <a:cubicBezTo>
                    <a:pt x="3013" y="9178"/>
                    <a:pt x="3001" y="9143"/>
                    <a:pt x="2989" y="9095"/>
                  </a:cubicBezTo>
                  <a:cubicBezTo>
                    <a:pt x="2978" y="9083"/>
                    <a:pt x="2954" y="9071"/>
                    <a:pt x="2930" y="9071"/>
                  </a:cubicBezTo>
                  <a:lnTo>
                    <a:pt x="2882" y="9024"/>
                  </a:lnTo>
                  <a:cubicBezTo>
                    <a:pt x="4037" y="8571"/>
                    <a:pt x="5180" y="8107"/>
                    <a:pt x="6323" y="7666"/>
                  </a:cubicBezTo>
                  <a:cubicBezTo>
                    <a:pt x="6410" y="7634"/>
                    <a:pt x="6368" y="7532"/>
                    <a:pt x="6297" y="7532"/>
                  </a:cubicBezTo>
                  <a:cubicBezTo>
                    <a:pt x="6290" y="7532"/>
                    <a:pt x="6283" y="7533"/>
                    <a:pt x="6276" y="7535"/>
                  </a:cubicBezTo>
                  <a:cubicBezTo>
                    <a:pt x="5049" y="7809"/>
                    <a:pt x="3871" y="8273"/>
                    <a:pt x="2787" y="8904"/>
                  </a:cubicBezTo>
                  <a:cubicBezTo>
                    <a:pt x="2692" y="8809"/>
                    <a:pt x="2573" y="8714"/>
                    <a:pt x="2454" y="8654"/>
                  </a:cubicBezTo>
                  <a:cubicBezTo>
                    <a:pt x="2120" y="8488"/>
                    <a:pt x="1561" y="8464"/>
                    <a:pt x="1799" y="7940"/>
                  </a:cubicBezTo>
                  <a:cubicBezTo>
                    <a:pt x="1966" y="7559"/>
                    <a:pt x="2454" y="7333"/>
                    <a:pt x="2787" y="7142"/>
                  </a:cubicBezTo>
                  <a:cubicBezTo>
                    <a:pt x="3192" y="6904"/>
                    <a:pt x="3609" y="6690"/>
                    <a:pt x="4037" y="6499"/>
                  </a:cubicBezTo>
                  <a:cubicBezTo>
                    <a:pt x="4811" y="6154"/>
                    <a:pt x="5597" y="5856"/>
                    <a:pt x="6407" y="5595"/>
                  </a:cubicBezTo>
                  <a:cubicBezTo>
                    <a:pt x="7204" y="5321"/>
                    <a:pt x="8014" y="5071"/>
                    <a:pt x="8824" y="4833"/>
                  </a:cubicBezTo>
                  <a:cubicBezTo>
                    <a:pt x="9205" y="4725"/>
                    <a:pt x="9574" y="4606"/>
                    <a:pt x="9955" y="4511"/>
                  </a:cubicBezTo>
                  <a:cubicBezTo>
                    <a:pt x="10133" y="4440"/>
                    <a:pt x="10324" y="4416"/>
                    <a:pt x="10514" y="4416"/>
                  </a:cubicBezTo>
                  <a:close/>
                  <a:moveTo>
                    <a:pt x="12967" y="14953"/>
                  </a:moveTo>
                  <a:lnTo>
                    <a:pt x="12955" y="14965"/>
                  </a:lnTo>
                  <a:cubicBezTo>
                    <a:pt x="12681" y="15215"/>
                    <a:pt x="12395" y="15453"/>
                    <a:pt x="12098" y="15667"/>
                  </a:cubicBezTo>
                  <a:cubicBezTo>
                    <a:pt x="11514" y="16072"/>
                    <a:pt x="10883" y="16417"/>
                    <a:pt x="10217" y="16667"/>
                  </a:cubicBezTo>
                  <a:cubicBezTo>
                    <a:pt x="9143" y="17059"/>
                    <a:pt x="8011" y="17261"/>
                    <a:pt x="6872" y="17261"/>
                  </a:cubicBezTo>
                  <a:cubicBezTo>
                    <a:pt x="6558" y="17261"/>
                    <a:pt x="6244" y="17246"/>
                    <a:pt x="5930" y="17215"/>
                  </a:cubicBezTo>
                  <a:cubicBezTo>
                    <a:pt x="5918" y="17191"/>
                    <a:pt x="5918" y="17179"/>
                    <a:pt x="5906" y="17155"/>
                  </a:cubicBezTo>
                  <a:cubicBezTo>
                    <a:pt x="6478" y="16536"/>
                    <a:pt x="7026" y="15953"/>
                    <a:pt x="7823" y="15608"/>
                  </a:cubicBezTo>
                  <a:cubicBezTo>
                    <a:pt x="8597" y="15262"/>
                    <a:pt x="9395" y="15203"/>
                    <a:pt x="10228" y="15203"/>
                  </a:cubicBezTo>
                  <a:cubicBezTo>
                    <a:pt x="10518" y="15203"/>
                    <a:pt x="10826" y="15212"/>
                    <a:pt x="11139" y="15212"/>
                  </a:cubicBezTo>
                  <a:cubicBezTo>
                    <a:pt x="11766" y="15212"/>
                    <a:pt x="12411" y="15175"/>
                    <a:pt x="12967" y="14953"/>
                  </a:cubicBezTo>
                  <a:close/>
                  <a:moveTo>
                    <a:pt x="14038" y="14512"/>
                  </a:moveTo>
                  <a:cubicBezTo>
                    <a:pt x="14062" y="14596"/>
                    <a:pt x="14098" y="14679"/>
                    <a:pt x="14134" y="14762"/>
                  </a:cubicBezTo>
                  <a:cubicBezTo>
                    <a:pt x="16182" y="19787"/>
                    <a:pt x="18229" y="24811"/>
                    <a:pt x="20289" y="29836"/>
                  </a:cubicBezTo>
                  <a:cubicBezTo>
                    <a:pt x="20801" y="31098"/>
                    <a:pt x="21325" y="32348"/>
                    <a:pt x="21837" y="33610"/>
                  </a:cubicBezTo>
                  <a:cubicBezTo>
                    <a:pt x="22337" y="34836"/>
                    <a:pt x="22980" y="36110"/>
                    <a:pt x="23171" y="37444"/>
                  </a:cubicBezTo>
                  <a:cubicBezTo>
                    <a:pt x="23456" y="39563"/>
                    <a:pt x="22218" y="41599"/>
                    <a:pt x="20194" y="42325"/>
                  </a:cubicBezTo>
                  <a:cubicBezTo>
                    <a:pt x="20087" y="42349"/>
                    <a:pt x="20003" y="42432"/>
                    <a:pt x="19980" y="42540"/>
                  </a:cubicBezTo>
                  <a:cubicBezTo>
                    <a:pt x="19931" y="42505"/>
                    <a:pt x="19870" y="42486"/>
                    <a:pt x="19809" y="42486"/>
                  </a:cubicBezTo>
                  <a:cubicBezTo>
                    <a:pt x="19766" y="42486"/>
                    <a:pt x="19722" y="42496"/>
                    <a:pt x="19682" y="42516"/>
                  </a:cubicBezTo>
                  <a:cubicBezTo>
                    <a:pt x="19141" y="42725"/>
                    <a:pt x="18581" y="42825"/>
                    <a:pt x="18027" y="42825"/>
                  </a:cubicBezTo>
                  <a:cubicBezTo>
                    <a:pt x="16532" y="42825"/>
                    <a:pt x="15086" y="42093"/>
                    <a:pt x="14217" y="40789"/>
                  </a:cubicBezTo>
                  <a:cubicBezTo>
                    <a:pt x="13491" y="39670"/>
                    <a:pt x="13134" y="38289"/>
                    <a:pt x="12705" y="37027"/>
                  </a:cubicBezTo>
                  <a:cubicBezTo>
                    <a:pt x="12264" y="35741"/>
                    <a:pt x="11824" y="34455"/>
                    <a:pt x="11383" y="33169"/>
                  </a:cubicBezTo>
                  <a:cubicBezTo>
                    <a:pt x="9645" y="28038"/>
                    <a:pt x="7883" y="22894"/>
                    <a:pt x="6109" y="17775"/>
                  </a:cubicBezTo>
                  <a:cubicBezTo>
                    <a:pt x="6061" y="17644"/>
                    <a:pt x="6026" y="17525"/>
                    <a:pt x="5978" y="17394"/>
                  </a:cubicBezTo>
                  <a:lnTo>
                    <a:pt x="5978" y="17394"/>
                  </a:lnTo>
                  <a:cubicBezTo>
                    <a:pt x="6540" y="17517"/>
                    <a:pt x="7108" y="17579"/>
                    <a:pt x="7676" y="17579"/>
                  </a:cubicBezTo>
                  <a:cubicBezTo>
                    <a:pt x="8587" y="17579"/>
                    <a:pt x="9493" y="17419"/>
                    <a:pt x="10359" y="17096"/>
                  </a:cubicBezTo>
                  <a:cubicBezTo>
                    <a:pt x="11074" y="16846"/>
                    <a:pt x="11752" y="16501"/>
                    <a:pt x="12383" y="16072"/>
                  </a:cubicBezTo>
                  <a:cubicBezTo>
                    <a:pt x="12943" y="15691"/>
                    <a:pt x="13741" y="15143"/>
                    <a:pt x="14038" y="14512"/>
                  </a:cubicBezTo>
                  <a:close/>
                  <a:moveTo>
                    <a:pt x="7786" y="0"/>
                  </a:moveTo>
                  <a:cubicBezTo>
                    <a:pt x="7763" y="0"/>
                    <a:pt x="7739" y="4"/>
                    <a:pt x="7716" y="11"/>
                  </a:cubicBezTo>
                  <a:cubicBezTo>
                    <a:pt x="5406" y="903"/>
                    <a:pt x="3097" y="1892"/>
                    <a:pt x="751" y="2689"/>
                  </a:cubicBezTo>
                  <a:cubicBezTo>
                    <a:pt x="465" y="2785"/>
                    <a:pt x="120" y="2832"/>
                    <a:pt x="61" y="3178"/>
                  </a:cubicBezTo>
                  <a:cubicBezTo>
                    <a:pt x="1" y="3570"/>
                    <a:pt x="477" y="4071"/>
                    <a:pt x="680" y="4368"/>
                  </a:cubicBezTo>
                  <a:cubicBezTo>
                    <a:pt x="1001" y="4833"/>
                    <a:pt x="1346" y="5297"/>
                    <a:pt x="1704" y="5749"/>
                  </a:cubicBezTo>
                  <a:cubicBezTo>
                    <a:pt x="1977" y="6095"/>
                    <a:pt x="2287" y="6511"/>
                    <a:pt x="2656" y="6773"/>
                  </a:cubicBezTo>
                  <a:cubicBezTo>
                    <a:pt x="2489" y="6857"/>
                    <a:pt x="2335" y="6940"/>
                    <a:pt x="2168" y="7023"/>
                  </a:cubicBezTo>
                  <a:cubicBezTo>
                    <a:pt x="1882" y="7166"/>
                    <a:pt x="1561" y="7309"/>
                    <a:pt x="1346" y="7571"/>
                  </a:cubicBezTo>
                  <a:cubicBezTo>
                    <a:pt x="977" y="8035"/>
                    <a:pt x="1037" y="8785"/>
                    <a:pt x="1644" y="9012"/>
                  </a:cubicBezTo>
                  <a:cubicBezTo>
                    <a:pt x="2096" y="9178"/>
                    <a:pt x="2513" y="9143"/>
                    <a:pt x="2835" y="9559"/>
                  </a:cubicBezTo>
                  <a:cubicBezTo>
                    <a:pt x="3168" y="9964"/>
                    <a:pt x="3228" y="10488"/>
                    <a:pt x="3370" y="10976"/>
                  </a:cubicBezTo>
                  <a:cubicBezTo>
                    <a:pt x="3377" y="10989"/>
                    <a:pt x="3387" y="10999"/>
                    <a:pt x="3395" y="10999"/>
                  </a:cubicBezTo>
                  <a:cubicBezTo>
                    <a:pt x="3401" y="10999"/>
                    <a:pt x="3406" y="10992"/>
                    <a:pt x="3406" y="10976"/>
                  </a:cubicBezTo>
                  <a:lnTo>
                    <a:pt x="3406" y="10881"/>
                  </a:lnTo>
                  <a:cubicBezTo>
                    <a:pt x="4061" y="13095"/>
                    <a:pt x="4811" y="15286"/>
                    <a:pt x="5537" y="17477"/>
                  </a:cubicBezTo>
                  <a:cubicBezTo>
                    <a:pt x="6430" y="20180"/>
                    <a:pt x="7323" y="22882"/>
                    <a:pt x="8240" y="25573"/>
                  </a:cubicBezTo>
                  <a:lnTo>
                    <a:pt x="10990" y="33765"/>
                  </a:lnTo>
                  <a:cubicBezTo>
                    <a:pt x="11443" y="35110"/>
                    <a:pt x="11895" y="36455"/>
                    <a:pt x="12348" y="37801"/>
                  </a:cubicBezTo>
                  <a:cubicBezTo>
                    <a:pt x="12764" y="39063"/>
                    <a:pt x="13134" y="40396"/>
                    <a:pt x="13931" y="41480"/>
                  </a:cubicBezTo>
                  <a:cubicBezTo>
                    <a:pt x="14901" y="42781"/>
                    <a:pt x="16479" y="43499"/>
                    <a:pt x="18065" y="43499"/>
                  </a:cubicBezTo>
                  <a:cubicBezTo>
                    <a:pt x="18698" y="43499"/>
                    <a:pt x="19334" y="43385"/>
                    <a:pt x="19932" y="43147"/>
                  </a:cubicBezTo>
                  <a:cubicBezTo>
                    <a:pt x="19973" y="42991"/>
                    <a:pt x="20111" y="42897"/>
                    <a:pt x="20251" y="42897"/>
                  </a:cubicBezTo>
                  <a:cubicBezTo>
                    <a:pt x="20313" y="42897"/>
                    <a:pt x="20377" y="42916"/>
                    <a:pt x="20432" y="42956"/>
                  </a:cubicBezTo>
                  <a:cubicBezTo>
                    <a:pt x="22563" y="42206"/>
                    <a:pt x="24040" y="40015"/>
                    <a:pt x="23861" y="37753"/>
                  </a:cubicBezTo>
                  <a:cubicBezTo>
                    <a:pt x="23742" y="36420"/>
                    <a:pt x="23147" y="35170"/>
                    <a:pt x="22635" y="33943"/>
                  </a:cubicBezTo>
                  <a:cubicBezTo>
                    <a:pt x="22087" y="32634"/>
                    <a:pt x="21539" y="31312"/>
                    <a:pt x="21004" y="30002"/>
                  </a:cubicBezTo>
                  <a:cubicBezTo>
                    <a:pt x="19896" y="27335"/>
                    <a:pt x="18789" y="24680"/>
                    <a:pt x="17694" y="22025"/>
                  </a:cubicBezTo>
                  <a:cubicBezTo>
                    <a:pt x="16598" y="19394"/>
                    <a:pt x="15503" y="16774"/>
                    <a:pt x="14396" y="14143"/>
                  </a:cubicBezTo>
                  <a:cubicBezTo>
                    <a:pt x="13396" y="11762"/>
                    <a:pt x="12407" y="9357"/>
                    <a:pt x="11312" y="7011"/>
                  </a:cubicBezTo>
                  <a:cubicBezTo>
                    <a:pt x="11205" y="6642"/>
                    <a:pt x="11157" y="6261"/>
                    <a:pt x="11157" y="5880"/>
                  </a:cubicBezTo>
                  <a:cubicBezTo>
                    <a:pt x="11169" y="5333"/>
                    <a:pt x="11621" y="4487"/>
                    <a:pt x="11121" y="4059"/>
                  </a:cubicBezTo>
                  <a:cubicBezTo>
                    <a:pt x="10952" y="3915"/>
                    <a:pt x="10742" y="3863"/>
                    <a:pt x="10518" y="3863"/>
                  </a:cubicBezTo>
                  <a:cubicBezTo>
                    <a:pt x="10111" y="3863"/>
                    <a:pt x="9657" y="4035"/>
                    <a:pt x="9312" y="4142"/>
                  </a:cubicBezTo>
                  <a:cubicBezTo>
                    <a:pt x="9038" y="2797"/>
                    <a:pt x="8490" y="1439"/>
                    <a:pt x="8014" y="153"/>
                  </a:cubicBezTo>
                  <a:cubicBezTo>
                    <a:pt x="7976" y="57"/>
                    <a:pt x="7883" y="0"/>
                    <a:pt x="778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44"/>
            <p:cNvSpPr/>
            <p:nvPr/>
          </p:nvSpPr>
          <p:spPr>
            <a:xfrm>
              <a:off x="2186650" y="2361475"/>
              <a:ext cx="71175" cy="29775"/>
            </a:xfrm>
            <a:custGeom>
              <a:avLst/>
              <a:gdLst/>
              <a:ahLst/>
              <a:cxnLst/>
              <a:rect l="l" t="t" r="r" b="b"/>
              <a:pathLst>
                <a:path w="2847" h="1191" extrusionOk="0">
                  <a:moveTo>
                    <a:pt x="2594" y="0"/>
                  </a:moveTo>
                  <a:cubicBezTo>
                    <a:pt x="2575" y="0"/>
                    <a:pt x="2555" y="4"/>
                    <a:pt x="2533" y="11"/>
                  </a:cubicBezTo>
                  <a:cubicBezTo>
                    <a:pt x="2069" y="142"/>
                    <a:pt x="1628" y="308"/>
                    <a:pt x="1188" y="487"/>
                  </a:cubicBezTo>
                  <a:cubicBezTo>
                    <a:pt x="795" y="642"/>
                    <a:pt x="366" y="773"/>
                    <a:pt x="57" y="1058"/>
                  </a:cubicBezTo>
                  <a:cubicBezTo>
                    <a:pt x="1" y="1103"/>
                    <a:pt x="29" y="1190"/>
                    <a:pt x="92" y="1190"/>
                  </a:cubicBezTo>
                  <a:cubicBezTo>
                    <a:pt x="96" y="1190"/>
                    <a:pt x="100" y="1190"/>
                    <a:pt x="104" y="1189"/>
                  </a:cubicBezTo>
                  <a:cubicBezTo>
                    <a:pt x="117" y="1190"/>
                    <a:pt x="130" y="1190"/>
                    <a:pt x="143" y="1190"/>
                  </a:cubicBezTo>
                  <a:cubicBezTo>
                    <a:pt x="557" y="1190"/>
                    <a:pt x="950" y="1007"/>
                    <a:pt x="1331" y="868"/>
                  </a:cubicBezTo>
                  <a:cubicBezTo>
                    <a:pt x="1783" y="713"/>
                    <a:pt x="2224" y="546"/>
                    <a:pt x="2664" y="344"/>
                  </a:cubicBezTo>
                  <a:cubicBezTo>
                    <a:pt x="2847" y="269"/>
                    <a:pt x="2768" y="0"/>
                    <a:pt x="25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44"/>
            <p:cNvSpPr/>
            <p:nvPr/>
          </p:nvSpPr>
          <p:spPr>
            <a:xfrm>
              <a:off x="2167525" y="2311225"/>
              <a:ext cx="71300" cy="29700"/>
            </a:xfrm>
            <a:custGeom>
              <a:avLst/>
              <a:gdLst/>
              <a:ahLst/>
              <a:cxnLst/>
              <a:rect l="l" t="t" r="r" b="b"/>
              <a:pathLst>
                <a:path w="2852" h="1188" extrusionOk="0">
                  <a:moveTo>
                    <a:pt x="2600" y="1"/>
                  </a:moveTo>
                  <a:cubicBezTo>
                    <a:pt x="2584" y="1"/>
                    <a:pt x="2566" y="3"/>
                    <a:pt x="2548" y="9"/>
                  </a:cubicBezTo>
                  <a:cubicBezTo>
                    <a:pt x="2084" y="140"/>
                    <a:pt x="1631" y="306"/>
                    <a:pt x="1203" y="485"/>
                  </a:cubicBezTo>
                  <a:cubicBezTo>
                    <a:pt x="810" y="640"/>
                    <a:pt x="381" y="771"/>
                    <a:pt x="60" y="1044"/>
                  </a:cubicBezTo>
                  <a:cubicBezTo>
                    <a:pt x="0" y="1092"/>
                    <a:pt x="36" y="1187"/>
                    <a:pt x="119" y="1187"/>
                  </a:cubicBezTo>
                  <a:cubicBezTo>
                    <a:pt x="131" y="1188"/>
                    <a:pt x="143" y="1188"/>
                    <a:pt x="155" y="1188"/>
                  </a:cubicBezTo>
                  <a:cubicBezTo>
                    <a:pt x="559" y="1188"/>
                    <a:pt x="952" y="993"/>
                    <a:pt x="1334" y="866"/>
                  </a:cubicBezTo>
                  <a:cubicBezTo>
                    <a:pt x="1786" y="711"/>
                    <a:pt x="2239" y="544"/>
                    <a:pt x="2667" y="342"/>
                  </a:cubicBezTo>
                  <a:cubicBezTo>
                    <a:pt x="2852" y="255"/>
                    <a:pt x="2769" y="1"/>
                    <a:pt x="26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44"/>
            <p:cNvSpPr/>
            <p:nvPr/>
          </p:nvSpPr>
          <p:spPr>
            <a:xfrm>
              <a:off x="2148550" y="2260775"/>
              <a:ext cx="71400" cy="29850"/>
            </a:xfrm>
            <a:custGeom>
              <a:avLst/>
              <a:gdLst/>
              <a:ahLst/>
              <a:cxnLst/>
              <a:rect l="l" t="t" r="r" b="b"/>
              <a:pathLst>
                <a:path w="2856" h="1194" extrusionOk="0">
                  <a:moveTo>
                    <a:pt x="2614" y="1"/>
                  </a:moveTo>
                  <a:cubicBezTo>
                    <a:pt x="2592" y="1"/>
                    <a:pt x="2569" y="5"/>
                    <a:pt x="2545" y="14"/>
                  </a:cubicBezTo>
                  <a:cubicBezTo>
                    <a:pt x="2093" y="145"/>
                    <a:pt x="1640" y="300"/>
                    <a:pt x="1200" y="491"/>
                  </a:cubicBezTo>
                  <a:cubicBezTo>
                    <a:pt x="807" y="634"/>
                    <a:pt x="378" y="764"/>
                    <a:pt x="69" y="1038"/>
                  </a:cubicBezTo>
                  <a:cubicBezTo>
                    <a:pt x="1" y="1084"/>
                    <a:pt x="30" y="1194"/>
                    <a:pt x="105" y="1194"/>
                  </a:cubicBezTo>
                  <a:cubicBezTo>
                    <a:pt x="109" y="1194"/>
                    <a:pt x="112" y="1194"/>
                    <a:pt x="116" y="1193"/>
                  </a:cubicBezTo>
                  <a:cubicBezTo>
                    <a:pt x="545" y="1193"/>
                    <a:pt x="950" y="1003"/>
                    <a:pt x="1343" y="872"/>
                  </a:cubicBezTo>
                  <a:cubicBezTo>
                    <a:pt x="1795" y="717"/>
                    <a:pt x="2236" y="538"/>
                    <a:pt x="2676" y="348"/>
                  </a:cubicBezTo>
                  <a:cubicBezTo>
                    <a:pt x="2856" y="263"/>
                    <a:pt x="2782" y="1"/>
                    <a:pt x="261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44"/>
            <p:cNvSpPr/>
            <p:nvPr/>
          </p:nvSpPr>
          <p:spPr>
            <a:xfrm>
              <a:off x="2129800" y="2210200"/>
              <a:ext cx="71650" cy="29850"/>
            </a:xfrm>
            <a:custGeom>
              <a:avLst/>
              <a:gdLst/>
              <a:ahLst/>
              <a:cxnLst/>
              <a:rect l="l" t="t" r="r" b="b"/>
              <a:pathLst>
                <a:path w="2866" h="1194" extrusionOk="0">
                  <a:moveTo>
                    <a:pt x="2604" y="0"/>
                  </a:moveTo>
                  <a:cubicBezTo>
                    <a:pt x="2582" y="0"/>
                    <a:pt x="2558" y="4"/>
                    <a:pt x="2533" y="13"/>
                  </a:cubicBezTo>
                  <a:cubicBezTo>
                    <a:pt x="2081" y="156"/>
                    <a:pt x="1628" y="311"/>
                    <a:pt x="1200" y="501"/>
                  </a:cubicBezTo>
                  <a:cubicBezTo>
                    <a:pt x="807" y="656"/>
                    <a:pt x="378" y="775"/>
                    <a:pt x="57" y="1061"/>
                  </a:cubicBezTo>
                  <a:cubicBezTo>
                    <a:pt x="1" y="1106"/>
                    <a:pt x="29" y="1193"/>
                    <a:pt x="102" y="1193"/>
                  </a:cubicBezTo>
                  <a:cubicBezTo>
                    <a:pt x="107" y="1193"/>
                    <a:pt x="111" y="1193"/>
                    <a:pt x="116" y="1192"/>
                  </a:cubicBezTo>
                  <a:cubicBezTo>
                    <a:pt x="130" y="1192"/>
                    <a:pt x="143" y="1193"/>
                    <a:pt x="156" y="1193"/>
                  </a:cubicBezTo>
                  <a:cubicBezTo>
                    <a:pt x="559" y="1193"/>
                    <a:pt x="951" y="1020"/>
                    <a:pt x="1343" y="871"/>
                  </a:cubicBezTo>
                  <a:cubicBezTo>
                    <a:pt x="1783" y="728"/>
                    <a:pt x="2236" y="549"/>
                    <a:pt x="2664" y="359"/>
                  </a:cubicBezTo>
                  <a:cubicBezTo>
                    <a:pt x="2866" y="274"/>
                    <a:pt x="2784" y="0"/>
                    <a:pt x="260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44"/>
            <p:cNvSpPr/>
            <p:nvPr/>
          </p:nvSpPr>
          <p:spPr>
            <a:xfrm>
              <a:off x="2110975" y="2160025"/>
              <a:ext cx="71025" cy="29675"/>
            </a:xfrm>
            <a:custGeom>
              <a:avLst/>
              <a:gdLst/>
              <a:ahLst/>
              <a:cxnLst/>
              <a:rect l="l" t="t" r="r" b="b"/>
              <a:pathLst>
                <a:path w="2841" h="1187" extrusionOk="0">
                  <a:moveTo>
                    <a:pt x="2591" y="0"/>
                  </a:moveTo>
                  <a:cubicBezTo>
                    <a:pt x="2574" y="0"/>
                    <a:pt x="2555" y="3"/>
                    <a:pt x="2536" y="8"/>
                  </a:cubicBezTo>
                  <a:cubicBezTo>
                    <a:pt x="2084" y="139"/>
                    <a:pt x="1631" y="306"/>
                    <a:pt x="1191" y="484"/>
                  </a:cubicBezTo>
                  <a:cubicBezTo>
                    <a:pt x="810" y="639"/>
                    <a:pt x="369" y="758"/>
                    <a:pt x="60" y="1044"/>
                  </a:cubicBezTo>
                  <a:cubicBezTo>
                    <a:pt x="0" y="1092"/>
                    <a:pt x="36" y="1187"/>
                    <a:pt x="107" y="1187"/>
                  </a:cubicBezTo>
                  <a:cubicBezTo>
                    <a:pt x="536" y="1187"/>
                    <a:pt x="941" y="1008"/>
                    <a:pt x="1334" y="865"/>
                  </a:cubicBezTo>
                  <a:cubicBezTo>
                    <a:pt x="1786" y="711"/>
                    <a:pt x="2227" y="544"/>
                    <a:pt x="2667" y="342"/>
                  </a:cubicBezTo>
                  <a:cubicBezTo>
                    <a:pt x="2841" y="255"/>
                    <a:pt x="2767" y="0"/>
                    <a:pt x="259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44"/>
            <p:cNvSpPr/>
            <p:nvPr/>
          </p:nvSpPr>
          <p:spPr>
            <a:xfrm>
              <a:off x="2091925" y="2109650"/>
              <a:ext cx="71500" cy="29775"/>
            </a:xfrm>
            <a:custGeom>
              <a:avLst/>
              <a:gdLst/>
              <a:ahLst/>
              <a:cxnLst/>
              <a:rect l="l" t="t" r="r" b="b"/>
              <a:pathLst>
                <a:path w="2860" h="1191" extrusionOk="0">
                  <a:moveTo>
                    <a:pt x="2602" y="0"/>
                  </a:moveTo>
                  <a:cubicBezTo>
                    <a:pt x="2581" y="0"/>
                    <a:pt x="2559" y="4"/>
                    <a:pt x="2536" y="11"/>
                  </a:cubicBezTo>
                  <a:cubicBezTo>
                    <a:pt x="2084" y="142"/>
                    <a:pt x="1631" y="309"/>
                    <a:pt x="1203" y="487"/>
                  </a:cubicBezTo>
                  <a:cubicBezTo>
                    <a:pt x="810" y="642"/>
                    <a:pt x="381" y="773"/>
                    <a:pt x="60" y="1047"/>
                  </a:cubicBezTo>
                  <a:cubicBezTo>
                    <a:pt x="0" y="1094"/>
                    <a:pt x="36" y="1190"/>
                    <a:pt x="119" y="1190"/>
                  </a:cubicBezTo>
                  <a:cubicBezTo>
                    <a:pt x="132" y="1190"/>
                    <a:pt x="144" y="1190"/>
                    <a:pt x="157" y="1190"/>
                  </a:cubicBezTo>
                  <a:cubicBezTo>
                    <a:pt x="561" y="1190"/>
                    <a:pt x="964" y="1007"/>
                    <a:pt x="1334" y="868"/>
                  </a:cubicBezTo>
                  <a:cubicBezTo>
                    <a:pt x="1786" y="702"/>
                    <a:pt x="2239" y="547"/>
                    <a:pt x="2667" y="344"/>
                  </a:cubicBezTo>
                  <a:cubicBezTo>
                    <a:pt x="2860" y="259"/>
                    <a:pt x="2783" y="0"/>
                    <a:pt x="26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44"/>
            <p:cNvSpPr/>
            <p:nvPr/>
          </p:nvSpPr>
          <p:spPr>
            <a:xfrm>
              <a:off x="2073250" y="2059275"/>
              <a:ext cx="71650" cy="29850"/>
            </a:xfrm>
            <a:custGeom>
              <a:avLst/>
              <a:gdLst/>
              <a:ahLst/>
              <a:cxnLst/>
              <a:rect l="l" t="t" r="r" b="b"/>
              <a:pathLst>
                <a:path w="2866" h="1194" extrusionOk="0">
                  <a:moveTo>
                    <a:pt x="2604" y="1"/>
                  </a:moveTo>
                  <a:cubicBezTo>
                    <a:pt x="2582" y="1"/>
                    <a:pt x="2558" y="5"/>
                    <a:pt x="2533" y="14"/>
                  </a:cubicBezTo>
                  <a:cubicBezTo>
                    <a:pt x="2081" y="157"/>
                    <a:pt x="1628" y="312"/>
                    <a:pt x="1188" y="502"/>
                  </a:cubicBezTo>
                  <a:cubicBezTo>
                    <a:pt x="795" y="645"/>
                    <a:pt x="366" y="776"/>
                    <a:pt x="57" y="1062"/>
                  </a:cubicBezTo>
                  <a:cubicBezTo>
                    <a:pt x="0" y="1106"/>
                    <a:pt x="29" y="1194"/>
                    <a:pt x="92" y="1194"/>
                  </a:cubicBezTo>
                  <a:cubicBezTo>
                    <a:pt x="96" y="1194"/>
                    <a:pt x="100" y="1193"/>
                    <a:pt x="104" y="1193"/>
                  </a:cubicBezTo>
                  <a:cubicBezTo>
                    <a:pt x="117" y="1193"/>
                    <a:pt x="130" y="1193"/>
                    <a:pt x="143" y="1193"/>
                  </a:cubicBezTo>
                  <a:cubicBezTo>
                    <a:pt x="557" y="1193"/>
                    <a:pt x="949" y="1010"/>
                    <a:pt x="1331" y="871"/>
                  </a:cubicBezTo>
                  <a:cubicBezTo>
                    <a:pt x="1783" y="728"/>
                    <a:pt x="2224" y="550"/>
                    <a:pt x="2664" y="347"/>
                  </a:cubicBezTo>
                  <a:cubicBezTo>
                    <a:pt x="2865" y="273"/>
                    <a:pt x="2784" y="1"/>
                    <a:pt x="26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44"/>
            <p:cNvSpPr/>
            <p:nvPr/>
          </p:nvSpPr>
          <p:spPr>
            <a:xfrm>
              <a:off x="2053825" y="2008825"/>
              <a:ext cx="71600" cy="29975"/>
            </a:xfrm>
            <a:custGeom>
              <a:avLst/>
              <a:gdLst/>
              <a:ahLst/>
              <a:cxnLst/>
              <a:rect l="l" t="t" r="r" b="b"/>
              <a:pathLst>
                <a:path w="2864" h="1199" extrusionOk="0">
                  <a:moveTo>
                    <a:pt x="2611" y="0"/>
                  </a:moveTo>
                  <a:cubicBezTo>
                    <a:pt x="2594" y="0"/>
                    <a:pt x="2577" y="3"/>
                    <a:pt x="2560" y="8"/>
                  </a:cubicBezTo>
                  <a:cubicBezTo>
                    <a:pt x="2096" y="151"/>
                    <a:pt x="1655" y="305"/>
                    <a:pt x="1215" y="484"/>
                  </a:cubicBezTo>
                  <a:cubicBezTo>
                    <a:pt x="822" y="639"/>
                    <a:pt x="393" y="770"/>
                    <a:pt x="83" y="1044"/>
                  </a:cubicBezTo>
                  <a:cubicBezTo>
                    <a:pt x="0" y="1091"/>
                    <a:pt x="48" y="1198"/>
                    <a:pt x="131" y="1198"/>
                  </a:cubicBezTo>
                  <a:cubicBezTo>
                    <a:pt x="548" y="1198"/>
                    <a:pt x="953" y="1008"/>
                    <a:pt x="1346" y="865"/>
                  </a:cubicBezTo>
                  <a:cubicBezTo>
                    <a:pt x="1798" y="722"/>
                    <a:pt x="2250" y="544"/>
                    <a:pt x="2679" y="353"/>
                  </a:cubicBezTo>
                  <a:cubicBezTo>
                    <a:pt x="2864" y="266"/>
                    <a:pt x="2781" y="0"/>
                    <a:pt x="261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44"/>
            <p:cNvSpPr/>
            <p:nvPr/>
          </p:nvSpPr>
          <p:spPr>
            <a:xfrm>
              <a:off x="2035450" y="1958375"/>
              <a:ext cx="71650" cy="29850"/>
            </a:xfrm>
            <a:custGeom>
              <a:avLst/>
              <a:gdLst/>
              <a:ahLst/>
              <a:cxnLst/>
              <a:rect l="l" t="t" r="r" b="b"/>
              <a:pathLst>
                <a:path w="2866" h="1194" extrusionOk="0">
                  <a:moveTo>
                    <a:pt x="2604" y="0"/>
                  </a:moveTo>
                  <a:cubicBezTo>
                    <a:pt x="2581" y="0"/>
                    <a:pt x="2558" y="5"/>
                    <a:pt x="2533" y="14"/>
                  </a:cubicBezTo>
                  <a:cubicBezTo>
                    <a:pt x="2081" y="157"/>
                    <a:pt x="1628" y="311"/>
                    <a:pt x="1188" y="502"/>
                  </a:cubicBezTo>
                  <a:cubicBezTo>
                    <a:pt x="807" y="645"/>
                    <a:pt x="378" y="776"/>
                    <a:pt x="56" y="1050"/>
                  </a:cubicBezTo>
                  <a:cubicBezTo>
                    <a:pt x="0" y="1095"/>
                    <a:pt x="29" y="1193"/>
                    <a:pt x="103" y="1193"/>
                  </a:cubicBezTo>
                  <a:cubicBezTo>
                    <a:pt x="107" y="1193"/>
                    <a:pt x="112" y="1193"/>
                    <a:pt x="116" y="1192"/>
                  </a:cubicBezTo>
                  <a:cubicBezTo>
                    <a:pt x="128" y="1193"/>
                    <a:pt x="141" y="1193"/>
                    <a:pt x="153" y="1193"/>
                  </a:cubicBezTo>
                  <a:cubicBezTo>
                    <a:pt x="557" y="1193"/>
                    <a:pt x="949" y="1010"/>
                    <a:pt x="1330" y="871"/>
                  </a:cubicBezTo>
                  <a:cubicBezTo>
                    <a:pt x="1771" y="716"/>
                    <a:pt x="2235" y="561"/>
                    <a:pt x="2664" y="347"/>
                  </a:cubicBezTo>
                  <a:cubicBezTo>
                    <a:pt x="2865" y="273"/>
                    <a:pt x="2784" y="0"/>
                    <a:pt x="260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44"/>
            <p:cNvSpPr/>
            <p:nvPr/>
          </p:nvSpPr>
          <p:spPr>
            <a:xfrm>
              <a:off x="2016300" y="1908200"/>
              <a:ext cx="71325" cy="29700"/>
            </a:xfrm>
            <a:custGeom>
              <a:avLst/>
              <a:gdLst/>
              <a:ahLst/>
              <a:cxnLst/>
              <a:rect l="l" t="t" r="r" b="b"/>
              <a:pathLst>
                <a:path w="2853" h="1188" extrusionOk="0">
                  <a:moveTo>
                    <a:pt x="2601" y="1"/>
                  </a:moveTo>
                  <a:cubicBezTo>
                    <a:pt x="2584" y="1"/>
                    <a:pt x="2567" y="3"/>
                    <a:pt x="2549" y="9"/>
                  </a:cubicBezTo>
                  <a:cubicBezTo>
                    <a:pt x="2085" y="128"/>
                    <a:pt x="1644" y="318"/>
                    <a:pt x="1203" y="485"/>
                  </a:cubicBezTo>
                  <a:cubicBezTo>
                    <a:pt x="811" y="640"/>
                    <a:pt x="382" y="759"/>
                    <a:pt x="60" y="1044"/>
                  </a:cubicBezTo>
                  <a:cubicBezTo>
                    <a:pt x="1" y="1092"/>
                    <a:pt x="37" y="1187"/>
                    <a:pt x="120" y="1187"/>
                  </a:cubicBezTo>
                  <a:cubicBezTo>
                    <a:pt x="132" y="1188"/>
                    <a:pt x="145" y="1188"/>
                    <a:pt x="157" y="1188"/>
                  </a:cubicBezTo>
                  <a:cubicBezTo>
                    <a:pt x="561" y="1188"/>
                    <a:pt x="953" y="1004"/>
                    <a:pt x="1334" y="866"/>
                  </a:cubicBezTo>
                  <a:cubicBezTo>
                    <a:pt x="1787" y="711"/>
                    <a:pt x="2239" y="544"/>
                    <a:pt x="2668" y="342"/>
                  </a:cubicBezTo>
                  <a:cubicBezTo>
                    <a:pt x="2852" y="255"/>
                    <a:pt x="2770" y="1"/>
                    <a:pt x="26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3" name="Google Shape;2043;p45"/>
          <p:cNvSpPr/>
          <p:nvPr/>
        </p:nvSpPr>
        <p:spPr>
          <a:xfrm>
            <a:off x="1880699" y="1684647"/>
            <a:ext cx="800947" cy="800012"/>
          </a:xfrm>
          <a:custGeom>
            <a:avLst/>
            <a:gdLst/>
            <a:ahLst/>
            <a:cxnLst/>
            <a:rect l="l" t="t" r="r" b="b"/>
            <a:pathLst>
              <a:path w="5454" h="5448" extrusionOk="0">
                <a:moveTo>
                  <a:pt x="2720" y="0"/>
                </a:moveTo>
                <a:cubicBezTo>
                  <a:pt x="2376" y="0"/>
                  <a:pt x="2033" y="72"/>
                  <a:pt x="1715" y="215"/>
                </a:cubicBezTo>
                <a:cubicBezTo>
                  <a:pt x="763" y="870"/>
                  <a:pt x="1" y="1858"/>
                  <a:pt x="24" y="3073"/>
                </a:cubicBezTo>
                <a:cubicBezTo>
                  <a:pt x="60" y="4442"/>
                  <a:pt x="1191" y="5382"/>
                  <a:pt x="2513" y="5442"/>
                </a:cubicBezTo>
                <a:cubicBezTo>
                  <a:pt x="2573" y="5446"/>
                  <a:pt x="2633" y="5448"/>
                  <a:pt x="2693" y="5448"/>
                </a:cubicBezTo>
                <a:cubicBezTo>
                  <a:pt x="3194" y="5448"/>
                  <a:pt x="3696" y="5315"/>
                  <a:pt x="4132" y="5049"/>
                </a:cubicBezTo>
                <a:cubicBezTo>
                  <a:pt x="4680" y="4704"/>
                  <a:pt x="4989" y="4132"/>
                  <a:pt x="5132" y="3501"/>
                </a:cubicBezTo>
                <a:cubicBezTo>
                  <a:pt x="5454" y="2204"/>
                  <a:pt x="4906" y="739"/>
                  <a:pt x="3644" y="179"/>
                </a:cubicBezTo>
                <a:cubicBezTo>
                  <a:pt x="3348" y="60"/>
                  <a:pt x="3034" y="0"/>
                  <a:pt x="2720" y="0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4" name="Google Shape;2044;p45"/>
          <p:cNvSpPr/>
          <p:nvPr/>
        </p:nvSpPr>
        <p:spPr>
          <a:xfrm>
            <a:off x="4396274" y="1684647"/>
            <a:ext cx="800947" cy="800012"/>
          </a:xfrm>
          <a:custGeom>
            <a:avLst/>
            <a:gdLst/>
            <a:ahLst/>
            <a:cxnLst/>
            <a:rect l="l" t="t" r="r" b="b"/>
            <a:pathLst>
              <a:path w="5454" h="5448" extrusionOk="0">
                <a:moveTo>
                  <a:pt x="2720" y="0"/>
                </a:moveTo>
                <a:cubicBezTo>
                  <a:pt x="2376" y="0"/>
                  <a:pt x="2033" y="72"/>
                  <a:pt x="1715" y="215"/>
                </a:cubicBezTo>
                <a:cubicBezTo>
                  <a:pt x="763" y="870"/>
                  <a:pt x="1" y="1858"/>
                  <a:pt x="24" y="3073"/>
                </a:cubicBezTo>
                <a:cubicBezTo>
                  <a:pt x="60" y="4442"/>
                  <a:pt x="1191" y="5382"/>
                  <a:pt x="2513" y="5442"/>
                </a:cubicBezTo>
                <a:cubicBezTo>
                  <a:pt x="2573" y="5446"/>
                  <a:pt x="2633" y="5448"/>
                  <a:pt x="2693" y="5448"/>
                </a:cubicBezTo>
                <a:cubicBezTo>
                  <a:pt x="3194" y="5448"/>
                  <a:pt x="3696" y="5315"/>
                  <a:pt x="4132" y="5049"/>
                </a:cubicBezTo>
                <a:cubicBezTo>
                  <a:pt x="4680" y="4704"/>
                  <a:pt x="4989" y="4132"/>
                  <a:pt x="5132" y="3501"/>
                </a:cubicBezTo>
                <a:cubicBezTo>
                  <a:pt x="5454" y="2204"/>
                  <a:pt x="4906" y="739"/>
                  <a:pt x="3644" y="179"/>
                </a:cubicBezTo>
                <a:cubicBezTo>
                  <a:pt x="3348" y="60"/>
                  <a:pt x="3034" y="0"/>
                  <a:pt x="2720" y="0"/>
                </a:cubicBezTo>
                <a:close/>
              </a:path>
            </a:pathLst>
          </a:custGeom>
          <a:solidFill>
            <a:schemeClr val="accent4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5" name="Google Shape;2045;p45"/>
          <p:cNvSpPr/>
          <p:nvPr/>
        </p:nvSpPr>
        <p:spPr>
          <a:xfrm>
            <a:off x="6911872" y="1684647"/>
            <a:ext cx="800947" cy="800012"/>
          </a:xfrm>
          <a:custGeom>
            <a:avLst/>
            <a:gdLst/>
            <a:ahLst/>
            <a:cxnLst/>
            <a:rect l="l" t="t" r="r" b="b"/>
            <a:pathLst>
              <a:path w="5454" h="5448" extrusionOk="0">
                <a:moveTo>
                  <a:pt x="2720" y="0"/>
                </a:moveTo>
                <a:cubicBezTo>
                  <a:pt x="2376" y="0"/>
                  <a:pt x="2033" y="72"/>
                  <a:pt x="1715" y="215"/>
                </a:cubicBezTo>
                <a:cubicBezTo>
                  <a:pt x="763" y="870"/>
                  <a:pt x="1" y="1858"/>
                  <a:pt x="24" y="3073"/>
                </a:cubicBezTo>
                <a:cubicBezTo>
                  <a:pt x="60" y="4442"/>
                  <a:pt x="1191" y="5382"/>
                  <a:pt x="2513" y="5442"/>
                </a:cubicBezTo>
                <a:cubicBezTo>
                  <a:pt x="2573" y="5446"/>
                  <a:pt x="2633" y="5448"/>
                  <a:pt x="2693" y="5448"/>
                </a:cubicBezTo>
                <a:cubicBezTo>
                  <a:pt x="3194" y="5448"/>
                  <a:pt x="3696" y="5315"/>
                  <a:pt x="4132" y="5049"/>
                </a:cubicBezTo>
                <a:cubicBezTo>
                  <a:pt x="4680" y="4704"/>
                  <a:pt x="4989" y="4132"/>
                  <a:pt x="5132" y="3501"/>
                </a:cubicBezTo>
                <a:cubicBezTo>
                  <a:pt x="5454" y="2204"/>
                  <a:pt x="4906" y="739"/>
                  <a:pt x="3644" y="179"/>
                </a:cubicBezTo>
                <a:cubicBezTo>
                  <a:pt x="3348" y="60"/>
                  <a:pt x="3034" y="0"/>
                  <a:pt x="2720" y="0"/>
                </a:cubicBezTo>
                <a:close/>
              </a:path>
            </a:pathLst>
          </a:custGeom>
          <a:solidFill>
            <a:schemeClr val="accent6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6" name="Google Shape;2046;p45"/>
          <p:cNvSpPr txBox="1">
            <a:spLocks noGrp="1"/>
          </p:cNvSpPr>
          <p:nvPr>
            <p:ph type="title"/>
          </p:nvPr>
        </p:nvSpPr>
        <p:spPr>
          <a:xfrm>
            <a:off x="758775" y="405130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Organize data with</a:t>
            </a:r>
            <a:endParaRPr/>
          </a:p>
        </p:txBody>
      </p:sp>
      <p:sp>
        <p:nvSpPr>
          <p:cNvPr id="2047" name="Google Shape;2047;p45"/>
          <p:cNvSpPr txBox="1">
            <a:spLocks noGrp="1"/>
          </p:cNvSpPr>
          <p:nvPr>
            <p:ph type="title" idx="6"/>
          </p:nvPr>
        </p:nvSpPr>
        <p:spPr>
          <a:xfrm>
            <a:off x="1163072" y="2631509"/>
            <a:ext cx="2236200" cy="35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Numbers</a:t>
            </a:r>
            <a:endParaRPr/>
          </a:p>
        </p:txBody>
      </p:sp>
      <p:sp>
        <p:nvSpPr>
          <p:cNvPr id="2048" name="Google Shape;2048;p45"/>
          <p:cNvSpPr txBox="1">
            <a:spLocks noGrp="1"/>
          </p:cNvSpPr>
          <p:nvPr>
            <p:ph type="title" idx="2"/>
          </p:nvPr>
        </p:nvSpPr>
        <p:spPr>
          <a:xfrm>
            <a:off x="4249248" y="1818853"/>
            <a:ext cx="1095000" cy="5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2049" name="Google Shape;2049;p45"/>
          <p:cNvSpPr txBox="1">
            <a:spLocks noGrp="1"/>
          </p:cNvSpPr>
          <p:nvPr>
            <p:ph type="title" idx="3"/>
          </p:nvPr>
        </p:nvSpPr>
        <p:spPr>
          <a:xfrm>
            <a:off x="3678648" y="2631509"/>
            <a:ext cx="2236200" cy="35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Letters</a:t>
            </a:r>
            <a:endParaRPr/>
          </a:p>
        </p:txBody>
      </p:sp>
      <p:sp>
        <p:nvSpPr>
          <p:cNvPr id="2050" name="Google Shape;2050;p45"/>
          <p:cNvSpPr txBox="1">
            <a:spLocks noGrp="1"/>
          </p:cNvSpPr>
          <p:nvPr>
            <p:ph type="title" idx="4"/>
          </p:nvPr>
        </p:nvSpPr>
        <p:spPr>
          <a:xfrm>
            <a:off x="3678648" y="2986709"/>
            <a:ext cx="22362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Earth is still the only world known to support life</a:t>
            </a:r>
            <a:endParaRPr/>
          </a:p>
        </p:txBody>
      </p:sp>
      <p:sp>
        <p:nvSpPr>
          <p:cNvPr id="2051" name="Google Shape;2051;p45"/>
          <p:cNvSpPr txBox="1">
            <a:spLocks noGrp="1"/>
          </p:cNvSpPr>
          <p:nvPr>
            <p:ph type="title" idx="5"/>
          </p:nvPr>
        </p:nvSpPr>
        <p:spPr>
          <a:xfrm>
            <a:off x="1733672" y="1818853"/>
            <a:ext cx="1095000" cy="5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2052" name="Google Shape;2052;p45"/>
          <p:cNvSpPr txBox="1">
            <a:spLocks noGrp="1"/>
          </p:cNvSpPr>
          <p:nvPr>
            <p:ph type="title" idx="7"/>
          </p:nvPr>
        </p:nvSpPr>
        <p:spPr>
          <a:xfrm>
            <a:off x="1163072" y="2986709"/>
            <a:ext cx="22362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 a gas giant and the biggest planet of them all</a:t>
            </a:r>
            <a:endParaRPr/>
          </a:p>
        </p:txBody>
      </p:sp>
      <p:sp>
        <p:nvSpPr>
          <p:cNvPr id="2053" name="Google Shape;2053;p45"/>
          <p:cNvSpPr txBox="1">
            <a:spLocks noGrp="1"/>
          </p:cNvSpPr>
          <p:nvPr>
            <p:ph type="title" idx="8"/>
          </p:nvPr>
        </p:nvSpPr>
        <p:spPr>
          <a:xfrm>
            <a:off x="6764846" y="1818853"/>
            <a:ext cx="1095000" cy="5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2054" name="Google Shape;2054;p45"/>
          <p:cNvSpPr txBox="1">
            <a:spLocks noGrp="1"/>
          </p:cNvSpPr>
          <p:nvPr>
            <p:ph type="title" idx="9"/>
          </p:nvPr>
        </p:nvSpPr>
        <p:spPr>
          <a:xfrm>
            <a:off x="6194246" y="2631509"/>
            <a:ext cx="2236200" cy="35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Pictures</a:t>
            </a:r>
            <a:endParaRPr/>
          </a:p>
        </p:txBody>
      </p:sp>
      <p:sp>
        <p:nvSpPr>
          <p:cNvPr id="2055" name="Google Shape;2055;p45"/>
          <p:cNvSpPr txBox="1">
            <a:spLocks noGrp="1"/>
          </p:cNvSpPr>
          <p:nvPr>
            <p:ph type="title" idx="13"/>
          </p:nvPr>
        </p:nvSpPr>
        <p:spPr>
          <a:xfrm>
            <a:off x="6194246" y="2986709"/>
            <a:ext cx="22362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smallest planet of them all</a:t>
            </a:r>
            <a:endParaRPr/>
          </a:p>
        </p:txBody>
      </p:sp>
      <p:grpSp>
        <p:nvGrpSpPr>
          <p:cNvPr id="2056" name="Google Shape;2056;p45"/>
          <p:cNvGrpSpPr/>
          <p:nvPr/>
        </p:nvGrpSpPr>
        <p:grpSpPr>
          <a:xfrm>
            <a:off x="713404" y="771056"/>
            <a:ext cx="549477" cy="522008"/>
            <a:chOff x="4608300" y="2378075"/>
            <a:chExt cx="340550" cy="323525"/>
          </a:xfrm>
        </p:grpSpPr>
        <p:sp>
          <p:nvSpPr>
            <p:cNvPr id="2057" name="Google Shape;2057;p45"/>
            <p:cNvSpPr/>
            <p:nvPr/>
          </p:nvSpPr>
          <p:spPr>
            <a:xfrm>
              <a:off x="4624075" y="2389575"/>
              <a:ext cx="298875" cy="96000"/>
            </a:xfrm>
            <a:custGeom>
              <a:avLst/>
              <a:gdLst/>
              <a:ahLst/>
              <a:cxnLst/>
              <a:rect l="l" t="t" r="r" b="b"/>
              <a:pathLst>
                <a:path w="11955" h="3840" extrusionOk="0">
                  <a:moveTo>
                    <a:pt x="5678" y="1"/>
                  </a:moveTo>
                  <a:cubicBezTo>
                    <a:pt x="4528" y="1"/>
                    <a:pt x="3380" y="9"/>
                    <a:pt x="2227" y="18"/>
                  </a:cubicBezTo>
                  <a:lnTo>
                    <a:pt x="977" y="42"/>
                  </a:lnTo>
                  <a:cubicBezTo>
                    <a:pt x="775" y="42"/>
                    <a:pt x="572" y="53"/>
                    <a:pt x="382" y="53"/>
                  </a:cubicBezTo>
                  <a:cubicBezTo>
                    <a:pt x="334" y="49"/>
                    <a:pt x="286" y="46"/>
                    <a:pt x="238" y="46"/>
                  </a:cubicBezTo>
                  <a:cubicBezTo>
                    <a:pt x="156" y="46"/>
                    <a:pt x="76" y="55"/>
                    <a:pt x="1" y="77"/>
                  </a:cubicBezTo>
                  <a:cubicBezTo>
                    <a:pt x="715" y="685"/>
                    <a:pt x="1417" y="1316"/>
                    <a:pt x="2132" y="1923"/>
                  </a:cubicBezTo>
                  <a:cubicBezTo>
                    <a:pt x="2882" y="2566"/>
                    <a:pt x="3632" y="3268"/>
                    <a:pt x="4442" y="3840"/>
                  </a:cubicBezTo>
                  <a:cubicBezTo>
                    <a:pt x="5692" y="3185"/>
                    <a:pt x="7001" y="2637"/>
                    <a:pt x="8275" y="2042"/>
                  </a:cubicBezTo>
                  <a:cubicBezTo>
                    <a:pt x="9526" y="1458"/>
                    <a:pt x="10728" y="815"/>
                    <a:pt x="11954" y="220"/>
                  </a:cubicBezTo>
                  <a:cubicBezTo>
                    <a:pt x="10347" y="101"/>
                    <a:pt x="8740" y="30"/>
                    <a:pt x="7109" y="6"/>
                  </a:cubicBezTo>
                  <a:cubicBezTo>
                    <a:pt x="6631" y="2"/>
                    <a:pt x="6154" y="1"/>
                    <a:pt x="5678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45"/>
            <p:cNvSpPr/>
            <p:nvPr/>
          </p:nvSpPr>
          <p:spPr>
            <a:xfrm>
              <a:off x="4680325" y="2407275"/>
              <a:ext cx="236075" cy="274150"/>
            </a:xfrm>
            <a:custGeom>
              <a:avLst/>
              <a:gdLst/>
              <a:ahLst/>
              <a:cxnLst/>
              <a:rect l="l" t="t" r="r" b="b"/>
              <a:pathLst>
                <a:path w="9443" h="10966" extrusionOk="0">
                  <a:moveTo>
                    <a:pt x="9443" y="0"/>
                  </a:moveTo>
                  <a:cubicBezTo>
                    <a:pt x="8347" y="548"/>
                    <a:pt x="7204" y="1060"/>
                    <a:pt x="6097" y="1584"/>
                  </a:cubicBezTo>
                  <a:cubicBezTo>
                    <a:pt x="4847" y="2167"/>
                    <a:pt x="3585" y="2774"/>
                    <a:pt x="2275" y="3239"/>
                  </a:cubicBezTo>
                  <a:cubicBezTo>
                    <a:pt x="2275" y="3263"/>
                    <a:pt x="2275" y="3275"/>
                    <a:pt x="2275" y="3286"/>
                  </a:cubicBezTo>
                  <a:cubicBezTo>
                    <a:pt x="1894" y="4560"/>
                    <a:pt x="1513" y="5834"/>
                    <a:pt x="1132" y="7096"/>
                  </a:cubicBezTo>
                  <a:cubicBezTo>
                    <a:pt x="739" y="8370"/>
                    <a:pt x="418" y="9656"/>
                    <a:pt x="13" y="10906"/>
                  </a:cubicBezTo>
                  <a:cubicBezTo>
                    <a:pt x="13" y="10918"/>
                    <a:pt x="1" y="10930"/>
                    <a:pt x="1" y="10942"/>
                  </a:cubicBezTo>
                  <a:lnTo>
                    <a:pt x="25" y="10966"/>
                  </a:lnTo>
                  <a:cubicBezTo>
                    <a:pt x="3120" y="7275"/>
                    <a:pt x="6264" y="3620"/>
                    <a:pt x="9443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45"/>
            <p:cNvSpPr/>
            <p:nvPr/>
          </p:nvSpPr>
          <p:spPr>
            <a:xfrm>
              <a:off x="4621100" y="2392100"/>
              <a:ext cx="109850" cy="295875"/>
            </a:xfrm>
            <a:custGeom>
              <a:avLst/>
              <a:gdLst/>
              <a:ahLst/>
              <a:cxnLst/>
              <a:rect l="l" t="t" r="r" b="b"/>
              <a:pathLst>
                <a:path w="4394" h="11835" extrusionOk="0">
                  <a:moveTo>
                    <a:pt x="84" y="0"/>
                  </a:moveTo>
                  <a:cubicBezTo>
                    <a:pt x="48" y="24"/>
                    <a:pt x="24" y="72"/>
                    <a:pt x="24" y="119"/>
                  </a:cubicBezTo>
                  <a:cubicBezTo>
                    <a:pt x="1" y="322"/>
                    <a:pt x="120" y="643"/>
                    <a:pt x="155" y="834"/>
                  </a:cubicBezTo>
                  <a:cubicBezTo>
                    <a:pt x="191" y="1036"/>
                    <a:pt x="239" y="1226"/>
                    <a:pt x="274" y="1417"/>
                  </a:cubicBezTo>
                  <a:cubicBezTo>
                    <a:pt x="334" y="1798"/>
                    <a:pt x="417" y="2191"/>
                    <a:pt x="489" y="2572"/>
                  </a:cubicBezTo>
                  <a:cubicBezTo>
                    <a:pt x="1072" y="5656"/>
                    <a:pt x="1667" y="8739"/>
                    <a:pt x="2167" y="11835"/>
                  </a:cubicBezTo>
                  <a:lnTo>
                    <a:pt x="2394" y="11573"/>
                  </a:lnTo>
                  <a:lnTo>
                    <a:pt x="2370" y="11549"/>
                  </a:lnTo>
                  <a:cubicBezTo>
                    <a:pt x="2346" y="11580"/>
                    <a:pt x="2315" y="11594"/>
                    <a:pt x="2285" y="11594"/>
                  </a:cubicBezTo>
                  <a:cubicBezTo>
                    <a:pt x="2224" y="11594"/>
                    <a:pt x="2167" y="11538"/>
                    <a:pt x="2191" y="11466"/>
                  </a:cubicBezTo>
                  <a:cubicBezTo>
                    <a:pt x="2787" y="9216"/>
                    <a:pt x="3489" y="6977"/>
                    <a:pt x="4120" y="4751"/>
                  </a:cubicBezTo>
                  <a:cubicBezTo>
                    <a:pt x="4180" y="4548"/>
                    <a:pt x="4394" y="4108"/>
                    <a:pt x="4334" y="3917"/>
                  </a:cubicBezTo>
                  <a:cubicBezTo>
                    <a:pt x="4287" y="3727"/>
                    <a:pt x="3870" y="3477"/>
                    <a:pt x="3727" y="3346"/>
                  </a:cubicBezTo>
                  <a:cubicBezTo>
                    <a:pt x="3322" y="3000"/>
                    <a:pt x="2906" y="2643"/>
                    <a:pt x="2501" y="2274"/>
                  </a:cubicBezTo>
                  <a:cubicBezTo>
                    <a:pt x="1679" y="1536"/>
                    <a:pt x="858" y="786"/>
                    <a:pt x="84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45"/>
            <p:cNvSpPr/>
            <p:nvPr/>
          </p:nvSpPr>
          <p:spPr>
            <a:xfrm>
              <a:off x="4608300" y="2378075"/>
              <a:ext cx="340550" cy="323525"/>
            </a:xfrm>
            <a:custGeom>
              <a:avLst/>
              <a:gdLst/>
              <a:ahLst/>
              <a:cxnLst/>
              <a:rect l="l" t="t" r="r" b="b"/>
              <a:pathLst>
                <a:path w="13622" h="12941" extrusionOk="0">
                  <a:moveTo>
                    <a:pt x="6225" y="456"/>
                  </a:moveTo>
                  <a:cubicBezTo>
                    <a:pt x="6729" y="456"/>
                    <a:pt x="7234" y="458"/>
                    <a:pt x="7740" y="466"/>
                  </a:cubicBezTo>
                  <a:cubicBezTo>
                    <a:pt x="9359" y="478"/>
                    <a:pt x="10978" y="549"/>
                    <a:pt x="12585" y="668"/>
                  </a:cubicBezTo>
                  <a:cubicBezTo>
                    <a:pt x="11359" y="1275"/>
                    <a:pt x="10157" y="1918"/>
                    <a:pt x="8906" y="2490"/>
                  </a:cubicBezTo>
                  <a:lnTo>
                    <a:pt x="8906" y="2502"/>
                  </a:lnTo>
                  <a:cubicBezTo>
                    <a:pt x="7632" y="3097"/>
                    <a:pt x="6323" y="3645"/>
                    <a:pt x="5073" y="4300"/>
                  </a:cubicBezTo>
                  <a:cubicBezTo>
                    <a:pt x="4263" y="3716"/>
                    <a:pt x="3513" y="3026"/>
                    <a:pt x="2763" y="2371"/>
                  </a:cubicBezTo>
                  <a:cubicBezTo>
                    <a:pt x="2048" y="1764"/>
                    <a:pt x="1346" y="1145"/>
                    <a:pt x="632" y="537"/>
                  </a:cubicBezTo>
                  <a:cubicBezTo>
                    <a:pt x="721" y="511"/>
                    <a:pt x="817" y="497"/>
                    <a:pt x="915" y="497"/>
                  </a:cubicBezTo>
                  <a:cubicBezTo>
                    <a:pt x="947" y="497"/>
                    <a:pt x="980" y="499"/>
                    <a:pt x="1013" y="502"/>
                  </a:cubicBezTo>
                  <a:cubicBezTo>
                    <a:pt x="1203" y="490"/>
                    <a:pt x="1406" y="490"/>
                    <a:pt x="1608" y="490"/>
                  </a:cubicBezTo>
                  <a:lnTo>
                    <a:pt x="2858" y="478"/>
                  </a:lnTo>
                  <a:cubicBezTo>
                    <a:pt x="3983" y="470"/>
                    <a:pt x="5103" y="456"/>
                    <a:pt x="6225" y="456"/>
                  </a:cubicBezTo>
                  <a:close/>
                  <a:moveTo>
                    <a:pt x="596" y="549"/>
                  </a:moveTo>
                  <a:cubicBezTo>
                    <a:pt x="1370" y="1347"/>
                    <a:pt x="2191" y="2097"/>
                    <a:pt x="3013" y="2835"/>
                  </a:cubicBezTo>
                  <a:cubicBezTo>
                    <a:pt x="3418" y="3192"/>
                    <a:pt x="3834" y="3550"/>
                    <a:pt x="4239" y="3907"/>
                  </a:cubicBezTo>
                  <a:cubicBezTo>
                    <a:pt x="4394" y="4038"/>
                    <a:pt x="4799" y="4276"/>
                    <a:pt x="4846" y="4478"/>
                  </a:cubicBezTo>
                  <a:cubicBezTo>
                    <a:pt x="4906" y="4669"/>
                    <a:pt x="4704" y="5109"/>
                    <a:pt x="4644" y="5312"/>
                  </a:cubicBezTo>
                  <a:cubicBezTo>
                    <a:pt x="4013" y="7550"/>
                    <a:pt x="3299" y="9777"/>
                    <a:pt x="2703" y="12015"/>
                  </a:cubicBezTo>
                  <a:cubicBezTo>
                    <a:pt x="2687" y="12089"/>
                    <a:pt x="2751" y="12147"/>
                    <a:pt x="2811" y="12147"/>
                  </a:cubicBezTo>
                  <a:cubicBezTo>
                    <a:pt x="2838" y="12147"/>
                    <a:pt x="2864" y="12136"/>
                    <a:pt x="2882" y="12110"/>
                  </a:cubicBezTo>
                  <a:cubicBezTo>
                    <a:pt x="2894" y="12098"/>
                    <a:pt x="2894" y="12086"/>
                    <a:pt x="2906" y="12074"/>
                  </a:cubicBezTo>
                  <a:cubicBezTo>
                    <a:pt x="3299" y="10812"/>
                    <a:pt x="3632" y="9527"/>
                    <a:pt x="4013" y="8264"/>
                  </a:cubicBezTo>
                  <a:cubicBezTo>
                    <a:pt x="4394" y="6990"/>
                    <a:pt x="4775" y="5728"/>
                    <a:pt x="5156" y="4454"/>
                  </a:cubicBezTo>
                  <a:cubicBezTo>
                    <a:pt x="5168" y="4443"/>
                    <a:pt x="5168" y="4419"/>
                    <a:pt x="5156" y="4407"/>
                  </a:cubicBezTo>
                  <a:cubicBezTo>
                    <a:pt x="6466" y="3942"/>
                    <a:pt x="7728" y="3323"/>
                    <a:pt x="8978" y="2740"/>
                  </a:cubicBezTo>
                  <a:cubicBezTo>
                    <a:pt x="10097" y="2228"/>
                    <a:pt x="11228" y="1716"/>
                    <a:pt x="12335" y="1168"/>
                  </a:cubicBezTo>
                  <a:lnTo>
                    <a:pt x="12335" y="1168"/>
                  </a:lnTo>
                  <a:cubicBezTo>
                    <a:pt x="9145" y="4800"/>
                    <a:pt x="6001" y="8443"/>
                    <a:pt x="2906" y="12134"/>
                  </a:cubicBezTo>
                  <a:lnTo>
                    <a:pt x="2679" y="12396"/>
                  </a:lnTo>
                  <a:cubicBezTo>
                    <a:pt x="2191" y="9300"/>
                    <a:pt x="1584" y="6217"/>
                    <a:pt x="1001" y="3133"/>
                  </a:cubicBezTo>
                  <a:cubicBezTo>
                    <a:pt x="929" y="2752"/>
                    <a:pt x="846" y="2359"/>
                    <a:pt x="774" y="1978"/>
                  </a:cubicBezTo>
                  <a:cubicBezTo>
                    <a:pt x="739" y="1787"/>
                    <a:pt x="703" y="1597"/>
                    <a:pt x="667" y="1395"/>
                  </a:cubicBezTo>
                  <a:cubicBezTo>
                    <a:pt x="632" y="1192"/>
                    <a:pt x="501" y="871"/>
                    <a:pt x="536" y="668"/>
                  </a:cubicBezTo>
                  <a:cubicBezTo>
                    <a:pt x="536" y="621"/>
                    <a:pt x="560" y="585"/>
                    <a:pt x="596" y="549"/>
                  </a:cubicBezTo>
                  <a:close/>
                  <a:moveTo>
                    <a:pt x="5977" y="0"/>
                  </a:moveTo>
                  <a:cubicBezTo>
                    <a:pt x="4888" y="0"/>
                    <a:pt x="3801" y="11"/>
                    <a:pt x="2715" y="25"/>
                  </a:cubicBezTo>
                  <a:cubicBezTo>
                    <a:pt x="2298" y="25"/>
                    <a:pt x="1882" y="37"/>
                    <a:pt x="1453" y="37"/>
                  </a:cubicBezTo>
                  <a:cubicBezTo>
                    <a:pt x="1426" y="38"/>
                    <a:pt x="1398" y="39"/>
                    <a:pt x="1370" y="39"/>
                  </a:cubicBezTo>
                  <a:cubicBezTo>
                    <a:pt x="1206" y="39"/>
                    <a:pt x="1027" y="25"/>
                    <a:pt x="852" y="25"/>
                  </a:cubicBezTo>
                  <a:cubicBezTo>
                    <a:pt x="687" y="25"/>
                    <a:pt x="525" y="37"/>
                    <a:pt x="382" y="85"/>
                  </a:cubicBezTo>
                  <a:cubicBezTo>
                    <a:pt x="143" y="168"/>
                    <a:pt x="1" y="394"/>
                    <a:pt x="24" y="644"/>
                  </a:cubicBezTo>
                  <a:cubicBezTo>
                    <a:pt x="72" y="1037"/>
                    <a:pt x="155" y="1430"/>
                    <a:pt x="251" y="1823"/>
                  </a:cubicBezTo>
                  <a:cubicBezTo>
                    <a:pt x="596" y="3526"/>
                    <a:pt x="929" y="5240"/>
                    <a:pt x="1275" y="6955"/>
                  </a:cubicBezTo>
                  <a:cubicBezTo>
                    <a:pt x="1644" y="8860"/>
                    <a:pt x="2025" y="10765"/>
                    <a:pt x="2465" y="12658"/>
                  </a:cubicBezTo>
                  <a:cubicBezTo>
                    <a:pt x="2366" y="12775"/>
                    <a:pt x="2465" y="12941"/>
                    <a:pt x="2587" y="12941"/>
                  </a:cubicBezTo>
                  <a:cubicBezTo>
                    <a:pt x="2625" y="12941"/>
                    <a:pt x="2666" y="12924"/>
                    <a:pt x="2703" y="12884"/>
                  </a:cubicBezTo>
                  <a:cubicBezTo>
                    <a:pt x="6347" y="8860"/>
                    <a:pt x="9930" y="4776"/>
                    <a:pt x="13467" y="656"/>
                  </a:cubicBezTo>
                  <a:cubicBezTo>
                    <a:pt x="13621" y="490"/>
                    <a:pt x="13514" y="216"/>
                    <a:pt x="13276" y="216"/>
                  </a:cubicBezTo>
                  <a:cubicBezTo>
                    <a:pt x="10849" y="51"/>
                    <a:pt x="8411" y="0"/>
                    <a:pt x="597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61" name="Google Shape;2061;p45"/>
          <p:cNvGrpSpPr/>
          <p:nvPr/>
        </p:nvGrpSpPr>
        <p:grpSpPr>
          <a:xfrm>
            <a:off x="8253664" y="4400037"/>
            <a:ext cx="519047" cy="458565"/>
            <a:chOff x="1543850" y="3053763"/>
            <a:chExt cx="382750" cy="338150"/>
          </a:xfrm>
        </p:grpSpPr>
        <p:sp>
          <p:nvSpPr>
            <p:cNvPr id="2062" name="Google Shape;2062;p45"/>
            <p:cNvSpPr/>
            <p:nvPr/>
          </p:nvSpPr>
          <p:spPr>
            <a:xfrm>
              <a:off x="1778050" y="3061963"/>
              <a:ext cx="136950" cy="130400"/>
            </a:xfrm>
            <a:custGeom>
              <a:avLst/>
              <a:gdLst/>
              <a:ahLst/>
              <a:cxnLst/>
              <a:rect l="l" t="t" r="r" b="b"/>
              <a:pathLst>
                <a:path w="5478" h="5216" extrusionOk="0">
                  <a:moveTo>
                    <a:pt x="2850" y="0"/>
                  </a:moveTo>
                  <a:cubicBezTo>
                    <a:pt x="2056" y="0"/>
                    <a:pt x="1470" y="437"/>
                    <a:pt x="977" y="1036"/>
                  </a:cubicBezTo>
                  <a:cubicBezTo>
                    <a:pt x="715" y="1334"/>
                    <a:pt x="488" y="1667"/>
                    <a:pt x="298" y="2025"/>
                  </a:cubicBezTo>
                  <a:cubicBezTo>
                    <a:pt x="167" y="2310"/>
                    <a:pt x="60" y="2596"/>
                    <a:pt x="0" y="2906"/>
                  </a:cubicBezTo>
                  <a:cubicBezTo>
                    <a:pt x="477" y="2953"/>
                    <a:pt x="953" y="3084"/>
                    <a:pt x="1393" y="3299"/>
                  </a:cubicBezTo>
                  <a:cubicBezTo>
                    <a:pt x="2274" y="3727"/>
                    <a:pt x="3024" y="4394"/>
                    <a:pt x="3548" y="5215"/>
                  </a:cubicBezTo>
                  <a:cubicBezTo>
                    <a:pt x="3560" y="5204"/>
                    <a:pt x="3560" y="5192"/>
                    <a:pt x="3560" y="5192"/>
                  </a:cubicBezTo>
                  <a:cubicBezTo>
                    <a:pt x="4239" y="4703"/>
                    <a:pt x="4858" y="4072"/>
                    <a:pt x="5084" y="3239"/>
                  </a:cubicBezTo>
                  <a:cubicBezTo>
                    <a:pt x="5477" y="1751"/>
                    <a:pt x="4537" y="36"/>
                    <a:pt x="2882" y="1"/>
                  </a:cubicBezTo>
                  <a:cubicBezTo>
                    <a:pt x="2871" y="0"/>
                    <a:pt x="2860" y="0"/>
                    <a:pt x="2850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45"/>
            <p:cNvSpPr/>
            <p:nvPr/>
          </p:nvSpPr>
          <p:spPr>
            <a:xfrm>
              <a:off x="1643200" y="3143613"/>
              <a:ext cx="231000" cy="213850"/>
            </a:xfrm>
            <a:custGeom>
              <a:avLst/>
              <a:gdLst/>
              <a:ahLst/>
              <a:cxnLst/>
              <a:rect l="l" t="t" r="r" b="b"/>
              <a:pathLst>
                <a:path w="9240" h="8554" extrusionOk="0">
                  <a:moveTo>
                    <a:pt x="4453" y="1"/>
                  </a:moveTo>
                  <a:cubicBezTo>
                    <a:pt x="4053" y="1"/>
                    <a:pt x="3653" y="51"/>
                    <a:pt x="3263" y="152"/>
                  </a:cubicBezTo>
                  <a:cubicBezTo>
                    <a:pt x="1560" y="818"/>
                    <a:pt x="215" y="2366"/>
                    <a:pt x="96" y="4295"/>
                  </a:cubicBezTo>
                  <a:cubicBezTo>
                    <a:pt x="1" y="5402"/>
                    <a:pt x="417" y="6486"/>
                    <a:pt x="1239" y="7248"/>
                  </a:cubicBezTo>
                  <a:cubicBezTo>
                    <a:pt x="2013" y="7962"/>
                    <a:pt x="3061" y="8331"/>
                    <a:pt x="4085" y="8474"/>
                  </a:cubicBezTo>
                  <a:cubicBezTo>
                    <a:pt x="4409" y="8524"/>
                    <a:pt x="4745" y="8553"/>
                    <a:pt x="5081" y="8553"/>
                  </a:cubicBezTo>
                  <a:cubicBezTo>
                    <a:pt x="5956" y="8553"/>
                    <a:pt x="6834" y="8354"/>
                    <a:pt x="7514" y="7795"/>
                  </a:cubicBezTo>
                  <a:cubicBezTo>
                    <a:pt x="8430" y="7033"/>
                    <a:pt x="9192" y="5890"/>
                    <a:pt x="9204" y="4676"/>
                  </a:cubicBezTo>
                  <a:cubicBezTo>
                    <a:pt x="9240" y="2628"/>
                    <a:pt x="7740" y="783"/>
                    <a:pt x="5799" y="199"/>
                  </a:cubicBezTo>
                  <a:cubicBezTo>
                    <a:pt x="5362" y="66"/>
                    <a:pt x="4908" y="1"/>
                    <a:pt x="4453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45"/>
            <p:cNvSpPr/>
            <p:nvPr/>
          </p:nvSpPr>
          <p:spPr>
            <a:xfrm>
              <a:off x="1544675" y="3240263"/>
              <a:ext cx="147075" cy="139275"/>
            </a:xfrm>
            <a:custGeom>
              <a:avLst/>
              <a:gdLst/>
              <a:ahLst/>
              <a:cxnLst/>
              <a:rect l="l" t="t" r="r" b="b"/>
              <a:pathLst>
                <a:path w="5883" h="5571" extrusionOk="0">
                  <a:moveTo>
                    <a:pt x="3110" y="1"/>
                  </a:moveTo>
                  <a:cubicBezTo>
                    <a:pt x="2834" y="1"/>
                    <a:pt x="2561" y="33"/>
                    <a:pt x="2287" y="131"/>
                  </a:cubicBezTo>
                  <a:cubicBezTo>
                    <a:pt x="1858" y="274"/>
                    <a:pt x="1477" y="536"/>
                    <a:pt x="1168" y="870"/>
                  </a:cubicBezTo>
                  <a:cubicBezTo>
                    <a:pt x="1" y="2143"/>
                    <a:pt x="322" y="4132"/>
                    <a:pt x="1739" y="5084"/>
                  </a:cubicBezTo>
                  <a:cubicBezTo>
                    <a:pt x="2247" y="5420"/>
                    <a:pt x="2801" y="5571"/>
                    <a:pt x="3351" y="5571"/>
                  </a:cubicBezTo>
                  <a:cubicBezTo>
                    <a:pt x="4285" y="5571"/>
                    <a:pt x="5208" y="5138"/>
                    <a:pt x="5882" y="4441"/>
                  </a:cubicBezTo>
                  <a:cubicBezTo>
                    <a:pt x="5240" y="4096"/>
                    <a:pt x="4680" y="3596"/>
                    <a:pt x="4263" y="2989"/>
                  </a:cubicBezTo>
                  <a:cubicBezTo>
                    <a:pt x="3692" y="2132"/>
                    <a:pt x="3537" y="1048"/>
                    <a:pt x="3692" y="36"/>
                  </a:cubicBezTo>
                  <a:cubicBezTo>
                    <a:pt x="3496" y="17"/>
                    <a:pt x="3303" y="1"/>
                    <a:pt x="3110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45"/>
            <p:cNvSpPr/>
            <p:nvPr/>
          </p:nvSpPr>
          <p:spPr>
            <a:xfrm>
              <a:off x="1543850" y="3053763"/>
              <a:ext cx="382750" cy="338150"/>
            </a:xfrm>
            <a:custGeom>
              <a:avLst/>
              <a:gdLst/>
              <a:ahLst/>
              <a:cxnLst/>
              <a:rect l="l" t="t" r="r" b="b"/>
              <a:pathLst>
                <a:path w="15310" h="13526" extrusionOk="0">
                  <a:moveTo>
                    <a:pt x="12218" y="328"/>
                  </a:moveTo>
                  <a:cubicBezTo>
                    <a:pt x="12228" y="328"/>
                    <a:pt x="12239" y="328"/>
                    <a:pt x="12250" y="329"/>
                  </a:cubicBezTo>
                  <a:cubicBezTo>
                    <a:pt x="13893" y="364"/>
                    <a:pt x="14845" y="2079"/>
                    <a:pt x="14452" y="3567"/>
                  </a:cubicBezTo>
                  <a:cubicBezTo>
                    <a:pt x="14226" y="4400"/>
                    <a:pt x="13607" y="5031"/>
                    <a:pt x="12928" y="5520"/>
                  </a:cubicBezTo>
                  <a:cubicBezTo>
                    <a:pt x="12916" y="5532"/>
                    <a:pt x="12916" y="5543"/>
                    <a:pt x="12916" y="5543"/>
                  </a:cubicBezTo>
                  <a:cubicBezTo>
                    <a:pt x="12381" y="4710"/>
                    <a:pt x="11630" y="4055"/>
                    <a:pt x="10761" y="3615"/>
                  </a:cubicBezTo>
                  <a:cubicBezTo>
                    <a:pt x="10321" y="3400"/>
                    <a:pt x="9845" y="3269"/>
                    <a:pt x="9356" y="3222"/>
                  </a:cubicBezTo>
                  <a:cubicBezTo>
                    <a:pt x="9428" y="2924"/>
                    <a:pt x="9523" y="2626"/>
                    <a:pt x="9654" y="2353"/>
                  </a:cubicBezTo>
                  <a:cubicBezTo>
                    <a:pt x="9845" y="1995"/>
                    <a:pt x="10071" y="1662"/>
                    <a:pt x="10345" y="1352"/>
                  </a:cubicBezTo>
                  <a:cubicBezTo>
                    <a:pt x="10838" y="765"/>
                    <a:pt x="11424" y="328"/>
                    <a:pt x="12218" y="328"/>
                  </a:cubicBezTo>
                  <a:close/>
                  <a:moveTo>
                    <a:pt x="8427" y="3595"/>
                  </a:moveTo>
                  <a:cubicBezTo>
                    <a:pt x="8882" y="3595"/>
                    <a:pt x="9336" y="3660"/>
                    <a:pt x="9773" y="3793"/>
                  </a:cubicBezTo>
                  <a:cubicBezTo>
                    <a:pt x="11702" y="4377"/>
                    <a:pt x="13214" y="6222"/>
                    <a:pt x="13178" y="8270"/>
                  </a:cubicBezTo>
                  <a:cubicBezTo>
                    <a:pt x="13166" y="9484"/>
                    <a:pt x="12404" y="10627"/>
                    <a:pt x="11476" y="11389"/>
                  </a:cubicBezTo>
                  <a:cubicBezTo>
                    <a:pt x="10793" y="11959"/>
                    <a:pt x="9917" y="12154"/>
                    <a:pt x="9041" y="12154"/>
                  </a:cubicBezTo>
                  <a:cubicBezTo>
                    <a:pt x="8710" y="12154"/>
                    <a:pt x="8379" y="12126"/>
                    <a:pt x="8059" y="12080"/>
                  </a:cubicBezTo>
                  <a:cubicBezTo>
                    <a:pt x="7035" y="11925"/>
                    <a:pt x="5987" y="11556"/>
                    <a:pt x="5201" y="10842"/>
                  </a:cubicBezTo>
                  <a:cubicBezTo>
                    <a:pt x="4391" y="10080"/>
                    <a:pt x="3975" y="8996"/>
                    <a:pt x="4070" y="7889"/>
                  </a:cubicBezTo>
                  <a:cubicBezTo>
                    <a:pt x="4189" y="5960"/>
                    <a:pt x="5523" y="4412"/>
                    <a:pt x="7237" y="3746"/>
                  </a:cubicBezTo>
                  <a:cubicBezTo>
                    <a:pt x="7627" y="3645"/>
                    <a:pt x="8027" y="3595"/>
                    <a:pt x="8427" y="3595"/>
                  </a:cubicBezTo>
                  <a:close/>
                  <a:moveTo>
                    <a:pt x="3130" y="7454"/>
                  </a:moveTo>
                  <a:cubicBezTo>
                    <a:pt x="3327" y="7454"/>
                    <a:pt x="3525" y="7469"/>
                    <a:pt x="3725" y="7484"/>
                  </a:cubicBezTo>
                  <a:cubicBezTo>
                    <a:pt x="3570" y="8508"/>
                    <a:pt x="3725" y="9592"/>
                    <a:pt x="4296" y="10449"/>
                  </a:cubicBezTo>
                  <a:cubicBezTo>
                    <a:pt x="4713" y="11056"/>
                    <a:pt x="5273" y="11556"/>
                    <a:pt x="5927" y="11901"/>
                  </a:cubicBezTo>
                  <a:cubicBezTo>
                    <a:pt x="5248" y="12595"/>
                    <a:pt x="4326" y="13028"/>
                    <a:pt x="3395" y="13028"/>
                  </a:cubicBezTo>
                  <a:cubicBezTo>
                    <a:pt x="2840" y="13028"/>
                    <a:pt x="2283" y="12874"/>
                    <a:pt x="1772" y="12532"/>
                  </a:cubicBezTo>
                  <a:cubicBezTo>
                    <a:pt x="355" y="11592"/>
                    <a:pt x="34" y="9603"/>
                    <a:pt x="1201" y="8330"/>
                  </a:cubicBezTo>
                  <a:cubicBezTo>
                    <a:pt x="1510" y="7996"/>
                    <a:pt x="1891" y="7734"/>
                    <a:pt x="2320" y="7579"/>
                  </a:cubicBezTo>
                  <a:cubicBezTo>
                    <a:pt x="2589" y="7483"/>
                    <a:pt x="2858" y="7454"/>
                    <a:pt x="3130" y="7454"/>
                  </a:cubicBezTo>
                  <a:close/>
                  <a:moveTo>
                    <a:pt x="12115" y="0"/>
                  </a:moveTo>
                  <a:cubicBezTo>
                    <a:pt x="11426" y="0"/>
                    <a:pt x="10759" y="274"/>
                    <a:pt x="10273" y="769"/>
                  </a:cubicBezTo>
                  <a:cubicBezTo>
                    <a:pt x="9880" y="1138"/>
                    <a:pt x="9559" y="1555"/>
                    <a:pt x="9309" y="2031"/>
                  </a:cubicBezTo>
                  <a:cubicBezTo>
                    <a:pt x="9130" y="2388"/>
                    <a:pt x="8975" y="2805"/>
                    <a:pt x="9071" y="3198"/>
                  </a:cubicBezTo>
                  <a:cubicBezTo>
                    <a:pt x="9003" y="3195"/>
                    <a:pt x="8934" y="3193"/>
                    <a:pt x="8866" y="3193"/>
                  </a:cubicBezTo>
                  <a:cubicBezTo>
                    <a:pt x="8399" y="3193"/>
                    <a:pt x="7934" y="3264"/>
                    <a:pt x="7487" y="3388"/>
                  </a:cubicBezTo>
                  <a:cubicBezTo>
                    <a:pt x="6951" y="3519"/>
                    <a:pt x="6439" y="3746"/>
                    <a:pt x="5987" y="4043"/>
                  </a:cubicBezTo>
                  <a:cubicBezTo>
                    <a:pt x="5582" y="4305"/>
                    <a:pt x="5225" y="4627"/>
                    <a:pt x="4915" y="4984"/>
                  </a:cubicBezTo>
                  <a:cubicBezTo>
                    <a:pt x="4677" y="5246"/>
                    <a:pt x="4463" y="5532"/>
                    <a:pt x="4284" y="5841"/>
                  </a:cubicBezTo>
                  <a:cubicBezTo>
                    <a:pt x="4284" y="5853"/>
                    <a:pt x="4284" y="5877"/>
                    <a:pt x="4284" y="5889"/>
                  </a:cubicBezTo>
                  <a:cubicBezTo>
                    <a:pt x="4106" y="6210"/>
                    <a:pt x="3963" y="6544"/>
                    <a:pt x="3856" y="6901"/>
                  </a:cubicBezTo>
                  <a:cubicBezTo>
                    <a:pt x="3820" y="7020"/>
                    <a:pt x="3796" y="7151"/>
                    <a:pt x="3772" y="7282"/>
                  </a:cubicBezTo>
                  <a:cubicBezTo>
                    <a:pt x="3531" y="7129"/>
                    <a:pt x="3253" y="7064"/>
                    <a:pt x="2966" y="7064"/>
                  </a:cubicBezTo>
                  <a:cubicBezTo>
                    <a:pt x="2359" y="7064"/>
                    <a:pt x="1712" y="7351"/>
                    <a:pt x="1284" y="7698"/>
                  </a:cubicBezTo>
                  <a:cubicBezTo>
                    <a:pt x="558" y="8270"/>
                    <a:pt x="117" y="9127"/>
                    <a:pt x="69" y="10056"/>
                  </a:cubicBezTo>
                  <a:cubicBezTo>
                    <a:pt x="0" y="11936"/>
                    <a:pt x="1719" y="13526"/>
                    <a:pt x="3558" y="13526"/>
                  </a:cubicBezTo>
                  <a:cubicBezTo>
                    <a:pt x="3618" y="13526"/>
                    <a:pt x="3677" y="13524"/>
                    <a:pt x="3737" y="13521"/>
                  </a:cubicBezTo>
                  <a:cubicBezTo>
                    <a:pt x="4796" y="13461"/>
                    <a:pt x="5784" y="12961"/>
                    <a:pt x="6463" y="12151"/>
                  </a:cubicBezTo>
                  <a:cubicBezTo>
                    <a:pt x="6677" y="12235"/>
                    <a:pt x="6880" y="12318"/>
                    <a:pt x="7106" y="12378"/>
                  </a:cubicBezTo>
                  <a:cubicBezTo>
                    <a:pt x="7745" y="12567"/>
                    <a:pt x="8441" y="12690"/>
                    <a:pt x="9132" y="12690"/>
                  </a:cubicBezTo>
                  <a:cubicBezTo>
                    <a:pt x="9741" y="12690"/>
                    <a:pt x="10346" y="12595"/>
                    <a:pt x="10904" y="12366"/>
                  </a:cubicBezTo>
                  <a:cubicBezTo>
                    <a:pt x="12071" y="11889"/>
                    <a:pt x="13059" y="10735"/>
                    <a:pt x="13512" y="9556"/>
                  </a:cubicBezTo>
                  <a:cubicBezTo>
                    <a:pt x="13952" y="8389"/>
                    <a:pt x="13774" y="7127"/>
                    <a:pt x="13214" y="6020"/>
                  </a:cubicBezTo>
                  <a:lnTo>
                    <a:pt x="13226" y="6020"/>
                  </a:lnTo>
                  <a:cubicBezTo>
                    <a:pt x="14714" y="5067"/>
                    <a:pt x="15309" y="3019"/>
                    <a:pt x="14488" y="1448"/>
                  </a:cubicBezTo>
                  <a:cubicBezTo>
                    <a:pt x="14095" y="710"/>
                    <a:pt x="13393" y="198"/>
                    <a:pt x="12583" y="43"/>
                  </a:cubicBezTo>
                  <a:cubicBezTo>
                    <a:pt x="12427" y="14"/>
                    <a:pt x="12270" y="0"/>
                    <a:pt x="121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0" name="Google Shape;2070;p46"/>
          <p:cNvSpPr txBox="1">
            <a:spLocks noGrp="1"/>
          </p:cNvSpPr>
          <p:nvPr>
            <p:ph type="title"/>
          </p:nvPr>
        </p:nvSpPr>
        <p:spPr>
          <a:xfrm>
            <a:off x="4849550" y="1165700"/>
            <a:ext cx="3207000" cy="184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picture reinforces the concept</a:t>
            </a:r>
            <a:endParaRPr/>
          </a:p>
        </p:txBody>
      </p:sp>
      <p:sp>
        <p:nvSpPr>
          <p:cNvPr id="2071" name="Google Shape;2071;p46"/>
          <p:cNvSpPr txBox="1">
            <a:spLocks noGrp="1"/>
          </p:cNvSpPr>
          <p:nvPr>
            <p:ph type="subTitle" idx="1"/>
          </p:nvPr>
        </p:nvSpPr>
        <p:spPr>
          <a:xfrm>
            <a:off x="4849300" y="3020725"/>
            <a:ext cx="3207000" cy="9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Images reveal large amounts of data, so remember: use an image instead of long texts</a:t>
            </a:r>
            <a:endParaRPr/>
          </a:p>
        </p:txBody>
      </p:sp>
      <p:sp>
        <p:nvSpPr>
          <p:cNvPr id="2072" name="Google Shape;2072;p46"/>
          <p:cNvSpPr/>
          <p:nvPr/>
        </p:nvSpPr>
        <p:spPr>
          <a:xfrm>
            <a:off x="5279421" y="2407950"/>
            <a:ext cx="2676032" cy="48744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 w="19050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accent2"/>
                </a:solidFill>
                <a:latin typeface="Viga"/>
              </a:rPr>
              <a:t>the concept</a:t>
            </a:r>
          </a:p>
        </p:txBody>
      </p:sp>
      <p:sp>
        <p:nvSpPr>
          <p:cNvPr id="2073" name="Google Shape;2073;p46"/>
          <p:cNvSpPr/>
          <p:nvPr/>
        </p:nvSpPr>
        <p:spPr>
          <a:xfrm>
            <a:off x="1215476" y="933788"/>
            <a:ext cx="3279722" cy="3275923"/>
          </a:xfrm>
          <a:custGeom>
            <a:avLst/>
            <a:gdLst/>
            <a:ahLst/>
            <a:cxnLst/>
            <a:rect l="l" t="t" r="r" b="b"/>
            <a:pathLst>
              <a:path w="5454" h="5448" extrusionOk="0">
                <a:moveTo>
                  <a:pt x="2720" y="0"/>
                </a:moveTo>
                <a:cubicBezTo>
                  <a:pt x="2376" y="0"/>
                  <a:pt x="2033" y="72"/>
                  <a:pt x="1715" y="215"/>
                </a:cubicBezTo>
                <a:cubicBezTo>
                  <a:pt x="763" y="870"/>
                  <a:pt x="1" y="1858"/>
                  <a:pt x="24" y="3073"/>
                </a:cubicBezTo>
                <a:cubicBezTo>
                  <a:pt x="60" y="4442"/>
                  <a:pt x="1191" y="5382"/>
                  <a:pt x="2513" y="5442"/>
                </a:cubicBezTo>
                <a:cubicBezTo>
                  <a:pt x="2573" y="5446"/>
                  <a:pt x="2633" y="5448"/>
                  <a:pt x="2693" y="5448"/>
                </a:cubicBezTo>
                <a:cubicBezTo>
                  <a:pt x="3194" y="5448"/>
                  <a:pt x="3696" y="5315"/>
                  <a:pt x="4132" y="5049"/>
                </a:cubicBezTo>
                <a:cubicBezTo>
                  <a:pt x="4680" y="4704"/>
                  <a:pt x="4989" y="4132"/>
                  <a:pt x="5132" y="3501"/>
                </a:cubicBezTo>
                <a:cubicBezTo>
                  <a:pt x="5454" y="2204"/>
                  <a:pt x="4906" y="739"/>
                  <a:pt x="3644" y="179"/>
                </a:cubicBezTo>
                <a:cubicBezTo>
                  <a:pt x="3348" y="60"/>
                  <a:pt x="3034" y="0"/>
                  <a:pt x="2720" y="0"/>
                </a:cubicBezTo>
                <a:close/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75" name="Google Shape;2075;p46"/>
          <p:cNvGrpSpPr/>
          <p:nvPr/>
        </p:nvGrpSpPr>
        <p:grpSpPr>
          <a:xfrm rot="-1951699">
            <a:off x="948686" y="2966657"/>
            <a:ext cx="933171" cy="1466930"/>
            <a:chOff x="4089488" y="2056125"/>
            <a:chExt cx="933200" cy="1466975"/>
          </a:xfrm>
        </p:grpSpPr>
        <p:sp>
          <p:nvSpPr>
            <p:cNvPr id="2076" name="Google Shape;2076;p46"/>
            <p:cNvSpPr/>
            <p:nvPr/>
          </p:nvSpPr>
          <p:spPr>
            <a:xfrm>
              <a:off x="4089788" y="2066825"/>
              <a:ext cx="920675" cy="1439325"/>
            </a:xfrm>
            <a:custGeom>
              <a:avLst/>
              <a:gdLst/>
              <a:ahLst/>
              <a:cxnLst/>
              <a:rect l="l" t="t" r="r" b="b"/>
              <a:pathLst>
                <a:path w="36827" h="57573" extrusionOk="0">
                  <a:moveTo>
                    <a:pt x="19077" y="23084"/>
                  </a:moveTo>
                  <a:cubicBezTo>
                    <a:pt x="19491" y="23084"/>
                    <a:pt x="19919" y="23267"/>
                    <a:pt x="20265" y="23476"/>
                  </a:cubicBezTo>
                  <a:cubicBezTo>
                    <a:pt x="21218" y="24059"/>
                    <a:pt x="21313" y="25441"/>
                    <a:pt x="20527" y="26214"/>
                  </a:cubicBezTo>
                  <a:cubicBezTo>
                    <a:pt x="20159" y="26577"/>
                    <a:pt x="19658" y="26753"/>
                    <a:pt x="19154" y="26753"/>
                  </a:cubicBezTo>
                  <a:cubicBezTo>
                    <a:pt x="18501" y="26753"/>
                    <a:pt x="17844" y="26458"/>
                    <a:pt x="17467" y="25893"/>
                  </a:cubicBezTo>
                  <a:cubicBezTo>
                    <a:pt x="16836" y="24976"/>
                    <a:pt x="17396" y="23893"/>
                    <a:pt x="18265" y="23381"/>
                  </a:cubicBezTo>
                  <a:cubicBezTo>
                    <a:pt x="18337" y="23321"/>
                    <a:pt x="18420" y="23274"/>
                    <a:pt x="18503" y="23226"/>
                  </a:cubicBezTo>
                  <a:cubicBezTo>
                    <a:pt x="18684" y="23126"/>
                    <a:pt x="18879" y="23084"/>
                    <a:pt x="19077" y="23084"/>
                  </a:cubicBezTo>
                  <a:close/>
                  <a:moveTo>
                    <a:pt x="22715" y="27506"/>
                  </a:moveTo>
                  <a:cubicBezTo>
                    <a:pt x="23325" y="27506"/>
                    <a:pt x="23927" y="27684"/>
                    <a:pt x="24444" y="28036"/>
                  </a:cubicBezTo>
                  <a:cubicBezTo>
                    <a:pt x="25218" y="28596"/>
                    <a:pt x="25730" y="29524"/>
                    <a:pt x="26135" y="30370"/>
                  </a:cubicBezTo>
                  <a:cubicBezTo>
                    <a:pt x="26552" y="31239"/>
                    <a:pt x="26814" y="32203"/>
                    <a:pt x="26576" y="33156"/>
                  </a:cubicBezTo>
                  <a:cubicBezTo>
                    <a:pt x="26397" y="33894"/>
                    <a:pt x="25921" y="34585"/>
                    <a:pt x="25171" y="34870"/>
                  </a:cubicBezTo>
                  <a:cubicBezTo>
                    <a:pt x="24924" y="34963"/>
                    <a:pt x="24667" y="35008"/>
                    <a:pt x="24412" y="35008"/>
                  </a:cubicBezTo>
                  <a:cubicBezTo>
                    <a:pt x="23879" y="35008"/>
                    <a:pt x="23355" y="34812"/>
                    <a:pt x="22944" y="34442"/>
                  </a:cubicBezTo>
                  <a:cubicBezTo>
                    <a:pt x="22563" y="34084"/>
                    <a:pt x="22337" y="33596"/>
                    <a:pt x="21920" y="33287"/>
                  </a:cubicBezTo>
                  <a:cubicBezTo>
                    <a:pt x="21527" y="33013"/>
                    <a:pt x="21051" y="32858"/>
                    <a:pt x="20634" y="32632"/>
                  </a:cubicBezTo>
                  <a:cubicBezTo>
                    <a:pt x="19932" y="32263"/>
                    <a:pt x="19480" y="31548"/>
                    <a:pt x="19432" y="30763"/>
                  </a:cubicBezTo>
                  <a:cubicBezTo>
                    <a:pt x="19372" y="30024"/>
                    <a:pt x="19634" y="29310"/>
                    <a:pt x="20158" y="28786"/>
                  </a:cubicBezTo>
                  <a:cubicBezTo>
                    <a:pt x="20539" y="28286"/>
                    <a:pt x="21063" y="27905"/>
                    <a:pt x="21646" y="27691"/>
                  </a:cubicBezTo>
                  <a:cubicBezTo>
                    <a:pt x="21995" y="27567"/>
                    <a:pt x="22356" y="27506"/>
                    <a:pt x="22715" y="27506"/>
                  </a:cubicBezTo>
                  <a:close/>
                  <a:moveTo>
                    <a:pt x="9069" y="31277"/>
                  </a:moveTo>
                  <a:cubicBezTo>
                    <a:pt x="10153" y="31277"/>
                    <a:pt x="11170" y="31706"/>
                    <a:pt x="12157" y="32156"/>
                  </a:cubicBezTo>
                  <a:cubicBezTo>
                    <a:pt x="14360" y="33180"/>
                    <a:pt x="16479" y="34370"/>
                    <a:pt x="18729" y="35299"/>
                  </a:cubicBezTo>
                  <a:cubicBezTo>
                    <a:pt x="21027" y="36228"/>
                    <a:pt x="23397" y="36811"/>
                    <a:pt x="25873" y="36835"/>
                  </a:cubicBezTo>
                  <a:cubicBezTo>
                    <a:pt x="25902" y="36835"/>
                    <a:pt x="25931" y="36835"/>
                    <a:pt x="25960" y="36835"/>
                  </a:cubicBezTo>
                  <a:cubicBezTo>
                    <a:pt x="28359" y="36835"/>
                    <a:pt x="30734" y="36347"/>
                    <a:pt x="32945" y="35406"/>
                  </a:cubicBezTo>
                  <a:cubicBezTo>
                    <a:pt x="32979" y="35389"/>
                    <a:pt x="33014" y="35381"/>
                    <a:pt x="33049" y="35381"/>
                  </a:cubicBezTo>
                  <a:cubicBezTo>
                    <a:pt x="33112" y="35381"/>
                    <a:pt x="33173" y="35408"/>
                    <a:pt x="33219" y="35454"/>
                  </a:cubicBezTo>
                  <a:cubicBezTo>
                    <a:pt x="33259" y="35432"/>
                    <a:pt x="33301" y="35421"/>
                    <a:pt x="33343" y="35421"/>
                  </a:cubicBezTo>
                  <a:cubicBezTo>
                    <a:pt x="33415" y="35421"/>
                    <a:pt x="33484" y="35453"/>
                    <a:pt x="33529" y="35513"/>
                  </a:cubicBezTo>
                  <a:cubicBezTo>
                    <a:pt x="34779" y="37287"/>
                    <a:pt x="35112" y="39514"/>
                    <a:pt x="35208" y="41633"/>
                  </a:cubicBezTo>
                  <a:cubicBezTo>
                    <a:pt x="35303" y="43943"/>
                    <a:pt x="35208" y="46384"/>
                    <a:pt x="34208" y="48503"/>
                  </a:cubicBezTo>
                  <a:lnTo>
                    <a:pt x="34208" y="48491"/>
                  </a:lnTo>
                  <a:cubicBezTo>
                    <a:pt x="33362" y="50253"/>
                    <a:pt x="31945" y="51622"/>
                    <a:pt x="30374" y="52753"/>
                  </a:cubicBezTo>
                  <a:cubicBezTo>
                    <a:pt x="28707" y="53956"/>
                    <a:pt x="26885" y="55063"/>
                    <a:pt x="24944" y="55766"/>
                  </a:cubicBezTo>
                  <a:cubicBezTo>
                    <a:pt x="23327" y="56343"/>
                    <a:pt x="21632" y="56563"/>
                    <a:pt x="19929" y="56563"/>
                  </a:cubicBezTo>
                  <a:cubicBezTo>
                    <a:pt x="19525" y="56563"/>
                    <a:pt x="19121" y="56551"/>
                    <a:pt x="18718" y="56528"/>
                  </a:cubicBezTo>
                  <a:cubicBezTo>
                    <a:pt x="16527" y="56421"/>
                    <a:pt x="14348" y="56051"/>
                    <a:pt x="12229" y="55432"/>
                  </a:cubicBezTo>
                  <a:cubicBezTo>
                    <a:pt x="8514" y="54325"/>
                    <a:pt x="4942" y="52015"/>
                    <a:pt x="3358" y="48348"/>
                  </a:cubicBezTo>
                  <a:cubicBezTo>
                    <a:pt x="1954" y="45062"/>
                    <a:pt x="2156" y="41085"/>
                    <a:pt x="3263" y="37716"/>
                  </a:cubicBezTo>
                  <a:cubicBezTo>
                    <a:pt x="3787" y="35680"/>
                    <a:pt x="4537" y="33644"/>
                    <a:pt x="6264" y="32310"/>
                  </a:cubicBezTo>
                  <a:cubicBezTo>
                    <a:pt x="6990" y="31739"/>
                    <a:pt x="7871" y="31382"/>
                    <a:pt x="8788" y="31287"/>
                  </a:cubicBezTo>
                  <a:cubicBezTo>
                    <a:pt x="8882" y="31280"/>
                    <a:pt x="8975" y="31277"/>
                    <a:pt x="9069" y="31277"/>
                  </a:cubicBezTo>
                  <a:close/>
                  <a:moveTo>
                    <a:pt x="20412" y="1"/>
                  </a:moveTo>
                  <a:cubicBezTo>
                    <a:pt x="20306" y="1"/>
                    <a:pt x="20214" y="9"/>
                    <a:pt x="20158" y="33"/>
                  </a:cubicBezTo>
                  <a:cubicBezTo>
                    <a:pt x="19765" y="223"/>
                    <a:pt x="20122" y="1021"/>
                    <a:pt x="20289" y="1259"/>
                  </a:cubicBezTo>
                  <a:cubicBezTo>
                    <a:pt x="20515" y="1581"/>
                    <a:pt x="20825" y="1831"/>
                    <a:pt x="20968" y="2212"/>
                  </a:cubicBezTo>
                  <a:cubicBezTo>
                    <a:pt x="21075" y="2509"/>
                    <a:pt x="21123" y="2819"/>
                    <a:pt x="21099" y="3140"/>
                  </a:cubicBezTo>
                  <a:cubicBezTo>
                    <a:pt x="21051" y="4069"/>
                    <a:pt x="20825" y="4998"/>
                    <a:pt x="20682" y="5926"/>
                  </a:cubicBezTo>
                  <a:cubicBezTo>
                    <a:pt x="20396" y="7903"/>
                    <a:pt x="20146" y="9879"/>
                    <a:pt x="19932" y="11867"/>
                  </a:cubicBezTo>
                  <a:cubicBezTo>
                    <a:pt x="19718" y="13820"/>
                    <a:pt x="19539" y="15785"/>
                    <a:pt x="19396" y="17737"/>
                  </a:cubicBezTo>
                  <a:cubicBezTo>
                    <a:pt x="19360" y="18261"/>
                    <a:pt x="19325" y="18785"/>
                    <a:pt x="19277" y="19309"/>
                  </a:cubicBezTo>
                  <a:cubicBezTo>
                    <a:pt x="19241" y="19761"/>
                    <a:pt x="19253" y="20249"/>
                    <a:pt x="19146" y="20690"/>
                  </a:cubicBezTo>
                  <a:cubicBezTo>
                    <a:pt x="19122" y="20809"/>
                    <a:pt x="19075" y="20916"/>
                    <a:pt x="19015" y="21023"/>
                  </a:cubicBezTo>
                  <a:cubicBezTo>
                    <a:pt x="19027" y="21071"/>
                    <a:pt x="19003" y="21119"/>
                    <a:pt x="18956" y="21142"/>
                  </a:cubicBezTo>
                  <a:cubicBezTo>
                    <a:pt x="18944" y="21142"/>
                    <a:pt x="18944" y="21142"/>
                    <a:pt x="18932" y="21154"/>
                  </a:cubicBezTo>
                  <a:cubicBezTo>
                    <a:pt x="18790" y="21340"/>
                    <a:pt x="18559" y="21455"/>
                    <a:pt x="18329" y="21455"/>
                  </a:cubicBezTo>
                  <a:cubicBezTo>
                    <a:pt x="18308" y="21455"/>
                    <a:pt x="18286" y="21454"/>
                    <a:pt x="18265" y="21452"/>
                  </a:cubicBezTo>
                  <a:cubicBezTo>
                    <a:pt x="15003" y="22881"/>
                    <a:pt x="11955" y="24667"/>
                    <a:pt x="9276" y="27036"/>
                  </a:cubicBezTo>
                  <a:cubicBezTo>
                    <a:pt x="4132" y="31608"/>
                    <a:pt x="1" y="38430"/>
                    <a:pt x="1334" y="45550"/>
                  </a:cubicBezTo>
                  <a:cubicBezTo>
                    <a:pt x="1954" y="48812"/>
                    <a:pt x="3823" y="51718"/>
                    <a:pt x="6561" y="53611"/>
                  </a:cubicBezTo>
                  <a:cubicBezTo>
                    <a:pt x="10342" y="56289"/>
                    <a:pt x="15083" y="57572"/>
                    <a:pt x="19755" y="57572"/>
                  </a:cubicBezTo>
                  <a:cubicBezTo>
                    <a:pt x="21542" y="57572"/>
                    <a:pt x="23319" y="57385"/>
                    <a:pt x="25028" y="57016"/>
                  </a:cubicBezTo>
                  <a:cubicBezTo>
                    <a:pt x="27540" y="56456"/>
                    <a:pt x="30017" y="55492"/>
                    <a:pt x="31981" y="53825"/>
                  </a:cubicBezTo>
                  <a:cubicBezTo>
                    <a:pt x="34374" y="51789"/>
                    <a:pt x="35863" y="48812"/>
                    <a:pt x="36339" y="45705"/>
                  </a:cubicBezTo>
                  <a:cubicBezTo>
                    <a:pt x="36827" y="42597"/>
                    <a:pt x="36351" y="39395"/>
                    <a:pt x="35303" y="36442"/>
                  </a:cubicBezTo>
                  <a:cubicBezTo>
                    <a:pt x="33600" y="31691"/>
                    <a:pt x="30433" y="27608"/>
                    <a:pt x="26635" y="24226"/>
                  </a:cubicBezTo>
                  <a:cubicBezTo>
                    <a:pt x="25861" y="23678"/>
                    <a:pt x="25111" y="23083"/>
                    <a:pt x="24373" y="22488"/>
                  </a:cubicBezTo>
                  <a:cubicBezTo>
                    <a:pt x="23742" y="21976"/>
                    <a:pt x="22861" y="21464"/>
                    <a:pt x="22539" y="20690"/>
                  </a:cubicBezTo>
                  <a:cubicBezTo>
                    <a:pt x="22194" y="19845"/>
                    <a:pt x="22528" y="18737"/>
                    <a:pt x="22647" y="17880"/>
                  </a:cubicBezTo>
                  <a:cubicBezTo>
                    <a:pt x="22789" y="16773"/>
                    <a:pt x="22956" y="15654"/>
                    <a:pt x="23123" y="14558"/>
                  </a:cubicBezTo>
                  <a:cubicBezTo>
                    <a:pt x="23420" y="12570"/>
                    <a:pt x="23730" y="10582"/>
                    <a:pt x="24075" y="8605"/>
                  </a:cubicBezTo>
                  <a:cubicBezTo>
                    <a:pt x="24397" y="6688"/>
                    <a:pt x="24694" y="4748"/>
                    <a:pt x="25099" y="2854"/>
                  </a:cubicBezTo>
                  <a:cubicBezTo>
                    <a:pt x="25266" y="2092"/>
                    <a:pt x="25611" y="1795"/>
                    <a:pt x="26266" y="1461"/>
                  </a:cubicBezTo>
                  <a:cubicBezTo>
                    <a:pt x="26599" y="1295"/>
                    <a:pt x="26826" y="985"/>
                    <a:pt x="26468" y="688"/>
                  </a:cubicBezTo>
                  <a:cubicBezTo>
                    <a:pt x="26314" y="557"/>
                    <a:pt x="26147" y="473"/>
                    <a:pt x="25957" y="426"/>
                  </a:cubicBezTo>
                  <a:cubicBezTo>
                    <a:pt x="25564" y="318"/>
                    <a:pt x="25147" y="259"/>
                    <a:pt x="24730" y="247"/>
                  </a:cubicBezTo>
                  <a:cubicBezTo>
                    <a:pt x="23754" y="187"/>
                    <a:pt x="22778" y="140"/>
                    <a:pt x="21789" y="80"/>
                  </a:cubicBezTo>
                  <a:cubicBezTo>
                    <a:pt x="21527" y="68"/>
                    <a:pt x="21277" y="33"/>
                    <a:pt x="21015" y="33"/>
                  </a:cubicBezTo>
                  <a:cubicBezTo>
                    <a:pt x="20888" y="33"/>
                    <a:pt x="20624" y="1"/>
                    <a:pt x="20412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46"/>
            <p:cNvSpPr/>
            <p:nvPr/>
          </p:nvSpPr>
          <p:spPr>
            <a:xfrm>
              <a:off x="4148738" y="2890950"/>
              <a:ext cx="809050" cy="576050"/>
            </a:xfrm>
            <a:custGeom>
              <a:avLst/>
              <a:gdLst/>
              <a:ahLst/>
              <a:cxnLst/>
              <a:rect l="l" t="t" r="r" b="b"/>
              <a:pathLst>
                <a:path w="32362" h="23042" extrusionOk="0">
                  <a:moveTo>
                    <a:pt x="3870" y="0"/>
                  </a:moveTo>
                  <a:cubicBezTo>
                    <a:pt x="2382" y="1274"/>
                    <a:pt x="1643" y="3167"/>
                    <a:pt x="1024" y="5001"/>
                  </a:cubicBezTo>
                  <a:cubicBezTo>
                    <a:pt x="429" y="8811"/>
                    <a:pt x="0" y="12752"/>
                    <a:pt x="2036" y="16240"/>
                  </a:cubicBezTo>
                  <a:cubicBezTo>
                    <a:pt x="4025" y="19646"/>
                    <a:pt x="7799" y="21515"/>
                    <a:pt x="11526" y="22336"/>
                  </a:cubicBezTo>
                  <a:cubicBezTo>
                    <a:pt x="13404" y="22756"/>
                    <a:pt x="15358" y="23041"/>
                    <a:pt x="17295" y="23041"/>
                  </a:cubicBezTo>
                  <a:cubicBezTo>
                    <a:pt x="19483" y="23041"/>
                    <a:pt x="21649" y="22677"/>
                    <a:pt x="23658" y="21729"/>
                  </a:cubicBezTo>
                  <a:cubicBezTo>
                    <a:pt x="25396" y="20908"/>
                    <a:pt x="27016" y="19884"/>
                    <a:pt x="28504" y="18681"/>
                  </a:cubicBezTo>
                  <a:cubicBezTo>
                    <a:pt x="30028" y="17431"/>
                    <a:pt x="31230" y="15895"/>
                    <a:pt x="31790" y="14002"/>
                  </a:cubicBezTo>
                  <a:cubicBezTo>
                    <a:pt x="32350" y="12121"/>
                    <a:pt x="32362" y="10061"/>
                    <a:pt x="32242" y="8108"/>
                  </a:cubicBezTo>
                  <a:cubicBezTo>
                    <a:pt x="32135" y="6358"/>
                    <a:pt x="31790" y="4656"/>
                    <a:pt x="30921" y="3120"/>
                  </a:cubicBezTo>
                  <a:cubicBezTo>
                    <a:pt x="30302" y="3929"/>
                    <a:pt x="29361" y="4548"/>
                    <a:pt x="28504" y="5072"/>
                  </a:cubicBezTo>
                  <a:cubicBezTo>
                    <a:pt x="27599" y="5620"/>
                    <a:pt x="26623" y="6072"/>
                    <a:pt x="25599" y="6394"/>
                  </a:cubicBezTo>
                  <a:cubicBezTo>
                    <a:pt x="23634" y="7049"/>
                    <a:pt x="21563" y="7299"/>
                    <a:pt x="19491" y="7299"/>
                  </a:cubicBezTo>
                  <a:cubicBezTo>
                    <a:pt x="19444" y="7299"/>
                    <a:pt x="19397" y="7299"/>
                    <a:pt x="19350" y="7299"/>
                  </a:cubicBezTo>
                  <a:cubicBezTo>
                    <a:pt x="17135" y="7299"/>
                    <a:pt x="14933" y="7025"/>
                    <a:pt x="12788" y="6465"/>
                  </a:cubicBezTo>
                  <a:cubicBezTo>
                    <a:pt x="10740" y="5894"/>
                    <a:pt x="8811" y="4977"/>
                    <a:pt x="7073" y="3739"/>
                  </a:cubicBezTo>
                  <a:cubicBezTo>
                    <a:pt x="5715" y="2798"/>
                    <a:pt x="4406" y="1596"/>
                    <a:pt x="3870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46"/>
            <p:cNvSpPr/>
            <p:nvPr/>
          </p:nvSpPr>
          <p:spPr>
            <a:xfrm>
              <a:off x="4248738" y="2860575"/>
              <a:ext cx="654575" cy="204675"/>
            </a:xfrm>
            <a:custGeom>
              <a:avLst/>
              <a:gdLst/>
              <a:ahLst/>
              <a:cxnLst/>
              <a:rect l="l" t="t" r="r" b="b"/>
              <a:pathLst>
                <a:path w="26183" h="8187" extrusionOk="0">
                  <a:moveTo>
                    <a:pt x="2841" y="1"/>
                  </a:moveTo>
                  <a:cubicBezTo>
                    <a:pt x="1820" y="1"/>
                    <a:pt x="824" y="438"/>
                    <a:pt x="37" y="1061"/>
                  </a:cubicBezTo>
                  <a:lnTo>
                    <a:pt x="1" y="1096"/>
                  </a:lnTo>
                  <a:cubicBezTo>
                    <a:pt x="834" y="2930"/>
                    <a:pt x="2418" y="4192"/>
                    <a:pt x="4108" y="5228"/>
                  </a:cubicBezTo>
                  <a:cubicBezTo>
                    <a:pt x="5918" y="6359"/>
                    <a:pt x="7907" y="7168"/>
                    <a:pt x="9990" y="7633"/>
                  </a:cubicBezTo>
                  <a:cubicBezTo>
                    <a:pt x="11701" y="8000"/>
                    <a:pt x="13451" y="8187"/>
                    <a:pt x="15202" y="8187"/>
                  </a:cubicBezTo>
                  <a:cubicBezTo>
                    <a:pt x="15608" y="8187"/>
                    <a:pt x="16014" y="8177"/>
                    <a:pt x="16420" y="8157"/>
                  </a:cubicBezTo>
                  <a:cubicBezTo>
                    <a:pt x="18396" y="8085"/>
                    <a:pt x="20349" y="7668"/>
                    <a:pt x="22182" y="6930"/>
                  </a:cubicBezTo>
                  <a:cubicBezTo>
                    <a:pt x="23004" y="6585"/>
                    <a:pt x="23790" y="6180"/>
                    <a:pt x="24528" y="5704"/>
                  </a:cubicBezTo>
                  <a:cubicBezTo>
                    <a:pt x="25099" y="5299"/>
                    <a:pt x="25659" y="4859"/>
                    <a:pt x="26183" y="4394"/>
                  </a:cubicBezTo>
                  <a:lnTo>
                    <a:pt x="26183" y="4394"/>
                  </a:lnTo>
                  <a:cubicBezTo>
                    <a:pt x="24178" y="5160"/>
                    <a:pt x="22056" y="5553"/>
                    <a:pt x="19928" y="5553"/>
                  </a:cubicBezTo>
                  <a:cubicBezTo>
                    <a:pt x="19806" y="5553"/>
                    <a:pt x="19685" y="5552"/>
                    <a:pt x="19563" y="5549"/>
                  </a:cubicBezTo>
                  <a:cubicBezTo>
                    <a:pt x="17265" y="5513"/>
                    <a:pt x="15050" y="4978"/>
                    <a:pt x="12919" y="4144"/>
                  </a:cubicBezTo>
                  <a:cubicBezTo>
                    <a:pt x="10716" y="3275"/>
                    <a:pt x="8621" y="2144"/>
                    <a:pt x="6478" y="1156"/>
                  </a:cubicBezTo>
                  <a:cubicBezTo>
                    <a:pt x="5347" y="632"/>
                    <a:pt x="4156" y="25"/>
                    <a:pt x="2882" y="1"/>
                  </a:cubicBezTo>
                  <a:cubicBezTo>
                    <a:pt x="2868" y="1"/>
                    <a:pt x="2855" y="1"/>
                    <a:pt x="2841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46"/>
            <p:cNvSpPr/>
            <p:nvPr/>
          </p:nvSpPr>
          <p:spPr>
            <a:xfrm>
              <a:off x="4569313" y="2763900"/>
              <a:ext cx="175950" cy="166500"/>
            </a:xfrm>
            <a:custGeom>
              <a:avLst/>
              <a:gdLst/>
              <a:ahLst/>
              <a:cxnLst/>
              <a:rect l="l" t="t" r="r" b="b"/>
              <a:pathLst>
                <a:path w="7038" h="6660" extrusionOk="0">
                  <a:moveTo>
                    <a:pt x="3378" y="0"/>
                  </a:moveTo>
                  <a:cubicBezTo>
                    <a:pt x="3233" y="0"/>
                    <a:pt x="3087" y="11"/>
                    <a:pt x="2942" y="34"/>
                  </a:cubicBezTo>
                  <a:cubicBezTo>
                    <a:pt x="1453" y="463"/>
                    <a:pt x="1" y="1880"/>
                    <a:pt x="810" y="3523"/>
                  </a:cubicBezTo>
                  <a:cubicBezTo>
                    <a:pt x="1168" y="4225"/>
                    <a:pt x="1942" y="4439"/>
                    <a:pt x="2573" y="4773"/>
                  </a:cubicBezTo>
                  <a:cubicBezTo>
                    <a:pt x="3216" y="5106"/>
                    <a:pt x="3501" y="5606"/>
                    <a:pt x="3978" y="6118"/>
                  </a:cubicBezTo>
                  <a:cubicBezTo>
                    <a:pt x="4307" y="6474"/>
                    <a:pt x="4765" y="6660"/>
                    <a:pt x="5225" y="6660"/>
                  </a:cubicBezTo>
                  <a:cubicBezTo>
                    <a:pt x="5581" y="6660"/>
                    <a:pt x="5939" y="6549"/>
                    <a:pt x="6240" y="6321"/>
                  </a:cubicBezTo>
                  <a:cubicBezTo>
                    <a:pt x="6799" y="5868"/>
                    <a:pt x="7037" y="5118"/>
                    <a:pt x="7014" y="4427"/>
                  </a:cubicBezTo>
                  <a:cubicBezTo>
                    <a:pt x="6990" y="3582"/>
                    <a:pt x="6609" y="2796"/>
                    <a:pt x="6192" y="2058"/>
                  </a:cubicBezTo>
                  <a:cubicBezTo>
                    <a:pt x="5775" y="1332"/>
                    <a:pt x="5299" y="594"/>
                    <a:pt x="4501" y="236"/>
                  </a:cubicBezTo>
                  <a:cubicBezTo>
                    <a:pt x="4146" y="80"/>
                    <a:pt x="3765" y="0"/>
                    <a:pt x="3378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46"/>
            <p:cNvSpPr/>
            <p:nvPr/>
          </p:nvSpPr>
          <p:spPr>
            <a:xfrm>
              <a:off x="4522588" y="2652800"/>
              <a:ext cx="87250" cy="74100"/>
            </a:xfrm>
            <a:custGeom>
              <a:avLst/>
              <a:gdLst/>
              <a:ahLst/>
              <a:cxnLst/>
              <a:rect l="l" t="t" r="r" b="b"/>
              <a:pathLst>
                <a:path w="3490" h="2964" extrusionOk="0">
                  <a:moveTo>
                    <a:pt x="1718" y="0"/>
                  </a:moveTo>
                  <a:cubicBezTo>
                    <a:pt x="1503" y="0"/>
                    <a:pt x="1292" y="57"/>
                    <a:pt x="1096" y="192"/>
                  </a:cubicBezTo>
                  <a:cubicBezTo>
                    <a:pt x="774" y="382"/>
                    <a:pt x="501" y="620"/>
                    <a:pt x="263" y="906"/>
                  </a:cubicBezTo>
                  <a:cubicBezTo>
                    <a:pt x="1" y="1394"/>
                    <a:pt x="72" y="1990"/>
                    <a:pt x="441" y="2394"/>
                  </a:cubicBezTo>
                  <a:cubicBezTo>
                    <a:pt x="769" y="2767"/>
                    <a:pt x="1264" y="2963"/>
                    <a:pt x="1754" y="2963"/>
                  </a:cubicBezTo>
                  <a:cubicBezTo>
                    <a:pt x="2172" y="2963"/>
                    <a:pt x="2587" y="2821"/>
                    <a:pt x="2894" y="2525"/>
                  </a:cubicBezTo>
                  <a:cubicBezTo>
                    <a:pt x="3489" y="1954"/>
                    <a:pt x="3465" y="894"/>
                    <a:pt x="2787" y="406"/>
                  </a:cubicBezTo>
                  <a:cubicBezTo>
                    <a:pt x="2469" y="172"/>
                    <a:pt x="2090" y="0"/>
                    <a:pt x="1718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46"/>
            <p:cNvSpPr/>
            <p:nvPr/>
          </p:nvSpPr>
          <p:spPr>
            <a:xfrm>
              <a:off x="4089488" y="2056125"/>
              <a:ext cx="933200" cy="1466975"/>
            </a:xfrm>
            <a:custGeom>
              <a:avLst/>
              <a:gdLst/>
              <a:ahLst/>
              <a:cxnLst/>
              <a:rect l="l" t="t" r="r" b="b"/>
              <a:pathLst>
                <a:path w="37328" h="58679" extrusionOk="0">
                  <a:moveTo>
                    <a:pt x="20428" y="441"/>
                  </a:moveTo>
                  <a:cubicBezTo>
                    <a:pt x="20636" y="441"/>
                    <a:pt x="20900" y="473"/>
                    <a:pt x="21027" y="473"/>
                  </a:cubicBezTo>
                  <a:cubicBezTo>
                    <a:pt x="21289" y="485"/>
                    <a:pt x="21551" y="496"/>
                    <a:pt x="21813" y="520"/>
                  </a:cubicBezTo>
                  <a:cubicBezTo>
                    <a:pt x="22790" y="568"/>
                    <a:pt x="23766" y="627"/>
                    <a:pt x="24754" y="687"/>
                  </a:cubicBezTo>
                  <a:cubicBezTo>
                    <a:pt x="25159" y="699"/>
                    <a:pt x="25576" y="746"/>
                    <a:pt x="25980" y="854"/>
                  </a:cubicBezTo>
                  <a:cubicBezTo>
                    <a:pt x="26159" y="913"/>
                    <a:pt x="26338" y="996"/>
                    <a:pt x="26480" y="1116"/>
                  </a:cubicBezTo>
                  <a:cubicBezTo>
                    <a:pt x="26838" y="1425"/>
                    <a:pt x="26611" y="1735"/>
                    <a:pt x="26290" y="1901"/>
                  </a:cubicBezTo>
                  <a:cubicBezTo>
                    <a:pt x="25623" y="2235"/>
                    <a:pt x="25290" y="2532"/>
                    <a:pt x="25123" y="3282"/>
                  </a:cubicBezTo>
                  <a:cubicBezTo>
                    <a:pt x="24706" y="5187"/>
                    <a:pt x="24421" y="7128"/>
                    <a:pt x="24087" y="9033"/>
                  </a:cubicBezTo>
                  <a:cubicBezTo>
                    <a:pt x="23754" y="11022"/>
                    <a:pt x="23432" y="13010"/>
                    <a:pt x="23135" y="14986"/>
                  </a:cubicBezTo>
                  <a:cubicBezTo>
                    <a:pt x="22968" y="16094"/>
                    <a:pt x="22813" y="17201"/>
                    <a:pt x="22659" y="18320"/>
                  </a:cubicBezTo>
                  <a:cubicBezTo>
                    <a:pt x="22540" y="19177"/>
                    <a:pt x="22206" y="20285"/>
                    <a:pt x="22551" y="21118"/>
                  </a:cubicBezTo>
                  <a:cubicBezTo>
                    <a:pt x="22873" y="21904"/>
                    <a:pt x="23754" y="22416"/>
                    <a:pt x="24385" y="22928"/>
                  </a:cubicBezTo>
                  <a:cubicBezTo>
                    <a:pt x="25135" y="23523"/>
                    <a:pt x="25873" y="24118"/>
                    <a:pt x="26659" y="24666"/>
                  </a:cubicBezTo>
                  <a:cubicBezTo>
                    <a:pt x="30457" y="28036"/>
                    <a:pt x="33612" y="32119"/>
                    <a:pt x="35315" y="36870"/>
                  </a:cubicBezTo>
                  <a:cubicBezTo>
                    <a:pt x="36363" y="39823"/>
                    <a:pt x="36839" y="43025"/>
                    <a:pt x="36351" y="46133"/>
                  </a:cubicBezTo>
                  <a:cubicBezTo>
                    <a:pt x="35863" y="49229"/>
                    <a:pt x="34386" y="52217"/>
                    <a:pt x="31993" y="54265"/>
                  </a:cubicBezTo>
                  <a:cubicBezTo>
                    <a:pt x="30029" y="55932"/>
                    <a:pt x="27552" y="56896"/>
                    <a:pt x="25040" y="57456"/>
                  </a:cubicBezTo>
                  <a:cubicBezTo>
                    <a:pt x="23335" y="57824"/>
                    <a:pt x="21564" y="58010"/>
                    <a:pt x="19783" y="58010"/>
                  </a:cubicBezTo>
                  <a:cubicBezTo>
                    <a:pt x="15105" y="58010"/>
                    <a:pt x="10358" y="56724"/>
                    <a:pt x="6573" y="54051"/>
                  </a:cubicBezTo>
                  <a:cubicBezTo>
                    <a:pt x="3847" y="52158"/>
                    <a:pt x="1966" y="49252"/>
                    <a:pt x="1346" y="45990"/>
                  </a:cubicBezTo>
                  <a:cubicBezTo>
                    <a:pt x="1" y="38870"/>
                    <a:pt x="4144" y="32036"/>
                    <a:pt x="9288" y="27476"/>
                  </a:cubicBezTo>
                  <a:cubicBezTo>
                    <a:pt x="11967" y="25107"/>
                    <a:pt x="15015" y="23321"/>
                    <a:pt x="18277" y="21880"/>
                  </a:cubicBezTo>
                  <a:cubicBezTo>
                    <a:pt x="18301" y="21882"/>
                    <a:pt x="18325" y="21883"/>
                    <a:pt x="18349" y="21883"/>
                  </a:cubicBezTo>
                  <a:cubicBezTo>
                    <a:pt x="18584" y="21883"/>
                    <a:pt x="18803" y="21777"/>
                    <a:pt x="18944" y="21582"/>
                  </a:cubicBezTo>
                  <a:cubicBezTo>
                    <a:pt x="18956" y="21582"/>
                    <a:pt x="18968" y="21582"/>
                    <a:pt x="18968" y="21570"/>
                  </a:cubicBezTo>
                  <a:cubicBezTo>
                    <a:pt x="19015" y="21559"/>
                    <a:pt x="19039" y="21511"/>
                    <a:pt x="19039" y="21463"/>
                  </a:cubicBezTo>
                  <a:cubicBezTo>
                    <a:pt x="19099" y="21356"/>
                    <a:pt x="19134" y="21249"/>
                    <a:pt x="19170" y="21130"/>
                  </a:cubicBezTo>
                  <a:cubicBezTo>
                    <a:pt x="19277" y="20689"/>
                    <a:pt x="19265" y="20201"/>
                    <a:pt x="19289" y="19749"/>
                  </a:cubicBezTo>
                  <a:cubicBezTo>
                    <a:pt x="19337" y="19213"/>
                    <a:pt x="19372" y="18701"/>
                    <a:pt x="19408" y="18177"/>
                  </a:cubicBezTo>
                  <a:cubicBezTo>
                    <a:pt x="19551" y="16213"/>
                    <a:pt x="19730" y="14260"/>
                    <a:pt x="19944" y="12307"/>
                  </a:cubicBezTo>
                  <a:cubicBezTo>
                    <a:pt x="20158" y="10319"/>
                    <a:pt x="20408" y="8331"/>
                    <a:pt x="20706" y="6354"/>
                  </a:cubicBezTo>
                  <a:cubicBezTo>
                    <a:pt x="20837" y="5437"/>
                    <a:pt x="21063" y="4509"/>
                    <a:pt x="21111" y="3580"/>
                  </a:cubicBezTo>
                  <a:cubicBezTo>
                    <a:pt x="21135" y="3259"/>
                    <a:pt x="21099" y="2949"/>
                    <a:pt x="20992" y="2651"/>
                  </a:cubicBezTo>
                  <a:cubicBezTo>
                    <a:pt x="20837" y="2270"/>
                    <a:pt x="20527" y="2020"/>
                    <a:pt x="20301" y="1699"/>
                  </a:cubicBezTo>
                  <a:cubicBezTo>
                    <a:pt x="20134" y="1461"/>
                    <a:pt x="19777" y="663"/>
                    <a:pt x="20182" y="473"/>
                  </a:cubicBezTo>
                  <a:cubicBezTo>
                    <a:pt x="20234" y="449"/>
                    <a:pt x="20324" y="441"/>
                    <a:pt x="20428" y="441"/>
                  </a:cubicBezTo>
                  <a:close/>
                  <a:moveTo>
                    <a:pt x="20244" y="0"/>
                  </a:moveTo>
                  <a:cubicBezTo>
                    <a:pt x="19895" y="0"/>
                    <a:pt x="19606" y="105"/>
                    <a:pt x="19515" y="568"/>
                  </a:cubicBezTo>
                  <a:cubicBezTo>
                    <a:pt x="19361" y="1342"/>
                    <a:pt x="19742" y="1925"/>
                    <a:pt x="20206" y="2485"/>
                  </a:cubicBezTo>
                  <a:cubicBezTo>
                    <a:pt x="20837" y="3235"/>
                    <a:pt x="20456" y="4366"/>
                    <a:pt x="20325" y="5235"/>
                  </a:cubicBezTo>
                  <a:cubicBezTo>
                    <a:pt x="20182" y="6235"/>
                    <a:pt x="20051" y="7247"/>
                    <a:pt x="19920" y="8259"/>
                  </a:cubicBezTo>
                  <a:cubicBezTo>
                    <a:pt x="19634" y="10462"/>
                    <a:pt x="19396" y="12676"/>
                    <a:pt x="19194" y="14891"/>
                  </a:cubicBezTo>
                  <a:cubicBezTo>
                    <a:pt x="19087" y="16034"/>
                    <a:pt x="19003" y="17177"/>
                    <a:pt x="18920" y="18320"/>
                  </a:cubicBezTo>
                  <a:cubicBezTo>
                    <a:pt x="18884" y="18880"/>
                    <a:pt x="18849" y="19427"/>
                    <a:pt x="18825" y="19987"/>
                  </a:cubicBezTo>
                  <a:cubicBezTo>
                    <a:pt x="18801" y="20368"/>
                    <a:pt x="18860" y="21070"/>
                    <a:pt x="18610" y="21463"/>
                  </a:cubicBezTo>
                  <a:cubicBezTo>
                    <a:pt x="15384" y="22487"/>
                    <a:pt x="12383" y="24249"/>
                    <a:pt x="9776" y="26392"/>
                  </a:cubicBezTo>
                  <a:cubicBezTo>
                    <a:pt x="7002" y="28667"/>
                    <a:pt x="4597" y="31441"/>
                    <a:pt x="2882" y="34620"/>
                  </a:cubicBezTo>
                  <a:cubicBezTo>
                    <a:pt x="1168" y="37799"/>
                    <a:pt x="251" y="41418"/>
                    <a:pt x="656" y="45026"/>
                  </a:cubicBezTo>
                  <a:cubicBezTo>
                    <a:pt x="1049" y="48443"/>
                    <a:pt x="2644" y="51550"/>
                    <a:pt x="5275" y="53765"/>
                  </a:cubicBezTo>
                  <a:cubicBezTo>
                    <a:pt x="8050" y="56110"/>
                    <a:pt x="11717" y="57480"/>
                    <a:pt x="15241" y="58206"/>
                  </a:cubicBezTo>
                  <a:cubicBezTo>
                    <a:pt x="16750" y="58515"/>
                    <a:pt x="18349" y="58678"/>
                    <a:pt x="19967" y="58678"/>
                  </a:cubicBezTo>
                  <a:cubicBezTo>
                    <a:pt x="25523" y="58678"/>
                    <a:pt x="31314" y="56752"/>
                    <a:pt x="34541" y="52169"/>
                  </a:cubicBezTo>
                  <a:cubicBezTo>
                    <a:pt x="35077" y="51407"/>
                    <a:pt x="35529" y="50586"/>
                    <a:pt x="35898" y="49729"/>
                  </a:cubicBezTo>
                  <a:cubicBezTo>
                    <a:pt x="37089" y="46919"/>
                    <a:pt x="37327" y="43764"/>
                    <a:pt x="36839" y="40751"/>
                  </a:cubicBezTo>
                  <a:cubicBezTo>
                    <a:pt x="36696" y="39858"/>
                    <a:pt x="36494" y="38989"/>
                    <a:pt x="36244" y="38120"/>
                  </a:cubicBezTo>
                  <a:cubicBezTo>
                    <a:pt x="35613" y="36072"/>
                    <a:pt x="34732" y="34096"/>
                    <a:pt x="33648" y="32250"/>
                  </a:cubicBezTo>
                  <a:cubicBezTo>
                    <a:pt x="31695" y="28893"/>
                    <a:pt x="29124" y="25833"/>
                    <a:pt x="25980" y="23583"/>
                  </a:cubicBezTo>
                  <a:cubicBezTo>
                    <a:pt x="25695" y="23344"/>
                    <a:pt x="25421" y="23106"/>
                    <a:pt x="25135" y="22868"/>
                  </a:cubicBezTo>
                  <a:lnTo>
                    <a:pt x="24028" y="21940"/>
                  </a:lnTo>
                  <a:cubicBezTo>
                    <a:pt x="23694" y="21666"/>
                    <a:pt x="23302" y="21392"/>
                    <a:pt x="23099" y="20963"/>
                  </a:cubicBezTo>
                  <a:cubicBezTo>
                    <a:pt x="22897" y="20523"/>
                    <a:pt x="22992" y="20011"/>
                    <a:pt x="23051" y="19558"/>
                  </a:cubicBezTo>
                  <a:cubicBezTo>
                    <a:pt x="23123" y="19034"/>
                    <a:pt x="23194" y="18511"/>
                    <a:pt x="23266" y="17987"/>
                  </a:cubicBezTo>
                  <a:cubicBezTo>
                    <a:pt x="23397" y="16975"/>
                    <a:pt x="23540" y="15963"/>
                    <a:pt x="23694" y="14951"/>
                  </a:cubicBezTo>
                  <a:cubicBezTo>
                    <a:pt x="23980" y="12974"/>
                    <a:pt x="24290" y="10986"/>
                    <a:pt x="24623" y="8997"/>
                  </a:cubicBezTo>
                  <a:cubicBezTo>
                    <a:pt x="24790" y="8021"/>
                    <a:pt x="24956" y="7045"/>
                    <a:pt x="25135" y="6080"/>
                  </a:cubicBezTo>
                  <a:cubicBezTo>
                    <a:pt x="25326" y="5128"/>
                    <a:pt x="25421" y="4068"/>
                    <a:pt x="25730" y="3152"/>
                  </a:cubicBezTo>
                  <a:cubicBezTo>
                    <a:pt x="25992" y="2401"/>
                    <a:pt x="27040" y="2473"/>
                    <a:pt x="27231" y="1675"/>
                  </a:cubicBezTo>
                  <a:cubicBezTo>
                    <a:pt x="27362" y="1116"/>
                    <a:pt x="26826" y="663"/>
                    <a:pt x="26361" y="473"/>
                  </a:cubicBezTo>
                  <a:cubicBezTo>
                    <a:pt x="25611" y="163"/>
                    <a:pt x="24706" y="234"/>
                    <a:pt x="23909" y="199"/>
                  </a:cubicBezTo>
                  <a:cubicBezTo>
                    <a:pt x="22897" y="163"/>
                    <a:pt x="21885" y="151"/>
                    <a:pt x="20873" y="56"/>
                  </a:cubicBezTo>
                  <a:cubicBezTo>
                    <a:pt x="20661" y="34"/>
                    <a:pt x="20443" y="0"/>
                    <a:pt x="202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46"/>
            <p:cNvSpPr/>
            <p:nvPr/>
          </p:nvSpPr>
          <p:spPr>
            <a:xfrm>
              <a:off x="4138913" y="2848675"/>
              <a:ext cx="833450" cy="631925"/>
            </a:xfrm>
            <a:custGeom>
              <a:avLst/>
              <a:gdLst/>
              <a:ahLst/>
              <a:cxnLst/>
              <a:rect l="l" t="t" r="r" b="b"/>
              <a:pathLst>
                <a:path w="33338" h="25277" extrusionOk="0">
                  <a:moveTo>
                    <a:pt x="7196" y="476"/>
                  </a:moveTo>
                  <a:cubicBezTo>
                    <a:pt x="7222" y="476"/>
                    <a:pt x="7249" y="476"/>
                    <a:pt x="7275" y="477"/>
                  </a:cubicBezTo>
                  <a:cubicBezTo>
                    <a:pt x="8537" y="501"/>
                    <a:pt x="9740" y="1108"/>
                    <a:pt x="10859" y="1632"/>
                  </a:cubicBezTo>
                  <a:cubicBezTo>
                    <a:pt x="13014" y="2620"/>
                    <a:pt x="15109" y="3739"/>
                    <a:pt x="17300" y="4608"/>
                  </a:cubicBezTo>
                  <a:cubicBezTo>
                    <a:pt x="19431" y="5454"/>
                    <a:pt x="21646" y="5978"/>
                    <a:pt x="23944" y="6025"/>
                  </a:cubicBezTo>
                  <a:cubicBezTo>
                    <a:pt x="24038" y="6027"/>
                    <a:pt x="24133" y="6027"/>
                    <a:pt x="24227" y="6027"/>
                  </a:cubicBezTo>
                  <a:cubicBezTo>
                    <a:pt x="26394" y="6027"/>
                    <a:pt x="28544" y="5635"/>
                    <a:pt x="30564" y="4870"/>
                  </a:cubicBezTo>
                  <a:lnTo>
                    <a:pt x="30564" y="4870"/>
                  </a:lnTo>
                  <a:cubicBezTo>
                    <a:pt x="30040" y="5335"/>
                    <a:pt x="29492" y="5763"/>
                    <a:pt x="28909" y="6168"/>
                  </a:cubicBezTo>
                  <a:lnTo>
                    <a:pt x="28921" y="6180"/>
                  </a:lnTo>
                  <a:cubicBezTo>
                    <a:pt x="28171" y="6656"/>
                    <a:pt x="27385" y="7061"/>
                    <a:pt x="26563" y="7394"/>
                  </a:cubicBezTo>
                  <a:cubicBezTo>
                    <a:pt x="24730" y="8133"/>
                    <a:pt x="22789" y="8549"/>
                    <a:pt x="20813" y="8633"/>
                  </a:cubicBezTo>
                  <a:cubicBezTo>
                    <a:pt x="20422" y="8650"/>
                    <a:pt x="20031" y="8658"/>
                    <a:pt x="19641" y="8658"/>
                  </a:cubicBezTo>
                  <a:cubicBezTo>
                    <a:pt x="17866" y="8658"/>
                    <a:pt x="16099" y="8480"/>
                    <a:pt x="14371" y="8109"/>
                  </a:cubicBezTo>
                  <a:cubicBezTo>
                    <a:pt x="12288" y="7644"/>
                    <a:pt x="10299" y="6823"/>
                    <a:pt x="8490" y="5692"/>
                  </a:cubicBezTo>
                  <a:cubicBezTo>
                    <a:pt x="6799" y="4668"/>
                    <a:pt x="5215" y="3406"/>
                    <a:pt x="4394" y="1572"/>
                  </a:cubicBezTo>
                  <a:lnTo>
                    <a:pt x="4430" y="1537"/>
                  </a:lnTo>
                  <a:cubicBezTo>
                    <a:pt x="5207" y="921"/>
                    <a:pt x="6177" y="476"/>
                    <a:pt x="7196" y="476"/>
                  </a:cubicBezTo>
                  <a:close/>
                  <a:moveTo>
                    <a:pt x="4275" y="1679"/>
                  </a:moveTo>
                  <a:cubicBezTo>
                    <a:pt x="4811" y="3287"/>
                    <a:pt x="6120" y="4477"/>
                    <a:pt x="7478" y="5430"/>
                  </a:cubicBezTo>
                  <a:cubicBezTo>
                    <a:pt x="9204" y="6656"/>
                    <a:pt x="11145" y="7585"/>
                    <a:pt x="13193" y="8156"/>
                  </a:cubicBezTo>
                  <a:cubicBezTo>
                    <a:pt x="15339" y="8705"/>
                    <a:pt x="17544" y="8990"/>
                    <a:pt x="19760" y="8990"/>
                  </a:cubicBezTo>
                  <a:cubicBezTo>
                    <a:pt x="19805" y="8990"/>
                    <a:pt x="19850" y="8990"/>
                    <a:pt x="19896" y="8990"/>
                  </a:cubicBezTo>
                  <a:cubicBezTo>
                    <a:pt x="21956" y="8990"/>
                    <a:pt x="24039" y="8728"/>
                    <a:pt x="26004" y="8085"/>
                  </a:cubicBezTo>
                  <a:cubicBezTo>
                    <a:pt x="27016" y="7752"/>
                    <a:pt x="27992" y="7311"/>
                    <a:pt x="28909" y="6763"/>
                  </a:cubicBezTo>
                  <a:cubicBezTo>
                    <a:pt x="29766" y="6239"/>
                    <a:pt x="30707" y="5620"/>
                    <a:pt x="31314" y="4799"/>
                  </a:cubicBezTo>
                  <a:cubicBezTo>
                    <a:pt x="32183" y="6347"/>
                    <a:pt x="32528" y="8049"/>
                    <a:pt x="32635" y="9799"/>
                  </a:cubicBezTo>
                  <a:cubicBezTo>
                    <a:pt x="32755" y="11752"/>
                    <a:pt x="32743" y="13812"/>
                    <a:pt x="32183" y="15693"/>
                  </a:cubicBezTo>
                  <a:cubicBezTo>
                    <a:pt x="31623" y="17598"/>
                    <a:pt x="30421" y="19122"/>
                    <a:pt x="28897" y="20372"/>
                  </a:cubicBezTo>
                  <a:cubicBezTo>
                    <a:pt x="27421" y="21575"/>
                    <a:pt x="25789" y="22599"/>
                    <a:pt x="24063" y="23408"/>
                  </a:cubicBezTo>
                  <a:cubicBezTo>
                    <a:pt x="22051" y="24364"/>
                    <a:pt x="19880" y="24731"/>
                    <a:pt x="17685" y="24731"/>
                  </a:cubicBezTo>
                  <a:cubicBezTo>
                    <a:pt x="15751" y="24731"/>
                    <a:pt x="13798" y="24446"/>
                    <a:pt x="11919" y="24027"/>
                  </a:cubicBezTo>
                  <a:cubicBezTo>
                    <a:pt x="8192" y="23206"/>
                    <a:pt x="4430" y="21337"/>
                    <a:pt x="2441" y="17919"/>
                  </a:cubicBezTo>
                  <a:cubicBezTo>
                    <a:pt x="405" y="14443"/>
                    <a:pt x="834" y="10490"/>
                    <a:pt x="1429" y="6692"/>
                  </a:cubicBezTo>
                  <a:cubicBezTo>
                    <a:pt x="2036" y="4846"/>
                    <a:pt x="2786" y="2953"/>
                    <a:pt x="4275" y="1679"/>
                  </a:cubicBezTo>
                  <a:close/>
                  <a:moveTo>
                    <a:pt x="7132" y="0"/>
                  </a:moveTo>
                  <a:cubicBezTo>
                    <a:pt x="7029" y="0"/>
                    <a:pt x="6926" y="4"/>
                    <a:pt x="6823" y="13"/>
                  </a:cubicBezTo>
                  <a:cubicBezTo>
                    <a:pt x="5906" y="108"/>
                    <a:pt x="5025" y="465"/>
                    <a:pt x="4310" y="1036"/>
                  </a:cubicBezTo>
                  <a:cubicBezTo>
                    <a:pt x="2572" y="2358"/>
                    <a:pt x="1834" y="4394"/>
                    <a:pt x="1298" y="6442"/>
                  </a:cubicBezTo>
                  <a:cubicBezTo>
                    <a:pt x="191" y="9811"/>
                    <a:pt x="0" y="13788"/>
                    <a:pt x="1405" y="17062"/>
                  </a:cubicBezTo>
                  <a:cubicBezTo>
                    <a:pt x="2977" y="20729"/>
                    <a:pt x="6561" y="23051"/>
                    <a:pt x="10264" y="24158"/>
                  </a:cubicBezTo>
                  <a:cubicBezTo>
                    <a:pt x="12383" y="24777"/>
                    <a:pt x="14562" y="25135"/>
                    <a:pt x="16764" y="25242"/>
                  </a:cubicBezTo>
                  <a:cubicBezTo>
                    <a:pt x="17168" y="25265"/>
                    <a:pt x="17572" y="25277"/>
                    <a:pt x="17976" y="25277"/>
                  </a:cubicBezTo>
                  <a:cubicBezTo>
                    <a:pt x="19679" y="25277"/>
                    <a:pt x="21372" y="25057"/>
                    <a:pt x="22979" y="24480"/>
                  </a:cubicBezTo>
                  <a:cubicBezTo>
                    <a:pt x="24920" y="23789"/>
                    <a:pt x="26754" y="22670"/>
                    <a:pt x="28421" y="21479"/>
                  </a:cubicBezTo>
                  <a:cubicBezTo>
                    <a:pt x="29980" y="20348"/>
                    <a:pt x="31397" y="18979"/>
                    <a:pt x="32243" y="17217"/>
                  </a:cubicBezTo>
                  <a:cubicBezTo>
                    <a:pt x="33243" y="15098"/>
                    <a:pt x="33338" y="12657"/>
                    <a:pt x="33243" y="10359"/>
                  </a:cubicBezTo>
                  <a:cubicBezTo>
                    <a:pt x="33147" y="8240"/>
                    <a:pt x="32814" y="6013"/>
                    <a:pt x="31564" y="4227"/>
                  </a:cubicBezTo>
                  <a:cubicBezTo>
                    <a:pt x="31521" y="4170"/>
                    <a:pt x="31456" y="4138"/>
                    <a:pt x="31390" y="4138"/>
                  </a:cubicBezTo>
                  <a:cubicBezTo>
                    <a:pt x="31347" y="4138"/>
                    <a:pt x="31304" y="4152"/>
                    <a:pt x="31266" y="4180"/>
                  </a:cubicBezTo>
                  <a:cubicBezTo>
                    <a:pt x="31215" y="4128"/>
                    <a:pt x="31155" y="4104"/>
                    <a:pt x="31094" y="4104"/>
                  </a:cubicBezTo>
                  <a:cubicBezTo>
                    <a:pt x="31056" y="4104"/>
                    <a:pt x="31017" y="4114"/>
                    <a:pt x="30980" y="4132"/>
                  </a:cubicBezTo>
                  <a:cubicBezTo>
                    <a:pt x="28769" y="5073"/>
                    <a:pt x="26394" y="5561"/>
                    <a:pt x="24006" y="5561"/>
                  </a:cubicBezTo>
                  <a:cubicBezTo>
                    <a:pt x="23978" y="5561"/>
                    <a:pt x="23949" y="5561"/>
                    <a:pt x="23920" y="5561"/>
                  </a:cubicBezTo>
                  <a:cubicBezTo>
                    <a:pt x="21432" y="5537"/>
                    <a:pt x="19062" y="4942"/>
                    <a:pt x="16776" y="4013"/>
                  </a:cubicBezTo>
                  <a:cubicBezTo>
                    <a:pt x="14514" y="3096"/>
                    <a:pt x="12395" y="1894"/>
                    <a:pt x="10192" y="882"/>
                  </a:cubicBezTo>
                  <a:cubicBezTo>
                    <a:pt x="9225" y="436"/>
                    <a:pt x="8208" y="0"/>
                    <a:pt x="71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46"/>
            <p:cNvSpPr/>
            <p:nvPr/>
          </p:nvSpPr>
          <p:spPr>
            <a:xfrm>
              <a:off x="4569313" y="2754325"/>
              <a:ext cx="190825" cy="187700"/>
            </a:xfrm>
            <a:custGeom>
              <a:avLst/>
              <a:gdLst/>
              <a:ahLst/>
              <a:cxnLst/>
              <a:rect l="l" t="t" r="r" b="b"/>
              <a:pathLst>
                <a:path w="7633" h="7508" extrusionOk="0">
                  <a:moveTo>
                    <a:pt x="3405" y="388"/>
                  </a:moveTo>
                  <a:cubicBezTo>
                    <a:pt x="3784" y="388"/>
                    <a:pt x="4158" y="470"/>
                    <a:pt x="4513" y="631"/>
                  </a:cubicBezTo>
                  <a:cubicBezTo>
                    <a:pt x="5299" y="989"/>
                    <a:pt x="5775" y="1727"/>
                    <a:pt x="6192" y="2453"/>
                  </a:cubicBezTo>
                  <a:cubicBezTo>
                    <a:pt x="6609" y="3179"/>
                    <a:pt x="6990" y="3965"/>
                    <a:pt x="7014" y="4810"/>
                  </a:cubicBezTo>
                  <a:cubicBezTo>
                    <a:pt x="7037" y="5513"/>
                    <a:pt x="6799" y="6251"/>
                    <a:pt x="6240" y="6704"/>
                  </a:cubicBezTo>
                  <a:cubicBezTo>
                    <a:pt x="5937" y="6934"/>
                    <a:pt x="5578" y="7046"/>
                    <a:pt x="5222" y="7046"/>
                  </a:cubicBezTo>
                  <a:cubicBezTo>
                    <a:pt x="4766" y="7046"/>
                    <a:pt x="4312" y="6862"/>
                    <a:pt x="3978" y="6501"/>
                  </a:cubicBezTo>
                  <a:cubicBezTo>
                    <a:pt x="3501" y="5989"/>
                    <a:pt x="3227" y="5501"/>
                    <a:pt x="2573" y="5168"/>
                  </a:cubicBezTo>
                  <a:cubicBezTo>
                    <a:pt x="1930" y="4822"/>
                    <a:pt x="1168" y="4620"/>
                    <a:pt x="810" y="3918"/>
                  </a:cubicBezTo>
                  <a:cubicBezTo>
                    <a:pt x="1" y="2274"/>
                    <a:pt x="1453" y="846"/>
                    <a:pt x="2942" y="429"/>
                  </a:cubicBezTo>
                  <a:cubicBezTo>
                    <a:pt x="3096" y="401"/>
                    <a:pt x="3251" y="388"/>
                    <a:pt x="3405" y="388"/>
                  </a:cubicBezTo>
                  <a:close/>
                  <a:moveTo>
                    <a:pt x="3538" y="1"/>
                  </a:moveTo>
                  <a:cubicBezTo>
                    <a:pt x="3180" y="1"/>
                    <a:pt x="2820" y="63"/>
                    <a:pt x="2477" y="191"/>
                  </a:cubicBezTo>
                  <a:cubicBezTo>
                    <a:pt x="1894" y="405"/>
                    <a:pt x="1370" y="786"/>
                    <a:pt x="989" y="1274"/>
                  </a:cubicBezTo>
                  <a:cubicBezTo>
                    <a:pt x="465" y="1798"/>
                    <a:pt x="203" y="2524"/>
                    <a:pt x="263" y="3263"/>
                  </a:cubicBezTo>
                  <a:cubicBezTo>
                    <a:pt x="310" y="4048"/>
                    <a:pt x="763" y="4751"/>
                    <a:pt x="1465" y="5120"/>
                  </a:cubicBezTo>
                  <a:cubicBezTo>
                    <a:pt x="1882" y="5358"/>
                    <a:pt x="2358" y="5501"/>
                    <a:pt x="2751" y="5787"/>
                  </a:cubicBezTo>
                  <a:cubicBezTo>
                    <a:pt x="3180" y="6096"/>
                    <a:pt x="3394" y="6584"/>
                    <a:pt x="3775" y="6942"/>
                  </a:cubicBezTo>
                  <a:cubicBezTo>
                    <a:pt x="4178" y="7312"/>
                    <a:pt x="4705" y="7508"/>
                    <a:pt x="5240" y="7508"/>
                  </a:cubicBezTo>
                  <a:cubicBezTo>
                    <a:pt x="5496" y="7508"/>
                    <a:pt x="5755" y="7463"/>
                    <a:pt x="6002" y="7370"/>
                  </a:cubicBezTo>
                  <a:cubicBezTo>
                    <a:pt x="6740" y="7085"/>
                    <a:pt x="7216" y="6394"/>
                    <a:pt x="7395" y="5656"/>
                  </a:cubicBezTo>
                  <a:cubicBezTo>
                    <a:pt x="7633" y="4703"/>
                    <a:pt x="7371" y="3727"/>
                    <a:pt x="6954" y="2858"/>
                  </a:cubicBezTo>
                  <a:cubicBezTo>
                    <a:pt x="6549" y="2024"/>
                    <a:pt x="6037" y="1084"/>
                    <a:pt x="5275" y="536"/>
                  </a:cubicBezTo>
                  <a:cubicBezTo>
                    <a:pt x="4757" y="183"/>
                    <a:pt x="4149" y="1"/>
                    <a:pt x="353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46"/>
            <p:cNvSpPr/>
            <p:nvPr/>
          </p:nvSpPr>
          <p:spPr>
            <a:xfrm>
              <a:off x="4510688" y="2643925"/>
              <a:ext cx="111650" cy="91725"/>
            </a:xfrm>
            <a:custGeom>
              <a:avLst/>
              <a:gdLst/>
              <a:ahLst/>
              <a:cxnLst/>
              <a:rect l="l" t="t" r="r" b="b"/>
              <a:pathLst>
                <a:path w="4466" h="3669" extrusionOk="0">
                  <a:moveTo>
                    <a:pt x="2190" y="355"/>
                  </a:moveTo>
                  <a:cubicBezTo>
                    <a:pt x="2566" y="355"/>
                    <a:pt x="2945" y="527"/>
                    <a:pt x="3263" y="761"/>
                  </a:cubicBezTo>
                  <a:cubicBezTo>
                    <a:pt x="3941" y="1237"/>
                    <a:pt x="3965" y="2309"/>
                    <a:pt x="3370" y="2880"/>
                  </a:cubicBezTo>
                  <a:cubicBezTo>
                    <a:pt x="3061" y="3178"/>
                    <a:pt x="2646" y="3322"/>
                    <a:pt x="2227" y="3322"/>
                  </a:cubicBezTo>
                  <a:cubicBezTo>
                    <a:pt x="1741" y="3322"/>
                    <a:pt x="1250" y="3127"/>
                    <a:pt x="917" y="2749"/>
                  </a:cubicBezTo>
                  <a:cubicBezTo>
                    <a:pt x="548" y="2345"/>
                    <a:pt x="477" y="1749"/>
                    <a:pt x="739" y="1261"/>
                  </a:cubicBezTo>
                  <a:cubicBezTo>
                    <a:pt x="977" y="975"/>
                    <a:pt x="1250" y="737"/>
                    <a:pt x="1560" y="547"/>
                  </a:cubicBezTo>
                  <a:cubicBezTo>
                    <a:pt x="1760" y="412"/>
                    <a:pt x="1975" y="355"/>
                    <a:pt x="2190" y="355"/>
                  </a:cubicBezTo>
                  <a:close/>
                  <a:moveTo>
                    <a:pt x="2241" y="0"/>
                  </a:moveTo>
                  <a:cubicBezTo>
                    <a:pt x="2043" y="0"/>
                    <a:pt x="1848" y="42"/>
                    <a:pt x="1667" y="142"/>
                  </a:cubicBezTo>
                  <a:cubicBezTo>
                    <a:pt x="1584" y="190"/>
                    <a:pt x="1501" y="237"/>
                    <a:pt x="1429" y="297"/>
                  </a:cubicBezTo>
                  <a:cubicBezTo>
                    <a:pt x="560" y="809"/>
                    <a:pt x="0" y="1892"/>
                    <a:pt x="631" y="2809"/>
                  </a:cubicBezTo>
                  <a:cubicBezTo>
                    <a:pt x="1008" y="3374"/>
                    <a:pt x="1665" y="3669"/>
                    <a:pt x="2318" y="3669"/>
                  </a:cubicBezTo>
                  <a:cubicBezTo>
                    <a:pt x="2822" y="3669"/>
                    <a:pt x="3323" y="3493"/>
                    <a:pt x="3691" y="3130"/>
                  </a:cubicBezTo>
                  <a:cubicBezTo>
                    <a:pt x="4465" y="2357"/>
                    <a:pt x="4382" y="975"/>
                    <a:pt x="3429" y="392"/>
                  </a:cubicBezTo>
                  <a:cubicBezTo>
                    <a:pt x="3083" y="183"/>
                    <a:pt x="2655" y="0"/>
                    <a:pt x="22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85" name="Google Shape;2085;p46"/>
          <p:cNvGrpSpPr/>
          <p:nvPr/>
        </p:nvGrpSpPr>
        <p:grpSpPr>
          <a:xfrm>
            <a:off x="3553367" y="622657"/>
            <a:ext cx="715029" cy="1019832"/>
            <a:chOff x="2088950" y="3293875"/>
            <a:chExt cx="456625" cy="651275"/>
          </a:xfrm>
        </p:grpSpPr>
        <p:sp>
          <p:nvSpPr>
            <p:cNvPr id="2086" name="Google Shape;2086;p46"/>
            <p:cNvSpPr/>
            <p:nvPr/>
          </p:nvSpPr>
          <p:spPr>
            <a:xfrm>
              <a:off x="2124075" y="3878575"/>
              <a:ext cx="104200" cy="55175"/>
            </a:xfrm>
            <a:custGeom>
              <a:avLst/>
              <a:gdLst/>
              <a:ahLst/>
              <a:cxnLst/>
              <a:rect l="l" t="t" r="r" b="b"/>
              <a:pathLst>
                <a:path w="4168" h="2207" extrusionOk="0">
                  <a:moveTo>
                    <a:pt x="0" y="1"/>
                  </a:moveTo>
                  <a:cubicBezTo>
                    <a:pt x="119" y="370"/>
                    <a:pt x="286" y="727"/>
                    <a:pt x="500" y="1049"/>
                  </a:cubicBezTo>
                  <a:cubicBezTo>
                    <a:pt x="786" y="1465"/>
                    <a:pt x="1167" y="1870"/>
                    <a:pt x="1631" y="2072"/>
                  </a:cubicBezTo>
                  <a:cubicBezTo>
                    <a:pt x="1841" y="2165"/>
                    <a:pt x="2066" y="2206"/>
                    <a:pt x="2291" y="2206"/>
                  </a:cubicBezTo>
                  <a:cubicBezTo>
                    <a:pt x="2614" y="2206"/>
                    <a:pt x="2939" y="2122"/>
                    <a:pt x="3227" y="1989"/>
                  </a:cubicBezTo>
                  <a:cubicBezTo>
                    <a:pt x="3489" y="1858"/>
                    <a:pt x="3727" y="1703"/>
                    <a:pt x="3953" y="1525"/>
                  </a:cubicBezTo>
                  <a:lnTo>
                    <a:pt x="4167" y="1358"/>
                  </a:lnTo>
                  <a:lnTo>
                    <a:pt x="4167" y="1358"/>
                  </a:lnTo>
                  <a:cubicBezTo>
                    <a:pt x="3990" y="1375"/>
                    <a:pt x="3812" y="1383"/>
                    <a:pt x="3635" y="1383"/>
                  </a:cubicBezTo>
                  <a:cubicBezTo>
                    <a:pt x="2681" y="1383"/>
                    <a:pt x="1734" y="1143"/>
                    <a:pt x="881" y="691"/>
                  </a:cubicBezTo>
                  <a:cubicBezTo>
                    <a:pt x="548" y="525"/>
                    <a:pt x="250" y="287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46"/>
            <p:cNvSpPr/>
            <p:nvPr/>
          </p:nvSpPr>
          <p:spPr>
            <a:xfrm>
              <a:off x="2119000" y="3763975"/>
              <a:ext cx="168500" cy="137750"/>
            </a:xfrm>
            <a:custGeom>
              <a:avLst/>
              <a:gdLst/>
              <a:ahLst/>
              <a:cxnLst/>
              <a:rect l="l" t="t" r="r" b="b"/>
              <a:pathLst>
                <a:path w="6740" h="5510" extrusionOk="0">
                  <a:moveTo>
                    <a:pt x="905" y="1"/>
                  </a:moveTo>
                  <a:lnTo>
                    <a:pt x="905" y="1"/>
                  </a:lnTo>
                  <a:cubicBezTo>
                    <a:pt x="858" y="72"/>
                    <a:pt x="798" y="144"/>
                    <a:pt x="763" y="191"/>
                  </a:cubicBezTo>
                  <a:cubicBezTo>
                    <a:pt x="667" y="287"/>
                    <a:pt x="584" y="394"/>
                    <a:pt x="524" y="513"/>
                  </a:cubicBezTo>
                  <a:cubicBezTo>
                    <a:pt x="405" y="727"/>
                    <a:pt x="429" y="1001"/>
                    <a:pt x="560" y="1203"/>
                  </a:cubicBezTo>
                  <a:cubicBezTo>
                    <a:pt x="834" y="1692"/>
                    <a:pt x="1310" y="2025"/>
                    <a:pt x="1703" y="2394"/>
                  </a:cubicBezTo>
                  <a:cubicBezTo>
                    <a:pt x="1780" y="2471"/>
                    <a:pt x="1716" y="2587"/>
                    <a:pt x="1622" y="2587"/>
                  </a:cubicBezTo>
                  <a:cubicBezTo>
                    <a:pt x="1613" y="2587"/>
                    <a:pt x="1605" y="2586"/>
                    <a:pt x="1596" y="2585"/>
                  </a:cubicBezTo>
                  <a:cubicBezTo>
                    <a:pt x="1251" y="2454"/>
                    <a:pt x="953" y="2251"/>
                    <a:pt x="703" y="2001"/>
                  </a:cubicBezTo>
                  <a:cubicBezTo>
                    <a:pt x="536" y="1834"/>
                    <a:pt x="382" y="1656"/>
                    <a:pt x="263" y="1465"/>
                  </a:cubicBezTo>
                  <a:lnTo>
                    <a:pt x="263" y="1465"/>
                  </a:lnTo>
                  <a:cubicBezTo>
                    <a:pt x="36" y="1882"/>
                    <a:pt x="84" y="2394"/>
                    <a:pt x="382" y="2763"/>
                  </a:cubicBezTo>
                  <a:cubicBezTo>
                    <a:pt x="763" y="3251"/>
                    <a:pt x="1370" y="3454"/>
                    <a:pt x="1941" y="3632"/>
                  </a:cubicBezTo>
                  <a:cubicBezTo>
                    <a:pt x="2105" y="3676"/>
                    <a:pt x="2059" y="3888"/>
                    <a:pt x="1914" y="3888"/>
                  </a:cubicBezTo>
                  <a:cubicBezTo>
                    <a:pt x="1900" y="3888"/>
                    <a:pt x="1885" y="3886"/>
                    <a:pt x="1870" y="3882"/>
                  </a:cubicBezTo>
                  <a:cubicBezTo>
                    <a:pt x="1179" y="3716"/>
                    <a:pt x="477" y="3489"/>
                    <a:pt x="36" y="2882"/>
                  </a:cubicBezTo>
                  <a:cubicBezTo>
                    <a:pt x="36" y="2882"/>
                    <a:pt x="36" y="2870"/>
                    <a:pt x="24" y="2870"/>
                  </a:cubicBezTo>
                  <a:cubicBezTo>
                    <a:pt x="13" y="2930"/>
                    <a:pt x="13" y="2989"/>
                    <a:pt x="13" y="3049"/>
                  </a:cubicBezTo>
                  <a:cubicBezTo>
                    <a:pt x="1" y="3180"/>
                    <a:pt x="1" y="3311"/>
                    <a:pt x="24" y="3430"/>
                  </a:cubicBezTo>
                  <a:cubicBezTo>
                    <a:pt x="72" y="3704"/>
                    <a:pt x="179" y="3954"/>
                    <a:pt x="334" y="4168"/>
                  </a:cubicBezTo>
                  <a:cubicBezTo>
                    <a:pt x="644" y="4561"/>
                    <a:pt x="1036" y="4859"/>
                    <a:pt x="1501" y="5037"/>
                  </a:cubicBezTo>
                  <a:cubicBezTo>
                    <a:pt x="1989" y="5252"/>
                    <a:pt x="2501" y="5394"/>
                    <a:pt x="3037" y="5454"/>
                  </a:cubicBezTo>
                  <a:cubicBezTo>
                    <a:pt x="3283" y="5491"/>
                    <a:pt x="3532" y="5510"/>
                    <a:pt x="3780" y="5510"/>
                  </a:cubicBezTo>
                  <a:cubicBezTo>
                    <a:pt x="4083" y="5510"/>
                    <a:pt x="4385" y="5483"/>
                    <a:pt x="4680" y="5430"/>
                  </a:cubicBezTo>
                  <a:cubicBezTo>
                    <a:pt x="4930" y="5394"/>
                    <a:pt x="5156" y="5287"/>
                    <a:pt x="5347" y="5132"/>
                  </a:cubicBezTo>
                  <a:cubicBezTo>
                    <a:pt x="5454" y="5025"/>
                    <a:pt x="5537" y="4871"/>
                    <a:pt x="5549" y="4716"/>
                  </a:cubicBezTo>
                  <a:lnTo>
                    <a:pt x="5549" y="4716"/>
                  </a:lnTo>
                  <a:cubicBezTo>
                    <a:pt x="5306" y="4801"/>
                    <a:pt x="5051" y="4842"/>
                    <a:pt x="4795" y="4842"/>
                  </a:cubicBezTo>
                  <a:cubicBezTo>
                    <a:pt x="4548" y="4842"/>
                    <a:pt x="4300" y="4804"/>
                    <a:pt x="4061" y="4728"/>
                  </a:cubicBezTo>
                  <a:cubicBezTo>
                    <a:pt x="3957" y="4693"/>
                    <a:pt x="3965" y="4501"/>
                    <a:pt x="4085" y="4501"/>
                  </a:cubicBezTo>
                  <a:cubicBezTo>
                    <a:pt x="4089" y="4501"/>
                    <a:pt x="4093" y="4501"/>
                    <a:pt x="4096" y="4501"/>
                  </a:cubicBezTo>
                  <a:cubicBezTo>
                    <a:pt x="4223" y="4521"/>
                    <a:pt x="4351" y="4530"/>
                    <a:pt x="4478" y="4530"/>
                  </a:cubicBezTo>
                  <a:cubicBezTo>
                    <a:pt x="4899" y="4530"/>
                    <a:pt x="5317" y="4423"/>
                    <a:pt x="5692" y="4204"/>
                  </a:cubicBezTo>
                  <a:cubicBezTo>
                    <a:pt x="5918" y="4085"/>
                    <a:pt x="6109" y="3918"/>
                    <a:pt x="6263" y="3704"/>
                  </a:cubicBezTo>
                  <a:cubicBezTo>
                    <a:pt x="6370" y="3549"/>
                    <a:pt x="6442" y="3382"/>
                    <a:pt x="6478" y="3204"/>
                  </a:cubicBezTo>
                  <a:lnTo>
                    <a:pt x="6478" y="3204"/>
                  </a:lnTo>
                  <a:cubicBezTo>
                    <a:pt x="6204" y="3370"/>
                    <a:pt x="5906" y="3478"/>
                    <a:pt x="5597" y="3537"/>
                  </a:cubicBezTo>
                  <a:cubicBezTo>
                    <a:pt x="5358" y="3585"/>
                    <a:pt x="5156" y="3620"/>
                    <a:pt x="4918" y="3656"/>
                  </a:cubicBezTo>
                  <a:cubicBezTo>
                    <a:pt x="4680" y="3692"/>
                    <a:pt x="4454" y="3739"/>
                    <a:pt x="4215" y="3751"/>
                  </a:cubicBezTo>
                  <a:cubicBezTo>
                    <a:pt x="4211" y="3752"/>
                    <a:pt x="4208" y="3752"/>
                    <a:pt x="4204" y="3752"/>
                  </a:cubicBezTo>
                  <a:cubicBezTo>
                    <a:pt x="4132" y="3752"/>
                    <a:pt x="4135" y="3643"/>
                    <a:pt x="4204" y="3620"/>
                  </a:cubicBezTo>
                  <a:cubicBezTo>
                    <a:pt x="4882" y="3394"/>
                    <a:pt x="5704" y="3370"/>
                    <a:pt x="6287" y="2870"/>
                  </a:cubicBezTo>
                  <a:cubicBezTo>
                    <a:pt x="6513" y="2692"/>
                    <a:pt x="6680" y="2418"/>
                    <a:pt x="6728" y="2132"/>
                  </a:cubicBezTo>
                  <a:cubicBezTo>
                    <a:pt x="6740" y="2025"/>
                    <a:pt x="6740" y="1906"/>
                    <a:pt x="6716" y="1799"/>
                  </a:cubicBezTo>
                  <a:cubicBezTo>
                    <a:pt x="6609" y="2013"/>
                    <a:pt x="6478" y="2204"/>
                    <a:pt x="6323" y="2370"/>
                  </a:cubicBezTo>
                  <a:cubicBezTo>
                    <a:pt x="6109" y="2608"/>
                    <a:pt x="5823" y="2787"/>
                    <a:pt x="5513" y="2882"/>
                  </a:cubicBezTo>
                  <a:cubicBezTo>
                    <a:pt x="5309" y="2933"/>
                    <a:pt x="5101" y="2957"/>
                    <a:pt x="4894" y="2957"/>
                  </a:cubicBezTo>
                  <a:cubicBezTo>
                    <a:pt x="4714" y="2957"/>
                    <a:pt x="4535" y="2939"/>
                    <a:pt x="4358" y="2906"/>
                  </a:cubicBezTo>
                  <a:cubicBezTo>
                    <a:pt x="3608" y="2787"/>
                    <a:pt x="2882" y="2537"/>
                    <a:pt x="2227" y="2156"/>
                  </a:cubicBezTo>
                  <a:cubicBezTo>
                    <a:pt x="1608" y="1799"/>
                    <a:pt x="1013" y="1311"/>
                    <a:pt x="905" y="549"/>
                  </a:cubicBezTo>
                  <a:cubicBezTo>
                    <a:pt x="905" y="537"/>
                    <a:pt x="905" y="525"/>
                    <a:pt x="905" y="513"/>
                  </a:cubicBezTo>
                  <a:cubicBezTo>
                    <a:pt x="894" y="501"/>
                    <a:pt x="882" y="477"/>
                    <a:pt x="894" y="453"/>
                  </a:cubicBezTo>
                  <a:cubicBezTo>
                    <a:pt x="894" y="453"/>
                    <a:pt x="894" y="441"/>
                    <a:pt x="894" y="430"/>
                  </a:cubicBezTo>
                  <a:cubicBezTo>
                    <a:pt x="882" y="287"/>
                    <a:pt x="894" y="144"/>
                    <a:pt x="905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46"/>
            <p:cNvSpPr/>
            <p:nvPr/>
          </p:nvSpPr>
          <p:spPr>
            <a:xfrm>
              <a:off x="2352075" y="3536250"/>
              <a:ext cx="51800" cy="42925"/>
            </a:xfrm>
            <a:custGeom>
              <a:avLst/>
              <a:gdLst/>
              <a:ahLst/>
              <a:cxnLst/>
              <a:rect l="l" t="t" r="r" b="b"/>
              <a:pathLst>
                <a:path w="2072" h="1717" extrusionOk="0">
                  <a:moveTo>
                    <a:pt x="1858" y="1"/>
                  </a:moveTo>
                  <a:cubicBezTo>
                    <a:pt x="1765" y="1"/>
                    <a:pt x="1656" y="57"/>
                    <a:pt x="1584" y="97"/>
                  </a:cubicBezTo>
                  <a:cubicBezTo>
                    <a:pt x="1250" y="299"/>
                    <a:pt x="965" y="549"/>
                    <a:pt x="703" y="847"/>
                  </a:cubicBezTo>
                  <a:cubicBezTo>
                    <a:pt x="453" y="1121"/>
                    <a:pt x="215" y="1418"/>
                    <a:pt x="0" y="1716"/>
                  </a:cubicBezTo>
                  <a:cubicBezTo>
                    <a:pt x="119" y="1716"/>
                    <a:pt x="250" y="1692"/>
                    <a:pt x="381" y="1680"/>
                  </a:cubicBezTo>
                  <a:cubicBezTo>
                    <a:pt x="1048" y="1549"/>
                    <a:pt x="1739" y="1133"/>
                    <a:pt x="1977" y="454"/>
                  </a:cubicBezTo>
                  <a:cubicBezTo>
                    <a:pt x="2024" y="347"/>
                    <a:pt x="2072" y="156"/>
                    <a:pt x="1977" y="49"/>
                  </a:cubicBezTo>
                  <a:cubicBezTo>
                    <a:pt x="1945" y="14"/>
                    <a:pt x="1904" y="1"/>
                    <a:pt x="1858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46"/>
            <p:cNvSpPr/>
            <p:nvPr/>
          </p:nvSpPr>
          <p:spPr>
            <a:xfrm>
              <a:off x="2293425" y="3488175"/>
              <a:ext cx="41700" cy="57050"/>
            </a:xfrm>
            <a:custGeom>
              <a:avLst/>
              <a:gdLst/>
              <a:ahLst/>
              <a:cxnLst/>
              <a:rect l="l" t="t" r="r" b="b"/>
              <a:pathLst>
                <a:path w="1668" h="2282" extrusionOk="0">
                  <a:moveTo>
                    <a:pt x="1234" y="0"/>
                  </a:moveTo>
                  <a:cubicBezTo>
                    <a:pt x="1056" y="0"/>
                    <a:pt x="855" y="146"/>
                    <a:pt x="727" y="282"/>
                  </a:cubicBezTo>
                  <a:cubicBezTo>
                    <a:pt x="465" y="567"/>
                    <a:pt x="263" y="901"/>
                    <a:pt x="144" y="1282"/>
                  </a:cubicBezTo>
                  <a:cubicBezTo>
                    <a:pt x="36" y="1603"/>
                    <a:pt x="1" y="1948"/>
                    <a:pt x="48" y="2282"/>
                  </a:cubicBezTo>
                  <a:cubicBezTo>
                    <a:pt x="263" y="2163"/>
                    <a:pt x="453" y="2032"/>
                    <a:pt x="644" y="1889"/>
                  </a:cubicBezTo>
                  <a:cubicBezTo>
                    <a:pt x="941" y="1675"/>
                    <a:pt x="1191" y="1413"/>
                    <a:pt x="1394" y="1103"/>
                  </a:cubicBezTo>
                  <a:cubicBezTo>
                    <a:pt x="1548" y="841"/>
                    <a:pt x="1668" y="472"/>
                    <a:pt x="1501" y="174"/>
                  </a:cubicBezTo>
                  <a:cubicBezTo>
                    <a:pt x="1431" y="48"/>
                    <a:pt x="1336" y="0"/>
                    <a:pt x="1234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46"/>
            <p:cNvSpPr/>
            <p:nvPr/>
          </p:nvSpPr>
          <p:spPr>
            <a:xfrm>
              <a:off x="2189250" y="3461725"/>
              <a:ext cx="36625" cy="90650"/>
            </a:xfrm>
            <a:custGeom>
              <a:avLst/>
              <a:gdLst/>
              <a:ahLst/>
              <a:cxnLst/>
              <a:rect l="l" t="t" r="r" b="b"/>
              <a:pathLst>
                <a:path w="1465" h="3626" extrusionOk="0">
                  <a:moveTo>
                    <a:pt x="1007" y="1"/>
                  </a:moveTo>
                  <a:cubicBezTo>
                    <a:pt x="806" y="1"/>
                    <a:pt x="586" y="249"/>
                    <a:pt x="501" y="411"/>
                  </a:cubicBezTo>
                  <a:cubicBezTo>
                    <a:pt x="298" y="780"/>
                    <a:pt x="167" y="1185"/>
                    <a:pt x="96" y="1602"/>
                  </a:cubicBezTo>
                  <a:cubicBezTo>
                    <a:pt x="0" y="2280"/>
                    <a:pt x="322" y="2911"/>
                    <a:pt x="846" y="3328"/>
                  </a:cubicBezTo>
                  <a:cubicBezTo>
                    <a:pt x="989" y="3447"/>
                    <a:pt x="1155" y="3554"/>
                    <a:pt x="1322" y="3626"/>
                  </a:cubicBezTo>
                  <a:cubicBezTo>
                    <a:pt x="1358" y="3268"/>
                    <a:pt x="1394" y="2887"/>
                    <a:pt x="1417" y="2518"/>
                  </a:cubicBezTo>
                  <a:cubicBezTo>
                    <a:pt x="1453" y="2102"/>
                    <a:pt x="1465" y="1673"/>
                    <a:pt x="1453" y="1256"/>
                  </a:cubicBezTo>
                  <a:cubicBezTo>
                    <a:pt x="1453" y="1030"/>
                    <a:pt x="1417" y="804"/>
                    <a:pt x="1382" y="590"/>
                  </a:cubicBezTo>
                  <a:cubicBezTo>
                    <a:pt x="1358" y="435"/>
                    <a:pt x="1310" y="280"/>
                    <a:pt x="1227" y="137"/>
                  </a:cubicBezTo>
                  <a:cubicBezTo>
                    <a:pt x="1163" y="39"/>
                    <a:pt x="1086" y="1"/>
                    <a:pt x="1007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46"/>
            <p:cNvSpPr/>
            <p:nvPr/>
          </p:nvSpPr>
          <p:spPr>
            <a:xfrm>
              <a:off x="2177950" y="3557400"/>
              <a:ext cx="157775" cy="268825"/>
            </a:xfrm>
            <a:custGeom>
              <a:avLst/>
              <a:gdLst/>
              <a:ahLst/>
              <a:cxnLst/>
              <a:rect l="l" t="t" r="r" b="b"/>
              <a:pathLst>
                <a:path w="6311" h="10753" extrusionOk="0">
                  <a:moveTo>
                    <a:pt x="4453" y="1"/>
                  </a:moveTo>
                  <a:cubicBezTo>
                    <a:pt x="3978" y="229"/>
                    <a:pt x="3453" y="349"/>
                    <a:pt x="2927" y="349"/>
                  </a:cubicBezTo>
                  <a:cubicBezTo>
                    <a:pt x="2821" y="349"/>
                    <a:pt x="2714" y="344"/>
                    <a:pt x="2608" y="334"/>
                  </a:cubicBezTo>
                  <a:cubicBezTo>
                    <a:pt x="2465" y="322"/>
                    <a:pt x="2322" y="299"/>
                    <a:pt x="2179" y="263"/>
                  </a:cubicBezTo>
                  <a:cubicBezTo>
                    <a:pt x="2000" y="1668"/>
                    <a:pt x="1738" y="3073"/>
                    <a:pt x="1465" y="4466"/>
                  </a:cubicBezTo>
                  <a:cubicBezTo>
                    <a:pt x="1095" y="6335"/>
                    <a:pt x="726" y="8216"/>
                    <a:pt x="12" y="9990"/>
                  </a:cubicBezTo>
                  <a:lnTo>
                    <a:pt x="0" y="10014"/>
                  </a:lnTo>
                  <a:cubicBezTo>
                    <a:pt x="107" y="10074"/>
                    <a:pt x="226" y="10133"/>
                    <a:pt x="333" y="10193"/>
                  </a:cubicBezTo>
                  <a:cubicBezTo>
                    <a:pt x="929" y="10490"/>
                    <a:pt x="1584" y="10669"/>
                    <a:pt x="2250" y="10740"/>
                  </a:cubicBezTo>
                  <a:lnTo>
                    <a:pt x="2286" y="10752"/>
                  </a:lnTo>
                  <a:cubicBezTo>
                    <a:pt x="2286" y="10740"/>
                    <a:pt x="2286" y="10740"/>
                    <a:pt x="2286" y="10729"/>
                  </a:cubicBezTo>
                  <a:cubicBezTo>
                    <a:pt x="2417" y="10300"/>
                    <a:pt x="2560" y="9871"/>
                    <a:pt x="2703" y="9431"/>
                  </a:cubicBezTo>
                  <a:cubicBezTo>
                    <a:pt x="3239" y="7692"/>
                    <a:pt x="3893" y="5978"/>
                    <a:pt x="4632" y="4299"/>
                  </a:cubicBezTo>
                  <a:cubicBezTo>
                    <a:pt x="5013" y="3466"/>
                    <a:pt x="5441" y="2644"/>
                    <a:pt x="5917" y="1846"/>
                  </a:cubicBezTo>
                  <a:cubicBezTo>
                    <a:pt x="6037" y="1632"/>
                    <a:pt x="6179" y="1418"/>
                    <a:pt x="6310" y="1204"/>
                  </a:cubicBezTo>
                  <a:cubicBezTo>
                    <a:pt x="6179" y="1192"/>
                    <a:pt x="6048" y="1168"/>
                    <a:pt x="5917" y="1132"/>
                  </a:cubicBezTo>
                  <a:lnTo>
                    <a:pt x="5775" y="1084"/>
                  </a:lnTo>
                  <a:cubicBezTo>
                    <a:pt x="5191" y="942"/>
                    <a:pt x="4715" y="537"/>
                    <a:pt x="4453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46"/>
            <p:cNvSpPr/>
            <p:nvPr/>
          </p:nvSpPr>
          <p:spPr>
            <a:xfrm>
              <a:off x="2102625" y="3305050"/>
              <a:ext cx="428350" cy="521175"/>
            </a:xfrm>
            <a:custGeom>
              <a:avLst/>
              <a:gdLst/>
              <a:ahLst/>
              <a:cxnLst/>
              <a:rect l="l" t="t" r="r" b="b"/>
              <a:pathLst>
                <a:path w="17134" h="20847" extrusionOk="0">
                  <a:moveTo>
                    <a:pt x="7376" y="0"/>
                  </a:moveTo>
                  <a:cubicBezTo>
                    <a:pt x="6676" y="0"/>
                    <a:pt x="5978" y="79"/>
                    <a:pt x="5299" y="249"/>
                  </a:cubicBezTo>
                  <a:cubicBezTo>
                    <a:pt x="3644" y="630"/>
                    <a:pt x="2215" y="1665"/>
                    <a:pt x="1322" y="3106"/>
                  </a:cubicBezTo>
                  <a:cubicBezTo>
                    <a:pt x="441" y="4511"/>
                    <a:pt x="1" y="6142"/>
                    <a:pt x="36" y="7809"/>
                  </a:cubicBezTo>
                  <a:cubicBezTo>
                    <a:pt x="60" y="9738"/>
                    <a:pt x="632" y="11631"/>
                    <a:pt x="1430" y="13369"/>
                  </a:cubicBezTo>
                  <a:cubicBezTo>
                    <a:pt x="1822" y="14226"/>
                    <a:pt x="2358" y="15096"/>
                    <a:pt x="2370" y="16060"/>
                  </a:cubicBezTo>
                  <a:cubicBezTo>
                    <a:pt x="2358" y="16846"/>
                    <a:pt x="2180" y="17632"/>
                    <a:pt x="1870" y="18358"/>
                  </a:cubicBezTo>
                  <a:cubicBezTo>
                    <a:pt x="1858" y="18584"/>
                    <a:pt x="1894" y="18822"/>
                    <a:pt x="1965" y="19037"/>
                  </a:cubicBezTo>
                  <a:cubicBezTo>
                    <a:pt x="2108" y="19477"/>
                    <a:pt x="2465" y="19787"/>
                    <a:pt x="2858" y="20025"/>
                  </a:cubicBezTo>
                  <a:cubicBezTo>
                    <a:pt x="2954" y="19668"/>
                    <a:pt x="3037" y="19310"/>
                    <a:pt x="3120" y="18953"/>
                  </a:cubicBezTo>
                  <a:cubicBezTo>
                    <a:pt x="3561" y="17298"/>
                    <a:pt x="3870" y="15619"/>
                    <a:pt x="4168" y="13929"/>
                  </a:cubicBezTo>
                  <a:cubicBezTo>
                    <a:pt x="4382" y="12691"/>
                    <a:pt x="4585" y="11452"/>
                    <a:pt x="4739" y="10202"/>
                  </a:cubicBezTo>
                  <a:cubicBezTo>
                    <a:pt x="4347" y="10035"/>
                    <a:pt x="4001" y="9774"/>
                    <a:pt x="3727" y="9452"/>
                  </a:cubicBezTo>
                  <a:cubicBezTo>
                    <a:pt x="3215" y="8797"/>
                    <a:pt x="3144" y="8011"/>
                    <a:pt x="3382" y="7238"/>
                  </a:cubicBezTo>
                  <a:cubicBezTo>
                    <a:pt x="3454" y="7023"/>
                    <a:pt x="3537" y="6821"/>
                    <a:pt x="3620" y="6618"/>
                  </a:cubicBezTo>
                  <a:cubicBezTo>
                    <a:pt x="3692" y="6428"/>
                    <a:pt x="3799" y="6249"/>
                    <a:pt x="3942" y="6106"/>
                  </a:cubicBezTo>
                  <a:cubicBezTo>
                    <a:pt x="4083" y="5959"/>
                    <a:pt x="4272" y="5884"/>
                    <a:pt x="4461" y="5884"/>
                  </a:cubicBezTo>
                  <a:cubicBezTo>
                    <a:pt x="4638" y="5884"/>
                    <a:pt x="4815" y="5950"/>
                    <a:pt x="4954" y="6083"/>
                  </a:cubicBezTo>
                  <a:cubicBezTo>
                    <a:pt x="5251" y="6392"/>
                    <a:pt x="5323" y="6916"/>
                    <a:pt x="5359" y="7321"/>
                  </a:cubicBezTo>
                  <a:cubicBezTo>
                    <a:pt x="5394" y="7797"/>
                    <a:pt x="5382" y="8261"/>
                    <a:pt x="5347" y="8738"/>
                  </a:cubicBezTo>
                  <a:cubicBezTo>
                    <a:pt x="5311" y="9178"/>
                    <a:pt x="5263" y="9619"/>
                    <a:pt x="5216" y="10059"/>
                  </a:cubicBezTo>
                  <a:cubicBezTo>
                    <a:pt x="5432" y="10118"/>
                    <a:pt x="5661" y="10147"/>
                    <a:pt x="5889" y="10147"/>
                  </a:cubicBezTo>
                  <a:cubicBezTo>
                    <a:pt x="5986" y="10147"/>
                    <a:pt x="6084" y="10141"/>
                    <a:pt x="6180" y="10131"/>
                  </a:cubicBezTo>
                  <a:cubicBezTo>
                    <a:pt x="6585" y="10083"/>
                    <a:pt x="6978" y="9964"/>
                    <a:pt x="7347" y="9785"/>
                  </a:cubicBezTo>
                  <a:cubicBezTo>
                    <a:pt x="7323" y="9690"/>
                    <a:pt x="7311" y="9607"/>
                    <a:pt x="7299" y="9523"/>
                  </a:cubicBezTo>
                  <a:cubicBezTo>
                    <a:pt x="7252" y="9107"/>
                    <a:pt x="7323" y="8690"/>
                    <a:pt x="7490" y="8309"/>
                  </a:cubicBezTo>
                  <a:cubicBezTo>
                    <a:pt x="7633" y="7904"/>
                    <a:pt x="7871" y="7535"/>
                    <a:pt x="8180" y="7238"/>
                  </a:cubicBezTo>
                  <a:cubicBezTo>
                    <a:pt x="8379" y="7070"/>
                    <a:pt x="8627" y="6940"/>
                    <a:pt x="8872" y="6940"/>
                  </a:cubicBezTo>
                  <a:cubicBezTo>
                    <a:pt x="8993" y="6940"/>
                    <a:pt x="9114" y="6972"/>
                    <a:pt x="9228" y="7047"/>
                  </a:cubicBezTo>
                  <a:cubicBezTo>
                    <a:pt x="9550" y="7261"/>
                    <a:pt x="9633" y="7678"/>
                    <a:pt x="9585" y="8035"/>
                  </a:cubicBezTo>
                  <a:cubicBezTo>
                    <a:pt x="9466" y="8833"/>
                    <a:pt x="8657" y="9428"/>
                    <a:pt x="8002" y="9821"/>
                  </a:cubicBezTo>
                  <a:cubicBezTo>
                    <a:pt x="7930" y="9869"/>
                    <a:pt x="7847" y="9904"/>
                    <a:pt x="7776" y="9952"/>
                  </a:cubicBezTo>
                  <a:cubicBezTo>
                    <a:pt x="7859" y="10178"/>
                    <a:pt x="8014" y="10381"/>
                    <a:pt x="8216" y="10524"/>
                  </a:cubicBezTo>
                  <a:cubicBezTo>
                    <a:pt x="8454" y="10702"/>
                    <a:pt x="8716" y="10821"/>
                    <a:pt x="9002" y="10881"/>
                  </a:cubicBezTo>
                  <a:cubicBezTo>
                    <a:pt x="9180" y="10928"/>
                    <a:pt x="9359" y="10952"/>
                    <a:pt x="9538" y="10964"/>
                  </a:cubicBezTo>
                  <a:cubicBezTo>
                    <a:pt x="9800" y="10571"/>
                    <a:pt x="10097" y="10190"/>
                    <a:pt x="10431" y="9833"/>
                  </a:cubicBezTo>
                  <a:cubicBezTo>
                    <a:pt x="10704" y="9523"/>
                    <a:pt x="11038" y="9178"/>
                    <a:pt x="11407" y="8976"/>
                  </a:cubicBezTo>
                  <a:cubicBezTo>
                    <a:pt x="11541" y="8909"/>
                    <a:pt x="11694" y="8867"/>
                    <a:pt x="11840" y="8867"/>
                  </a:cubicBezTo>
                  <a:cubicBezTo>
                    <a:pt x="12058" y="8867"/>
                    <a:pt x="12260" y="8960"/>
                    <a:pt x="12359" y="9202"/>
                  </a:cubicBezTo>
                  <a:cubicBezTo>
                    <a:pt x="12490" y="9547"/>
                    <a:pt x="12324" y="9940"/>
                    <a:pt x="12121" y="10226"/>
                  </a:cubicBezTo>
                  <a:cubicBezTo>
                    <a:pt x="11907" y="10559"/>
                    <a:pt x="11597" y="10833"/>
                    <a:pt x="11240" y="11012"/>
                  </a:cubicBezTo>
                  <a:cubicBezTo>
                    <a:pt x="10818" y="11228"/>
                    <a:pt x="10347" y="11336"/>
                    <a:pt x="9871" y="11336"/>
                  </a:cubicBezTo>
                  <a:cubicBezTo>
                    <a:pt x="9823" y="11336"/>
                    <a:pt x="9776" y="11335"/>
                    <a:pt x="9728" y="11333"/>
                  </a:cubicBezTo>
                  <a:cubicBezTo>
                    <a:pt x="9585" y="11536"/>
                    <a:pt x="9454" y="11750"/>
                    <a:pt x="9335" y="11952"/>
                  </a:cubicBezTo>
                  <a:cubicBezTo>
                    <a:pt x="7656" y="14715"/>
                    <a:pt x="6633" y="17786"/>
                    <a:pt x="5680" y="20846"/>
                  </a:cubicBezTo>
                  <a:cubicBezTo>
                    <a:pt x="5859" y="20846"/>
                    <a:pt x="6025" y="20811"/>
                    <a:pt x="6192" y="20739"/>
                  </a:cubicBezTo>
                  <a:cubicBezTo>
                    <a:pt x="6430" y="20620"/>
                    <a:pt x="6644" y="20442"/>
                    <a:pt x="6799" y="20227"/>
                  </a:cubicBezTo>
                  <a:cubicBezTo>
                    <a:pt x="6847" y="20156"/>
                    <a:pt x="6894" y="20096"/>
                    <a:pt x="6930" y="20025"/>
                  </a:cubicBezTo>
                  <a:cubicBezTo>
                    <a:pt x="6906" y="19977"/>
                    <a:pt x="6906" y="19930"/>
                    <a:pt x="6930" y="19882"/>
                  </a:cubicBezTo>
                  <a:cubicBezTo>
                    <a:pt x="7049" y="19465"/>
                    <a:pt x="7168" y="19060"/>
                    <a:pt x="7323" y="18656"/>
                  </a:cubicBezTo>
                  <a:cubicBezTo>
                    <a:pt x="7633" y="17834"/>
                    <a:pt x="8049" y="17096"/>
                    <a:pt x="8776" y="16536"/>
                  </a:cubicBezTo>
                  <a:cubicBezTo>
                    <a:pt x="9490" y="15965"/>
                    <a:pt x="10335" y="15584"/>
                    <a:pt x="11157" y="15155"/>
                  </a:cubicBezTo>
                  <a:cubicBezTo>
                    <a:pt x="12729" y="14346"/>
                    <a:pt x="14324" y="13500"/>
                    <a:pt x="15467" y="12095"/>
                  </a:cubicBezTo>
                  <a:cubicBezTo>
                    <a:pt x="16491" y="10845"/>
                    <a:pt x="17134" y="9238"/>
                    <a:pt x="17086" y="7607"/>
                  </a:cubicBezTo>
                  <a:cubicBezTo>
                    <a:pt x="17027" y="5904"/>
                    <a:pt x="16146" y="4356"/>
                    <a:pt x="14943" y="3177"/>
                  </a:cubicBezTo>
                  <a:cubicBezTo>
                    <a:pt x="13705" y="1939"/>
                    <a:pt x="12193" y="1011"/>
                    <a:pt x="10526" y="499"/>
                  </a:cubicBezTo>
                  <a:cubicBezTo>
                    <a:pt x="9512" y="182"/>
                    <a:pt x="8442" y="0"/>
                    <a:pt x="7376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46"/>
            <p:cNvSpPr/>
            <p:nvPr/>
          </p:nvSpPr>
          <p:spPr>
            <a:xfrm>
              <a:off x="2232400" y="3478325"/>
              <a:ext cx="111650" cy="107100"/>
            </a:xfrm>
            <a:custGeom>
              <a:avLst/>
              <a:gdLst/>
              <a:ahLst/>
              <a:cxnLst/>
              <a:rect l="l" t="t" r="r" b="b"/>
              <a:pathLst>
                <a:path w="4466" h="4284" extrusionOk="0">
                  <a:moveTo>
                    <a:pt x="3675" y="394"/>
                  </a:moveTo>
                  <a:cubicBezTo>
                    <a:pt x="3777" y="394"/>
                    <a:pt x="3872" y="442"/>
                    <a:pt x="3942" y="568"/>
                  </a:cubicBezTo>
                  <a:cubicBezTo>
                    <a:pt x="4109" y="866"/>
                    <a:pt x="3989" y="1235"/>
                    <a:pt x="3835" y="1497"/>
                  </a:cubicBezTo>
                  <a:cubicBezTo>
                    <a:pt x="3632" y="1807"/>
                    <a:pt x="3382" y="2069"/>
                    <a:pt x="3085" y="2283"/>
                  </a:cubicBezTo>
                  <a:cubicBezTo>
                    <a:pt x="2894" y="2426"/>
                    <a:pt x="2704" y="2557"/>
                    <a:pt x="2489" y="2676"/>
                  </a:cubicBezTo>
                  <a:cubicBezTo>
                    <a:pt x="2442" y="2342"/>
                    <a:pt x="2477" y="1997"/>
                    <a:pt x="2585" y="1676"/>
                  </a:cubicBezTo>
                  <a:cubicBezTo>
                    <a:pt x="2704" y="1295"/>
                    <a:pt x="2906" y="961"/>
                    <a:pt x="3168" y="676"/>
                  </a:cubicBezTo>
                  <a:cubicBezTo>
                    <a:pt x="3296" y="540"/>
                    <a:pt x="3497" y="394"/>
                    <a:pt x="3675" y="394"/>
                  </a:cubicBezTo>
                  <a:close/>
                  <a:moveTo>
                    <a:pt x="3683" y="1"/>
                  </a:moveTo>
                  <a:cubicBezTo>
                    <a:pt x="3442" y="1"/>
                    <a:pt x="3202" y="130"/>
                    <a:pt x="3013" y="295"/>
                  </a:cubicBezTo>
                  <a:cubicBezTo>
                    <a:pt x="2692" y="592"/>
                    <a:pt x="2454" y="961"/>
                    <a:pt x="2311" y="1378"/>
                  </a:cubicBezTo>
                  <a:cubicBezTo>
                    <a:pt x="2144" y="1747"/>
                    <a:pt x="2084" y="2164"/>
                    <a:pt x="2120" y="2581"/>
                  </a:cubicBezTo>
                  <a:cubicBezTo>
                    <a:pt x="2132" y="2664"/>
                    <a:pt x="2144" y="2759"/>
                    <a:pt x="2168" y="2843"/>
                  </a:cubicBezTo>
                  <a:cubicBezTo>
                    <a:pt x="1799" y="3021"/>
                    <a:pt x="1406" y="3140"/>
                    <a:pt x="1001" y="3188"/>
                  </a:cubicBezTo>
                  <a:cubicBezTo>
                    <a:pt x="905" y="3199"/>
                    <a:pt x="807" y="3204"/>
                    <a:pt x="709" y="3204"/>
                  </a:cubicBezTo>
                  <a:cubicBezTo>
                    <a:pt x="482" y="3204"/>
                    <a:pt x="253" y="3175"/>
                    <a:pt x="37" y="3116"/>
                  </a:cubicBezTo>
                  <a:lnTo>
                    <a:pt x="1" y="3414"/>
                  </a:lnTo>
                  <a:cubicBezTo>
                    <a:pt x="144" y="3462"/>
                    <a:pt x="287" y="3485"/>
                    <a:pt x="430" y="3497"/>
                  </a:cubicBezTo>
                  <a:cubicBezTo>
                    <a:pt x="520" y="3504"/>
                    <a:pt x="611" y="3508"/>
                    <a:pt x="702" y="3508"/>
                  </a:cubicBezTo>
                  <a:cubicBezTo>
                    <a:pt x="1244" y="3508"/>
                    <a:pt x="1787" y="3387"/>
                    <a:pt x="2287" y="3152"/>
                  </a:cubicBezTo>
                  <a:cubicBezTo>
                    <a:pt x="2537" y="3688"/>
                    <a:pt x="3025" y="4093"/>
                    <a:pt x="3597" y="4236"/>
                  </a:cubicBezTo>
                  <a:lnTo>
                    <a:pt x="3751" y="4283"/>
                  </a:lnTo>
                  <a:lnTo>
                    <a:pt x="3823" y="3950"/>
                  </a:lnTo>
                  <a:cubicBezTo>
                    <a:pt x="3549" y="3878"/>
                    <a:pt x="3275" y="3759"/>
                    <a:pt x="3037" y="3593"/>
                  </a:cubicBezTo>
                  <a:cubicBezTo>
                    <a:pt x="2846" y="3438"/>
                    <a:pt x="2692" y="3235"/>
                    <a:pt x="2596" y="3009"/>
                  </a:cubicBezTo>
                  <a:cubicBezTo>
                    <a:pt x="2680" y="2962"/>
                    <a:pt x="2751" y="2926"/>
                    <a:pt x="2823" y="2878"/>
                  </a:cubicBezTo>
                  <a:cubicBezTo>
                    <a:pt x="3478" y="2497"/>
                    <a:pt x="4299" y="1902"/>
                    <a:pt x="4406" y="1092"/>
                  </a:cubicBezTo>
                  <a:cubicBezTo>
                    <a:pt x="4466" y="735"/>
                    <a:pt x="4370" y="318"/>
                    <a:pt x="4049" y="116"/>
                  </a:cubicBezTo>
                  <a:cubicBezTo>
                    <a:pt x="3932" y="35"/>
                    <a:pt x="3807" y="1"/>
                    <a:pt x="36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46"/>
            <p:cNvSpPr/>
            <p:nvPr/>
          </p:nvSpPr>
          <p:spPr>
            <a:xfrm>
              <a:off x="2174375" y="3451875"/>
              <a:ext cx="63425" cy="355000"/>
            </a:xfrm>
            <a:custGeom>
              <a:avLst/>
              <a:gdLst/>
              <a:ahLst/>
              <a:cxnLst/>
              <a:rect l="l" t="t" r="r" b="b"/>
              <a:pathLst>
                <a:path w="2537" h="14200" extrusionOk="0">
                  <a:moveTo>
                    <a:pt x="1602" y="395"/>
                  </a:moveTo>
                  <a:cubicBezTo>
                    <a:pt x="1681" y="395"/>
                    <a:pt x="1758" y="433"/>
                    <a:pt x="1822" y="531"/>
                  </a:cubicBezTo>
                  <a:cubicBezTo>
                    <a:pt x="1905" y="674"/>
                    <a:pt x="1953" y="829"/>
                    <a:pt x="1977" y="984"/>
                  </a:cubicBezTo>
                  <a:cubicBezTo>
                    <a:pt x="2024" y="1198"/>
                    <a:pt x="2048" y="1424"/>
                    <a:pt x="2048" y="1650"/>
                  </a:cubicBezTo>
                  <a:cubicBezTo>
                    <a:pt x="2060" y="2067"/>
                    <a:pt x="2048" y="2496"/>
                    <a:pt x="2012" y="2912"/>
                  </a:cubicBezTo>
                  <a:cubicBezTo>
                    <a:pt x="1989" y="3281"/>
                    <a:pt x="1953" y="3650"/>
                    <a:pt x="1917" y="4020"/>
                  </a:cubicBezTo>
                  <a:cubicBezTo>
                    <a:pt x="1750" y="3948"/>
                    <a:pt x="1584" y="3841"/>
                    <a:pt x="1441" y="3722"/>
                  </a:cubicBezTo>
                  <a:cubicBezTo>
                    <a:pt x="917" y="3305"/>
                    <a:pt x="595" y="2674"/>
                    <a:pt x="691" y="1996"/>
                  </a:cubicBezTo>
                  <a:cubicBezTo>
                    <a:pt x="762" y="1579"/>
                    <a:pt x="893" y="1174"/>
                    <a:pt x="1096" y="805"/>
                  </a:cubicBezTo>
                  <a:cubicBezTo>
                    <a:pt x="1181" y="643"/>
                    <a:pt x="1401" y="395"/>
                    <a:pt x="1602" y="395"/>
                  </a:cubicBezTo>
                  <a:close/>
                  <a:moveTo>
                    <a:pt x="1614" y="1"/>
                  </a:moveTo>
                  <a:cubicBezTo>
                    <a:pt x="1421" y="1"/>
                    <a:pt x="1226" y="78"/>
                    <a:pt x="1084" y="233"/>
                  </a:cubicBezTo>
                  <a:cubicBezTo>
                    <a:pt x="953" y="376"/>
                    <a:pt x="846" y="543"/>
                    <a:pt x="774" y="733"/>
                  </a:cubicBezTo>
                  <a:cubicBezTo>
                    <a:pt x="679" y="936"/>
                    <a:pt x="595" y="1150"/>
                    <a:pt x="536" y="1365"/>
                  </a:cubicBezTo>
                  <a:cubicBezTo>
                    <a:pt x="286" y="2138"/>
                    <a:pt x="357" y="2924"/>
                    <a:pt x="881" y="3567"/>
                  </a:cubicBezTo>
                  <a:cubicBezTo>
                    <a:pt x="1143" y="3901"/>
                    <a:pt x="1488" y="4162"/>
                    <a:pt x="1881" y="4329"/>
                  </a:cubicBezTo>
                  <a:cubicBezTo>
                    <a:pt x="1738" y="5579"/>
                    <a:pt x="1524" y="6818"/>
                    <a:pt x="1310" y="8044"/>
                  </a:cubicBezTo>
                  <a:cubicBezTo>
                    <a:pt x="1012" y="9735"/>
                    <a:pt x="703" y="11413"/>
                    <a:pt x="274" y="13080"/>
                  </a:cubicBezTo>
                  <a:cubicBezTo>
                    <a:pt x="179" y="13437"/>
                    <a:pt x="95" y="13795"/>
                    <a:pt x="0" y="14152"/>
                  </a:cubicBezTo>
                  <a:lnTo>
                    <a:pt x="143" y="14199"/>
                  </a:lnTo>
                  <a:cubicBezTo>
                    <a:pt x="857" y="12437"/>
                    <a:pt x="1238" y="10556"/>
                    <a:pt x="1608" y="8687"/>
                  </a:cubicBezTo>
                  <a:cubicBezTo>
                    <a:pt x="1869" y="7294"/>
                    <a:pt x="2143" y="5889"/>
                    <a:pt x="2322" y="4484"/>
                  </a:cubicBezTo>
                  <a:lnTo>
                    <a:pt x="2358" y="4186"/>
                  </a:lnTo>
                  <a:cubicBezTo>
                    <a:pt x="2405" y="3746"/>
                    <a:pt x="2453" y="3305"/>
                    <a:pt x="2489" y="2853"/>
                  </a:cubicBezTo>
                  <a:cubicBezTo>
                    <a:pt x="2536" y="2388"/>
                    <a:pt x="2536" y="1912"/>
                    <a:pt x="2500" y="1448"/>
                  </a:cubicBezTo>
                  <a:cubicBezTo>
                    <a:pt x="2465" y="1031"/>
                    <a:pt x="2405" y="519"/>
                    <a:pt x="2108" y="198"/>
                  </a:cubicBezTo>
                  <a:cubicBezTo>
                    <a:pt x="1971" y="66"/>
                    <a:pt x="1793" y="1"/>
                    <a:pt x="16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46"/>
            <p:cNvSpPr/>
            <p:nvPr/>
          </p:nvSpPr>
          <p:spPr>
            <a:xfrm>
              <a:off x="2088950" y="3293875"/>
              <a:ext cx="456625" cy="567325"/>
            </a:xfrm>
            <a:custGeom>
              <a:avLst/>
              <a:gdLst/>
              <a:ahLst/>
              <a:cxnLst/>
              <a:rect l="l" t="t" r="r" b="b"/>
              <a:pathLst>
                <a:path w="18265" h="22693" extrusionOk="0">
                  <a:moveTo>
                    <a:pt x="12401" y="9696"/>
                  </a:moveTo>
                  <a:cubicBezTo>
                    <a:pt x="12446" y="9696"/>
                    <a:pt x="12486" y="9709"/>
                    <a:pt x="12514" y="9744"/>
                  </a:cubicBezTo>
                  <a:cubicBezTo>
                    <a:pt x="12609" y="9851"/>
                    <a:pt x="12561" y="10042"/>
                    <a:pt x="12514" y="10149"/>
                  </a:cubicBezTo>
                  <a:cubicBezTo>
                    <a:pt x="12287" y="10828"/>
                    <a:pt x="11585" y="11244"/>
                    <a:pt x="10918" y="11375"/>
                  </a:cubicBezTo>
                  <a:cubicBezTo>
                    <a:pt x="10787" y="11387"/>
                    <a:pt x="10656" y="11411"/>
                    <a:pt x="10537" y="11411"/>
                  </a:cubicBezTo>
                  <a:cubicBezTo>
                    <a:pt x="10751" y="11113"/>
                    <a:pt x="10990" y="10816"/>
                    <a:pt x="11251" y="10542"/>
                  </a:cubicBezTo>
                  <a:cubicBezTo>
                    <a:pt x="11502" y="10244"/>
                    <a:pt x="11799" y="9994"/>
                    <a:pt x="12121" y="9792"/>
                  </a:cubicBezTo>
                  <a:cubicBezTo>
                    <a:pt x="12193" y="9752"/>
                    <a:pt x="12308" y="9696"/>
                    <a:pt x="12401" y="9696"/>
                  </a:cubicBezTo>
                  <a:close/>
                  <a:moveTo>
                    <a:pt x="7977" y="443"/>
                  </a:moveTo>
                  <a:cubicBezTo>
                    <a:pt x="9033" y="443"/>
                    <a:pt x="10093" y="620"/>
                    <a:pt x="11097" y="934"/>
                  </a:cubicBezTo>
                  <a:cubicBezTo>
                    <a:pt x="12764" y="1458"/>
                    <a:pt x="14276" y="2374"/>
                    <a:pt x="15514" y="3613"/>
                  </a:cubicBezTo>
                  <a:cubicBezTo>
                    <a:pt x="16681" y="4815"/>
                    <a:pt x="17574" y="6351"/>
                    <a:pt x="17633" y="8066"/>
                  </a:cubicBezTo>
                  <a:cubicBezTo>
                    <a:pt x="17681" y="9685"/>
                    <a:pt x="17038" y="11304"/>
                    <a:pt x="16014" y="12554"/>
                  </a:cubicBezTo>
                  <a:cubicBezTo>
                    <a:pt x="14871" y="13947"/>
                    <a:pt x="13276" y="14804"/>
                    <a:pt x="11704" y="15614"/>
                  </a:cubicBezTo>
                  <a:cubicBezTo>
                    <a:pt x="10894" y="16031"/>
                    <a:pt x="10025" y="16436"/>
                    <a:pt x="9323" y="16983"/>
                  </a:cubicBezTo>
                  <a:cubicBezTo>
                    <a:pt x="8608" y="17531"/>
                    <a:pt x="8180" y="18293"/>
                    <a:pt x="7870" y="19114"/>
                  </a:cubicBezTo>
                  <a:cubicBezTo>
                    <a:pt x="7715" y="19507"/>
                    <a:pt x="7596" y="19924"/>
                    <a:pt x="7477" y="20329"/>
                  </a:cubicBezTo>
                  <a:cubicBezTo>
                    <a:pt x="7453" y="20377"/>
                    <a:pt x="7453" y="20436"/>
                    <a:pt x="7477" y="20484"/>
                  </a:cubicBezTo>
                  <a:cubicBezTo>
                    <a:pt x="7441" y="20543"/>
                    <a:pt x="7394" y="20615"/>
                    <a:pt x="7346" y="20674"/>
                  </a:cubicBezTo>
                  <a:cubicBezTo>
                    <a:pt x="7191" y="20900"/>
                    <a:pt x="6977" y="21079"/>
                    <a:pt x="6727" y="21198"/>
                  </a:cubicBezTo>
                  <a:cubicBezTo>
                    <a:pt x="6572" y="21258"/>
                    <a:pt x="6406" y="21305"/>
                    <a:pt x="6227" y="21305"/>
                  </a:cubicBezTo>
                  <a:cubicBezTo>
                    <a:pt x="7180" y="18245"/>
                    <a:pt x="8203" y="15162"/>
                    <a:pt x="9882" y="12411"/>
                  </a:cubicBezTo>
                  <a:cubicBezTo>
                    <a:pt x="10001" y="12197"/>
                    <a:pt x="10132" y="11995"/>
                    <a:pt x="10275" y="11792"/>
                  </a:cubicBezTo>
                  <a:cubicBezTo>
                    <a:pt x="10319" y="11794"/>
                    <a:pt x="10363" y="11795"/>
                    <a:pt x="10407" y="11795"/>
                  </a:cubicBezTo>
                  <a:cubicBezTo>
                    <a:pt x="10887" y="11795"/>
                    <a:pt x="11362" y="11678"/>
                    <a:pt x="11787" y="11471"/>
                  </a:cubicBezTo>
                  <a:cubicBezTo>
                    <a:pt x="12144" y="11280"/>
                    <a:pt x="12442" y="11018"/>
                    <a:pt x="12668" y="10685"/>
                  </a:cubicBezTo>
                  <a:cubicBezTo>
                    <a:pt x="12859" y="10399"/>
                    <a:pt x="13037" y="10006"/>
                    <a:pt x="12906" y="9661"/>
                  </a:cubicBezTo>
                  <a:cubicBezTo>
                    <a:pt x="12806" y="9418"/>
                    <a:pt x="12603" y="9321"/>
                    <a:pt x="12384" y="9321"/>
                  </a:cubicBezTo>
                  <a:cubicBezTo>
                    <a:pt x="12239" y="9321"/>
                    <a:pt x="12087" y="9363"/>
                    <a:pt x="11954" y="9435"/>
                  </a:cubicBezTo>
                  <a:cubicBezTo>
                    <a:pt x="11573" y="9637"/>
                    <a:pt x="11251" y="9982"/>
                    <a:pt x="10966" y="10292"/>
                  </a:cubicBezTo>
                  <a:cubicBezTo>
                    <a:pt x="10644" y="10649"/>
                    <a:pt x="10347" y="11018"/>
                    <a:pt x="10073" y="11423"/>
                  </a:cubicBezTo>
                  <a:cubicBezTo>
                    <a:pt x="9894" y="11411"/>
                    <a:pt x="9727" y="11387"/>
                    <a:pt x="9549" y="11340"/>
                  </a:cubicBezTo>
                  <a:lnTo>
                    <a:pt x="9466" y="11673"/>
                  </a:lnTo>
                  <a:cubicBezTo>
                    <a:pt x="9597" y="11709"/>
                    <a:pt x="9727" y="11733"/>
                    <a:pt x="9858" y="11756"/>
                  </a:cubicBezTo>
                  <a:cubicBezTo>
                    <a:pt x="9727" y="11959"/>
                    <a:pt x="9585" y="12173"/>
                    <a:pt x="9466" y="12399"/>
                  </a:cubicBezTo>
                  <a:cubicBezTo>
                    <a:pt x="8989" y="13185"/>
                    <a:pt x="8573" y="13995"/>
                    <a:pt x="8203" y="14840"/>
                  </a:cubicBezTo>
                  <a:cubicBezTo>
                    <a:pt x="7453" y="16507"/>
                    <a:pt x="6810" y="18222"/>
                    <a:pt x="6263" y="19972"/>
                  </a:cubicBezTo>
                  <a:cubicBezTo>
                    <a:pt x="6132" y="20400"/>
                    <a:pt x="5989" y="20829"/>
                    <a:pt x="5858" y="21270"/>
                  </a:cubicBezTo>
                  <a:cubicBezTo>
                    <a:pt x="5846" y="21270"/>
                    <a:pt x="5846" y="21281"/>
                    <a:pt x="5858" y="21281"/>
                  </a:cubicBezTo>
                  <a:lnTo>
                    <a:pt x="5834" y="21281"/>
                  </a:lnTo>
                  <a:cubicBezTo>
                    <a:pt x="5155" y="21210"/>
                    <a:pt x="4513" y="21019"/>
                    <a:pt x="3917" y="20722"/>
                  </a:cubicBezTo>
                  <a:cubicBezTo>
                    <a:pt x="3798" y="20662"/>
                    <a:pt x="3691" y="20603"/>
                    <a:pt x="3572" y="20543"/>
                  </a:cubicBezTo>
                  <a:lnTo>
                    <a:pt x="3584" y="20519"/>
                  </a:lnTo>
                  <a:lnTo>
                    <a:pt x="3441" y="20460"/>
                  </a:lnTo>
                  <a:cubicBezTo>
                    <a:pt x="3036" y="20222"/>
                    <a:pt x="2691" y="19924"/>
                    <a:pt x="2548" y="19472"/>
                  </a:cubicBezTo>
                  <a:cubicBezTo>
                    <a:pt x="2477" y="19257"/>
                    <a:pt x="2441" y="19031"/>
                    <a:pt x="2453" y="18805"/>
                  </a:cubicBezTo>
                  <a:lnTo>
                    <a:pt x="2441" y="18805"/>
                  </a:lnTo>
                  <a:cubicBezTo>
                    <a:pt x="2750" y="18079"/>
                    <a:pt x="2917" y="17293"/>
                    <a:pt x="2941" y="16495"/>
                  </a:cubicBezTo>
                  <a:cubicBezTo>
                    <a:pt x="2929" y="15531"/>
                    <a:pt x="2393" y="14673"/>
                    <a:pt x="2000" y="13816"/>
                  </a:cubicBezTo>
                  <a:cubicBezTo>
                    <a:pt x="1203" y="12066"/>
                    <a:pt x="631" y="10185"/>
                    <a:pt x="607" y="8244"/>
                  </a:cubicBezTo>
                  <a:cubicBezTo>
                    <a:pt x="572" y="6589"/>
                    <a:pt x="1012" y="4958"/>
                    <a:pt x="1881" y="3553"/>
                  </a:cubicBezTo>
                  <a:cubicBezTo>
                    <a:pt x="2774" y="2100"/>
                    <a:pt x="4215" y="1077"/>
                    <a:pt x="5870" y="696"/>
                  </a:cubicBezTo>
                  <a:cubicBezTo>
                    <a:pt x="6559" y="523"/>
                    <a:pt x="7267" y="443"/>
                    <a:pt x="7977" y="443"/>
                  </a:cubicBezTo>
                  <a:close/>
                  <a:moveTo>
                    <a:pt x="7981" y="0"/>
                  </a:moveTo>
                  <a:cubicBezTo>
                    <a:pt x="7718" y="0"/>
                    <a:pt x="7455" y="10"/>
                    <a:pt x="7191" y="29"/>
                  </a:cubicBezTo>
                  <a:cubicBezTo>
                    <a:pt x="5406" y="172"/>
                    <a:pt x="3679" y="850"/>
                    <a:pt x="2429" y="2160"/>
                  </a:cubicBezTo>
                  <a:cubicBezTo>
                    <a:pt x="1310" y="3374"/>
                    <a:pt x="572" y="4898"/>
                    <a:pt x="310" y="6542"/>
                  </a:cubicBezTo>
                  <a:cubicBezTo>
                    <a:pt x="0" y="8435"/>
                    <a:pt x="262" y="10375"/>
                    <a:pt x="845" y="12197"/>
                  </a:cubicBezTo>
                  <a:cubicBezTo>
                    <a:pt x="1167" y="13138"/>
                    <a:pt x="1548" y="14054"/>
                    <a:pt x="1988" y="14935"/>
                  </a:cubicBezTo>
                  <a:cubicBezTo>
                    <a:pt x="2215" y="15364"/>
                    <a:pt x="2381" y="15828"/>
                    <a:pt x="2488" y="16305"/>
                  </a:cubicBezTo>
                  <a:cubicBezTo>
                    <a:pt x="2560" y="16757"/>
                    <a:pt x="2560" y="17233"/>
                    <a:pt x="2465" y="17686"/>
                  </a:cubicBezTo>
                  <a:cubicBezTo>
                    <a:pt x="2334" y="17960"/>
                    <a:pt x="2238" y="18233"/>
                    <a:pt x="2167" y="18531"/>
                  </a:cubicBezTo>
                  <a:cubicBezTo>
                    <a:pt x="1917" y="18555"/>
                    <a:pt x="1667" y="18829"/>
                    <a:pt x="1524" y="18995"/>
                  </a:cubicBezTo>
                  <a:cubicBezTo>
                    <a:pt x="1298" y="19257"/>
                    <a:pt x="1226" y="19615"/>
                    <a:pt x="1322" y="19936"/>
                  </a:cubicBezTo>
                  <a:cubicBezTo>
                    <a:pt x="1334" y="19984"/>
                    <a:pt x="1345" y="20019"/>
                    <a:pt x="1369" y="20055"/>
                  </a:cubicBezTo>
                  <a:cubicBezTo>
                    <a:pt x="917" y="20377"/>
                    <a:pt x="905" y="20984"/>
                    <a:pt x="1119" y="21460"/>
                  </a:cubicBezTo>
                  <a:cubicBezTo>
                    <a:pt x="1060" y="21496"/>
                    <a:pt x="1024" y="21555"/>
                    <a:pt x="1000" y="21627"/>
                  </a:cubicBezTo>
                  <a:lnTo>
                    <a:pt x="1226" y="21662"/>
                  </a:lnTo>
                  <a:cubicBezTo>
                    <a:pt x="1226" y="21674"/>
                    <a:pt x="1238" y="21674"/>
                    <a:pt x="1250" y="21686"/>
                  </a:cubicBezTo>
                  <a:cubicBezTo>
                    <a:pt x="1679" y="22293"/>
                    <a:pt x="2393" y="22520"/>
                    <a:pt x="3084" y="22686"/>
                  </a:cubicBezTo>
                  <a:cubicBezTo>
                    <a:pt x="3098" y="22690"/>
                    <a:pt x="3112" y="22692"/>
                    <a:pt x="3125" y="22692"/>
                  </a:cubicBezTo>
                  <a:cubicBezTo>
                    <a:pt x="3261" y="22692"/>
                    <a:pt x="3308" y="22480"/>
                    <a:pt x="3155" y="22436"/>
                  </a:cubicBezTo>
                  <a:cubicBezTo>
                    <a:pt x="2584" y="22258"/>
                    <a:pt x="1977" y="22043"/>
                    <a:pt x="1584" y="21567"/>
                  </a:cubicBezTo>
                  <a:cubicBezTo>
                    <a:pt x="1286" y="21198"/>
                    <a:pt x="1250" y="20674"/>
                    <a:pt x="1476" y="20269"/>
                  </a:cubicBezTo>
                  <a:lnTo>
                    <a:pt x="1476" y="20269"/>
                  </a:lnTo>
                  <a:cubicBezTo>
                    <a:pt x="1596" y="20460"/>
                    <a:pt x="1738" y="20638"/>
                    <a:pt x="1905" y="20805"/>
                  </a:cubicBezTo>
                  <a:cubicBezTo>
                    <a:pt x="2167" y="21055"/>
                    <a:pt x="2465" y="21258"/>
                    <a:pt x="2798" y="21389"/>
                  </a:cubicBezTo>
                  <a:cubicBezTo>
                    <a:pt x="2807" y="21390"/>
                    <a:pt x="2816" y="21391"/>
                    <a:pt x="2824" y="21391"/>
                  </a:cubicBezTo>
                  <a:cubicBezTo>
                    <a:pt x="2929" y="21391"/>
                    <a:pt x="2994" y="21263"/>
                    <a:pt x="2917" y="21186"/>
                  </a:cubicBezTo>
                  <a:cubicBezTo>
                    <a:pt x="2512" y="20829"/>
                    <a:pt x="2048" y="20484"/>
                    <a:pt x="1774" y="20007"/>
                  </a:cubicBezTo>
                  <a:cubicBezTo>
                    <a:pt x="1631" y="19793"/>
                    <a:pt x="1619" y="19531"/>
                    <a:pt x="1726" y="19305"/>
                  </a:cubicBezTo>
                  <a:cubicBezTo>
                    <a:pt x="1798" y="19186"/>
                    <a:pt x="1869" y="19079"/>
                    <a:pt x="1965" y="18984"/>
                  </a:cubicBezTo>
                  <a:cubicBezTo>
                    <a:pt x="2012" y="18936"/>
                    <a:pt x="2060" y="18864"/>
                    <a:pt x="2119" y="18805"/>
                  </a:cubicBezTo>
                  <a:lnTo>
                    <a:pt x="2119" y="18805"/>
                  </a:lnTo>
                  <a:cubicBezTo>
                    <a:pt x="2096" y="18948"/>
                    <a:pt x="2096" y="19091"/>
                    <a:pt x="2107" y="19234"/>
                  </a:cubicBezTo>
                  <a:cubicBezTo>
                    <a:pt x="2107" y="19245"/>
                    <a:pt x="2107" y="19245"/>
                    <a:pt x="2096" y="19257"/>
                  </a:cubicBezTo>
                  <a:cubicBezTo>
                    <a:pt x="2096" y="19281"/>
                    <a:pt x="2107" y="19305"/>
                    <a:pt x="2119" y="19317"/>
                  </a:cubicBezTo>
                  <a:cubicBezTo>
                    <a:pt x="2119" y="19329"/>
                    <a:pt x="2119" y="19341"/>
                    <a:pt x="2119" y="19353"/>
                  </a:cubicBezTo>
                  <a:cubicBezTo>
                    <a:pt x="2227" y="20115"/>
                    <a:pt x="2810" y="20591"/>
                    <a:pt x="3441" y="20960"/>
                  </a:cubicBezTo>
                  <a:cubicBezTo>
                    <a:pt x="4096" y="21341"/>
                    <a:pt x="4822" y="21591"/>
                    <a:pt x="5560" y="21698"/>
                  </a:cubicBezTo>
                  <a:cubicBezTo>
                    <a:pt x="5743" y="21737"/>
                    <a:pt x="5925" y="21755"/>
                    <a:pt x="6107" y="21755"/>
                  </a:cubicBezTo>
                  <a:cubicBezTo>
                    <a:pt x="6316" y="21755"/>
                    <a:pt x="6523" y="21731"/>
                    <a:pt x="6727" y="21686"/>
                  </a:cubicBezTo>
                  <a:cubicBezTo>
                    <a:pt x="7037" y="21579"/>
                    <a:pt x="7311" y="21412"/>
                    <a:pt x="7525" y="21174"/>
                  </a:cubicBezTo>
                  <a:cubicBezTo>
                    <a:pt x="7680" y="20996"/>
                    <a:pt x="7799" y="20805"/>
                    <a:pt x="7894" y="20591"/>
                  </a:cubicBezTo>
                  <a:cubicBezTo>
                    <a:pt x="7930" y="20698"/>
                    <a:pt x="7930" y="20805"/>
                    <a:pt x="7918" y="20924"/>
                  </a:cubicBezTo>
                  <a:cubicBezTo>
                    <a:pt x="7870" y="21210"/>
                    <a:pt x="7703" y="21484"/>
                    <a:pt x="7465" y="21662"/>
                  </a:cubicBezTo>
                  <a:cubicBezTo>
                    <a:pt x="6894" y="22162"/>
                    <a:pt x="6072" y="22186"/>
                    <a:pt x="5382" y="22413"/>
                  </a:cubicBezTo>
                  <a:cubicBezTo>
                    <a:pt x="5310" y="22424"/>
                    <a:pt x="5322" y="22543"/>
                    <a:pt x="5406" y="22543"/>
                  </a:cubicBezTo>
                  <a:cubicBezTo>
                    <a:pt x="5644" y="22532"/>
                    <a:pt x="5870" y="22472"/>
                    <a:pt x="6108" y="22448"/>
                  </a:cubicBezTo>
                  <a:cubicBezTo>
                    <a:pt x="6334" y="22413"/>
                    <a:pt x="6560" y="22377"/>
                    <a:pt x="6775" y="22329"/>
                  </a:cubicBezTo>
                  <a:cubicBezTo>
                    <a:pt x="7096" y="22270"/>
                    <a:pt x="7394" y="22162"/>
                    <a:pt x="7668" y="21996"/>
                  </a:cubicBezTo>
                  <a:lnTo>
                    <a:pt x="7930" y="21853"/>
                  </a:lnTo>
                  <a:cubicBezTo>
                    <a:pt x="7918" y="21841"/>
                    <a:pt x="7906" y="21829"/>
                    <a:pt x="7906" y="21817"/>
                  </a:cubicBezTo>
                  <a:cubicBezTo>
                    <a:pt x="8180" y="21579"/>
                    <a:pt x="8334" y="21234"/>
                    <a:pt x="8334" y="20877"/>
                  </a:cubicBezTo>
                  <a:cubicBezTo>
                    <a:pt x="8323" y="20627"/>
                    <a:pt x="8227" y="20388"/>
                    <a:pt x="8061" y="20210"/>
                  </a:cubicBezTo>
                  <a:cubicBezTo>
                    <a:pt x="8144" y="19960"/>
                    <a:pt x="8203" y="19710"/>
                    <a:pt x="8227" y="19448"/>
                  </a:cubicBezTo>
                  <a:cubicBezTo>
                    <a:pt x="8406" y="18948"/>
                    <a:pt x="8644" y="18472"/>
                    <a:pt x="8954" y="18031"/>
                  </a:cubicBezTo>
                  <a:cubicBezTo>
                    <a:pt x="9513" y="17293"/>
                    <a:pt x="10347" y="16864"/>
                    <a:pt x="11144" y="16447"/>
                  </a:cubicBezTo>
                  <a:cubicBezTo>
                    <a:pt x="12787" y="15602"/>
                    <a:pt x="14514" y="14804"/>
                    <a:pt x="15835" y="13471"/>
                  </a:cubicBezTo>
                  <a:cubicBezTo>
                    <a:pt x="17038" y="12268"/>
                    <a:pt x="17824" y="10697"/>
                    <a:pt x="18050" y="9006"/>
                  </a:cubicBezTo>
                  <a:cubicBezTo>
                    <a:pt x="18264" y="7256"/>
                    <a:pt x="17681" y="5565"/>
                    <a:pt x="16633" y="4184"/>
                  </a:cubicBezTo>
                  <a:cubicBezTo>
                    <a:pt x="15526" y="2779"/>
                    <a:pt x="14097" y="1672"/>
                    <a:pt x="12466" y="957"/>
                  </a:cubicBezTo>
                  <a:cubicBezTo>
                    <a:pt x="11052" y="327"/>
                    <a:pt x="9525" y="0"/>
                    <a:pt x="79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46"/>
            <p:cNvSpPr/>
            <p:nvPr/>
          </p:nvSpPr>
          <p:spPr>
            <a:xfrm>
              <a:off x="2111275" y="3834525"/>
              <a:ext cx="178600" cy="110625"/>
            </a:xfrm>
            <a:custGeom>
              <a:avLst/>
              <a:gdLst/>
              <a:ahLst/>
              <a:cxnLst/>
              <a:rect l="l" t="t" r="r" b="b"/>
              <a:pathLst>
                <a:path w="7144" h="4425" extrusionOk="0">
                  <a:moveTo>
                    <a:pt x="512" y="1763"/>
                  </a:moveTo>
                  <a:lnTo>
                    <a:pt x="512" y="1763"/>
                  </a:lnTo>
                  <a:cubicBezTo>
                    <a:pt x="762" y="2049"/>
                    <a:pt x="1060" y="2275"/>
                    <a:pt x="1393" y="2453"/>
                  </a:cubicBezTo>
                  <a:cubicBezTo>
                    <a:pt x="2242" y="2903"/>
                    <a:pt x="3182" y="3134"/>
                    <a:pt x="4130" y="3134"/>
                  </a:cubicBezTo>
                  <a:cubicBezTo>
                    <a:pt x="4313" y="3134"/>
                    <a:pt x="4496" y="3126"/>
                    <a:pt x="4679" y="3108"/>
                  </a:cubicBezTo>
                  <a:lnTo>
                    <a:pt x="4679" y="3108"/>
                  </a:lnTo>
                  <a:lnTo>
                    <a:pt x="4465" y="3287"/>
                  </a:lnTo>
                  <a:cubicBezTo>
                    <a:pt x="4239" y="3465"/>
                    <a:pt x="4001" y="3620"/>
                    <a:pt x="3739" y="3739"/>
                  </a:cubicBezTo>
                  <a:cubicBezTo>
                    <a:pt x="3445" y="3875"/>
                    <a:pt x="3113" y="3964"/>
                    <a:pt x="2784" y="3964"/>
                  </a:cubicBezTo>
                  <a:cubicBezTo>
                    <a:pt x="2565" y="3964"/>
                    <a:pt x="2347" y="3925"/>
                    <a:pt x="2143" y="3834"/>
                  </a:cubicBezTo>
                  <a:cubicBezTo>
                    <a:pt x="1679" y="3632"/>
                    <a:pt x="1298" y="3227"/>
                    <a:pt x="1012" y="2811"/>
                  </a:cubicBezTo>
                  <a:cubicBezTo>
                    <a:pt x="798" y="2489"/>
                    <a:pt x="631" y="2132"/>
                    <a:pt x="512" y="1763"/>
                  </a:cubicBezTo>
                  <a:close/>
                  <a:moveTo>
                    <a:pt x="95" y="1"/>
                  </a:moveTo>
                  <a:cubicBezTo>
                    <a:pt x="36" y="155"/>
                    <a:pt x="0" y="310"/>
                    <a:pt x="12" y="477"/>
                  </a:cubicBezTo>
                  <a:cubicBezTo>
                    <a:pt x="12" y="763"/>
                    <a:pt x="71" y="1037"/>
                    <a:pt x="191" y="1287"/>
                  </a:cubicBezTo>
                  <a:cubicBezTo>
                    <a:pt x="202" y="1310"/>
                    <a:pt x="214" y="1334"/>
                    <a:pt x="226" y="1346"/>
                  </a:cubicBezTo>
                  <a:cubicBezTo>
                    <a:pt x="226" y="1358"/>
                    <a:pt x="226" y="1370"/>
                    <a:pt x="226" y="1382"/>
                  </a:cubicBezTo>
                  <a:cubicBezTo>
                    <a:pt x="179" y="1822"/>
                    <a:pt x="333" y="2287"/>
                    <a:pt x="524" y="2691"/>
                  </a:cubicBezTo>
                  <a:lnTo>
                    <a:pt x="536" y="2691"/>
                  </a:lnTo>
                  <a:cubicBezTo>
                    <a:pt x="726" y="3096"/>
                    <a:pt x="1000" y="3477"/>
                    <a:pt x="1334" y="3787"/>
                  </a:cubicBezTo>
                  <a:cubicBezTo>
                    <a:pt x="1679" y="4132"/>
                    <a:pt x="2131" y="4346"/>
                    <a:pt x="2631" y="4418"/>
                  </a:cubicBezTo>
                  <a:cubicBezTo>
                    <a:pt x="2695" y="4422"/>
                    <a:pt x="2759" y="4425"/>
                    <a:pt x="2823" y="4425"/>
                  </a:cubicBezTo>
                  <a:cubicBezTo>
                    <a:pt x="3270" y="4425"/>
                    <a:pt x="3710" y="4315"/>
                    <a:pt x="4096" y="4096"/>
                  </a:cubicBezTo>
                  <a:cubicBezTo>
                    <a:pt x="4346" y="3965"/>
                    <a:pt x="4584" y="3799"/>
                    <a:pt x="4798" y="3632"/>
                  </a:cubicBezTo>
                  <a:cubicBezTo>
                    <a:pt x="5036" y="3465"/>
                    <a:pt x="5251" y="3263"/>
                    <a:pt x="5417" y="3037"/>
                  </a:cubicBezTo>
                  <a:cubicBezTo>
                    <a:pt x="5429" y="3013"/>
                    <a:pt x="5441" y="2989"/>
                    <a:pt x="5441" y="2977"/>
                  </a:cubicBezTo>
                  <a:cubicBezTo>
                    <a:pt x="5667" y="2894"/>
                    <a:pt x="5870" y="2775"/>
                    <a:pt x="6025" y="2608"/>
                  </a:cubicBezTo>
                  <a:cubicBezTo>
                    <a:pt x="6239" y="2382"/>
                    <a:pt x="6429" y="2037"/>
                    <a:pt x="6322" y="1715"/>
                  </a:cubicBezTo>
                  <a:cubicBezTo>
                    <a:pt x="6322" y="1703"/>
                    <a:pt x="6310" y="1691"/>
                    <a:pt x="6310" y="1679"/>
                  </a:cubicBezTo>
                  <a:cubicBezTo>
                    <a:pt x="6596" y="1513"/>
                    <a:pt x="6822" y="1275"/>
                    <a:pt x="6989" y="989"/>
                  </a:cubicBezTo>
                  <a:cubicBezTo>
                    <a:pt x="7120" y="763"/>
                    <a:pt x="7144" y="477"/>
                    <a:pt x="7037" y="239"/>
                  </a:cubicBezTo>
                  <a:lnTo>
                    <a:pt x="7037" y="239"/>
                  </a:lnTo>
                  <a:lnTo>
                    <a:pt x="6775" y="382"/>
                  </a:lnTo>
                  <a:cubicBezTo>
                    <a:pt x="6739" y="560"/>
                    <a:pt x="6668" y="727"/>
                    <a:pt x="6560" y="882"/>
                  </a:cubicBezTo>
                  <a:cubicBezTo>
                    <a:pt x="6406" y="1084"/>
                    <a:pt x="6215" y="1251"/>
                    <a:pt x="5989" y="1382"/>
                  </a:cubicBezTo>
                  <a:cubicBezTo>
                    <a:pt x="5609" y="1595"/>
                    <a:pt x="5186" y="1707"/>
                    <a:pt x="4759" y="1707"/>
                  </a:cubicBezTo>
                  <a:cubicBezTo>
                    <a:pt x="4637" y="1707"/>
                    <a:pt x="4515" y="1698"/>
                    <a:pt x="4393" y="1679"/>
                  </a:cubicBezTo>
                  <a:cubicBezTo>
                    <a:pt x="4386" y="1678"/>
                    <a:pt x="4379" y="1678"/>
                    <a:pt x="4373" y="1678"/>
                  </a:cubicBezTo>
                  <a:cubicBezTo>
                    <a:pt x="4262" y="1678"/>
                    <a:pt x="4257" y="1861"/>
                    <a:pt x="4370" y="1906"/>
                  </a:cubicBezTo>
                  <a:cubicBezTo>
                    <a:pt x="4595" y="1979"/>
                    <a:pt x="4830" y="2015"/>
                    <a:pt x="5067" y="2015"/>
                  </a:cubicBezTo>
                  <a:cubicBezTo>
                    <a:pt x="5333" y="2015"/>
                    <a:pt x="5600" y="1970"/>
                    <a:pt x="5858" y="1882"/>
                  </a:cubicBezTo>
                  <a:lnTo>
                    <a:pt x="5858" y="1882"/>
                  </a:lnTo>
                  <a:cubicBezTo>
                    <a:pt x="5834" y="2049"/>
                    <a:pt x="5751" y="2191"/>
                    <a:pt x="5644" y="2299"/>
                  </a:cubicBezTo>
                  <a:cubicBezTo>
                    <a:pt x="5453" y="2465"/>
                    <a:pt x="5227" y="2561"/>
                    <a:pt x="4977" y="2596"/>
                  </a:cubicBezTo>
                  <a:cubicBezTo>
                    <a:pt x="4671" y="2651"/>
                    <a:pt x="4357" y="2678"/>
                    <a:pt x="4042" y="2678"/>
                  </a:cubicBezTo>
                  <a:cubicBezTo>
                    <a:pt x="3805" y="2678"/>
                    <a:pt x="3569" y="2663"/>
                    <a:pt x="3334" y="2632"/>
                  </a:cubicBezTo>
                  <a:cubicBezTo>
                    <a:pt x="2798" y="2561"/>
                    <a:pt x="2286" y="2418"/>
                    <a:pt x="1798" y="2215"/>
                  </a:cubicBezTo>
                  <a:cubicBezTo>
                    <a:pt x="1334" y="2037"/>
                    <a:pt x="941" y="1727"/>
                    <a:pt x="643" y="1346"/>
                  </a:cubicBezTo>
                  <a:cubicBezTo>
                    <a:pt x="488" y="1120"/>
                    <a:pt x="381" y="870"/>
                    <a:pt x="322" y="608"/>
                  </a:cubicBezTo>
                  <a:cubicBezTo>
                    <a:pt x="310" y="477"/>
                    <a:pt x="298" y="346"/>
                    <a:pt x="310" y="215"/>
                  </a:cubicBezTo>
                  <a:cubicBezTo>
                    <a:pt x="310" y="155"/>
                    <a:pt x="322" y="96"/>
                    <a:pt x="322" y="36"/>
                  </a:cubicBezTo>
                  <a:lnTo>
                    <a:pt x="9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97" name="Google Shape;2097;p46"/>
          <p:cNvGrpSpPr/>
          <p:nvPr/>
        </p:nvGrpSpPr>
        <p:grpSpPr>
          <a:xfrm rot="2257526">
            <a:off x="1235087" y="534099"/>
            <a:ext cx="411154" cy="770080"/>
            <a:chOff x="895350" y="107900"/>
            <a:chExt cx="317050" cy="593825"/>
          </a:xfrm>
        </p:grpSpPr>
        <p:sp>
          <p:nvSpPr>
            <p:cNvPr id="2098" name="Google Shape;2098;p46"/>
            <p:cNvSpPr/>
            <p:nvPr/>
          </p:nvSpPr>
          <p:spPr>
            <a:xfrm>
              <a:off x="1059975" y="119550"/>
              <a:ext cx="136050" cy="136175"/>
            </a:xfrm>
            <a:custGeom>
              <a:avLst/>
              <a:gdLst/>
              <a:ahLst/>
              <a:cxnLst/>
              <a:rect l="l" t="t" r="r" b="b"/>
              <a:pathLst>
                <a:path w="5442" h="5447" extrusionOk="0">
                  <a:moveTo>
                    <a:pt x="2706" y="1"/>
                  </a:moveTo>
                  <a:cubicBezTo>
                    <a:pt x="2367" y="1"/>
                    <a:pt x="2028" y="72"/>
                    <a:pt x="1715" y="214"/>
                  </a:cubicBezTo>
                  <a:cubicBezTo>
                    <a:pt x="750" y="869"/>
                    <a:pt x="0" y="1857"/>
                    <a:pt x="24" y="3071"/>
                  </a:cubicBezTo>
                  <a:cubicBezTo>
                    <a:pt x="60" y="4441"/>
                    <a:pt x="1179" y="5381"/>
                    <a:pt x="2512" y="5441"/>
                  </a:cubicBezTo>
                  <a:cubicBezTo>
                    <a:pt x="2572" y="5445"/>
                    <a:pt x="2632" y="5446"/>
                    <a:pt x="2692" y="5446"/>
                  </a:cubicBezTo>
                  <a:cubicBezTo>
                    <a:pt x="3191" y="5446"/>
                    <a:pt x="3684" y="5314"/>
                    <a:pt x="4120" y="5048"/>
                  </a:cubicBezTo>
                  <a:cubicBezTo>
                    <a:pt x="4679" y="4703"/>
                    <a:pt x="4989" y="4131"/>
                    <a:pt x="5132" y="3500"/>
                  </a:cubicBezTo>
                  <a:cubicBezTo>
                    <a:pt x="5441" y="2202"/>
                    <a:pt x="4905" y="738"/>
                    <a:pt x="3631" y="190"/>
                  </a:cubicBezTo>
                  <a:cubicBezTo>
                    <a:pt x="3338" y="63"/>
                    <a:pt x="3022" y="1"/>
                    <a:pt x="2706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46"/>
            <p:cNvSpPr/>
            <p:nvPr/>
          </p:nvSpPr>
          <p:spPr>
            <a:xfrm>
              <a:off x="984650" y="553850"/>
              <a:ext cx="136650" cy="136150"/>
            </a:xfrm>
            <a:custGeom>
              <a:avLst/>
              <a:gdLst/>
              <a:ahLst/>
              <a:cxnLst/>
              <a:rect l="l" t="t" r="r" b="b"/>
              <a:pathLst>
                <a:path w="5466" h="5446" extrusionOk="0">
                  <a:moveTo>
                    <a:pt x="2720" y="0"/>
                  </a:moveTo>
                  <a:cubicBezTo>
                    <a:pt x="2380" y="0"/>
                    <a:pt x="2041" y="72"/>
                    <a:pt x="1727" y="213"/>
                  </a:cubicBezTo>
                  <a:cubicBezTo>
                    <a:pt x="763" y="868"/>
                    <a:pt x="1" y="1856"/>
                    <a:pt x="36" y="3071"/>
                  </a:cubicBezTo>
                  <a:cubicBezTo>
                    <a:pt x="72" y="4452"/>
                    <a:pt x="1191" y="5380"/>
                    <a:pt x="2513" y="5440"/>
                  </a:cubicBezTo>
                  <a:cubicBezTo>
                    <a:pt x="2574" y="5444"/>
                    <a:pt x="2635" y="5446"/>
                    <a:pt x="2696" y="5446"/>
                  </a:cubicBezTo>
                  <a:cubicBezTo>
                    <a:pt x="3204" y="5446"/>
                    <a:pt x="3696" y="5313"/>
                    <a:pt x="4132" y="5047"/>
                  </a:cubicBezTo>
                  <a:cubicBezTo>
                    <a:pt x="4692" y="4702"/>
                    <a:pt x="5001" y="4130"/>
                    <a:pt x="5144" y="3499"/>
                  </a:cubicBezTo>
                  <a:cubicBezTo>
                    <a:pt x="5466" y="2201"/>
                    <a:pt x="4930" y="737"/>
                    <a:pt x="3656" y="189"/>
                  </a:cubicBezTo>
                  <a:cubicBezTo>
                    <a:pt x="3357" y="63"/>
                    <a:pt x="3038" y="0"/>
                    <a:pt x="272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46"/>
            <p:cNvSpPr/>
            <p:nvPr/>
          </p:nvSpPr>
          <p:spPr>
            <a:xfrm>
              <a:off x="998350" y="236800"/>
              <a:ext cx="99450" cy="100350"/>
            </a:xfrm>
            <a:custGeom>
              <a:avLst/>
              <a:gdLst/>
              <a:ahLst/>
              <a:cxnLst/>
              <a:rect l="l" t="t" r="r" b="b"/>
              <a:pathLst>
                <a:path w="3978" h="4014" extrusionOk="0">
                  <a:moveTo>
                    <a:pt x="2620" y="1"/>
                  </a:moveTo>
                  <a:cubicBezTo>
                    <a:pt x="2155" y="477"/>
                    <a:pt x="1703" y="965"/>
                    <a:pt x="1263" y="1465"/>
                  </a:cubicBezTo>
                  <a:cubicBezTo>
                    <a:pt x="1012" y="1739"/>
                    <a:pt x="762" y="2013"/>
                    <a:pt x="512" y="2287"/>
                  </a:cubicBezTo>
                  <a:cubicBezTo>
                    <a:pt x="393" y="2418"/>
                    <a:pt x="274" y="2560"/>
                    <a:pt x="143" y="2691"/>
                  </a:cubicBezTo>
                  <a:cubicBezTo>
                    <a:pt x="96" y="2739"/>
                    <a:pt x="48" y="2775"/>
                    <a:pt x="0" y="2811"/>
                  </a:cubicBezTo>
                  <a:cubicBezTo>
                    <a:pt x="179" y="2882"/>
                    <a:pt x="358" y="2953"/>
                    <a:pt x="512" y="3049"/>
                  </a:cubicBezTo>
                  <a:cubicBezTo>
                    <a:pt x="917" y="3287"/>
                    <a:pt x="1263" y="3620"/>
                    <a:pt x="1524" y="4013"/>
                  </a:cubicBezTo>
                  <a:cubicBezTo>
                    <a:pt x="1572" y="3906"/>
                    <a:pt x="1632" y="3811"/>
                    <a:pt x="1691" y="3727"/>
                  </a:cubicBezTo>
                  <a:cubicBezTo>
                    <a:pt x="1786" y="3584"/>
                    <a:pt x="1882" y="3442"/>
                    <a:pt x="1989" y="3311"/>
                  </a:cubicBezTo>
                  <a:cubicBezTo>
                    <a:pt x="2203" y="3037"/>
                    <a:pt x="2417" y="2775"/>
                    <a:pt x="2644" y="2525"/>
                  </a:cubicBezTo>
                  <a:cubicBezTo>
                    <a:pt x="3072" y="2001"/>
                    <a:pt x="3525" y="1501"/>
                    <a:pt x="3977" y="1013"/>
                  </a:cubicBezTo>
                  <a:cubicBezTo>
                    <a:pt x="3453" y="822"/>
                    <a:pt x="3001" y="489"/>
                    <a:pt x="2656" y="60"/>
                  </a:cubicBezTo>
                  <a:cubicBezTo>
                    <a:pt x="2644" y="36"/>
                    <a:pt x="2632" y="24"/>
                    <a:pt x="26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46"/>
            <p:cNvSpPr/>
            <p:nvPr/>
          </p:nvSpPr>
          <p:spPr>
            <a:xfrm>
              <a:off x="977800" y="449325"/>
              <a:ext cx="73850" cy="109575"/>
            </a:xfrm>
            <a:custGeom>
              <a:avLst/>
              <a:gdLst/>
              <a:ahLst/>
              <a:cxnLst/>
              <a:rect l="l" t="t" r="r" b="b"/>
              <a:pathLst>
                <a:path w="2954" h="4383" extrusionOk="0">
                  <a:moveTo>
                    <a:pt x="1668" y="1"/>
                  </a:moveTo>
                  <a:cubicBezTo>
                    <a:pt x="1168" y="334"/>
                    <a:pt x="596" y="536"/>
                    <a:pt x="1" y="560"/>
                  </a:cubicBezTo>
                  <a:cubicBezTo>
                    <a:pt x="120" y="810"/>
                    <a:pt x="191" y="1084"/>
                    <a:pt x="287" y="1346"/>
                  </a:cubicBezTo>
                  <a:cubicBezTo>
                    <a:pt x="418" y="1703"/>
                    <a:pt x="549" y="2072"/>
                    <a:pt x="668" y="2430"/>
                  </a:cubicBezTo>
                  <a:cubicBezTo>
                    <a:pt x="906" y="3096"/>
                    <a:pt x="1156" y="3739"/>
                    <a:pt x="1418" y="4382"/>
                  </a:cubicBezTo>
                  <a:cubicBezTo>
                    <a:pt x="1644" y="4180"/>
                    <a:pt x="1906" y="4013"/>
                    <a:pt x="2192" y="3894"/>
                  </a:cubicBezTo>
                  <a:cubicBezTo>
                    <a:pt x="2430" y="3799"/>
                    <a:pt x="2692" y="3739"/>
                    <a:pt x="2954" y="3727"/>
                  </a:cubicBezTo>
                  <a:cubicBezTo>
                    <a:pt x="2787" y="3299"/>
                    <a:pt x="2632" y="2870"/>
                    <a:pt x="2489" y="2430"/>
                  </a:cubicBezTo>
                  <a:cubicBezTo>
                    <a:pt x="2477" y="2430"/>
                    <a:pt x="2477" y="2418"/>
                    <a:pt x="2477" y="2418"/>
                  </a:cubicBezTo>
                  <a:cubicBezTo>
                    <a:pt x="2299" y="1953"/>
                    <a:pt x="2108" y="1501"/>
                    <a:pt x="1965" y="1037"/>
                  </a:cubicBezTo>
                  <a:cubicBezTo>
                    <a:pt x="1894" y="810"/>
                    <a:pt x="1811" y="572"/>
                    <a:pt x="1751" y="346"/>
                  </a:cubicBezTo>
                  <a:cubicBezTo>
                    <a:pt x="1715" y="227"/>
                    <a:pt x="1692" y="108"/>
                    <a:pt x="16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46"/>
            <p:cNvSpPr/>
            <p:nvPr/>
          </p:nvSpPr>
          <p:spPr>
            <a:xfrm>
              <a:off x="905775" y="315375"/>
              <a:ext cx="136350" cy="136200"/>
            </a:xfrm>
            <a:custGeom>
              <a:avLst/>
              <a:gdLst/>
              <a:ahLst/>
              <a:cxnLst/>
              <a:rect l="l" t="t" r="r" b="b"/>
              <a:pathLst>
                <a:path w="5454" h="5448" extrusionOk="0">
                  <a:moveTo>
                    <a:pt x="2720" y="0"/>
                  </a:moveTo>
                  <a:cubicBezTo>
                    <a:pt x="2376" y="0"/>
                    <a:pt x="2033" y="72"/>
                    <a:pt x="1715" y="215"/>
                  </a:cubicBezTo>
                  <a:cubicBezTo>
                    <a:pt x="763" y="870"/>
                    <a:pt x="1" y="1858"/>
                    <a:pt x="24" y="3073"/>
                  </a:cubicBezTo>
                  <a:cubicBezTo>
                    <a:pt x="60" y="4442"/>
                    <a:pt x="1191" y="5382"/>
                    <a:pt x="2513" y="5442"/>
                  </a:cubicBezTo>
                  <a:cubicBezTo>
                    <a:pt x="2573" y="5446"/>
                    <a:pt x="2633" y="5448"/>
                    <a:pt x="2693" y="5448"/>
                  </a:cubicBezTo>
                  <a:cubicBezTo>
                    <a:pt x="3194" y="5448"/>
                    <a:pt x="3696" y="5315"/>
                    <a:pt x="4132" y="5049"/>
                  </a:cubicBezTo>
                  <a:cubicBezTo>
                    <a:pt x="4680" y="4704"/>
                    <a:pt x="4989" y="4132"/>
                    <a:pt x="5132" y="3501"/>
                  </a:cubicBezTo>
                  <a:cubicBezTo>
                    <a:pt x="5454" y="2204"/>
                    <a:pt x="4906" y="739"/>
                    <a:pt x="3644" y="179"/>
                  </a:cubicBezTo>
                  <a:cubicBezTo>
                    <a:pt x="3348" y="60"/>
                    <a:pt x="3034" y="0"/>
                    <a:pt x="2720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46"/>
            <p:cNvSpPr/>
            <p:nvPr/>
          </p:nvSpPr>
          <p:spPr>
            <a:xfrm>
              <a:off x="895350" y="107900"/>
              <a:ext cx="317050" cy="593825"/>
            </a:xfrm>
            <a:custGeom>
              <a:avLst/>
              <a:gdLst/>
              <a:ahLst/>
              <a:cxnLst/>
              <a:rect l="l" t="t" r="r" b="b"/>
              <a:pathLst>
                <a:path w="12682" h="23753" extrusionOk="0">
                  <a:moveTo>
                    <a:pt x="9291" y="467"/>
                  </a:moveTo>
                  <a:cubicBezTo>
                    <a:pt x="9607" y="467"/>
                    <a:pt x="9923" y="529"/>
                    <a:pt x="10216" y="656"/>
                  </a:cubicBezTo>
                  <a:cubicBezTo>
                    <a:pt x="11490" y="1204"/>
                    <a:pt x="12038" y="2668"/>
                    <a:pt x="11717" y="3966"/>
                  </a:cubicBezTo>
                  <a:cubicBezTo>
                    <a:pt x="11574" y="4597"/>
                    <a:pt x="11264" y="5169"/>
                    <a:pt x="10705" y="5514"/>
                  </a:cubicBezTo>
                  <a:cubicBezTo>
                    <a:pt x="10269" y="5780"/>
                    <a:pt x="9776" y="5912"/>
                    <a:pt x="9269" y="5912"/>
                  </a:cubicBezTo>
                  <a:cubicBezTo>
                    <a:pt x="9208" y="5912"/>
                    <a:pt x="9147" y="5911"/>
                    <a:pt x="9085" y="5907"/>
                  </a:cubicBezTo>
                  <a:cubicBezTo>
                    <a:pt x="7764" y="5847"/>
                    <a:pt x="6645" y="4907"/>
                    <a:pt x="6609" y="3537"/>
                  </a:cubicBezTo>
                  <a:cubicBezTo>
                    <a:pt x="6585" y="2323"/>
                    <a:pt x="7335" y="1335"/>
                    <a:pt x="8300" y="680"/>
                  </a:cubicBezTo>
                  <a:cubicBezTo>
                    <a:pt x="8613" y="538"/>
                    <a:pt x="8952" y="467"/>
                    <a:pt x="9291" y="467"/>
                  </a:cubicBezTo>
                  <a:close/>
                  <a:moveTo>
                    <a:pt x="6728" y="5157"/>
                  </a:moveTo>
                  <a:cubicBezTo>
                    <a:pt x="6740" y="5180"/>
                    <a:pt x="6752" y="5192"/>
                    <a:pt x="6764" y="5216"/>
                  </a:cubicBezTo>
                  <a:cubicBezTo>
                    <a:pt x="7109" y="5645"/>
                    <a:pt x="7573" y="5978"/>
                    <a:pt x="8097" y="6169"/>
                  </a:cubicBezTo>
                  <a:cubicBezTo>
                    <a:pt x="7645" y="6657"/>
                    <a:pt x="7192" y="7157"/>
                    <a:pt x="6752" y="7681"/>
                  </a:cubicBezTo>
                  <a:cubicBezTo>
                    <a:pt x="6537" y="7943"/>
                    <a:pt x="6323" y="8193"/>
                    <a:pt x="6109" y="8467"/>
                  </a:cubicBezTo>
                  <a:cubicBezTo>
                    <a:pt x="6002" y="8598"/>
                    <a:pt x="5906" y="8728"/>
                    <a:pt x="5811" y="8883"/>
                  </a:cubicBezTo>
                  <a:cubicBezTo>
                    <a:pt x="5740" y="8967"/>
                    <a:pt x="5680" y="9062"/>
                    <a:pt x="5633" y="9169"/>
                  </a:cubicBezTo>
                  <a:cubicBezTo>
                    <a:pt x="5371" y="8776"/>
                    <a:pt x="5025" y="8443"/>
                    <a:pt x="4632" y="8205"/>
                  </a:cubicBezTo>
                  <a:cubicBezTo>
                    <a:pt x="4466" y="8109"/>
                    <a:pt x="4287" y="8038"/>
                    <a:pt x="4109" y="7967"/>
                  </a:cubicBezTo>
                  <a:cubicBezTo>
                    <a:pt x="4156" y="7931"/>
                    <a:pt x="4204" y="7895"/>
                    <a:pt x="4251" y="7847"/>
                  </a:cubicBezTo>
                  <a:cubicBezTo>
                    <a:pt x="4382" y="7716"/>
                    <a:pt x="4501" y="7574"/>
                    <a:pt x="4621" y="7443"/>
                  </a:cubicBezTo>
                  <a:cubicBezTo>
                    <a:pt x="4871" y="7169"/>
                    <a:pt x="5121" y="6895"/>
                    <a:pt x="5371" y="6621"/>
                  </a:cubicBezTo>
                  <a:cubicBezTo>
                    <a:pt x="5811" y="6121"/>
                    <a:pt x="6264" y="5633"/>
                    <a:pt x="6728" y="5157"/>
                  </a:cubicBezTo>
                  <a:close/>
                  <a:moveTo>
                    <a:pt x="3125" y="8301"/>
                  </a:moveTo>
                  <a:cubicBezTo>
                    <a:pt x="3443" y="8301"/>
                    <a:pt x="3762" y="8364"/>
                    <a:pt x="4061" y="8490"/>
                  </a:cubicBezTo>
                  <a:cubicBezTo>
                    <a:pt x="5335" y="9038"/>
                    <a:pt x="5871" y="10503"/>
                    <a:pt x="5561" y="11812"/>
                  </a:cubicBezTo>
                  <a:cubicBezTo>
                    <a:pt x="5406" y="12431"/>
                    <a:pt x="5097" y="13003"/>
                    <a:pt x="4549" y="13348"/>
                  </a:cubicBezTo>
                  <a:cubicBezTo>
                    <a:pt x="4113" y="13614"/>
                    <a:pt x="3620" y="13747"/>
                    <a:pt x="3113" y="13747"/>
                  </a:cubicBezTo>
                  <a:cubicBezTo>
                    <a:pt x="3052" y="13747"/>
                    <a:pt x="2991" y="13745"/>
                    <a:pt x="2930" y="13741"/>
                  </a:cubicBezTo>
                  <a:cubicBezTo>
                    <a:pt x="1608" y="13681"/>
                    <a:pt x="477" y="12753"/>
                    <a:pt x="441" y="11384"/>
                  </a:cubicBezTo>
                  <a:cubicBezTo>
                    <a:pt x="418" y="10157"/>
                    <a:pt x="1180" y="9181"/>
                    <a:pt x="2132" y="8514"/>
                  </a:cubicBezTo>
                  <a:cubicBezTo>
                    <a:pt x="2446" y="8373"/>
                    <a:pt x="2785" y="8301"/>
                    <a:pt x="3125" y="8301"/>
                  </a:cubicBezTo>
                  <a:close/>
                  <a:moveTo>
                    <a:pt x="4966" y="13658"/>
                  </a:moveTo>
                  <a:cubicBezTo>
                    <a:pt x="4990" y="13765"/>
                    <a:pt x="5025" y="13884"/>
                    <a:pt x="5049" y="14003"/>
                  </a:cubicBezTo>
                  <a:cubicBezTo>
                    <a:pt x="5121" y="14229"/>
                    <a:pt x="5192" y="14467"/>
                    <a:pt x="5263" y="14694"/>
                  </a:cubicBezTo>
                  <a:cubicBezTo>
                    <a:pt x="5418" y="15158"/>
                    <a:pt x="5597" y="15610"/>
                    <a:pt x="5775" y="16075"/>
                  </a:cubicBezTo>
                  <a:cubicBezTo>
                    <a:pt x="5775" y="16075"/>
                    <a:pt x="5775" y="16087"/>
                    <a:pt x="5787" y="16087"/>
                  </a:cubicBezTo>
                  <a:cubicBezTo>
                    <a:pt x="5930" y="16527"/>
                    <a:pt x="6085" y="16956"/>
                    <a:pt x="6252" y="17384"/>
                  </a:cubicBezTo>
                  <a:cubicBezTo>
                    <a:pt x="5990" y="17396"/>
                    <a:pt x="5740" y="17456"/>
                    <a:pt x="5490" y="17551"/>
                  </a:cubicBezTo>
                  <a:cubicBezTo>
                    <a:pt x="5204" y="17670"/>
                    <a:pt x="4942" y="17837"/>
                    <a:pt x="4716" y="18039"/>
                  </a:cubicBezTo>
                  <a:cubicBezTo>
                    <a:pt x="4454" y="17396"/>
                    <a:pt x="4204" y="16753"/>
                    <a:pt x="3978" y="16087"/>
                  </a:cubicBezTo>
                  <a:cubicBezTo>
                    <a:pt x="3847" y="15729"/>
                    <a:pt x="3716" y="15360"/>
                    <a:pt x="3585" y="15003"/>
                  </a:cubicBezTo>
                  <a:cubicBezTo>
                    <a:pt x="3501" y="14741"/>
                    <a:pt x="3418" y="14467"/>
                    <a:pt x="3299" y="14217"/>
                  </a:cubicBezTo>
                  <a:cubicBezTo>
                    <a:pt x="3894" y="14193"/>
                    <a:pt x="4478" y="13991"/>
                    <a:pt x="4966" y="13658"/>
                  </a:cubicBezTo>
                  <a:close/>
                  <a:moveTo>
                    <a:pt x="6304" y="17838"/>
                  </a:moveTo>
                  <a:cubicBezTo>
                    <a:pt x="6622" y="17838"/>
                    <a:pt x="6941" y="17901"/>
                    <a:pt x="7240" y="18027"/>
                  </a:cubicBezTo>
                  <a:cubicBezTo>
                    <a:pt x="8502" y="18575"/>
                    <a:pt x="9038" y="20039"/>
                    <a:pt x="8728" y="21337"/>
                  </a:cubicBezTo>
                  <a:cubicBezTo>
                    <a:pt x="8573" y="21968"/>
                    <a:pt x="8264" y="22540"/>
                    <a:pt x="7716" y="22885"/>
                  </a:cubicBezTo>
                  <a:cubicBezTo>
                    <a:pt x="7291" y="23151"/>
                    <a:pt x="6790" y="23284"/>
                    <a:pt x="6289" y="23284"/>
                  </a:cubicBezTo>
                  <a:cubicBezTo>
                    <a:pt x="6229" y="23284"/>
                    <a:pt x="6169" y="23282"/>
                    <a:pt x="6109" y="23278"/>
                  </a:cubicBezTo>
                  <a:cubicBezTo>
                    <a:pt x="4775" y="23218"/>
                    <a:pt x="3656" y="22278"/>
                    <a:pt x="3620" y="20909"/>
                  </a:cubicBezTo>
                  <a:cubicBezTo>
                    <a:pt x="3597" y="19694"/>
                    <a:pt x="4347" y="18706"/>
                    <a:pt x="5311" y="18051"/>
                  </a:cubicBezTo>
                  <a:cubicBezTo>
                    <a:pt x="5625" y="17910"/>
                    <a:pt x="5964" y="17838"/>
                    <a:pt x="6304" y="17838"/>
                  </a:cubicBezTo>
                  <a:close/>
                  <a:moveTo>
                    <a:pt x="9456" y="1"/>
                  </a:moveTo>
                  <a:cubicBezTo>
                    <a:pt x="9126" y="1"/>
                    <a:pt x="8794" y="63"/>
                    <a:pt x="8478" y="192"/>
                  </a:cubicBezTo>
                  <a:cubicBezTo>
                    <a:pt x="7930" y="418"/>
                    <a:pt x="7466" y="811"/>
                    <a:pt x="7157" y="1323"/>
                  </a:cubicBezTo>
                  <a:cubicBezTo>
                    <a:pt x="6656" y="1835"/>
                    <a:pt x="6335" y="2502"/>
                    <a:pt x="6252" y="3216"/>
                  </a:cubicBezTo>
                  <a:cubicBezTo>
                    <a:pt x="6192" y="3787"/>
                    <a:pt x="6287" y="4359"/>
                    <a:pt x="6549" y="4871"/>
                  </a:cubicBezTo>
                  <a:cubicBezTo>
                    <a:pt x="6037" y="5359"/>
                    <a:pt x="5537" y="5847"/>
                    <a:pt x="5061" y="6359"/>
                  </a:cubicBezTo>
                  <a:cubicBezTo>
                    <a:pt x="4811" y="6645"/>
                    <a:pt x="4585" y="6931"/>
                    <a:pt x="4347" y="7216"/>
                  </a:cubicBezTo>
                  <a:cubicBezTo>
                    <a:pt x="4240" y="7359"/>
                    <a:pt x="4120" y="7490"/>
                    <a:pt x="4025" y="7645"/>
                  </a:cubicBezTo>
                  <a:cubicBezTo>
                    <a:pt x="3978" y="7728"/>
                    <a:pt x="3918" y="7800"/>
                    <a:pt x="3882" y="7871"/>
                  </a:cubicBezTo>
                  <a:lnTo>
                    <a:pt x="3859" y="7907"/>
                  </a:lnTo>
                  <a:cubicBezTo>
                    <a:pt x="3664" y="7862"/>
                    <a:pt x="3467" y="7839"/>
                    <a:pt x="3269" y="7839"/>
                  </a:cubicBezTo>
                  <a:cubicBezTo>
                    <a:pt x="2945" y="7839"/>
                    <a:pt x="2621" y="7900"/>
                    <a:pt x="2311" y="8026"/>
                  </a:cubicBezTo>
                  <a:cubicBezTo>
                    <a:pt x="1763" y="8252"/>
                    <a:pt x="1299" y="8645"/>
                    <a:pt x="989" y="9157"/>
                  </a:cubicBezTo>
                  <a:cubicBezTo>
                    <a:pt x="489" y="9669"/>
                    <a:pt x="168" y="10336"/>
                    <a:pt x="84" y="11050"/>
                  </a:cubicBezTo>
                  <a:cubicBezTo>
                    <a:pt x="1" y="11753"/>
                    <a:pt x="179" y="12479"/>
                    <a:pt x="608" y="13050"/>
                  </a:cubicBezTo>
                  <a:cubicBezTo>
                    <a:pt x="1084" y="13646"/>
                    <a:pt x="1751" y="14039"/>
                    <a:pt x="2501" y="14158"/>
                  </a:cubicBezTo>
                  <a:cubicBezTo>
                    <a:pt x="2668" y="14193"/>
                    <a:pt x="2823" y="14205"/>
                    <a:pt x="2989" y="14217"/>
                  </a:cubicBezTo>
                  <a:cubicBezTo>
                    <a:pt x="3049" y="14515"/>
                    <a:pt x="3132" y="14813"/>
                    <a:pt x="3239" y="15098"/>
                  </a:cubicBezTo>
                  <a:cubicBezTo>
                    <a:pt x="3358" y="15467"/>
                    <a:pt x="3489" y="15837"/>
                    <a:pt x="3620" y="16194"/>
                  </a:cubicBezTo>
                  <a:cubicBezTo>
                    <a:pt x="3894" y="16908"/>
                    <a:pt x="4156" y="17622"/>
                    <a:pt x="4418" y="18337"/>
                  </a:cubicBezTo>
                  <a:cubicBezTo>
                    <a:pt x="4323" y="18444"/>
                    <a:pt x="4228" y="18563"/>
                    <a:pt x="4156" y="18694"/>
                  </a:cubicBezTo>
                  <a:cubicBezTo>
                    <a:pt x="3656" y="19206"/>
                    <a:pt x="3347" y="19873"/>
                    <a:pt x="3263" y="20587"/>
                  </a:cubicBezTo>
                  <a:cubicBezTo>
                    <a:pt x="3180" y="21290"/>
                    <a:pt x="3358" y="22004"/>
                    <a:pt x="3775" y="22587"/>
                  </a:cubicBezTo>
                  <a:cubicBezTo>
                    <a:pt x="4251" y="23171"/>
                    <a:pt x="4930" y="23564"/>
                    <a:pt x="5680" y="23695"/>
                  </a:cubicBezTo>
                  <a:cubicBezTo>
                    <a:pt x="5895" y="23733"/>
                    <a:pt x="6110" y="23753"/>
                    <a:pt x="6322" y="23753"/>
                  </a:cubicBezTo>
                  <a:cubicBezTo>
                    <a:pt x="7545" y="23753"/>
                    <a:pt x="8676" y="23114"/>
                    <a:pt x="9133" y="21897"/>
                  </a:cubicBezTo>
                  <a:cubicBezTo>
                    <a:pt x="9693" y="20397"/>
                    <a:pt x="9228" y="18575"/>
                    <a:pt x="7799" y="17742"/>
                  </a:cubicBezTo>
                  <a:cubicBezTo>
                    <a:pt x="7454" y="17539"/>
                    <a:pt x="7073" y="17420"/>
                    <a:pt x="6680" y="17372"/>
                  </a:cubicBezTo>
                  <a:cubicBezTo>
                    <a:pt x="6442" y="16765"/>
                    <a:pt x="6204" y="16158"/>
                    <a:pt x="5954" y="15563"/>
                  </a:cubicBezTo>
                  <a:cubicBezTo>
                    <a:pt x="5823" y="15241"/>
                    <a:pt x="5692" y="14944"/>
                    <a:pt x="5561" y="14646"/>
                  </a:cubicBezTo>
                  <a:cubicBezTo>
                    <a:pt x="5549" y="14634"/>
                    <a:pt x="5549" y="14622"/>
                    <a:pt x="5549" y="14610"/>
                  </a:cubicBezTo>
                  <a:cubicBezTo>
                    <a:pt x="5466" y="14372"/>
                    <a:pt x="5394" y="14158"/>
                    <a:pt x="5299" y="13932"/>
                  </a:cubicBezTo>
                  <a:cubicBezTo>
                    <a:pt x="5252" y="13812"/>
                    <a:pt x="5192" y="13693"/>
                    <a:pt x="5144" y="13586"/>
                  </a:cubicBezTo>
                  <a:cubicBezTo>
                    <a:pt x="5144" y="13562"/>
                    <a:pt x="5132" y="13551"/>
                    <a:pt x="5121" y="13527"/>
                  </a:cubicBezTo>
                  <a:cubicBezTo>
                    <a:pt x="5502" y="13217"/>
                    <a:pt x="5787" y="12812"/>
                    <a:pt x="5966" y="12360"/>
                  </a:cubicBezTo>
                  <a:cubicBezTo>
                    <a:pt x="6335" y="11348"/>
                    <a:pt x="6252" y="10229"/>
                    <a:pt x="5716" y="9288"/>
                  </a:cubicBezTo>
                  <a:cubicBezTo>
                    <a:pt x="5799" y="9217"/>
                    <a:pt x="5894" y="9133"/>
                    <a:pt x="5978" y="9050"/>
                  </a:cubicBezTo>
                  <a:cubicBezTo>
                    <a:pt x="6097" y="8931"/>
                    <a:pt x="6216" y="8812"/>
                    <a:pt x="6335" y="8681"/>
                  </a:cubicBezTo>
                  <a:cubicBezTo>
                    <a:pt x="6561" y="8419"/>
                    <a:pt x="6787" y="8157"/>
                    <a:pt x="7014" y="7895"/>
                  </a:cubicBezTo>
                  <a:cubicBezTo>
                    <a:pt x="7478" y="7383"/>
                    <a:pt x="7930" y="6871"/>
                    <a:pt x="8395" y="6359"/>
                  </a:cubicBezTo>
                  <a:cubicBezTo>
                    <a:pt x="8419" y="6335"/>
                    <a:pt x="8431" y="6300"/>
                    <a:pt x="8431" y="6276"/>
                  </a:cubicBezTo>
                  <a:cubicBezTo>
                    <a:pt x="8514" y="6288"/>
                    <a:pt x="8597" y="6312"/>
                    <a:pt x="8681" y="6323"/>
                  </a:cubicBezTo>
                  <a:cubicBezTo>
                    <a:pt x="8891" y="6362"/>
                    <a:pt x="9103" y="6381"/>
                    <a:pt x="9311" y="6381"/>
                  </a:cubicBezTo>
                  <a:cubicBezTo>
                    <a:pt x="10530" y="6381"/>
                    <a:pt x="11664" y="5735"/>
                    <a:pt x="12121" y="4526"/>
                  </a:cubicBezTo>
                  <a:cubicBezTo>
                    <a:pt x="12681" y="3014"/>
                    <a:pt x="12217" y="1204"/>
                    <a:pt x="10788" y="370"/>
                  </a:cubicBezTo>
                  <a:cubicBezTo>
                    <a:pt x="10383" y="126"/>
                    <a:pt x="9922" y="1"/>
                    <a:pt x="94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8" name="Google Shape;2108;p47"/>
          <p:cNvSpPr txBox="1">
            <a:spLocks noGrp="1"/>
          </p:cNvSpPr>
          <p:nvPr>
            <p:ph type="title"/>
          </p:nvPr>
        </p:nvSpPr>
        <p:spPr>
          <a:xfrm>
            <a:off x="758775" y="405130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interesting details</a:t>
            </a:r>
            <a:endParaRPr/>
          </a:p>
        </p:txBody>
      </p:sp>
      <p:sp>
        <p:nvSpPr>
          <p:cNvPr id="2109" name="Google Shape;2109;p47"/>
          <p:cNvSpPr txBox="1">
            <a:spLocks noGrp="1"/>
          </p:cNvSpPr>
          <p:nvPr>
            <p:ph type="title" idx="2"/>
          </p:nvPr>
        </p:nvSpPr>
        <p:spPr>
          <a:xfrm>
            <a:off x="5499596" y="1512850"/>
            <a:ext cx="2931000" cy="44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Measurement tools</a:t>
            </a:r>
            <a:endParaRPr/>
          </a:p>
        </p:txBody>
      </p:sp>
      <p:sp>
        <p:nvSpPr>
          <p:cNvPr id="2110" name="Google Shape;2110;p47"/>
          <p:cNvSpPr txBox="1">
            <a:spLocks noGrp="1"/>
          </p:cNvSpPr>
          <p:nvPr>
            <p:ph type="title" idx="3"/>
          </p:nvPr>
        </p:nvSpPr>
        <p:spPr>
          <a:xfrm>
            <a:off x="5499546" y="1958675"/>
            <a:ext cx="2931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beautiful name, but it’s terribly hot</a:t>
            </a:r>
            <a:endParaRPr/>
          </a:p>
        </p:txBody>
      </p:sp>
      <p:sp>
        <p:nvSpPr>
          <p:cNvPr id="2111" name="Google Shape;2111;p47"/>
          <p:cNvSpPr txBox="1">
            <a:spLocks noGrp="1"/>
          </p:cNvSpPr>
          <p:nvPr>
            <p:ph type="title" idx="4"/>
          </p:nvPr>
        </p:nvSpPr>
        <p:spPr>
          <a:xfrm>
            <a:off x="1573075" y="1512850"/>
            <a:ext cx="2931000" cy="44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Safety equipment</a:t>
            </a:r>
            <a:endParaRPr/>
          </a:p>
        </p:txBody>
      </p:sp>
      <p:sp>
        <p:nvSpPr>
          <p:cNvPr id="2112" name="Google Shape;2112;p47"/>
          <p:cNvSpPr txBox="1">
            <a:spLocks noGrp="1"/>
          </p:cNvSpPr>
          <p:nvPr>
            <p:ph type="title" idx="5"/>
          </p:nvPr>
        </p:nvSpPr>
        <p:spPr>
          <a:xfrm>
            <a:off x="1573025" y="1958675"/>
            <a:ext cx="2931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 is blue due to the presence of methane gas</a:t>
            </a:r>
            <a:endParaRPr/>
          </a:p>
        </p:txBody>
      </p:sp>
      <p:sp>
        <p:nvSpPr>
          <p:cNvPr id="2113" name="Google Shape;2113;p47"/>
          <p:cNvSpPr txBox="1">
            <a:spLocks noGrp="1"/>
          </p:cNvSpPr>
          <p:nvPr>
            <p:ph type="title" idx="6"/>
          </p:nvPr>
        </p:nvSpPr>
        <p:spPr>
          <a:xfrm>
            <a:off x="5499596" y="3094388"/>
            <a:ext cx="2931000" cy="44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tools</a:t>
            </a:r>
            <a:endParaRPr/>
          </a:p>
        </p:txBody>
      </p:sp>
      <p:sp>
        <p:nvSpPr>
          <p:cNvPr id="2114" name="Google Shape;2114;p47"/>
          <p:cNvSpPr txBox="1">
            <a:spLocks noGrp="1"/>
          </p:cNvSpPr>
          <p:nvPr>
            <p:ph type="title" idx="7"/>
          </p:nvPr>
        </p:nvSpPr>
        <p:spPr>
          <a:xfrm>
            <a:off x="5499548" y="3540188"/>
            <a:ext cx="2931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Mars is a very cold place</a:t>
            </a:r>
            <a:endParaRPr/>
          </a:p>
        </p:txBody>
      </p:sp>
      <p:sp>
        <p:nvSpPr>
          <p:cNvPr id="2115" name="Google Shape;2115;p47"/>
          <p:cNvSpPr txBox="1">
            <a:spLocks noGrp="1"/>
          </p:cNvSpPr>
          <p:nvPr>
            <p:ph type="title" idx="8"/>
          </p:nvPr>
        </p:nvSpPr>
        <p:spPr>
          <a:xfrm>
            <a:off x="1573075" y="3094388"/>
            <a:ext cx="2931000" cy="44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Optical instruments </a:t>
            </a:r>
            <a:endParaRPr/>
          </a:p>
        </p:txBody>
      </p:sp>
      <p:sp>
        <p:nvSpPr>
          <p:cNvPr id="2116" name="Google Shape;2116;p47"/>
          <p:cNvSpPr txBox="1">
            <a:spLocks noGrp="1"/>
          </p:cNvSpPr>
          <p:nvPr>
            <p:ph type="title" idx="9"/>
          </p:nvPr>
        </p:nvSpPr>
        <p:spPr>
          <a:xfrm>
            <a:off x="1573025" y="3540188"/>
            <a:ext cx="2931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 the biggest planet in our Solar System</a:t>
            </a:r>
            <a:endParaRPr/>
          </a:p>
        </p:txBody>
      </p:sp>
      <p:grpSp>
        <p:nvGrpSpPr>
          <p:cNvPr id="2117" name="Google Shape;2117;p47"/>
          <p:cNvGrpSpPr/>
          <p:nvPr/>
        </p:nvGrpSpPr>
        <p:grpSpPr>
          <a:xfrm>
            <a:off x="985964" y="3355345"/>
            <a:ext cx="423630" cy="496513"/>
            <a:chOff x="6675671" y="1295163"/>
            <a:chExt cx="358522" cy="420240"/>
          </a:xfrm>
        </p:grpSpPr>
        <p:sp>
          <p:nvSpPr>
            <p:cNvPr id="2118" name="Google Shape;2118;p47"/>
            <p:cNvSpPr/>
            <p:nvPr/>
          </p:nvSpPr>
          <p:spPr>
            <a:xfrm>
              <a:off x="6862721" y="1421751"/>
              <a:ext cx="66820" cy="65966"/>
            </a:xfrm>
            <a:custGeom>
              <a:avLst/>
              <a:gdLst/>
              <a:ahLst/>
              <a:cxnLst/>
              <a:rect l="l" t="t" r="r" b="b"/>
              <a:pathLst>
                <a:path w="2501" h="2469" extrusionOk="0">
                  <a:moveTo>
                    <a:pt x="774" y="1"/>
                  </a:moveTo>
                  <a:lnTo>
                    <a:pt x="0" y="775"/>
                  </a:lnTo>
                  <a:lnTo>
                    <a:pt x="1596" y="2370"/>
                  </a:lnTo>
                  <a:cubicBezTo>
                    <a:pt x="1661" y="2436"/>
                    <a:pt x="1751" y="2468"/>
                    <a:pt x="1841" y="2468"/>
                  </a:cubicBezTo>
                  <a:cubicBezTo>
                    <a:pt x="1932" y="2468"/>
                    <a:pt x="2024" y="2436"/>
                    <a:pt x="2096" y="2370"/>
                  </a:cubicBezTo>
                  <a:lnTo>
                    <a:pt x="2370" y="2096"/>
                  </a:lnTo>
                  <a:lnTo>
                    <a:pt x="2370" y="2084"/>
                  </a:lnTo>
                  <a:cubicBezTo>
                    <a:pt x="2501" y="1954"/>
                    <a:pt x="2501" y="1727"/>
                    <a:pt x="2370" y="1584"/>
                  </a:cubicBezTo>
                  <a:lnTo>
                    <a:pt x="774" y="1"/>
                  </a:lnTo>
                  <a:close/>
                </a:path>
              </a:pathLst>
            </a:custGeom>
            <a:solidFill>
              <a:srgbClr val="E0E8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47"/>
            <p:cNvSpPr/>
            <p:nvPr/>
          </p:nvSpPr>
          <p:spPr>
            <a:xfrm>
              <a:off x="6741851" y="1302163"/>
              <a:ext cx="176870" cy="174973"/>
            </a:xfrm>
            <a:custGeom>
              <a:avLst/>
              <a:gdLst/>
              <a:ahLst/>
              <a:cxnLst/>
              <a:rect l="l" t="t" r="r" b="b"/>
              <a:pathLst>
                <a:path w="6620" h="6549" extrusionOk="0">
                  <a:moveTo>
                    <a:pt x="988" y="0"/>
                  </a:moveTo>
                  <a:cubicBezTo>
                    <a:pt x="863" y="0"/>
                    <a:pt x="738" y="48"/>
                    <a:pt x="643" y="143"/>
                  </a:cubicBezTo>
                  <a:lnTo>
                    <a:pt x="191" y="607"/>
                  </a:lnTo>
                  <a:cubicBezTo>
                    <a:pt x="0" y="786"/>
                    <a:pt x="0" y="1096"/>
                    <a:pt x="191" y="1286"/>
                  </a:cubicBezTo>
                  <a:lnTo>
                    <a:pt x="5382" y="6477"/>
                  </a:lnTo>
                  <a:cubicBezTo>
                    <a:pt x="5429" y="6525"/>
                    <a:pt x="5492" y="6549"/>
                    <a:pt x="5556" y="6549"/>
                  </a:cubicBezTo>
                  <a:cubicBezTo>
                    <a:pt x="5620" y="6549"/>
                    <a:pt x="5685" y="6525"/>
                    <a:pt x="5739" y="6477"/>
                  </a:cubicBezTo>
                  <a:lnTo>
                    <a:pt x="6525" y="5691"/>
                  </a:lnTo>
                  <a:cubicBezTo>
                    <a:pt x="6620" y="5584"/>
                    <a:pt x="6620" y="5429"/>
                    <a:pt x="6525" y="5334"/>
                  </a:cubicBezTo>
                  <a:lnTo>
                    <a:pt x="1334" y="143"/>
                  </a:lnTo>
                  <a:cubicBezTo>
                    <a:pt x="1238" y="48"/>
                    <a:pt x="1113" y="0"/>
                    <a:pt x="9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47"/>
            <p:cNvSpPr/>
            <p:nvPr/>
          </p:nvSpPr>
          <p:spPr>
            <a:xfrm>
              <a:off x="6755503" y="1315201"/>
              <a:ext cx="154000" cy="153358"/>
            </a:xfrm>
            <a:custGeom>
              <a:avLst/>
              <a:gdLst/>
              <a:ahLst/>
              <a:cxnLst/>
              <a:rect l="l" t="t" r="r" b="b"/>
              <a:pathLst>
                <a:path w="5764" h="5740" extrusionOk="0">
                  <a:moveTo>
                    <a:pt x="1519" y="0"/>
                  </a:moveTo>
                  <a:cubicBezTo>
                    <a:pt x="1454" y="0"/>
                    <a:pt x="1388" y="24"/>
                    <a:pt x="1334" y="72"/>
                  </a:cubicBezTo>
                  <a:lnTo>
                    <a:pt x="96" y="1310"/>
                  </a:lnTo>
                  <a:cubicBezTo>
                    <a:pt x="1" y="1417"/>
                    <a:pt x="1" y="1572"/>
                    <a:pt x="96" y="1679"/>
                  </a:cubicBezTo>
                  <a:lnTo>
                    <a:pt x="4156" y="5739"/>
                  </a:lnTo>
                  <a:lnTo>
                    <a:pt x="5764" y="4132"/>
                  </a:lnTo>
                  <a:lnTo>
                    <a:pt x="1704" y="72"/>
                  </a:lnTo>
                  <a:cubicBezTo>
                    <a:pt x="1650" y="24"/>
                    <a:pt x="1585" y="0"/>
                    <a:pt x="1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47"/>
            <p:cNvSpPr/>
            <p:nvPr/>
          </p:nvSpPr>
          <p:spPr>
            <a:xfrm>
              <a:off x="6675671" y="1384213"/>
              <a:ext cx="298408" cy="282778"/>
            </a:xfrm>
            <a:custGeom>
              <a:avLst/>
              <a:gdLst/>
              <a:ahLst/>
              <a:cxnLst/>
              <a:rect l="l" t="t" r="r" b="b"/>
              <a:pathLst>
                <a:path w="11169" h="10584" extrusionOk="0">
                  <a:moveTo>
                    <a:pt x="4930" y="1"/>
                  </a:moveTo>
                  <a:cubicBezTo>
                    <a:pt x="4930" y="1"/>
                    <a:pt x="4751" y="37"/>
                    <a:pt x="4656" y="61"/>
                  </a:cubicBezTo>
                  <a:cubicBezTo>
                    <a:pt x="1715" y="882"/>
                    <a:pt x="1" y="3930"/>
                    <a:pt x="822" y="6871"/>
                  </a:cubicBezTo>
                  <a:lnTo>
                    <a:pt x="858" y="6978"/>
                  </a:lnTo>
                  <a:cubicBezTo>
                    <a:pt x="1370" y="8704"/>
                    <a:pt x="2763" y="10014"/>
                    <a:pt x="4501" y="10431"/>
                  </a:cubicBezTo>
                  <a:cubicBezTo>
                    <a:pt x="4912" y="10534"/>
                    <a:pt x="5330" y="10584"/>
                    <a:pt x="5744" y="10584"/>
                  </a:cubicBezTo>
                  <a:cubicBezTo>
                    <a:pt x="7103" y="10584"/>
                    <a:pt x="8430" y="10042"/>
                    <a:pt x="9406" y="9038"/>
                  </a:cubicBezTo>
                  <a:lnTo>
                    <a:pt x="10871" y="7538"/>
                  </a:lnTo>
                  <a:cubicBezTo>
                    <a:pt x="11169" y="7240"/>
                    <a:pt x="11157" y="6764"/>
                    <a:pt x="10847" y="6478"/>
                  </a:cubicBezTo>
                  <a:cubicBezTo>
                    <a:pt x="10704" y="6347"/>
                    <a:pt x="10521" y="6281"/>
                    <a:pt x="10338" y="6281"/>
                  </a:cubicBezTo>
                  <a:cubicBezTo>
                    <a:pt x="10140" y="6281"/>
                    <a:pt x="9942" y="6359"/>
                    <a:pt x="9799" y="6514"/>
                  </a:cubicBezTo>
                  <a:lnTo>
                    <a:pt x="8335" y="8002"/>
                  </a:lnTo>
                  <a:cubicBezTo>
                    <a:pt x="7647" y="8708"/>
                    <a:pt x="6706" y="9096"/>
                    <a:pt x="5738" y="9096"/>
                  </a:cubicBezTo>
                  <a:cubicBezTo>
                    <a:pt x="5449" y="9096"/>
                    <a:pt x="5158" y="9061"/>
                    <a:pt x="4870" y="8990"/>
                  </a:cubicBezTo>
                  <a:cubicBezTo>
                    <a:pt x="3632" y="8693"/>
                    <a:pt x="2656" y="7764"/>
                    <a:pt x="2287" y="6549"/>
                  </a:cubicBezTo>
                  <a:cubicBezTo>
                    <a:pt x="2287" y="6526"/>
                    <a:pt x="2275" y="6502"/>
                    <a:pt x="2263" y="6478"/>
                  </a:cubicBezTo>
                  <a:lnTo>
                    <a:pt x="2263" y="6442"/>
                  </a:lnTo>
                  <a:cubicBezTo>
                    <a:pt x="1882" y="5061"/>
                    <a:pt x="2763" y="3668"/>
                    <a:pt x="4168" y="3406"/>
                  </a:cubicBezTo>
                  <a:cubicBezTo>
                    <a:pt x="4311" y="3370"/>
                    <a:pt x="4465" y="3359"/>
                    <a:pt x="4608" y="3359"/>
                  </a:cubicBezTo>
                  <a:cubicBezTo>
                    <a:pt x="4787" y="3359"/>
                    <a:pt x="4930" y="3216"/>
                    <a:pt x="4930" y="3049"/>
                  </a:cubicBezTo>
                  <a:lnTo>
                    <a:pt x="493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47"/>
            <p:cNvSpPr/>
            <p:nvPr/>
          </p:nvSpPr>
          <p:spPr>
            <a:xfrm>
              <a:off x="6871297" y="1547403"/>
              <a:ext cx="156217" cy="39488"/>
            </a:xfrm>
            <a:custGeom>
              <a:avLst/>
              <a:gdLst/>
              <a:ahLst/>
              <a:cxnLst/>
              <a:rect l="l" t="t" r="r" b="b"/>
              <a:pathLst>
                <a:path w="5847" h="1478" extrusionOk="0">
                  <a:moveTo>
                    <a:pt x="537" y="1"/>
                  </a:moveTo>
                  <a:cubicBezTo>
                    <a:pt x="239" y="1"/>
                    <a:pt x="1" y="239"/>
                    <a:pt x="1" y="537"/>
                  </a:cubicBezTo>
                  <a:lnTo>
                    <a:pt x="1" y="941"/>
                  </a:lnTo>
                  <a:cubicBezTo>
                    <a:pt x="1" y="1239"/>
                    <a:pt x="239" y="1465"/>
                    <a:pt x="537" y="1477"/>
                  </a:cubicBezTo>
                  <a:lnTo>
                    <a:pt x="5323" y="1477"/>
                  </a:lnTo>
                  <a:cubicBezTo>
                    <a:pt x="5609" y="1477"/>
                    <a:pt x="5847" y="1239"/>
                    <a:pt x="5847" y="941"/>
                  </a:cubicBezTo>
                  <a:lnTo>
                    <a:pt x="5847" y="537"/>
                  </a:lnTo>
                  <a:cubicBezTo>
                    <a:pt x="5847" y="239"/>
                    <a:pt x="5609" y="1"/>
                    <a:pt x="53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47"/>
            <p:cNvSpPr/>
            <p:nvPr/>
          </p:nvSpPr>
          <p:spPr>
            <a:xfrm>
              <a:off x="6763786" y="1368636"/>
              <a:ext cx="74462" cy="74141"/>
            </a:xfrm>
            <a:custGeom>
              <a:avLst/>
              <a:gdLst/>
              <a:ahLst/>
              <a:cxnLst/>
              <a:rect l="l" t="t" r="r" b="b"/>
              <a:pathLst>
                <a:path w="2787" h="2775" extrusionOk="0">
                  <a:moveTo>
                    <a:pt x="1394" y="1"/>
                  </a:moveTo>
                  <a:cubicBezTo>
                    <a:pt x="620" y="1"/>
                    <a:pt x="1" y="620"/>
                    <a:pt x="1" y="1382"/>
                  </a:cubicBezTo>
                  <a:cubicBezTo>
                    <a:pt x="1" y="2156"/>
                    <a:pt x="620" y="2775"/>
                    <a:pt x="1394" y="2775"/>
                  </a:cubicBezTo>
                  <a:cubicBezTo>
                    <a:pt x="2156" y="2775"/>
                    <a:pt x="2787" y="2156"/>
                    <a:pt x="2787" y="1382"/>
                  </a:cubicBezTo>
                  <a:cubicBezTo>
                    <a:pt x="2787" y="620"/>
                    <a:pt x="2156" y="1"/>
                    <a:pt x="13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47"/>
            <p:cNvSpPr/>
            <p:nvPr/>
          </p:nvSpPr>
          <p:spPr>
            <a:xfrm>
              <a:off x="6756786" y="1598674"/>
              <a:ext cx="103103" cy="83011"/>
            </a:xfrm>
            <a:custGeom>
              <a:avLst/>
              <a:gdLst/>
              <a:ahLst/>
              <a:cxnLst/>
              <a:rect l="l" t="t" r="r" b="b"/>
              <a:pathLst>
                <a:path w="3859" h="3107" extrusionOk="0">
                  <a:moveTo>
                    <a:pt x="3006" y="1"/>
                  </a:moveTo>
                  <a:cubicBezTo>
                    <a:pt x="2751" y="1"/>
                    <a:pt x="2507" y="109"/>
                    <a:pt x="2346" y="308"/>
                  </a:cubicBezTo>
                  <a:lnTo>
                    <a:pt x="1" y="3106"/>
                  </a:lnTo>
                  <a:lnTo>
                    <a:pt x="3858" y="3106"/>
                  </a:lnTo>
                  <a:lnTo>
                    <a:pt x="3858" y="880"/>
                  </a:lnTo>
                  <a:cubicBezTo>
                    <a:pt x="3858" y="475"/>
                    <a:pt x="3584" y="130"/>
                    <a:pt x="3203" y="23"/>
                  </a:cubicBezTo>
                  <a:cubicBezTo>
                    <a:pt x="3138" y="8"/>
                    <a:pt x="3072" y="1"/>
                    <a:pt x="300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47"/>
            <p:cNvSpPr/>
            <p:nvPr/>
          </p:nvSpPr>
          <p:spPr>
            <a:xfrm>
              <a:off x="6721492" y="1666056"/>
              <a:ext cx="206152" cy="42668"/>
            </a:xfrm>
            <a:custGeom>
              <a:avLst/>
              <a:gdLst/>
              <a:ahLst/>
              <a:cxnLst/>
              <a:rect l="l" t="t" r="r" b="b"/>
              <a:pathLst>
                <a:path w="7716" h="1597" extrusionOk="0">
                  <a:moveTo>
                    <a:pt x="548" y="1"/>
                  </a:moveTo>
                  <a:cubicBezTo>
                    <a:pt x="250" y="1"/>
                    <a:pt x="0" y="239"/>
                    <a:pt x="0" y="537"/>
                  </a:cubicBezTo>
                  <a:lnTo>
                    <a:pt x="0" y="1049"/>
                  </a:lnTo>
                  <a:cubicBezTo>
                    <a:pt x="0" y="1346"/>
                    <a:pt x="250" y="1596"/>
                    <a:pt x="548" y="1596"/>
                  </a:cubicBezTo>
                  <a:lnTo>
                    <a:pt x="7179" y="1596"/>
                  </a:lnTo>
                  <a:cubicBezTo>
                    <a:pt x="7477" y="1596"/>
                    <a:pt x="7715" y="1346"/>
                    <a:pt x="7715" y="1049"/>
                  </a:cubicBezTo>
                  <a:lnTo>
                    <a:pt x="7715" y="537"/>
                  </a:lnTo>
                  <a:cubicBezTo>
                    <a:pt x="7715" y="239"/>
                    <a:pt x="7477" y="1"/>
                    <a:pt x="71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47"/>
            <p:cNvSpPr/>
            <p:nvPr/>
          </p:nvSpPr>
          <p:spPr>
            <a:xfrm>
              <a:off x="6685851" y="1295163"/>
              <a:ext cx="348343" cy="420240"/>
            </a:xfrm>
            <a:custGeom>
              <a:avLst/>
              <a:gdLst/>
              <a:ahLst/>
              <a:cxnLst/>
              <a:rect l="l" t="t" r="r" b="b"/>
              <a:pathLst>
                <a:path w="13038" h="15729" extrusionOk="0">
                  <a:moveTo>
                    <a:pt x="3084" y="500"/>
                  </a:moveTo>
                  <a:cubicBezTo>
                    <a:pt x="3150" y="500"/>
                    <a:pt x="3215" y="524"/>
                    <a:pt x="3263" y="572"/>
                  </a:cubicBezTo>
                  <a:lnTo>
                    <a:pt x="3572" y="881"/>
                  </a:lnTo>
                  <a:lnTo>
                    <a:pt x="2751" y="1703"/>
                  </a:lnTo>
                  <a:lnTo>
                    <a:pt x="2441" y="1393"/>
                  </a:lnTo>
                  <a:cubicBezTo>
                    <a:pt x="2346" y="1286"/>
                    <a:pt x="2346" y="1119"/>
                    <a:pt x="2441" y="1024"/>
                  </a:cubicBezTo>
                  <a:lnTo>
                    <a:pt x="2441" y="1036"/>
                  </a:lnTo>
                  <a:lnTo>
                    <a:pt x="2906" y="572"/>
                  </a:lnTo>
                  <a:cubicBezTo>
                    <a:pt x="2953" y="524"/>
                    <a:pt x="3019" y="500"/>
                    <a:pt x="3084" y="500"/>
                  </a:cubicBezTo>
                  <a:close/>
                  <a:moveTo>
                    <a:pt x="4318" y="2982"/>
                  </a:moveTo>
                  <a:cubicBezTo>
                    <a:pt x="4602" y="2982"/>
                    <a:pt x="4893" y="3087"/>
                    <a:pt x="5132" y="3322"/>
                  </a:cubicBezTo>
                  <a:cubicBezTo>
                    <a:pt x="5858" y="4048"/>
                    <a:pt x="5346" y="5298"/>
                    <a:pt x="4311" y="5298"/>
                  </a:cubicBezTo>
                  <a:cubicBezTo>
                    <a:pt x="3668" y="5298"/>
                    <a:pt x="3156" y="4787"/>
                    <a:pt x="3156" y="4144"/>
                  </a:cubicBezTo>
                  <a:cubicBezTo>
                    <a:pt x="3156" y="3443"/>
                    <a:pt x="3722" y="2982"/>
                    <a:pt x="4318" y="2982"/>
                  </a:cubicBezTo>
                  <a:close/>
                  <a:moveTo>
                    <a:pt x="8144" y="5441"/>
                  </a:moveTo>
                  <a:lnTo>
                    <a:pt x="8454" y="5763"/>
                  </a:lnTo>
                  <a:cubicBezTo>
                    <a:pt x="8466" y="5775"/>
                    <a:pt x="8466" y="5787"/>
                    <a:pt x="8454" y="5799"/>
                  </a:cubicBezTo>
                  <a:cubicBezTo>
                    <a:pt x="7692" y="6561"/>
                    <a:pt x="8430" y="5822"/>
                    <a:pt x="7668" y="6584"/>
                  </a:cubicBezTo>
                  <a:lnTo>
                    <a:pt x="7632" y="6584"/>
                  </a:lnTo>
                  <a:lnTo>
                    <a:pt x="7323" y="6263"/>
                  </a:lnTo>
                  <a:lnTo>
                    <a:pt x="8144" y="5441"/>
                  </a:lnTo>
                  <a:close/>
                  <a:moveTo>
                    <a:pt x="8609" y="6287"/>
                  </a:moveTo>
                  <a:lnTo>
                    <a:pt x="8823" y="6501"/>
                  </a:lnTo>
                  <a:cubicBezTo>
                    <a:pt x="8871" y="6549"/>
                    <a:pt x="8871" y="6632"/>
                    <a:pt x="8823" y="6680"/>
                  </a:cubicBezTo>
                  <a:lnTo>
                    <a:pt x="8549" y="6942"/>
                  </a:lnTo>
                  <a:cubicBezTo>
                    <a:pt x="8525" y="6965"/>
                    <a:pt x="8493" y="6977"/>
                    <a:pt x="8460" y="6977"/>
                  </a:cubicBezTo>
                  <a:cubicBezTo>
                    <a:pt x="8427" y="6977"/>
                    <a:pt x="8394" y="6965"/>
                    <a:pt x="8371" y="6942"/>
                  </a:cubicBezTo>
                  <a:lnTo>
                    <a:pt x="8156" y="6739"/>
                  </a:lnTo>
                  <a:lnTo>
                    <a:pt x="8609" y="6287"/>
                  </a:lnTo>
                  <a:close/>
                  <a:moveTo>
                    <a:pt x="12240" y="9704"/>
                  </a:moveTo>
                  <a:cubicBezTo>
                    <a:pt x="12407" y="9704"/>
                    <a:pt x="12538" y="9835"/>
                    <a:pt x="12538" y="10001"/>
                  </a:cubicBezTo>
                  <a:lnTo>
                    <a:pt x="12538" y="10406"/>
                  </a:lnTo>
                  <a:cubicBezTo>
                    <a:pt x="12538" y="10573"/>
                    <a:pt x="12407" y="10704"/>
                    <a:pt x="12240" y="10704"/>
                  </a:cubicBezTo>
                  <a:lnTo>
                    <a:pt x="7454" y="10704"/>
                  </a:lnTo>
                  <a:cubicBezTo>
                    <a:pt x="7287" y="10704"/>
                    <a:pt x="7156" y="10573"/>
                    <a:pt x="7156" y="10406"/>
                  </a:cubicBezTo>
                  <a:lnTo>
                    <a:pt x="7156" y="10001"/>
                  </a:lnTo>
                  <a:cubicBezTo>
                    <a:pt x="7156" y="9835"/>
                    <a:pt x="7287" y="9704"/>
                    <a:pt x="7454" y="9704"/>
                  </a:cubicBezTo>
                  <a:close/>
                  <a:moveTo>
                    <a:pt x="9918" y="11168"/>
                  </a:moveTo>
                  <a:lnTo>
                    <a:pt x="8871" y="12228"/>
                  </a:lnTo>
                  <a:cubicBezTo>
                    <a:pt x="8287" y="12823"/>
                    <a:pt x="7561" y="13264"/>
                    <a:pt x="6763" y="13502"/>
                  </a:cubicBezTo>
                  <a:lnTo>
                    <a:pt x="6763" y="12418"/>
                  </a:lnTo>
                  <a:cubicBezTo>
                    <a:pt x="7775" y="12026"/>
                    <a:pt x="8252" y="11347"/>
                    <a:pt x="8478" y="11168"/>
                  </a:cubicBezTo>
                  <a:close/>
                  <a:moveTo>
                    <a:pt x="5666" y="11609"/>
                  </a:moveTo>
                  <a:cubicBezTo>
                    <a:pt x="5988" y="11609"/>
                    <a:pt x="6299" y="11858"/>
                    <a:pt x="6299" y="12240"/>
                  </a:cubicBezTo>
                  <a:lnTo>
                    <a:pt x="6299" y="12252"/>
                  </a:lnTo>
                  <a:lnTo>
                    <a:pt x="6299" y="13669"/>
                  </a:lnTo>
                  <a:lnTo>
                    <a:pt x="3644" y="13669"/>
                  </a:lnTo>
                  <a:lnTo>
                    <a:pt x="5192" y="11835"/>
                  </a:lnTo>
                  <a:cubicBezTo>
                    <a:pt x="5323" y="11679"/>
                    <a:pt x="5496" y="11609"/>
                    <a:pt x="5666" y="11609"/>
                  </a:cubicBezTo>
                  <a:close/>
                  <a:moveTo>
                    <a:pt x="8525" y="14133"/>
                  </a:moveTo>
                  <a:cubicBezTo>
                    <a:pt x="8704" y="14133"/>
                    <a:pt x="8835" y="14276"/>
                    <a:pt x="8835" y="14442"/>
                  </a:cubicBezTo>
                  <a:lnTo>
                    <a:pt x="8835" y="14954"/>
                  </a:lnTo>
                  <a:cubicBezTo>
                    <a:pt x="8835" y="15121"/>
                    <a:pt x="8704" y="15264"/>
                    <a:pt x="8525" y="15264"/>
                  </a:cubicBezTo>
                  <a:lnTo>
                    <a:pt x="1894" y="15264"/>
                  </a:lnTo>
                  <a:cubicBezTo>
                    <a:pt x="1715" y="15264"/>
                    <a:pt x="1584" y="15121"/>
                    <a:pt x="1584" y="14954"/>
                  </a:cubicBezTo>
                  <a:lnTo>
                    <a:pt x="1584" y="14442"/>
                  </a:lnTo>
                  <a:cubicBezTo>
                    <a:pt x="1584" y="14276"/>
                    <a:pt x="1715" y="14133"/>
                    <a:pt x="1894" y="14133"/>
                  </a:cubicBezTo>
                  <a:close/>
                  <a:moveTo>
                    <a:pt x="3074" y="0"/>
                  </a:moveTo>
                  <a:cubicBezTo>
                    <a:pt x="2891" y="0"/>
                    <a:pt x="2709" y="72"/>
                    <a:pt x="2572" y="215"/>
                  </a:cubicBezTo>
                  <a:lnTo>
                    <a:pt x="2108" y="667"/>
                  </a:lnTo>
                  <a:cubicBezTo>
                    <a:pt x="1834" y="953"/>
                    <a:pt x="1834" y="1405"/>
                    <a:pt x="2108" y="1679"/>
                  </a:cubicBezTo>
                  <a:lnTo>
                    <a:pt x="2441" y="2012"/>
                  </a:lnTo>
                  <a:cubicBezTo>
                    <a:pt x="2346" y="2191"/>
                    <a:pt x="2382" y="2417"/>
                    <a:pt x="2537" y="2560"/>
                  </a:cubicBezTo>
                  <a:lnTo>
                    <a:pt x="3049" y="3084"/>
                  </a:lnTo>
                  <a:cubicBezTo>
                    <a:pt x="2870" y="3298"/>
                    <a:pt x="2763" y="3548"/>
                    <a:pt x="2703" y="3822"/>
                  </a:cubicBezTo>
                  <a:cubicBezTo>
                    <a:pt x="1013" y="4894"/>
                    <a:pt x="1" y="6775"/>
                    <a:pt x="24" y="8787"/>
                  </a:cubicBezTo>
                  <a:cubicBezTo>
                    <a:pt x="24" y="8918"/>
                    <a:pt x="131" y="9013"/>
                    <a:pt x="262" y="9013"/>
                  </a:cubicBezTo>
                  <a:cubicBezTo>
                    <a:pt x="382" y="9013"/>
                    <a:pt x="489" y="8906"/>
                    <a:pt x="489" y="8787"/>
                  </a:cubicBezTo>
                  <a:cubicBezTo>
                    <a:pt x="465" y="7037"/>
                    <a:pt x="1298" y="5394"/>
                    <a:pt x="2715" y="4382"/>
                  </a:cubicBezTo>
                  <a:cubicBezTo>
                    <a:pt x="2846" y="5168"/>
                    <a:pt x="3513" y="5739"/>
                    <a:pt x="4311" y="5739"/>
                  </a:cubicBezTo>
                  <a:lnTo>
                    <a:pt x="4334" y="5739"/>
                  </a:lnTo>
                  <a:lnTo>
                    <a:pt x="4334" y="6370"/>
                  </a:lnTo>
                  <a:cubicBezTo>
                    <a:pt x="4334" y="6418"/>
                    <a:pt x="4299" y="6453"/>
                    <a:pt x="4251" y="6453"/>
                  </a:cubicBezTo>
                  <a:cubicBezTo>
                    <a:pt x="4084" y="6453"/>
                    <a:pt x="3918" y="6465"/>
                    <a:pt x="3763" y="6501"/>
                  </a:cubicBezTo>
                  <a:cubicBezTo>
                    <a:pt x="2227" y="6787"/>
                    <a:pt x="1274" y="8323"/>
                    <a:pt x="1679" y="9823"/>
                  </a:cubicBezTo>
                  <a:cubicBezTo>
                    <a:pt x="2001" y="11037"/>
                    <a:pt x="2894" y="12014"/>
                    <a:pt x="4084" y="12430"/>
                  </a:cubicBezTo>
                  <a:lnTo>
                    <a:pt x="3382" y="13264"/>
                  </a:lnTo>
                  <a:cubicBezTo>
                    <a:pt x="2060" y="12680"/>
                    <a:pt x="1072" y="11537"/>
                    <a:pt x="691" y="10144"/>
                  </a:cubicBezTo>
                  <a:cubicBezTo>
                    <a:pt x="655" y="10025"/>
                    <a:pt x="632" y="9918"/>
                    <a:pt x="608" y="9799"/>
                  </a:cubicBezTo>
                  <a:cubicBezTo>
                    <a:pt x="573" y="9689"/>
                    <a:pt x="484" y="9640"/>
                    <a:pt x="394" y="9640"/>
                  </a:cubicBezTo>
                  <a:cubicBezTo>
                    <a:pt x="268" y="9640"/>
                    <a:pt x="141" y="9735"/>
                    <a:pt x="155" y="9894"/>
                  </a:cubicBezTo>
                  <a:cubicBezTo>
                    <a:pt x="191" y="10025"/>
                    <a:pt x="215" y="10144"/>
                    <a:pt x="251" y="10263"/>
                  </a:cubicBezTo>
                  <a:cubicBezTo>
                    <a:pt x="655" y="11752"/>
                    <a:pt x="1691" y="12978"/>
                    <a:pt x="3084" y="13633"/>
                  </a:cubicBezTo>
                  <a:lnTo>
                    <a:pt x="3049" y="13669"/>
                  </a:lnTo>
                  <a:lnTo>
                    <a:pt x="1906" y="13669"/>
                  </a:lnTo>
                  <a:cubicBezTo>
                    <a:pt x="1477" y="13669"/>
                    <a:pt x="1132" y="14014"/>
                    <a:pt x="1132" y="14442"/>
                  </a:cubicBezTo>
                  <a:lnTo>
                    <a:pt x="1132" y="14954"/>
                  </a:lnTo>
                  <a:cubicBezTo>
                    <a:pt x="1132" y="15371"/>
                    <a:pt x="1477" y="15728"/>
                    <a:pt x="1906" y="15728"/>
                  </a:cubicBezTo>
                  <a:lnTo>
                    <a:pt x="8537" y="15728"/>
                  </a:lnTo>
                  <a:cubicBezTo>
                    <a:pt x="8966" y="15728"/>
                    <a:pt x="9311" y="15371"/>
                    <a:pt x="9311" y="14954"/>
                  </a:cubicBezTo>
                  <a:lnTo>
                    <a:pt x="9311" y="14442"/>
                  </a:lnTo>
                  <a:cubicBezTo>
                    <a:pt x="9311" y="14014"/>
                    <a:pt x="8966" y="13669"/>
                    <a:pt x="8537" y="13669"/>
                  </a:cubicBezTo>
                  <a:lnTo>
                    <a:pt x="7609" y="13669"/>
                  </a:lnTo>
                  <a:cubicBezTo>
                    <a:pt x="8204" y="13395"/>
                    <a:pt x="8752" y="13014"/>
                    <a:pt x="9204" y="12549"/>
                  </a:cubicBezTo>
                  <a:lnTo>
                    <a:pt x="10561" y="11156"/>
                  </a:lnTo>
                  <a:lnTo>
                    <a:pt x="12288" y="11156"/>
                  </a:lnTo>
                  <a:cubicBezTo>
                    <a:pt x="12704" y="11156"/>
                    <a:pt x="13038" y="10823"/>
                    <a:pt x="13038" y="10406"/>
                  </a:cubicBezTo>
                  <a:lnTo>
                    <a:pt x="13038" y="9990"/>
                  </a:lnTo>
                  <a:cubicBezTo>
                    <a:pt x="13038" y="9573"/>
                    <a:pt x="12704" y="9228"/>
                    <a:pt x="12288" y="9228"/>
                  </a:cubicBezTo>
                  <a:lnTo>
                    <a:pt x="12276" y="9239"/>
                  </a:lnTo>
                  <a:lnTo>
                    <a:pt x="7454" y="9239"/>
                  </a:lnTo>
                  <a:cubicBezTo>
                    <a:pt x="7037" y="9239"/>
                    <a:pt x="6692" y="9573"/>
                    <a:pt x="6692" y="10001"/>
                  </a:cubicBezTo>
                  <a:lnTo>
                    <a:pt x="6692" y="10406"/>
                  </a:lnTo>
                  <a:cubicBezTo>
                    <a:pt x="6692" y="10823"/>
                    <a:pt x="7037" y="11168"/>
                    <a:pt x="7454" y="11168"/>
                  </a:cubicBezTo>
                  <a:lnTo>
                    <a:pt x="7811" y="11168"/>
                  </a:lnTo>
                  <a:cubicBezTo>
                    <a:pt x="7490" y="11490"/>
                    <a:pt x="7120" y="11752"/>
                    <a:pt x="6704" y="11930"/>
                  </a:cubicBezTo>
                  <a:cubicBezTo>
                    <a:pt x="6560" y="11435"/>
                    <a:pt x="6114" y="11156"/>
                    <a:pt x="5659" y="11156"/>
                  </a:cubicBezTo>
                  <a:cubicBezTo>
                    <a:pt x="5360" y="11156"/>
                    <a:pt x="5057" y="11277"/>
                    <a:pt x="4834" y="11537"/>
                  </a:cubicBezTo>
                  <a:lnTo>
                    <a:pt x="4394" y="12061"/>
                  </a:lnTo>
                  <a:cubicBezTo>
                    <a:pt x="3275" y="11752"/>
                    <a:pt x="2406" y="10859"/>
                    <a:pt x="2120" y="9728"/>
                  </a:cubicBezTo>
                  <a:cubicBezTo>
                    <a:pt x="1786" y="8489"/>
                    <a:pt x="2584" y="7227"/>
                    <a:pt x="3846" y="6977"/>
                  </a:cubicBezTo>
                  <a:cubicBezTo>
                    <a:pt x="3977" y="6953"/>
                    <a:pt x="4108" y="6942"/>
                    <a:pt x="4251" y="6942"/>
                  </a:cubicBezTo>
                  <a:cubicBezTo>
                    <a:pt x="4549" y="6942"/>
                    <a:pt x="4787" y="6703"/>
                    <a:pt x="4787" y="6406"/>
                  </a:cubicBezTo>
                  <a:lnTo>
                    <a:pt x="4787" y="5668"/>
                  </a:lnTo>
                  <a:cubicBezTo>
                    <a:pt x="4989" y="5608"/>
                    <a:pt x="5168" y="5501"/>
                    <a:pt x="5335" y="5370"/>
                  </a:cubicBezTo>
                  <a:lnTo>
                    <a:pt x="6430" y="6477"/>
                  </a:lnTo>
                  <a:lnTo>
                    <a:pt x="6275" y="6632"/>
                  </a:lnTo>
                  <a:cubicBezTo>
                    <a:pt x="6192" y="6715"/>
                    <a:pt x="6180" y="6834"/>
                    <a:pt x="6239" y="6930"/>
                  </a:cubicBezTo>
                  <a:cubicBezTo>
                    <a:pt x="6280" y="6997"/>
                    <a:pt x="6354" y="7034"/>
                    <a:pt x="6431" y="7034"/>
                  </a:cubicBezTo>
                  <a:cubicBezTo>
                    <a:pt x="6490" y="7034"/>
                    <a:pt x="6550" y="7012"/>
                    <a:pt x="6597" y="6965"/>
                  </a:cubicBezTo>
                  <a:lnTo>
                    <a:pt x="6989" y="6572"/>
                  </a:lnTo>
                  <a:lnTo>
                    <a:pt x="7311" y="6882"/>
                  </a:lnTo>
                  <a:cubicBezTo>
                    <a:pt x="7396" y="6975"/>
                    <a:pt x="7517" y="7026"/>
                    <a:pt x="7640" y="7026"/>
                  </a:cubicBezTo>
                  <a:cubicBezTo>
                    <a:pt x="7690" y="7026"/>
                    <a:pt x="7739" y="7018"/>
                    <a:pt x="7787" y="7001"/>
                  </a:cubicBezTo>
                  <a:lnTo>
                    <a:pt x="8037" y="7251"/>
                  </a:lnTo>
                  <a:cubicBezTo>
                    <a:pt x="8156" y="7364"/>
                    <a:pt x="8308" y="7421"/>
                    <a:pt x="8458" y="7421"/>
                  </a:cubicBezTo>
                  <a:cubicBezTo>
                    <a:pt x="8609" y="7421"/>
                    <a:pt x="8758" y="7364"/>
                    <a:pt x="8871" y="7251"/>
                  </a:cubicBezTo>
                  <a:lnTo>
                    <a:pt x="9145" y="6977"/>
                  </a:lnTo>
                  <a:cubicBezTo>
                    <a:pt x="9371" y="6751"/>
                    <a:pt x="9371" y="6382"/>
                    <a:pt x="9145" y="6156"/>
                  </a:cubicBezTo>
                  <a:lnTo>
                    <a:pt x="8894" y="5906"/>
                  </a:lnTo>
                  <a:cubicBezTo>
                    <a:pt x="8942" y="5727"/>
                    <a:pt x="8906" y="5537"/>
                    <a:pt x="8775" y="5418"/>
                  </a:cubicBezTo>
                  <a:lnTo>
                    <a:pt x="8454" y="5096"/>
                  </a:lnTo>
                  <a:lnTo>
                    <a:pt x="8859" y="4703"/>
                  </a:lnTo>
                  <a:cubicBezTo>
                    <a:pt x="8999" y="4535"/>
                    <a:pt x="8845" y="4315"/>
                    <a:pt x="8669" y="4315"/>
                  </a:cubicBezTo>
                  <a:cubicBezTo>
                    <a:pt x="8621" y="4315"/>
                    <a:pt x="8571" y="4331"/>
                    <a:pt x="8525" y="4370"/>
                  </a:cubicBezTo>
                  <a:lnTo>
                    <a:pt x="8359" y="4536"/>
                  </a:lnTo>
                  <a:lnTo>
                    <a:pt x="7990" y="4167"/>
                  </a:lnTo>
                  <a:cubicBezTo>
                    <a:pt x="7943" y="4121"/>
                    <a:pt x="7883" y="4099"/>
                    <a:pt x="7824" y="4099"/>
                  </a:cubicBezTo>
                  <a:cubicBezTo>
                    <a:pt x="7747" y="4099"/>
                    <a:pt x="7673" y="4136"/>
                    <a:pt x="7632" y="4203"/>
                  </a:cubicBezTo>
                  <a:cubicBezTo>
                    <a:pt x="7573" y="4298"/>
                    <a:pt x="7585" y="4417"/>
                    <a:pt x="7668" y="4501"/>
                  </a:cubicBezTo>
                  <a:lnTo>
                    <a:pt x="8037" y="4870"/>
                  </a:lnTo>
                  <a:cubicBezTo>
                    <a:pt x="7501" y="5406"/>
                    <a:pt x="7287" y="5608"/>
                    <a:pt x="6763" y="6144"/>
                  </a:cubicBezTo>
                  <a:lnTo>
                    <a:pt x="5644" y="5025"/>
                  </a:lnTo>
                  <a:cubicBezTo>
                    <a:pt x="6370" y="3953"/>
                    <a:pt x="5596" y="2501"/>
                    <a:pt x="4299" y="2501"/>
                  </a:cubicBezTo>
                  <a:cubicBezTo>
                    <a:pt x="3977" y="2501"/>
                    <a:pt x="3656" y="2596"/>
                    <a:pt x="3394" y="2774"/>
                  </a:cubicBezTo>
                  <a:lnTo>
                    <a:pt x="2858" y="2239"/>
                  </a:lnTo>
                  <a:cubicBezTo>
                    <a:pt x="2846" y="2239"/>
                    <a:pt x="2846" y="2215"/>
                    <a:pt x="2858" y="2203"/>
                  </a:cubicBezTo>
                  <a:lnTo>
                    <a:pt x="4096" y="965"/>
                  </a:lnTo>
                  <a:cubicBezTo>
                    <a:pt x="4102" y="959"/>
                    <a:pt x="4108" y="956"/>
                    <a:pt x="4114" y="956"/>
                  </a:cubicBezTo>
                  <a:cubicBezTo>
                    <a:pt x="4120" y="956"/>
                    <a:pt x="4126" y="959"/>
                    <a:pt x="4132" y="965"/>
                  </a:cubicBezTo>
                  <a:lnTo>
                    <a:pt x="6906" y="3739"/>
                  </a:lnTo>
                  <a:cubicBezTo>
                    <a:pt x="6948" y="3785"/>
                    <a:pt x="7005" y="3807"/>
                    <a:pt x="7063" y="3807"/>
                  </a:cubicBezTo>
                  <a:cubicBezTo>
                    <a:pt x="7139" y="3807"/>
                    <a:pt x="7216" y="3770"/>
                    <a:pt x="7263" y="3703"/>
                  </a:cubicBezTo>
                  <a:cubicBezTo>
                    <a:pt x="7323" y="3596"/>
                    <a:pt x="7299" y="3477"/>
                    <a:pt x="7216" y="3405"/>
                  </a:cubicBezTo>
                  <a:lnTo>
                    <a:pt x="4465" y="631"/>
                  </a:lnTo>
                  <a:cubicBezTo>
                    <a:pt x="4366" y="539"/>
                    <a:pt x="4241" y="492"/>
                    <a:pt x="4115" y="492"/>
                  </a:cubicBezTo>
                  <a:cubicBezTo>
                    <a:pt x="4045" y="492"/>
                    <a:pt x="3974" y="506"/>
                    <a:pt x="3906" y="536"/>
                  </a:cubicBezTo>
                  <a:lnTo>
                    <a:pt x="3584" y="215"/>
                  </a:lnTo>
                  <a:cubicBezTo>
                    <a:pt x="3441" y="72"/>
                    <a:pt x="3257" y="0"/>
                    <a:pt x="30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27" name="Google Shape;2127;p47"/>
          <p:cNvGrpSpPr/>
          <p:nvPr/>
        </p:nvGrpSpPr>
        <p:grpSpPr>
          <a:xfrm>
            <a:off x="942988" y="1884852"/>
            <a:ext cx="509191" cy="286189"/>
            <a:chOff x="4034753" y="2038417"/>
            <a:chExt cx="418984" cy="235488"/>
          </a:xfrm>
        </p:grpSpPr>
        <p:sp>
          <p:nvSpPr>
            <p:cNvPr id="2128" name="Google Shape;2128;p47"/>
            <p:cNvSpPr/>
            <p:nvPr/>
          </p:nvSpPr>
          <p:spPr>
            <a:xfrm>
              <a:off x="4096791" y="2044696"/>
              <a:ext cx="294587" cy="223171"/>
            </a:xfrm>
            <a:custGeom>
              <a:avLst/>
              <a:gdLst/>
              <a:ahLst/>
              <a:cxnLst/>
              <a:rect l="l" t="t" r="r" b="b"/>
              <a:pathLst>
                <a:path w="11026" h="8353" extrusionOk="0">
                  <a:moveTo>
                    <a:pt x="5515" y="0"/>
                  </a:moveTo>
                  <a:cubicBezTo>
                    <a:pt x="4760" y="0"/>
                    <a:pt x="4007" y="146"/>
                    <a:pt x="3299" y="438"/>
                  </a:cubicBezTo>
                  <a:lnTo>
                    <a:pt x="953" y="1378"/>
                  </a:lnTo>
                  <a:cubicBezTo>
                    <a:pt x="382" y="1605"/>
                    <a:pt x="1" y="2152"/>
                    <a:pt x="1" y="2771"/>
                  </a:cubicBezTo>
                  <a:lnTo>
                    <a:pt x="1" y="6534"/>
                  </a:lnTo>
                  <a:cubicBezTo>
                    <a:pt x="1" y="7272"/>
                    <a:pt x="548" y="7903"/>
                    <a:pt x="1275" y="8022"/>
                  </a:cubicBezTo>
                  <a:cubicBezTo>
                    <a:pt x="2679" y="8242"/>
                    <a:pt x="4099" y="8352"/>
                    <a:pt x="5519" y="8352"/>
                  </a:cubicBezTo>
                  <a:cubicBezTo>
                    <a:pt x="6939" y="8352"/>
                    <a:pt x="8359" y="8242"/>
                    <a:pt x="9764" y="8022"/>
                  </a:cubicBezTo>
                  <a:cubicBezTo>
                    <a:pt x="10490" y="7903"/>
                    <a:pt x="11026" y="7272"/>
                    <a:pt x="11026" y="6534"/>
                  </a:cubicBezTo>
                  <a:lnTo>
                    <a:pt x="11026" y="2771"/>
                  </a:lnTo>
                  <a:cubicBezTo>
                    <a:pt x="11026" y="2152"/>
                    <a:pt x="10657" y="1605"/>
                    <a:pt x="10085" y="1378"/>
                  </a:cubicBezTo>
                  <a:lnTo>
                    <a:pt x="7740" y="438"/>
                  </a:lnTo>
                  <a:cubicBezTo>
                    <a:pt x="7025" y="146"/>
                    <a:pt x="6269" y="0"/>
                    <a:pt x="55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47"/>
            <p:cNvSpPr/>
            <p:nvPr/>
          </p:nvSpPr>
          <p:spPr>
            <a:xfrm>
              <a:off x="4034753" y="2038417"/>
              <a:ext cx="418984" cy="235488"/>
            </a:xfrm>
            <a:custGeom>
              <a:avLst/>
              <a:gdLst/>
              <a:ahLst/>
              <a:cxnLst/>
              <a:rect l="l" t="t" r="r" b="b"/>
              <a:pathLst>
                <a:path w="15682" h="8814" extrusionOk="0">
                  <a:moveTo>
                    <a:pt x="1403" y="1236"/>
                  </a:moveTo>
                  <a:cubicBezTo>
                    <a:pt x="1609" y="1236"/>
                    <a:pt x="1819" y="1305"/>
                    <a:pt x="2001" y="1459"/>
                  </a:cubicBezTo>
                  <a:lnTo>
                    <a:pt x="2513" y="1887"/>
                  </a:lnTo>
                  <a:cubicBezTo>
                    <a:pt x="2251" y="2209"/>
                    <a:pt x="2108" y="2590"/>
                    <a:pt x="2120" y="2995"/>
                  </a:cubicBezTo>
                  <a:lnTo>
                    <a:pt x="2120" y="6793"/>
                  </a:lnTo>
                  <a:cubicBezTo>
                    <a:pt x="2108" y="7150"/>
                    <a:pt x="2227" y="7495"/>
                    <a:pt x="2430" y="7793"/>
                  </a:cubicBezTo>
                  <a:lnTo>
                    <a:pt x="2203" y="7852"/>
                  </a:lnTo>
                  <a:cubicBezTo>
                    <a:pt x="2091" y="7880"/>
                    <a:pt x="1979" y="7893"/>
                    <a:pt x="1870" y="7893"/>
                  </a:cubicBezTo>
                  <a:cubicBezTo>
                    <a:pt x="1118" y="7893"/>
                    <a:pt x="465" y="7283"/>
                    <a:pt x="465" y="6483"/>
                  </a:cubicBezTo>
                  <a:lnTo>
                    <a:pt x="465" y="2173"/>
                  </a:lnTo>
                  <a:cubicBezTo>
                    <a:pt x="465" y="1614"/>
                    <a:pt x="921" y="1236"/>
                    <a:pt x="1403" y="1236"/>
                  </a:cubicBezTo>
                  <a:close/>
                  <a:moveTo>
                    <a:pt x="7801" y="0"/>
                  </a:moveTo>
                  <a:cubicBezTo>
                    <a:pt x="7014" y="0"/>
                    <a:pt x="6228" y="149"/>
                    <a:pt x="5490" y="447"/>
                  </a:cubicBezTo>
                  <a:lnTo>
                    <a:pt x="4847" y="709"/>
                  </a:lnTo>
                  <a:cubicBezTo>
                    <a:pt x="4751" y="744"/>
                    <a:pt x="4680" y="851"/>
                    <a:pt x="4704" y="959"/>
                  </a:cubicBezTo>
                  <a:cubicBezTo>
                    <a:pt x="4723" y="1072"/>
                    <a:pt x="4816" y="1155"/>
                    <a:pt x="4926" y="1155"/>
                  </a:cubicBezTo>
                  <a:cubicBezTo>
                    <a:pt x="4954" y="1155"/>
                    <a:pt x="4984" y="1149"/>
                    <a:pt x="5013" y="1137"/>
                  </a:cubicBezTo>
                  <a:lnTo>
                    <a:pt x="5656" y="875"/>
                  </a:lnTo>
                  <a:cubicBezTo>
                    <a:pt x="6347" y="595"/>
                    <a:pt x="7076" y="456"/>
                    <a:pt x="7804" y="456"/>
                  </a:cubicBezTo>
                  <a:cubicBezTo>
                    <a:pt x="8532" y="456"/>
                    <a:pt x="9258" y="595"/>
                    <a:pt x="9943" y="875"/>
                  </a:cubicBezTo>
                  <a:lnTo>
                    <a:pt x="12312" y="1828"/>
                  </a:lnTo>
                  <a:cubicBezTo>
                    <a:pt x="12788" y="2018"/>
                    <a:pt x="13110" y="2494"/>
                    <a:pt x="13110" y="3018"/>
                  </a:cubicBezTo>
                  <a:lnTo>
                    <a:pt x="13110" y="5650"/>
                  </a:lnTo>
                  <a:cubicBezTo>
                    <a:pt x="13110" y="5769"/>
                    <a:pt x="13193" y="5864"/>
                    <a:pt x="13312" y="5888"/>
                  </a:cubicBezTo>
                  <a:cubicBezTo>
                    <a:pt x="13319" y="5888"/>
                    <a:pt x="13325" y="5889"/>
                    <a:pt x="13332" y="5889"/>
                  </a:cubicBezTo>
                  <a:cubicBezTo>
                    <a:pt x="13455" y="5889"/>
                    <a:pt x="13562" y="5786"/>
                    <a:pt x="13562" y="5662"/>
                  </a:cubicBezTo>
                  <a:lnTo>
                    <a:pt x="13562" y="3018"/>
                  </a:lnTo>
                  <a:cubicBezTo>
                    <a:pt x="13574" y="2614"/>
                    <a:pt x="13431" y="2221"/>
                    <a:pt x="13181" y="1911"/>
                  </a:cubicBezTo>
                  <a:lnTo>
                    <a:pt x="13681" y="1482"/>
                  </a:lnTo>
                  <a:cubicBezTo>
                    <a:pt x="13865" y="1324"/>
                    <a:pt x="14080" y="1252"/>
                    <a:pt x="14289" y="1252"/>
                  </a:cubicBezTo>
                  <a:cubicBezTo>
                    <a:pt x="14771" y="1252"/>
                    <a:pt x="15225" y="1629"/>
                    <a:pt x="15217" y="2185"/>
                  </a:cubicBezTo>
                  <a:lnTo>
                    <a:pt x="15217" y="6471"/>
                  </a:lnTo>
                  <a:cubicBezTo>
                    <a:pt x="15217" y="7261"/>
                    <a:pt x="14574" y="7869"/>
                    <a:pt x="13824" y="7869"/>
                  </a:cubicBezTo>
                  <a:cubicBezTo>
                    <a:pt x="13715" y="7869"/>
                    <a:pt x="13603" y="7856"/>
                    <a:pt x="13491" y="7828"/>
                  </a:cubicBezTo>
                  <a:lnTo>
                    <a:pt x="13264" y="7769"/>
                  </a:lnTo>
                  <a:cubicBezTo>
                    <a:pt x="13479" y="7471"/>
                    <a:pt x="13586" y="7126"/>
                    <a:pt x="13586" y="6769"/>
                  </a:cubicBezTo>
                  <a:cubicBezTo>
                    <a:pt x="13586" y="6662"/>
                    <a:pt x="13514" y="6578"/>
                    <a:pt x="13419" y="6554"/>
                  </a:cubicBezTo>
                  <a:cubicBezTo>
                    <a:pt x="13396" y="6547"/>
                    <a:pt x="13372" y="6543"/>
                    <a:pt x="13349" y="6543"/>
                  </a:cubicBezTo>
                  <a:cubicBezTo>
                    <a:pt x="13230" y="6543"/>
                    <a:pt x="13122" y="6639"/>
                    <a:pt x="13122" y="6769"/>
                  </a:cubicBezTo>
                  <a:cubicBezTo>
                    <a:pt x="13133" y="7400"/>
                    <a:pt x="12669" y="7924"/>
                    <a:pt x="12050" y="8019"/>
                  </a:cubicBezTo>
                  <a:cubicBezTo>
                    <a:pt x="10657" y="8239"/>
                    <a:pt x="9252" y="8349"/>
                    <a:pt x="7849" y="8349"/>
                  </a:cubicBezTo>
                  <a:cubicBezTo>
                    <a:pt x="6445" y="8349"/>
                    <a:pt x="5043" y="8239"/>
                    <a:pt x="3656" y="8019"/>
                  </a:cubicBezTo>
                  <a:cubicBezTo>
                    <a:pt x="3025" y="7924"/>
                    <a:pt x="2573" y="7400"/>
                    <a:pt x="2573" y="6769"/>
                  </a:cubicBezTo>
                  <a:lnTo>
                    <a:pt x="2573" y="3018"/>
                  </a:lnTo>
                  <a:cubicBezTo>
                    <a:pt x="2573" y="2494"/>
                    <a:pt x="2894" y="2018"/>
                    <a:pt x="3382" y="1828"/>
                  </a:cubicBezTo>
                  <a:lnTo>
                    <a:pt x="4073" y="1542"/>
                  </a:lnTo>
                  <a:cubicBezTo>
                    <a:pt x="4327" y="1447"/>
                    <a:pt x="4223" y="1096"/>
                    <a:pt x="3995" y="1096"/>
                  </a:cubicBezTo>
                  <a:cubicBezTo>
                    <a:pt x="3967" y="1096"/>
                    <a:pt x="3937" y="1102"/>
                    <a:pt x="3906" y="1113"/>
                  </a:cubicBezTo>
                  <a:lnTo>
                    <a:pt x="3204" y="1399"/>
                  </a:lnTo>
                  <a:cubicBezTo>
                    <a:pt x="3073" y="1447"/>
                    <a:pt x="2954" y="1518"/>
                    <a:pt x="2846" y="1590"/>
                  </a:cubicBezTo>
                  <a:lnTo>
                    <a:pt x="2299" y="1125"/>
                  </a:lnTo>
                  <a:cubicBezTo>
                    <a:pt x="2028" y="898"/>
                    <a:pt x="1714" y="795"/>
                    <a:pt x="1407" y="795"/>
                  </a:cubicBezTo>
                  <a:cubicBezTo>
                    <a:pt x="686" y="795"/>
                    <a:pt x="1" y="1358"/>
                    <a:pt x="1" y="2185"/>
                  </a:cubicBezTo>
                  <a:lnTo>
                    <a:pt x="1" y="6471"/>
                  </a:lnTo>
                  <a:cubicBezTo>
                    <a:pt x="1" y="7525"/>
                    <a:pt x="861" y="8327"/>
                    <a:pt x="1850" y="8327"/>
                  </a:cubicBezTo>
                  <a:cubicBezTo>
                    <a:pt x="2002" y="8327"/>
                    <a:pt x="2156" y="8308"/>
                    <a:pt x="2311" y="8269"/>
                  </a:cubicBezTo>
                  <a:lnTo>
                    <a:pt x="2787" y="8150"/>
                  </a:lnTo>
                  <a:cubicBezTo>
                    <a:pt x="3025" y="8317"/>
                    <a:pt x="3287" y="8436"/>
                    <a:pt x="3573" y="8483"/>
                  </a:cubicBezTo>
                  <a:cubicBezTo>
                    <a:pt x="4990" y="8704"/>
                    <a:pt x="6418" y="8814"/>
                    <a:pt x="7847" y="8814"/>
                  </a:cubicBezTo>
                  <a:cubicBezTo>
                    <a:pt x="9276" y="8814"/>
                    <a:pt x="10705" y="8704"/>
                    <a:pt x="12121" y="8483"/>
                  </a:cubicBezTo>
                  <a:cubicBezTo>
                    <a:pt x="12407" y="8436"/>
                    <a:pt x="12669" y="8317"/>
                    <a:pt x="12907" y="8150"/>
                  </a:cubicBezTo>
                  <a:lnTo>
                    <a:pt x="13383" y="8269"/>
                  </a:lnTo>
                  <a:cubicBezTo>
                    <a:pt x="13537" y="8308"/>
                    <a:pt x="13689" y="8327"/>
                    <a:pt x="13839" y="8327"/>
                  </a:cubicBezTo>
                  <a:cubicBezTo>
                    <a:pt x="14828" y="8327"/>
                    <a:pt x="15681" y="7516"/>
                    <a:pt x="15681" y="6471"/>
                  </a:cubicBezTo>
                  <a:lnTo>
                    <a:pt x="15681" y="2185"/>
                  </a:lnTo>
                  <a:cubicBezTo>
                    <a:pt x="15681" y="1358"/>
                    <a:pt x="15002" y="795"/>
                    <a:pt x="14285" y="795"/>
                  </a:cubicBezTo>
                  <a:cubicBezTo>
                    <a:pt x="13979" y="795"/>
                    <a:pt x="13666" y="898"/>
                    <a:pt x="13395" y="1125"/>
                  </a:cubicBezTo>
                  <a:lnTo>
                    <a:pt x="13383" y="1125"/>
                  </a:lnTo>
                  <a:lnTo>
                    <a:pt x="12836" y="1590"/>
                  </a:lnTo>
                  <a:cubicBezTo>
                    <a:pt x="12729" y="1518"/>
                    <a:pt x="12610" y="1447"/>
                    <a:pt x="12479" y="1399"/>
                  </a:cubicBezTo>
                  <a:lnTo>
                    <a:pt x="10121" y="447"/>
                  </a:lnTo>
                  <a:cubicBezTo>
                    <a:pt x="9377" y="149"/>
                    <a:pt x="8588" y="0"/>
                    <a:pt x="78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47"/>
            <p:cNvSpPr/>
            <p:nvPr/>
          </p:nvSpPr>
          <p:spPr>
            <a:xfrm>
              <a:off x="4165509" y="2114883"/>
              <a:ext cx="157473" cy="12130"/>
            </a:xfrm>
            <a:custGeom>
              <a:avLst/>
              <a:gdLst/>
              <a:ahLst/>
              <a:cxnLst/>
              <a:rect l="l" t="t" r="r" b="b"/>
              <a:pathLst>
                <a:path w="5894" h="454" extrusionOk="0">
                  <a:moveTo>
                    <a:pt x="230" y="1"/>
                  </a:moveTo>
                  <a:cubicBezTo>
                    <a:pt x="121" y="1"/>
                    <a:pt x="35" y="91"/>
                    <a:pt x="12" y="192"/>
                  </a:cubicBezTo>
                  <a:cubicBezTo>
                    <a:pt x="0" y="335"/>
                    <a:pt x="107" y="454"/>
                    <a:pt x="238" y="454"/>
                  </a:cubicBezTo>
                  <a:lnTo>
                    <a:pt x="5644" y="454"/>
                  </a:lnTo>
                  <a:cubicBezTo>
                    <a:pt x="5787" y="454"/>
                    <a:pt x="5894" y="335"/>
                    <a:pt x="5870" y="192"/>
                  </a:cubicBezTo>
                  <a:cubicBezTo>
                    <a:pt x="5859" y="91"/>
                    <a:pt x="5774" y="1"/>
                    <a:pt x="5664" y="1"/>
                  </a:cubicBezTo>
                  <a:cubicBezTo>
                    <a:pt x="5657" y="1"/>
                    <a:pt x="5651" y="1"/>
                    <a:pt x="5644" y="2"/>
                  </a:cubicBezTo>
                  <a:lnTo>
                    <a:pt x="250" y="2"/>
                  </a:lnTo>
                  <a:cubicBezTo>
                    <a:pt x="244" y="1"/>
                    <a:pt x="237" y="1"/>
                    <a:pt x="2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47"/>
            <p:cNvSpPr/>
            <p:nvPr/>
          </p:nvSpPr>
          <p:spPr>
            <a:xfrm>
              <a:off x="4165509" y="2198883"/>
              <a:ext cx="157473" cy="12450"/>
            </a:xfrm>
            <a:custGeom>
              <a:avLst/>
              <a:gdLst/>
              <a:ahLst/>
              <a:cxnLst/>
              <a:rect l="l" t="t" r="r" b="b"/>
              <a:pathLst>
                <a:path w="5894" h="466" extrusionOk="0">
                  <a:moveTo>
                    <a:pt x="250" y="1"/>
                  </a:moveTo>
                  <a:cubicBezTo>
                    <a:pt x="107" y="1"/>
                    <a:pt x="0" y="132"/>
                    <a:pt x="12" y="263"/>
                  </a:cubicBezTo>
                  <a:cubicBezTo>
                    <a:pt x="36" y="382"/>
                    <a:pt x="131" y="465"/>
                    <a:pt x="250" y="465"/>
                  </a:cubicBezTo>
                  <a:lnTo>
                    <a:pt x="5644" y="465"/>
                  </a:lnTo>
                  <a:cubicBezTo>
                    <a:pt x="5763" y="465"/>
                    <a:pt x="5858" y="382"/>
                    <a:pt x="5882" y="263"/>
                  </a:cubicBezTo>
                  <a:cubicBezTo>
                    <a:pt x="5894" y="132"/>
                    <a:pt x="5787" y="1"/>
                    <a:pt x="56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47"/>
            <p:cNvSpPr/>
            <p:nvPr/>
          </p:nvSpPr>
          <p:spPr>
            <a:xfrm>
              <a:off x="4154368" y="2157230"/>
              <a:ext cx="179435" cy="12424"/>
            </a:xfrm>
            <a:custGeom>
              <a:avLst/>
              <a:gdLst/>
              <a:ahLst/>
              <a:cxnLst/>
              <a:rect l="l" t="t" r="r" b="b"/>
              <a:pathLst>
                <a:path w="6716" h="465" extrusionOk="0">
                  <a:moveTo>
                    <a:pt x="263" y="0"/>
                  </a:moveTo>
                  <a:cubicBezTo>
                    <a:pt x="143" y="0"/>
                    <a:pt x="36" y="83"/>
                    <a:pt x="24" y="203"/>
                  </a:cubicBezTo>
                  <a:cubicBezTo>
                    <a:pt x="1" y="345"/>
                    <a:pt x="108" y="464"/>
                    <a:pt x="251" y="464"/>
                  </a:cubicBezTo>
                  <a:lnTo>
                    <a:pt x="6466" y="464"/>
                  </a:lnTo>
                  <a:cubicBezTo>
                    <a:pt x="6585" y="464"/>
                    <a:pt x="6680" y="381"/>
                    <a:pt x="6704" y="262"/>
                  </a:cubicBezTo>
                  <a:cubicBezTo>
                    <a:pt x="6716" y="119"/>
                    <a:pt x="6609" y="0"/>
                    <a:pt x="6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33" name="Google Shape;2133;p47"/>
          <p:cNvGrpSpPr/>
          <p:nvPr/>
        </p:nvGrpSpPr>
        <p:grpSpPr>
          <a:xfrm>
            <a:off x="4880813" y="1760103"/>
            <a:ext cx="509186" cy="535885"/>
            <a:chOff x="2734039" y="1946776"/>
            <a:chExt cx="397957" cy="418824"/>
          </a:xfrm>
        </p:grpSpPr>
        <p:sp>
          <p:nvSpPr>
            <p:cNvPr id="2134" name="Google Shape;2134;p47"/>
            <p:cNvSpPr/>
            <p:nvPr/>
          </p:nvSpPr>
          <p:spPr>
            <a:xfrm>
              <a:off x="2882908" y="1966360"/>
              <a:ext cx="162897" cy="29603"/>
            </a:xfrm>
            <a:custGeom>
              <a:avLst/>
              <a:gdLst/>
              <a:ahLst/>
              <a:cxnLst/>
              <a:rect l="l" t="t" r="r" b="b"/>
              <a:pathLst>
                <a:path w="6097" h="1108" extrusionOk="0">
                  <a:moveTo>
                    <a:pt x="1203" y="0"/>
                  </a:moveTo>
                  <a:cubicBezTo>
                    <a:pt x="1048" y="0"/>
                    <a:pt x="893" y="36"/>
                    <a:pt x="750" y="108"/>
                  </a:cubicBezTo>
                  <a:lnTo>
                    <a:pt x="48" y="441"/>
                  </a:lnTo>
                  <a:cubicBezTo>
                    <a:pt x="24" y="453"/>
                    <a:pt x="0" y="477"/>
                    <a:pt x="0" y="500"/>
                  </a:cubicBezTo>
                  <a:lnTo>
                    <a:pt x="0" y="608"/>
                  </a:lnTo>
                  <a:cubicBezTo>
                    <a:pt x="12" y="631"/>
                    <a:pt x="24" y="655"/>
                    <a:pt x="48" y="667"/>
                  </a:cubicBezTo>
                  <a:lnTo>
                    <a:pt x="750" y="1000"/>
                  </a:lnTo>
                  <a:cubicBezTo>
                    <a:pt x="893" y="1072"/>
                    <a:pt x="1048" y="1108"/>
                    <a:pt x="1203" y="1108"/>
                  </a:cubicBezTo>
                  <a:lnTo>
                    <a:pt x="6096" y="1108"/>
                  </a:lnTo>
                  <a:lnTo>
                    <a:pt x="609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47"/>
            <p:cNvSpPr/>
            <p:nvPr/>
          </p:nvSpPr>
          <p:spPr>
            <a:xfrm>
              <a:off x="3042920" y="1952574"/>
              <a:ext cx="89076" cy="56107"/>
            </a:xfrm>
            <a:custGeom>
              <a:avLst/>
              <a:gdLst/>
              <a:ahLst/>
              <a:cxnLst/>
              <a:rect l="l" t="t" r="r" b="b"/>
              <a:pathLst>
                <a:path w="3334" h="2100" extrusionOk="0">
                  <a:moveTo>
                    <a:pt x="1908" y="1"/>
                  </a:moveTo>
                  <a:cubicBezTo>
                    <a:pt x="1581" y="1"/>
                    <a:pt x="1288" y="151"/>
                    <a:pt x="1096" y="385"/>
                  </a:cubicBezTo>
                  <a:cubicBezTo>
                    <a:pt x="1016" y="485"/>
                    <a:pt x="904" y="534"/>
                    <a:pt x="786" y="534"/>
                  </a:cubicBezTo>
                  <a:cubicBezTo>
                    <a:pt x="762" y="534"/>
                    <a:pt x="738" y="532"/>
                    <a:pt x="715" y="528"/>
                  </a:cubicBezTo>
                  <a:lnTo>
                    <a:pt x="0" y="397"/>
                  </a:lnTo>
                  <a:lnTo>
                    <a:pt x="0" y="1707"/>
                  </a:lnTo>
                  <a:lnTo>
                    <a:pt x="810" y="1707"/>
                  </a:lnTo>
                  <a:cubicBezTo>
                    <a:pt x="965" y="1719"/>
                    <a:pt x="1131" y="1767"/>
                    <a:pt x="1250" y="1874"/>
                  </a:cubicBezTo>
                  <a:cubicBezTo>
                    <a:pt x="1441" y="2028"/>
                    <a:pt x="1667" y="2100"/>
                    <a:pt x="1905" y="2100"/>
                  </a:cubicBezTo>
                  <a:cubicBezTo>
                    <a:pt x="2727" y="2100"/>
                    <a:pt x="3334" y="1171"/>
                    <a:pt x="2703" y="314"/>
                  </a:cubicBezTo>
                  <a:cubicBezTo>
                    <a:pt x="2691" y="290"/>
                    <a:pt x="2667" y="278"/>
                    <a:pt x="2655" y="266"/>
                  </a:cubicBezTo>
                  <a:cubicBezTo>
                    <a:pt x="2404" y="81"/>
                    <a:pt x="2147" y="1"/>
                    <a:pt x="19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47"/>
            <p:cNvSpPr/>
            <p:nvPr/>
          </p:nvSpPr>
          <p:spPr>
            <a:xfrm>
              <a:off x="3031778" y="1954898"/>
              <a:ext cx="22603" cy="52527"/>
            </a:xfrm>
            <a:custGeom>
              <a:avLst/>
              <a:gdLst/>
              <a:ahLst/>
              <a:cxnLst/>
              <a:rect l="l" t="t" r="r" b="b"/>
              <a:pathLst>
                <a:path w="846" h="1966" extrusionOk="0">
                  <a:moveTo>
                    <a:pt x="310" y="1"/>
                  </a:moveTo>
                  <a:cubicBezTo>
                    <a:pt x="143" y="1"/>
                    <a:pt x="12" y="132"/>
                    <a:pt x="12" y="286"/>
                  </a:cubicBezTo>
                  <a:lnTo>
                    <a:pt x="12" y="1668"/>
                  </a:lnTo>
                  <a:cubicBezTo>
                    <a:pt x="0" y="1834"/>
                    <a:pt x="143" y="1965"/>
                    <a:pt x="310" y="1965"/>
                  </a:cubicBezTo>
                  <a:lnTo>
                    <a:pt x="548" y="1965"/>
                  </a:lnTo>
                  <a:cubicBezTo>
                    <a:pt x="715" y="1965"/>
                    <a:pt x="846" y="1834"/>
                    <a:pt x="846" y="1668"/>
                  </a:cubicBezTo>
                  <a:lnTo>
                    <a:pt x="846" y="286"/>
                  </a:lnTo>
                  <a:cubicBezTo>
                    <a:pt x="846" y="132"/>
                    <a:pt x="715" y="1"/>
                    <a:pt x="5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47"/>
            <p:cNvSpPr/>
            <p:nvPr/>
          </p:nvSpPr>
          <p:spPr>
            <a:xfrm>
              <a:off x="2740718" y="2111730"/>
              <a:ext cx="285610" cy="247511"/>
            </a:xfrm>
            <a:custGeom>
              <a:avLst/>
              <a:gdLst/>
              <a:ahLst/>
              <a:cxnLst/>
              <a:rect l="l" t="t" r="r" b="b"/>
              <a:pathLst>
                <a:path w="10690" h="9264" extrusionOk="0">
                  <a:moveTo>
                    <a:pt x="3822" y="1"/>
                  </a:moveTo>
                  <a:lnTo>
                    <a:pt x="3822" y="2084"/>
                  </a:lnTo>
                  <a:cubicBezTo>
                    <a:pt x="3822" y="2287"/>
                    <a:pt x="3774" y="2477"/>
                    <a:pt x="3667" y="2644"/>
                  </a:cubicBezTo>
                  <a:lnTo>
                    <a:pt x="524" y="7394"/>
                  </a:lnTo>
                  <a:cubicBezTo>
                    <a:pt x="0" y="8204"/>
                    <a:pt x="572" y="9264"/>
                    <a:pt x="1536" y="9264"/>
                  </a:cubicBezTo>
                  <a:lnTo>
                    <a:pt x="9144" y="9264"/>
                  </a:lnTo>
                  <a:cubicBezTo>
                    <a:pt x="9150" y="9264"/>
                    <a:pt x="9155" y="9264"/>
                    <a:pt x="9160" y="9264"/>
                  </a:cubicBezTo>
                  <a:cubicBezTo>
                    <a:pt x="10115" y="9264"/>
                    <a:pt x="10689" y="8199"/>
                    <a:pt x="10156" y="7394"/>
                  </a:cubicBezTo>
                  <a:lnTo>
                    <a:pt x="7025" y="2632"/>
                  </a:lnTo>
                  <a:cubicBezTo>
                    <a:pt x="6918" y="2465"/>
                    <a:pt x="6858" y="2275"/>
                    <a:pt x="6858" y="2084"/>
                  </a:cubicBezTo>
                  <a:lnTo>
                    <a:pt x="6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47"/>
            <p:cNvSpPr/>
            <p:nvPr/>
          </p:nvSpPr>
          <p:spPr>
            <a:xfrm>
              <a:off x="2824050" y="2093268"/>
              <a:ext cx="118038" cy="36950"/>
            </a:xfrm>
            <a:custGeom>
              <a:avLst/>
              <a:gdLst/>
              <a:ahLst/>
              <a:cxnLst/>
              <a:rect l="l" t="t" r="r" b="b"/>
              <a:pathLst>
                <a:path w="4418" h="1383" extrusionOk="0">
                  <a:moveTo>
                    <a:pt x="382" y="1"/>
                  </a:moveTo>
                  <a:cubicBezTo>
                    <a:pt x="179" y="1"/>
                    <a:pt x="1" y="168"/>
                    <a:pt x="1" y="382"/>
                  </a:cubicBezTo>
                  <a:lnTo>
                    <a:pt x="1" y="1001"/>
                  </a:lnTo>
                  <a:cubicBezTo>
                    <a:pt x="1" y="1203"/>
                    <a:pt x="179" y="1382"/>
                    <a:pt x="382" y="1382"/>
                  </a:cubicBezTo>
                  <a:lnTo>
                    <a:pt x="4037" y="1382"/>
                  </a:lnTo>
                  <a:cubicBezTo>
                    <a:pt x="4239" y="1382"/>
                    <a:pt x="4418" y="1203"/>
                    <a:pt x="4418" y="1001"/>
                  </a:cubicBezTo>
                  <a:lnTo>
                    <a:pt x="4418" y="382"/>
                  </a:lnTo>
                  <a:cubicBezTo>
                    <a:pt x="4418" y="168"/>
                    <a:pt x="4239" y="1"/>
                    <a:pt x="40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47"/>
            <p:cNvSpPr/>
            <p:nvPr/>
          </p:nvSpPr>
          <p:spPr>
            <a:xfrm>
              <a:off x="2740718" y="2227524"/>
              <a:ext cx="285049" cy="131717"/>
            </a:xfrm>
            <a:custGeom>
              <a:avLst/>
              <a:gdLst/>
              <a:ahLst/>
              <a:cxnLst/>
              <a:rect l="l" t="t" r="r" b="b"/>
              <a:pathLst>
                <a:path w="10669" h="4930" extrusionOk="0">
                  <a:moveTo>
                    <a:pt x="2536" y="0"/>
                  </a:moveTo>
                  <a:lnTo>
                    <a:pt x="536" y="3048"/>
                  </a:lnTo>
                  <a:cubicBezTo>
                    <a:pt x="0" y="3858"/>
                    <a:pt x="572" y="4930"/>
                    <a:pt x="1536" y="4930"/>
                  </a:cubicBezTo>
                  <a:lnTo>
                    <a:pt x="9132" y="4930"/>
                  </a:lnTo>
                  <a:cubicBezTo>
                    <a:pt x="10097" y="4930"/>
                    <a:pt x="10668" y="3858"/>
                    <a:pt x="10144" y="3048"/>
                  </a:cubicBezTo>
                  <a:lnTo>
                    <a:pt x="8132" y="0"/>
                  </a:lnTo>
                  <a:cubicBezTo>
                    <a:pt x="7668" y="0"/>
                    <a:pt x="7692" y="238"/>
                    <a:pt x="7215" y="238"/>
                  </a:cubicBezTo>
                  <a:lnTo>
                    <a:pt x="7203" y="238"/>
                  </a:lnTo>
                  <a:cubicBezTo>
                    <a:pt x="6739" y="238"/>
                    <a:pt x="6739" y="0"/>
                    <a:pt x="6275" y="0"/>
                  </a:cubicBezTo>
                  <a:cubicBezTo>
                    <a:pt x="5799" y="0"/>
                    <a:pt x="5799" y="238"/>
                    <a:pt x="5334" y="238"/>
                  </a:cubicBezTo>
                  <a:cubicBezTo>
                    <a:pt x="4870" y="238"/>
                    <a:pt x="4858" y="0"/>
                    <a:pt x="4394" y="0"/>
                  </a:cubicBezTo>
                  <a:cubicBezTo>
                    <a:pt x="3929" y="0"/>
                    <a:pt x="3929" y="238"/>
                    <a:pt x="3453" y="238"/>
                  </a:cubicBezTo>
                  <a:cubicBezTo>
                    <a:pt x="2989" y="238"/>
                    <a:pt x="3012" y="0"/>
                    <a:pt x="25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47"/>
            <p:cNvSpPr/>
            <p:nvPr/>
          </p:nvSpPr>
          <p:spPr>
            <a:xfrm>
              <a:off x="2865729" y="2013837"/>
              <a:ext cx="34706" cy="51805"/>
            </a:xfrm>
            <a:custGeom>
              <a:avLst/>
              <a:gdLst/>
              <a:ahLst/>
              <a:cxnLst/>
              <a:rect l="l" t="t" r="r" b="b"/>
              <a:pathLst>
                <a:path w="1299" h="1939" extrusionOk="0">
                  <a:moveTo>
                    <a:pt x="654" y="0"/>
                  </a:moveTo>
                  <a:cubicBezTo>
                    <a:pt x="616" y="0"/>
                    <a:pt x="578" y="15"/>
                    <a:pt x="548" y="45"/>
                  </a:cubicBezTo>
                  <a:cubicBezTo>
                    <a:pt x="381" y="247"/>
                    <a:pt x="24" y="724"/>
                    <a:pt x="12" y="1259"/>
                  </a:cubicBezTo>
                  <a:cubicBezTo>
                    <a:pt x="0" y="1617"/>
                    <a:pt x="274" y="1926"/>
                    <a:pt x="631" y="1938"/>
                  </a:cubicBezTo>
                  <a:cubicBezTo>
                    <a:pt x="639" y="1938"/>
                    <a:pt x="646" y="1938"/>
                    <a:pt x="654" y="1938"/>
                  </a:cubicBezTo>
                  <a:cubicBezTo>
                    <a:pt x="1012" y="1938"/>
                    <a:pt x="1298" y="1657"/>
                    <a:pt x="1298" y="1295"/>
                  </a:cubicBezTo>
                  <a:cubicBezTo>
                    <a:pt x="1298" y="736"/>
                    <a:pt x="929" y="247"/>
                    <a:pt x="750" y="45"/>
                  </a:cubicBezTo>
                  <a:cubicBezTo>
                    <a:pt x="727" y="15"/>
                    <a:pt x="691" y="0"/>
                    <a:pt x="65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47"/>
            <p:cNvSpPr/>
            <p:nvPr/>
          </p:nvSpPr>
          <p:spPr>
            <a:xfrm>
              <a:off x="2734039" y="2087551"/>
              <a:ext cx="298728" cy="278049"/>
            </a:xfrm>
            <a:custGeom>
              <a:avLst/>
              <a:gdLst/>
              <a:ahLst/>
              <a:cxnLst/>
              <a:rect l="l" t="t" r="r" b="b"/>
              <a:pathLst>
                <a:path w="11181" h="10407" extrusionOk="0">
                  <a:moveTo>
                    <a:pt x="7418" y="453"/>
                  </a:moveTo>
                  <a:cubicBezTo>
                    <a:pt x="7501" y="453"/>
                    <a:pt x="7573" y="525"/>
                    <a:pt x="7573" y="608"/>
                  </a:cubicBezTo>
                  <a:lnTo>
                    <a:pt x="7573" y="1227"/>
                  </a:lnTo>
                  <a:cubicBezTo>
                    <a:pt x="7573" y="1310"/>
                    <a:pt x="7501" y="1370"/>
                    <a:pt x="7418" y="1370"/>
                  </a:cubicBezTo>
                  <a:lnTo>
                    <a:pt x="3763" y="1370"/>
                  </a:lnTo>
                  <a:cubicBezTo>
                    <a:pt x="3679" y="1370"/>
                    <a:pt x="3620" y="1310"/>
                    <a:pt x="3620" y="1227"/>
                  </a:cubicBezTo>
                  <a:lnTo>
                    <a:pt x="3620" y="608"/>
                  </a:lnTo>
                  <a:cubicBezTo>
                    <a:pt x="3620" y="525"/>
                    <a:pt x="3679" y="453"/>
                    <a:pt x="3763" y="453"/>
                  </a:cubicBezTo>
                  <a:close/>
                  <a:moveTo>
                    <a:pt x="6858" y="1834"/>
                  </a:moveTo>
                  <a:lnTo>
                    <a:pt x="6858" y="2989"/>
                  </a:lnTo>
                  <a:cubicBezTo>
                    <a:pt x="6858" y="3227"/>
                    <a:pt x="6930" y="3465"/>
                    <a:pt x="7061" y="3668"/>
                  </a:cubicBezTo>
                  <a:lnTo>
                    <a:pt x="8001" y="5073"/>
                  </a:lnTo>
                  <a:cubicBezTo>
                    <a:pt x="7775" y="5156"/>
                    <a:pt x="7727" y="5239"/>
                    <a:pt x="7453" y="5239"/>
                  </a:cubicBezTo>
                  <a:cubicBezTo>
                    <a:pt x="7072" y="5239"/>
                    <a:pt x="7037" y="5013"/>
                    <a:pt x="6513" y="5013"/>
                  </a:cubicBezTo>
                  <a:cubicBezTo>
                    <a:pt x="5989" y="5013"/>
                    <a:pt x="5953" y="5239"/>
                    <a:pt x="5572" y="5239"/>
                  </a:cubicBezTo>
                  <a:cubicBezTo>
                    <a:pt x="5191" y="5239"/>
                    <a:pt x="5156" y="5013"/>
                    <a:pt x="4632" y="5013"/>
                  </a:cubicBezTo>
                  <a:cubicBezTo>
                    <a:pt x="4120" y="5013"/>
                    <a:pt x="4072" y="5239"/>
                    <a:pt x="3691" y="5239"/>
                  </a:cubicBezTo>
                  <a:cubicBezTo>
                    <a:pt x="3417" y="5239"/>
                    <a:pt x="3382" y="5156"/>
                    <a:pt x="3155" y="5073"/>
                  </a:cubicBezTo>
                  <a:lnTo>
                    <a:pt x="4084" y="3668"/>
                  </a:lnTo>
                  <a:cubicBezTo>
                    <a:pt x="4215" y="3465"/>
                    <a:pt x="4286" y="3227"/>
                    <a:pt x="4286" y="2989"/>
                  </a:cubicBezTo>
                  <a:lnTo>
                    <a:pt x="4286" y="1834"/>
                  </a:lnTo>
                  <a:close/>
                  <a:moveTo>
                    <a:pt x="3763" y="1"/>
                  </a:moveTo>
                  <a:cubicBezTo>
                    <a:pt x="3429" y="1"/>
                    <a:pt x="3155" y="274"/>
                    <a:pt x="3155" y="608"/>
                  </a:cubicBezTo>
                  <a:lnTo>
                    <a:pt x="3155" y="1227"/>
                  </a:lnTo>
                  <a:cubicBezTo>
                    <a:pt x="3155" y="1560"/>
                    <a:pt x="3429" y="1834"/>
                    <a:pt x="3763" y="1834"/>
                  </a:cubicBezTo>
                  <a:lnTo>
                    <a:pt x="3858" y="1834"/>
                  </a:lnTo>
                  <a:lnTo>
                    <a:pt x="3858" y="3001"/>
                  </a:lnTo>
                  <a:cubicBezTo>
                    <a:pt x="3858" y="3156"/>
                    <a:pt x="3822" y="3299"/>
                    <a:pt x="3739" y="3430"/>
                  </a:cubicBezTo>
                  <a:lnTo>
                    <a:pt x="2631" y="5132"/>
                  </a:lnTo>
                  <a:lnTo>
                    <a:pt x="1858" y="6299"/>
                  </a:lnTo>
                  <a:cubicBezTo>
                    <a:pt x="1786" y="6406"/>
                    <a:pt x="1822" y="6549"/>
                    <a:pt x="1929" y="6620"/>
                  </a:cubicBezTo>
                  <a:cubicBezTo>
                    <a:pt x="1964" y="6646"/>
                    <a:pt x="2004" y="6658"/>
                    <a:pt x="2046" y="6658"/>
                  </a:cubicBezTo>
                  <a:cubicBezTo>
                    <a:pt x="2118" y="6658"/>
                    <a:pt x="2193" y="6622"/>
                    <a:pt x="2239" y="6561"/>
                  </a:cubicBezTo>
                  <a:lnTo>
                    <a:pt x="2929" y="5489"/>
                  </a:lnTo>
                  <a:cubicBezTo>
                    <a:pt x="3191" y="5525"/>
                    <a:pt x="3274" y="5716"/>
                    <a:pt x="3727" y="5716"/>
                  </a:cubicBezTo>
                  <a:cubicBezTo>
                    <a:pt x="4239" y="5716"/>
                    <a:pt x="4286" y="5489"/>
                    <a:pt x="4667" y="5489"/>
                  </a:cubicBezTo>
                  <a:cubicBezTo>
                    <a:pt x="5037" y="5489"/>
                    <a:pt x="5072" y="5716"/>
                    <a:pt x="5596" y="5716"/>
                  </a:cubicBezTo>
                  <a:cubicBezTo>
                    <a:pt x="6108" y="5716"/>
                    <a:pt x="6156" y="5489"/>
                    <a:pt x="6525" y="5489"/>
                  </a:cubicBezTo>
                  <a:cubicBezTo>
                    <a:pt x="6894" y="5489"/>
                    <a:pt x="6942" y="5716"/>
                    <a:pt x="7453" y="5716"/>
                  </a:cubicBezTo>
                  <a:cubicBezTo>
                    <a:pt x="7918" y="5716"/>
                    <a:pt x="8001" y="5525"/>
                    <a:pt x="8251" y="5489"/>
                  </a:cubicBezTo>
                  <a:lnTo>
                    <a:pt x="10180" y="8430"/>
                  </a:lnTo>
                  <a:cubicBezTo>
                    <a:pt x="10609" y="9085"/>
                    <a:pt x="10144" y="9942"/>
                    <a:pt x="9358" y="9954"/>
                  </a:cubicBezTo>
                  <a:lnTo>
                    <a:pt x="1822" y="9954"/>
                  </a:lnTo>
                  <a:cubicBezTo>
                    <a:pt x="1048" y="9942"/>
                    <a:pt x="584" y="9085"/>
                    <a:pt x="1012" y="8430"/>
                  </a:cubicBezTo>
                  <a:lnTo>
                    <a:pt x="1631" y="7478"/>
                  </a:lnTo>
                  <a:cubicBezTo>
                    <a:pt x="1703" y="7371"/>
                    <a:pt x="1679" y="7228"/>
                    <a:pt x="1572" y="7156"/>
                  </a:cubicBezTo>
                  <a:cubicBezTo>
                    <a:pt x="1534" y="7131"/>
                    <a:pt x="1491" y="7119"/>
                    <a:pt x="1449" y="7119"/>
                  </a:cubicBezTo>
                  <a:cubicBezTo>
                    <a:pt x="1372" y="7119"/>
                    <a:pt x="1296" y="7159"/>
                    <a:pt x="1250" y="7228"/>
                  </a:cubicBezTo>
                  <a:lnTo>
                    <a:pt x="631" y="8180"/>
                  </a:lnTo>
                  <a:cubicBezTo>
                    <a:pt x="0" y="9133"/>
                    <a:pt x="679" y="10407"/>
                    <a:pt x="1822" y="10407"/>
                  </a:cubicBezTo>
                  <a:lnTo>
                    <a:pt x="9358" y="10407"/>
                  </a:lnTo>
                  <a:cubicBezTo>
                    <a:pt x="10501" y="10407"/>
                    <a:pt x="11180" y="9133"/>
                    <a:pt x="10549" y="8180"/>
                  </a:cubicBezTo>
                  <a:lnTo>
                    <a:pt x="7453" y="3430"/>
                  </a:lnTo>
                  <a:cubicBezTo>
                    <a:pt x="7370" y="3299"/>
                    <a:pt x="7323" y="3156"/>
                    <a:pt x="7323" y="3001"/>
                  </a:cubicBezTo>
                  <a:lnTo>
                    <a:pt x="7323" y="1834"/>
                  </a:lnTo>
                  <a:lnTo>
                    <a:pt x="7418" y="1834"/>
                  </a:lnTo>
                  <a:cubicBezTo>
                    <a:pt x="7751" y="1834"/>
                    <a:pt x="8025" y="1560"/>
                    <a:pt x="8025" y="1227"/>
                  </a:cubicBezTo>
                  <a:lnTo>
                    <a:pt x="8025" y="608"/>
                  </a:lnTo>
                  <a:cubicBezTo>
                    <a:pt x="8025" y="274"/>
                    <a:pt x="7751" y="1"/>
                    <a:pt x="74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47"/>
            <p:cNvSpPr/>
            <p:nvPr/>
          </p:nvSpPr>
          <p:spPr>
            <a:xfrm>
              <a:off x="2860012" y="2007398"/>
              <a:ext cx="46462" cy="64282"/>
            </a:xfrm>
            <a:custGeom>
              <a:avLst/>
              <a:gdLst/>
              <a:ahLst/>
              <a:cxnLst/>
              <a:rect l="l" t="t" r="r" b="b"/>
              <a:pathLst>
                <a:path w="1739" h="2406" extrusionOk="0">
                  <a:moveTo>
                    <a:pt x="869" y="524"/>
                  </a:moveTo>
                  <a:cubicBezTo>
                    <a:pt x="1036" y="727"/>
                    <a:pt x="1286" y="1119"/>
                    <a:pt x="1286" y="1536"/>
                  </a:cubicBezTo>
                  <a:cubicBezTo>
                    <a:pt x="1286" y="1767"/>
                    <a:pt x="1095" y="1953"/>
                    <a:pt x="877" y="1953"/>
                  </a:cubicBezTo>
                  <a:cubicBezTo>
                    <a:pt x="871" y="1953"/>
                    <a:pt x="864" y="1953"/>
                    <a:pt x="857" y="1953"/>
                  </a:cubicBezTo>
                  <a:cubicBezTo>
                    <a:pt x="619" y="1941"/>
                    <a:pt x="441" y="1739"/>
                    <a:pt x="452" y="1512"/>
                  </a:cubicBezTo>
                  <a:cubicBezTo>
                    <a:pt x="488" y="1143"/>
                    <a:pt x="631" y="798"/>
                    <a:pt x="869" y="524"/>
                  </a:cubicBezTo>
                  <a:close/>
                  <a:moveTo>
                    <a:pt x="869" y="0"/>
                  </a:moveTo>
                  <a:cubicBezTo>
                    <a:pt x="774" y="0"/>
                    <a:pt x="667" y="36"/>
                    <a:pt x="607" y="119"/>
                  </a:cubicBezTo>
                  <a:cubicBezTo>
                    <a:pt x="381" y="369"/>
                    <a:pt x="12" y="881"/>
                    <a:pt x="12" y="1489"/>
                  </a:cubicBezTo>
                  <a:cubicBezTo>
                    <a:pt x="0" y="1965"/>
                    <a:pt x="357" y="2370"/>
                    <a:pt x="833" y="2405"/>
                  </a:cubicBezTo>
                  <a:cubicBezTo>
                    <a:pt x="841" y="2405"/>
                    <a:pt x="848" y="2406"/>
                    <a:pt x="856" y="2406"/>
                  </a:cubicBezTo>
                  <a:cubicBezTo>
                    <a:pt x="1345" y="2406"/>
                    <a:pt x="1738" y="2017"/>
                    <a:pt x="1738" y="1536"/>
                  </a:cubicBezTo>
                  <a:cubicBezTo>
                    <a:pt x="1738" y="905"/>
                    <a:pt x="1357" y="381"/>
                    <a:pt x="1143" y="119"/>
                  </a:cubicBezTo>
                  <a:cubicBezTo>
                    <a:pt x="1072" y="36"/>
                    <a:pt x="976" y="0"/>
                    <a:pt x="8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47"/>
            <p:cNvSpPr/>
            <p:nvPr/>
          </p:nvSpPr>
          <p:spPr>
            <a:xfrm>
              <a:off x="2876550" y="1946776"/>
              <a:ext cx="252080" cy="68049"/>
            </a:xfrm>
            <a:custGeom>
              <a:avLst/>
              <a:gdLst/>
              <a:ahLst/>
              <a:cxnLst/>
              <a:rect l="l" t="t" r="r" b="b"/>
              <a:pathLst>
                <a:path w="9435" h="2547" extrusionOk="0">
                  <a:moveTo>
                    <a:pt x="6370" y="519"/>
                  </a:moveTo>
                  <a:cubicBezTo>
                    <a:pt x="6406" y="519"/>
                    <a:pt x="6430" y="555"/>
                    <a:pt x="6430" y="579"/>
                  </a:cubicBezTo>
                  <a:lnTo>
                    <a:pt x="6430" y="602"/>
                  </a:lnTo>
                  <a:lnTo>
                    <a:pt x="6430" y="1948"/>
                  </a:lnTo>
                  <a:lnTo>
                    <a:pt x="6430" y="1972"/>
                  </a:lnTo>
                  <a:cubicBezTo>
                    <a:pt x="6430" y="1995"/>
                    <a:pt x="6406" y="2031"/>
                    <a:pt x="6370" y="2031"/>
                  </a:cubicBezTo>
                  <a:lnTo>
                    <a:pt x="6120" y="2031"/>
                  </a:lnTo>
                  <a:cubicBezTo>
                    <a:pt x="6084" y="2019"/>
                    <a:pt x="6060" y="1995"/>
                    <a:pt x="6060" y="1972"/>
                  </a:cubicBezTo>
                  <a:lnTo>
                    <a:pt x="6060" y="579"/>
                  </a:lnTo>
                  <a:cubicBezTo>
                    <a:pt x="6060" y="555"/>
                    <a:pt x="6084" y="519"/>
                    <a:pt x="6120" y="519"/>
                  </a:cubicBezTo>
                  <a:close/>
                  <a:moveTo>
                    <a:pt x="8134" y="444"/>
                  </a:moveTo>
                  <a:cubicBezTo>
                    <a:pt x="8563" y="444"/>
                    <a:pt x="8954" y="796"/>
                    <a:pt x="8954" y="1269"/>
                  </a:cubicBezTo>
                  <a:cubicBezTo>
                    <a:pt x="8954" y="1742"/>
                    <a:pt x="8563" y="2094"/>
                    <a:pt x="8134" y="2094"/>
                  </a:cubicBezTo>
                  <a:cubicBezTo>
                    <a:pt x="8023" y="2094"/>
                    <a:pt x="7909" y="2071"/>
                    <a:pt x="7799" y="2019"/>
                  </a:cubicBezTo>
                  <a:lnTo>
                    <a:pt x="7787" y="2031"/>
                  </a:lnTo>
                  <a:cubicBezTo>
                    <a:pt x="7501" y="1900"/>
                    <a:pt x="7192" y="1805"/>
                    <a:pt x="6882" y="1757"/>
                  </a:cubicBezTo>
                  <a:lnTo>
                    <a:pt x="6882" y="781"/>
                  </a:lnTo>
                  <a:cubicBezTo>
                    <a:pt x="7203" y="733"/>
                    <a:pt x="7501" y="650"/>
                    <a:pt x="7799" y="519"/>
                  </a:cubicBezTo>
                  <a:cubicBezTo>
                    <a:pt x="7909" y="468"/>
                    <a:pt x="8023" y="444"/>
                    <a:pt x="8134" y="444"/>
                  </a:cubicBezTo>
                  <a:close/>
                  <a:moveTo>
                    <a:pt x="8120" y="0"/>
                  </a:moveTo>
                  <a:cubicBezTo>
                    <a:pt x="7955" y="0"/>
                    <a:pt x="7786" y="33"/>
                    <a:pt x="7620" y="102"/>
                  </a:cubicBezTo>
                  <a:cubicBezTo>
                    <a:pt x="7370" y="221"/>
                    <a:pt x="7108" y="293"/>
                    <a:pt x="6834" y="340"/>
                  </a:cubicBezTo>
                  <a:cubicBezTo>
                    <a:pt x="6751" y="174"/>
                    <a:pt x="6572" y="67"/>
                    <a:pt x="6382" y="67"/>
                  </a:cubicBezTo>
                  <a:lnTo>
                    <a:pt x="6025" y="67"/>
                  </a:lnTo>
                  <a:cubicBezTo>
                    <a:pt x="5775" y="67"/>
                    <a:pt x="5560" y="245"/>
                    <a:pt x="5525" y="495"/>
                  </a:cubicBezTo>
                  <a:lnTo>
                    <a:pt x="1417" y="495"/>
                  </a:lnTo>
                  <a:cubicBezTo>
                    <a:pt x="965" y="495"/>
                    <a:pt x="738" y="710"/>
                    <a:pt x="167" y="948"/>
                  </a:cubicBezTo>
                  <a:cubicBezTo>
                    <a:pt x="60" y="995"/>
                    <a:pt x="0" y="1091"/>
                    <a:pt x="0" y="1210"/>
                  </a:cubicBezTo>
                  <a:lnTo>
                    <a:pt x="0" y="1329"/>
                  </a:lnTo>
                  <a:cubicBezTo>
                    <a:pt x="0" y="1436"/>
                    <a:pt x="60" y="1543"/>
                    <a:pt x="167" y="1591"/>
                  </a:cubicBezTo>
                  <a:cubicBezTo>
                    <a:pt x="738" y="1841"/>
                    <a:pt x="976" y="2055"/>
                    <a:pt x="1429" y="2055"/>
                  </a:cubicBezTo>
                  <a:lnTo>
                    <a:pt x="3703" y="2055"/>
                  </a:lnTo>
                  <a:cubicBezTo>
                    <a:pt x="3822" y="2055"/>
                    <a:pt x="3929" y="1972"/>
                    <a:pt x="3941" y="1853"/>
                  </a:cubicBezTo>
                  <a:cubicBezTo>
                    <a:pt x="3953" y="1710"/>
                    <a:pt x="3846" y="1591"/>
                    <a:pt x="3715" y="1591"/>
                  </a:cubicBezTo>
                  <a:lnTo>
                    <a:pt x="1441" y="1591"/>
                  </a:lnTo>
                  <a:cubicBezTo>
                    <a:pt x="1143" y="1591"/>
                    <a:pt x="1000" y="1460"/>
                    <a:pt x="572" y="1269"/>
                  </a:cubicBezTo>
                  <a:cubicBezTo>
                    <a:pt x="988" y="1091"/>
                    <a:pt x="1143" y="948"/>
                    <a:pt x="1441" y="948"/>
                  </a:cubicBezTo>
                  <a:lnTo>
                    <a:pt x="5608" y="948"/>
                  </a:lnTo>
                  <a:lnTo>
                    <a:pt x="5608" y="1591"/>
                  </a:lnTo>
                  <a:lnTo>
                    <a:pt x="4810" y="1591"/>
                  </a:lnTo>
                  <a:cubicBezTo>
                    <a:pt x="4691" y="1591"/>
                    <a:pt x="4584" y="1674"/>
                    <a:pt x="4572" y="1793"/>
                  </a:cubicBezTo>
                  <a:cubicBezTo>
                    <a:pt x="4560" y="1936"/>
                    <a:pt x="4667" y="2055"/>
                    <a:pt x="4798" y="2055"/>
                  </a:cubicBezTo>
                  <a:lnTo>
                    <a:pt x="5608" y="2055"/>
                  </a:lnTo>
                  <a:cubicBezTo>
                    <a:pt x="5644" y="2293"/>
                    <a:pt x="5858" y="2484"/>
                    <a:pt x="6108" y="2484"/>
                  </a:cubicBezTo>
                  <a:lnTo>
                    <a:pt x="6382" y="2484"/>
                  </a:lnTo>
                  <a:cubicBezTo>
                    <a:pt x="6572" y="2484"/>
                    <a:pt x="6751" y="2376"/>
                    <a:pt x="6846" y="2210"/>
                  </a:cubicBezTo>
                  <a:cubicBezTo>
                    <a:pt x="7108" y="2245"/>
                    <a:pt x="7370" y="2329"/>
                    <a:pt x="7608" y="2436"/>
                  </a:cubicBezTo>
                  <a:cubicBezTo>
                    <a:pt x="7780" y="2511"/>
                    <a:pt x="7956" y="2546"/>
                    <a:pt x="8128" y="2546"/>
                  </a:cubicBezTo>
                  <a:cubicBezTo>
                    <a:pt x="8820" y="2546"/>
                    <a:pt x="9435" y="1976"/>
                    <a:pt x="9406" y="1222"/>
                  </a:cubicBezTo>
                  <a:cubicBezTo>
                    <a:pt x="9368" y="508"/>
                    <a:pt x="8776" y="0"/>
                    <a:pt x="81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44" name="Google Shape;2144;p47"/>
          <p:cNvGrpSpPr/>
          <p:nvPr/>
        </p:nvGrpSpPr>
        <p:grpSpPr>
          <a:xfrm>
            <a:off x="4923453" y="3350789"/>
            <a:ext cx="423616" cy="505691"/>
            <a:chOff x="6030551" y="3893119"/>
            <a:chExt cx="351228" cy="419278"/>
          </a:xfrm>
        </p:grpSpPr>
        <p:sp>
          <p:nvSpPr>
            <p:cNvPr id="2145" name="Google Shape;2145;p47"/>
            <p:cNvSpPr/>
            <p:nvPr/>
          </p:nvSpPr>
          <p:spPr>
            <a:xfrm>
              <a:off x="6148001" y="3900039"/>
              <a:ext cx="111946" cy="117797"/>
            </a:xfrm>
            <a:custGeom>
              <a:avLst/>
              <a:gdLst/>
              <a:ahLst/>
              <a:cxnLst/>
              <a:rect l="l" t="t" r="r" b="b"/>
              <a:pathLst>
                <a:path w="4190" h="4409" extrusionOk="0">
                  <a:moveTo>
                    <a:pt x="2189" y="0"/>
                  </a:moveTo>
                  <a:cubicBezTo>
                    <a:pt x="2132" y="0"/>
                    <a:pt x="2076" y="21"/>
                    <a:pt x="2034" y="63"/>
                  </a:cubicBezTo>
                  <a:lnTo>
                    <a:pt x="2046" y="63"/>
                  </a:lnTo>
                  <a:cubicBezTo>
                    <a:pt x="1724" y="420"/>
                    <a:pt x="998" y="1265"/>
                    <a:pt x="558" y="2087"/>
                  </a:cubicBezTo>
                  <a:cubicBezTo>
                    <a:pt x="1" y="3142"/>
                    <a:pt x="777" y="4409"/>
                    <a:pt x="1958" y="4409"/>
                  </a:cubicBezTo>
                  <a:cubicBezTo>
                    <a:pt x="1963" y="4409"/>
                    <a:pt x="1969" y="4409"/>
                    <a:pt x="1974" y="4409"/>
                  </a:cubicBezTo>
                  <a:lnTo>
                    <a:pt x="2439" y="4409"/>
                  </a:lnTo>
                  <a:cubicBezTo>
                    <a:pt x="2784" y="4409"/>
                    <a:pt x="3129" y="4290"/>
                    <a:pt x="3403" y="4063"/>
                  </a:cubicBezTo>
                  <a:cubicBezTo>
                    <a:pt x="4010" y="3599"/>
                    <a:pt x="4189" y="2766"/>
                    <a:pt x="3832" y="2087"/>
                  </a:cubicBezTo>
                  <a:cubicBezTo>
                    <a:pt x="3403" y="1265"/>
                    <a:pt x="2665" y="420"/>
                    <a:pt x="2344" y="63"/>
                  </a:cubicBezTo>
                  <a:cubicBezTo>
                    <a:pt x="2302" y="21"/>
                    <a:pt x="2245" y="0"/>
                    <a:pt x="218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47"/>
            <p:cNvSpPr/>
            <p:nvPr/>
          </p:nvSpPr>
          <p:spPr>
            <a:xfrm>
              <a:off x="6169882" y="3956493"/>
              <a:ext cx="73820" cy="61023"/>
            </a:xfrm>
            <a:custGeom>
              <a:avLst/>
              <a:gdLst/>
              <a:ahLst/>
              <a:cxnLst/>
              <a:rect l="l" t="t" r="r" b="b"/>
              <a:pathLst>
                <a:path w="2763" h="2284" extrusionOk="0">
                  <a:moveTo>
                    <a:pt x="1382" y="1"/>
                  </a:moveTo>
                  <a:cubicBezTo>
                    <a:pt x="1316" y="1"/>
                    <a:pt x="1251" y="27"/>
                    <a:pt x="1203" y="81"/>
                  </a:cubicBezTo>
                  <a:cubicBezTo>
                    <a:pt x="763" y="557"/>
                    <a:pt x="382" y="1093"/>
                    <a:pt x="60" y="1653"/>
                  </a:cubicBezTo>
                  <a:cubicBezTo>
                    <a:pt x="36" y="1700"/>
                    <a:pt x="12" y="1748"/>
                    <a:pt x="1" y="1807"/>
                  </a:cubicBezTo>
                  <a:cubicBezTo>
                    <a:pt x="48" y="1855"/>
                    <a:pt x="108" y="1903"/>
                    <a:pt x="167" y="1950"/>
                  </a:cubicBezTo>
                  <a:cubicBezTo>
                    <a:pt x="453" y="2165"/>
                    <a:pt x="786" y="2284"/>
                    <a:pt x="1144" y="2284"/>
                  </a:cubicBezTo>
                  <a:lnTo>
                    <a:pt x="1620" y="2284"/>
                  </a:lnTo>
                  <a:cubicBezTo>
                    <a:pt x="1977" y="2284"/>
                    <a:pt x="2310" y="2165"/>
                    <a:pt x="2596" y="1950"/>
                  </a:cubicBezTo>
                  <a:cubicBezTo>
                    <a:pt x="2656" y="1903"/>
                    <a:pt x="2715" y="1855"/>
                    <a:pt x="2763" y="1807"/>
                  </a:cubicBezTo>
                  <a:cubicBezTo>
                    <a:pt x="2739" y="1748"/>
                    <a:pt x="2715" y="1700"/>
                    <a:pt x="2691" y="1641"/>
                  </a:cubicBezTo>
                  <a:cubicBezTo>
                    <a:pt x="2370" y="1081"/>
                    <a:pt x="1989" y="557"/>
                    <a:pt x="1560" y="81"/>
                  </a:cubicBezTo>
                  <a:cubicBezTo>
                    <a:pt x="1513" y="27"/>
                    <a:pt x="1447" y="1"/>
                    <a:pt x="1382" y="1"/>
                  </a:cubicBezTo>
                  <a:close/>
                </a:path>
              </a:pathLst>
            </a:custGeom>
            <a:solidFill>
              <a:srgbClr val="F1CE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47"/>
            <p:cNvSpPr/>
            <p:nvPr/>
          </p:nvSpPr>
          <p:spPr>
            <a:xfrm>
              <a:off x="6154627" y="4007951"/>
              <a:ext cx="103397" cy="82744"/>
            </a:xfrm>
            <a:custGeom>
              <a:avLst/>
              <a:gdLst/>
              <a:ahLst/>
              <a:cxnLst/>
              <a:rect l="l" t="t" r="r" b="b"/>
              <a:pathLst>
                <a:path w="3870" h="3097" extrusionOk="0">
                  <a:moveTo>
                    <a:pt x="453" y="1"/>
                  </a:moveTo>
                  <a:cubicBezTo>
                    <a:pt x="202" y="1"/>
                    <a:pt x="0" y="203"/>
                    <a:pt x="0" y="453"/>
                  </a:cubicBezTo>
                  <a:lnTo>
                    <a:pt x="0" y="3096"/>
                  </a:lnTo>
                  <a:lnTo>
                    <a:pt x="3870" y="3096"/>
                  </a:lnTo>
                  <a:lnTo>
                    <a:pt x="3870" y="453"/>
                  </a:lnTo>
                  <a:cubicBezTo>
                    <a:pt x="3870" y="203"/>
                    <a:pt x="3679" y="1"/>
                    <a:pt x="34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47"/>
            <p:cNvSpPr/>
            <p:nvPr/>
          </p:nvSpPr>
          <p:spPr>
            <a:xfrm>
              <a:off x="6037551" y="4065848"/>
              <a:ext cx="337549" cy="240832"/>
            </a:xfrm>
            <a:custGeom>
              <a:avLst/>
              <a:gdLst/>
              <a:ahLst/>
              <a:cxnLst/>
              <a:rect l="l" t="t" r="r" b="b"/>
              <a:pathLst>
                <a:path w="12634" h="9014" extrusionOk="0">
                  <a:moveTo>
                    <a:pt x="4406" y="0"/>
                  </a:moveTo>
                  <a:lnTo>
                    <a:pt x="667" y="2406"/>
                  </a:lnTo>
                  <a:cubicBezTo>
                    <a:pt x="215" y="2691"/>
                    <a:pt x="1" y="3227"/>
                    <a:pt x="120" y="3751"/>
                  </a:cubicBezTo>
                  <a:lnTo>
                    <a:pt x="1084" y="8013"/>
                  </a:lnTo>
                  <a:cubicBezTo>
                    <a:pt x="1215" y="8597"/>
                    <a:pt x="1727" y="9013"/>
                    <a:pt x="2322" y="9013"/>
                  </a:cubicBezTo>
                  <a:lnTo>
                    <a:pt x="10311" y="9013"/>
                  </a:lnTo>
                  <a:cubicBezTo>
                    <a:pt x="10907" y="9013"/>
                    <a:pt x="11419" y="8597"/>
                    <a:pt x="11550" y="8013"/>
                  </a:cubicBezTo>
                  <a:lnTo>
                    <a:pt x="12514" y="3751"/>
                  </a:lnTo>
                  <a:cubicBezTo>
                    <a:pt x="12633" y="3227"/>
                    <a:pt x="12407" y="2691"/>
                    <a:pt x="11966" y="2406"/>
                  </a:cubicBezTo>
                  <a:lnTo>
                    <a:pt x="82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47"/>
            <p:cNvSpPr/>
            <p:nvPr/>
          </p:nvSpPr>
          <p:spPr>
            <a:xfrm>
              <a:off x="6129485" y="4037207"/>
              <a:ext cx="153973" cy="28668"/>
            </a:xfrm>
            <a:custGeom>
              <a:avLst/>
              <a:gdLst/>
              <a:ahLst/>
              <a:cxnLst/>
              <a:rect l="l" t="t" r="r" b="b"/>
              <a:pathLst>
                <a:path w="5763" h="1073" extrusionOk="0">
                  <a:moveTo>
                    <a:pt x="572" y="1"/>
                  </a:moveTo>
                  <a:cubicBezTo>
                    <a:pt x="251" y="1"/>
                    <a:pt x="0" y="299"/>
                    <a:pt x="48" y="620"/>
                  </a:cubicBezTo>
                  <a:cubicBezTo>
                    <a:pt x="96" y="882"/>
                    <a:pt x="322" y="1072"/>
                    <a:pt x="584" y="1072"/>
                  </a:cubicBezTo>
                  <a:lnTo>
                    <a:pt x="5168" y="1072"/>
                  </a:lnTo>
                  <a:cubicBezTo>
                    <a:pt x="5174" y="1073"/>
                    <a:pt x="5181" y="1073"/>
                    <a:pt x="5187" y="1073"/>
                  </a:cubicBezTo>
                  <a:cubicBezTo>
                    <a:pt x="5511" y="1073"/>
                    <a:pt x="5762" y="780"/>
                    <a:pt x="5715" y="465"/>
                  </a:cubicBezTo>
                  <a:cubicBezTo>
                    <a:pt x="5656" y="203"/>
                    <a:pt x="5430" y="13"/>
                    <a:pt x="51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47"/>
            <p:cNvSpPr/>
            <p:nvPr/>
          </p:nvSpPr>
          <p:spPr>
            <a:xfrm>
              <a:off x="6045192" y="4186104"/>
              <a:ext cx="322266" cy="120255"/>
            </a:xfrm>
            <a:custGeom>
              <a:avLst/>
              <a:gdLst/>
              <a:ahLst/>
              <a:cxnLst/>
              <a:rect l="l" t="t" r="r" b="b"/>
              <a:pathLst>
                <a:path w="12062" h="4501" extrusionOk="0">
                  <a:moveTo>
                    <a:pt x="0" y="0"/>
                  </a:moveTo>
                  <a:lnTo>
                    <a:pt x="798" y="3512"/>
                  </a:lnTo>
                  <a:cubicBezTo>
                    <a:pt x="929" y="4096"/>
                    <a:pt x="1441" y="4501"/>
                    <a:pt x="2036" y="4501"/>
                  </a:cubicBezTo>
                  <a:lnTo>
                    <a:pt x="10025" y="4501"/>
                  </a:lnTo>
                  <a:cubicBezTo>
                    <a:pt x="10621" y="4501"/>
                    <a:pt x="11133" y="4096"/>
                    <a:pt x="11264" y="3512"/>
                  </a:cubicBezTo>
                  <a:lnTo>
                    <a:pt x="1206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47"/>
            <p:cNvSpPr/>
            <p:nvPr/>
          </p:nvSpPr>
          <p:spPr>
            <a:xfrm>
              <a:off x="6030551" y="3893119"/>
              <a:ext cx="351228" cy="419278"/>
            </a:xfrm>
            <a:custGeom>
              <a:avLst/>
              <a:gdLst/>
              <a:ahLst/>
              <a:cxnLst/>
              <a:rect l="l" t="t" r="r" b="b"/>
              <a:pathLst>
                <a:path w="13146" h="15693" extrusionOk="0">
                  <a:moveTo>
                    <a:pt x="6597" y="477"/>
                  </a:moveTo>
                  <a:cubicBezTo>
                    <a:pt x="6894" y="822"/>
                    <a:pt x="7621" y="1643"/>
                    <a:pt x="8037" y="2441"/>
                  </a:cubicBezTo>
                  <a:cubicBezTo>
                    <a:pt x="8240" y="2834"/>
                    <a:pt x="8240" y="3322"/>
                    <a:pt x="8014" y="3715"/>
                  </a:cubicBezTo>
                  <a:cubicBezTo>
                    <a:pt x="7704" y="3203"/>
                    <a:pt x="7347" y="2727"/>
                    <a:pt x="6942" y="2286"/>
                  </a:cubicBezTo>
                  <a:cubicBezTo>
                    <a:pt x="6853" y="2179"/>
                    <a:pt x="6725" y="2126"/>
                    <a:pt x="6597" y="2126"/>
                  </a:cubicBezTo>
                  <a:cubicBezTo>
                    <a:pt x="6469" y="2126"/>
                    <a:pt x="6341" y="2179"/>
                    <a:pt x="6251" y="2286"/>
                  </a:cubicBezTo>
                  <a:cubicBezTo>
                    <a:pt x="5847" y="2727"/>
                    <a:pt x="5489" y="3203"/>
                    <a:pt x="5180" y="3715"/>
                  </a:cubicBezTo>
                  <a:cubicBezTo>
                    <a:pt x="4954" y="3322"/>
                    <a:pt x="4954" y="2834"/>
                    <a:pt x="5156" y="2441"/>
                  </a:cubicBezTo>
                  <a:cubicBezTo>
                    <a:pt x="5573" y="1643"/>
                    <a:pt x="6287" y="822"/>
                    <a:pt x="6597" y="477"/>
                  </a:cubicBezTo>
                  <a:close/>
                  <a:moveTo>
                    <a:pt x="6597" y="2608"/>
                  </a:moveTo>
                  <a:cubicBezTo>
                    <a:pt x="7013" y="3060"/>
                    <a:pt x="7371" y="3548"/>
                    <a:pt x="7680" y="4084"/>
                  </a:cubicBezTo>
                  <a:lnTo>
                    <a:pt x="5513" y="4084"/>
                  </a:lnTo>
                  <a:cubicBezTo>
                    <a:pt x="5823" y="3548"/>
                    <a:pt x="6180" y="3060"/>
                    <a:pt x="6597" y="2608"/>
                  </a:cubicBezTo>
                  <a:close/>
                  <a:moveTo>
                    <a:pt x="8061" y="4513"/>
                  </a:moveTo>
                  <a:cubicBezTo>
                    <a:pt x="8180" y="4513"/>
                    <a:pt x="8275" y="4608"/>
                    <a:pt x="8275" y="4727"/>
                  </a:cubicBezTo>
                  <a:lnTo>
                    <a:pt x="8275" y="5168"/>
                  </a:lnTo>
                  <a:lnTo>
                    <a:pt x="4882" y="5168"/>
                  </a:lnTo>
                  <a:lnTo>
                    <a:pt x="4882" y="4739"/>
                  </a:lnTo>
                  <a:cubicBezTo>
                    <a:pt x="4870" y="4620"/>
                    <a:pt x="4966" y="4513"/>
                    <a:pt x="5085" y="4513"/>
                  </a:cubicBezTo>
                  <a:close/>
                  <a:moveTo>
                    <a:pt x="8871" y="5608"/>
                  </a:moveTo>
                  <a:cubicBezTo>
                    <a:pt x="9014" y="5608"/>
                    <a:pt x="9133" y="5715"/>
                    <a:pt x="9168" y="5846"/>
                  </a:cubicBezTo>
                  <a:cubicBezTo>
                    <a:pt x="9216" y="6037"/>
                    <a:pt x="9073" y="6215"/>
                    <a:pt x="8883" y="6227"/>
                  </a:cubicBezTo>
                  <a:lnTo>
                    <a:pt x="4287" y="6227"/>
                  </a:lnTo>
                  <a:cubicBezTo>
                    <a:pt x="4144" y="6227"/>
                    <a:pt x="4013" y="6132"/>
                    <a:pt x="3977" y="5989"/>
                  </a:cubicBezTo>
                  <a:cubicBezTo>
                    <a:pt x="3930" y="5799"/>
                    <a:pt x="4084" y="5608"/>
                    <a:pt x="4275" y="5608"/>
                  </a:cubicBezTo>
                  <a:close/>
                  <a:moveTo>
                    <a:pt x="6579" y="0"/>
                  </a:moveTo>
                  <a:cubicBezTo>
                    <a:pt x="6460" y="0"/>
                    <a:pt x="6341" y="48"/>
                    <a:pt x="6251" y="143"/>
                  </a:cubicBezTo>
                  <a:cubicBezTo>
                    <a:pt x="5954" y="489"/>
                    <a:pt x="5192" y="1370"/>
                    <a:pt x="4739" y="2215"/>
                  </a:cubicBezTo>
                  <a:cubicBezTo>
                    <a:pt x="4430" y="2822"/>
                    <a:pt x="4477" y="3548"/>
                    <a:pt x="4858" y="4096"/>
                  </a:cubicBezTo>
                  <a:cubicBezTo>
                    <a:pt x="4585" y="4191"/>
                    <a:pt x="4406" y="4453"/>
                    <a:pt x="4406" y="4739"/>
                  </a:cubicBezTo>
                  <a:lnTo>
                    <a:pt x="4406" y="5168"/>
                  </a:lnTo>
                  <a:lnTo>
                    <a:pt x="4299" y="5168"/>
                  </a:lnTo>
                  <a:cubicBezTo>
                    <a:pt x="4291" y="5167"/>
                    <a:pt x="4283" y="5167"/>
                    <a:pt x="4275" y="5167"/>
                  </a:cubicBezTo>
                  <a:cubicBezTo>
                    <a:pt x="3881" y="5167"/>
                    <a:pt x="3560" y="5461"/>
                    <a:pt x="3513" y="5858"/>
                  </a:cubicBezTo>
                  <a:cubicBezTo>
                    <a:pt x="3489" y="6180"/>
                    <a:pt x="3668" y="6489"/>
                    <a:pt x="3965" y="6632"/>
                  </a:cubicBezTo>
                  <a:lnTo>
                    <a:pt x="2799" y="7370"/>
                  </a:lnTo>
                  <a:cubicBezTo>
                    <a:pt x="2589" y="7510"/>
                    <a:pt x="2722" y="7799"/>
                    <a:pt x="2924" y="7799"/>
                  </a:cubicBezTo>
                  <a:cubicBezTo>
                    <a:pt x="2964" y="7799"/>
                    <a:pt x="3006" y="7788"/>
                    <a:pt x="3049" y="7763"/>
                  </a:cubicBezTo>
                  <a:lnTo>
                    <a:pt x="4716" y="6692"/>
                  </a:lnTo>
                  <a:lnTo>
                    <a:pt x="8430" y="6692"/>
                  </a:lnTo>
                  <a:lnTo>
                    <a:pt x="12097" y="9049"/>
                  </a:lnTo>
                  <a:cubicBezTo>
                    <a:pt x="12466" y="9287"/>
                    <a:pt x="12645" y="9728"/>
                    <a:pt x="12550" y="10156"/>
                  </a:cubicBezTo>
                  <a:lnTo>
                    <a:pt x="12419" y="10728"/>
                  </a:lnTo>
                  <a:lnTo>
                    <a:pt x="727" y="10728"/>
                  </a:lnTo>
                  <a:lnTo>
                    <a:pt x="596" y="10156"/>
                  </a:lnTo>
                  <a:cubicBezTo>
                    <a:pt x="489" y="9728"/>
                    <a:pt x="667" y="9287"/>
                    <a:pt x="1036" y="9049"/>
                  </a:cubicBezTo>
                  <a:lnTo>
                    <a:pt x="2144" y="8335"/>
                  </a:lnTo>
                  <a:cubicBezTo>
                    <a:pt x="2335" y="8194"/>
                    <a:pt x="2203" y="7925"/>
                    <a:pt x="2006" y="7925"/>
                  </a:cubicBezTo>
                  <a:cubicBezTo>
                    <a:pt x="1970" y="7925"/>
                    <a:pt x="1932" y="7934"/>
                    <a:pt x="1894" y="7954"/>
                  </a:cubicBezTo>
                  <a:lnTo>
                    <a:pt x="786" y="8668"/>
                  </a:lnTo>
                  <a:cubicBezTo>
                    <a:pt x="263" y="9001"/>
                    <a:pt x="1" y="9644"/>
                    <a:pt x="144" y="10252"/>
                  </a:cubicBezTo>
                  <a:cubicBezTo>
                    <a:pt x="298" y="10954"/>
                    <a:pt x="977" y="13990"/>
                    <a:pt x="1096" y="14514"/>
                  </a:cubicBezTo>
                  <a:cubicBezTo>
                    <a:pt x="1251" y="15205"/>
                    <a:pt x="1858" y="15693"/>
                    <a:pt x="2560" y="15693"/>
                  </a:cubicBezTo>
                  <a:lnTo>
                    <a:pt x="10561" y="15693"/>
                  </a:lnTo>
                  <a:cubicBezTo>
                    <a:pt x="11264" y="15693"/>
                    <a:pt x="11871" y="15205"/>
                    <a:pt x="12026" y="14514"/>
                  </a:cubicBezTo>
                  <a:lnTo>
                    <a:pt x="12240" y="13573"/>
                  </a:lnTo>
                  <a:cubicBezTo>
                    <a:pt x="12264" y="13466"/>
                    <a:pt x="12205" y="13347"/>
                    <a:pt x="12085" y="13300"/>
                  </a:cubicBezTo>
                  <a:cubicBezTo>
                    <a:pt x="12065" y="13293"/>
                    <a:pt x="12043" y="13290"/>
                    <a:pt x="12022" y="13290"/>
                  </a:cubicBezTo>
                  <a:cubicBezTo>
                    <a:pt x="11920" y="13290"/>
                    <a:pt x="11817" y="13358"/>
                    <a:pt x="11788" y="13466"/>
                  </a:cubicBezTo>
                  <a:lnTo>
                    <a:pt x="11574" y="14419"/>
                  </a:lnTo>
                  <a:cubicBezTo>
                    <a:pt x="11466" y="14895"/>
                    <a:pt x="11050" y="15228"/>
                    <a:pt x="10561" y="15228"/>
                  </a:cubicBezTo>
                  <a:lnTo>
                    <a:pt x="2560" y="15228"/>
                  </a:lnTo>
                  <a:cubicBezTo>
                    <a:pt x="2072" y="15228"/>
                    <a:pt x="1656" y="14895"/>
                    <a:pt x="1548" y="14419"/>
                  </a:cubicBezTo>
                  <a:lnTo>
                    <a:pt x="834" y="11192"/>
                  </a:lnTo>
                  <a:lnTo>
                    <a:pt x="12324" y="11192"/>
                  </a:lnTo>
                  <a:lnTo>
                    <a:pt x="12050" y="12419"/>
                  </a:lnTo>
                  <a:cubicBezTo>
                    <a:pt x="12014" y="12526"/>
                    <a:pt x="12085" y="12645"/>
                    <a:pt x="12193" y="12692"/>
                  </a:cubicBezTo>
                  <a:cubicBezTo>
                    <a:pt x="12215" y="12699"/>
                    <a:pt x="12238" y="12702"/>
                    <a:pt x="12260" y="12702"/>
                  </a:cubicBezTo>
                  <a:cubicBezTo>
                    <a:pt x="12366" y="12702"/>
                    <a:pt x="12461" y="12634"/>
                    <a:pt x="12490" y="12526"/>
                  </a:cubicBezTo>
                  <a:cubicBezTo>
                    <a:pt x="12597" y="12049"/>
                    <a:pt x="12895" y="10704"/>
                    <a:pt x="13002" y="10252"/>
                  </a:cubicBezTo>
                  <a:cubicBezTo>
                    <a:pt x="13145" y="9633"/>
                    <a:pt x="12883" y="9001"/>
                    <a:pt x="12347" y="8656"/>
                  </a:cubicBezTo>
                  <a:lnTo>
                    <a:pt x="9180" y="6620"/>
                  </a:lnTo>
                  <a:cubicBezTo>
                    <a:pt x="9935" y="6290"/>
                    <a:pt x="9697" y="5155"/>
                    <a:pt x="8884" y="5155"/>
                  </a:cubicBezTo>
                  <a:cubicBezTo>
                    <a:pt x="8876" y="5155"/>
                    <a:pt x="8867" y="5156"/>
                    <a:pt x="8859" y="5156"/>
                  </a:cubicBezTo>
                  <a:lnTo>
                    <a:pt x="8728" y="5156"/>
                  </a:lnTo>
                  <a:lnTo>
                    <a:pt x="8728" y="4739"/>
                  </a:lnTo>
                  <a:cubicBezTo>
                    <a:pt x="8716" y="4465"/>
                    <a:pt x="8549" y="4215"/>
                    <a:pt x="8287" y="4108"/>
                  </a:cubicBezTo>
                  <a:cubicBezTo>
                    <a:pt x="8680" y="3548"/>
                    <a:pt x="8728" y="2822"/>
                    <a:pt x="8418" y="2215"/>
                  </a:cubicBezTo>
                  <a:cubicBezTo>
                    <a:pt x="7966" y="1370"/>
                    <a:pt x="7216" y="489"/>
                    <a:pt x="6906" y="143"/>
                  </a:cubicBezTo>
                  <a:cubicBezTo>
                    <a:pt x="6817" y="48"/>
                    <a:pt x="6698" y="0"/>
                    <a:pt x="65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52" name="Google Shape;2152;p47"/>
          <p:cNvGrpSpPr/>
          <p:nvPr/>
        </p:nvGrpSpPr>
        <p:grpSpPr>
          <a:xfrm rot="-1184474">
            <a:off x="8096963" y="334624"/>
            <a:ext cx="667285" cy="627559"/>
            <a:chOff x="2811050" y="2858075"/>
            <a:chExt cx="694150" cy="652825"/>
          </a:xfrm>
        </p:grpSpPr>
        <p:sp>
          <p:nvSpPr>
            <p:cNvPr id="2153" name="Google Shape;2153;p47"/>
            <p:cNvSpPr/>
            <p:nvPr/>
          </p:nvSpPr>
          <p:spPr>
            <a:xfrm>
              <a:off x="2883075" y="2983225"/>
              <a:ext cx="611125" cy="470125"/>
            </a:xfrm>
            <a:custGeom>
              <a:avLst/>
              <a:gdLst/>
              <a:ahLst/>
              <a:cxnLst/>
              <a:rect l="l" t="t" r="r" b="b"/>
              <a:pathLst>
                <a:path w="24445" h="18805" extrusionOk="0">
                  <a:moveTo>
                    <a:pt x="21777" y="1"/>
                  </a:moveTo>
                  <a:cubicBezTo>
                    <a:pt x="20480" y="799"/>
                    <a:pt x="19206" y="1644"/>
                    <a:pt x="17932" y="2477"/>
                  </a:cubicBezTo>
                  <a:cubicBezTo>
                    <a:pt x="17575" y="2704"/>
                    <a:pt x="17229" y="2942"/>
                    <a:pt x="16884" y="3168"/>
                  </a:cubicBezTo>
                  <a:cubicBezTo>
                    <a:pt x="16824" y="3192"/>
                    <a:pt x="16777" y="3227"/>
                    <a:pt x="16741" y="3251"/>
                  </a:cubicBezTo>
                  <a:cubicBezTo>
                    <a:pt x="18146" y="5430"/>
                    <a:pt x="18265" y="8192"/>
                    <a:pt x="17063" y="10490"/>
                  </a:cubicBezTo>
                  <a:cubicBezTo>
                    <a:pt x="17063" y="10490"/>
                    <a:pt x="17051" y="10502"/>
                    <a:pt x="17051" y="10502"/>
                  </a:cubicBezTo>
                  <a:cubicBezTo>
                    <a:pt x="16848" y="10883"/>
                    <a:pt x="16622" y="11252"/>
                    <a:pt x="16360" y="11586"/>
                  </a:cubicBezTo>
                  <a:cubicBezTo>
                    <a:pt x="15634" y="12526"/>
                    <a:pt x="14669" y="13288"/>
                    <a:pt x="13491" y="13550"/>
                  </a:cubicBezTo>
                  <a:cubicBezTo>
                    <a:pt x="13014" y="13657"/>
                    <a:pt x="12531" y="13709"/>
                    <a:pt x="12049" y="13709"/>
                  </a:cubicBezTo>
                  <a:cubicBezTo>
                    <a:pt x="11289" y="13709"/>
                    <a:pt x="10533" y="13579"/>
                    <a:pt x="9812" y="13324"/>
                  </a:cubicBezTo>
                  <a:cubicBezTo>
                    <a:pt x="7526" y="12479"/>
                    <a:pt x="6454" y="10109"/>
                    <a:pt x="6299" y="7799"/>
                  </a:cubicBezTo>
                  <a:cubicBezTo>
                    <a:pt x="6287" y="7621"/>
                    <a:pt x="6276" y="7442"/>
                    <a:pt x="6276" y="7264"/>
                  </a:cubicBezTo>
                  <a:cubicBezTo>
                    <a:pt x="4597" y="6978"/>
                    <a:pt x="2918" y="6692"/>
                    <a:pt x="1239" y="6418"/>
                  </a:cubicBezTo>
                  <a:lnTo>
                    <a:pt x="596" y="6311"/>
                  </a:lnTo>
                  <a:cubicBezTo>
                    <a:pt x="430" y="6264"/>
                    <a:pt x="251" y="6240"/>
                    <a:pt x="72" y="6228"/>
                  </a:cubicBezTo>
                  <a:lnTo>
                    <a:pt x="72" y="6383"/>
                  </a:lnTo>
                  <a:cubicBezTo>
                    <a:pt x="1" y="8550"/>
                    <a:pt x="191" y="10776"/>
                    <a:pt x="965" y="12824"/>
                  </a:cubicBezTo>
                  <a:cubicBezTo>
                    <a:pt x="1656" y="14657"/>
                    <a:pt x="2978" y="16181"/>
                    <a:pt x="4692" y="17146"/>
                  </a:cubicBezTo>
                  <a:cubicBezTo>
                    <a:pt x="6430" y="18098"/>
                    <a:pt x="8359" y="18658"/>
                    <a:pt x="10347" y="18777"/>
                  </a:cubicBezTo>
                  <a:cubicBezTo>
                    <a:pt x="10643" y="18795"/>
                    <a:pt x="10939" y="18805"/>
                    <a:pt x="11235" y="18805"/>
                  </a:cubicBezTo>
                  <a:cubicBezTo>
                    <a:pt x="14754" y="18805"/>
                    <a:pt x="18255" y="17499"/>
                    <a:pt x="20682" y="14896"/>
                  </a:cubicBezTo>
                  <a:cubicBezTo>
                    <a:pt x="23123" y="12288"/>
                    <a:pt x="24444" y="8526"/>
                    <a:pt x="23849" y="4978"/>
                  </a:cubicBezTo>
                  <a:cubicBezTo>
                    <a:pt x="23552" y="3168"/>
                    <a:pt x="22790" y="1489"/>
                    <a:pt x="217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47"/>
            <p:cNvSpPr/>
            <p:nvPr/>
          </p:nvSpPr>
          <p:spPr>
            <a:xfrm>
              <a:off x="3201875" y="2872200"/>
              <a:ext cx="221475" cy="184575"/>
            </a:xfrm>
            <a:custGeom>
              <a:avLst/>
              <a:gdLst/>
              <a:ahLst/>
              <a:cxnLst/>
              <a:rect l="l" t="t" r="r" b="b"/>
              <a:pathLst>
                <a:path w="8859" h="7383" extrusionOk="0">
                  <a:moveTo>
                    <a:pt x="4715" y="1"/>
                  </a:moveTo>
                  <a:cubicBezTo>
                    <a:pt x="3096" y="1442"/>
                    <a:pt x="1429" y="2858"/>
                    <a:pt x="1" y="4501"/>
                  </a:cubicBezTo>
                  <a:cubicBezTo>
                    <a:pt x="501" y="4799"/>
                    <a:pt x="1024" y="5013"/>
                    <a:pt x="1513" y="5299"/>
                  </a:cubicBezTo>
                  <a:cubicBezTo>
                    <a:pt x="2048" y="5621"/>
                    <a:pt x="2537" y="5990"/>
                    <a:pt x="2977" y="6430"/>
                  </a:cubicBezTo>
                  <a:cubicBezTo>
                    <a:pt x="3263" y="6728"/>
                    <a:pt x="3537" y="7037"/>
                    <a:pt x="3775" y="7383"/>
                  </a:cubicBezTo>
                  <a:cubicBezTo>
                    <a:pt x="4037" y="7192"/>
                    <a:pt x="4334" y="7037"/>
                    <a:pt x="4608" y="6871"/>
                  </a:cubicBezTo>
                  <a:cubicBezTo>
                    <a:pt x="6025" y="5990"/>
                    <a:pt x="7454" y="5121"/>
                    <a:pt x="8859" y="4204"/>
                  </a:cubicBezTo>
                  <a:cubicBezTo>
                    <a:pt x="7716" y="2644"/>
                    <a:pt x="6347" y="1263"/>
                    <a:pt x="4799" y="96"/>
                  </a:cubicBezTo>
                  <a:cubicBezTo>
                    <a:pt x="4763" y="72"/>
                    <a:pt x="4739" y="37"/>
                    <a:pt x="4715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47"/>
            <p:cNvSpPr/>
            <p:nvPr/>
          </p:nvSpPr>
          <p:spPr>
            <a:xfrm>
              <a:off x="3283125" y="3078475"/>
              <a:ext cx="37550" cy="133975"/>
            </a:xfrm>
            <a:custGeom>
              <a:avLst/>
              <a:gdLst/>
              <a:ahLst/>
              <a:cxnLst/>
              <a:rect l="l" t="t" r="r" b="b"/>
              <a:pathLst>
                <a:path w="1502" h="5359" extrusionOk="0">
                  <a:moveTo>
                    <a:pt x="394" y="1"/>
                  </a:moveTo>
                  <a:cubicBezTo>
                    <a:pt x="382" y="156"/>
                    <a:pt x="370" y="299"/>
                    <a:pt x="358" y="453"/>
                  </a:cubicBezTo>
                  <a:lnTo>
                    <a:pt x="203" y="1692"/>
                  </a:lnTo>
                  <a:cubicBezTo>
                    <a:pt x="168" y="2001"/>
                    <a:pt x="144" y="2370"/>
                    <a:pt x="1" y="2632"/>
                  </a:cubicBezTo>
                  <a:cubicBezTo>
                    <a:pt x="489" y="3477"/>
                    <a:pt x="822" y="4394"/>
                    <a:pt x="989" y="5359"/>
                  </a:cubicBezTo>
                  <a:cubicBezTo>
                    <a:pt x="1501" y="3728"/>
                    <a:pt x="1370" y="1953"/>
                    <a:pt x="620" y="406"/>
                  </a:cubicBezTo>
                  <a:cubicBezTo>
                    <a:pt x="549" y="275"/>
                    <a:pt x="477" y="144"/>
                    <a:pt x="394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47"/>
            <p:cNvSpPr/>
            <p:nvPr/>
          </p:nvSpPr>
          <p:spPr>
            <a:xfrm>
              <a:off x="3182525" y="2993650"/>
              <a:ext cx="103600" cy="139625"/>
            </a:xfrm>
            <a:custGeom>
              <a:avLst/>
              <a:gdLst/>
              <a:ahLst/>
              <a:cxnLst/>
              <a:rect l="l" t="t" r="r" b="b"/>
              <a:pathLst>
                <a:path w="4144" h="5585" extrusionOk="0">
                  <a:moveTo>
                    <a:pt x="274" y="1"/>
                  </a:moveTo>
                  <a:cubicBezTo>
                    <a:pt x="251" y="394"/>
                    <a:pt x="144" y="798"/>
                    <a:pt x="96" y="1167"/>
                  </a:cubicBezTo>
                  <a:cubicBezTo>
                    <a:pt x="48" y="1596"/>
                    <a:pt x="24" y="2013"/>
                    <a:pt x="1" y="2441"/>
                  </a:cubicBezTo>
                  <a:cubicBezTo>
                    <a:pt x="1537" y="3084"/>
                    <a:pt x="2834" y="4180"/>
                    <a:pt x="3739" y="5585"/>
                  </a:cubicBezTo>
                  <a:cubicBezTo>
                    <a:pt x="3763" y="5323"/>
                    <a:pt x="3823" y="5073"/>
                    <a:pt x="3846" y="4835"/>
                  </a:cubicBezTo>
                  <a:lnTo>
                    <a:pt x="4037" y="3537"/>
                  </a:lnTo>
                  <a:cubicBezTo>
                    <a:pt x="4049" y="3346"/>
                    <a:pt x="4084" y="3156"/>
                    <a:pt x="4144" y="2977"/>
                  </a:cubicBezTo>
                  <a:cubicBezTo>
                    <a:pt x="3775" y="2418"/>
                    <a:pt x="3311" y="1929"/>
                    <a:pt x="2799" y="1513"/>
                  </a:cubicBezTo>
                  <a:cubicBezTo>
                    <a:pt x="2406" y="1203"/>
                    <a:pt x="1989" y="929"/>
                    <a:pt x="1537" y="715"/>
                  </a:cubicBezTo>
                  <a:cubicBezTo>
                    <a:pt x="1096" y="513"/>
                    <a:pt x="667" y="286"/>
                    <a:pt x="274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47"/>
            <p:cNvSpPr/>
            <p:nvPr/>
          </p:nvSpPr>
          <p:spPr>
            <a:xfrm>
              <a:off x="2823850" y="3149025"/>
              <a:ext cx="494725" cy="347500"/>
            </a:xfrm>
            <a:custGeom>
              <a:avLst/>
              <a:gdLst/>
              <a:ahLst/>
              <a:cxnLst/>
              <a:rect l="l" t="t" r="r" b="b"/>
              <a:pathLst>
                <a:path w="19789" h="13900" extrusionOk="0">
                  <a:moveTo>
                    <a:pt x="1929" y="1"/>
                  </a:moveTo>
                  <a:cubicBezTo>
                    <a:pt x="1787" y="144"/>
                    <a:pt x="1644" y="274"/>
                    <a:pt x="1489" y="429"/>
                  </a:cubicBezTo>
                  <a:cubicBezTo>
                    <a:pt x="989" y="929"/>
                    <a:pt x="513" y="1453"/>
                    <a:pt x="1" y="1941"/>
                  </a:cubicBezTo>
                  <a:lnTo>
                    <a:pt x="1" y="2037"/>
                  </a:lnTo>
                  <a:cubicBezTo>
                    <a:pt x="179" y="4835"/>
                    <a:pt x="1036" y="7609"/>
                    <a:pt x="2775" y="9847"/>
                  </a:cubicBezTo>
                  <a:cubicBezTo>
                    <a:pt x="4430" y="11990"/>
                    <a:pt x="6871" y="13407"/>
                    <a:pt x="9561" y="13764"/>
                  </a:cubicBezTo>
                  <a:cubicBezTo>
                    <a:pt x="10240" y="13855"/>
                    <a:pt x="10922" y="13900"/>
                    <a:pt x="11601" y="13900"/>
                  </a:cubicBezTo>
                  <a:cubicBezTo>
                    <a:pt x="14481" y="13900"/>
                    <a:pt x="17322" y="13091"/>
                    <a:pt x="19789" y="11550"/>
                  </a:cubicBezTo>
                  <a:lnTo>
                    <a:pt x="19789" y="11550"/>
                  </a:lnTo>
                  <a:cubicBezTo>
                    <a:pt x="17875" y="12423"/>
                    <a:pt x="15802" y="12870"/>
                    <a:pt x="13719" y="12870"/>
                  </a:cubicBezTo>
                  <a:cubicBezTo>
                    <a:pt x="12847" y="12870"/>
                    <a:pt x="11973" y="12791"/>
                    <a:pt x="11109" y="12633"/>
                  </a:cubicBezTo>
                  <a:cubicBezTo>
                    <a:pt x="9061" y="12276"/>
                    <a:pt x="7013" y="11478"/>
                    <a:pt x="5406" y="10157"/>
                  </a:cubicBezTo>
                  <a:cubicBezTo>
                    <a:pt x="3823" y="8883"/>
                    <a:pt x="2834" y="7037"/>
                    <a:pt x="2358" y="5085"/>
                  </a:cubicBezTo>
                  <a:cubicBezTo>
                    <a:pt x="1977" y="3418"/>
                    <a:pt x="1834" y="1703"/>
                    <a:pt x="1929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47"/>
            <p:cNvSpPr/>
            <p:nvPr/>
          </p:nvSpPr>
          <p:spPr>
            <a:xfrm>
              <a:off x="2885175" y="2973700"/>
              <a:ext cx="186650" cy="181900"/>
            </a:xfrm>
            <a:custGeom>
              <a:avLst/>
              <a:gdLst/>
              <a:ahLst/>
              <a:cxnLst/>
              <a:rect l="l" t="t" r="r" b="b"/>
              <a:pathLst>
                <a:path w="7466" h="7276" extrusionOk="0">
                  <a:moveTo>
                    <a:pt x="1465" y="1"/>
                  </a:moveTo>
                  <a:cubicBezTo>
                    <a:pt x="1453" y="13"/>
                    <a:pt x="1429" y="37"/>
                    <a:pt x="1417" y="60"/>
                  </a:cubicBezTo>
                  <a:cubicBezTo>
                    <a:pt x="512" y="2001"/>
                    <a:pt x="107" y="4168"/>
                    <a:pt x="0" y="6311"/>
                  </a:cubicBezTo>
                  <a:cubicBezTo>
                    <a:pt x="48" y="6311"/>
                    <a:pt x="107" y="6335"/>
                    <a:pt x="143" y="6335"/>
                  </a:cubicBezTo>
                  <a:lnTo>
                    <a:pt x="798" y="6442"/>
                  </a:lnTo>
                  <a:lnTo>
                    <a:pt x="6180" y="7276"/>
                  </a:lnTo>
                  <a:cubicBezTo>
                    <a:pt x="6203" y="6228"/>
                    <a:pt x="6311" y="5168"/>
                    <a:pt x="6501" y="4132"/>
                  </a:cubicBezTo>
                  <a:cubicBezTo>
                    <a:pt x="6715" y="2894"/>
                    <a:pt x="7037" y="1680"/>
                    <a:pt x="7466" y="501"/>
                  </a:cubicBezTo>
                  <a:cubicBezTo>
                    <a:pt x="5465" y="453"/>
                    <a:pt x="3441" y="346"/>
                    <a:pt x="1465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47"/>
            <p:cNvSpPr/>
            <p:nvPr/>
          </p:nvSpPr>
          <p:spPr>
            <a:xfrm>
              <a:off x="2822650" y="2981150"/>
              <a:ext cx="92300" cy="208375"/>
            </a:xfrm>
            <a:custGeom>
              <a:avLst/>
              <a:gdLst/>
              <a:ahLst/>
              <a:cxnLst/>
              <a:rect l="l" t="t" r="r" b="b"/>
              <a:pathLst>
                <a:path w="3692" h="8335" extrusionOk="0">
                  <a:moveTo>
                    <a:pt x="3692" y="1"/>
                  </a:moveTo>
                  <a:lnTo>
                    <a:pt x="3692" y="1"/>
                  </a:lnTo>
                  <a:cubicBezTo>
                    <a:pt x="3156" y="560"/>
                    <a:pt x="2585" y="1096"/>
                    <a:pt x="2025" y="1620"/>
                  </a:cubicBezTo>
                  <a:cubicBezTo>
                    <a:pt x="1430" y="2179"/>
                    <a:pt x="525" y="2799"/>
                    <a:pt x="334" y="3644"/>
                  </a:cubicBezTo>
                  <a:cubicBezTo>
                    <a:pt x="168" y="4477"/>
                    <a:pt x="72" y="5323"/>
                    <a:pt x="49" y="6168"/>
                  </a:cubicBezTo>
                  <a:cubicBezTo>
                    <a:pt x="1" y="6894"/>
                    <a:pt x="1" y="7621"/>
                    <a:pt x="37" y="8335"/>
                  </a:cubicBezTo>
                  <a:cubicBezTo>
                    <a:pt x="465" y="7811"/>
                    <a:pt x="930" y="7311"/>
                    <a:pt x="1430" y="6847"/>
                  </a:cubicBezTo>
                  <a:lnTo>
                    <a:pt x="1894" y="6418"/>
                  </a:lnTo>
                  <a:cubicBezTo>
                    <a:pt x="1918" y="6394"/>
                    <a:pt x="1954" y="6358"/>
                    <a:pt x="1989" y="6323"/>
                  </a:cubicBezTo>
                  <a:cubicBezTo>
                    <a:pt x="2001" y="6085"/>
                    <a:pt x="2025" y="5846"/>
                    <a:pt x="2037" y="5620"/>
                  </a:cubicBezTo>
                  <a:cubicBezTo>
                    <a:pt x="2216" y="3644"/>
                    <a:pt x="2728" y="1727"/>
                    <a:pt x="3692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47"/>
            <p:cNvSpPr/>
            <p:nvPr/>
          </p:nvSpPr>
          <p:spPr>
            <a:xfrm>
              <a:off x="2811050" y="2858075"/>
              <a:ext cx="694150" cy="652825"/>
            </a:xfrm>
            <a:custGeom>
              <a:avLst/>
              <a:gdLst/>
              <a:ahLst/>
              <a:cxnLst/>
              <a:rect l="l" t="t" r="r" b="b"/>
              <a:pathLst>
                <a:path w="27766" h="26113" extrusionOk="0">
                  <a:moveTo>
                    <a:pt x="20348" y="566"/>
                  </a:moveTo>
                  <a:cubicBezTo>
                    <a:pt x="20372" y="602"/>
                    <a:pt x="20396" y="637"/>
                    <a:pt x="20432" y="661"/>
                  </a:cubicBezTo>
                  <a:cubicBezTo>
                    <a:pt x="21980" y="1828"/>
                    <a:pt x="23349" y="3209"/>
                    <a:pt x="24492" y="4769"/>
                  </a:cubicBezTo>
                  <a:cubicBezTo>
                    <a:pt x="23087" y="5686"/>
                    <a:pt x="21658" y="6555"/>
                    <a:pt x="20241" y="7436"/>
                  </a:cubicBezTo>
                  <a:cubicBezTo>
                    <a:pt x="19967" y="7602"/>
                    <a:pt x="19670" y="7757"/>
                    <a:pt x="19408" y="7948"/>
                  </a:cubicBezTo>
                  <a:cubicBezTo>
                    <a:pt x="19170" y="7602"/>
                    <a:pt x="18896" y="7293"/>
                    <a:pt x="18610" y="6995"/>
                  </a:cubicBezTo>
                  <a:cubicBezTo>
                    <a:pt x="18170" y="6555"/>
                    <a:pt x="17681" y="6186"/>
                    <a:pt x="17146" y="5864"/>
                  </a:cubicBezTo>
                  <a:cubicBezTo>
                    <a:pt x="16657" y="5578"/>
                    <a:pt x="16134" y="5364"/>
                    <a:pt x="15634" y="5066"/>
                  </a:cubicBezTo>
                  <a:cubicBezTo>
                    <a:pt x="17062" y="3435"/>
                    <a:pt x="18729" y="2007"/>
                    <a:pt x="20348" y="566"/>
                  </a:cubicBezTo>
                  <a:close/>
                  <a:moveTo>
                    <a:pt x="15145" y="5424"/>
                  </a:moveTo>
                  <a:cubicBezTo>
                    <a:pt x="15538" y="5709"/>
                    <a:pt x="15967" y="5936"/>
                    <a:pt x="16407" y="6138"/>
                  </a:cubicBezTo>
                  <a:cubicBezTo>
                    <a:pt x="16848" y="6352"/>
                    <a:pt x="17277" y="6626"/>
                    <a:pt x="17670" y="6936"/>
                  </a:cubicBezTo>
                  <a:cubicBezTo>
                    <a:pt x="18181" y="7352"/>
                    <a:pt x="18634" y="7841"/>
                    <a:pt x="19015" y="8400"/>
                  </a:cubicBezTo>
                  <a:cubicBezTo>
                    <a:pt x="18955" y="8579"/>
                    <a:pt x="18920" y="8769"/>
                    <a:pt x="18908" y="8960"/>
                  </a:cubicBezTo>
                  <a:lnTo>
                    <a:pt x="18717" y="10269"/>
                  </a:lnTo>
                  <a:cubicBezTo>
                    <a:pt x="18682" y="10496"/>
                    <a:pt x="18622" y="10758"/>
                    <a:pt x="18610" y="11008"/>
                  </a:cubicBezTo>
                  <a:cubicBezTo>
                    <a:pt x="17705" y="9603"/>
                    <a:pt x="16407" y="8507"/>
                    <a:pt x="14872" y="7864"/>
                  </a:cubicBezTo>
                  <a:cubicBezTo>
                    <a:pt x="14883" y="7448"/>
                    <a:pt x="14907" y="7019"/>
                    <a:pt x="14967" y="6590"/>
                  </a:cubicBezTo>
                  <a:cubicBezTo>
                    <a:pt x="15014" y="6221"/>
                    <a:pt x="15122" y="5817"/>
                    <a:pt x="15145" y="5424"/>
                  </a:cubicBezTo>
                  <a:close/>
                  <a:moveTo>
                    <a:pt x="4442" y="4626"/>
                  </a:moveTo>
                  <a:cubicBezTo>
                    <a:pt x="6406" y="4971"/>
                    <a:pt x="8430" y="5078"/>
                    <a:pt x="10431" y="5126"/>
                  </a:cubicBezTo>
                  <a:cubicBezTo>
                    <a:pt x="10014" y="6305"/>
                    <a:pt x="9692" y="7531"/>
                    <a:pt x="9478" y="8769"/>
                  </a:cubicBezTo>
                  <a:lnTo>
                    <a:pt x="9466" y="8757"/>
                  </a:lnTo>
                  <a:cubicBezTo>
                    <a:pt x="9276" y="9793"/>
                    <a:pt x="9168" y="10853"/>
                    <a:pt x="9157" y="11901"/>
                  </a:cubicBezTo>
                  <a:lnTo>
                    <a:pt x="3763" y="11055"/>
                  </a:lnTo>
                  <a:lnTo>
                    <a:pt x="3120" y="10948"/>
                  </a:lnTo>
                  <a:cubicBezTo>
                    <a:pt x="3072" y="10948"/>
                    <a:pt x="3013" y="10936"/>
                    <a:pt x="2965" y="10924"/>
                  </a:cubicBezTo>
                  <a:cubicBezTo>
                    <a:pt x="3084" y="8793"/>
                    <a:pt x="3477" y="6626"/>
                    <a:pt x="4382" y="4674"/>
                  </a:cubicBezTo>
                  <a:cubicBezTo>
                    <a:pt x="4394" y="4662"/>
                    <a:pt x="4418" y="4638"/>
                    <a:pt x="4442" y="4626"/>
                  </a:cubicBezTo>
                  <a:close/>
                  <a:moveTo>
                    <a:pt x="4156" y="4924"/>
                  </a:moveTo>
                  <a:lnTo>
                    <a:pt x="4156" y="4924"/>
                  </a:lnTo>
                  <a:cubicBezTo>
                    <a:pt x="3203" y="6650"/>
                    <a:pt x="2691" y="8579"/>
                    <a:pt x="2513" y="10543"/>
                  </a:cubicBezTo>
                  <a:lnTo>
                    <a:pt x="2501" y="10543"/>
                  </a:lnTo>
                  <a:cubicBezTo>
                    <a:pt x="2489" y="10781"/>
                    <a:pt x="2465" y="11008"/>
                    <a:pt x="2453" y="11258"/>
                  </a:cubicBezTo>
                  <a:cubicBezTo>
                    <a:pt x="2418" y="11293"/>
                    <a:pt x="2394" y="11329"/>
                    <a:pt x="2358" y="11353"/>
                  </a:cubicBezTo>
                  <a:lnTo>
                    <a:pt x="1906" y="11782"/>
                  </a:lnTo>
                  <a:cubicBezTo>
                    <a:pt x="1406" y="12246"/>
                    <a:pt x="941" y="12746"/>
                    <a:pt x="501" y="13270"/>
                  </a:cubicBezTo>
                  <a:cubicBezTo>
                    <a:pt x="477" y="12555"/>
                    <a:pt x="477" y="11829"/>
                    <a:pt x="513" y="11103"/>
                  </a:cubicBezTo>
                  <a:cubicBezTo>
                    <a:pt x="536" y="10258"/>
                    <a:pt x="632" y="9412"/>
                    <a:pt x="798" y="8579"/>
                  </a:cubicBezTo>
                  <a:cubicBezTo>
                    <a:pt x="1001" y="7745"/>
                    <a:pt x="1906" y="7114"/>
                    <a:pt x="2501" y="6555"/>
                  </a:cubicBezTo>
                  <a:cubicBezTo>
                    <a:pt x="3061" y="6019"/>
                    <a:pt x="3620" y="5483"/>
                    <a:pt x="4156" y="4924"/>
                  </a:cubicBezTo>
                  <a:close/>
                  <a:moveTo>
                    <a:pt x="19289" y="8817"/>
                  </a:moveTo>
                  <a:cubicBezTo>
                    <a:pt x="19360" y="8960"/>
                    <a:pt x="19432" y="9091"/>
                    <a:pt x="19503" y="9222"/>
                  </a:cubicBezTo>
                  <a:cubicBezTo>
                    <a:pt x="20253" y="10769"/>
                    <a:pt x="20384" y="12544"/>
                    <a:pt x="19872" y="14175"/>
                  </a:cubicBezTo>
                  <a:cubicBezTo>
                    <a:pt x="19705" y="13210"/>
                    <a:pt x="19372" y="12293"/>
                    <a:pt x="18884" y="11448"/>
                  </a:cubicBezTo>
                  <a:cubicBezTo>
                    <a:pt x="19039" y="11186"/>
                    <a:pt x="19051" y="10805"/>
                    <a:pt x="19086" y="10508"/>
                  </a:cubicBezTo>
                  <a:lnTo>
                    <a:pt x="19241" y="9269"/>
                  </a:lnTo>
                  <a:cubicBezTo>
                    <a:pt x="19253" y="9115"/>
                    <a:pt x="19265" y="8972"/>
                    <a:pt x="19289" y="8817"/>
                  </a:cubicBezTo>
                  <a:close/>
                  <a:moveTo>
                    <a:pt x="24647" y="4995"/>
                  </a:moveTo>
                  <a:cubicBezTo>
                    <a:pt x="25671" y="6495"/>
                    <a:pt x="26433" y="8174"/>
                    <a:pt x="26730" y="9984"/>
                  </a:cubicBezTo>
                  <a:cubicBezTo>
                    <a:pt x="27325" y="13532"/>
                    <a:pt x="26004" y="17294"/>
                    <a:pt x="23563" y="19902"/>
                  </a:cubicBezTo>
                  <a:cubicBezTo>
                    <a:pt x="21136" y="22505"/>
                    <a:pt x="17635" y="23811"/>
                    <a:pt x="14106" y="23811"/>
                  </a:cubicBezTo>
                  <a:cubicBezTo>
                    <a:pt x="13810" y="23811"/>
                    <a:pt x="13513" y="23801"/>
                    <a:pt x="13217" y="23783"/>
                  </a:cubicBezTo>
                  <a:cubicBezTo>
                    <a:pt x="11228" y="23664"/>
                    <a:pt x="9299" y="23104"/>
                    <a:pt x="7561" y="22140"/>
                  </a:cubicBezTo>
                  <a:cubicBezTo>
                    <a:pt x="5847" y="21187"/>
                    <a:pt x="4525" y="19663"/>
                    <a:pt x="3834" y="17830"/>
                  </a:cubicBezTo>
                  <a:cubicBezTo>
                    <a:pt x="3061" y="15782"/>
                    <a:pt x="2870" y="13556"/>
                    <a:pt x="2941" y="11389"/>
                  </a:cubicBezTo>
                  <a:lnTo>
                    <a:pt x="2941" y="11234"/>
                  </a:lnTo>
                  <a:cubicBezTo>
                    <a:pt x="3120" y="11234"/>
                    <a:pt x="3299" y="11258"/>
                    <a:pt x="3465" y="11305"/>
                  </a:cubicBezTo>
                  <a:lnTo>
                    <a:pt x="4120" y="11412"/>
                  </a:lnTo>
                  <a:cubicBezTo>
                    <a:pt x="5799" y="11698"/>
                    <a:pt x="7466" y="11972"/>
                    <a:pt x="9145" y="12258"/>
                  </a:cubicBezTo>
                  <a:cubicBezTo>
                    <a:pt x="9145" y="12448"/>
                    <a:pt x="9157" y="12627"/>
                    <a:pt x="9168" y="12805"/>
                  </a:cubicBezTo>
                  <a:cubicBezTo>
                    <a:pt x="9335" y="15103"/>
                    <a:pt x="10407" y="17485"/>
                    <a:pt x="12693" y="18330"/>
                  </a:cubicBezTo>
                  <a:cubicBezTo>
                    <a:pt x="13414" y="18585"/>
                    <a:pt x="14170" y="18715"/>
                    <a:pt x="14927" y="18715"/>
                  </a:cubicBezTo>
                  <a:cubicBezTo>
                    <a:pt x="15408" y="18715"/>
                    <a:pt x="15888" y="18663"/>
                    <a:pt x="16360" y="18556"/>
                  </a:cubicBezTo>
                  <a:cubicBezTo>
                    <a:pt x="17539" y="18294"/>
                    <a:pt x="18515" y="17532"/>
                    <a:pt x="19241" y="16592"/>
                  </a:cubicBezTo>
                  <a:cubicBezTo>
                    <a:pt x="19491" y="16246"/>
                    <a:pt x="19729" y="15889"/>
                    <a:pt x="19920" y="15508"/>
                  </a:cubicBezTo>
                  <a:cubicBezTo>
                    <a:pt x="19932" y="15496"/>
                    <a:pt x="19932" y="15496"/>
                    <a:pt x="19932" y="15484"/>
                  </a:cubicBezTo>
                  <a:cubicBezTo>
                    <a:pt x="21134" y="13198"/>
                    <a:pt x="21015" y="10436"/>
                    <a:pt x="19610" y="8257"/>
                  </a:cubicBezTo>
                  <a:cubicBezTo>
                    <a:pt x="19658" y="8233"/>
                    <a:pt x="19705" y="8198"/>
                    <a:pt x="19753" y="8162"/>
                  </a:cubicBezTo>
                  <a:cubicBezTo>
                    <a:pt x="20110" y="7936"/>
                    <a:pt x="20456" y="7710"/>
                    <a:pt x="20801" y="7483"/>
                  </a:cubicBezTo>
                  <a:cubicBezTo>
                    <a:pt x="22075" y="6638"/>
                    <a:pt x="23349" y="5805"/>
                    <a:pt x="24647" y="4995"/>
                  </a:cubicBezTo>
                  <a:close/>
                  <a:moveTo>
                    <a:pt x="2441" y="11639"/>
                  </a:moveTo>
                  <a:lnTo>
                    <a:pt x="2441" y="11639"/>
                  </a:lnTo>
                  <a:cubicBezTo>
                    <a:pt x="2334" y="13353"/>
                    <a:pt x="2489" y="15068"/>
                    <a:pt x="2870" y="16735"/>
                  </a:cubicBezTo>
                  <a:cubicBezTo>
                    <a:pt x="3346" y="18675"/>
                    <a:pt x="4335" y="20533"/>
                    <a:pt x="5906" y="21807"/>
                  </a:cubicBezTo>
                  <a:cubicBezTo>
                    <a:pt x="7525" y="23116"/>
                    <a:pt x="9585" y="23914"/>
                    <a:pt x="11621" y="24283"/>
                  </a:cubicBezTo>
                  <a:cubicBezTo>
                    <a:pt x="12479" y="24436"/>
                    <a:pt x="13344" y="24512"/>
                    <a:pt x="14206" y="24512"/>
                  </a:cubicBezTo>
                  <a:cubicBezTo>
                    <a:pt x="16300" y="24512"/>
                    <a:pt x="18378" y="24065"/>
                    <a:pt x="20301" y="23188"/>
                  </a:cubicBezTo>
                  <a:lnTo>
                    <a:pt x="20301" y="23188"/>
                  </a:lnTo>
                  <a:cubicBezTo>
                    <a:pt x="17834" y="24729"/>
                    <a:pt x="14993" y="25538"/>
                    <a:pt x="12113" y="25538"/>
                  </a:cubicBezTo>
                  <a:cubicBezTo>
                    <a:pt x="11434" y="25538"/>
                    <a:pt x="10752" y="25493"/>
                    <a:pt x="10073" y="25402"/>
                  </a:cubicBezTo>
                  <a:cubicBezTo>
                    <a:pt x="7383" y="25045"/>
                    <a:pt x="4942" y="23640"/>
                    <a:pt x="3275" y="21485"/>
                  </a:cubicBezTo>
                  <a:cubicBezTo>
                    <a:pt x="1537" y="19259"/>
                    <a:pt x="691" y="16484"/>
                    <a:pt x="513" y="13687"/>
                  </a:cubicBezTo>
                  <a:lnTo>
                    <a:pt x="513" y="13591"/>
                  </a:lnTo>
                  <a:cubicBezTo>
                    <a:pt x="1025" y="13103"/>
                    <a:pt x="1501" y="12567"/>
                    <a:pt x="2001" y="12067"/>
                  </a:cubicBezTo>
                  <a:cubicBezTo>
                    <a:pt x="2144" y="11924"/>
                    <a:pt x="2287" y="11793"/>
                    <a:pt x="2441" y="11639"/>
                  </a:cubicBezTo>
                  <a:close/>
                  <a:moveTo>
                    <a:pt x="20406" y="1"/>
                  </a:moveTo>
                  <a:cubicBezTo>
                    <a:pt x="20354" y="1"/>
                    <a:pt x="20302" y="19"/>
                    <a:pt x="20253" y="54"/>
                  </a:cubicBezTo>
                  <a:cubicBezTo>
                    <a:pt x="18360" y="1518"/>
                    <a:pt x="16729" y="3257"/>
                    <a:pt x="15003" y="4924"/>
                  </a:cubicBezTo>
                  <a:cubicBezTo>
                    <a:pt x="14967" y="4971"/>
                    <a:pt x="14943" y="5019"/>
                    <a:pt x="14931" y="5078"/>
                  </a:cubicBezTo>
                  <a:cubicBezTo>
                    <a:pt x="14919" y="5090"/>
                    <a:pt x="14907" y="5090"/>
                    <a:pt x="14895" y="5114"/>
                  </a:cubicBezTo>
                  <a:cubicBezTo>
                    <a:pt x="14657" y="5519"/>
                    <a:pt x="14610" y="6067"/>
                    <a:pt x="14526" y="6531"/>
                  </a:cubicBezTo>
                  <a:cubicBezTo>
                    <a:pt x="14443" y="7019"/>
                    <a:pt x="14395" y="7519"/>
                    <a:pt x="14360" y="8019"/>
                  </a:cubicBezTo>
                  <a:cubicBezTo>
                    <a:pt x="14360" y="8126"/>
                    <a:pt x="14431" y="8222"/>
                    <a:pt x="14538" y="8257"/>
                  </a:cubicBezTo>
                  <a:cubicBezTo>
                    <a:pt x="15991" y="8829"/>
                    <a:pt x="17241" y="9829"/>
                    <a:pt x="18134" y="11103"/>
                  </a:cubicBezTo>
                  <a:cubicBezTo>
                    <a:pt x="18920" y="12246"/>
                    <a:pt x="19408" y="13567"/>
                    <a:pt x="19563" y="14949"/>
                  </a:cubicBezTo>
                  <a:cubicBezTo>
                    <a:pt x="19491" y="15103"/>
                    <a:pt x="19420" y="15246"/>
                    <a:pt x="19348" y="15389"/>
                  </a:cubicBezTo>
                  <a:cubicBezTo>
                    <a:pt x="18824" y="16342"/>
                    <a:pt x="18086" y="17211"/>
                    <a:pt x="17110" y="17699"/>
                  </a:cubicBezTo>
                  <a:cubicBezTo>
                    <a:pt x="16459" y="18028"/>
                    <a:pt x="15709" y="18159"/>
                    <a:pt x="14963" y="18159"/>
                  </a:cubicBezTo>
                  <a:cubicBezTo>
                    <a:pt x="14494" y="18159"/>
                    <a:pt x="14027" y="18108"/>
                    <a:pt x="13586" y="18020"/>
                  </a:cubicBezTo>
                  <a:cubicBezTo>
                    <a:pt x="11181" y="17544"/>
                    <a:pt x="9895" y="15389"/>
                    <a:pt x="9669" y="13079"/>
                  </a:cubicBezTo>
                  <a:cubicBezTo>
                    <a:pt x="9418" y="10329"/>
                    <a:pt x="10109" y="7460"/>
                    <a:pt x="11109" y="4912"/>
                  </a:cubicBezTo>
                  <a:cubicBezTo>
                    <a:pt x="11157" y="4733"/>
                    <a:pt x="11014" y="4554"/>
                    <a:pt x="10835" y="4554"/>
                  </a:cubicBezTo>
                  <a:cubicBezTo>
                    <a:pt x="10677" y="4556"/>
                    <a:pt x="10519" y="4557"/>
                    <a:pt x="10361" y="4557"/>
                  </a:cubicBezTo>
                  <a:cubicBezTo>
                    <a:pt x="8413" y="4557"/>
                    <a:pt x="6475" y="4428"/>
                    <a:pt x="4537" y="4340"/>
                  </a:cubicBezTo>
                  <a:lnTo>
                    <a:pt x="4549" y="4304"/>
                  </a:lnTo>
                  <a:cubicBezTo>
                    <a:pt x="4557" y="4288"/>
                    <a:pt x="4542" y="4271"/>
                    <a:pt x="4528" y="4271"/>
                  </a:cubicBezTo>
                  <a:cubicBezTo>
                    <a:pt x="4522" y="4271"/>
                    <a:pt x="4517" y="4274"/>
                    <a:pt x="4513" y="4281"/>
                  </a:cubicBezTo>
                  <a:cubicBezTo>
                    <a:pt x="4501" y="4293"/>
                    <a:pt x="4501" y="4316"/>
                    <a:pt x="4489" y="4328"/>
                  </a:cubicBezTo>
                  <a:lnTo>
                    <a:pt x="4477" y="4328"/>
                  </a:lnTo>
                  <a:cubicBezTo>
                    <a:pt x="4430" y="4328"/>
                    <a:pt x="4394" y="4352"/>
                    <a:pt x="4370" y="4388"/>
                  </a:cubicBezTo>
                  <a:cubicBezTo>
                    <a:pt x="4346" y="4388"/>
                    <a:pt x="4311" y="4400"/>
                    <a:pt x="4299" y="4423"/>
                  </a:cubicBezTo>
                  <a:cubicBezTo>
                    <a:pt x="3620" y="4971"/>
                    <a:pt x="2989" y="5590"/>
                    <a:pt x="2346" y="6186"/>
                  </a:cubicBezTo>
                  <a:cubicBezTo>
                    <a:pt x="1787" y="6709"/>
                    <a:pt x="1084" y="7221"/>
                    <a:pt x="667" y="7864"/>
                  </a:cubicBezTo>
                  <a:cubicBezTo>
                    <a:pt x="286" y="8460"/>
                    <a:pt x="274" y="9269"/>
                    <a:pt x="191" y="9948"/>
                  </a:cubicBezTo>
                  <a:cubicBezTo>
                    <a:pt x="96" y="10758"/>
                    <a:pt x="36" y="11567"/>
                    <a:pt x="24" y="12389"/>
                  </a:cubicBezTo>
                  <a:cubicBezTo>
                    <a:pt x="1" y="15377"/>
                    <a:pt x="655" y="18437"/>
                    <a:pt x="2310" y="20961"/>
                  </a:cubicBezTo>
                  <a:cubicBezTo>
                    <a:pt x="3799" y="23247"/>
                    <a:pt x="5989" y="24986"/>
                    <a:pt x="8645" y="25676"/>
                  </a:cubicBezTo>
                  <a:cubicBezTo>
                    <a:pt x="9791" y="25972"/>
                    <a:pt x="10978" y="26112"/>
                    <a:pt x="12168" y="26112"/>
                  </a:cubicBezTo>
                  <a:cubicBezTo>
                    <a:pt x="13759" y="26112"/>
                    <a:pt x="15354" y="25860"/>
                    <a:pt x="16860" y="25390"/>
                  </a:cubicBezTo>
                  <a:cubicBezTo>
                    <a:pt x="19241" y="24652"/>
                    <a:pt x="21384" y="23331"/>
                    <a:pt x="23004" y="21473"/>
                  </a:cubicBezTo>
                  <a:cubicBezTo>
                    <a:pt x="23027" y="21461"/>
                    <a:pt x="23039" y="21437"/>
                    <a:pt x="23051" y="21426"/>
                  </a:cubicBezTo>
                  <a:cubicBezTo>
                    <a:pt x="25992" y="18961"/>
                    <a:pt x="27766" y="15091"/>
                    <a:pt x="27611" y="11258"/>
                  </a:cubicBezTo>
                  <a:cubicBezTo>
                    <a:pt x="27456" y="7150"/>
                    <a:pt x="25039" y="3566"/>
                    <a:pt x="21968" y="1006"/>
                  </a:cubicBezTo>
                  <a:cubicBezTo>
                    <a:pt x="21575" y="685"/>
                    <a:pt x="21182" y="375"/>
                    <a:pt x="20777" y="90"/>
                  </a:cubicBezTo>
                  <a:cubicBezTo>
                    <a:pt x="20724" y="45"/>
                    <a:pt x="20658" y="21"/>
                    <a:pt x="20589" y="21"/>
                  </a:cubicBezTo>
                  <a:cubicBezTo>
                    <a:pt x="20564" y="21"/>
                    <a:pt x="20540" y="24"/>
                    <a:pt x="20515" y="30"/>
                  </a:cubicBezTo>
                  <a:cubicBezTo>
                    <a:pt x="20480" y="10"/>
                    <a:pt x="20443" y="1"/>
                    <a:pt x="204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1" name="Google Shape;2161;p47"/>
          <p:cNvGrpSpPr/>
          <p:nvPr/>
        </p:nvGrpSpPr>
        <p:grpSpPr>
          <a:xfrm rot="-3850951">
            <a:off x="961086" y="4351812"/>
            <a:ext cx="360799" cy="675765"/>
            <a:chOff x="895350" y="107900"/>
            <a:chExt cx="317050" cy="593825"/>
          </a:xfrm>
        </p:grpSpPr>
        <p:sp>
          <p:nvSpPr>
            <p:cNvPr id="2162" name="Google Shape;2162;p47"/>
            <p:cNvSpPr/>
            <p:nvPr/>
          </p:nvSpPr>
          <p:spPr>
            <a:xfrm>
              <a:off x="1059975" y="119550"/>
              <a:ext cx="136050" cy="136175"/>
            </a:xfrm>
            <a:custGeom>
              <a:avLst/>
              <a:gdLst/>
              <a:ahLst/>
              <a:cxnLst/>
              <a:rect l="l" t="t" r="r" b="b"/>
              <a:pathLst>
                <a:path w="5442" h="5447" extrusionOk="0">
                  <a:moveTo>
                    <a:pt x="2706" y="1"/>
                  </a:moveTo>
                  <a:cubicBezTo>
                    <a:pt x="2367" y="1"/>
                    <a:pt x="2028" y="72"/>
                    <a:pt x="1715" y="214"/>
                  </a:cubicBezTo>
                  <a:cubicBezTo>
                    <a:pt x="750" y="869"/>
                    <a:pt x="0" y="1857"/>
                    <a:pt x="24" y="3071"/>
                  </a:cubicBezTo>
                  <a:cubicBezTo>
                    <a:pt x="60" y="4441"/>
                    <a:pt x="1179" y="5381"/>
                    <a:pt x="2512" y="5441"/>
                  </a:cubicBezTo>
                  <a:cubicBezTo>
                    <a:pt x="2572" y="5445"/>
                    <a:pt x="2632" y="5446"/>
                    <a:pt x="2692" y="5446"/>
                  </a:cubicBezTo>
                  <a:cubicBezTo>
                    <a:pt x="3191" y="5446"/>
                    <a:pt x="3684" y="5314"/>
                    <a:pt x="4120" y="5048"/>
                  </a:cubicBezTo>
                  <a:cubicBezTo>
                    <a:pt x="4679" y="4703"/>
                    <a:pt x="4989" y="4131"/>
                    <a:pt x="5132" y="3500"/>
                  </a:cubicBezTo>
                  <a:cubicBezTo>
                    <a:pt x="5441" y="2202"/>
                    <a:pt x="4905" y="738"/>
                    <a:pt x="3631" y="190"/>
                  </a:cubicBezTo>
                  <a:cubicBezTo>
                    <a:pt x="3338" y="63"/>
                    <a:pt x="3022" y="1"/>
                    <a:pt x="2706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47"/>
            <p:cNvSpPr/>
            <p:nvPr/>
          </p:nvSpPr>
          <p:spPr>
            <a:xfrm>
              <a:off x="984650" y="553850"/>
              <a:ext cx="136650" cy="136150"/>
            </a:xfrm>
            <a:custGeom>
              <a:avLst/>
              <a:gdLst/>
              <a:ahLst/>
              <a:cxnLst/>
              <a:rect l="l" t="t" r="r" b="b"/>
              <a:pathLst>
                <a:path w="5466" h="5446" extrusionOk="0">
                  <a:moveTo>
                    <a:pt x="2720" y="0"/>
                  </a:moveTo>
                  <a:cubicBezTo>
                    <a:pt x="2380" y="0"/>
                    <a:pt x="2041" y="72"/>
                    <a:pt x="1727" y="213"/>
                  </a:cubicBezTo>
                  <a:cubicBezTo>
                    <a:pt x="763" y="868"/>
                    <a:pt x="1" y="1856"/>
                    <a:pt x="36" y="3071"/>
                  </a:cubicBezTo>
                  <a:cubicBezTo>
                    <a:pt x="72" y="4452"/>
                    <a:pt x="1191" y="5380"/>
                    <a:pt x="2513" y="5440"/>
                  </a:cubicBezTo>
                  <a:cubicBezTo>
                    <a:pt x="2574" y="5444"/>
                    <a:pt x="2635" y="5446"/>
                    <a:pt x="2696" y="5446"/>
                  </a:cubicBezTo>
                  <a:cubicBezTo>
                    <a:pt x="3204" y="5446"/>
                    <a:pt x="3696" y="5313"/>
                    <a:pt x="4132" y="5047"/>
                  </a:cubicBezTo>
                  <a:cubicBezTo>
                    <a:pt x="4692" y="4702"/>
                    <a:pt x="5001" y="4130"/>
                    <a:pt x="5144" y="3499"/>
                  </a:cubicBezTo>
                  <a:cubicBezTo>
                    <a:pt x="5466" y="2201"/>
                    <a:pt x="4930" y="737"/>
                    <a:pt x="3656" y="189"/>
                  </a:cubicBezTo>
                  <a:cubicBezTo>
                    <a:pt x="3357" y="63"/>
                    <a:pt x="3038" y="0"/>
                    <a:pt x="272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47"/>
            <p:cNvSpPr/>
            <p:nvPr/>
          </p:nvSpPr>
          <p:spPr>
            <a:xfrm>
              <a:off x="998350" y="236800"/>
              <a:ext cx="99450" cy="100350"/>
            </a:xfrm>
            <a:custGeom>
              <a:avLst/>
              <a:gdLst/>
              <a:ahLst/>
              <a:cxnLst/>
              <a:rect l="l" t="t" r="r" b="b"/>
              <a:pathLst>
                <a:path w="3978" h="4014" extrusionOk="0">
                  <a:moveTo>
                    <a:pt x="2620" y="1"/>
                  </a:moveTo>
                  <a:cubicBezTo>
                    <a:pt x="2155" y="477"/>
                    <a:pt x="1703" y="965"/>
                    <a:pt x="1263" y="1465"/>
                  </a:cubicBezTo>
                  <a:cubicBezTo>
                    <a:pt x="1012" y="1739"/>
                    <a:pt x="762" y="2013"/>
                    <a:pt x="512" y="2287"/>
                  </a:cubicBezTo>
                  <a:cubicBezTo>
                    <a:pt x="393" y="2418"/>
                    <a:pt x="274" y="2560"/>
                    <a:pt x="143" y="2691"/>
                  </a:cubicBezTo>
                  <a:cubicBezTo>
                    <a:pt x="96" y="2739"/>
                    <a:pt x="48" y="2775"/>
                    <a:pt x="0" y="2811"/>
                  </a:cubicBezTo>
                  <a:cubicBezTo>
                    <a:pt x="179" y="2882"/>
                    <a:pt x="358" y="2953"/>
                    <a:pt x="512" y="3049"/>
                  </a:cubicBezTo>
                  <a:cubicBezTo>
                    <a:pt x="917" y="3287"/>
                    <a:pt x="1263" y="3620"/>
                    <a:pt x="1524" y="4013"/>
                  </a:cubicBezTo>
                  <a:cubicBezTo>
                    <a:pt x="1572" y="3906"/>
                    <a:pt x="1632" y="3811"/>
                    <a:pt x="1691" y="3727"/>
                  </a:cubicBezTo>
                  <a:cubicBezTo>
                    <a:pt x="1786" y="3584"/>
                    <a:pt x="1882" y="3442"/>
                    <a:pt x="1989" y="3311"/>
                  </a:cubicBezTo>
                  <a:cubicBezTo>
                    <a:pt x="2203" y="3037"/>
                    <a:pt x="2417" y="2775"/>
                    <a:pt x="2644" y="2525"/>
                  </a:cubicBezTo>
                  <a:cubicBezTo>
                    <a:pt x="3072" y="2001"/>
                    <a:pt x="3525" y="1501"/>
                    <a:pt x="3977" y="1013"/>
                  </a:cubicBezTo>
                  <a:cubicBezTo>
                    <a:pt x="3453" y="822"/>
                    <a:pt x="3001" y="489"/>
                    <a:pt x="2656" y="60"/>
                  </a:cubicBezTo>
                  <a:cubicBezTo>
                    <a:pt x="2644" y="36"/>
                    <a:pt x="2632" y="24"/>
                    <a:pt x="26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47"/>
            <p:cNvSpPr/>
            <p:nvPr/>
          </p:nvSpPr>
          <p:spPr>
            <a:xfrm>
              <a:off x="977800" y="449325"/>
              <a:ext cx="73850" cy="109575"/>
            </a:xfrm>
            <a:custGeom>
              <a:avLst/>
              <a:gdLst/>
              <a:ahLst/>
              <a:cxnLst/>
              <a:rect l="l" t="t" r="r" b="b"/>
              <a:pathLst>
                <a:path w="2954" h="4383" extrusionOk="0">
                  <a:moveTo>
                    <a:pt x="1668" y="1"/>
                  </a:moveTo>
                  <a:cubicBezTo>
                    <a:pt x="1168" y="334"/>
                    <a:pt x="596" y="536"/>
                    <a:pt x="1" y="560"/>
                  </a:cubicBezTo>
                  <a:cubicBezTo>
                    <a:pt x="120" y="810"/>
                    <a:pt x="191" y="1084"/>
                    <a:pt x="287" y="1346"/>
                  </a:cubicBezTo>
                  <a:cubicBezTo>
                    <a:pt x="418" y="1703"/>
                    <a:pt x="549" y="2072"/>
                    <a:pt x="668" y="2430"/>
                  </a:cubicBezTo>
                  <a:cubicBezTo>
                    <a:pt x="906" y="3096"/>
                    <a:pt x="1156" y="3739"/>
                    <a:pt x="1418" y="4382"/>
                  </a:cubicBezTo>
                  <a:cubicBezTo>
                    <a:pt x="1644" y="4180"/>
                    <a:pt x="1906" y="4013"/>
                    <a:pt x="2192" y="3894"/>
                  </a:cubicBezTo>
                  <a:cubicBezTo>
                    <a:pt x="2430" y="3799"/>
                    <a:pt x="2692" y="3739"/>
                    <a:pt x="2954" y="3727"/>
                  </a:cubicBezTo>
                  <a:cubicBezTo>
                    <a:pt x="2787" y="3299"/>
                    <a:pt x="2632" y="2870"/>
                    <a:pt x="2489" y="2430"/>
                  </a:cubicBezTo>
                  <a:cubicBezTo>
                    <a:pt x="2477" y="2430"/>
                    <a:pt x="2477" y="2418"/>
                    <a:pt x="2477" y="2418"/>
                  </a:cubicBezTo>
                  <a:cubicBezTo>
                    <a:pt x="2299" y="1953"/>
                    <a:pt x="2108" y="1501"/>
                    <a:pt x="1965" y="1037"/>
                  </a:cubicBezTo>
                  <a:cubicBezTo>
                    <a:pt x="1894" y="810"/>
                    <a:pt x="1811" y="572"/>
                    <a:pt x="1751" y="346"/>
                  </a:cubicBezTo>
                  <a:cubicBezTo>
                    <a:pt x="1715" y="227"/>
                    <a:pt x="1692" y="108"/>
                    <a:pt x="16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47"/>
            <p:cNvSpPr/>
            <p:nvPr/>
          </p:nvSpPr>
          <p:spPr>
            <a:xfrm>
              <a:off x="905775" y="315375"/>
              <a:ext cx="136350" cy="136200"/>
            </a:xfrm>
            <a:custGeom>
              <a:avLst/>
              <a:gdLst/>
              <a:ahLst/>
              <a:cxnLst/>
              <a:rect l="l" t="t" r="r" b="b"/>
              <a:pathLst>
                <a:path w="5454" h="5448" extrusionOk="0">
                  <a:moveTo>
                    <a:pt x="2720" y="0"/>
                  </a:moveTo>
                  <a:cubicBezTo>
                    <a:pt x="2376" y="0"/>
                    <a:pt x="2033" y="72"/>
                    <a:pt x="1715" y="215"/>
                  </a:cubicBezTo>
                  <a:cubicBezTo>
                    <a:pt x="763" y="870"/>
                    <a:pt x="1" y="1858"/>
                    <a:pt x="24" y="3073"/>
                  </a:cubicBezTo>
                  <a:cubicBezTo>
                    <a:pt x="60" y="4442"/>
                    <a:pt x="1191" y="5382"/>
                    <a:pt x="2513" y="5442"/>
                  </a:cubicBezTo>
                  <a:cubicBezTo>
                    <a:pt x="2573" y="5446"/>
                    <a:pt x="2633" y="5448"/>
                    <a:pt x="2693" y="5448"/>
                  </a:cubicBezTo>
                  <a:cubicBezTo>
                    <a:pt x="3194" y="5448"/>
                    <a:pt x="3696" y="5315"/>
                    <a:pt x="4132" y="5049"/>
                  </a:cubicBezTo>
                  <a:cubicBezTo>
                    <a:pt x="4680" y="4704"/>
                    <a:pt x="4989" y="4132"/>
                    <a:pt x="5132" y="3501"/>
                  </a:cubicBezTo>
                  <a:cubicBezTo>
                    <a:pt x="5454" y="2204"/>
                    <a:pt x="4906" y="739"/>
                    <a:pt x="3644" y="179"/>
                  </a:cubicBezTo>
                  <a:cubicBezTo>
                    <a:pt x="3348" y="60"/>
                    <a:pt x="3034" y="0"/>
                    <a:pt x="2720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47"/>
            <p:cNvSpPr/>
            <p:nvPr/>
          </p:nvSpPr>
          <p:spPr>
            <a:xfrm>
              <a:off x="895350" y="107900"/>
              <a:ext cx="317050" cy="593825"/>
            </a:xfrm>
            <a:custGeom>
              <a:avLst/>
              <a:gdLst/>
              <a:ahLst/>
              <a:cxnLst/>
              <a:rect l="l" t="t" r="r" b="b"/>
              <a:pathLst>
                <a:path w="12682" h="23753" extrusionOk="0">
                  <a:moveTo>
                    <a:pt x="9291" y="467"/>
                  </a:moveTo>
                  <a:cubicBezTo>
                    <a:pt x="9607" y="467"/>
                    <a:pt x="9923" y="529"/>
                    <a:pt x="10216" y="656"/>
                  </a:cubicBezTo>
                  <a:cubicBezTo>
                    <a:pt x="11490" y="1204"/>
                    <a:pt x="12038" y="2668"/>
                    <a:pt x="11717" y="3966"/>
                  </a:cubicBezTo>
                  <a:cubicBezTo>
                    <a:pt x="11574" y="4597"/>
                    <a:pt x="11264" y="5169"/>
                    <a:pt x="10705" y="5514"/>
                  </a:cubicBezTo>
                  <a:cubicBezTo>
                    <a:pt x="10269" y="5780"/>
                    <a:pt x="9776" y="5912"/>
                    <a:pt x="9269" y="5912"/>
                  </a:cubicBezTo>
                  <a:cubicBezTo>
                    <a:pt x="9208" y="5912"/>
                    <a:pt x="9147" y="5911"/>
                    <a:pt x="9085" y="5907"/>
                  </a:cubicBezTo>
                  <a:cubicBezTo>
                    <a:pt x="7764" y="5847"/>
                    <a:pt x="6645" y="4907"/>
                    <a:pt x="6609" y="3537"/>
                  </a:cubicBezTo>
                  <a:cubicBezTo>
                    <a:pt x="6585" y="2323"/>
                    <a:pt x="7335" y="1335"/>
                    <a:pt x="8300" y="680"/>
                  </a:cubicBezTo>
                  <a:cubicBezTo>
                    <a:pt x="8613" y="538"/>
                    <a:pt x="8952" y="467"/>
                    <a:pt x="9291" y="467"/>
                  </a:cubicBezTo>
                  <a:close/>
                  <a:moveTo>
                    <a:pt x="6728" y="5157"/>
                  </a:moveTo>
                  <a:cubicBezTo>
                    <a:pt x="6740" y="5180"/>
                    <a:pt x="6752" y="5192"/>
                    <a:pt x="6764" y="5216"/>
                  </a:cubicBezTo>
                  <a:cubicBezTo>
                    <a:pt x="7109" y="5645"/>
                    <a:pt x="7573" y="5978"/>
                    <a:pt x="8097" y="6169"/>
                  </a:cubicBezTo>
                  <a:cubicBezTo>
                    <a:pt x="7645" y="6657"/>
                    <a:pt x="7192" y="7157"/>
                    <a:pt x="6752" y="7681"/>
                  </a:cubicBezTo>
                  <a:cubicBezTo>
                    <a:pt x="6537" y="7943"/>
                    <a:pt x="6323" y="8193"/>
                    <a:pt x="6109" y="8467"/>
                  </a:cubicBezTo>
                  <a:cubicBezTo>
                    <a:pt x="6002" y="8598"/>
                    <a:pt x="5906" y="8728"/>
                    <a:pt x="5811" y="8883"/>
                  </a:cubicBezTo>
                  <a:cubicBezTo>
                    <a:pt x="5740" y="8967"/>
                    <a:pt x="5680" y="9062"/>
                    <a:pt x="5633" y="9169"/>
                  </a:cubicBezTo>
                  <a:cubicBezTo>
                    <a:pt x="5371" y="8776"/>
                    <a:pt x="5025" y="8443"/>
                    <a:pt x="4632" y="8205"/>
                  </a:cubicBezTo>
                  <a:cubicBezTo>
                    <a:pt x="4466" y="8109"/>
                    <a:pt x="4287" y="8038"/>
                    <a:pt x="4109" y="7967"/>
                  </a:cubicBezTo>
                  <a:cubicBezTo>
                    <a:pt x="4156" y="7931"/>
                    <a:pt x="4204" y="7895"/>
                    <a:pt x="4251" y="7847"/>
                  </a:cubicBezTo>
                  <a:cubicBezTo>
                    <a:pt x="4382" y="7716"/>
                    <a:pt x="4501" y="7574"/>
                    <a:pt x="4621" y="7443"/>
                  </a:cubicBezTo>
                  <a:cubicBezTo>
                    <a:pt x="4871" y="7169"/>
                    <a:pt x="5121" y="6895"/>
                    <a:pt x="5371" y="6621"/>
                  </a:cubicBezTo>
                  <a:cubicBezTo>
                    <a:pt x="5811" y="6121"/>
                    <a:pt x="6264" y="5633"/>
                    <a:pt x="6728" y="5157"/>
                  </a:cubicBezTo>
                  <a:close/>
                  <a:moveTo>
                    <a:pt x="3125" y="8301"/>
                  </a:moveTo>
                  <a:cubicBezTo>
                    <a:pt x="3443" y="8301"/>
                    <a:pt x="3762" y="8364"/>
                    <a:pt x="4061" y="8490"/>
                  </a:cubicBezTo>
                  <a:cubicBezTo>
                    <a:pt x="5335" y="9038"/>
                    <a:pt x="5871" y="10503"/>
                    <a:pt x="5561" y="11812"/>
                  </a:cubicBezTo>
                  <a:cubicBezTo>
                    <a:pt x="5406" y="12431"/>
                    <a:pt x="5097" y="13003"/>
                    <a:pt x="4549" y="13348"/>
                  </a:cubicBezTo>
                  <a:cubicBezTo>
                    <a:pt x="4113" y="13614"/>
                    <a:pt x="3620" y="13747"/>
                    <a:pt x="3113" y="13747"/>
                  </a:cubicBezTo>
                  <a:cubicBezTo>
                    <a:pt x="3052" y="13747"/>
                    <a:pt x="2991" y="13745"/>
                    <a:pt x="2930" y="13741"/>
                  </a:cubicBezTo>
                  <a:cubicBezTo>
                    <a:pt x="1608" y="13681"/>
                    <a:pt x="477" y="12753"/>
                    <a:pt x="441" y="11384"/>
                  </a:cubicBezTo>
                  <a:cubicBezTo>
                    <a:pt x="418" y="10157"/>
                    <a:pt x="1180" y="9181"/>
                    <a:pt x="2132" y="8514"/>
                  </a:cubicBezTo>
                  <a:cubicBezTo>
                    <a:pt x="2446" y="8373"/>
                    <a:pt x="2785" y="8301"/>
                    <a:pt x="3125" y="8301"/>
                  </a:cubicBezTo>
                  <a:close/>
                  <a:moveTo>
                    <a:pt x="4966" y="13658"/>
                  </a:moveTo>
                  <a:cubicBezTo>
                    <a:pt x="4990" y="13765"/>
                    <a:pt x="5025" y="13884"/>
                    <a:pt x="5049" y="14003"/>
                  </a:cubicBezTo>
                  <a:cubicBezTo>
                    <a:pt x="5121" y="14229"/>
                    <a:pt x="5192" y="14467"/>
                    <a:pt x="5263" y="14694"/>
                  </a:cubicBezTo>
                  <a:cubicBezTo>
                    <a:pt x="5418" y="15158"/>
                    <a:pt x="5597" y="15610"/>
                    <a:pt x="5775" y="16075"/>
                  </a:cubicBezTo>
                  <a:cubicBezTo>
                    <a:pt x="5775" y="16075"/>
                    <a:pt x="5775" y="16087"/>
                    <a:pt x="5787" y="16087"/>
                  </a:cubicBezTo>
                  <a:cubicBezTo>
                    <a:pt x="5930" y="16527"/>
                    <a:pt x="6085" y="16956"/>
                    <a:pt x="6252" y="17384"/>
                  </a:cubicBezTo>
                  <a:cubicBezTo>
                    <a:pt x="5990" y="17396"/>
                    <a:pt x="5740" y="17456"/>
                    <a:pt x="5490" y="17551"/>
                  </a:cubicBezTo>
                  <a:cubicBezTo>
                    <a:pt x="5204" y="17670"/>
                    <a:pt x="4942" y="17837"/>
                    <a:pt x="4716" y="18039"/>
                  </a:cubicBezTo>
                  <a:cubicBezTo>
                    <a:pt x="4454" y="17396"/>
                    <a:pt x="4204" y="16753"/>
                    <a:pt x="3978" y="16087"/>
                  </a:cubicBezTo>
                  <a:cubicBezTo>
                    <a:pt x="3847" y="15729"/>
                    <a:pt x="3716" y="15360"/>
                    <a:pt x="3585" y="15003"/>
                  </a:cubicBezTo>
                  <a:cubicBezTo>
                    <a:pt x="3501" y="14741"/>
                    <a:pt x="3418" y="14467"/>
                    <a:pt x="3299" y="14217"/>
                  </a:cubicBezTo>
                  <a:cubicBezTo>
                    <a:pt x="3894" y="14193"/>
                    <a:pt x="4478" y="13991"/>
                    <a:pt x="4966" y="13658"/>
                  </a:cubicBezTo>
                  <a:close/>
                  <a:moveTo>
                    <a:pt x="6304" y="17838"/>
                  </a:moveTo>
                  <a:cubicBezTo>
                    <a:pt x="6622" y="17838"/>
                    <a:pt x="6941" y="17901"/>
                    <a:pt x="7240" y="18027"/>
                  </a:cubicBezTo>
                  <a:cubicBezTo>
                    <a:pt x="8502" y="18575"/>
                    <a:pt x="9038" y="20039"/>
                    <a:pt x="8728" y="21337"/>
                  </a:cubicBezTo>
                  <a:cubicBezTo>
                    <a:pt x="8573" y="21968"/>
                    <a:pt x="8264" y="22540"/>
                    <a:pt x="7716" y="22885"/>
                  </a:cubicBezTo>
                  <a:cubicBezTo>
                    <a:pt x="7291" y="23151"/>
                    <a:pt x="6790" y="23284"/>
                    <a:pt x="6289" y="23284"/>
                  </a:cubicBezTo>
                  <a:cubicBezTo>
                    <a:pt x="6229" y="23284"/>
                    <a:pt x="6169" y="23282"/>
                    <a:pt x="6109" y="23278"/>
                  </a:cubicBezTo>
                  <a:cubicBezTo>
                    <a:pt x="4775" y="23218"/>
                    <a:pt x="3656" y="22278"/>
                    <a:pt x="3620" y="20909"/>
                  </a:cubicBezTo>
                  <a:cubicBezTo>
                    <a:pt x="3597" y="19694"/>
                    <a:pt x="4347" y="18706"/>
                    <a:pt x="5311" y="18051"/>
                  </a:cubicBezTo>
                  <a:cubicBezTo>
                    <a:pt x="5625" y="17910"/>
                    <a:pt x="5964" y="17838"/>
                    <a:pt x="6304" y="17838"/>
                  </a:cubicBezTo>
                  <a:close/>
                  <a:moveTo>
                    <a:pt x="9456" y="1"/>
                  </a:moveTo>
                  <a:cubicBezTo>
                    <a:pt x="9126" y="1"/>
                    <a:pt x="8794" y="63"/>
                    <a:pt x="8478" y="192"/>
                  </a:cubicBezTo>
                  <a:cubicBezTo>
                    <a:pt x="7930" y="418"/>
                    <a:pt x="7466" y="811"/>
                    <a:pt x="7157" y="1323"/>
                  </a:cubicBezTo>
                  <a:cubicBezTo>
                    <a:pt x="6656" y="1835"/>
                    <a:pt x="6335" y="2502"/>
                    <a:pt x="6252" y="3216"/>
                  </a:cubicBezTo>
                  <a:cubicBezTo>
                    <a:pt x="6192" y="3787"/>
                    <a:pt x="6287" y="4359"/>
                    <a:pt x="6549" y="4871"/>
                  </a:cubicBezTo>
                  <a:cubicBezTo>
                    <a:pt x="6037" y="5359"/>
                    <a:pt x="5537" y="5847"/>
                    <a:pt x="5061" y="6359"/>
                  </a:cubicBezTo>
                  <a:cubicBezTo>
                    <a:pt x="4811" y="6645"/>
                    <a:pt x="4585" y="6931"/>
                    <a:pt x="4347" y="7216"/>
                  </a:cubicBezTo>
                  <a:cubicBezTo>
                    <a:pt x="4240" y="7359"/>
                    <a:pt x="4120" y="7490"/>
                    <a:pt x="4025" y="7645"/>
                  </a:cubicBezTo>
                  <a:cubicBezTo>
                    <a:pt x="3978" y="7728"/>
                    <a:pt x="3918" y="7800"/>
                    <a:pt x="3882" y="7871"/>
                  </a:cubicBezTo>
                  <a:lnTo>
                    <a:pt x="3859" y="7907"/>
                  </a:lnTo>
                  <a:cubicBezTo>
                    <a:pt x="3664" y="7862"/>
                    <a:pt x="3467" y="7839"/>
                    <a:pt x="3269" y="7839"/>
                  </a:cubicBezTo>
                  <a:cubicBezTo>
                    <a:pt x="2945" y="7839"/>
                    <a:pt x="2621" y="7900"/>
                    <a:pt x="2311" y="8026"/>
                  </a:cubicBezTo>
                  <a:cubicBezTo>
                    <a:pt x="1763" y="8252"/>
                    <a:pt x="1299" y="8645"/>
                    <a:pt x="989" y="9157"/>
                  </a:cubicBezTo>
                  <a:cubicBezTo>
                    <a:pt x="489" y="9669"/>
                    <a:pt x="168" y="10336"/>
                    <a:pt x="84" y="11050"/>
                  </a:cubicBezTo>
                  <a:cubicBezTo>
                    <a:pt x="1" y="11753"/>
                    <a:pt x="179" y="12479"/>
                    <a:pt x="608" y="13050"/>
                  </a:cubicBezTo>
                  <a:cubicBezTo>
                    <a:pt x="1084" y="13646"/>
                    <a:pt x="1751" y="14039"/>
                    <a:pt x="2501" y="14158"/>
                  </a:cubicBezTo>
                  <a:cubicBezTo>
                    <a:pt x="2668" y="14193"/>
                    <a:pt x="2823" y="14205"/>
                    <a:pt x="2989" y="14217"/>
                  </a:cubicBezTo>
                  <a:cubicBezTo>
                    <a:pt x="3049" y="14515"/>
                    <a:pt x="3132" y="14813"/>
                    <a:pt x="3239" y="15098"/>
                  </a:cubicBezTo>
                  <a:cubicBezTo>
                    <a:pt x="3358" y="15467"/>
                    <a:pt x="3489" y="15837"/>
                    <a:pt x="3620" y="16194"/>
                  </a:cubicBezTo>
                  <a:cubicBezTo>
                    <a:pt x="3894" y="16908"/>
                    <a:pt x="4156" y="17622"/>
                    <a:pt x="4418" y="18337"/>
                  </a:cubicBezTo>
                  <a:cubicBezTo>
                    <a:pt x="4323" y="18444"/>
                    <a:pt x="4228" y="18563"/>
                    <a:pt x="4156" y="18694"/>
                  </a:cubicBezTo>
                  <a:cubicBezTo>
                    <a:pt x="3656" y="19206"/>
                    <a:pt x="3347" y="19873"/>
                    <a:pt x="3263" y="20587"/>
                  </a:cubicBezTo>
                  <a:cubicBezTo>
                    <a:pt x="3180" y="21290"/>
                    <a:pt x="3358" y="22004"/>
                    <a:pt x="3775" y="22587"/>
                  </a:cubicBezTo>
                  <a:cubicBezTo>
                    <a:pt x="4251" y="23171"/>
                    <a:pt x="4930" y="23564"/>
                    <a:pt x="5680" y="23695"/>
                  </a:cubicBezTo>
                  <a:cubicBezTo>
                    <a:pt x="5895" y="23733"/>
                    <a:pt x="6110" y="23753"/>
                    <a:pt x="6322" y="23753"/>
                  </a:cubicBezTo>
                  <a:cubicBezTo>
                    <a:pt x="7545" y="23753"/>
                    <a:pt x="8676" y="23114"/>
                    <a:pt x="9133" y="21897"/>
                  </a:cubicBezTo>
                  <a:cubicBezTo>
                    <a:pt x="9693" y="20397"/>
                    <a:pt x="9228" y="18575"/>
                    <a:pt x="7799" y="17742"/>
                  </a:cubicBezTo>
                  <a:cubicBezTo>
                    <a:pt x="7454" y="17539"/>
                    <a:pt x="7073" y="17420"/>
                    <a:pt x="6680" y="17372"/>
                  </a:cubicBezTo>
                  <a:cubicBezTo>
                    <a:pt x="6442" y="16765"/>
                    <a:pt x="6204" y="16158"/>
                    <a:pt x="5954" y="15563"/>
                  </a:cubicBezTo>
                  <a:cubicBezTo>
                    <a:pt x="5823" y="15241"/>
                    <a:pt x="5692" y="14944"/>
                    <a:pt x="5561" y="14646"/>
                  </a:cubicBezTo>
                  <a:cubicBezTo>
                    <a:pt x="5549" y="14634"/>
                    <a:pt x="5549" y="14622"/>
                    <a:pt x="5549" y="14610"/>
                  </a:cubicBezTo>
                  <a:cubicBezTo>
                    <a:pt x="5466" y="14372"/>
                    <a:pt x="5394" y="14158"/>
                    <a:pt x="5299" y="13932"/>
                  </a:cubicBezTo>
                  <a:cubicBezTo>
                    <a:pt x="5252" y="13812"/>
                    <a:pt x="5192" y="13693"/>
                    <a:pt x="5144" y="13586"/>
                  </a:cubicBezTo>
                  <a:cubicBezTo>
                    <a:pt x="5144" y="13562"/>
                    <a:pt x="5132" y="13551"/>
                    <a:pt x="5121" y="13527"/>
                  </a:cubicBezTo>
                  <a:cubicBezTo>
                    <a:pt x="5502" y="13217"/>
                    <a:pt x="5787" y="12812"/>
                    <a:pt x="5966" y="12360"/>
                  </a:cubicBezTo>
                  <a:cubicBezTo>
                    <a:pt x="6335" y="11348"/>
                    <a:pt x="6252" y="10229"/>
                    <a:pt x="5716" y="9288"/>
                  </a:cubicBezTo>
                  <a:cubicBezTo>
                    <a:pt x="5799" y="9217"/>
                    <a:pt x="5894" y="9133"/>
                    <a:pt x="5978" y="9050"/>
                  </a:cubicBezTo>
                  <a:cubicBezTo>
                    <a:pt x="6097" y="8931"/>
                    <a:pt x="6216" y="8812"/>
                    <a:pt x="6335" y="8681"/>
                  </a:cubicBezTo>
                  <a:cubicBezTo>
                    <a:pt x="6561" y="8419"/>
                    <a:pt x="6787" y="8157"/>
                    <a:pt x="7014" y="7895"/>
                  </a:cubicBezTo>
                  <a:cubicBezTo>
                    <a:pt x="7478" y="7383"/>
                    <a:pt x="7930" y="6871"/>
                    <a:pt x="8395" y="6359"/>
                  </a:cubicBezTo>
                  <a:cubicBezTo>
                    <a:pt x="8419" y="6335"/>
                    <a:pt x="8431" y="6300"/>
                    <a:pt x="8431" y="6276"/>
                  </a:cubicBezTo>
                  <a:cubicBezTo>
                    <a:pt x="8514" y="6288"/>
                    <a:pt x="8597" y="6312"/>
                    <a:pt x="8681" y="6323"/>
                  </a:cubicBezTo>
                  <a:cubicBezTo>
                    <a:pt x="8891" y="6362"/>
                    <a:pt x="9103" y="6381"/>
                    <a:pt x="9311" y="6381"/>
                  </a:cubicBezTo>
                  <a:cubicBezTo>
                    <a:pt x="10530" y="6381"/>
                    <a:pt x="11664" y="5735"/>
                    <a:pt x="12121" y="4526"/>
                  </a:cubicBezTo>
                  <a:cubicBezTo>
                    <a:pt x="12681" y="3014"/>
                    <a:pt x="12217" y="1204"/>
                    <a:pt x="10788" y="370"/>
                  </a:cubicBezTo>
                  <a:cubicBezTo>
                    <a:pt x="10383" y="126"/>
                    <a:pt x="9922" y="1"/>
                    <a:pt x="94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8" name="Google Shape;2208;p49"/>
          <p:cNvSpPr txBox="1">
            <a:spLocks noGrp="1"/>
          </p:cNvSpPr>
          <p:nvPr>
            <p:ph type="title"/>
          </p:nvPr>
        </p:nvSpPr>
        <p:spPr>
          <a:xfrm>
            <a:off x="1767600" y="1857178"/>
            <a:ext cx="5608800" cy="22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Awesome words</a:t>
            </a:r>
            <a:endParaRPr/>
          </a:p>
        </p:txBody>
      </p:sp>
      <p:sp>
        <p:nvSpPr>
          <p:cNvPr id="2209" name="Google Shape;2209;p49"/>
          <p:cNvSpPr txBox="1">
            <a:spLocks noGrp="1"/>
          </p:cNvSpPr>
          <p:nvPr>
            <p:ph type="subTitle" idx="1"/>
          </p:nvPr>
        </p:nvSpPr>
        <p:spPr>
          <a:xfrm>
            <a:off x="1767650" y="4060375"/>
            <a:ext cx="5608800" cy="37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Because keywords catch your audience’s attention</a:t>
            </a:r>
            <a:endParaRPr/>
          </a:p>
        </p:txBody>
      </p:sp>
      <p:sp>
        <p:nvSpPr>
          <p:cNvPr id="2210" name="Google Shape;2210;p49"/>
          <p:cNvSpPr/>
          <p:nvPr/>
        </p:nvSpPr>
        <p:spPr>
          <a:xfrm>
            <a:off x="3303678" y="3143625"/>
            <a:ext cx="2565470" cy="750472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 w="19050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accent2"/>
                </a:solidFill>
                <a:latin typeface="Viga"/>
              </a:rPr>
              <a:t>words</a:t>
            </a:r>
          </a:p>
        </p:txBody>
      </p:sp>
      <p:grpSp>
        <p:nvGrpSpPr>
          <p:cNvPr id="2211" name="Google Shape;2211;p49"/>
          <p:cNvGrpSpPr/>
          <p:nvPr/>
        </p:nvGrpSpPr>
        <p:grpSpPr>
          <a:xfrm>
            <a:off x="4123906" y="549911"/>
            <a:ext cx="931926" cy="1329187"/>
            <a:chOff x="2088950" y="3293875"/>
            <a:chExt cx="456625" cy="651275"/>
          </a:xfrm>
        </p:grpSpPr>
        <p:sp>
          <p:nvSpPr>
            <p:cNvPr id="2212" name="Google Shape;2212;p49"/>
            <p:cNvSpPr/>
            <p:nvPr/>
          </p:nvSpPr>
          <p:spPr>
            <a:xfrm>
              <a:off x="2124075" y="3878575"/>
              <a:ext cx="104200" cy="55175"/>
            </a:xfrm>
            <a:custGeom>
              <a:avLst/>
              <a:gdLst/>
              <a:ahLst/>
              <a:cxnLst/>
              <a:rect l="l" t="t" r="r" b="b"/>
              <a:pathLst>
                <a:path w="4168" h="2207" extrusionOk="0">
                  <a:moveTo>
                    <a:pt x="0" y="1"/>
                  </a:moveTo>
                  <a:cubicBezTo>
                    <a:pt x="119" y="370"/>
                    <a:pt x="286" y="727"/>
                    <a:pt x="500" y="1049"/>
                  </a:cubicBezTo>
                  <a:cubicBezTo>
                    <a:pt x="786" y="1465"/>
                    <a:pt x="1167" y="1870"/>
                    <a:pt x="1631" y="2072"/>
                  </a:cubicBezTo>
                  <a:cubicBezTo>
                    <a:pt x="1841" y="2165"/>
                    <a:pt x="2066" y="2206"/>
                    <a:pt x="2291" y="2206"/>
                  </a:cubicBezTo>
                  <a:cubicBezTo>
                    <a:pt x="2614" y="2206"/>
                    <a:pt x="2939" y="2122"/>
                    <a:pt x="3227" y="1989"/>
                  </a:cubicBezTo>
                  <a:cubicBezTo>
                    <a:pt x="3489" y="1858"/>
                    <a:pt x="3727" y="1703"/>
                    <a:pt x="3953" y="1525"/>
                  </a:cubicBezTo>
                  <a:lnTo>
                    <a:pt x="4167" y="1358"/>
                  </a:lnTo>
                  <a:lnTo>
                    <a:pt x="4167" y="1358"/>
                  </a:lnTo>
                  <a:cubicBezTo>
                    <a:pt x="3990" y="1375"/>
                    <a:pt x="3812" y="1383"/>
                    <a:pt x="3635" y="1383"/>
                  </a:cubicBezTo>
                  <a:cubicBezTo>
                    <a:pt x="2681" y="1383"/>
                    <a:pt x="1734" y="1143"/>
                    <a:pt x="881" y="691"/>
                  </a:cubicBezTo>
                  <a:cubicBezTo>
                    <a:pt x="548" y="525"/>
                    <a:pt x="250" y="287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49"/>
            <p:cNvSpPr/>
            <p:nvPr/>
          </p:nvSpPr>
          <p:spPr>
            <a:xfrm>
              <a:off x="2119000" y="3763975"/>
              <a:ext cx="168500" cy="137750"/>
            </a:xfrm>
            <a:custGeom>
              <a:avLst/>
              <a:gdLst/>
              <a:ahLst/>
              <a:cxnLst/>
              <a:rect l="l" t="t" r="r" b="b"/>
              <a:pathLst>
                <a:path w="6740" h="5510" extrusionOk="0">
                  <a:moveTo>
                    <a:pt x="905" y="1"/>
                  </a:moveTo>
                  <a:lnTo>
                    <a:pt x="905" y="1"/>
                  </a:lnTo>
                  <a:cubicBezTo>
                    <a:pt x="858" y="72"/>
                    <a:pt x="798" y="144"/>
                    <a:pt x="763" y="191"/>
                  </a:cubicBezTo>
                  <a:cubicBezTo>
                    <a:pt x="667" y="287"/>
                    <a:pt x="584" y="394"/>
                    <a:pt x="524" y="513"/>
                  </a:cubicBezTo>
                  <a:cubicBezTo>
                    <a:pt x="405" y="727"/>
                    <a:pt x="429" y="1001"/>
                    <a:pt x="560" y="1203"/>
                  </a:cubicBezTo>
                  <a:cubicBezTo>
                    <a:pt x="834" y="1692"/>
                    <a:pt x="1310" y="2025"/>
                    <a:pt x="1703" y="2394"/>
                  </a:cubicBezTo>
                  <a:cubicBezTo>
                    <a:pt x="1780" y="2471"/>
                    <a:pt x="1716" y="2587"/>
                    <a:pt x="1622" y="2587"/>
                  </a:cubicBezTo>
                  <a:cubicBezTo>
                    <a:pt x="1613" y="2587"/>
                    <a:pt x="1605" y="2586"/>
                    <a:pt x="1596" y="2585"/>
                  </a:cubicBezTo>
                  <a:cubicBezTo>
                    <a:pt x="1251" y="2454"/>
                    <a:pt x="953" y="2251"/>
                    <a:pt x="703" y="2001"/>
                  </a:cubicBezTo>
                  <a:cubicBezTo>
                    <a:pt x="536" y="1834"/>
                    <a:pt x="382" y="1656"/>
                    <a:pt x="263" y="1465"/>
                  </a:cubicBezTo>
                  <a:lnTo>
                    <a:pt x="263" y="1465"/>
                  </a:lnTo>
                  <a:cubicBezTo>
                    <a:pt x="36" y="1882"/>
                    <a:pt x="84" y="2394"/>
                    <a:pt x="382" y="2763"/>
                  </a:cubicBezTo>
                  <a:cubicBezTo>
                    <a:pt x="763" y="3251"/>
                    <a:pt x="1370" y="3454"/>
                    <a:pt x="1941" y="3632"/>
                  </a:cubicBezTo>
                  <a:cubicBezTo>
                    <a:pt x="2105" y="3676"/>
                    <a:pt x="2059" y="3888"/>
                    <a:pt x="1914" y="3888"/>
                  </a:cubicBezTo>
                  <a:cubicBezTo>
                    <a:pt x="1900" y="3888"/>
                    <a:pt x="1885" y="3886"/>
                    <a:pt x="1870" y="3882"/>
                  </a:cubicBezTo>
                  <a:cubicBezTo>
                    <a:pt x="1179" y="3716"/>
                    <a:pt x="477" y="3489"/>
                    <a:pt x="36" y="2882"/>
                  </a:cubicBezTo>
                  <a:cubicBezTo>
                    <a:pt x="36" y="2882"/>
                    <a:pt x="36" y="2870"/>
                    <a:pt x="24" y="2870"/>
                  </a:cubicBezTo>
                  <a:cubicBezTo>
                    <a:pt x="13" y="2930"/>
                    <a:pt x="13" y="2989"/>
                    <a:pt x="13" y="3049"/>
                  </a:cubicBezTo>
                  <a:cubicBezTo>
                    <a:pt x="1" y="3180"/>
                    <a:pt x="1" y="3311"/>
                    <a:pt x="24" y="3430"/>
                  </a:cubicBezTo>
                  <a:cubicBezTo>
                    <a:pt x="72" y="3704"/>
                    <a:pt x="179" y="3954"/>
                    <a:pt x="334" y="4168"/>
                  </a:cubicBezTo>
                  <a:cubicBezTo>
                    <a:pt x="644" y="4561"/>
                    <a:pt x="1036" y="4859"/>
                    <a:pt x="1501" y="5037"/>
                  </a:cubicBezTo>
                  <a:cubicBezTo>
                    <a:pt x="1989" y="5252"/>
                    <a:pt x="2501" y="5394"/>
                    <a:pt x="3037" y="5454"/>
                  </a:cubicBezTo>
                  <a:cubicBezTo>
                    <a:pt x="3283" y="5491"/>
                    <a:pt x="3532" y="5510"/>
                    <a:pt x="3780" y="5510"/>
                  </a:cubicBezTo>
                  <a:cubicBezTo>
                    <a:pt x="4083" y="5510"/>
                    <a:pt x="4385" y="5483"/>
                    <a:pt x="4680" y="5430"/>
                  </a:cubicBezTo>
                  <a:cubicBezTo>
                    <a:pt x="4930" y="5394"/>
                    <a:pt x="5156" y="5287"/>
                    <a:pt x="5347" y="5132"/>
                  </a:cubicBezTo>
                  <a:cubicBezTo>
                    <a:pt x="5454" y="5025"/>
                    <a:pt x="5537" y="4871"/>
                    <a:pt x="5549" y="4716"/>
                  </a:cubicBezTo>
                  <a:lnTo>
                    <a:pt x="5549" y="4716"/>
                  </a:lnTo>
                  <a:cubicBezTo>
                    <a:pt x="5306" y="4801"/>
                    <a:pt x="5051" y="4842"/>
                    <a:pt x="4795" y="4842"/>
                  </a:cubicBezTo>
                  <a:cubicBezTo>
                    <a:pt x="4548" y="4842"/>
                    <a:pt x="4300" y="4804"/>
                    <a:pt x="4061" y="4728"/>
                  </a:cubicBezTo>
                  <a:cubicBezTo>
                    <a:pt x="3957" y="4693"/>
                    <a:pt x="3965" y="4501"/>
                    <a:pt x="4085" y="4501"/>
                  </a:cubicBezTo>
                  <a:cubicBezTo>
                    <a:pt x="4089" y="4501"/>
                    <a:pt x="4093" y="4501"/>
                    <a:pt x="4096" y="4501"/>
                  </a:cubicBezTo>
                  <a:cubicBezTo>
                    <a:pt x="4223" y="4521"/>
                    <a:pt x="4351" y="4530"/>
                    <a:pt x="4478" y="4530"/>
                  </a:cubicBezTo>
                  <a:cubicBezTo>
                    <a:pt x="4899" y="4530"/>
                    <a:pt x="5317" y="4423"/>
                    <a:pt x="5692" y="4204"/>
                  </a:cubicBezTo>
                  <a:cubicBezTo>
                    <a:pt x="5918" y="4085"/>
                    <a:pt x="6109" y="3918"/>
                    <a:pt x="6263" y="3704"/>
                  </a:cubicBezTo>
                  <a:cubicBezTo>
                    <a:pt x="6370" y="3549"/>
                    <a:pt x="6442" y="3382"/>
                    <a:pt x="6478" y="3204"/>
                  </a:cubicBezTo>
                  <a:lnTo>
                    <a:pt x="6478" y="3204"/>
                  </a:lnTo>
                  <a:cubicBezTo>
                    <a:pt x="6204" y="3370"/>
                    <a:pt x="5906" y="3478"/>
                    <a:pt x="5597" y="3537"/>
                  </a:cubicBezTo>
                  <a:cubicBezTo>
                    <a:pt x="5358" y="3585"/>
                    <a:pt x="5156" y="3620"/>
                    <a:pt x="4918" y="3656"/>
                  </a:cubicBezTo>
                  <a:cubicBezTo>
                    <a:pt x="4680" y="3692"/>
                    <a:pt x="4454" y="3739"/>
                    <a:pt x="4215" y="3751"/>
                  </a:cubicBezTo>
                  <a:cubicBezTo>
                    <a:pt x="4211" y="3752"/>
                    <a:pt x="4208" y="3752"/>
                    <a:pt x="4204" y="3752"/>
                  </a:cubicBezTo>
                  <a:cubicBezTo>
                    <a:pt x="4132" y="3752"/>
                    <a:pt x="4135" y="3643"/>
                    <a:pt x="4204" y="3620"/>
                  </a:cubicBezTo>
                  <a:cubicBezTo>
                    <a:pt x="4882" y="3394"/>
                    <a:pt x="5704" y="3370"/>
                    <a:pt x="6287" y="2870"/>
                  </a:cubicBezTo>
                  <a:cubicBezTo>
                    <a:pt x="6513" y="2692"/>
                    <a:pt x="6680" y="2418"/>
                    <a:pt x="6728" y="2132"/>
                  </a:cubicBezTo>
                  <a:cubicBezTo>
                    <a:pt x="6740" y="2025"/>
                    <a:pt x="6740" y="1906"/>
                    <a:pt x="6716" y="1799"/>
                  </a:cubicBezTo>
                  <a:cubicBezTo>
                    <a:pt x="6609" y="2013"/>
                    <a:pt x="6478" y="2204"/>
                    <a:pt x="6323" y="2370"/>
                  </a:cubicBezTo>
                  <a:cubicBezTo>
                    <a:pt x="6109" y="2608"/>
                    <a:pt x="5823" y="2787"/>
                    <a:pt x="5513" y="2882"/>
                  </a:cubicBezTo>
                  <a:cubicBezTo>
                    <a:pt x="5309" y="2933"/>
                    <a:pt x="5101" y="2957"/>
                    <a:pt x="4894" y="2957"/>
                  </a:cubicBezTo>
                  <a:cubicBezTo>
                    <a:pt x="4714" y="2957"/>
                    <a:pt x="4535" y="2939"/>
                    <a:pt x="4358" y="2906"/>
                  </a:cubicBezTo>
                  <a:cubicBezTo>
                    <a:pt x="3608" y="2787"/>
                    <a:pt x="2882" y="2537"/>
                    <a:pt x="2227" y="2156"/>
                  </a:cubicBezTo>
                  <a:cubicBezTo>
                    <a:pt x="1608" y="1799"/>
                    <a:pt x="1013" y="1311"/>
                    <a:pt x="905" y="549"/>
                  </a:cubicBezTo>
                  <a:cubicBezTo>
                    <a:pt x="905" y="537"/>
                    <a:pt x="905" y="525"/>
                    <a:pt x="905" y="513"/>
                  </a:cubicBezTo>
                  <a:cubicBezTo>
                    <a:pt x="894" y="501"/>
                    <a:pt x="882" y="477"/>
                    <a:pt x="894" y="453"/>
                  </a:cubicBezTo>
                  <a:cubicBezTo>
                    <a:pt x="894" y="453"/>
                    <a:pt x="894" y="441"/>
                    <a:pt x="894" y="430"/>
                  </a:cubicBezTo>
                  <a:cubicBezTo>
                    <a:pt x="882" y="287"/>
                    <a:pt x="894" y="144"/>
                    <a:pt x="90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49"/>
            <p:cNvSpPr/>
            <p:nvPr/>
          </p:nvSpPr>
          <p:spPr>
            <a:xfrm>
              <a:off x="2352075" y="3536250"/>
              <a:ext cx="51800" cy="42925"/>
            </a:xfrm>
            <a:custGeom>
              <a:avLst/>
              <a:gdLst/>
              <a:ahLst/>
              <a:cxnLst/>
              <a:rect l="l" t="t" r="r" b="b"/>
              <a:pathLst>
                <a:path w="2072" h="1717" extrusionOk="0">
                  <a:moveTo>
                    <a:pt x="1858" y="1"/>
                  </a:moveTo>
                  <a:cubicBezTo>
                    <a:pt x="1765" y="1"/>
                    <a:pt x="1656" y="57"/>
                    <a:pt x="1584" y="97"/>
                  </a:cubicBezTo>
                  <a:cubicBezTo>
                    <a:pt x="1250" y="299"/>
                    <a:pt x="965" y="549"/>
                    <a:pt x="703" y="847"/>
                  </a:cubicBezTo>
                  <a:cubicBezTo>
                    <a:pt x="453" y="1121"/>
                    <a:pt x="215" y="1418"/>
                    <a:pt x="0" y="1716"/>
                  </a:cubicBezTo>
                  <a:cubicBezTo>
                    <a:pt x="119" y="1716"/>
                    <a:pt x="250" y="1692"/>
                    <a:pt x="381" y="1680"/>
                  </a:cubicBezTo>
                  <a:cubicBezTo>
                    <a:pt x="1048" y="1549"/>
                    <a:pt x="1739" y="1133"/>
                    <a:pt x="1977" y="454"/>
                  </a:cubicBezTo>
                  <a:cubicBezTo>
                    <a:pt x="2024" y="347"/>
                    <a:pt x="2072" y="156"/>
                    <a:pt x="1977" y="49"/>
                  </a:cubicBezTo>
                  <a:cubicBezTo>
                    <a:pt x="1945" y="14"/>
                    <a:pt x="1904" y="1"/>
                    <a:pt x="185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49"/>
            <p:cNvSpPr/>
            <p:nvPr/>
          </p:nvSpPr>
          <p:spPr>
            <a:xfrm>
              <a:off x="2293425" y="3488175"/>
              <a:ext cx="41700" cy="57050"/>
            </a:xfrm>
            <a:custGeom>
              <a:avLst/>
              <a:gdLst/>
              <a:ahLst/>
              <a:cxnLst/>
              <a:rect l="l" t="t" r="r" b="b"/>
              <a:pathLst>
                <a:path w="1668" h="2282" extrusionOk="0">
                  <a:moveTo>
                    <a:pt x="1234" y="0"/>
                  </a:moveTo>
                  <a:cubicBezTo>
                    <a:pt x="1056" y="0"/>
                    <a:pt x="855" y="146"/>
                    <a:pt x="727" y="282"/>
                  </a:cubicBezTo>
                  <a:cubicBezTo>
                    <a:pt x="465" y="567"/>
                    <a:pt x="263" y="901"/>
                    <a:pt x="144" y="1282"/>
                  </a:cubicBezTo>
                  <a:cubicBezTo>
                    <a:pt x="36" y="1603"/>
                    <a:pt x="1" y="1948"/>
                    <a:pt x="48" y="2282"/>
                  </a:cubicBezTo>
                  <a:cubicBezTo>
                    <a:pt x="263" y="2163"/>
                    <a:pt x="453" y="2032"/>
                    <a:pt x="644" y="1889"/>
                  </a:cubicBezTo>
                  <a:cubicBezTo>
                    <a:pt x="941" y="1675"/>
                    <a:pt x="1191" y="1413"/>
                    <a:pt x="1394" y="1103"/>
                  </a:cubicBezTo>
                  <a:cubicBezTo>
                    <a:pt x="1548" y="841"/>
                    <a:pt x="1668" y="472"/>
                    <a:pt x="1501" y="174"/>
                  </a:cubicBezTo>
                  <a:cubicBezTo>
                    <a:pt x="1431" y="48"/>
                    <a:pt x="1336" y="0"/>
                    <a:pt x="123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49"/>
            <p:cNvSpPr/>
            <p:nvPr/>
          </p:nvSpPr>
          <p:spPr>
            <a:xfrm>
              <a:off x="2189250" y="3461725"/>
              <a:ext cx="36625" cy="90650"/>
            </a:xfrm>
            <a:custGeom>
              <a:avLst/>
              <a:gdLst/>
              <a:ahLst/>
              <a:cxnLst/>
              <a:rect l="l" t="t" r="r" b="b"/>
              <a:pathLst>
                <a:path w="1465" h="3626" extrusionOk="0">
                  <a:moveTo>
                    <a:pt x="1007" y="1"/>
                  </a:moveTo>
                  <a:cubicBezTo>
                    <a:pt x="806" y="1"/>
                    <a:pt x="586" y="249"/>
                    <a:pt x="501" y="411"/>
                  </a:cubicBezTo>
                  <a:cubicBezTo>
                    <a:pt x="298" y="780"/>
                    <a:pt x="167" y="1185"/>
                    <a:pt x="96" y="1602"/>
                  </a:cubicBezTo>
                  <a:cubicBezTo>
                    <a:pt x="0" y="2280"/>
                    <a:pt x="322" y="2911"/>
                    <a:pt x="846" y="3328"/>
                  </a:cubicBezTo>
                  <a:cubicBezTo>
                    <a:pt x="989" y="3447"/>
                    <a:pt x="1155" y="3554"/>
                    <a:pt x="1322" y="3626"/>
                  </a:cubicBezTo>
                  <a:cubicBezTo>
                    <a:pt x="1358" y="3268"/>
                    <a:pt x="1394" y="2887"/>
                    <a:pt x="1417" y="2518"/>
                  </a:cubicBezTo>
                  <a:cubicBezTo>
                    <a:pt x="1453" y="2102"/>
                    <a:pt x="1465" y="1673"/>
                    <a:pt x="1453" y="1256"/>
                  </a:cubicBezTo>
                  <a:cubicBezTo>
                    <a:pt x="1453" y="1030"/>
                    <a:pt x="1417" y="804"/>
                    <a:pt x="1382" y="590"/>
                  </a:cubicBezTo>
                  <a:cubicBezTo>
                    <a:pt x="1358" y="435"/>
                    <a:pt x="1310" y="280"/>
                    <a:pt x="1227" y="137"/>
                  </a:cubicBezTo>
                  <a:cubicBezTo>
                    <a:pt x="1163" y="39"/>
                    <a:pt x="1086" y="1"/>
                    <a:pt x="100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49"/>
            <p:cNvSpPr/>
            <p:nvPr/>
          </p:nvSpPr>
          <p:spPr>
            <a:xfrm>
              <a:off x="2177950" y="3557400"/>
              <a:ext cx="157775" cy="268825"/>
            </a:xfrm>
            <a:custGeom>
              <a:avLst/>
              <a:gdLst/>
              <a:ahLst/>
              <a:cxnLst/>
              <a:rect l="l" t="t" r="r" b="b"/>
              <a:pathLst>
                <a:path w="6311" h="10753" extrusionOk="0">
                  <a:moveTo>
                    <a:pt x="4453" y="1"/>
                  </a:moveTo>
                  <a:cubicBezTo>
                    <a:pt x="3978" y="229"/>
                    <a:pt x="3453" y="349"/>
                    <a:pt x="2927" y="349"/>
                  </a:cubicBezTo>
                  <a:cubicBezTo>
                    <a:pt x="2821" y="349"/>
                    <a:pt x="2714" y="344"/>
                    <a:pt x="2608" y="334"/>
                  </a:cubicBezTo>
                  <a:cubicBezTo>
                    <a:pt x="2465" y="322"/>
                    <a:pt x="2322" y="299"/>
                    <a:pt x="2179" y="263"/>
                  </a:cubicBezTo>
                  <a:cubicBezTo>
                    <a:pt x="2000" y="1668"/>
                    <a:pt x="1738" y="3073"/>
                    <a:pt x="1465" y="4466"/>
                  </a:cubicBezTo>
                  <a:cubicBezTo>
                    <a:pt x="1095" y="6335"/>
                    <a:pt x="726" y="8216"/>
                    <a:pt x="12" y="9990"/>
                  </a:cubicBezTo>
                  <a:lnTo>
                    <a:pt x="0" y="10014"/>
                  </a:lnTo>
                  <a:cubicBezTo>
                    <a:pt x="107" y="10074"/>
                    <a:pt x="226" y="10133"/>
                    <a:pt x="333" y="10193"/>
                  </a:cubicBezTo>
                  <a:cubicBezTo>
                    <a:pt x="929" y="10490"/>
                    <a:pt x="1584" y="10669"/>
                    <a:pt x="2250" y="10740"/>
                  </a:cubicBezTo>
                  <a:lnTo>
                    <a:pt x="2286" y="10752"/>
                  </a:lnTo>
                  <a:cubicBezTo>
                    <a:pt x="2286" y="10740"/>
                    <a:pt x="2286" y="10740"/>
                    <a:pt x="2286" y="10729"/>
                  </a:cubicBezTo>
                  <a:cubicBezTo>
                    <a:pt x="2417" y="10300"/>
                    <a:pt x="2560" y="9871"/>
                    <a:pt x="2703" y="9431"/>
                  </a:cubicBezTo>
                  <a:cubicBezTo>
                    <a:pt x="3239" y="7692"/>
                    <a:pt x="3893" y="5978"/>
                    <a:pt x="4632" y="4299"/>
                  </a:cubicBezTo>
                  <a:cubicBezTo>
                    <a:pt x="5013" y="3466"/>
                    <a:pt x="5441" y="2644"/>
                    <a:pt x="5917" y="1846"/>
                  </a:cubicBezTo>
                  <a:cubicBezTo>
                    <a:pt x="6037" y="1632"/>
                    <a:pt x="6179" y="1418"/>
                    <a:pt x="6310" y="1204"/>
                  </a:cubicBezTo>
                  <a:cubicBezTo>
                    <a:pt x="6179" y="1192"/>
                    <a:pt x="6048" y="1168"/>
                    <a:pt x="5917" y="1132"/>
                  </a:cubicBezTo>
                  <a:lnTo>
                    <a:pt x="5775" y="1084"/>
                  </a:lnTo>
                  <a:cubicBezTo>
                    <a:pt x="5191" y="942"/>
                    <a:pt x="4715" y="537"/>
                    <a:pt x="445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49"/>
            <p:cNvSpPr/>
            <p:nvPr/>
          </p:nvSpPr>
          <p:spPr>
            <a:xfrm>
              <a:off x="2102625" y="3305050"/>
              <a:ext cx="428350" cy="521175"/>
            </a:xfrm>
            <a:custGeom>
              <a:avLst/>
              <a:gdLst/>
              <a:ahLst/>
              <a:cxnLst/>
              <a:rect l="l" t="t" r="r" b="b"/>
              <a:pathLst>
                <a:path w="17134" h="20847" extrusionOk="0">
                  <a:moveTo>
                    <a:pt x="7376" y="0"/>
                  </a:moveTo>
                  <a:cubicBezTo>
                    <a:pt x="6676" y="0"/>
                    <a:pt x="5978" y="79"/>
                    <a:pt x="5299" y="249"/>
                  </a:cubicBezTo>
                  <a:cubicBezTo>
                    <a:pt x="3644" y="630"/>
                    <a:pt x="2215" y="1665"/>
                    <a:pt x="1322" y="3106"/>
                  </a:cubicBezTo>
                  <a:cubicBezTo>
                    <a:pt x="441" y="4511"/>
                    <a:pt x="1" y="6142"/>
                    <a:pt x="36" y="7809"/>
                  </a:cubicBezTo>
                  <a:cubicBezTo>
                    <a:pt x="60" y="9738"/>
                    <a:pt x="632" y="11631"/>
                    <a:pt x="1430" y="13369"/>
                  </a:cubicBezTo>
                  <a:cubicBezTo>
                    <a:pt x="1822" y="14226"/>
                    <a:pt x="2358" y="15096"/>
                    <a:pt x="2370" y="16060"/>
                  </a:cubicBezTo>
                  <a:cubicBezTo>
                    <a:pt x="2358" y="16846"/>
                    <a:pt x="2180" y="17632"/>
                    <a:pt x="1870" y="18358"/>
                  </a:cubicBezTo>
                  <a:cubicBezTo>
                    <a:pt x="1858" y="18584"/>
                    <a:pt x="1894" y="18822"/>
                    <a:pt x="1965" y="19037"/>
                  </a:cubicBezTo>
                  <a:cubicBezTo>
                    <a:pt x="2108" y="19477"/>
                    <a:pt x="2465" y="19787"/>
                    <a:pt x="2858" y="20025"/>
                  </a:cubicBezTo>
                  <a:cubicBezTo>
                    <a:pt x="2954" y="19668"/>
                    <a:pt x="3037" y="19310"/>
                    <a:pt x="3120" y="18953"/>
                  </a:cubicBezTo>
                  <a:cubicBezTo>
                    <a:pt x="3561" y="17298"/>
                    <a:pt x="3870" y="15619"/>
                    <a:pt x="4168" y="13929"/>
                  </a:cubicBezTo>
                  <a:cubicBezTo>
                    <a:pt x="4382" y="12691"/>
                    <a:pt x="4585" y="11452"/>
                    <a:pt x="4739" y="10202"/>
                  </a:cubicBezTo>
                  <a:cubicBezTo>
                    <a:pt x="4347" y="10035"/>
                    <a:pt x="4001" y="9774"/>
                    <a:pt x="3727" y="9452"/>
                  </a:cubicBezTo>
                  <a:cubicBezTo>
                    <a:pt x="3215" y="8797"/>
                    <a:pt x="3144" y="8011"/>
                    <a:pt x="3382" y="7238"/>
                  </a:cubicBezTo>
                  <a:cubicBezTo>
                    <a:pt x="3454" y="7023"/>
                    <a:pt x="3537" y="6821"/>
                    <a:pt x="3620" y="6618"/>
                  </a:cubicBezTo>
                  <a:cubicBezTo>
                    <a:pt x="3692" y="6428"/>
                    <a:pt x="3799" y="6249"/>
                    <a:pt x="3942" y="6106"/>
                  </a:cubicBezTo>
                  <a:cubicBezTo>
                    <a:pt x="4083" y="5959"/>
                    <a:pt x="4272" y="5884"/>
                    <a:pt x="4461" y="5884"/>
                  </a:cubicBezTo>
                  <a:cubicBezTo>
                    <a:pt x="4638" y="5884"/>
                    <a:pt x="4815" y="5950"/>
                    <a:pt x="4954" y="6083"/>
                  </a:cubicBezTo>
                  <a:cubicBezTo>
                    <a:pt x="5251" y="6392"/>
                    <a:pt x="5323" y="6916"/>
                    <a:pt x="5359" y="7321"/>
                  </a:cubicBezTo>
                  <a:cubicBezTo>
                    <a:pt x="5394" y="7797"/>
                    <a:pt x="5382" y="8261"/>
                    <a:pt x="5347" y="8738"/>
                  </a:cubicBezTo>
                  <a:cubicBezTo>
                    <a:pt x="5311" y="9178"/>
                    <a:pt x="5263" y="9619"/>
                    <a:pt x="5216" y="10059"/>
                  </a:cubicBezTo>
                  <a:cubicBezTo>
                    <a:pt x="5432" y="10118"/>
                    <a:pt x="5661" y="10147"/>
                    <a:pt x="5889" y="10147"/>
                  </a:cubicBezTo>
                  <a:cubicBezTo>
                    <a:pt x="5986" y="10147"/>
                    <a:pt x="6084" y="10141"/>
                    <a:pt x="6180" y="10131"/>
                  </a:cubicBezTo>
                  <a:cubicBezTo>
                    <a:pt x="6585" y="10083"/>
                    <a:pt x="6978" y="9964"/>
                    <a:pt x="7347" y="9785"/>
                  </a:cubicBezTo>
                  <a:cubicBezTo>
                    <a:pt x="7323" y="9690"/>
                    <a:pt x="7311" y="9607"/>
                    <a:pt x="7299" y="9523"/>
                  </a:cubicBezTo>
                  <a:cubicBezTo>
                    <a:pt x="7252" y="9107"/>
                    <a:pt x="7323" y="8690"/>
                    <a:pt x="7490" y="8309"/>
                  </a:cubicBezTo>
                  <a:cubicBezTo>
                    <a:pt x="7633" y="7904"/>
                    <a:pt x="7871" y="7535"/>
                    <a:pt x="8180" y="7238"/>
                  </a:cubicBezTo>
                  <a:cubicBezTo>
                    <a:pt x="8379" y="7070"/>
                    <a:pt x="8627" y="6940"/>
                    <a:pt x="8872" y="6940"/>
                  </a:cubicBezTo>
                  <a:cubicBezTo>
                    <a:pt x="8993" y="6940"/>
                    <a:pt x="9114" y="6972"/>
                    <a:pt x="9228" y="7047"/>
                  </a:cubicBezTo>
                  <a:cubicBezTo>
                    <a:pt x="9550" y="7261"/>
                    <a:pt x="9633" y="7678"/>
                    <a:pt x="9585" y="8035"/>
                  </a:cubicBezTo>
                  <a:cubicBezTo>
                    <a:pt x="9466" y="8833"/>
                    <a:pt x="8657" y="9428"/>
                    <a:pt x="8002" y="9821"/>
                  </a:cubicBezTo>
                  <a:cubicBezTo>
                    <a:pt x="7930" y="9869"/>
                    <a:pt x="7847" y="9904"/>
                    <a:pt x="7776" y="9952"/>
                  </a:cubicBezTo>
                  <a:cubicBezTo>
                    <a:pt x="7859" y="10178"/>
                    <a:pt x="8014" y="10381"/>
                    <a:pt x="8216" y="10524"/>
                  </a:cubicBezTo>
                  <a:cubicBezTo>
                    <a:pt x="8454" y="10702"/>
                    <a:pt x="8716" y="10821"/>
                    <a:pt x="9002" y="10881"/>
                  </a:cubicBezTo>
                  <a:cubicBezTo>
                    <a:pt x="9180" y="10928"/>
                    <a:pt x="9359" y="10952"/>
                    <a:pt x="9538" y="10964"/>
                  </a:cubicBezTo>
                  <a:cubicBezTo>
                    <a:pt x="9800" y="10571"/>
                    <a:pt x="10097" y="10190"/>
                    <a:pt x="10431" y="9833"/>
                  </a:cubicBezTo>
                  <a:cubicBezTo>
                    <a:pt x="10704" y="9523"/>
                    <a:pt x="11038" y="9178"/>
                    <a:pt x="11407" y="8976"/>
                  </a:cubicBezTo>
                  <a:cubicBezTo>
                    <a:pt x="11541" y="8909"/>
                    <a:pt x="11694" y="8867"/>
                    <a:pt x="11840" y="8867"/>
                  </a:cubicBezTo>
                  <a:cubicBezTo>
                    <a:pt x="12058" y="8867"/>
                    <a:pt x="12260" y="8960"/>
                    <a:pt x="12359" y="9202"/>
                  </a:cubicBezTo>
                  <a:cubicBezTo>
                    <a:pt x="12490" y="9547"/>
                    <a:pt x="12324" y="9940"/>
                    <a:pt x="12121" y="10226"/>
                  </a:cubicBezTo>
                  <a:cubicBezTo>
                    <a:pt x="11907" y="10559"/>
                    <a:pt x="11597" y="10833"/>
                    <a:pt x="11240" y="11012"/>
                  </a:cubicBezTo>
                  <a:cubicBezTo>
                    <a:pt x="10818" y="11228"/>
                    <a:pt x="10347" y="11336"/>
                    <a:pt x="9871" y="11336"/>
                  </a:cubicBezTo>
                  <a:cubicBezTo>
                    <a:pt x="9823" y="11336"/>
                    <a:pt x="9776" y="11335"/>
                    <a:pt x="9728" y="11333"/>
                  </a:cubicBezTo>
                  <a:cubicBezTo>
                    <a:pt x="9585" y="11536"/>
                    <a:pt x="9454" y="11750"/>
                    <a:pt x="9335" y="11952"/>
                  </a:cubicBezTo>
                  <a:cubicBezTo>
                    <a:pt x="7656" y="14715"/>
                    <a:pt x="6633" y="17786"/>
                    <a:pt x="5680" y="20846"/>
                  </a:cubicBezTo>
                  <a:cubicBezTo>
                    <a:pt x="5859" y="20846"/>
                    <a:pt x="6025" y="20811"/>
                    <a:pt x="6192" y="20739"/>
                  </a:cubicBezTo>
                  <a:cubicBezTo>
                    <a:pt x="6430" y="20620"/>
                    <a:pt x="6644" y="20442"/>
                    <a:pt x="6799" y="20227"/>
                  </a:cubicBezTo>
                  <a:cubicBezTo>
                    <a:pt x="6847" y="20156"/>
                    <a:pt x="6894" y="20096"/>
                    <a:pt x="6930" y="20025"/>
                  </a:cubicBezTo>
                  <a:cubicBezTo>
                    <a:pt x="6906" y="19977"/>
                    <a:pt x="6906" y="19930"/>
                    <a:pt x="6930" y="19882"/>
                  </a:cubicBezTo>
                  <a:cubicBezTo>
                    <a:pt x="7049" y="19465"/>
                    <a:pt x="7168" y="19060"/>
                    <a:pt x="7323" y="18656"/>
                  </a:cubicBezTo>
                  <a:cubicBezTo>
                    <a:pt x="7633" y="17834"/>
                    <a:pt x="8049" y="17096"/>
                    <a:pt x="8776" y="16536"/>
                  </a:cubicBezTo>
                  <a:cubicBezTo>
                    <a:pt x="9490" y="15965"/>
                    <a:pt x="10335" y="15584"/>
                    <a:pt x="11157" y="15155"/>
                  </a:cubicBezTo>
                  <a:cubicBezTo>
                    <a:pt x="12729" y="14346"/>
                    <a:pt x="14324" y="13500"/>
                    <a:pt x="15467" y="12095"/>
                  </a:cubicBezTo>
                  <a:cubicBezTo>
                    <a:pt x="16491" y="10845"/>
                    <a:pt x="17134" y="9238"/>
                    <a:pt x="17086" y="7607"/>
                  </a:cubicBezTo>
                  <a:cubicBezTo>
                    <a:pt x="17027" y="5904"/>
                    <a:pt x="16146" y="4356"/>
                    <a:pt x="14943" y="3177"/>
                  </a:cubicBezTo>
                  <a:cubicBezTo>
                    <a:pt x="13705" y="1939"/>
                    <a:pt x="12193" y="1011"/>
                    <a:pt x="10526" y="499"/>
                  </a:cubicBezTo>
                  <a:cubicBezTo>
                    <a:pt x="9512" y="182"/>
                    <a:pt x="8442" y="0"/>
                    <a:pt x="737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49"/>
            <p:cNvSpPr/>
            <p:nvPr/>
          </p:nvSpPr>
          <p:spPr>
            <a:xfrm>
              <a:off x="2232400" y="3478325"/>
              <a:ext cx="111650" cy="107100"/>
            </a:xfrm>
            <a:custGeom>
              <a:avLst/>
              <a:gdLst/>
              <a:ahLst/>
              <a:cxnLst/>
              <a:rect l="l" t="t" r="r" b="b"/>
              <a:pathLst>
                <a:path w="4466" h="4284" extrusionOk="0">
                  <a:moveTo>
                    <a:pt x="3675" y="394"/>
                  </a:moveTo>
                  <a:cubicBezTo>
                    <a:pt x="3777" y="394"/>
                    <a:pt x="3872" y="442"/>
                    <a:pt x="3942" y="568"/>
                  </a:cubicBezTo>
                  <a:cubicBezTo>
                    <a:pt x="4109" y="866"/>
                    <a:pt x="3989" y="1235"/>
                    <a:pt x="3835" y="1497"/>
                  </a:cubicBezTo>
                  <a:cubicBezTo>
                    <a:pt x="3632" y="1807"/>
                    <a:pt x="3382" y="2069"/>
                    <a:pt x="3085" y="2283"/>
                  </a:cubicBezTo>
                  <a:cubicBezTo>
                    <a:pt x="2894" y="2426"/>
                    <a:pt x="2704" y="2557"/>
                    <a:pt x="2489" y="2676"/>
                  </a:cubicBezTo>
                  <a:cubicBezTo>
                    <a:pt x="2442" y="2342"/>
                    <a:pt x="2477" y="1997"/>
                    <a:pt x="2585" y="1676"/>
                  </a:cubicBezTo>
                  <a:cubicBezTo>
                    <a:pt x="2704" y="1295"/>
                    <a:pt x="2906" y="961"/>
                    <a:pt x="3168" y="676"/>
                  </a:cubicBezTo>
                  <a:cubicBezTo>
                    <a:pt x="3296" y="540"/>
                    <a:pt x="3497" y="394"/>
                    <a:pt x="3675" y="394"/>
                  </a:cubicBezTo>
                  <a:close/>
                  <a:moveTo>
                    <a:pt x="3683" y="1"/>
                  </a:moveTo>
                  <a:cubicBezTo>
                    <a:pt x="3442" y="1"/>
                    <a:pt x="3202" y="130"/>
                    <a:pt x="3013" y="295"/>
                  </a:cubicBezTo>
                  <a:cubicBezTo>
                    <a:pt x="2692" y="592"/>
                    <a:pt x="2454" y="961"/>
                    <a:pt x="2311" y="1378"/>
                  </a:cubicBezTo>
                  <a:cubicBezTo>
                    <a:pt x="2144" y="1747"/>
                    <a:pt x="2084" y="2164"/>
                    <a:pt x="2120" y="2581"/>
                  </a:cubicBezTo>
                  <a:cubicBezTo>
                    <a:pt x="2132" y="2664"/>
                    <a:pt x="2144" y="2759"/>
                    <a:pt x="2168" y="2843"/>
                  </a:cubicBezTo>
                  <a:cubicBezTo>
                    <a:pt x="1799" y="3021"/>
                    <a:pt x="1406" y="3140"/>
                    <a:pt x="1001" y="3188"/>
                  </a:cubicBezTo>
                  <a:cubicBezTo>
                    <a:pt x="905" y="3199"/>
                    <a:pt x="807" y="3204"/>
                    <a:pt x="709" y="3204"/>
                  </a:cubicBezTo>
                  <a:cubicBezTo>
                    <a:pt x="482" y="3204"/>
                    <a:pt x="253" y="3175"/>
                    <a:pt x="37" y="3116"/>
                  </a:cubicBezTo>
                  <a:lnTo>
                    <a:pt x="1" y="3414"/>
                  </a:lnTo>
                  <a:cubicBezTo>
                    <a:pt x="144" y="3462"/>
                    <a:pt x="287" y="3485"/>
                    <a:pt x="430" y="3497"/>
                  </a:cubicBezTo>
                  <a:cubicBezTo>
                    <a:pt x="520" y="3504"/>
                    <a:pt x="611" y="3508"/>
                    <a:pt x="702" y="3508"/>
                  </a:cubicBezTo>
                  <a:cubicBezTo>
                    <a:pt x="1244" y="3508"/>
                    <a:pt x="1787" y="3387"/>
                    <a:pt x="2287" y="3152"/>
                  </a:cubicBezTo>
                  <a:cubicBezTo>
                    <a:pt x="2537" y="3688"/>
                    <a:pt x="3025" y="4093"/>
                    <a:pt x="3597" y="4236"/>
                  </a:cubicBezTo>
                  <a:lnTo>
                    <a:pt x="3751" y="4283"/>
                  </a:lnTo>
                  <a:lnTo>
                    <a:pt x="3823" y="3950"/>
                  </a:lnTo>
                  <a:cubicBezTo>
                    <a:pt x="3549" y="3878"/>
                    <a:pt x="3275" y="3759"/>
                    <a:pt x="3037" y="3593"/>
                  </a:cubicBezTo>
                  <a:cubicBezTo>
                    <a:pt x="2846" y="3438"/>
                    <a:pt x="2692" y="3235"/>
                    <a:pt x="2596" y="3009"/>
                  </a:cubicBezTo>
                  <a:cubicBezTo>
                    <a:pt x="2680" y="2962"/>
                    <a:pt x="2751" y="2926"/>
                    <a:pt x="2823" y="2878"/>
                  </a:cubicBezTo>
                  <a:cubicBezTo>
                    <a:pt x="3478" y="2497"/>
                    <a:pt x="4299" y="1902"/>
                    <a:pt x="4406" y="1092"/>
                  </a:cubicBezTo>
                  <a:cubicBezTo>
                    <a:pt x="4466" y="735"/>
                    <a:pt x="4370" y="318"/>
                    <a:pt x="4049" y="116"/>
                  </a:cubicBezTo>
                  <a:cubicBezTo>
                    <a:pt x="3932" y="35"/>
                    <a:pt x="3807" y="1"/>
                    <a:pt x="36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49"/>
            <p:cNvSpPr/>
            <p:nvPr/>
          </p:nvSpPr>
          <p:spPr>
            <a:xfrm>
              <a:off x="2174375" y="3451875"/>
              <a:ext cx="63425" cy="355000"/>
            </a:xfrm>
            <a:custGeom>
              <a:avLst/>
              <a:gdLst/>
              <a:ahLst/>
              <a:cxnLst/>
              <a:rect l="l" t="t" r="r" b="b"/>
              <a:pathLst>
                <a:path w="2537" h="14200" extrusionOk="0">
                  <a:moveTo>
                    <a:pt x="1602" y="395"/>
                  </a:moveTo>
                  <a:cubicBezTo>
                    <a:pt x="1681" y="395"/>
                    <a:pt x="1758" y="433"/>
                    <a:pt x="1822" y="531"/>
                  </a:cubicBezTo>
                  <a:cubicBezTo>
                    <a:pt x="1905" y="674"/>
                    <a:pt x="1953" y="829"/>
                    <a:pt x="1977" y="984"/>
                  </a:cubicBezTo>
                  <a:cubicBezTo>
                    <a:pt x="2024" y="1198"/>
                    <a:pt x="2048" y="1424"/>
                    <a:pt x="2048" y="1650"/>
                  </a:cubicBezTo>
                  <a:cubicBezTo>
                    <a:pt x="2060" y="2067"/>
                    <a:pt x="2048" y="2496"/>
                    <a:pt x="2012" y="2912"/>
                  </a:cubicBezTo>
                  <a:cubicBezTo>
                    <a:pt x="1989" y="3281"/>
                    <a:pt x="1953" y="3650"/>
                    <a:pt x="1917" y="4020"/>
                  </a:cubicBezTo>
                  <a:cubicBezTo>
                    <a:pt x="1750" y="3948"/>
                    <a:pt x="1584" y="3841"/>
                    <a:pt x="1441" y="3722"/>
                  </a:cubicBezTo>
                  <a:cubicBezTo>
                    <a:pt x="917" y="3305"/>
                    <a:pt x="595" y="2674"/>
                    <a:pt x="691" y="1996"/>
                  </a:cubicBezTo>
                  <a:cubicBezTo>
                    <a:pt x="762" y="1579"/>
                    <a:pt x="893" y="1174"/>
                    <a:pt x="1096" y="805"/>
                  </a:cubicBezTo>
                  <a:cubicBezTo>
                    <a:pt x="1181" y="643"/>
                    <a:pt x="1401" y="395"/>
                    <a:pt x="1602" y="395"/>
                  </a:cubicBezTo>
                  <a:close/>
                  <a:moveTo>
                    <a:pt x="1614" y="1"/>
                  </a:moveTo>
                  <a:cubicBezTo>
                    <a:pt x="1421" y="1"/>
                    <a:pt x="1226" y="78"/>
                    <a:pt x="1084" y="233"/>
                  </a:cubicBezTo>
                  <a:cubicBezTo>
                    <a:pt x="953" y="376"/>
                    <a:pt x="846" y="543"/>
                    <a:pt x="774" y="733"/>
                  </a:cubicBezTo>
                  <a:cubicBezTo>
                    <a:pt x="679" y="936"/>
                    <a:pt x="595" y="1150"/>
                    <a:pt x="536" y="1365"/>
                  </a:cubicBezTo>
                  <a:cubicBezTo>
                    <a:pt x="286" y="2138"/>
                    <a:pt x="357" y="2924"/>
                    <a:pt x="881" y="3567"/>
                  </a:cubicBezTo>
                  <a:cubicBezTo>
                    <a:pt x="1143" y="3901"/>
                    <a:pt x="1488" y="4162"/>
                    <a:pt x="1881" y="4329"/>
                  </a:cubicBezTo>
                  <a:cubicBezTo>
                    <a:pt x="1738" y="5579"/>
                    <a:pt x="1524" y="6818"/>
                    <a:pt x="1310" y="8044"/>
                  </a:cubicBezTo>
                  <a:cubicBezTo>
                    <a:pt x="1012" y="9735"/>
                    <a:pt x="703" y="11413"/>
                    <a:pt x="274" y="13080"/>
                  </a:cubicBezTo>
                  <a:cubicBezTo>
                    <a:pt x="179" y="13437"/>
                    <a:pt x="95" y="13795"/>
                    <a:pt x="0" y="14152"/>
                  </a:cubicBezTo>
                  <a:lnTo>
                    <a:pt x="143" y="14199"/>
                  </a:lnTo>
                  <a:cubicBezTo>
                    <a:pt x="857" y="12437"/>
                    <a:pt x="1238" y="10556"/>
                    <a:pt x="1608" y="8687"/>
                  </a:cubicBezTo>
                  <a:cubicBezTo>
                    <a:pt x="1869" y="7294"/>
                    <a:pt x="2143" y="5889"/>
                    <a:pt x="2322" y="4484"/>
                  </a:cubicBezTo>
                  <a:lnTo>
                    <a:pt x="2358" y="4186"/>
                  </a:lnTo>
                  <a:cubicBezTo>
                    <a:pt x="2405" y="3746"/>
                    <a:pt x="2453" y="3305"/>
                    <a:pt x="2489" y="2853"/>
                  </a:cubicBezTo>
                  <a:cubicBezTo>
                    <a:pt x="2536" y="2388"/>
                    <a:pt x="2536" y="1912"/>
                    <a:pt x="2500" y="1448"/>
                  </a:cubicBezTo>
                  <a:cubicBezTo>
                    <a:pt x="2465" y="1031"/>
                    <a:pt x="2405" y="519"/>
                    <a:pt x="2108" y="198"/>
                  </a:cubicBezTo>
                  <a:cubicBezTo>
                    <a:pt x="1971" y="66"/>
                    <a:pt x="1793" y="1"/>
                    <a:pt x="16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49"/>
            <p:cNvSpPr/>
            <p:nvPr/>
          </p:nvSpPr>
          <p:spPr>
            <a:xfrm>
              <a:off x="2088950" y="3293875"/>
              <a:ext cx="456625" cy="567325"/>
            </a:xfrm>
            <a:custGeom>
              <a:avLst/>
              <a:gdLst/>
              <a:ahLst/>
              <a:cxnLst/>
              <a:rect l="l" t="t" r="r" b="b"/>
              <a:pathLst>
                <a:path w="18265" h="22693" extrusionOk="0">
                  <a:moveTo>
                    <a:pt x="12401" y="9696"/>
                  </a:moveTo>
                  <a:cubicBezTo>
                    <a:pt x="12446" y="9696"/>
                    <a:pt x="12486" y="9709"/>
                    <a:pt x="12514" y="9744"/>
                  </a:cubicBezTo>
                  <a:cubicBezTo>
                    <a:pt x="12609" y="9851"/>
                    <a:pt x="12561" y="10042"/>
                    <a:pt x="12514" y="10149"/>
                  </a:cubicBezTo>
                  <a:cubicBezTo>
                    <a:pt x="12287" y="10828"/>
                    <a:pt x="11585" y="11244"/>
                    <a:pt x="10918" y="11375"/>
                  </a:cubicBezTo>
                  <a:cubicBezTo>
                    <a:pt x="10787" y="11387"/>
                    <a:pt x="10656" y="11411"/>
                    <a:pt x="10537" y="11411"/>
                  </a:cubicBezTo>
                  <a:cubicBezTo>
                    <a:pt x="10751" y="11113"/>
                    <a:pt x="10990" y="10816"/>
                    <a:pt x="11251" y="10542"/>
                  </a:cubicBezTo>
                  <a:cubicBezTo>
                    <a:pt x="11502" y="10244"/>
                    <a:pt x="11799" y="9994"/>
                    <a:pt x="12121" y="9792"/>
                  </a:cubicBezTo>
                  <a:cubicBezTo>
                    <a:pt x="12193" y="9752"/>
                    <a:pt x="12308" y="9696"/>
                    <a:pt x="12401" y="9696"/>
                  </a:cubicBezTo>
                  <a:close/>
                  <a:moveTo>
                    <a:pt x="7977" y="443"/>
                  </a:moveTo>
                  <a:cubicBezTo>
                    <a:pt x="9033" y="443"/>
                    <a:pt x="10093" y="620"/>
                    <a:pt x="11097" y="934"/>
                  </a:cubicBezTo>
                  <a:cubicBezTo>
                    <a:pt x="12764" y="1458"/>
                    <a:pt x="14276" y="2374"/>
                    <a:pt x="15514" y="3613"/>
                  </a:cubicBezTo>
                  <a:cubicBezTo>
                    <a:pt x="16681" y="4815"/>
                    <a:pt x="17574" y="6351"/>
                    <a:pt x="17633" y="8066"/>
                  </a:cubicBezTo>
                  <a:cubicBezTo>
                    <a:pt x="17681" y="9685"/>
                    <a:pt x="17038" y="11304"/>
                    <a:pt x="16014" y="12554"/>
                  </a:cubicBezTo>
                  <a:cubicBezTo>
                    <a:pt x="14871" y="13947"/>
                    <a:pt x="13276" y="14804"/>
                    <a:pt x="11704" y="15614"/>
                  </a:cubicBezTo>
                  <a:cubicBezTo>
                    <a:pt x="10894" y="16031"/>
                    <a:pt x="10025" y="16436"/>
                    <a:pt x="9323" y="16983"/>
                  </a:cubicBezTo>
                  <a:cubicBezTo>
                    <a:pt x="8608" y="17531"/>
                    <a:pt x="8180" y="18293"/>
                    <a:pt x="7870" y="19114"/>
                  </a:cubicBezTo>
                  <a:cubicBezTo>
                    <a:pt x="7715" y="19507"/>
                    <a:pt x="7596" y="19924"/>
                    <a:pt x="7477" y="20329"/>
                  </a:cubicBezTo>
                  <a:cubicBezTo>
                    <a:pt x="7453" y="20377"/>
                    <a:pt x="7453" y="20436"/>
                    <a:pt x="7477" y="20484"/>
                  </a:cubicBezTo>
                  <a:cubicBezTo>
                    <a:pt x="7441" y="20543"/>
                    <a:pt x="7394" y="20615"/>
                    <a:pt x="7346" y="20674"/>
                  </a:cubicBezTo>
                  <a:cubicBezTo>
                    <a:pt x="7191" y="20900"/>
                    <a:pt x="6977" y="21079"/>
                    <a:pt x="6727" y="21198"/>
                  </a:cubicBezTo>
                  <a:cubicBezTo>
                    <a:pt x="6572" y="21258"/>
                    <a:pt x="6406" y="21305"/>
                    <a:pt x="6227" y="21305"/>
                  </a:cubicBezTo>
                  <a:cubicBezTo>
                    <a:pt x="7180" y="18245"/>
                    <a:pt x="8203" y="15162"/>
                    <a:pt x="9882" y="12411"/>
                  </a:cubicBezTo>
                  <a:cubicBezTo>
                    <a:pt x="10001" y="12197"/>
                    <a:pt x="10132" y="11995"/>
                    <a:pt x="10275" y="11792"/>
                  </a:cubicBezTo>
                  <a:cubicBezTo>
                    <a:pt x="10319" y="11794"/>
                    <a:pt x="10363" y="11795"/>
                    <a:pt x="10407" y="11795"/>
                  </a:cubicBezTo>
                  <a:cubicBezTo>
                    <a:pt x="10887" y="11795"/>
                    <a:pt x="11362" y="11678"/>
                    <a:pt x="11787" y="11471"/>
                  </a:cubicBezTo>
                  <a:cubicBezTo>
                    <a:pt x="12144" y="11280"/>
                    <a:pt x="12442" y="11018"/>
                    <a:pt x="12668" y="10685"/>
                  </a:cubicBezTo>
                  <a:cubicBezTo>
                    <a:pt x="12859" y="10399"/>
                    <a:pt x="13037" y="10006"/>
                    <a:pt x="12906" y="9661"/>
                  </a:cubicBezTo>
                  <a:cubicBezTo>
                    <a:pt x="12806" y="9418"/>
                    <a:pt x="12603" y="9321"/>
                    <a:pt x="12384" y="9321"/>
                  </a:cubicBezTo>
                  <a:cubicBezTo>
                    <a:pt x="12239" y="9321"/>
                    <a:pt x="12087" y="9363"/>
                    <a:pt x="11954" y="9435"/>
                  </a:cubicBezTo>
                  <a:cubicBezTo>
                    <a:pt x="11573" y="9637"/>
                    <a:pt x="11251" y="9982"/>
                    <a:pt x="10966" y="10292"/>
                  </a:cubicBezTo>
                  <a:cubicBezTo>
                    <a:pt x="10644" y="10649"/>
                    <a:pt x="10347" y="11018"/>
                    <a:pt x="10073" y="11423"/>
                  </a:cubicBezTo>
                  <a:cubicBezTo>
                    <a:pt x="9894" y="11411"/>
                    <a:pt x="9727" y="11387"/>
                    <a:pt x="9549" y="11340"/>
                  </a:cubicBezTo>
                  <a:lnTo>
                    <a:pt x="9466" y="11673"/>
                  </a:lnTo>
                  <a:cubicBezTo>
                    <a:pt x="9597" y="11709"/>
                    <a:pt x="9727" y="11733"/>
                    <a:pt x="9858" y="11756"/>
                  </a:cubicBezTo>
                  <a:cubicBezTo>
                    <a:pt x="9727" y="11959"/>
                    <a:pt x="9585" y="12173"/>
                    <a:pt x="9466" y="12399"/>
                  </a:cubicBezTo>
                  <a:cubicBezTo>
                    <a:pt x="8989" y="13185"/>
                    <a:pt x="8573" y="13995"/>
                    <a:pt x="8203" y="14840"/>
                  </a:cubicBezTo>
                  <a:cubicBezTo>
                    <a:pt x="7453" y="16507"/>
                    <a:pt x="6810" y="18222"/>
                    <a:pt x="6263" y="19972"/>
                  </a:cubicBezTo>
                  <a:cubicBezTo>
                    <a:pt x="6132" y="20400"/>
                    <a:pt x="5989" y="20829"/>
                    <a:pt x="5858" y="21270"/>
                  </a:cubicBezTo>
                  <a:cubicBezTo>
                    <a:pt x="5846" y="21270"/>
                    <a:pt x="5846" y="21281"/>
                    <a:pt x="5858" y="21281"/>
                  </a:cubicBezTo>
                  <a:lnTo>
                    <a:pt x="5834" y="21281"/>
                  </a:lnTo>
                  <a:cubicBezTo>
                    <a:pt x="5155" y="21210"/>
                    <a:pt x="4513" y="21019"/>
                    <a:pt x="3917" y="20722"/>
                  </a:cubicBezTo>
                  <a:cubicBezTo>
                    <a:pt x="3798" y="20662"/>
                    <a:pt x="3691" y="20603"/>
                    <a:pt x="3572" y="20543"/>
                  </a:cubicBezTo>
                  <a:lnTo>
                    <a:pt x="3584" y="20519"/>
                  </a:lnTo>
                  <a:lnTo>
                    <a:pt x="3441" y="20460"/>
                  </a:lnTo>
                  <a:cubicBezTo>
                    <a:pt x="3036" y="20222"/>
                    <a:pt x="2691" y="19924"/>
                    <a:pt x="2548" y="19472"/>
                  </a:cubicBezTo>
                  <a:cubicBezTo>
                    <a:pt x="2477" y="19257"/>
                    <a:pt x="2441" y="19031"/>
                    <a:pt x="2453" y="18805"/>
                  </a:cubicBezTo>
                  <a:lnTo>
                    <a:pt x="2441" y="18805"/>
                  </a:lnTo>
                  <a:cubicBezTo>
                    <a:pt x="2750" y="18079"/>
                    <a:pt x="2917" y="17293"/>
                    <a:pt x="2941" y="16495"/>
                  </a:cubicBezTo>
                  <a:cubicBezTo>
                    <a:pt x="2929" y="15531"/>
                    <a:pt x="2393" y="14673"/>
                    <a:pt x="2000" y="13816"/>
                  </a:cubicBezTo>
                  <a:cubicBezTo>
                    <a:pt x="1203" y="12066"/>
                    <a:pt x="631" y="10185"/>
                    <a:pt x="607" y="8244"/>
                  </a:cubicBezTo>
                  <a:cubicBezTo>
                    <a:pt x="572" y="6589"/>
                    <a:pt x="1012" y="4958"/>
                    <a:pt x="1881" y="3553"/>
                  </a:cubicBezTo>
                  <a:cubicBezTo>
                    <a:pt x="2774" y="2100"/>
                    <a:pt x="4215" y="1077"/>
                    <a:pt x="5870" y="696"/>
                  </a:cubicBezTo>
                  <a:cubicBezTo>
                    <a:pt x="6559" y="523"/>
                    <a:pt x="7267" y="443"/>
                    <a:pt x="7977" y="443"/>
                  </a:cubicBezTo>
                  <a:close/>
                  <a:moveTo>
                    <a:pt x="7981" y="0"/>
                  </a:moveTo>
                  <a:cubicBezTo>
                    <a:pt x="7718" y="0"/>
                    <a:pt x="7455" y="10"/>
                    <a:pt x="7191" y="29"/>
                  </a:cubicBezTo>
                  <a:cubicBezTo>
                    <a:pt x="5406" y="172"/>
                    <a:pt x="3679" y="850"/>
                    <a:pt x="2429" y="2160"/>
                  </a:cubicBezTo>
                  <a:cubicBezTo>
                    <a:pt x="1310" y="3374"/>
                    <a:pt x="572" y="4898"/>
                    <a:pt x="310" y="6542"/>
                  </a:cubicBezTo>
                  <a:cubicBezTo>
                    <a:pt x="0" y="8435"/>
                    <a:pt x="262" y="10375"/>
                    <a:pt x="845" y="12197"/>
                  </a:cubicBezTo>
                  <a:cubicBezTo>
                    <a:pt x="1167" y="13138"/>
                    <a:pt x="1548" y="14054"/>
                    <a:pt x="1988" y="14935"/>
                  </a:cubicBezTo>
                  <a:cubicBezTo>
                    <a:pt x="2215" y="15364"/>
                    <a:pt x="2381" y="15828"/>
                    <a:pt x="2488" y="16305"/>
                  </a:cubicBezTo>
                  <a:cubicBezTo>
                    <a:pt x="2560" y="16757"/>
                    <a:pt x="2560" y="17233"/>
                    <a:pt x="2465" y="17686"/>
                  </a:cubicBezTo>
                  <a:cubicBezTo>
                    <a:pt x="2334" y="17960"/>
                    <a:pt x="2238" y="18233"/>
                    <a:pt x="2167" y="18531"/>
                  </a:cubicBezTo>
                  <a:cubicBezTo>
                    <a:pt x="1917" y="18555"/>
                    <a:pt x="1667" y="18829"/>
                    <a:pt x="1524" y="18995"/>
                  </a:cubicBezTo>
                  <a:cubicBezTo>
                    <a:pt x="1298" y="19257"/>
                    <a:pt x="1226" y="19615"/>
                    <a:pt x="1322" y="19936"/>
                  </a:cubicBezTo>
                  <a:cubicBezTo>
                    <a:pt x="1334" y="19984"/>
                    <a:pt x="1345" y="20019"/>
                    <a:pt x="1369" y="20055"/>
                  </a:cubicBezTo>
                  <a:cubicBezTo>
                    <a:pt x="917" y="20377"/>
                    <a:pt x="905" y="20984"/>
                    <a:pt x="1119" y="21460"/>
                  </a:cubicBezTo>
                  <a:cubicBezTo>
                    <a:pt x="1060" y="21496"/>
                    <a:pt x="1024" y="21555"/>
                    <a:pt x="1000" y="21627"/>
                  </a:cubicBezTo>
                  <a:lnTo>
                    <a:pt x="1226" y="21662"/>
                  </a:lnTo>
                  <a:cubicBezTo>
                    <a:pt x="1226" y="21674"/>
                    <a:pt x="1238" y="21674"/>
                    <a:pt x="1250" y="21686"/>
                  </a:cubicBezTo>
                  <a:cubicBezTo>
                    <a:pt x="1679" y="22293"/>
                    <a:pt x="2393" y="22520"/>
                    <a:pt x="3084" y="22686"/>
                  </a:cubicBezTo>
                  <a:cubicBezTo>
                    <a:pt x="3098" y="22690"/>
                    <a:pt x="3112" y="22692"/>
                    <a:pt x="3125" y="22692"/>
                  </a:cubicBezTo>
                  <a:cubicBezTo>
                    <a:pt x="3261" y="22692"/>
                    <a:pt x="3308" y="22480"/>
                    <a:pt x="3155" y="22436"/>
                  </a:cubicBezTo>
                  <a:cubicBezTo>
                    <a:pt x="2584" y="22258"/>
                    <a:pt x="1977" y="22043"/>
                    <a:pt x="1584" y="21567"/>
                  </a:cubicBezTo>
                  <a:cubicBezTo>
                    <a:pt x="1286" y="21198"/>
                    <a:pt x="1250" y="20674"/>
                    <a:pt x="1476" y="20269"/>
                  </a:cubicBezTo>
                  <a:lnTo>
                    <a:pt x="1476" y="20269"/>
                  </a:lnTo>
                  <a:cubicBezTo>
                    <a:pt x="1596" y="20460"/>
                    <a:pt x="1738" y="20638"/>
                    <a:pt x="1905" y="20805"/>
                  </a:cubicBezTo>
                  <a:cubicBezTo>
                    <a:pt x="2167" y="21055"/>
                    <a:pt x="2465" y="21258"/>
                    <a:pt x="2798" y="21389"/>
                  </a:cubicBezTo>
                  <a:cubicBezTo>
                    <a:pt x="2807" y="21390"/>
                    <a:pt x="2816" y="21391"/>
                    <a:pt x="2824" y="21391"/>
                  </a:cubicBezTo>
                  <a:cubicBezTo>
                    <a:pt x="2929" y="21391"/>
                    <a:pt x="2994" y="21263"/>
                    <a:pt x="2917" y="21186"/>
                  </a:cubicBezTo>
                  <a:cubicBezTo>
                    <a:pt x="2512" y="20829"/>
                    <a:pt x="2048" y="20484"/>
                    <a:pt x="1774" y="20007"/>
                  </a:cubicBezTo>
                  <a:cubicBezTo>
                    <a:pt x="1631" y="19793"/>
                    <a:pt x="1619" y="19531"/>
                    <a:pt x="1726" y="19305"/>
                  </a:cubicBezTo>
                  <a:cubicBezTo>
                    <a:pt x="1798" y="19186"/>
                    <a:pt x="1869" y="19079"/>
                    <a:pt x="1965" y="18984"/>
                  </a:cubicBezTo>
                  <a:cubicBezTo>
                    <a:pt x="2012" y="18936"/>
                    <a:pt x="2060" y="18864"/>
                    <a:pt x="2119" y="18805"/>
                  </a:cubicBezTo>
                  <a:lnTo>
                    <a:pt x="2119" y="18805"/>
                  </a:lnTo>
                  <a:cubicBezTo>
                    <a:pt x="2096" y="18948"/>
                    <a:pt x="2096" y="19091"/>
                    <a:pt x="2107" y="19234"/>
                  </a:cubicBezTo>
                  <a:cubicBezTo>
                    <a:pt x="2107" y="19245"/>
                    <a:pt x="2107" y="19245"/>
                    <a:pt x="2096" y="19257"/>
                  </a:cubicBezTo>
                  <a:cubicBezTo>
                    <a:pt x="2096" y="19281"/>
                    <a:pt x="2107" y="19305"/>
                    <a:pt x="2119" y="19317"/>
                  </a:cubicBezTo>
                  <a:cubicBezTo>
                    <a:pt x="2119" y="19329"/>
                    <a:pt x="2119" y="19341"/>
                    <a:pt x="2119" y="19353"/>
                  </a:cubicBezTo>
                  <a:cubicBezTo>
                    <a:pt x="2227" y="20115"/>
                    <a:pt x="2810" y="20591"/>
                    <a:pt x="3441" y="20960"/>
                  </a:cubicBezTo>
                  <a:cubicBezTo>
                    <a:pt x="4096" y="21341"/>
                    <a:pt x="4822" y="21591"/>
                    <a:pt x="5560" y="21698"/>
                  </a:cubicBezTo>
                  <a:cubicBezTo>
                    <a:pt x="5743" y="21737"/>
                    <a:pt x="5925" y="21755"/>
                    <a:pt x="6107" y="21755"/>
                  </a:cubicBezTo>
                  <a:cubicBezTo>
                    <a:pt x="6316" y="21755"/>
                    <a:pt x="6523" y="21731"/>
                    <a:pt x="6727" y="21686"/>
                  </a:cubicBezTo>
                  <a:cubicBezTo>
                    <a:pt x="7037" y="21579"/>
                    <a:pt x="7311" y="21412"/>
                    <a:pt x="7525" y="21174"/>
                  </a:cubicBezTo>
                  <a:cubicBezTo>
                    <a:pt x="7680" y="20996"/>
                    <a:pt x="7799" y="20805"/>
                    <a:pt x="7894" y="20591"/>
                  </a:cubicBezTo>
                  <a:cubicBezTo>
                    <a:pt x="7930" y="20698"/>
                    <a:pt x="7930" y="20805"/>
                    <a:pt x="7918" y="20924"/>
                  </a:cubicBezTo>
                  <a:cubicBezTo>
                    <a:pt x="7870" y="21210"/>
                    <a:pt x="7703" y="21484"/>
                    <a:pt x="7465" y="21662"/>
                  </a:cubicBezTo>
                  <a:cubicBezTo>
                    <a:pt x="6894" y="22162"/>
                    <a:pt x="6072" y="22186"/>
                    <a:pt x="5382" y="22413"/>
                  </a:cubicBezTo>
                  <a:cubicBezTo>
                    <a:pt x="5310" y="22424"/>
                    <a:pt x="5322" y="22543"/>
                    <a:pt x="5406" y="22543"/>
                  </a:cubicBezTo>
                  <a:cubicBezTo>
                    <a:pt x="5644" y="22532"/>
                    <a:pt x="5870" y="22472"/>
                    <a:pt x="6108" y="22448"/>
                  </a:cubicBezTo>
                  <a:cubicBezTo>
                    <a:pt x="6334" y="22413"/>
                    <a:pt x="6560" y="22377"/>
                    <a:pt x="6775" y="22329"/>
                  </a:cubicBezTo>
                  <a:cubicBezTo>
                    <a:pt x="7096" y="22270"/>
                    <a:pt x="7394" y="22162"/>
                    <a:pt x="7668" y="21996"/>
                  </a:cubicBezTo>
                  <a:lnTo>
                    <a:pt x="7930" y="21853"/>
                  </a:lnTo>
                  <a:cubicBezTo>
                    <a:pt x="7918" y="21841"/>
                    <a:pt x="7906" y="21829"/>
                    <a:pt x="7906" y="21817"/>
                  </a:cubicBezTo>
                  <a:cubicBezTo>
                    <a:pt x="8180" y="21579"/>
                    <a:pt x="8334" y="21234"/>
                    <a:pt x="8334" y="20877"/>
                  </a:cubicBezTo>
                  <a:cubicBezTo>
                    <a:pt x="8323" y="20627"/>
                    <a:pt x="8227" y="20388"/>
                    <a:pt x="8061" y="20210"/>
                  </a:cubicBezTo>
                  <a:cubicBezTo>
                    <a:pt x="8144" y="19960"/>
                    <a:pt x="8203" y="19710"/>
                    <a:pt x="8227" y="19448"/>
                  </a:cubicBezTo>
                  <a:cubicBezTo>
                    <a:pt x="8406" y="18948"/>
                    <a:pt x="8644" y="18472"/>
                    <a:pt x="8954" y="18031"/>
                  </a:cubicBezTo>
                  <a:cubicBezTo>
                    <a:pt x="9513" y="17293"/>
                    <a:pt x="10347" y="16864"/>
                    <a:pt x="11144" y="16447"/>
                  </a:cubicBezTo>
                  <a:cubicBezTo>
                    <a:pt x="12787" y="15602"/>
                    <a:pt x="14514" y="14804"/>
                    <a:pt x="15835" y="13471"/>
                  </a:cubicBezTo>
                  <a:cubicBezTo>
                    <a:pt x="17038" y="12268"/>
                    <a:pt x="17824" y="10697"/>
                    <a:pt x="18050" y="9006"/>
                  </a:cubicBezTo>
                  <a:cubicBezTo>
                    <a:pt x="18264" y="7256"/>
                    <a:pt x="17681" y="5565"/>
                    <a:pt x="16633" y="4184"/>
                  </a:cubicBezTo>
                  <a:cubicBezTo>
                    <a:pt x="15526" y="2779"/>
                    <a:pt x="14097" y="1672"/>
                    <a:pt x="12466" y="957"/>
                  </a:cubicBezTo>
                  <a:cubicBezTo>
                    <a:pt x="11052" y="327"/>
                    <a:pt x="9525" y="0"/>
                    <a:pt x="79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49"/>
            <p:cNvSpPr/>
            <p:nvPr/>
          </p:nvSpPr>
          <p:spPr>
            <a:xfrm>
              <a:off x="2111275" y="3834525"/>
              <a:ext cx="178600" cy="110625"/>
            </a:xfrm>
            <a:custGeom>
              <a:avLst/>
              <a:gdLst/>
              <a:ahLst/>
              <a:cxnLst/>
              <a:rect l="l" t="t" r="r" b="b"/>
              <a:pathLst>
                <a:path w="7144" h="4425" extrusionOk="0">
                  <a:moveTo>
                    <a:pt x="512" y="1763"/>
                  </a:moveTo>
                  <a:lnTo>
                    <a:pt x="512" y="1763"/>
                  </a:lnTo>
                  <a:cubicBezTo>
                    <a:pt x="762" y="2049"/>
                    <a:pt x="1060" y="2275"/>
                    <a:pt x="1393" y="2453"/>
                  </a:cubicBezTo>
                  <a:cubicBezTo>
                    <a:pt x="2242" y="2903"/>
                    <a:pt x="3182" y="3134"/>
                    <a:pt x="4130" y="3134"/>
                  </a:cubicBezTo>
                  <a:cubicBezTo>
                    <a:pt x="4313" y="3134"/>
                    <a:pt x="4496" y="3126"/>
                    <a:pt x="4679" y="3108"/>
                  </a:cubicBezTo>
                  <a:lnTo>
                    <a:pt x="4679" y="3108"/>
                  </a:lnTo>
                  <a:lnTo>
                    <a:pt x="4465" y="3287"/>
                  </a:lnTo>
                  <a:cubicBezTo>
                    <a:pt x="4239" y="3465"/>
                    <a:pt x="4001" y="3620"/>
                    <a:pt x="3739" y="3739"/>
                  </a:cubicBezTo>
                  <a:cubicBezTo>
                    <a:pt x="3445" y="3875"/>
                    <a:pt x="3113" y="3964"/>
                    <a:pt x="2784" y="3964"/>
                  </a:cubicBezTo>
                  <a:cubicBezTo>
                    <a:pt x="2565" y="3964"/>
                    <a:pt x="2347" y="3925"/>
                    <a:pt x="2143" y="3834"/>
                  </a:cubicBezTo>
                  <a:cubicBezTo>
                    <a:pt x="1679" y="3632"/>
                    <a:pt x="1298" y="3227"/>
                    <a:pt x="1012" y="2811"/>
                  </a:cubicBezTo>
                  <a:cubicBezTo>
                    <a:pt x="798" y="2489"/>
                    <a:pt x="631" y="2132"/>
                    <a:pt x="512" y="1763"/>
                  </a:cubicBezTo>
                  <a:close/>
                  <a:moveTo>
                    <a:pt x="95" y="1"/>
                  </a:moveTo>
                  <a:cubicBezTo>
                    <a:pt x="36" y="155"/>
                    <a:pt x="0" y="310"/>
                    <a:pt x="12" y="477"/>
                  </a:cubicBezTo>
                  <a:cubicBezTo>
                    <a:pt x="12" y="763"/>
                    <a:pt x="71" y="1037"/>
                    <a:pt x="191" y="1287"/>
                  </a:cubicBezTo>
                  <a:cubicBezTo>
                    <a:pt x="202" y="1310"/>
                    <a:pt x="214" y="1334"/>
                    <a:pt x="226" y="1346"/>
                  </a:cubicBezTo>
                  <a:cubicBezTo>
                    <a:pt x="226" y="1358"/>
                    <a:pt x="226" y="1370"/>
                    <a:pt x="226" y="1382"/>
                  </a:cubicBezTo>
                  <a:cubicBezTo>
                    <a:pt x="179" y="1822"/>
                    <a:pt x="333" y="2287"/>
                    <a:pt x="524" y="2691"/>
                  </a:cubicBezTo>
                  <a:lnTo>
                    <a:pt x="536" y="2691"/>
                  </a:lnTo>
                  <a:cubicBezTo>
                    <a:pt x="726" y="3096"/>
                    <a:pt x="1000" y="3477"/>
                    <a:pt x="1334" y="3787"/>
                  </a:cubicBezTo>
                  <a:cubicBezTo>
                    <a:pt x="1679" y="4132"/>
                    <a:pt x="2131" y="4346"/>
                    <a:pt x="2631" y="4418"/>
                  </a:cubicBezTo>
                  <a:cubicBezTo>
                    <a:pt x="2695" y="4422"/>
                    <a:pt x="2759" y="4425"/>
                    <a:pt x="2823" y="4425"/>
                  </a:cubicBezTo>
                  <a:cubicBezTo>
                    <a:pt x="3270" y="4425"/>
                    <a:pt x="3710" y="4315"/>
                    <a:pt x="4096" y="4096"/>
                  </a:cubicBezTo>
                  <a:cubicBezTo>
                    <a:pt x="4346" y="3965"/>
                    <a:pt x="4584" y="3799"/>
                    <a:pt x="4798" y="3632"/>
                  </a:cubicBezTo>
                  <a:cubicBezTo>
                    <a:pt x="5036" y="3465"/>
                    <a:pt x="5251" y="3263"/>
                    <a:pt x="5417" y="3037"/>
                  </a:cubicBezTo>
                  <a:cubicBezTo>
                    <a:pt x="5429" y="3013"/>
                    <a:pt x="5441" y="2989"/>
                    <a:pt x="5441" y="2977"/>
                  </a:cubicBezTo>
                  <a:cubicBezTo>
                    <a:pt x="5667" y="2894"/>
                    <a:pt x="5870" y="2775"/>
                    <a:pt x="6025" y="2608"/>
                  </a:cubicBezTo>
                  <a:cubicBezTo>
                    <a:pt x="6239" y="2382"/>
                    <a:pt x="6429" y="2037"/>
                    <a:pt x="6322" y="1715"/>
                  </a:cubicBezTo>
                  <a:cubicBezTo>
                    <a:pt x="6322" y="1703"/>
                    <a:pt x="6310" y="1691"/>
                    <a:pt x="6310" y="1679"/>
                  </a:cubicBezTo>
                  <a:cubicBezTo>
                    <a:pt x="6596" y="1513"/>
                    <a:pt x="6822" y="1275"/>
                    <a:pt x="6989" y="989"/>
                  </a:cubicBezTo>
                  <a:cubicBezTo>
                    <a:pt x="7120" y="763"/>
                    <a:pt x="7144" y="477"/>
                    <a:pt x="7037" y="239"/>
                  </a:cubicBezTo>
                  <a:lnTo>
                    <a:pt x="7037" y="239"/>
                  </a:lnTo>
                  <a:lnTo>
                    <a:pt x="6775" y="382"/>
                  </a:lnTo>
                  <a:cubicBezTo>
                    <a:pt x="6739" y="560"/>
                    <a:pt x="6668" y="727"/>
                    <a:pt x="6560" y="882"/>
                  </a:cubicBezTo>
                  <a:cubicBezTo>
                    <a:pt x="6406" y="1084"/>
                    <a:pt x="6215" y="1251"/>
                    <a:pt x="5989" y="1382"/>
                  </a:cubicBezTo>
                  <a:cubicBezTo>
                    <a:pt x="5609" y="1595"/>
                    <a:pt x="5186" y="1707"/>
                    <a:pt x="4759" y="1707"/>
                  </a:cubicBezTo>
                  <a:cubicBezTo>
                    <a:pt x="4637" y="1707"/>
                    <a:pt x="4515" y="1698"/>
                    <a:pt x="4393" y="1679"/>
                  </a:cubicBezTo>
                  <a:cubicBezTo>
                    <a:pt x="4386" y="1678"/>
                    <a:pt x="4379" y="1678"/>
                    <a:pt x="4373" y="1678"/>
                  </a:cubicBezTo>
                  <a:cubicBezTo>
                    <a:pt x="4262" y="1678"/>
                    <a:pt x="4257" y="1861"/>
                    <a:pt x="4370" y="1906"/>
                  </a:cubicBezTo>
                  <a:cubicBezTo>
                    <a:pt x="4595" y="1979"/>
                    <a:pt x="4830" y="2015"/>
                    <a:pt x="5067" y="2015"/>
                  </a:cubicBezTo>
                  <a:cubicBezTo>
                    <a:pt x="5333" y="2015"/>
                    <a:pt x="5600" y="1970"/>
                    <a:pt x="5858" y="1882"/>
                  </a:cubicBezTo>
                  <a:lnTo>
                    <a:pt x="5858" y="1882"/>
                  </a:lnTo>
                  <a:cubicBezTo>
                    <a:pt x="5834" y="2049"/>
                    <a:pt x="5751" y="2191"/>
                    <a:pt x="5644" y="2299"/>
                  </a:cubicBezTo>
                  <a:cubicBezTo>
                    <a:pt x="5453" y="2465"/>
                    <a:pt x="5227" y="2561"/>
                    <a:pt x="4977" y="2596"/>
                  </a:cubicBezTo>
                  <a:cubicBezTo>
                    <a:pt x="4671" y="2651"/>
                    <a:pt x="4357" y="2678"/>
                    <a:pt x="4042" y="2678"/>
                  </a:cubicBezTo>
                  <a:cubicBezTo>
                    <a:pt x="3805" y="2678"/>
                    <a:pt x="3569" y="2663"/>
                    <a:pt x="3334" y="2632"/>
                  </a:cubicBezTo>
                  <a:cubicBezTo>
                    <a:pt x="2798" y="2561"/>
                    <a:pt x="2286" y="2418"/>
                    <a:pt x="1798" y="2215"/>
                  </a:cubicBezTo>
                  <a:cubicBezTo>
                    <a:pt x="1334" y="2037"/>
                    <a:pt x="941" y="1727"/>
                    <a:pt x="643" y="1346"/>
                  </a:cubicBezTo>
                  <a:cubicBezTo>
                    <a:pt x="488" y="1120"/>
                    <a:pt x="381" y="870"/>
                    <a:pt x="322" y="608"/>
                  </a:cubicBezTo>
                  <a:cubicBezTo>
                    <a:pt x="310" y="477"/>
                    <a:pt x="298" y="346"/>
                    <a:pt x="310" y="215"/>
                  </a:cubicBezTo>
                  <a:cubicBezTo>
                    <a:pt x="310" y="155"/>
                    <a:pt x="322" y="96"/>
                    <a:pt x="322" y="36"/>
                  </a:cubicBezTo>
                  <a:lnTo>
                    <a:pt x="9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23" name="Google Shape;2223;p49"/>
          <p:cNvGrpSpPr/>
          <p:nvPr/>
        </p:nvGrpSpPr>
        <p:grpSpPr>
          <a:xfrm>
            <a:off x="7912180" y="3659173"/>
            <a:ext cx="710626" cy="1109192"/>
            <a:chOff x="2134338" y="103125"/>
            <a:chExt cx="485500" cy="757800"/>
          </a:xfrm>
        </p:grpSpPr>
        <p:sp>
          <p:nvSpPr>
            <p:cNvPr id="2224" name="Google Shape;2224;p49"/>
            <p:cNvSpPr/>
            <p:nvPr/>
          </p:nvSpPr>
          <p:spPr>
            <a:xfrm>
              <a:off x="2367388" y="701950"/>
              <a:ext cx="50325" cy="70750"/>
            </a:xfrm>
            <a:custGeom>
              <a:avLst/>
              <a:gdLst/>
              <a:ahLst/>
              <a:cxnLst/>
              <a:rect l="l" t="t" r="r" b="b"/>
              <a:pathLst>
                <a:path w="2013" h="2830" extrusionOk="0">
                  <a:moveTo>
                    <a:pt x="1441" y="0"/>
                  </a:moveTo>
                  <a:cubicBezTo>
                    <a:pt x="1156" y="1000"/>
                    <a:pt x="667" y="1929"/>
                    <a:pt x="1" y="2739"/>
                  </a:cubicBezTo>
                  <a:cubicBezTo>
                    <a:pt x="118" y="2791"/>
                    <a:pt x="243" y="2829"/>
                    <a:pt x="363" y="2829"/>
                  </a:cubicBezTo>
                  <a:cubicBezTo>
                    <a:pt x="487" y="2829"/>
                    <a:pt x="606" y="2788"/>
                    <a:pt x="703" y="2679"/>
                  </a:cubicBezTo>
                  <a:cubicBezTo>
                    <a:pt x="917" y="2381"/>
                    <a:pt x="1108" y="2072"/>
                    <a:pt x="1263" y="1750"/>
                  </a:cubicBezTo>
                  <a:cubicBezTo>
                    <a:pt x="1572" y="1191"/>
                    <a:pt x="1810" y="607"/>
                    <a:pt x="2013" y="12"/>
                  </a:cubicBezTo>
                  <a:cubicBezTo>
                    <a:pt x="1822" y="0"/>
                    <a:pt x="1632" y="0"/>
                    <a:pt x="1441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49"/>
            <p:cNvSpPr/>
            <p:nvPr/>
          </p:nvSpPr>
          <p:spPr>
            <a:xfrm>
              <a:off x="2405788" y="664725"/>
              <a:ext cx="20275" cy="27725"/>
            </a:xfrm>
            <a:custGeom>
              <a:avLst/>
              <a:gdLst/>
              <a:ahLst/>
              <a:cxnLst/>
              <a:rect l="l" t="t" r="r" b="b"/>
              <a:pathLst>
                <a:path w="811" h="1109" extrusionOk="0">
                  <a:moveTo>
                    <a:pt x="215" y="1"/>
                  </a:moveTo>
                  <a:cubicBezTo>
                    <a:pt x="167" y="370"/>
                    <a:pt x="96" y="739"/>
                    <a:pt x="1" y="1096"/>
                  </a:cubicBezTo>
                  <a:cubicBezTo>
                    <a:pt x="203" y="1108"/>
                    <a:pt x="394" y="1108"/>
                    <a:pt x="596" y="1108"/>
                  </a:cubicBezTo>
                  <a:cubicBezTo>
                    <a:pt x="679" y="799"/>
                    <a:pt x="751" y="477"/>
                    <a:pt x="810" y="167"/>
                  </a:cubicBezTo>
                  <a:cubicBezTo>
                    <a:pt x="620" y="120"/>
                    <a:pt x="429" y="72"/>
                    <a:pt x="23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49"/>
            <p:cNvSpPr/>
            <p:nvPr/>
          </p:nvSpPr>
          <p:spPr>
            <a:xfrm>
              <a:off x="2407863" y="548050"/>
              <a:ext cx="25325" cy="112850"/>
            </a:xfrm>
            <a:custGeom>
              <a:avLst/>
              <a:gdLst/>
              <a:ahLst/>
              <a:cxnLst/>
              <a:rect l="l" t="t" r="r" b="b"/>
              <a:pathLst>
                <a:path w="1013" h="4514" extrusionOk="0">
                  <a:moveTo>
                    <a:pt x="1" y="1"/>
                  </a:moveTo>
                  <a:lnTo>
                    <a:pt x="1" y="1"/>
                  </a:lnTo>
                  <a:cubicBezTo>
                    <a:pt x="144" y="727"/>
                    <a:pt x="227" y="1465"/>
                    <a:pt x="239" y="2191"/>
                  </a:cubicBezTo>
                  <a:cubicBezTo>
                    <a:pt x="263" y="2918"/>
                    <a:pt x="239" y="3644"/>
                    <a:pt x="168" y="4370"/>
                  </a:cubicBezTo>
                  <a:cubicBezTo>
                    <a:pt x="227" y="4382"/>
                    <a:pt x="275" y="4394"/>
                    <a:pt x="334" y="4406"/>
                  </a:cubicBezTo>
                  <a:cubicBezTo>
                    <a:pt x="477" y="4453"/>
                    <a:pt x="644" y="4477"/>
                    <a:pt x="787" y="4513"/>
                  </a:cubicBezTo>
                  <a:cubicBezTo>
                    <a:pt x="1013" y="3072"/>
                    <a:pt x="977" y="1608"/>
                    <a:pt x="656" y="179"/>
                  </a:cubicBezTo>
                  <a:cubicBezTo>
                    <a:pt x="656" y="167"/>
                    <a:pt x="656" y="155"/>
                    <a:pt x="656" y="132"/>
                  </a:cubicBezTo>
                  <a:cubicBezTo>
                    <a:pt x="441" y="96"/>
                    <a:pt x="227" y="48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49"/>
            <p:cNvSpPr/>
            <p:nvPr/>
          </p:nvSpPr>
          <p:spPr>
            <a:xfrm>
              <a:off x="2426913" y="666225"/>
              <a:ext cx="132500" cy="26225"/>
            </a:xfrm>
            <a:custGeom>
              <a:avLst/>
              <a:gdLst/>
              <a:ahLst/>
              <a:cxnLst/>
              <a:rect l="l" t="t" r="r" b="b"/>
              <a:pathLst>
                <a:path w="5300" h="1049" extrusionOk="0">
                  <a:moveTo>
                    <a:pt x="5299" y="0"/>
                  </a:moveTo>
                  <a:cubicBezTo>
                    <a:pt x="4466" y="238"/>
                    <a:pt x="3597" y="369"/>
                    <a:pt x="2716" y="381"/>
                  </a:cubicBezTo>
                  <a:cubicBezTo>
                    <a:pt x="2622" y="384"/>
                    <a:pt x="2528" y="385"/>
                    <a:pt x="2434" y="385"/>
                  </a:cubicBezTo>
                  <a:cubicBezTo>
                    <a:pt x="1692" y="385"/>
                    <a:pt x="944" y="303"/>
                    <a:pt x="215" y="155"/>
                  </a:cubicBezTo>
                  <a:cubicBezTo>
                    <a:pt x="156" y="453"/>
                    <a:pt x="84" y="750"/>
                    <a:pt x="1" y="1048"/>
                  </a:cubicBezTo>
                  <a:lnTo>
                    <a:pt x="418" y="1048"/>
                  </a:lnTo>
                  <a:cubicBezTo>
                    <a:pt x="1477" y="1036"/>
                    <a:pt x="2525" y="893"/>
                    <a:pt x="3561" y="643"/>
                  </a:cubicBezTo>
                  <a:cubicBezTo>
                    <a:pt x="4073" y="512"/>
                    <a:pt x="4573" y="334"/>
                    <a:pt x="5061" y="119"/>
                  </a:cubicBezTo>
                  <a:cubicBezTo>
                    <a:pt x="5144" y="84"/>
                    <a:pt x="5228" y="48"/>
                    <a:pt x="52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49"/>
            <p:cNvSpPr/>
            <p:nvPr/>
          </p:nvSpPr>
          <p:spPr>
            <a:xfrm>
              <a:off x="2148313" y="637350"/>
              <a:ext cx="458125" cy="210825"/>
            </a:xfrm>
            <a:custGeom>
              <a:avLst/>
              <a:gdLst/>
              <a:ahLst/>
              <a:cxnLst/>
              <a:rect l="l" t="t" r="r" b="b"/>
              <a:pathLst>
                <a:path w="18325" h="8433" extrusionOk="0">
                  <a:moveTo>
                    <a:pt x="1215" y="0"/>
                  </a:moveTo>
                  <a:cubicBezTo>
                    <a:pt x="989" y="453"/>
                    <a:pt x="787" y="917"/>
                    <a:pt x="644" y="1417"/>
                  </a:cubicBezTo>
                  <a:cubicBezTo>
                    <a:pt x="429" y="2167"/>
                    <a:pt x="275" y="2929"/>
                    <a:pt x="191" y="3703"/>
                  </a:cubicBezTo>
                  <a:cubicBezTo>
                    <a:pt x="144" y="4108"/>
                    <a:pt x="108" y="4501"/>
                    <a:pt x="84" y="4894"/>
                  </a:cubicBezTo>
                  <a:cubicBezTo>
                    <a:pt x="60" y="5096"/>
                    <a:pt x="48" y="5299"/>
                    <a:pt x="36" y="5501"/>
                  </a:cubicBezTo>
                  <a:cubicBezTo>
                    <a:pt x="36" y="5596"/>
                    <a:pt x="25" y="5692"/>
                    <a:pt x="25" y="5775"/>
                  </a:cubicBezTo>
                  <a:cubicBezTo>
                    <a:pt x="25" y="5823"/>
                    <a:pt x="1" y="5930"/>
                    <a:pt x="25" y="5977"/>
                  </a:cubicBezTo>
                  <a:cubicBezTo>
                    <a:pt x="48" y="6025"/>
                    <a:pt x="155" y="6025"/>
                    <a:pt x="203" y="6037"/>
                  </a:cubicBezTo>
                  <a:lnTo>
                    <a:pt x="453" y="6108"/>
                  </a:lnTo>
                  <a:lnTo>
                    <a:pt x="1001" y="6239"/>
                  </a:lnTo>
                  <a:lnTo>
                    <a:pt x="2132" y="6525"/>
                  </a:lnTo>
                  <a:cubicBezTo>
                    <a:pt x="2870" y="6704"/>
                    <a:pt x="3620" y="6882"/>
                    <a:pt x="4358" y="7049"/>
                  </a:cubicBezTo>
                  <a:cubicBezTo>
                    <a:pt x="7323" y="7739"/>
                    <a:pt x="10335" y="8287"/>
                    <a:pt x="13395" y="8406"/>
                  </a:cubicBezTo>
                  <a:cubicBezTo>
                    <a:pt x="13770" y="8424"/>
                    <a:pt x="14148" y="8433"/>
                    <a:pt x="14528" y="8433"/>
                  </a:cubicBezTo>
                  <a:cubicBezTo>
                    <a:pt x="14907" y="8433"/>
                    <a:pt x="15288" y="8424"/>
                    <a:pt x="15669" y="8406"/>
                  </a:cubicBezTo>
                  <a:cubicBezTo>
                    <a:pt x="16050" y="8394"/>
                    <a:pt x="16419" y="8371"/>
                    <a:pt x="16789" y="8347"/>
                  </a:cubicBezTo>
                  <a:cubicBezTo>
                    <a:pt x="16991" y="8335"/>
                    <a:pt x="17193" y="8311"/>
                    <a:pt x="17384" y="8299"/>
                  </a:cubicBezTo>
                  <a:cubicBezTo>
                    <a:pt x="17527" y="8287"/>
                    <a:pt x="17658" y="8299"/>
                    <a:pt x="17729" y="8144"/>
                  </a:cubicBezTo>
                  <a:cubicBezTo>
                    <a:pt x="17789" y="7978"/>
                    <a:pt x="17836" y="7799"/>
                    <a:pt x="17872" y="7620"/>
                  </a:cubicBezTo>
                  <a:cubicBezTo>
                    <a:pt x="17920" y="7454"/>
                    <a:pt x="17955" y="7275"/>
                    <a:pt x="17991" y="7097"/>
                  </a:cubicBezTo>
                  <a:cubicBezTo>
                    <a:pt x="18062" y="6727"/>
                    <a:pt x="18134" y="6358"/>
                    <a:pt x="18182" y="5989"/>
                  </a:cubicBezTo>
                  <a:cubicBezTo>
                    <a:pt x="18277" y="5227"/>
                    <a:pt x="18324" y="4465"/>
                    <a:pt x="18301" y="3691"/>
                  </a:cubicBezTo>
                  <a:cubicBezTo>
                    <a:pt x="18277" y="2739"/>
                    <a:pt x="18205" y="1691"/>
                    <a:pt x="17872" y="774"/>
                  </a:cubicBezTo>
                  <a:cubicBezTo>
                    <a:pt x="17431" y="1191"/>
                    <a:pt x="16824" y="1477"/>
                    <a:pt x="16265" y="1715"/>
                  </a:cubicBezTo>
                  <a:cubicBezTo>
                    <a:pt x="15705" y="1941"/>
                    <a:pt x="15134" y="2132"/>
                    <a:pt x="14550" y="2263"/>
                  </a:cubicBezTo>
                  <a:cubicBezTo>
                    <a:pt x="13516" y="2479"/>
                    <a:pt x="12471" y="2597"/>
                    <a:pt x="11426" y="2597"/>
                  </a:cubicBezTo>
                  <a:cubicBezTo>
                    <a:pt x="11376" y="2597"/>
                    <a:pt x="11326" y="2597"/>
                    <a:pt x="11276" y="2596"/>
                  </a:cubicBezTo>
                  <a:lnTo>
                    <a:pt x="11038" y="2596"/>
                  </a:lnTo>
                  <a:cubicBezTo>
                    <a:pt x="10978" y="2786"/>
                    <a:pt x="10907" y="2965"/>
                    <a:pt x="10847" y="3156"/>
                  </a:cubicBezTo>
                  <a:cubicBezTo>
                    <a:pt x="10609" y="3822"/>
                    <a:pt x="10312" y="4465"/>
                    <a:pt x="9954" y="5072"/>
                  </a:cubicBezTo>
                  <a:cubicBezTo>
                    <a:pt x="9800" y="5334"/>
                    <a:pt x="9633" y="5644"/>
                    <a:pt x="9299" y="5715"/>
                  </a:cubicBezTo>
                  <a:cubicBezTo>
                    <a:pt x="9248" y="5726"/>
                    <a:pt x="9197" y="5730"/>
                    <a:pt x="9145" y="5730"/>
                  </a:cubicBezTo>
                  <a:cubicBezTo>
                    <a:pt x="8897" y="5730"/>
                    <a:pt x="8647" y="5624"/>
                    <a:pt x="8430" y="5525"/>
                  </a:cubicBezTo>
                  <a:cubicBezTo>
                    <a:pt x="8335" y="5477"/>
                    <a:pt x="8311" y="5346"/>
                    <a:pt x="8383" y="5263"/>
                  </a:cubicBezTo>
                  <a:cubicBezTo>
                    <a:pt x="8811" y="4775"/>
                    <a:pt x="9169" y="4239"/>
                    <a:pt x="9454" y="3656"/>
                  </a:cubicBezTo>
                  <a:cubicBezTo>
                    <a:pt x="9633" y="3298"/>
                    <a:pt x="9776" y="2929"/>
                    <a:pt x="9895" y="2560"/>
                  </a:cubicBezTo>
                  <a:cubicBezTo>
                    <a:pt x="9169" y="2513"/>
                    <a:pt x="8454" y="2429"/>
                    <a:pt x="7752" y="2310"/>
                  </a:cubicBezTo>
                  <a:cubicBezTo>
                    <a:pt x="5442" y="1941"/>
                    <a:pt x="3239" y="1155"/>
                    <a:pt x="1215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49"/>
            <p:cNvSpPr/>
            <p:nvPr/>
          </p:nvSpPr>
          <p:spPr>
            <a:xfrm>
              <a:off x="2181063" y="614900"/>
              <a:ext cx="223275" cy="76950"/>
            </a:xfrm>
            <a:custGeom>
              <a:avLst/>
              <a:gdLst/>
              <a:ahLst/>
              <a:cxnLst/>
              <a:rect l="l" t="t" r="r" b="b"/>
              <a:pathLst>
                <a:path w="8931" h="3078" extrusionOk="0">
                  <a:moveTo>
                    <a:pt x="2517" y="0"/>
                  </a:moveTo>
                  <a:cubicBezTo>
                    <a:pt x="1651" y="0"/>
                    <a:pt x="801" y="190"/>
                    <a:pt x="36" y="684"/>
                  </a:cubicBezTo>
                  <a:cubicBezTo>
                    <a:pt x="24" y="708"/>
                    <a:pt x="12" y="732"/>
                    <a:pt x="0" y="756"/>
                  </a:cubicBezTo>
                  <a:cubicBezTo>
                    <a:pt x="1120" y="1303"/>
                    <a:pt x="2286" y="1768"/>
                    <a:pt x="3477" y="2149"/>
                  </a:cubicBezTo>
                  <a:cubicBezTo>
                    <a:pt x="5168" y="2672"/>
                    <a:pt x="6918" y="2982"/>
                    <a:pt x="8680" y="3077"/>
                  </a:cubicBezTo>
                  <a:cubicBezTo>
                    <a:pt x="8787" y="2696"/>
                    <a:pt x="8871" y="2303"/>
                    <a:pt x="8930" y="1910"/>
                  </a:cubicBezTo>
                  <a:cubicBezTo>
                    <a:pt x="7859" y="1565"/>
                    <a:pt x="6846" y="1077"/>
                    <a:pt x="5799" y="696"/>
                  </a:cubicBezTo>
                  <a:cubicBezTo>
                    <a:pt x="4774" y="314"/>
                    <a:pt x="3631" y="0"/>
                    <a:pt x="2517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49"/>
            <p:cNvSpPr/>
            <p:nvPr/>
          </p:nvSpPr>
          <p:spPr>
            <a:xfrm>
              <a:off x="2188788" y="516500"/>
              <a:ext cx="219100" cy="138725"/>
            </a:xfrm>
            <a:custGeom>
              <a:avLst/>
              <a:gdLst/>
              <a:ahLst/>
              <a:cxnLst/>
              <a:rect l="l" t="t" r="r" b="b"/>
              <a:pathLst>
                <a:path w="8764" h="5549" extrusionOk="0">
                  <a:moveTo>
                    <a:pt x="4740" y="1"/>
                  </a:moveTo>
                  <a:cubicBezTo>
                    <a:pt x="4680" y="262"/>
                    <a:pt x="4585" y="512"/>
                    <a:pt x="4442" y="739"/>
                  </a:cubicBezTo>
                  <a:cubicBezTo>
                    <a:pt x="4073" y="1310"/>
                    <a:pt x="3418" y="1679"/>
                    <a:pt x="2823" y="1965"/>
                  </a:cubicBezTo>
                  <a:cubicBezTo>
                    <a:pt x="2192" y="2263"/>
                    <a:pt x="1584" y="2548"/>
                    <a:pt x="1049" y="2989"/>
                  </a:cubicBezTo>
                  <a:cubicBezTo>
                    <a:pt x="644" y="3346"/>
                    <a:pt x="287" y="3739"/>
                    <a:pt x="1" y="4191"/>
                  </a:cubicBezTo>
                  <a:cubicBezTo>
                    <a:pt x="263" y="4013"/>
                    <a:pt x="549" y="3882"/>
                    <a:pt x="846" y="3799"/>
                  </a:cubicBezTo>
                  <a:cubicBezTo>
                    <a:pt x="1304" y="3663"/>
                    <a:pt x="1780" y="3592"/>
                    <a:pt x="2259" y="3592"/>
                  </a:cubicBezTo>
                  <a:cubicBezTo>
                    <a:pt x="2328" y="3592"/>
                    <a:pt x="2397" y="3593"/>
                    <a:pt x="2466" y="3596"/>
                  </a:cubicBezTo>
                  <a:cubicBezTo>
                    <a:pt x="4680" y="3644"/>
                    <a:pt x="6573" y="4930"/>
                    <a:pt x="8657" y="5549"/>
                  </a:cubicBezTo>
                  <a:cubicBezTo>
                    <a:pt x="8681" y="5394"/>
                    <a:pt x="8693" y="5251"/>
                    <a:pt x="8704" y="5096"/>
                  </a:cubicBezTo>
                  <a:cubicBezTo>
                    <a:pt x="8764" y="4442"/>
                    <a:pt x="8764" y="3787"/>
                    <a:pt x="8740" y="3120"/>
                  </a:cubicBezTo>
                  <a:cubicBezTo>
                    <a:pt x="8716" y="2501"/>
                    <a:pt x="8657" y="1870"/>
                    <a:pt x="8657" y="1239"/>
                  </a:cubicBezTo>
                  <a:cubicBezTo>
                    <a:pt x="8097" y="1108"/>
                    <a:pt x="7550" y="965"/>
                    <a:pt x="7002" y="786"/>
                  </a:cubicBezTo>
                  <a:cubicBezTo>
                    <a:pt x="6442" y="608"/>
                    <a:pt x="5906" y="429"/>
                    <a:pt x="5359" y="227"/>
                  </a:cubicBezTo>
                  <a:cubicBezTo>
                    <a:pt x="5168" y="155"/>
                    <a:pt x="4942" y="84"/>
                    <a:pt x="47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49"/>
            <p:cNvSpPr/>
            <p:nvPr/>
          </p:nvSpPr>
          <p:spPr>
            <a:xfrm>
              <a:off x="2432288" y="552825"/>
              <a:ext cx="159275" cy="113525"/>
            </a:xfrm>
            <a:custGeom>
              <a:avLst/>
              <a:gdLst/>
              <a:ahLst/>
              <a:cxnLst/>
              <a:rect l="l" t="t" r="r" b="b"/>
              <a:pathLst>
                <a:path w="6371" h="4541" extrusionOk="0">
                  <a:moveTo>
                    <a:pt x="0" y="0"/>
                  </a:moveTo>
                  <a:lnTo>
                    <a:pt x="0" y="0"/>
                  </a:lnTo>
                  <a:cubicBezTo>
                    <a:pt x="167" y="774"/>
                    <a:pt x="262" y="1572"/>
                    <a:pt x="262" y="2381"/>
                  </a:cubicBezTo>
                  <a:cubicBezTo>
                    <a:pt x="250" y="3048"/>
                    <a:pt x="191" y="3715"/>
                    <a:pt x="72" y="4370"/>
                  </a:cubicBezTo>
                  <a:cubicBezTo>
                    <a:pt x="741" y="4484"/>
                    <a:pt x="1417" y="4541"/>
                    <a:pt x="2093" y="4541"/>
                  </a:cubicBezTo>
                  <a:cubicBezTo>
                    <a:pt x="3459" y="4541"/>
                    <a:pt x="4821" y="4308"/>
                    <a:pt x="6120" y="3846"/>
                  </a:cubicBezTo>
                  <a:cubicBezTo>
                    <a:pt x="6130" y="3843"/>
                    <a:pt x="6141" y="3841"/>
                    <a:pt x="6153" y="3841"/>
                  </a:cubicBezTo>
                  <a:cubicBezTo>
                    <a:pt x="6186" y="3841"/>
                    <a:pt x="6225" y="3852"/>
                    <a:pt x="6251" y="3870"/>
                  </a:cubicBezTo>
                  <a:lnTo>
                    <a:pt x="6263" y="3858"/>
                  </a:lnTo>
                  <a:cubicBezTo>
                    <a:pt x="6289" y="3840"/>
                    <a:pt x="6315" y="3829"/>
                    <a:pt x="6341" y="3829"/>
                  </a:cubicBezTo>
                  <a:cubicBezTo>
                    <a:pt x="6351" y="3829"/>
                    <a:pt x="6361" y="3831"/>
                    <a:pt x="6370" y="3834"/>
                  </a:cubicBezTo>
                  <a:cubicBezTo>
                    <a:pt x="6263" y="3608"/>
                    <a:pt x="6144" y="3405"/>
                    <a:pt x="6001" y="3215"/>
                  </a:cubicBezTo>
                  <a:cubicBezTo>
                    <a:pt x="5596" y="2655"/>
                    <a:pt x="5001" y="2262"/>
                    <a:pt x="4489" y="1798"/>
                  </a:cubicBezTo>
                  <a:cubicBezTo>
                    <a:pt x="4013" y="1345"/>
                    <a:pt x="3596" y="833"/>
                    <a:pt x="3477" y="167"/>
                  </a:cubicBezTo>
                  <a:cubicBezTo>
                    <a:pt x="3465" y="119"/>
                    <a:pt x="3477" y="71"/>
                    <a:pt x="3501" y="36"/>
                  </a:cubicBezTo>
                  <a:lnTo>
                    <a:pt x="3501" y="36"/>
                  </a:lnTo>
                  <a:cubicBezTo>
                    <a:pt x="3120" y="95"/>
                    <a:pt x="2727" y="131"/>
                    <a:pt x="2334" y="143"/>
                  </a:cubicBezTo>
                  <a:cubicBezTo>
                    <a:pt x="2189" y="149"/>
                    <a:pt x="2044" y="152"/>
                    <a:pt x="1898" y="152"/>
                  </a:cubicBezTo>
                  <a:cubicBezTo>
                    <a:pt x="1480" y="152"/>
                    <a:pt x="1058" y="128"/>
                    <a:pt x="643" y="83"/>
                  </a:cubicBezTo>
                  <a:cubicBezTo>
                    <a:pt x="417" y="60"/>
                    <a:pt x="215" y="36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49"/>
            <p:cNvSpPr/>
            <p:nvPr/>
          </p:nvSpPr>
          <p:spPr>
            <a:xfrm>
              <a:off x="2299238" y="375125"/>
              <a:ext cx="278025" cy="170025"/>
            </a:xfrm>
            <a:custGeom>
              <a:avLst/>
              <a:gdLst/>
              <a:ahLst/>
              <a:cxnLst/>
              <a:rect l="l" t="t" r="r" b="b"/>
              <a:pathLst>
                <a:path w="11121" h="6801" extrusionOk="0">
                  <a:moveTo>
                    <a:pt x="750" y="1417"/>
                  </a:moveTo>
                  <a:cubicBezTo>
                    <a:pt x="1298" y="1810"/>
                    <a:pt x="1905" y="2096"/>
                    <a:pt x="2548" y="2274"/>
                  </a:cubicBezTo>
                  <a:cubicBezTo>
                    <a:pt x="3727" y="2631"/>
                    <a:pt x="4929" y="2858"/>
                    <a:pt x="6156" y="2917"/>
                  </a:cubicBezTo>
                  <a:cubicBezTo>
                    <a:pt x="6711" y="2949"/>
                    <a:pt x="7271" y="2974"/>
                    <a:pt x="7831" y="2974"/>
                  </a:cubicBezTo>
                  <a:cubicBezTo>
                    <a:pt x="8507" y="2974"/>
                    <a:pt x="9182" y="2938"/>
                    <a:pt x="9847" y="2834"/>
                  </a:cubicBezTo>
                  <a:cubicBezTo>
                    <a:pt x="9850" y="2833"/>
                    <a:pt x="9854" y="2833"/>
                    <a:pt x="9857" y="2833"/>
                  </a:cubicBezTo>
                  <a:cubicBezTo>
                    <a:pt x="9919" y="2833"/>
                    <a:pt x="9926" y="2930"/>
                    <a:pt x="9859" y="2953"/>
                  </a:cubicBezTo>
                  <a:cubicBezTo>
                    <a:pt x="9156" y="3131"/>
                    <a:pt x="8442" y="3250"/>
                    <a:pt x="7715" y="3322"/>
                  </a:cubicBezTo>
                  <a:cubicBezTo>
                    <a:pt x="7465" y="3338"/>
                    <a:pt x="7215" y="3346"/>
                    <a:pt x="6964" y="3346"/>
                  </a:cubicBezTo>
                  <a:cubicBezTo>
                    <a:pt x="5942" y="3346"/>
                    <a:pt x="4924" y="3211"/>
                    <a:pt x="3929" y="2953"/>
                  </a:cubicBezTo>
                  <a:cubicBezTo>
                    <a:pt x="3310" y="2810"/>
                    <a:pt x="2715" y="2608"/>
                    <a:pt x="2143" y="2369"/>
                  </a:cubicBezTo>
                  <a:cubicBezTo>
                    <a:pt x="1608" y="2155"/>
                    <a:pt x="1096" y="1881"/>
                    <a:pt x="738" y="1429"/>
                  </a:cubicBezTo>
                  <a:cubicBezTo>
                    <a:pt x="726" y="1417"/>
                    <a:pt x="738" y="1417"/>
                    <a:pt x="750" y="1417"/>
                  </a:cubicBezTo>
                  <a:close/>
                  <a:moveTo>
                    <a:pt x="2417" y="0"/>
                  </a:moveTo>
                  <a:lnTo>
                    <a:pt x="2370" y="12"/>
                  </a:lnTo>
                  <a:cubicBezTo>
                    <a:pt x="1989" y="119"/>
                    <a:pt x="1608" y="250"/>
                    <a:pt x="1250" y="417"/>
                  </a:cubicBezTo>
                  <a:cubicBezTo>
                    <a:pt x="1060" y="512"/>
                    <a:pt x="869" y="631"/>
                    <a:pt x="703" y="762"/>
                  </a:cubicBezTo>
                  <a:cubicBezTo>
                    <a:pt x="548" y="881"/>
                    <a:pt x="369" y="1000"/>
                    <a:pt x="345" y="1214"/>
                  </a:cubicBezTo>
                  <a:cubicBezTo>
                    <a:pt x="310" y="1595"/>
                    <a:pt x="595" y="1929"/>
                    <a:pt x="869" y="2155"/>
                  </a:cubicBezTo>
                  <a:cubicBezTo>
                    <a:pt x="1227" y="2405"/>
                    <a:pt x="1608" y="2608"/>
                    <a:pt x="2012" y="2750"/>
                  </a:cubicBezTo>
                  <a:cubicBezTo>
                    <a:pt x="2489" y="2941"/>
                    <a:pt x="2977" y="3096"/>
                    <a:pt x="3465" y="3215"/>
                  </a:cubicBezTo>
                  <a:cubicBezTo>
                    <a:pt x="3604" y="3261"/>
                    <a:pt x="3574" y="3453"/>
                    <a:pt x="3441" y="3453"/>
                  </a:cubicBezTo>
                  <a:cubicBezTo>
                    <a:pt x="3437" y="3453"/>
                    <a:pt x="3433" y="3453"/>
                    <a:pt x="3429" y="3453"/>
                  </a:cubicBezTo>
                  <a:cubicBezTo>
                    <a:pt x="2774" y="3358"/>
                    <a:pt x="2131" y="3179"/>
                    <a:pt x="1512" y="2917"/>
                  </a:cubicBezTo>
                  <a:cubicBezTo>
                    <a:pt x="1072" y="2762"/>
                    <a:pt x="667" y="2524"/>
                    <a:pt x="322" y="2215"/>
                  </a:cubicBezTo>
                  <a:cubicBezTo>
                    <a:pt x="310" y="2191"/>
                    <a:pt x="298" y="2179"/>
                    <a:pt x="274" y="2155"/>
                  </a:cubicBezTo>
                  <a:cubicBezTo>
                    <a:pt x="262" y="2310"/>
                    <a:pt x="250" y="2453"/>
                    <a:pt x="226" y="2608"/>
                  </a:cubicBezTo>
                  <a:cubicBezTo>
                    <a:pt x="203" y="2929"/>
                    <a:pt x="167" y="3274"/>
                    <a:pt x="131" y="3584"/>
                  </a:cubicBezTo>
                  <a:cubicBezTo>
                    <a:pt x="95" y="3881"/>
                    <a:pt x="48" y="4191"/>
                    <a:pt x="24" y="4489"/>
                  </a:cubicBezTo>
                  <a:cubicBezTo>
                    <a:pt x="0" y="4727"/>
                    <a:pt x="12" y="4965"/>
                    <a:pt x="214" y="5108"/>
                  </a:cubicBezTo>
                  <a:cubicBezTo>
                    <a:pt x="429" y="5239"/>
                    <a:pt x="655" y="5334"/>
                    <a:pt x="893" y="5394"/>
                  </a:cubicBezTo>
                  <a:cubicBezTo>
                    <a:pt x="1143" y="5489"/>
                    <a:pt x="1393" y="5584"/>
                    <a:pt x="1655" y="5667"/>
                  </a:cubicBezTo>
                  <a:cubicBezTo>
                    <a:pt x="2155" y="5846"/>
                    <a:pt x="2655" y="6013"/>
                    <a:pt x="3155" y="6156"/>
                  </a:cubicBezTo>
                  <a:cubicBezTo>
                    <a:pt x="4179" y="6465"/>
                    <a:pt x="5227" y="6668"/>
                    <a:pt x="6299" y="6763"/>
                  </a:cubicBezTo>
                  <a:cubicBezTo>
                    <a:pt x="6573" y="6788"/>
                    <a:pt x="6847" y="6800"/>
                    <a:pt x="7122" y="6800"/>
                  </a:cubicBezTo>
                  <a:cubicBezTo>
                    <a:pt x="7359" y="6800"/>
                    <a:pt x="7597" y="6791"/>
                    <a:pt x="7834" y="6775"/>
                  </a:cubicBezTo>
                  <a:cubicBezTo>
                    <a:pt x="8323" y="6739"/>
                    <a:pt x="8835" y="6715"/>
                    <a:pt x="9299" y="6525"/>
                  </a:cubicBezTo>
                  <a:cubicBezTo>
                    <a:pt x="9763" y="6334"/>
                    <a:pt x="9811" y="5810"/>
                    <a:pt x="9906" y="5370"/>
                  </a:cubicBezTo>
                  <a:cubicBezTo>
                    <a:pt x="10013" y="4882"/>
                    <a:pt x="10073" y="4382"/>
                    <a:pt x="10156" y="3881"/>
                  </a:cubicBezTo>
                  <a:lnTo>
                    <a:pt x="10156" y="3881"/>
                  </a:lnTo>
                  <a:cubicBezTo>
                    <a:pt x="9990" y="3941"/>
                    <a:pt x="9811" y="3989"/>
                    <a:pt x="9644" y="4012"/>
                  </a:cubicBezTo>
                  <a:cubicBezTo>
                    <a:pt x="9388" y="4060"/>
                    <a:pt x="9126" y="4084"/>
                    <a:pt x="8864" y="4084"/>
                  </a:cubicBezTo>
                  <a:cubicBezTo>
                    <a:pt x="8602" y="4084"/>
                    <a:pt x="8340" y="4060"/>
                    <a:pt x="8085" y="4012"/>
                  </a:cubicBezTo>
                  <a:cubicBezTo>
                    <a:pt x="7930" y="3965"/>
                    <a:pt x="7977" y="3727"/>
                    <a:pt x="8132" y="3727"/>
                  </a:cubicBezTo>
                  <a:cubicBezTo>
                    <a:pt x="8326" y="3755"/>
                    <a:pt x="8520" y="3769"/>
                    <a:pt x="8714" y="3769"/>
                  </a:cubicBezTo>
                  <a:cubicBezTo>
                    <a:pt x="9093" y="3769"/>
                    <a:pt x="9468" y="3714"/>
                    <a:pt x="9823" y="3596"/>
                  </a:cubicBezTo>
                  <a:cubicBezTo>
                    <a:pt x="10287" y="3465"/>
                    <a:pt x="10835" y="3239"/>
                    <a:pt x="10966" y="2727"/>
                  </a:cubicBezTo>
                  <a:cubicBezTo>
                    <a:pt x="11121" y="2191"/>
                    <a:pt x="10573" y="1798"/>
                    <a:pt x="10180" y="1524"/>
                  </a:cubicBezTo>
                  <a:cubicBezTo>
                    <a:pt x="9966" y="1381"/>
                    <a:pt x="9728" y="1250"/>
                    <a:pt x="9478" y="1143"/>
                  </a:cubicBezTo>
                  <a:cubicBezTo>
                    <a:pt x="9311" y="1060"/>
                    <a:pt x="9132" y="1012"/>
                    <a:pt x="8966" y="929"/>
                  </a:cubicBezTo>
                  <a:cubicBezTo>
                    <a:pt x="8739" y="1226"/>
                    <a:pt x="8489" y="1488"/>
                    <a:pt x="8204" y="1726"/>
                  </a:cubicBezTo>
                  <a:cubicBezTo>
                    <a:pt x="7656" y="2131"/>
                    <a:pt x="7013" y="2381"/>
                    <a:pt x="6334" y="2417"/>
                  </a:cubicBezTo>
                  <a:cubicBezTo>
                    <a:pt x="6235" y="2425"/>
                    <a:pt x="6136" y="2428"/>
                    <a:pt x="6038" y="2428"/>
                  </a:cubicBezTo>
                  <a:cubicBezTo>
                    <a:pt x="4754" y="2428"/>
                    <a:pt x="3553" y="1788"/>
                    <a:pt x="2834" y="726"/>
                  </a:cubicBezTo>
                  <a:cubicBezTo>
                    <a:pt x="2774" y="631"/>
                    <a:pt x="2715" y="536"/>
                    <a:pt x="2667" y="441"/>
                  </a:cubicBezTo>
                  <a:cubicBezTo>
                    <a:pt x="2620" y="381"/>
                    <a:pt x="2584" y="322"/>
                    <a:pt x="2548" y="262"/>
                  </a:cubicBezTo>
                  <a:cubicBezTo>
                    <a:pt x="2500" y="179"/>
                    <a:pt x="2453" y="95"/>
                    <a:pt x="24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49"/>
            <p:cNvSpPr/>
            <p:nvPr/>
          </p:nvSpPr>
          <p:spPr>
            <a:xfrm>
              <a:off x="2382288" y="214975"/>
              <a:ext cx="126525" cy="210800"/>
            </a:xfrm>
            <a:custGeom>
              <a:avLst/>
              <a:gdLst/>
              <a:ahLst/>
              <a:cxnLst/>
              <a:rect l="l" t="t" r="r" b="b"/>
              <a:pathLst>
                <a:path w="5061" h="8432" extrusionOk="0">
                  <a:moveTo>
                    <a:pt x="4346" y="0"/>
                  </a:moveTo>
                  <a:cubicBezTo>
                    <a:pt x="4346" y="1751"/>
                    <a:pt x="2965" y="2870"/>
                    <a:pt x="2215" y="4370"/>
                  </a:cubicBezTo>
                  <a:cubicBezTo>
                    <a:pt x="1965" y="5001"/>
                    <a:pt x="2096" y="5751"/>
                    <a:pt x="2215" y="6501"/>
                  </a:cubicBezTo>
                  <a:cubicBezTo>
                    <a:pt x="1595" y="5370"/>
                    <a:pt x="714" y="4620"/>
                    <a:pt x="595" y="3370"/>
                  </a:cubicBezTo>
                  <a:cubicBezTo>
                    <a:pt x="119" y="4727"/>
                    <a:pt x="0" y="6227"/>
                    <a:pt x="417" y="7561"/>
                  </a:cubicBezTo>
                  <a:cubicBezTo>
                    <a:pt x="1055" y="8128"/>
                    <a:pt x="1871" y="8432"/>
                    <a:pt x="2704" y="8432"/>
                  </a:cubicBezTo>
                  <a:cubicBezTo>
                    <a:pt x="2990" y="8432"/>
                    <a:pt x="3277" y="8396"/>
                    <a:pt x="3560" y="8323"/>
                  </a:cubicBezTo>
                  <a:cubicBezTo>
                    <a:pt x="3798" y="8263"/>
                    <a:pt x="4012" y="8168"/>
                    <a:pt x="4227" y="8061"/>
                  </a:cubicBezTo>
                  <a:cubicBezTo>
                    <a:pt x="5060" y="5501"/>
                    <a:pt x="5024" y="2715"/>
                    <a:pt x="434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49"/>
            <p:cNvSpPr/>
            <p:nvPr/>
          </p:nvSpPr>
          <p:spPr>
            <a:xfrm>
              <a:off x="2355788" y="115250"/>
              <a:ext cx="198550" cy="301250"/>
            </a:xfrm>
            <a:custGeom>
              <a:avLst/>
              <a:gdLst/>
              <a:ahLst/>
              <a:cxnLst/>
              <a:rect l="l" t="t" r="r" b="b"/>
              <a:pathLst>
                <a:path w="7942" h="12050" extrusionOk="0">
                  <a:moveTo>
                    <a:pt x="5346" y="1"/>
                  </a:moveTo>
                  <a:cubicBezTo>
                    <a:pt x="5180" y="418"/>
                    <a:pt x="4989" y="834"/>
                    <a:pt x="4763" y="1227"/>
                  </a:cubicBezTo>
                  <a:cubicBezTo>
                    <a:pt x="4275" y="2085"/>
                    <a:pt x="3715" y="2918"/>
                    <a:pt x="3382" y="3847"/>
                  </a:cubicBezTo>
                  <a:cubicBezTo>
                    <a:pt x="3084" y="4692"/>
                    <a:pt x="2989" y="5633"/>
                    <a:pt x="3370" y="6478"/>
                  </a:cubicBezTo>
                  <a:cubicBezTo>
                    <a:pt x="3414" y="6629"/>
                    <a:pt x="3292" y="6768"/>
                    <a:pt x="3158" y="6768"/>
                  </a:cubicBezTo>
                  <a:cubicBezTo>
                    <a:pt x="3113" y="6768"/>
                    <a:pt x="3066" y="6752"/>
                    <a:pt x="3025" y="6716"/>
                  </a:cubicBezTo>
                  <a:cubicBezTo>
                    <a:pt x="2477" y="6240"/>
                    <a:pt x="2013" y="5680"/>
                    <a:pt x="1643" y="5061"/>
                  </a:cubicBezTo>
                  <a:cubicBezTo>
                    <a:pt x="1334" y="5513"/>
                    <a:pt x="1048" y="5978"/>
                    <a:pt x="786" y="6454"/>
                  </a:cubicBezTo>
                  <a:cubicBezTo>
                    <a:pt x="500" y="6990"/>
                    <a:pt x="298" y="7573"/>
                    <a:pt x="191" y="8169"/>
                  </a:cubicBezTo>
                  <a:cubicBezTo>
                    <a:pt x="0" y="9443"/>
                    <a:pt x="489" y="10728"/>
                    <a:pt x="1477" y="11562"/>
                  </a:cubicBezTo>
                  <a:cubicBezTo>
                    <a:pt x="1048" y="10216"/>
                    <a:pt x="1179" y="8716"/>
                    <a:pt x="1655" y="7359"/>
                  </a:cubicBezTo>
                  <a:cubicBezTo>
                    <a:pt x="1774" y="8609"/>
                    <a:pt x="2655" y="9359"/>
                    <a:pt x="3275" y="10490"/>
                  </a:cubicBezTo>
                  <a:cubicBezTo>
                    <a:pt x="3156" y="9740"/>
                    <a:pt x="3025" y="8990"/>
                    <a:pt x="3275" y="8359"/>
                  </a:cubicBezTo>
                  <a:cubicBezTo>
                    <a:pt x="4025" y="6859"/>
                    <a:pt x="5406" y="5740"/>
                    <a:pt x="5406" y="3989"/>
                  </a:cubicBezTo>
                  <a:lnTo>
                    <a:pt x="5406" y="3989"/>
                  </a:lnTo>
                  <a:cubicBezTo>
                    <a:pt x="6084" y="6716"/>
                    <a:pt x="6120" y="9490"/>
                    <a:pt x="5287" y="12050"/>
                  </a:cubicBezTo>
                  <a:cubicBezTo>
                    <a:pt x="5668" y="11848"/>
                    <a:pt x="6001" y="11586"/>
                    <a:pt x="6275" y="11252"/>
                  </a:cubicBezTo>
                  <a:cubicBezTo>
                    <a:pt x="6787" y="10633"/>
                    <a:pt x="7180" y="9931"/>
                    <a:pt x="7418" y="9169"/>
                  </a:cubicBezTo>
                  <a:cubicBezTo>
                    <a:pt x="7942" y="7561"/>
                    <a:pt x="7561" y="5787"/>
                    <a:pt x="7085" y="4228"/>
                  </a:cubicBezTo>
                  <a:cubicBezTo>
                    <a:pt x="6846" y="3454"/>
                    <a:pt x="6561" y="2692"/>
                    <a:pt x="6239" y="1942"/>
                  </a:cubicBezTo>
                  <a:cubicBezTo>
                    <a:pt x="5953" y="1287"/>
                    <a:pt x="5668" y="632"/>
                    <a:pt x="5346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49"/>
            <p:cNvSpPr/>
            <p:nvPr/>
          </p:nvSpPr>
          <p:spPr>
            <a:xfrm>
              <a:off x="2348938" y="103125"/>
              <a:ext cx="206000" cy="332375"/>
            </a:xfrm>
            <a:custGeom>
              <a:avLst/>
              <a:gdLst/>
              <a:ahLst/>
              <a:cxnLst/>
              <a:rect l="l" t="t" r="r" b="b"/>
              <a:pathLst>
                <a:path w="8240" h="13295" extrusionOk="0">
                  <a:moveTo>
                    <a:pt x="5620" y="486"/>
                  </a:moveTo>
                  <a:cubicBezTo>
                    <a:pt x="5942" y="1117"/>
                    <a:pt x="6227" y="1784"/>
                    <a:pt x="6513" y="2439"/>
                  </a:cubicBezTo>
                  <a:cubicBezTo>
                    <a:pt x="6835" y="3177"/>
                    <a:pt x="7120" y="3939"/>
                    <a:pt x="7359" y="4725"/>
                  </a:cubicBezTo>
                  <a:cubicBezTo>
                    <a:pt x="7847" y="6284"/>
                    <a:pt x="8216" y="8058"/>
                    <a:pt x="7692" y="9654"/>
                  </a:cubicBezTo>
                  <a:cubicBezTo>
                    <a:pt x="7454" y="10416"/>
                    <a:pt x="7061" y="11130"/>
                    <a:pt x="6549" y="11749"/>
                  </a:cubicBezTo>
                  <a:cubicBezTo>
                    <a:pt x="6120" y="12261"/>
                    <a:pt x="5549" y="12630"/>
                    <a:pt x="4894" y="12797"/>
                  </a:cubicBezTo>
                  <a:cubicBezTo>
                    <a:pt x="4607" y="12873"/>
                    <a:pt x="4321" y="12909"/>
                    <a:pt x="4041" y="12909"/>
                  </a:cubicBezTo>
                  <a:cubicBezTo>
                    <a:pt x="1913" y="12909"/>
                    <a:pt x="97" y="10842"/>
                    <a:pt x="465" y="8654"/>
                  </a:cubicBezTo>
                  <a:cubicBezTo>
                    <a:pt x="572" y="8058"/>
                    <a:pt x="774" y="7475"/>
                    <a:pt x="1060" y="6951"/>
                  </a:cubicBezTo>
                  <a:cubicBezTo>
                    <a:pt x="1322" y="6463"/>
                    <a:pt x="1608" y="5998"/>
                    <a:pt x="1917" y="5558"/>
                  </a:cubicBezTo>
                  <a:cubicBezTo>
                    <a:pt x="2287" y="6177"/>
                    <a:pt x="2751" y="6737"/>
                    <a:pt x="3299" y="7213"/>
                  </a:cubicBezTo>
                  <a:cubicBezTo>
                    <a:pt x="3340" y="7245"/>
                    <a:pt x="3385" y="7259"/>
                    <a:pt x="3429" y="7259"/>
                  </a:cubicBezTo>
                  <a:cubicBezTo>
                    <a:pt x="3565" y="7259"/>
                    <a:pt x="3689" y="7127"/>
                    <a:pt x="3644" y="6975"/>
                  </a:cubicBezTo>
                  <a:cubicBezTo>
                    <a:pt x="3263" y="6129"/>
                    <a:pt x="3358" y="5189"/>
                    <a:pt x="3656" y="4344"/>
                  </a:cubicBezTo>
                  <a:cubicBezTo>
                    <a:pt x="3989" y="3403"/>
                    <a:pt x="4549" y="2581"/>
                    <a:pt x="5037" y="1724"/>
                  </a:cubicBezTo>
                  <a:cubicBezTo>
                    <a:pt x="5263" y="1331"/>
                    <a:pt x="5454" y="915"/>
                    <a:pt x="5620" y="486"/>
                  </a:cubicBezTo>
                  <a:close/>
                  <a:moveTo>
                    <a:pt x="5590" y="1"/>
                  </a:moveTo>
                  <a:cubicBezTo>
                    <a:pt x="5540" y="1"/>
                    <a:pt x="5489" y="28"/>
                    <a:pt x="5465" y="81"/>
                  </a:cubicBezTo>
                  <a:cubicBezTo>
                    <a:pt x="5073" y="1057"/>
                    <a:pt x="4477" y="1938"/>
                    <a:pt x="3941" y="2843"/>
                  </a:cubicBezTo>
                  <a:cubicBezTo>
                    <a:pt x="3453" y="3677"/>
                    <a:pt x="3025" y="4594"/>
                    <a:pt x="2977" y="5570"/>
                  </a:cubicBezTo>
                  <a:cubicBezTo>
                    <a:pt x="2953" y="5832"/>
                    <a:pt x="2965" y="6106"/>
                    <a:pt x="3013" y="6368"/>
                  </a:cubicBezTo>
                  <a:cubicBezTo>
                    <a:pt x="2644" y="5987"/>
                    <a:pt x="2334" y="5558"/>
                    <a:pt x="2084" y="5094"/>
                  </a:cubicBezTo>
                  <a:cubicBezTo>
                    <a:pt x="2048" y="5046"/>
                    <a:pt x="1995" y="5022"/>
                    <a:pt x="1940" y="5022"/>
                  </a:cubicBezTo>
                  <a:cubicBezTo>
                    <a:pt x="1885" y="5022"/>
                    <a:pt x="1828" y="5046"/>
                    <a:pt x="1786" y="5094"/>
                  </a:cubicBezTo>
                  <a:cubicBezTo>
                    <a:pt x="1108" y="6082"/>
                    <a:pt x="429" y="7141"/>
                    <a:pt x="167" y="8332"/>
                  </a:cubicBezTo>
                  <a:cubicBezTo>
                    <a:pt x="1" y="9082"/>
                    <a:pt x="36" y="9868"/>
                    <a:pt x="298" y="10594"/>
                  </a:cubicBezTo>
                  <a:lnTo>
                    <a:pt x="393" y="10892"/>
                  </a:lnTo>
                  <a:lnTo>
                    <a:pt x="429" y="10880"/>
                  </a:lnTo>
                  <a:cubicBezTo>
                    <a:pt x="465" y="10963"/>
                    <a:pt x="512" y="11047"/>
                    <a:pt x="560" y="11130"/>
                  </a:cubicBezTo>
                  <a:cubicBezTo>
                    <a:pt x="596" y="11190"/>
                    <a:pt x="632" y="11249"/>
                    <a:pt x="679" y="11309"/>
                  </a:cubicBezTo>
                  <a:cubicBezTo>
                    <a:pt x="727" y="11404"/>
                    <a:pt x="786" y="11499"/>
                    <a:pt x="846" y="11594"/>
                  </a:cubicBezTo>
                  <a:cubicBezTo>
                    <a:pt x="1569" y="12663"/>
                    <a:pt x="2782" y="13294"/>
                    <a:pt x="4065" y="13294"/>
                  </a:cubicBezTo>
                  <a:cubicBezTo>
                    <a:pt x="4154" y="13294"/>
                    <a:pt x="4244" y="13291"/>
                    <a:pt x="4334" y="13285"/>
                  </a:cubicBezTo>
                  <a:cubicBezTo>
                    <a:pt x="5013" y="13249"/>
                    <a:pt x="5668" y="12999"/>
                    <a:pt x="6204" y="12595"/>
                  </a:cubicBezTo>
                  <a:cubicBezTo>
                    <a:pt x="6489" y="12356"/>
                    <a:pt x="6751" y="12094"/>
                    <a:pt x="6966" y="11797"/>
                  </a:cubicBezTo>
                  <a:lnTo>
                    <a:pt x="7120" y="11571"/>
                  </a:lnTo>
                  <a:cubicBezTo>
                    <a:pt x="7323" y="11285"/>
                    <a:pt x="7501" y="10975"/>
                    <a:pt x="7656" y="10654"/>
                  </a:cubicBezTo>
                  <a:cubicBezTo>
                    <a:pt x="8037" y="9856"/>
                    <a:pt x="8240" y="8975"/>
                    <a:pt x="8240" y="8094"/>
                  </a:cubicBezTo>
                  <a:cubicBezTo>
                    <a:pt x="8228" y="7225"/>
                    <a:pt x="8097" y="6356"/>
                    <a:pt x="7859" y="5510"/>
                  </a:cubicBezTo>
                  <a:cubicBezTo>
                    <a:pt x="7597" y="4582"/>
                    <a:pt x="7287" y="3665"/>
                    <a:pt x="6906" y="2784"/>
                  </a:cubicBezTo>
                  <a:cubicBezTo>
                    <a:pt x="6537" y="1879"/>
                    <a:pt x="6097" y="986"/>
                    <a:pt x="5716" y="81"/>
                  </a:cubicBezTo>
                  <a:cubicBezTo>
                    <a:pt x="5692" y="28"/>
                    <a:pt x="5641" y="1"/>
                    <a:pt x="559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49"/>
            <p:cNvSpPr/>
            <p:nvPr/>
          </p:nvSpPr>
          <p:spPr>
            <a:xfrm>
              <a:off x="2293863" y="367975"/>
              <a:ext cx="95475" cy="93500"/>
            </a:xfrm>
            <a:custGeom>
              <a:avLst/>
              <a:gdLst/>
              <a:ahLst/>
              <a:cxnLst/>
              <a:rect l="l" t="t" r="r" b="b"/>
              <a:pathLst>
                <a:path w="3819" h="3740" extrusionOk="0">
                  <a:moveTo>
                    <a:pt x="2501" y="0"/>
                  </a:moveTo>
                  <a:cubicBezTo>
                    <a:pt x="2108" y="0"/>
                    <a:pt x="1715" y="84"/>
                    <a:pt x="1346" y="250"/>
                  </a:cubicBezTo>
                  <a:cubicBezTo>
                    <a:pt x="930" y="429"/>
                    <a:pt x="370" y="703"/>
                    <a:pt x="168" y="1143"/>
                  </a:cubicBezTo>
                  <a:cubicBezTo>
                    <a:pt x="1" y="1489"/>
                    <a:pt x="96" y="1858"/>
                    <a:pt x="287" y="2167"/>
                  </a:cubicBezTo>
                  <a:cubicBezTo>
                    <a:pt x="263" y="2251"/>
                    <a:pt x="251" y="2322"/>
                    <a:pt x="227" y="2393"/>
                  </a:cubicBezTo>
                  <a:lnTo>
                    <a:pt x="489" y="2441"/>
                  </a:lnTo>
                  <a:cubicBezTo>
                    <a:pt x="513" y="2453"/>
                    <a:pt x="525" y="2477"/>
                    <a:pt x="537" y="2489"/>
                  </a:cubicBezTo>
                  <a:cubicBezTo>
                    <a:pt x="882" y="2798"/>
                    <a:pt x="1287" y="3048"/>
                    <a:pt x="1727" y="3203"/>
                  </a:cubicBezTo>
                  <a:cubicBezTo>
                    <a:pt x="2346" y="3453"/>
                    <a:pt x="2989" y="3632"/>
                    <a:pt x="3644" y="3739"/>
                  </a:cubicBezTo>
                  <a:cubicBezTo>
                    <a:pt x="3648" y="3739"/>
                    <a:pt x="3652" y="3739"/>
                    <a:pt x="3655" y="3739"/>
                  </a:cubicBezTo>
                  <a:cubicBezTo>
                    <a:pt x="3789" y="3739"/>
                    <a:pt x="3819" y="3535"/>
                    <a:pt x="3680" y="3501"/>
                  </a:cubicBezTo>
                  <a:cubicBezTo>
                    <a:pt x="3192" y="3382"/>
                    <a:pt x="2704" y="3227"/>
                    <a:pt x="2227" y="3036"/>
                  </a:cubicBezTo>
                  <a:cubicBezTo>
                    <a:pt x="1823" y="2894"/>
                    <a:pt x="1442" y="2691"/>
                    <a:pt x="1084" y="2429"/>
                  </a:cubicBezTo>
                  <a:cubicBezTo>
                    <a:pt x="810" y="2215"/>
                    <a:pt x="525" y="1881"/>
                    <a:pt x="560" y="1500"/>
                  </a:cubicBezTo>
                  <a:cubicBezTo>
                    <a:pt x="584" y="1286"/>
                    <a:pt x="763" y="1167"/>
                    <a:pt x="918" y="1048"/>
                  </a:cubicBezTo>
                  <a:cubicBezTo>
                    <a:pt x="1084" y="917"/>
                    <a:pt x="1275" y="798"/>
                    <a:pt x="1465" y="703"/>
                  </a:cubicBezTo>
                  <a:cubicBezTo>
                    <a:pt x="1823" y="536"/>
                    <a:pt x="2204" y="393"/>
                    <a:pt x="2585" y="298"/>
                  </a:cubicBezTo>
                  <a:lnTo>
                    <a:pt x="25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49"/>
            <p:cNvSpPr/>
            <p:nvPr/>
          </p:nvSpPr>
          <p:spPr>
            <a:xfrm>
              <a:off x="2317688" y="410400"/>
              <a:ext cx="229725" cy="48400"/>
            </a:xfrm>
            <a:custGeom>
              <a:avLst/>
              <a:gdLst/>
              <a:ahLst/>
              <a:cxnLst/>
              <a:rect l="l" t="t" r="r" b="b"/>
              <a:pathLst>
                <a:path w="9189" h="1936" extrusionOk="0">
                  <a:moveTo>
                    <a:pt x="5" y="1"/>
                  </a:moveTo>
                  <a:cubicBezTo>
                    <a:pt x="0" y="1"/>
                    <a:pt x="0" y="9"/>
                    <a:pt x="0" y="18"/>
                  </a:cubicBezTo>
                  <a:cubicBezTo>
                    <a:pt x="358" y="470"/>
                    <a:pt x="870" y="744"/>
                    <a:pt x="1405" y="958"/>
                  </a:cubicBezTo>
                  <a:cubicBezTo>
                    <a:pt x="1977" y="1197"/>
                    <a:pt x="2572" y="1399"/>
                    <a:pt x="3179" y="1542"/>
                  </a:cubicBezTo>
                  <a:cubicBezTo>
                    <a:pt x="4174" y="1800"/>
                    <a:pt x="5200" y="1935"/>
                    <a:pt x="6225" y="1935"/>
                  </a:cubicBezTo>
                  <a:cubicBezTo>
                    <a:pt x="6476" y="1935"/>
                    <a:pt x="6727" y="1927"/>
                    <a:pt x="6977" y="1911"/>
                  </a:cubicBezTo>
                  <a:cubicBezTo>
                    <a:pt x="7704" y="1839"/>
                    <a:pt x="8418" y="1720"/>
                    <a:pt x="9121" y="1542"/>
                  </a:cubicBezTo>
                  <a:cubicBezTo>
                    <a:pt x="9188" y="1519"/>
                    <a:pt x="9181" y="1422"/>
                    <a:pt x="9119" y="1422"/>
                  </a:cubicBezTo>
                  <a:cubicBezTo>
                    <a:pt x="9116" y="1422"/>
                    <a:pt x="9112" y="1422"/>
                    <a:pt x="9109" y="1423"/>
                  </a:cubicBezTo>
                  <a:cubicBezTo>
                    <a:pt x="8444" y="1527"/>
                    <a:pt x="7769" y="1563"/>
                    <a:pt x="7093" y="1563"/>
                  </a:cubicBezTo>
                  <a:cubicBezTo>
                    <a:pt x="6533" y="1563"/>
                    <a:pt x="5973" y="1538"/>
                    <a:pt x="5418" y="1506"/>
                  </a:cubicBezTo>
                  <a:cubicBezTo>
                    <a:pt x="4191" y="1447"/>
                    <a:pt x="2989" y="1232"/>
                    <a:pt x="1810" y="863"/>
                  </a:cubicBezTo>
                  <a:cubicBezTo>
                    <a:pt x="1167" y="685"/>
                    <a:pt x="560" y="399"/>
                    <a:pt x="12" y="6"/>
                  </a:cubicBezTo>
                  <a:cubicBezTo>
                    <a:pt x="9" y="2"/>
                    <a:pt x="6" y="1"/>
                    <a:pt x="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49"/>
            <p:cNvSpPr/>
            <p:nvPr/>
          </p:nvSpPr>
          <p:spPr>
            <a:xfrm>
              <a:off x="2134338" y="392375"/>
              <a:ext cx="485500" cy="468550"/>
            </a:xfrm>
            <a:custGeom>
              <a:avLst/>
              <a:gdLst/>
              <a:ahLst/>
              <a:cxnLst/>
              <a:rect l="l" t="t" r="r" b="b"/>
              <a:pathLst>
                <a:path w="19420" h="18742" extrusionOk="0">
                  <a:moveTo>
                    <a:pt x="6918" y="4966"/>
                  </a:moveTo>
                  <a:cubicBezTo>
                    <a:pt x="7120" y="5061"/>
                    <a:pt x="7346" y="5132"/>
                    <a:pt x="7537" y="5192"/>
                  </a:cubicBezTo>
                  <a:cubicBezTo>
                    <a:pt x="8084" y="5394"/>
                    <a:pt x="8632" y="5597"/>
                    <a:pt x="9180" y="5763"/>
                  </a:cubicBezTo>
                  <a:cubicBezTo>
                    <a:pt x="9728" y="5930"/>
                    <a:pt x="10275" y="6085"/>
                    <a:pt x="10835" y="6204"/>
                  </a:cubicBezTo>
                  <a:cubicBezTo>
                    <a:pt x="10835" y="6835"/>
                    <a:pt x="10894" y="7454"/>
                    <a:pt x="10918" y="8085"/>
                  </a:cubicBezTo>
                  <a:cubicBezTo>
                    <a:pt x="10942" y="8752"/>
                    <a:pt x="10942" y="9407"/>
                    <a:pt x="10882" y="10061"/>
                  </a:cubicBezTo>
                  <a:cubicBezTo>
                    <a:pt x="10871" y="10216"/>
                    <a:pt x="10859" y="10371"/>
                    <a:pt x="10835" y="10514"/>
                  </a:cubicBezTo>
                  <a:cubicBezTo>
                    <a:pt x="8763" y="9895"/>
                    <a:pt x="6858" y="8609"/>
                    <a:pt x="4644" y="8561"/>
                  </a:cubicBezTo>
                  <a:cubicBezTo>
                    <a:pt x="4575" y="8558"/>
                    <a:pt x="4506" y="8557"/>
                    <a:pt x="4437" y="8557"/>
                  </a:cubicBezTo>
                  <a:cubicBezTo>
                    <a:pt x="3958" y="8557"/>
                    <a:pt x="3482" y="8628"/>
                    <a:pt x="3024" y="8764"/>
                  </a:cubicBezTo>
                  <a:cubicBezTo>
                    <a:pt x="2727" y="8847"/>
                    <a:pt x="2441" y="8978"/>
                    <a:pt x="2179" y="9156"/>
                  </a:cubicBezTo>
                  <a:cubicBezTo>
                    <a:pt x="2465" y="8716"/>
                    <a:pt x="2822" y="8311"/>
                    <a:pt x="3227" y="7966"/>
                  </a:cubicBezTo>
                  <a:cubicBezTo>
                    <a:pt x="3762" y="7513"/>
                    <a:pt x="4370" y="7240"/>
                    <a:pt x="5001" y="6942"/>
                  </a:cubicBezTo>
                  <a:cubicBezTo>
                    <a:pt x="5584" y="6656"/>
                    <a:pt x="6251" y="6287"/>
                    <a:pt x="6620" y="5716"/>
                  </a:cubicBezTo>
                  <a:cubicBezTo>
                    <a:pt x="6763" y="5489"/>
                    <a:pt x="6858" y="5239"/>
                    <a:pt x="6918" y="4966"/>
                  </a:cubicBezTo>
                  <a:close/>
                  <a:moveTo>
                    <a:pt x="10954" y="6228"/>
                  </a:moveTo>
                  <a:lnTo>
                    <a:pt x="10954" y="6228"/>
                  </a:lnTo>
                  <a:cubicBezTo>
                    <a:pt x="11168" y="6275"/>
                    <a:pt x="11382" y="6323"/>
                    <a:pt x="11597" y="6359"/>
                  </a:cubicBezTo>
                  <a:cubicBezTo>
                    <a:pt x="11597" y="6370"/>
                    <a:pt x="11597" y="6382"/>
                    <a:pt x="11597" y="6406"/>
                  </a:cubicBezTo>
                  <a:cubicBezTo>
                    <a:pt x="11918" y="7823"/>
                    <a:pt x="11954" y="9299"/>
                    <a:pt x="11728" y="10740"/>
                  </a:cubicBezTo>
                  <a:cubicBezTo>
                    <a:pt x="11573" y="10704"/>
                    <a:pt x="11418" y="10669"/>
                    <a:pt x="11275" y="10633"/>
                  </a:cubicBezTo>
                  <a:cubicBezTo>
                    <a:pt x="11216" y="10621"/>
                    <a:pt x="11168" y="10609"/>
                    <a:pt x="11109" y="10597"/>
                  </a:cubicBezTo>
                  <a:cubicBezTo>
                    <a:pt x="11192" y="9871"/>
                    <a:pt x="11216" y="9145"/>
                    <a:pt x="11180" y="8418"/>
                  </a:cubicBezTo>
                  <a:cubicBezTo>
                    <a:pt x="11168" y="7680"/>
                    <a:pt x="11097" y="6954"/>
                    <a:pt x="10954" y="6228"/>
                  </a:cubicBezTo>
                  <a:close/>
                  <a:moveTo>
                    <a:pt x="11906" y="6418"/>
                  </a:moveTo>
                  <a:lnTo>
                    <a:pt x="11906" y="6418"/>
                  </a:lnTo>
                  <a:cubicBezTo>
                    <a:pt x="12121" y="6454"/>
                    <a:pt x="12335" y="6478"/>
                    <a:pt x="12561" y="6501"/>
                  </a:cubicBezTo>
                  <a:cubicBezTo>
                    <a:pt x="12976" y="6546"/>
                    <a:pt x="13398" y="6570"/>
                    <a:pt x="13816" y="6570"/>
                  </a:cubicBezTo>
                  <a:cubicBezTo>
                    <a:pt x="13962" y="6570"/>
                    <a:pt x="14107" y="6567"/>
                    <a:pt x="14252" y="6561"/>
                  </a:cubicBezTo>
                  <a:cubicBezTo>
                    <a:pt x="14645" y="6549"/>
                    <a:pt x="15038" y="6513"/>
                    <a:pt x="15419" y="6454"/>
                  </a:cubicBezTo>
                  <a:lnTo>
                    <a:pt x="15419" y="6454"/>
                  </a:lnTo>
                  <a:cubicBezTo>
                    <a:pt x="15395" y="6489"/>
                    <a:pt x="15383" y="6537"/>
                    <a:pt x="15395" y="6597"/>
                  </a:cubicBezTo>
                  <a:cubicBezTo>
                    <a:pt x="15514" y="7251"/>
                    <a:pt x="15931" y="7763"/>
                    <a:pt x="16407" y="8216"/>
                  </a:cubicBezTo>
                  <a:cubicBezTo>
                    <a:pt x="16919" y="8680"/>
                    <a:pt x="17514" y="9073"/>
                    <a:pt x="17919" y="9633"/>
                  </a:cubicBezTo>
                  <a:cubicBezTo>
                    <a:pt x="18062" y="9823"/>
                    <a:pt x="18181" y="10026"/>
                    <a:pt x="18288" y="10252"/>
                  </a:cubicBezTo>
                  <a:cubicBezTo>
                    <a:pt x="18279" y="10249"/>
                    <a:pt x="18269" y="10247"/>
                    <a:pt x="18259" y="10247"/>
                  </a:cubicBezTo>
                  <a:cubicBezTo>
                    <a:pt x="18233" y="10247"/>
                    <a:pt x="18207" y="10258"/>
                    <a:pt x="18181" y="10276"/>
                  </a:cubicBezTo>
                  <a:lnTo>
                    <a:pt x="18169" y="10288"/>
                  </a:lnTo>
                  <a:cubicBezTo>
                    <a:pt x="18134" y="10270"/>
                    <a:pt x="18099" y="10259"/>
                    <a:pt x="18064" y="10259"/>
                  </a:cubicBezTo>
                  <a:cubicBezTo>
                    <a:pt x="18052" y="10259"/>
                    <a:pt x="18039" y="10261"/>
                    <a:pt x="18026" y="10264"/>
                  </a:cubicBezTo>
                  <a:cubicBezTo>
                    <a:pt x="16735" y="10726"/>
                    <a:pt x="15375" y="10959"/>
                    <a:pt x="14007" y="10959"/>
                  </a:cubicBezTo>
                  <a:cubicBezTo>
                    <a:pt x="13330" y="10959"/>
                    <a:pt x="12651" y="10902"/>
                    <a:pt x="11978" y="10788"/>
                  </a:cubicBezTo>
                  <a:cubicBezTo>
                    <a:pt x="12109" y="10133"/>
                    <a:pt x="12168" y="9466"/>
                    <a:pt x="12180" y="8799"/>
                  </a:cubicBezTo>
                  <a:cubicBezTo>
                    <a:pt x="12180" y="7990"/>
                    <a:pt x="12085" y="7192"/>
                    <a:pt x="11906" y="6418"/>
                  </a:cubicBezTo>
                  <a:close/>
                  <a:moveTo>
                    <a:pt x="4386" y="8901"/>
                  </a:moveTo>
                  <a:cubicBezTo>
                    <a:pt x="5500" y="8901"/>
                    <a:pt x="6643" y="9215"/>
                    <a:pt x="7668" y="9597"/>
                  </a:cubicBezTo>
                  <a:cubicBezTo>
                    <a:pt x="8715" y="9978"/>
                    <a:pt x="9728" y="10466"/>
                    <a:pt x="10799" y="10811"/>
                  </a:cubicBezTo>
                  <a:cubicBezTo>
                    <a:pt x="10740" y="11204"/>
                    <a:pt x="10656" y="11597"/>
                    <a:pt x="10561" y="11978"/>
                  </a:cubicBezTo>
                  <a:cubicBezTo>
                    <a:pt x="8787" y="11883"/>
                    <a:pt x="7037" y="11573"/>
                    <a:pt x="5346" y="11050"/>
                  </a:cubicBezTo>
                  <a:cubicBezTo>
                    <a:pt x="4155" y="10669"/>
                    <a:pt x="2989" y="10204"/>
                    <a:pt x="1869" y="9657"/>
                  </a:cubicBezTo>
                  <a:cubicBezTo>
                    <a:pt x="1881" y="9633"/>
                    <a:pt x="1893" y="9609"/>
                    <a:pt x="1905" y="9585"/>
                  </a:cubicBezTo>
                  <a:cubicBezTo>
                    <a:pt x="2670" y="9091"/>
                    <a:pt x="3520" y="8901"/>
                    <a:pt x="4386" y="8901"/>
                  </a:cubicBezTo>
                  <a:close/>
                  <a:moveTo>
                    <a:pt x="17002" y="10966"/>
                  </a:moveTo>
                  <a:lnTo>
                    <a:pt x="17002" y="10966"/>
                  </a:lnTo>
                  <a:cubicBezTo>
                    <a:pt x="16931" y="11002"/>
                    <a:pt x="16847" y="11038"/>
                    <a:pt x="16764" y="11073"/>
                  </a:cubicBezTo>
                  <a:cubicBezTo>
                    <a:pt x="16276" y="11288"/>
                    <a:pt x="15776" y="11466"/>
                    <a:pt x="15264" y="11597"/>
                  </a:cubicBezTo>
                  <a:cubicBezTo>
                    <a:pt x="14228" y="11859"/>
                    <a:pt x="13180" y="11990"/>
                    <a:pt x="12109" y="12002"/>
                  </a:cubicBezTo>
                  <a:lnTo>
                    <a:pt x="11704" y="12002"/>
                  </a:lnTo>
                  <a:cubicBezTo>
                    <a:pt x="11787" y="11704"/>
                    <a:pt x="11859" y="11407"/>
                    <a:pt x="11918" y="11109"/>
                  </a:cubicBezTo>
                  <a:cubicBezTo>
                    <a:pt x="12647" y="11257"/>
                    <a:pt x="13395" y="11339"/>
                    <a:pt x="14137" y="11339"/>
                  </a:cubicBezTo>
                  <a:cubicBezTo>
                    <a:pt x="14231" y="11339"/>
                    <a:pt x="14325" y="11338"/>
                    <a:pt x="14419" y="11335"/>
                  </a:cubicBezTo>
                  <a:cubicBezTo>
                    <a:pt x="15300" y="11323"/>
                    <a:pt x="16169" y="11192"/>
                    <a:pt x="17002" y="10966"/>
                  </a:cubicBezTo>
                  <a:close/>
                  <a:moveTo>
                    <a:pt x="11085" y="10907"/>
                  </a:moveTo>
                  <a:cubicBezTo>
                    <a:pt x="11275" y="10966"/>
                    <a:pt x="11478" y="11014"/>
                    <a:pt x="11668" y="11061"/>
                  </a:cubicBezTo>
                  <a:cubicBezTo>
                    <a:pt x="11609" y="11371"/>
                    <a:pt x="11537" y="11693"/>
                    <a:pt x="11442" y="12014"/>
                  </a:cubicBezTo>
                  <a:cubicBezTo>
                    <a:pt x="11252" y="12014"/>
                    <a:pt x="11049" y="12002"/>
                    <a:pt x="10859" y="12002"/>
                  </a:cubicBezTo>
                  <a:cubicBezTo>
                    <a:pt x="10954" y="11633"/>
                    <a:pt x="11013" y="11276"/>
                    <a:pt x="11073" y="10907"/>
                  </a:cubicBezTo>
                  <a:close/>
                  <a:moveTo>
                    <a:pt x="10763" y="12371"/>
                  </a:moveTo>
                  <a:cubicBezTo>
                    <a:pt x="10954" y="12371"/>
                    <a:pt x="11144" y="12383"/>
                    <a:pt x="11335" y="12383"/>
                  </a:cubicBezTo>
                  <a:cubicBezTo>
                    <a:pt x="11132" y="12990"/>
                    <a:pt x="10882" y="13574"/>
                    <a:pt x="10585" y="14133"/>
                  </a:cubicBezTo>
                  <a:cubicBezTo>
                    <a:pt x="10430" y="14455"/>
                    <a:pt x="10239" y="14764"/>
                    <a:pt x="10025" y="15050"/>
                  </a:cubicBezTo>
                  <a:cubicBezTo>
                    <a:pt x="9922" y="15165"/>
                    <a:pt x="9804" y="15206"/>
                    <a:pt x="9681" y="15206"/>
                  </a:cubicBezTo>
                  <a:cubicBezTo>
                    <a:pt x="9562" y="15206"/>
                    <a:pt x="9440" y="15168"/>
                    <a:pt x="9323" y="15122"/>
                  </a:cubicBezTo>
                  <a:lnTo>
                    <a:pt x="9335" y="15122"/>
                  </a:lnTo>
                  <a:cubicBezTo>
                    <a:pt x="10001" y="14312"/>
                    <a:pt x="10478" y="13371"/>
                    <a:pt x="10763" y="12371"/>
                  </a:cubicBezTo>
                  <a:close/>
                  <a:moveTo>
                    <a:pt x="1798" y="9799"/>
                  </a:moveTo>
                  <a:cubicBezTo>
                    <a:pt x="3810" y="10966"/>
                    <a:pt x="6013" y="11740"/>
                    <a:pt x="8311" y="12109"/>
                  </a:cubicBezTo>
                  <a:cubicBezTo>
                    <a:pt x="9013" y="12228"/>
                    <a:pt x="9739" y="12312"/>
                    <a:pt x="10454" y="12359"/>
                  </a:cubicBezTo>
                  <a:cubicBezTo>
                    <a:pt x="10335" y="12740"/>
                    <a:pt x="10192" y="13097"/>
                    <a:pt x="10025" y="13455"/>
                  </a:cubicBezTo>
                  <a:cubicBezTo>
                    <a:pt x="9728" y="14038"/>
                    <a:pt x="9370" y="14586"/>
                    <a:pt x="8942" y="15074"/>
                  </a:cubicBezTo>
                  <a:cubicBezTo>
                    <a:pt x="8870" y="15157"/>
                    <a:pt x="8906" y="15276"/>
                    <a:pt x="9001" y="15324"/>
                  </a:cubicBezTo>
                  <a:cubicBezTo>
                    <a:pt x="9215" y="15431"/>
                    <a:pt x="9454" y="15530"/>
                    <a:pt x="9696" y="15530"/>
                  </a:cubicBezTo>
                  <a:cubicBezTo>
                    <a:pt x="9750" y="15530"/>
                    <a:pt x="9804" y="15525"/>
                    <a:pt x="9858" y="15514"/>
                  </a:cubicBezTo>
                  <a:cubicBezTo>
                    <a:pt x="10192" y="15443"/>
                    <a:pt x="10359" y="15145"/>
                    <a:pt x="10513" y="14871"/>
                  </a:cubicBezTo>
                  <a:cubicBezTo>
                    <a:pt x="10871" y="14264"/>
                    <a:pt x="11168" y="13621"/>
                    <a:pt x="11406" y="12955"/>
                  </a:cubicBezTo>
                  <a:cubicBezTo>
                    <a:pt x="11478" y="12776"/>
                    <a:pt x="11537" y="12585"/>
                    <a:pt x="11597" y="12407"/>
                  </a:cubicBezTo>
                  <a:lnTo>
                    <a:pt x="11835" y="12407"/>
                  </a:lnTo>
                  <a:cubicBezTo>
                    <a:pt x="12942" y="12407"/>
                    <a:pt x="14038" y="12300"/>
                    <a:pt x="15109" y="12062"/>
                  </a:cubicBezTo>
                  <a:cubicBezTo>
                    <a:pt x="15693" y="11931"/>
                    <a:pt x="16276" y="11752"/>
                    <a:pt x="16824" y="11514"/>
                  </a:cubicBezTo>
                  <a:cubicBezTo>
                    <a:pt x="17383" y="11288"/>
                    <a:pt x="17990" y="11002"/>
                    <a:pt x="18431" y="10573"/>
                  </a:cubicBezTo>
                  <a:cubicBezTo>
                    <a:pt x="18788" y="11490"/>
                    <a:pt x="18860" y="12550"/>
                    <a:pt x="18883" y="13502"/>
                  </a:cubicBezTo>
                  <a:cubicBezTo>
                    <a:pt x="18895" y="14264"/>
                    <a:pt x="18860" y="15026"/>
                    <a:pt x="18752" y="15788"/>
                  </a:cubicBezTo>
                  <a:cubicBezTo>
                    <a:pt x="18705" y="16169"/>
                    <a:pt x="18645" y="16538"/>
                    <a:pt x="18562" y="16907"/>
                  </a:cubicBezTo>
                  <a:cubicBezTo>
                    <a:pt x="18526" y="17074"/>
                    <a:pt x="18491" y="17253"/>
                    <a:pt x="18443" y="17431"/>
                  </a:cubicBezTo>
                  <a:cubicBezTo>
                    <a:pt x="18419" y="17598"/>
                    <a:pt x="18360" y="17777"/>
                    <a:pt x="18300" y="17943"/>
                  </a:cubicBezTo>
                  <a:cubicBezTo>
                    <a:pt x="18240" y="18098"/>
                    <a:pt x="18110" y="18086"/>
                    <a:pt x="17967" y="18098"/>
                  </a:cubicBezTo>
                  <a:cubicBezTo>
                    <a:pt x="17764" y="18122"/>
                    <a:pt x="17562" y="18134"/>
                    <a:pt x="17371" y="18146"/>
                  </a:cubicBezTo>
                  <a:cubicBezTo>
                    <a:pt x="16990" y="18181"/>
                    <a:pt x="16621" y="18205"/>
                    <a:pt x="16252" y="18217"/>
                  </a:cubicBezTo>
                  <a:cubicBezTo>
                    <a:pt x="15871" y="18229"/>
                    <a:pt x="15490" y="18235"/>
                    <a:pt x="15109" y="18235"/>
                  </a:cubicBezTo>
                  <a:cubicBezTo>
                    <a:pt x="14728" y="18235"/>
                    <a:pt x="14347" y="18229"/>
                    <a:pt x="13966" y="18217"/>
                  </a:cubicBezTo>
                  <a:cubicBezTo>
                    <a:pt x="10918" y="18086"/>
                    <a:pt x="7906" y="17538"/>
                    <a:pt x="4941" y="16860"/>
                  </a:cubicBezTo>
                  <a:cubicBezTo>
                    <a:pt x="4179" y="16681"/>
                    <a:pt x="3453" y="16503"/>
                    <a:pt x="2703" y="16324"/>
                  </a:cubicBezTo>
                  <a:lnTo>
                    <a:pt x="1584" y="16038"/>
                  </a:lnTo>
                  <a:lnTo>
                    <a:pt x="1036" y="15907"/>
                  </a:lnTo>
                  <a:lnTo>
                    <a:pt x="774" y="15836"/>
                  </a:lnTo>
                  <a:cubicBezTo>
                    <a:pt x="738" y="15836"/>
                    <a:pt x="631" y="15824"/>
                    <a:pt x="595" y="15776"/>
                  </a:cubicBezTo>
                  <a:cubicBezTo>
                    <a:pt x="572" y="15729"/>
                    <a:pt x="595" y="15633"/>
                    <a:pt x="595" y="15586"/>
                  </a:cubicBezTo>
                  <a:cubicBezTo>
                    <a:pt x="607" y="15491"/>
                    <a:pt x="619" y="15407"/>
                    <a:pt x="619" y="15312"/>
                  </a:cubicBezTo>
                  <a:cubicBezTo>
                    <a:pt x="631" y="15110"/>
                    <a:pt x="643" y="14907"/>
                    <a:pt x="655" y="14705"/>
                  </a:cubicBezTo>
                  <a:cubicBezTo>
                    <a:pt x="691" y="14300"/>
                    <a:pt x="726" y="13907"/>
                    <a:pt x="774" y="13514"/>
                  </a:cubicBezTo>
                  <a:cubicBezTo>
                    <a:pt x="845" y="12728"/>
                    <a:pt x="1000" y="11966"/>
                    <a:pt x="1215" y="11216"/>
                  </a:cubicBezTo>
                  <a:cubicBezTo>
                    <a:pt x="1369" y="10728"/>
                    <a:pt x="1560" y="10252"/>
                    <a:pt x="1798" y="9799"/>
                  </a:cubicBezTo>
                  <a:close/>
                  <a:moveTo>
                    <a:pt x="15716" y="1"/>
                  </a:moveTo>
                  <a:lnTo>
                    <a:pt x="15550" y="215"/>
                  </a:lnTo>
                  <a:cubicBezTo>
                    <a:pt x="15716" y="298"/>
                    <a:pt x="15907" y="346"/>
                    <a:pt x="16074" y="429"/>
                  </a:cubicBezTo>
                  <a:cubicBezTo>
                    <a:pt x="16312" y="536"/>
                    <a:pt x="16550" y="667"/>
                    <a:pt x="16776" y="810"/>
                  </a:cubicBezTo>
                  <a:cubicBezTo>
                    <a:pt x="17157" y="1084"/>
                    <a:pt x="17705" y="1477"/>
                    <a:pt x="17562" y="2013"/>
                  </a:cubicBezTo>
                  <a:cubicBezTo>
                    <a:pt x="17419" y="2513"/>
                    <a:pt x="16871" y="2751"/>
                    <a:pt x="16419" y="2882"/>
                  </a:cubicBezTo>
                  <a:cubicBezTo>
                    <a:pt x="16057" y="3000"/>
                    <a:pt x="15684" y="3056"/>
                    <a:pt x="15308" y="3056"/>
                  </a:cubicBezTo>
                  <a:cubicBezTo>
                    <a:pt x="15115" y="3056"/>
                    <a:pt x="14922" y="3041"/>
                    <a:pt x="14728" y="3013"/>
                  </a:cubicBezTo>
                  <a:cubicBezTo>
                    <a:pt x="14561" y="3013"/>
                    <a:pt x="14526" y="3251"/>
                    <a:pt x="14681" y="3299"/>
                  </a:cubicBezTo>
                  <a:cubicBezTo>
                    <a:pt x="14936" y="3346"/>
                    <a:pt x="15195" y="3370"/>
                    <a:pt x="15454" y="3370"/>
                  </a:cubicBezTo>
                  <a:cubicBezTo>
                    <a:pt x="15713" y="3370"/>
                    <a:pt x="15972" y="3346"/>
                    <a:pt x="16228" y="3299"/>
                  </a:cubicBezTo>
                  <a:cubicBezTo>
                    <a:pt x="16407" y="3275"/>
                    <a:pt x="16586" y="3227"/>
                    <a:pt x="16752" y="3168"/>
                  </a:cubicBezTo>
                  <a:lnTo>
                    <a:pt x="16752" y="3168"/>
                  </a:lnTo>
                  <a:cubicBezTo>
                    <a:pt x="16669" y="3668"/>
                    <a:pt x="16609" y="4168"/>
                    <a:pt x="16502" y="4656"/>
                  </a:cubicBezTo>
                  <a:cubicBezTo>
                    <a:pt x="16407" y="5096"/>
                    <a:pt x="16335" y="5620"/>
                    <a:pt x="15883" y="5811"/>
                  </a:cubicBezTo>
                  <a:cubicBezTo>
                    <a:pt x="15443" y="6001"/>
                    <a:pt x="14907" y="6025"/>
                    <a:pt x="14430" y="6061"/>
                  </a:cubicBezTo>
                  <a:cubicBezTo>
                    <a:pt x="14193" y="6077"/>
                    <a:pt x="13953" y="6086"/>
                    <a:pt x="13712" y="6086"/>
                  </a:cubicBezTo>
                  <a:cubicBezTo>
                    <a:pt x="13435" y="6086"/>
                    <a:pt x="13157" y="6074"/>
                    <a:pt x="12883" y="6049"/>
                  </a:cubicBezTo>
                  <a:cubicBezTo>
                    <a:pt x="11823" y="5954"/>
                    <a:pt x="10775" y="5751"/>
                    <a:pt x="9751" y="5442"/>
                  </a:cubicBezTo>
                  <a:cubicBezTo>
                    <a:pt x="9239" y="5299"/>
                    <a:pt x="8739" y="5132"/>
                    <a:pt x="8239" y="4954"/>
                  </a:cubicBezTo>
                  <a:cubicBezTo>
                    <a:pt x="7989" y="4870"/>
                    <a:pt x="7739" y="4775"/>
                    <a:pt x="7489" y="4680"/>
                  </a:cubicBezTo>
                  <a:cubicBezTo>
                    <a:pt x="7251" y="4620"/>
                    <a:pt x="7025" y="4525"/>
                    <a:pt x="6810" y="4394"/>
                  </a:cubicBezTo>
                  <a:cubicBezTo>
                    <a:pt x="6608" y="4251"/>
                    <a:pt x="6596" y="4001"/>
                    <a:pt x="6620" y="3775"/>
                  </a:cubicBezTo>
                  <a:cubicBezTo>
                    <a:pt x="6644" y="3477"/>
                    <a:pt x="6680" y="3191"/>
                    <a:pt x="6715" y="2870"/>
                  </a:cubicBezTo>
                  <a:cubicBezTo>
                    <a:pt x="6751" y="2549"/>
                    <a:pt x="6787" y="2227"/>
                    <a:pt x="6822" y="1906"/>
                  </a:cubicBezTo>
                  <a:cubicBezTo>
                    <a:pt x="6834" y="1751"/>
                    <a:pt x="6858" y="1608"/>
                    <a:pt x="6870" y="1453"/>
                  </a:cubicBezTo>
                  <a:lnTo>
                    <a:pt x="6608" y="1417"/>
                  </a:lnTo>
                  <a:cubicBezTo>
                    <a:pt x="6584" y="1537"/>
                    <a:pt x="6560" y="1667"/>
                    <a:pt x="6537" y="1798"/>
                  </a:cubicBezTo>
                  <a:lnTo>
                    <a:pt x="6549" y="1798"/>
                  </a:lnTo>
                  <a:cubicBezTo>
                    <a:pt x="6489" y="2120"/>
                    <a:pt x="6441" y="2465"/>
                    <a:pt x="6394" y="2763"/>
                  </a:cubicBezTo>
                  <a:cubicBezTo>
                    <a:pt x="6334" y="3061"/>
                    <a:pt x="6287" y="3358"/>
                    <a:pt x="6239" y="3656"/>
                  </a:cubicBezTo>
                  <a:cubicBezTo>
                    <a:pt x="6191" y="3882"/>
                    <a:pt x="6203" y="4132"/>
                    <a:pt x="6263" y="4358"/>
                  </a:cubicBezTo>
                  <a:cubicBezTo>
                    <a:pt x="6322" y="4549"/>
                    <a:pt x="6453" y="4715"/>
                    <a:pt x="6632" y="4823"/>
                  </a:cubicBezTo>
                  <a:cubicBezTo>
                    <a:pt x="6465" y="5454"/>
                    <a:pt x="5894" y="5930"/>
                    <a:pt x="5334" y="6239"/>
                  </a:cubicBezTo>
                  <a:cubicBezTo>
                    <a:pt x="4691" y="6609"/>
                    <a:pt x="3989" y="6847"/>
                    <a:pt x="3381" y="7275"/>
                  </a:cubicBezTo>
                  <a:cubicBezTo>
                    <a:pt x="2274" y="8037"/>
                    <a:pt x="1512" y="9204"/>
                    <a:pt x="1036" y="10442"/>
                  </a:cubicBezTo>
                  <a:cubicBezTo>
                    <a:pt x="464" y="11943"/>
                    <a:pt x="298" y="13526"/>
                    <a:pt x="167" y="15110"/>
                  </a:cubicBezTo>
                  <a:cubicBezTo>
                    <a:pt x="143" y="15431"/>
                    <a:pt x="0" y="15919"/>
                    <a:pt x="298" y="16157"/>
                  </a:cubicBezTo>
                  <a:cubicBezTo>
                    <a:pt x="429" y="16253"/>
                    <a:pt x="595" y="16312"/>
                    <a:pt x="762" y="16336"/>
                  </a:cubicBezTo>
                  <a:lnTo>
                    <a:pt x="1357" y="16479"/>
                  </a:lnTo>
                  <a:cubicBezTo>
                    <a:pt x="2131" y="16681"/>
                    <a:pt x="2893" y="16872"/>
                    <a:pt x="3667" y="17050"/>
                  </a:cubicBezTo>
                  <a:cubicBezTo>
                    <a:pt x="6739" y="17789"/>
                    <a:pt x="9847" y="18431"/>
                    <a:pt x="13002" y="18658"/>
                  </a:cubicBezTo>
                  <a:cubicBezTo>
                    <a:pt x="13748" y="18714"/>
                    <a:pt x="14495" y="18741"/>
                    <a:pt x="15242" y="18741"/>
                  </a:cubicBezTo>
                  <a:cubicBezTo>
                    <a:pt x="16067" y="18741"/>
                    <a:pt x="16892" y="18708"/>
                    <a:pt x="17717" y="18646"/>
                  </a:cubicBezTo>
                  <a:cubicBezTo>
                    <a:pt x="18050" y="18610"/>
                    <a:pt x="18455" y="18622"/>
                    <a:pt x="18669" y="18324"/>
                  </a:cubicBezTo>
                  <a:cubicBezTo>
                    <a:pt x="18764" y="18181"/>
                    <a:pt x="18836" y="18027"/>
                    <a:pt x="18872" y="17860"/>
                  </a:cubicBezTo>
                  <a:cubicBezTo>
                    <a:pt x="18919" y="17658"/>
                    <a:pt x="18979" y="17455"/>
                    <a:pt x="19026" y="17253"/>
                  </a:cubicBezTo>
                  <a:cubicBezTo>
                    <a:pt x="19205" y="16479"/>
                    <a:pt x="19324" y="15693"/>
                    <a:pt x="19372" y="14907"/>
                  </a:cubicBezTo>
                  <a:cubicBezTo>
                    <a:pt x="19419" y="14109"/>
                    <a:pt x="19419" y="13324"/>
                    <a:pt x="19348" y="12526"/>
                  </a:cubicBezTo>
                  <a:cubicBezTo>
                    <a:pt x="19300" y="11823"/>
                    <a:pt x="19157" y="11133"/>
                    <a:pt x="18943" y="10454"/>
                  </a:cubicBezTo>
                  <a:cubicBezTo>
                    <a:pt x="18717" y="9811"/>
                    <a:pt x="18348" y="9216"/>
                    <a:pt x="17848" y="8740"/>
                  </a:cubicBezTo>
                  <a:cubicBezTo>
                    <a:pt x="17348" y="8264"/>
                    <a:pt x="16752" y="7883"/>
                    <a:pt x="16324" y="7347"/>
                  </a:cubicBezTo>
                  <a:cubicBezTo>
                    <a:pt x="16121" y="7097"/>
                    <a:pt x="15978" y="6823"/>
                    <a:pt x="15895" y="6525"/>
                  </a:cubicBezTo>
                  <a:cubicBezTo>
                    <a:pt x="15883" y="6454"/>
                    <a:pt x="15847" y="6394"/>
                    <a:pt x="15800" y="6347"/>
                  </a:cubicBezTo>
                  <a:cubicBezTo>
                    <a:pt x="15835" y="6347"/>
                    <a:pt x="15871" y="6335"/>
                    <a:pt x="15895" y="6323"/>
                  </a:cubicBezTo>
                  <a:cubicBezTo>
                    <a:pt x="16169" y="6251"/>
                    <a:pt x="16419" y="6097"/>
                    <a:pt x="16586" y="5870"/>
                  </a:cubicBezTo>
                  <a:cubicBezTo>
                    <a:pt x="16752" y="5620"/>
                    <a:pt x="16859" y="5347"/>
                    <a:pt x="16907" y="5061"/>
                  </a:cubicBezTo>
                  <a:cubicBezTo>
                    <a:pt x="17086" y="4382"/>
                    <a:pt x="17205" y="3692"/>
                    <a:pt x="17240" y="3001"/>
                  </a:cubicBezTo>
                  <a:cubicBezTo>
                    <a:pt x="17240" y="2989"/>
                    <a:pt x="17240" y="2977"/>
                    <a:pt x="17240" y="2965"/>
                  </a:cubicBezTo>
                  <a:cubicBezTo>
                    <a:pt x="17348" y="2906"/>
                    <a:pt x="17443" y="2834"/>
                    <a:pt x="17550" y="2751"/>
                  </a:cubicBezTo>
                  <a:cubicBezTo>
                    <a:pt x="17895" y="2441"/>
                    <a:pt x="18110" y="1941"/>
                    <a:pt x="17943" y="1501"/>
                  </a:cubicBezTo>
                  <a:cubicBezTo>
                    <a:pt x="17788" y="1048"/>
                    <a:pt x="17312" y="715"/>
                    <a:pt x="16931" y="477"/>
                  </a:cubicBezTo>
                  <a:cubicBezTo>
                    <a:pt x="16693" y="322"/>
                    <a:pt x="16431" y="191"/>
                    <a:pt x="16157" y="108"/>
                  </a:cubicBezTo>
                  <a:cubicBezTo>
                    <a:pt x="16014" y="60"/>
                    <a:pt x="15859" y="24"/>
                    <a:pt x="1571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39" name="Google Shape;2239;p49"/>
          <p:cNvGrpSpPr/>
          <p:nvPr/>
        </p:nvGrpSpPr>
        <p:grpSpPr>
          <a:xfrm>
            <a:off x="1137231" y="1213769"/>
            <a:ext cx="710649" cy="954549"/>
            <a:chOff x="138975" y="883050"/>
            <a:chExt cx="577200" cy="775300"/>
          </a:xfrm>
        </p:grpSpPr>
        <p:sp>
          <p:nvSpPr>
            <p:cNvPr id="2240" name="Google Shape;2240;p49"/>
            <p:cNvSpPr/>
            <p:nvPr/>
          </p:nvSpPr>
          <p:spPr>
            <a:xfrm>
              <a:off x="230650" y="1222250"/>
              <a:ext cx="432225" cy="156175"/>
            </a:xfrm>
            <a:custGeom>
              <a:avLst/>
              <a:gdLst/>
              <a:ahLst/>
              <a:cxnLst/>
              <a:rect l="l" t="t" r="r" b="b"/>
              <a:pathLst>
                <a:path w="17289" h="6247" extrusionOk="0">
                  <a:moveTo>
                    <a:pt x="3006" y="0"/>
                  </a:moveTo>
                  <a:cubicBezTo>
                    <a:pt x="2973" y="0"/>
                    <a:pt x="2939" y="1"/>
                    <a:pt x="2906" y="1"/>
                  </a:cubicBezTo>
                  <a:cubicBezTo>
                    <a:pt x="2358" y="13"/>
                    <a:pt x="1823" y="96"/>
                    <a:pt x="1299" y="239"/>
                  </a:cubicBezTo>
                  <a:cubicBezTo>
                    <a:pt x="1025" y="311"/>
                    <a:pt x="775" y="394"/>
                    <a:pt x="513" y="489"/>
                  </a:cubicBezTo>
                  <a:cubicBezTo>
                    <a:pt x="346" y="549"/>
                    <a:pt x="168" y="632"/>
                    <a:pt x="1" y="703"/>
                  </a:cubicBezTo>
                  <a:cubicBezTo>
                    <a:pt x="453" y="1215"/>
                    <a:pt x="965" y="1656"/>
                    <a:pt x="1525" y="2037"/>
                  </a:cubicBezTo>
                  <a:cubicBezTo>
                    <a:pt x="2132" y="2466"/>
                    <a:pt x="2763" y="2870"/>
                    <a:pt x="3406" y="3251"/>
                  </a:cubicBezTo>
                  <a:cubicBezTo>
                    <a:pt x="5728" y="4573"/>
                    <a:pt x="8264" y="5502"/>
                    <a:pt x="10895" y="5990"/>
                  </a:cubicBezTo>
                  <a:cubicBezTo>
                    <a:pt x="11762" y="6147"/>
                    <a:pt x="12663" y="6247"/>
                    <a:pt x="13561" y="6247"/>
                  </a:cubicBezTo>
                  <a:cubicBezTo>
                    <a:pt x="14846" y="6247"/>
                    <a:pt x="16125" y="6041"/>
                    <a:pt x="17289" y="5502"/>
                  </a:cubicBezTo>
                  <a:cubicBezTo>
                    <a:pt x="16729" y="5466"/>
                    <a:pt x="16170" y="5371"/>
                    <a:pt x="15622" y="5204"/>
                  </a:cubicBezTo>
                  <a:cubicBezTo>
                    <a:pt x="14884" y="4990"/>
                    <a:pt x="14169" y="4716"/>
                    <a:pt x="13467" y="4394"/>
                  </a:cubicBezTo>
                  <a:cubicBezTo>
                    <a:pt x="11002" y="3228"/>
                    <a:pt x="8812" y="1489"/>
                    <a:pt x="6216" y="573"/>
                  </a:cubicBezTo>
                  <a:cubicBezTo>
                    <a:pt x="5188" y="191"/>
                    <a:pt x="4103" y="0"/>
                    <a:pt x="30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49"/>
            <p:cNvSpPr/>
            <p:nvPr/>
          </p:nvSpPr>
          <p:spPr>
            <a:xfrm>
              <a:off x="180050" y="1242200"/>
              <a:ext cx="500400" cy="375750"/>
            </a:xfrm>
            <a:custGeom>
              <a:avLst/>
              <a:gdLst/>
              <a:ahLst/>
              <a:cxnLst/>
              <a:rect l="l" t="t" r="r" b="b"/>
              <a:pathLst>
                <a:path w="20016" h="15030" extrusionOk="0">
                  <a:moveTo>
                    <a:pt x="1811" y="1"/>
                  </a:moveTo>
                  <a:cubicBezTo>
                    <a:pt x="1727" y="120"/>
                    <a:pt x="1632" y="251"/>
                    <a:pt x="1537" y="382"/>
                  </a:cubicBezTo>
                  <a:cubicBezTo>
                    <a:pt x="799" y="1370"/>
                    <a:pt x="394" y="2596"/>
                    <a:pt x="203" y="3811"/>
                  </a:cubicBezTo>
                  <a:cubicBezTo>
                    <a:pt x="13" y="5085"/>
                    <a:pt x="1" y="6382"/>
                    <a:pt x="179" y="7668"/>
                  </a:cubicBezTo>
                  <a:cubicBezTo>
                    <a:pt x="358" y="8954"/>
                    <a:pt x="763" y="10192"/>
                    <a:pt x="1549" y="11240"/>
                  </a:cubicBezTo>
                  <a:cubicBezTo>
                    <a:pt x="2299" y="12205"/>
                    <a:pt x="3251" y="13002"/>
                    <a:pt x="4347" y="13574"/>
                  </a:cubicBezTo>
                  <a:cubicBezTo>
                    <a:pt x="6091" y="14529"/>
                    <a:pt x="8043" y="15029"/>
                    <a:pt x="10019" y="15029"/>
                  </a:cubicBezTo>
                  <a:cubicBezTo>
                    <a:pt x="10458" y="15029"/>
                    <a:pt x="10897" y="15005"/>
                    <a:pt x="11336" y="14955"/>
                  </a:cubicBezTo>
                  <a:cubicBezTo>
                    <a:pt x="12514" y="14824"/>
                    <a:pt x="13657" y="14467"/>
                    <a:pt x="14705" y="13895"/>
                  </a:cubicBezTo>
                  <a:cubicBezTo>
                    <a:pt x="15777" y="13288"/>
                    <a:pt x="16717" y="12478"/>
                    <a:pt x="17467" y="11514"/>
                  </a:cubicBezTo>
                  <a:cubicBezTo>
                    <a:pt x="18610" y="10038"/>
                    <a:pt x="19420" y="8335"/>
                    <a:pt x="19861" y="6513"/>
                  </a:cubicBezTo>
                  <a:cubicBezTo>
                    <a:pt x="19991" y="6001"/>
                    <a:pt x="20015" y="5466"/>
                    <a:pt x="19908" y="4942"/>
                  </a:cubicBezTo>
                  <a:lnTo>
                    <a:pt x="19908" y="4942"/>
                  </a:lnTo>
                  <a:cubicBezTo>
                    <a:pt x="18706" y="5525"/>
                    <a:pt x="17384" y="5847"/>
                    <a:pt x="16051" y="5859"/>
                  </a:cubicBezTo>
                  <a:cubicBezTo>
                    <a:pt x="15950" y="5861"/>
                    <a:pt x="15850" y="5862"/>
                    <a:pt x="15750" y="5862"/>
                  </a:cubicBezTo>
                  <a:cubicBezTo>
                    <a:pt x="14648" y="5862"/>
                    <a:pt x="13547" y="5742"/>
                    <a:pt x="12467" y="5501"/>
                  </a:cubicBezTo>
                  <a:cubicBezTo>
                    <a:pt x="11109" y="5228"/>
                    <a:pt x="9788" y="4823"/>
                    <a:pt x="8490" y="4323"/>
                  </a:cubicBezTo>
                  <a:cubicBezTo>
                    <a:pt x="7204" y="3823"/>
                    <a:pt x="5966" y="3215"/>
                    <a:pt x="4787" y="2501"/>
                  </a:cubicBezTo>
                  <a:cubicBezTo>
                    <a:pt x="4204" y="2144"/>
                    <a:pt x="3632" y="1763"/>
                    <a:pt x="3097" y="1346"/>
                  </a:cubicBezTo>
                  <a:cubicBezTo>
                    <a:pt x="2585" y="977"/>
                    <a:pt x="2156" y="525"/>
                    <a:pt x="18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49"/>
            <p:cNvSpPr/>
            <p:nvPr/>
          </p:nvSpPr>
          <p:spPr>
            <a:xfrm>
              <a:off x="147625" y="890975"/>
              <a:ext cx="560800" cy="754600"/>
            </a:xfrm>
            <a:custGeom>
              <a:avLst/>
              <a:gdLst/>
              <a:ahLst/>
              <a:cxnLst/>
              <a:rect l="l" t="t" r="r" b="b"/>
              <a:pathLst>
                <a:path w="22432" h="30184" extrusionOk="0">
                  <a:moveTo>
                    <a:pt x="13641" y="663"/>
                  </a:moveTo>
                  <a:cubicBezTo>
                    <a:pt x="13713" y="663"/>
                    <a:pt x="13783" y="665"/>
                    <a:pt x="13847" y="667"/>
                  </a:cubicBezTo>
                  <a:cubicBezTo>
                    <a:pt x="14300" y="691"/>
                    <a:pt x="14728" y="786"/>
                    <a:pt x="15133" y="965"/>
                  </a:cubicBezTo>
                  <a:cubicBezTo>
                    <a:pt x="15200" y="987"/>
                    <a:pt x="15162" y="1073"/>
                    <a:pt x="15108" y="1073"/>
                  </a:cubicBezTo>
                  <a:cubicBezTo>
                    <a:pt x="15104" y="1073"/>
                    <a:pt x="15101" y="1073"/>
                    <a:pt x="15097" y="1072"/>
                  </a:cubicBezTo>
                  <a:cubicBezTo>
                    <a:pt x="14741" y="970"/>
                    <a:pt x="14377" y="912"/>
                    <a:pt x="14018" y="912"/>
                  </a:cubicBezTo>
                  <a:cubicBezTo>
                    <a:pt x="13957" y="912"/>
                    <a:pt x="13896" y="914"/>
                    <a:pt x="13835" y="917"/>
                  </a:cubicBezTo>
                  <a:cubicBezTo>
                    <a:pt x="13621" y="929"/>
                    <a:pt x="13418" y="953"/>
                    <a:pt x="13216" y="1012"/>
                  </a:cubicBezTo>
                  <a:cubicBezTo>
                    <a:pt x="13097" y="1036"/>
                    <a:pt x="12871" y="1108"/>
                    <a:pt x="12871" y="1251"/>
                  </a:cubicBezTo>
                  <a:cubicBezTo>
                    <a:pt x="12859" y="1393"/>
                    <a:pt x="13049" y="1501"/>
                    <a:pt x="13157" y="1572"/>
                  </a:cubicBezTo>
                  <a:cubicBezTo>
                    <a:pt x="13299" y="1655"/>
                    <a:pt x="13454" y="1727"/>
                    <a:pt x="13597" y="1798"/>
                  </a:cubicBezTo>
                  <a:cubicBezTo>
                    <a:pt x="13954" y="1941"/>
                    <a:pt x="14311" y="2060"/>
                    <a:pt x="14681" y="2155"/>
                  </a:cubicBezTo>
                  <a:cubicBezTo>
                    <a:pt x="15454" y="2358"/>
                    <a:pt x="16228" y="2501"/>
                    <a:pt x="17014" y="2632"/>
                  </a:cubicBezTo>
                  <a:cubicBezTo>
                    <a:pt x="17407" y="2703"/>
                    <a:pt x="17812" y="2763"/>
                    <a:pt x="18217" y="2810"/>
                  </a:cubicBezTo>
                  <a:cubicBezTo>
                    <a:pt x="18283" y="2819"/>
                    <a:pt x="18395" y="2835"/>
                    <a:pt x="18507" y="2835"/>
                  </a:cubicBezTo>
                  <a:cubicBezTo>
                    <a:pt x="18695" y="2835"/>
                    <a:pt x="18881" y="2790"/>
                    <a:pt x="18836" y="2596"/>
                  </a:cubicBezTo>
                  <a:cubicBezTo>
                    <a:pt x="18764" y="2286"/>
                    <a:pt x="18395" y="2048"/>
                    <a:pt x="18133" y="1917"/>
                  </a:cubicBezTo>
                  <a:cubicBezTo>
                    <a:pt x="17812" y="1763"/>
                    <a:pt x="17478" y="1643"/>
                    <a:pt x="17145" y="1548"/>
                  </a:cubicBezTo>
                  <a:cubicBezTo>
                    <a:pt x="17033" y="1515"/>
                    <a:pt x="17068" y="1356"/>
                    <a:pt x="17171" y="1356"/>
                  </a:cubicBezTo>
                  <a:cubicBezTo>
                    <a:pt x="17178" y="1356"/>
                    <a:pt x="17185" y="1356"/>
                    <a:pt x="17193" y="1358"/>
                  </a:cubicBezTo>
                  <a:cubicBezTo>
                    <a:pt x="17657" y="1453"/>
                    <a:pt x="18098" y="1632"/>
                    <a:pt x="18514" y="1870"/>
                  </a:cubicBezTo>
                  <a:cubicBezTo>
                    <a:pt x="18812" y="2060"/>
                    <a:pt x="19253" y="2405"/>
                    <a:pt x="19122" y="2822"/>
                  </a:cubicBezTo>
                  <a:cubicBezTo>
                    <a:pt x="19010" y="3158"/>
                    <a:pt x="18655" y="3252"/>
                    <a:pt x="18346" y="3252"/>
                  </a:cubicBezTo>
                  <a:cubicBezTo>
                    <a:pt x="18326" y="3252"/>
                    <a:pt x="18307" y="3251"/>
                    <a:pt x="18288" y="3251"/>
                  </a:cubicBezTo>
                  <a:cubicBezTo>
                    <a:pt x="17800" y="3239"/>
                    <a:pt x="17312" y="3191"/>
                    <a:pt x="16836" y="3120"/>
                  </a:cubicBezTo>
                  <a:cubicBezTo>
                    <a:pt x="15859" y="2977"/>
                    <a:pt x="14895" y="2751"/>
                    <a:pt x="13966" y="2417"/>
                  </a:cubicBezTo>
                  <a:cubicBezTo>
                    <a:pt x="13549" y="2286"/>
                    <a:pt x="13145" y="2072"/>
                    <a:pt x="12799" y="1798"/>
                  </a:cubicBezTo>
                  <a:cubicBezTo>
                    <a:pt x="12525" y="1560"/>
                    <a:pt x="12383" y="1143"/>
                    <a:pt x="12716" y="881"/>
                  </a:cubicBezTo>
                  <a:cubicBezTo>
                    <a:pt x="12958" y="697"/>
                    <a:pt x="13326" y="663"/>
                    <a:pt x="13641" y="663"/>
                  </a:cubicBezTo>
                  <a:close/>
                  <a:moveTo>
                    <a:pt x="6501" y="12871"/>
                  </a:moveTo>
                  <a:cubicBezTo>
                    <a:pt x="9096" y="12883"/>
                    <a:pt x="11418" y="14121"/>
                    <a:pt x="13597" y="15407"/>
                  </a:cubicBezTo>
                  <a:cubicBezTo>
                    <a:pt x="14800" y="16110"/>
                    <a:pt x="15978" y="16824"/>
                    <a:pt x="17240" y="17395"/>
                  </a:cubicBezTo>
                  <a:cubicBezTo>
                    <a:pt x="17883" y="17681"/>
                    <a:pt x="18550" y="17919"/>
                    <a:pt x="19229" y="18110"/>
                  </a:cubicBezTo>
                  <a:cubicBezTo>
                    <a:pt x="19884" y="18265"/>
                    <a:pt x="20562" y="18384"/>
                    <a:pt x="21241" y="18455"/>
                  </a:cubicBezTo>
                  <a:cubicBezTo>
                    <a:pt x="21277" y="18455"/>
                    <a:pt x="21312" y="18479"/>
                    <a:pt x="21336" y="18503"/>
                  </a:cubicBezTo>
                  <a:cubicBezTo>
                    <a:pt x="21396" y="18515"/>
                    <a:pt x="21455" y="18562"/>
                    <a:pt x="21479" y="18622"/>
                  </a:cubicBezTo>
                  <a:cubicBezTo>
                    <a:pt x="21610" y="18919"/>
                    <a:pt x="21669" y="19229"/>
                    <a:pt x="21681" y="19550"/>
                  </a:cubicBezTo>
                  <a:cubicBezTo>
                    <a:pt x="21681" y="20217"/>
                    <a:pt x="21574" y="20872"/>
                    <a:pt x="21360" y="21491"/>
                  </a:cubicBezTo>
                  <a:cubicBezTo>
                    <a:pt x="21169" y="22110"/>
                    <a:pt x="20931" y="22717"/>
                    <a:pt x="20657" y="23313"/>
                  </a:cubicBezTo>
                  <a:cubicBezTo>
                    <a:pt x="20122" y="24480"/>
                    <a:pt x="19395" y="25563"/>
                    <a:pt x="18526" y="26504"/>
                  </a:cubicBezTo>
                  <a:cubicBezTo>
                    <a:pt x="17645" y="27444"/>
                    <a:pt x="16597" y="28182"/>
                    <a:pt x="15419" y="28694"/>
                  </a:cubicBezTo>
                  <a:cubicBezTo>
                    <a:pt x="14264" y="29183"/>
                    <a:pt x="13037" y="29444"/>
                    <a:pt x="11787" y="29480"/>
                  </a:cubicBezTo>
                  <a:cubicBezTo>
                    <a:pt x="11654" y="29485"/>
                    <a:pt x="11520" y="29487"/>
                    <a:pt x="11387" y="29487"/>
                  </a:cubicBezTo>
                  <a:cubicBezTo>
                    <a:pt x="8977" y="29487"/>
                    <a:pt x="6616" y="28776"/>
                    <a:pt x="4608" y="27444"/>
                  </a:cubicBezTo>
                  <a:cubicBezTo>
                    <a:pt x="3548" y="26742"/>
                    <a:pt x="2655" y="25801"/>
                    <a:pt x="2024" y="24706"/>
                  </a:cubicBezTo>
                  <a:cubicBezTo>
                    <a:pt x="1357" y="23491"/>
                    <a:pt x="1107" y="22098"/>
                    <a:pt x="1048" y="20729"/>
                  </a:cubicBezTo>
                  <a:cubicBezTo>
                    <a:pt x="965" y="19419"/>
                    <a:pt x="1084" y="18098"/>
                    <a:pt x="1417" y="16812"/>
                  </a:cubicBezTo>
                  <a:cubicBezTo>
                    <a:pt x="1584" y="16193"/>
                    <a:pt x="1822" y="15598"/>
                    <a:pt x="2143" y="15050"/>
                  </a:cubicBezTo>
                  <a:cubicBezTo>
                    <a:pt x="2310" y="14776"/>
                    <a:pt x="2489" y="14514"/>
                    <a:pt x="2691" y="14264"/>
                  </a:cubicBezTo>
                  <a:cubicBezTo>
                    <a:pt x="2786" y="14157"/>
                    <a:pt x="2893" y="14050"/>
                    <a:pt x="3000" y="13954"/>
                  </a:cubicBezTo>
                  <a:cubicBezTo>
                    <a:pt x="3012" y="13943"/>
                    <a:pt x="3012" y="13931"/>
                    <a:pt x="3024" y="13931"/>
                  </a:cubicBezTo>
                  <a:cubicBezTo>
                    <a:pt x="3417" y="13490"/>
                    <a:pt x="4096" y="13240"/>
                    <a:pt x="4655" y="13097"/>
                  </a:cubicBezTo>
                  <a:cubicBezTo>
                    <a:pt x="5263" y="12942"/>
                    <a:pt x="5870" y="12871"/>
                    <a:pt x="6501" y="12871"/>
                  </a:cubicBezTo>
                  <a:close/>
                  <a:moveTo>
                    <a:pt x="13287" y="0"/>
                  </a:moveTo>
                  <a:cubicBezTo>
                    <a:pt x="12371" y="0"/>
                    <a:pt x="11144" y="131"/>
                    <a:pt x="10799" y="1143"/>
                  </a:cubicBezTo>
                  <a:cubicBezTo>
                    <a:pt x="10632" y="1620"/>
                    <a:pt x="10882" y="2048"/>
                    <a:pt x="11228" y="2382"/>
                  </a:cubicBezTo>
                  <a:cubicBezTo>
                    <a:pt x="11644" y="2751"/>
                    <a:pt x="12097" y="3060"/>
                    <a:pt x="12597" y="3287"/>
                  </a:cubicBezTo>
                  <a:cubicBezTo>
                    <a:pt x="12732" y="3359"/>
                    <a:pt x="12649" y="3524"/>
                    <a:pt x="12530" y="3524"/>
                  </a:cubicBezTo>
                  <a:cubicBezTo>
                    <a:pt x="12513" y="3524"/>
                    <a:pt x="12496" y="3520"/>
                    <a:pt x="12478" y="3513"/>
                  </a:cubicBezTo>
                  <a:cubicBezTo>
                    <a:pt x="12121" y="3394"/>
                    <a:pt x="11787" y="3251"/>
                    <a:pt x="11454" y="3084"/>
                  </a:cubicBezTo>
                  <a:lnTo>
                    <a:pt x="11299" y="2989"/>
                  </a:lnTo>
                  <a:cubicBezTo>
                    <a:pt x="11180" y="3632"/>
                    <a:pt x="11061" y="4275"/>
                    <a:pt x="10942" y="4930"/>
                  </a:cubicBezTo>
                  <a:cubicBezTo>
                    <a:pt x="10799" y="5644"/>
                    <a:pt x="10668" y="6370"/>
                    <a:pt x="10525" y="7096"/>
                  </a:cubicBezTo>
                  <a:cubicBezTo>
                    <a:pt x="10442" y="7442"/>
                    <a:pt x="10394" y="7799"/>
                    <a:pt x="10299" y="8132"/>
                  </a:cubicBezTo>
                  <a:cubicBezTo>
                    <a:pt x="10216" y="8430"/>
                    <a:pt x="10013" y="8680"/>
                    <a:pt x="9739" y="8811"/>
                  </a:cubicBezTo>
                  <a:cubicBezTo>
                    <a:pt x="9489" y="8930"/>
                    <a:pt x="9227" y="9013"/>
                    <a:pt x="8954" y="9073"/>
                  </a:cubicBezTo>
                  <a:cubicBezTo>
                    <a:pt x="8692" y="9144"/>
                    <a:pt x="8418" y="9228"/>
                    <a:pt x="8156" y="9323"/>
                  </a:cubicBezTo>
                  <a:cubicBezTo>
                    <a:pt x="7644" y="9502"/>
                    <a:pt x="7132" y="9716"/>
                    <a:pt x="6632" y="9954"/>
                  </a:cubicBezTo>
                  <a:cubicBezTo>
                    <a:pt x="4620" y="10930"/>
                    <a:pt x="2929" y="12442"/>
                    <a:pt x="1727" y="14335"/>
                  </a:cubicBezTo>
                  <a:cubicBezTo>
                    <a:pt x="548" y="16240"/>
                    <a:pt x="0" y="18467"/>
                    <a:pt x="179" y="20693"/>
                  </a:cubicBezTo>
                  <a:cubicBezTo>
                    <a:pt x="333" y="22932"/>
                    <a:pt x="1274" y="25039"/>
                    <a:pt x="2834" y="26647"/>
                  </a:cubicBezTo>
                  <a:cubicBezTo>
                    <a:pt x="4441" y="28278"/>
                    <a:pt x="6596" y="29302"/>
                    <a:pt x="8823" y="29802"/>
                  </a:cubicBezTo>
                  <a:cubicBezTo>
                    <a:pt x="9929" y="30053"/>
                    <a:pt x="11069" y="30183"/>
                    <a:pt x="12199" y="30183"/>
                  </a:cubicBezTo>
                  <a:cubicBezTo>
                    <a:pt x="12248" y="30183"/>
                    <a:pt x="12298" y="30183"/>
                    <a:pt x="12347" y="30183"/>
                  </a:cubicBezTo>
                  <a:cubicBezTo>
                    <a:pt x="12381" y="30183"/>
                    <a:pt x="12415" y="30183"/>
                    <a:pt x="12448" y="30183"/>
                  </a:cubicBezTo>
                  <a:cubicBezTo>
                    <a:pt x="13699" y="30183"/>
                    <a:pt x="14926" y="29969"/>
                    <a:pt x="16097" y="29540"/>
                  </a:cubicBezTo>
                  <a:cubicBezTo>
                    <a:pt x="18193" y="28742"/>
                    <a:pt x="19919" y="27099"/>
                    <a:pt x="20967" y="25134"/>
                  </a:cubicBezTo>
                  <a:cubicBezTo>
                    <a:pt x="22134" y="22979"/>
                    <a:pt x="22431" y="20420"/>
                    <a:pt x="22027" y="18015"/>
                  </a:cubicBezTo>
                  <a:cubicBezTo>
                    <a:pt x="21824" y="16812"/>
                    <a:pt x="21443" y="15657"/>
                    <a:pt x="20907" y="14562"/>
                  </a:cubicBezTo>
                  <a:cubicBezTo>
                    <a:pt x="20396" y="13562"/>
                    <a:pt x="19717" y="12633"/>
                    <a:pt x="18824" y="11942"/>
                  </a:cubicBezTo>
                  <a:cubicBezTo>
                    <a:pt x="18598" y="11776"/>
                    <a:pt x="18360" y="11621"/>
                    <a:pt x="18110" y="11490"/>
                  </a:cubicBezTo>
                  <a:cubicBezTo>
                    <a:pt x="17848" y="11347"/>
                    <a:pt x="17574" y="11216"/>
                    <a:pt x="17455" y="10918"/>
                  </a:cubicBezTo>
                  <a:cubicBezTo>
                    <a:pt x="17336" y="10645"/>
                    <a:pt x="17407" y="10347"/>
                    <a:pt x="17478" y="10085"/>
                  </a:cubicBezTo>
                  <a:cubicBezTo>
                    <a:pt x="17574" y="9740"/>
                    <a:pt x="17669" y="9394"/>
                    <a:pt x="17764" y="9061"/>
                  </a:cubicBezTo>
                  <a:cubicBezTo>
                    <a:pt x="18169" y="7632"/>
                    <a:pt x="18574" y="6227"/>
                    <a:pt x="18967" y="4810"/>
                  </a:cubicBezTo>
                  <a:lnTo>
                    <a:pt x="18967" y="4810"/>
                  </a:lnTo>
                  <a:cubicBezTo>
                    <a:pt x="18847" y="4822"/>
                    <a:pt x="18726" y="4828"/>
                    <a:pt x="18606" y="4828"/>
                  </a:cubicBezTo>
                  <a:cubicBezTo>
                    <a:pt x="18105" y="4828"/>
                    <a:pt x="17606" y="4729"/>
                    <a:pt x="17145" y="4537"/>
                  </a:cubicBezTo>
                  <a:cubicBezTo>
                    <a:pt x="17034" y="4481"/>
                    <a:pt x="17099" y="4344"/>
                    <a:pt x="17194" y="4344"/>
                  </a:cubicBezTo>
                  <a:cubicBezTo>
                    <a:pt x="17202" y="4344"/>
                    <a:pt x="17209" y="4344"/>
                    <a:pt x="17217" y="4346"/>
                  </a:cubicBezTo>
                  <a:cubicBezTo>
                    <a:pt x="17600" y="4420"/>
                    <a:pt x="18012" y="4473"/>
                    <a:pt x="18422" y="4473"/>
                  </a:cubicBezTo>
                  <a:cubicBezTo>
                    <a:pt x="18940" y="4473"/>
                    <a:pt x="19455" y="4388"/>
                    <a:pt x="19907" y="4156"/>
                  </a:cubicBezTo>
                  <a:cubicBezTo>
                    <a:pt x="20205" y="4025"/>
                    <a:pt x="20443" y="3775"/>
                    <a:pt x="20574" y="3477"/>
                  </a:cubicBezTo>
                  <a:cubicBezTo>
                    <a:pt x="20657" y="3144"/>
                    <a:pt x="20598" y="2786"/>
                    <a:pt x="20384" y="2513"/>
                  </a:cubicBezTo>
                  <a:cubicBezTo>
                    <a:pt x="20145" y="2203"/>
                    <a:pt x="19836" y="1953"/>
                    <a:pt x="19467" y="1798"/>
                  </a:cubicBezTo>
                  <a:cubicBezTo>
                    <a:pt x="19098" y="1596"/>
                    <a:pt x="18705" y="1417"/>
                    <a:pt x="18312" y="1262"/>
                  </a:cubicBezTo>
                  <a:cubicBezTo>
                    <a:pt x="16883" y="691"/>
                    <a:pt x="15395" y="262"/>
                    <a:pt x="13871" y="12"/>
                  </a:cubicBezTo>
                  <a:cubicBezTo>
                    <a:pt x="13668" y="0"/>
                    <a:pt x="13478" y="0"/>
                    <a:pt x="132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49"/>
            <p:cNvSpPr/>
            <p:nvPr/>
          </p:nvSpPr>
          <p:spPr>
            <a:xfrm>
              <a:off x="138975" y="885625"/>
              <a:ext cx="577200" cy="772725"/>
            </a:xfrm>
            <a:custGeom>
              <a:avLst/>
              <a:gdLst/>
              <a:ahLst/>
              <a:cxnLst/>
              <a:rect l="l" t="t" r="r" b="b"/>
              <a:pathLst>
                <a:path w="23088" h="30909" extrusionOk="0">
                  <a:moveTo>
                    <a:pt x="14241" y="0"/>
                  </a:moveTo>
                  <a:lnTo>
                    <a:pt x="14205" y="214"/>
                  </a:lnTo>
                  <a:cubicBezTo>
                    <a:pt x="15729" y="476"/>
                    <a:pt x="17229" y="893"/>
                    <a:pt x="18658" y="1476"/>
                  </a:cubicBezTo>
                  <a:cubicBezTo>
                    <a:pt x="19051" y="1631"/>
                    <a:pt x="19444" y="1810"/>
                    <a:pt x="19813" y="2012"/>
                  </a:cubicBezTo>
                  <a:cubicBezTo>
                    <a:pt x="20182" y="2167"/>
                    <a:pt x="20491" y="2417"/>
                    <a:pt x="20730" y="2727"/>
                  </a:cubicBezTo>
                  <a:cubicBezTo>
                    <a:pt x="20944" y="3000"/>
                    <a:pt x="21003" y="3358"/>
                    <a:pt x="20920" y="3691"/>
                  </a:cubicBezTo>
                  <a:cubicBezTo>
                    <a:pt x="20789" y="3989"/>
                    <a:pt x="20551" y="4239"/>
                    <a:pt x="20253" y="4370"/>
                  </a:cubicBezTo>
                  <a:cubicBezTo>
                    <a:pt x="19801" y="4602"/>
                    <a:pt x="19286" y="4687"/>
                    <a:pt x="18768" y="4687"/>
                  </a:cubicBezTo>
                  <a:cubicBezTo>
                    <a:pt x="18358" y="4687"/>
                    <a:pt x="17946" y="4634"/>
                    <a:pt x="17563" y="4560"/>
                  </a:cubicBezTo>
                  <a:cubicBezTo>
                    <a:pt x="17555" y="4558"/>
                    <a:pt x="17548" y="4558"/>
                    <a:pt x="17540" y="4558"/>
                  </a:cubicBezTo>
                  <a:cubicBezTo>
                    <a:pt x="17445" y="4558"/>
                    <a:pt x="17380" y="4695"/>
                    <a:pt x="17491" y="4751"/>
                  </a:cubicBezTo>
                  <a:cubicBezTo>
                    <a:pt x="17952" y="4943"/>
                    <a:pt x="18451" y="5042"/>
                    <a:pt x="18952" y="5042"/>
                  </a:cubicBezTo>
                  <a:cubicBezTo>
                    <a:pt x="19072" y="5042"/>
                    <a:pt x="19193" y="5036"/>
                    <a:pt x="19313" y="5024"/>
                  </a:cubicBezTo>
                  <a:lnTo>
                    <a:pt x="19313" y="5024"/>
                  </a:lnTo>
                  <a:cubicBezTo>
                    <a:pt x="18920" y="6441"/>
                    <a:pt x="18515" y="7858"/>
                    <a:pt x="18110" y="9275"/>
                  </a:cubicBezTo>
                  <a:cubicBezTo>
                    <a:pt x="18027" y="9608"/>
                    <a:pt x="17920" y="9954"/>
                    <a:pt x="17824" y="10287"/>
                  </a:cubicBezTo>
                  <a:cubicBezTo>
                    <a:pt x="17753" y="10561"/>
                    <a:pt x="17694" y="10859"/>
                    <a:pt x="17801" y="11132"/>
                  </a:cubicBezTo>
                  <a:cubicBezTo>
                    <a:pt x="17920" y="11430"/>
                    <a:pt x="18194" y="11549"/>
                    <a:pt x="18456" y="11704"/>
                  </a:cubicBezTo>
                  <a:cubicBezTo>
                    <a:pt x="18706" y="11835"/>
                    <a:pt x="18944" y="11990"/>
                    <a:pt x="19170" y="12156"/>
                  </a:cubicBezTo>
                  <a:cubicBezTo>
                    <a:pt x="20063" y="12847"/>
                    <a:pt x="20742" y="13776"/>
                    <a:pt x="21253" y="14776"/>
                  </a:cubicBezTo>
                  <a:cubicBezTo>
                    <a:pt x="21801" y="15859"/>
                    <a:pt x="22170" y="17026"/>
                    <a:pt x="22373" y="18229"/>
                  </a:cubicBezTo>
                  <a:cubicBezTo>
                    <a:pt x="22777" y="20622"/>
                    <a:pt x="22480" y="23181"/>
                    <a:pt x="21313" y="25348"/>
                  </a:cubicBezTo>
                  <a:cubicBezTo>
                    <a:pt x="20265" y="27313"/>
                    <a:pt x="18539" y="28956"/>
                    <a:pt x="16443" y="29754"/>
                  </a:cubicBezTo>
                  <a:cubicBezTo>
                    <a:pt x="15271" y="30172"/>
                    <a:pt x="14042" y="30397"/>
                    <a:pt x="12789" y="30397"/>
                  </a:cubicBezTo>
                  <a:cubicBezTo>
                    <a:pt x="12757" y="30397"/>
                    <a:pt x="12725" y="30397"/>
                    <a:pt x="12693" y="30397"/>
                  </a:cubicBezTo>
                  <a:cubicBezTo>
                    <a:pt x="12644" y="30397"/>
                    <a:pt x="12594" y="30397"/>
                    <a:pt x="12545" y="30397"/>
                  </a:cubicBezTo>
                  <a:cubicBezTo>
                    <a:pt x="11415" y="30397"/>
                    <a:pt x="10275" y="30267"/>
                    <a:pt x="9169" y="30016"/>
                  </a:cubicBezTo>
                  <a:cubicBezTo>
                    <a:pt x="6942" y="29516"/>
                    <a:pt x="4787" y="28492"/>
                    <a:pt x="3180" y="26861"/>
                  </a:cubicBezTo>
                  <a:cubicBezTo>
                    <a:pt x="1620" y="25241"/>
                    <a:pt x="679" y="23134"/>
                    <a:pt x="525" y="20907"/>
                  </a:cubicBezTo>
                  <a:cubicBezTo>
                    <a:pt x="394" y="19169"/>
                    <a:pt x="691" y="17431"/>
                    <a:pt x="1394" y="15847"/>
                  </a:cubicBezTo>
                  <a:lnTo>
                    <a:pt x="1049" y="15704"/>
                  </a:lnTo>
                  <a:cubicBezTo>
                    <a:pt x="513" y="16919"/>
                    <a:pt x="203" y="18217"/>
                    <a:pt x="120" y="19550"/>
                  </a:cubicBezTo>
                  <a:cubicBezTo>
                    <a:pt x="1" y="21788"/>
                    <a:pt x="572" y="24098"/>
                    <a:pt x="1870" y="25944"/>
                  </a:cubicBezTo>
                  <a:cubicBezTo>
                    <a:pt x="3216" y="27873"/>
                    <a:pt x="5240" y="29218"/>
                    <a:pt x="7430" y="30004"/>
                  </a:cubicBezTo>
                  <a:cubicBezTo>
                    <a:pt x="8538" y="30409"/>
                    <a:pt x="9693" y="30671"/>
                    <a:pt x="10859" y="30801"/>
                  </a:cubicBezTo>
                  <a:cubicBezTo>
                    <a:pt x="11447" y="30872"/>
                    <a:pt x="12037" y="30908"/>
                    <a:pt x="12627" y="30908"/>
                  </a:cubicBezTo>
                  <a:cubicBezTo>
                    <a:pt x="13328" y="30908"/>
                    <a:pt x="14030" y="30857"/>
                    <a:pt x="14729" y="30754"/>
                  </a:cubicBezTo>
                  <a:cubicBezTo>
                    <a:pt x="17086" y="30361"/>
                    <a:pt x="19218" y="29111"/>
                    <a:pt x="20706" y="27230"/>
                  </a:cubicBezTo>
                  <a:cubicBezTo>
                    <a:pt x="22230" y="25289"/>
                    <a:pt x="23063" y="22884"/>
                    <a:pt x="23075" y="20407"/>
                  </a:cubicBezTo>
                  <a:cubicBezTo>
                    <a:pt x="23087" y="19133"/>
                    <a:pt x="22908" y="17848"/>
                    <a:pt x="22539" y="16621"/>
                  </a:cubicBezTo>
                  <a:cubicBezTo>
                    <a:pt x="22218" y="15454"/>
                    <a:pt x="21706" y="14347"/>
                    <a:pt x="21027" y="13359"/>
                  </a:cubicBezTo>
                  <a:cubicBezTo>
                    <a:pt x="20682" y="12871"/>
                    <a:pt x="20301" y="12430"/>
                    <a:pt x="19860" y="12037"/>
                  </a:cubicBezTo>
                  <a:cubicBezTo>
                    <a:pt x="19646" y="11847"/>
                    <a:pt x="19420" y="11680"/>
                    <a:pt x="19182" y="11513"/>
                  </a:cubicBezTo>
                  <a:cubicBezTo>
                    <a:pt x="18932" y="11359"/>
                    <a:pt x="18658" y="11240"/>
                    <a:pt x="18420" y="11085"/>
                  </a:cubicBezTo>
                  <a:cubicBezTo>
                    <a:pt x="18194" y="10930"/>
                    <a:pt x="18253" y="10680"/>
                    <a:pt x="18325" y="10442"/>
                  </a:cubicBezTo>
                  <a:cubicBezTo>
                    <a:pt x="18420" y="10097"/>
                    <a:pt x="18515" y="9751"/>
                    <a:pt x="18610" y="9394"/>
                  </a:cubicBezTo>
                  <a:lnTo>
                    <a:pt x="19206" y="7227"/>
                  </a:lnTo>
                  <a:cubicBezTo>
                    <a:pt x="19396" y="6525"/>
                    <a:pt x="19587" y="5822"/>
                    <a:pt x="19789" y="5132"/>
                  </a:cubicBezTo>
                  <a:cubicBezTo>
                    <a:pt x="19813" y="5060"/>
                    <a:pt x="19801" y="5001"/>
                    <a:pt x="19765" y="4953"/>
                  </a:cubicBezTo>
                  <a:cubicBezTo>
                    <a:pt x="19884" y="4917"/>
                    <a:pt x="19991" y="4894"/>
                    <a:pt x="20110" y="4858"/>
                  </a:cubicBezTo>
                  <a:cubicBezTo>
                    <a:pt x="20872" y="4608"/>
                    <a:pt x="21527" y="4001"/>
                    <a:pt x="21361" y="3131"/>
                  </a:cubicBezTo>
                  <a:cubicBezTo>
                    <a:pt x="21194" y="2238"/>
                    <a:pt x="20337" y="1762"/>
                    <a:pt x="19587" y="1405"/>
                  </a:cubicBezTo>
                  <a:cubicBezTo>
                    <a:pt x="18682" y="976"/>
                    <a:pt x="17741" y="643"/>
                    <a:pt x="16777" y="405"/>
                  </a:cubicBezTo>
                  <a:cubicBezTo>
                    <a:pt x="16074" y="226"/>
                    <a:pt x="15348" y="119"/>
                    <a:pt x="14634" y="60"/>
                  </a:cubicBezTo>
                  <a:cubicBezTo>
                    <a:pt x="14503" y="48"/>
                    <a:pt x="14372" y="24"/>
                    <a:pt x="14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49"/>
            <p:cNvSpPr/>
            <p:nvPr/>
          </p:nvSpPr>
          <p:spPr>
            <a:xfrm>
              <a:off x="456575" y="907650"/>
              <a:ext cx="172075" cy="64400"/>
            </a:xfrm>
            <a:custGeom>
              <a:avLst/>
              <a:gdLst/>
              <a:ahLst/>
              <a:cxnLst/>
              <a:rect l="l" t="t" r="r" b="b"/>
              <a:pathLst>
                <a:path w="6883" h="2576" extrusionOk="0">
                  <a:moveTo>
                    <a:pt x="1378" y="0"/>
                  </a:moveTo>
                  <a:cubicBezTo>
                    <a:pt x="1036" y="0"/>
                    <a:pt x="614" y="10"/>
                    <a:pt x="346" y="203"/>
                  </a:cubicBezTo>
                  <a:cubicBezTo>
                    <a:pt x="1" y="464"/>
                    <a:pt x="156" y="881"/>
                    <a:pt x="429" y="1119"/>
                  </a:cubicBezTo>
                  <a:cubicBezTo>
                    <a:pt x="775" y="1405"/>
                    <a:pt x="1168" y="1607"/>
                    <a:pt x="1596" y="1738"/>
                  </a:cubicBezTo>
                  <a:cubicBezTo>
                    <a:pt x="2525" y="2072"/>
                    <a:pt x="3477" y="2310"/>
                    <a:pt x="4454" y="2441"/>
                  </a:cubicBezTo>
                  <a:cubicBezTo>
                    <a:pt x="4942" y="2512"/>
                    <a:pt x="5430" y="2560"/>
                    <a:pt x="5918" y="2572"/>
                  </a:cubicBezTo>
                  <a:cubicBezTo>
                    <a:pt x="5949" y="2574"/>
                    <a:pt x="5980" y="2575"/>
                    <a:pt x="6011" y="2575"/>
                  </a:cubicBezTo>
                  <a:cubicBezTo>
                    <a:pt x="6314" y="2575"/>
                    <a:pt x="6655" y="2467"/>
                    <a:pt x="6752" y="2143"/>
                  </a:cubicBezTo>
                  <a:cubicBezTo>
                    <a:pt x="6883" y="1738"/>
                    <a:pt x="6442" y="1381"/>
                    <a:pt x="6144" y="1191"/>
                  </a:cubicBezTo>
                  <a:cubicBezTo>
                    <a:pt x="5728" y="953"/>
                    <a:pt x="5287" y="786"/>
                    <a:pt x="4823" y="679"/>
                  </a:cubicBezTo>
                  <a:cubicBezTo>
                    <a:pt x="4819" y="678"/>
                    <a:pt x="4815" y="678"/>
                    <a:pt x="4811" y="678"/>
                  </a:cubicBezTo>
                  <a:cubicBezTo>
                    <a:pt x="4701" y="678"/>
                    <a:pt x="4660" y="835"/>
                    <a:pt x="4775" y="869"/>
                  </a:cubicBezTo>
                  <a:cubicBezTo>
                    <a:pt x="5109" y="965"/>
                    <a:pt x="5442" y="1096"/>
                    <a:pt x="5763" y="1238"/>
                  </a:cubicBezTo>
                  <a:cubicBezTo>
                    <a:pt x="6025" y="1369"/>
                    <a:pt x="6394" y="1607"/>
                    <a:pt x="6466" y="1917"/>
                  </a:cubicBezTo>
                  <a:cubicBezTo>
                    <a:pt x="6518" y="2112"/>
                    <a:pt x="6326" y="2156"/>
                    <a:pt x="6135" y="2156"/>
                  </a:cubicBezTo>
                  <a:cubicBezTo>
                    <a:pt x="6022" y="2156"/>
                    <a:pt x="5909" y="2140"/>
                    <a:pt x="5847" y="2131"/>
                  </a:cubicBezTo>
                  <a:cubicBezTo>
                    <a:pt x="5442" y="2084"/>
                    <a:pt x="5037" y="2024"/>
                    <a:pt x="4644" y="1965"/>
                  </a:cubicBezTo>
                  <a:cubicBezTo>
                    <a:pt x="3858" y="1834"/>
                    <a:pt x="3085" y="1679"/>
                    <a:pt x="2311" y="1477"/>
                  </a:cubicBezTo>
                  <a:cubicBezTo>
                    <a:pt x="1942" y="1393"/>
                    <a:pt x="1584" y="1274"/>
                    <a:pt x="1227" y="1119"/>
                  </a:cubicBezTo>
                  <a:cubicBezTo>
                    <a:pt x="1084" y="1060"/>
                    <a:pt x="929" y="976"/>
                    <a:pt x="787" y="893"/>
                  </a:cubicBezTo>
                  <a:cubicBezTo>
                    <a:pt x="679" y="834"/>
                    <a:pt x="489" y="726"/>
                    <a:pt x="501" y="572"/>
                  </a:cubicBezTo>
                  <a:cubicBezTo>
                    <a:pt x="501" y="417"/>
                    <a:pt x="727" y="357"/>
                    <a:pt x="846" y="334"/>
                  </a:cubicBezTo>
                  <a:cubicBezTo>
                    <a:pt x="1049" y="286"/>
                    <a:pt x="1251" y="250"/>
                    <a:pt x="1465" y="250"/>
                  </a:cubicBezTo>
                  <a:cubicBezTo>
                    <a:pt x="1537" y="246"/>
                    <a:pt x="1608" y="244"/>
                    <a:pt x="1679" y="244"/>
                  </a:cubicBezTo>
                  <a:cubicBezTo>
                    <a:pt x="2036" y="244"/>
                    <a:pt x="2390" y="294"/>
                    <a:pt x="2727" y="393"/>
                  </a:cubicBezTo>
                  <a:cubicBezTo>
                    <a:pt x="2734" y="396"/>
                    <a:pt x="2740" y="397"/>
                    <a:pt x="2746" y="397"/>
                  </a:cubicBezTo>
                  <a:cubicBezTo>
                    <a:pt x="2796" y="397"/>
                    <a:pt x="2827" y="319"/>
                    <a:pt x="2763" y="298"/>
                  </a:cubicBezTo>
                  <a:cubicBezTo>
                    <a:pt x="2358" y="119"/>
                    <a:pt x="1930" y="12"/>
                    <a:pt x="1489" y="0"/>
                  </a:cubicBezTo>
                  <a:cubicBezTo>
                    <a:pt x="1453" y="0"/>
                    <a:pt x="1416" y="0"/>
                    <a:pt x="13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49"/>
            <p:cNvSpPr/>
            <p:nvPr/>
          </p:nvSpPr>
          <p:spPr>
            <a:xfrm>
              <a:off x="401825" y="883050"/>
              <a:ext cx="92875" cy="95725"/>
            </a:xfrm>
            <a:custGeom>
              <a:avLst/>
              <a:gdLst/>
              <a:ahLst/>
              <a:cxnLst/>
              <a:rect l="l" t="t" r="r" b="b"/>
              <a:pathLst>
                <a:path w="3715" h="3829" extrusionOk="0">
                  <a:moveTo>
                    <a:pt x="2459" y="1"/>
                  </a:moveTo>
                  <a:cubicBezTo>
                    <a:pt x="2107" y="1"/>
                    <a:pt x="1753" y="38"/>
                    <a:pt x="1417" y="151"/>
                  </a:cubicBezTo>
                  <a:cubicBezTo>
                    <a:pt x="893" y="317"/>
                    <a:pt x="452" y="698"/>
                    <a:pt x="226" y="1198"/>
                  </a:cubicBezTo>
                  <a:cubicBezTo>
                    <a:pt x="0" y="1722"/>
                    <a:pt x="107" y="2330"/>
                    <a:pt x="488" y="2758"/>
                  </a:cubicBezTo>
                  <a:cubicBezTo>
                    <a:pt x="619" y="2901"/>
                    <a:pt x="762" y="3032"/>
                    <a:pt x="917" y="3151"/>
                  </a:cubicBezTo>
                  <a:lnTo>
                    <a:pt x="893" y="3246"/>
                  </a:lnTo>
                  <a:lnTo>
                    <a:pt x="1131" y="3306"/>
                  </a:lnTo>
                  <a:lnTo>
                    <a:pt x="1274" y="3389"/>
                  </a:lnTo>
                  <a:cubicBezTo>
                    <a:pt x="1607" y="3556"/>
                    <a:pt x="1953" y="3699"/>
                    <a:pt x="2298" y="3818"/>
                  </a:cubicBezTo>
                  <a:cubicBezTo>
                    <a:pt x="2316" y="3825"/>
                    <a:pt x="2334" y="3829"/>
                    <a:pt x="2351" y="3829"/>
                  </a:cubicBezTo>
                  <a:cubicBezTo>
                    <a:pt x="2469" y="3829"/>
                    <a:pt x="2554" y="3666"/>
                    <a:pt x="2429" y="3604"/>
                  </a:cubicBezTo>
                  <a:cubicBezTo>
                    <a:pt x="1929" y="3365"/>
                    <a:pt x="1465" y="3056"/>
                    <a:pt x="1048" y="2699"/>
                  </a:cubicBezTo>
                  <a:cubicBezTo>
                    <a:pt x="703" y="2365"/>
                    <a:pt x="452" y="1937"/>
                    <a:pt x="619" y="1448"/>
                  </a:cubicBezTo>
                  <a:cubicBezTo>
                    <a:pt x="964" y="436"/>
                    <a:pt x="2203" y="305"/>
                    <a:pt x="3108" y="305"/>
                  </a:cubicBezTo>
                  <a:cubicBezTo>
                    <a:pt x="3310" y="305"/>
                    <a:pt x="3500" y="305"/>
                    <a:pt x="3691" y="317"/>
                  </a:cubicBezTo>
                  <a:lnTo>
                    <a:pt x="3715" y="103"/>
                  </a:lnTo>
                  <a:cubicBezTo>
                    <a:pt x="3548" y="79"/>
                    <a:pt x="3370" y="55"/>
                    <a:pt x="3191" y="44"/>
                  </a:cubicBezTo>
                  <a:cubicBezTo>
                    <a:pt x="2951" y="19"/>
                    <a:pt x="2705" y="1"/>
                    <a:pt x="24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49"/>
            <p:cNvSpPr/>
            <p:nvPr/>
          </p:nvSpPr>
          <p:spPr>
            <a:xfrm>
              <a:off x="165475" y="963900"/>
              <a:ext cx="264650" cy="317925"/>
            </a:xfrm>
            <a:custGeom>
              <a:avLst/>
              <a:gdLst/>
              <a:ahLst/>
              <a:cxnLst/>
              <a:rect l="l" t="t" r="r" b="b"/>
              <a:pathLst>
                <a:path w="10586" h="12717" extrusionOk="0">
                  <a:moveTo>
                    <a:pt x="10347" y="0"/>
                  </a:moveTo>
                  <a:cubicBezTo>
                    <a:pt x="10002" y="1393"/>
                    <a:pt x="9656" y="2798"/>
                    <a:pt x="9335" y="4203"/>
                  </a:cubicBezTo>
                  <a:lnTo>
                    <a:pt x="9228" y="4727"/>
                  </a:lnTo>
                  <a:cubicBezTo>
                    <a:pt x="9204" y="4906"/>
                    <a:pt x="9144" y="5084"/>
                    <a:pt x="9073" y="5239"/>
                  </a:cubicBezTo>
                  <a:cubicBezTo>
                    <a:pt x="8930" y="5477"/>
                    <a:pt x="8644" y="5549"/>
                    <a:pt x="8394" y="5608"/>
                  </a:cubicBezTo>
                  <a:cubicBezTo>
                    <a:pt x="7859" y="5751"/>
                    <a:pt x="7323" y="5930"/>
                    <a:pt x="6811" y="6144"/>
                  </a:cubicBezTo>
                  <a:cubicBezTo>
                    <a:pt x="4692" y="7001"/>
                    <a:pt x="2834" y="8394"/>
                    <a:pt x="1417" y="10180"/>
                  </a:cubicBezTo>
                  <a:cubicBezTo>
                    <a:pt x="846" y="10918"/>
                    <a:pt x="370" y="11716"/>
                    <a:pt x="0" y="12561"/>
                  </a:cubicBezTo>
                  <a:lnTo>
                    <a:pt x="334" y="12716"/>
                  </a:lnTo>
                  <a:cubicBezTo>
                    <a:pt x="524" y="12264"/>
                    <a:pt x="751" y="11835"/>
                    <a:pt x="1013" y="11418"/>
                  </a:cubicBezTo>
                  <a:cubicBezTo>
                    <a:pt x="2203" y="9525"/>
                    <a:pt x="3906" y="8001"/>
                    <a:pt x="5918" y="7025"/>
                  </a:cubicBezTo>
                  <a:cubicBezTo>
                    <a:pt x="6418" y="6775"/>
                    <a:pt x="6918" y="6573"/>
                    <a:pt x="7442" y="6394"/>
                  </a:cubicBezTo>
                  <a:cubicBezTo>
                    <a:pt x="7704" y="6299"/>
                    <a:pt x="7966" y="6215"/>
                    <a:pt x="8240" y="6144"/>
                  </a:cubicBezTo>
                  <a:cubicBezTo>
                    <a:pt x="8502" y="6084"/>
                    <a:pt x="8763" y="6001"/>
                    <a:pt x="9025" y="5882"/>
                  </a:cubicBezTo>
                  <a:cubicBezTo>
                    <a:pt x="9299" y="5751"/>
                    <a:pt x="9502" y="5501"/>
                    <a:pt x="9573" y="5203"/>
                  </a:cubicBezTo>
                  <a:cubicBezTo>
                    <a:pt x="9680" y="4870"/>
                    <a:pt x="9728" y="4501"/>
                    <a:pt x="9799" y="4168"/>
                  </a:cubicBezTo>
                  <a:cubicBezTo>
                    <a:pt x="9954" y="3441"/>
                    <a:pt x="10085" y="2715"/>
                    <a:pt x="10216" y="1989"/>
                  </a:cubicBezTo>
                  <a:cubicBezTo>
                    <a:pt x="10347" y="1346"/>
                    <a:pt x="10466" y="703"/>
                    <a:pt x="10585" y="60"/>
                  </a:cubicBezTo>
                  <a:lnTo>
                    <a:pt x="103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49"/>
            <p:cNvSpPr/>
            <p:nvPr/>
          </p:nvSpPr>
          <p:spPr>
            <a:xfrm>
              <a:off x="171425" y="1212700"/>
              <a:ext cx="518250" cy="415150"/>
            </a:xfrm>
            <a:custGeom>
              <a:avLst/>
              <a:gdLst/>
              <a:ahLst/>
              <a:cxnLst/>
              <a:rect l="l" t="t" r="r" b="b"/>
              <a:pathLst>
                <a:path w="20730" h="16606" extrusionOk="0">
                  <a:moveTo>
                    <a:pt x="5375" y="371"/>
                  </a:moveTo>
                  <a:cubicBezTo>
                    <a:pt x="6472" y="371"/>
                    <a:pt x="7557" y="561"/>
                    <a:pt x="8585" y="943"/>
                  </a:cubicBezTo>
                  <a:cubicBezTo>
                    <a:pt x="11181" y="1859"/>
                    <a:pt x="13371" y="3598"/>
                    <a:pt x="15836" y="4765"/>
                  </a:cubicBezTo>
                  <a:cubicBezTo>
                    <a:pt x="16526" y="5098"/>
                    <a:pt x="17253" y="5372"/>
                    <a:pt x="17991" y="5586"/>
                  </a:cubicBezTo>
                  <a:cubicBezTo>
                    <a:pt x="18527" y="5753"/>
                    <a:pt x="19086" y="5848"/>
                    <a:pt x="19658" y="5884"/>
                  </a:cubicBezTo>
                  <a:cubicBezTo>
                    <a:pt x="18494" y="6423"/>
                    <a:pt x="17215" y="6629"/>
                    <a:pt x="15928" y="6629"/>
                  </a:cubicBezTo>
                  <a:cubicBezTo>
                    <a:pt x="15028" y="6629"/>
                    <a:pt x="14124" y="6529"/>
                    <a:pt x="13252" y="6372"/>
                  </a:cubicBezTo>
                  <a:cubicBezTo>
                    <a:pt x="10621" y="5872"/>
                    <a:pt x="8097" y="4943"/>
                    <a:pt x="5775" y="3622"/>
                  </a:cubicBezTo>
                  <a:cubicBezTo>
                    <a:pt x="5132" y="3252"/>
                    <a:pt x="4501" y="2848"/>
                    <a:pt x="3894" y="2419"/>
                  </a:cubicBezTo>
                  <a:cubicBezTo>
                    <a:pt x="3334" y="2038"/>
                    <a:pt x="2822" y="1586"/>
                    <a:pt x="2370" y="1074"/>
                  </a:cubicBezTo>
                  <a:cubicBezTo>
                    <a:pt x="2537" y="1014"/>
                    <a:pt x="2715" y="931"/>
                    <a:pt x="2882" y="859"/>
                  </a:cubicBezTo>
                  <a:cubicBezTo>
                    <a:pt x="3144" y="764"/>
                    <a:pt x="3394" y="669"/>
                    <a:pt x="3668" y="597"/>
                  </a:cubicBezTo>
                  <a:cubicBezTo>
                    <a:pt x="4192" y="454"/>
                    <a:pt x="4727" y="383"/>
                    <a:pt x="5275" y="371"/>
                  </a:cubicBezTo>
                  <a:cubicBezTo>
                    <a:pt x="5308" y="371"/>
                    <a:pt x="5342" y="371"/>
                    <a:pt x="5375" y="371"/>
                  </a:cubicBezTo>
                  <a:close/>
                  <a:moveTo>
                    <a:pt x="2179" y="1181"/>
                  </a:moveTo>
                  <a:cubicBezTo>
                    <a:pt x="2513" y="1705"/>
                    <a:pt x="2941" y="2157"/>
                    <a:pt x="3453" y="2526"/>
                  </a:cubicBezTo>
                  <a:cubicBezTo>
                    <a:pt x="3989" y="2943"/>
                    <a:pt x="4561" y="3324"/>
                    <a:pt x="5144" y="3669"/>
                  </a:cubicBezTo>
                  <a:cubicBezTo>
                    <a:pt x="6323" y="4395"/>
                    <a:pt x="7561" y="5003"/>
                    <a:pt x="8835" y="5503"/>
                  </a:cubicBezTo>
                  <a:cubicBezTo>
                    <a:pt x="10133" y="6003"/>
                    <a:pt x="11466" y="6396"/>
                    <a:pt x="12824" y="6681"/>
                  </a:cubicBezTo>
                  <a:cubicBezTo>
                    <a:pt x="13911" y="6912"/>
                    <a:pt x="15018" y="7041"/>
                    <a:pt x="16127" y="7041"/>
                  </a:cubicBezTo>
                  <a:cubicBezTo>
                    <a:pt x="16221" y="7041"/>
                    <a:pt x="16314" y="7040"/>
                    <a:pt x="16407" y="7039"/>
                  </a:cubicBezTo>
                  <a:cubicBezTo>
                    <a:pt x="17741" y="7027"/>
                    <a:pt x="19063" y="6705"/>
                    <a:pt x="20253" y="6110"/>
                  </a:cubicBezTo>
                  <a:lnTo>
                    <a:pt x="20253" y="6110"/>
                  </a:lnTo>
                  <a:cubicBezTo>
                    <a:pt x="20360" y="6634"/>
                    <a:pt x="20348" y="7181"/>
                    <a:pt x="20217" y="7693"/>
                  </a:cubicBezTo>
                  <a:cubicBezTo>
                    <a:pt x="19777" y="9503"/>
                    <a:pt x="18967" y="11206"/>
                    <a:pt x="17824" y="12694"/>
                  </a:cubicBezTo>
                  <a:cubicBezTo>
                    <a:pt x="17062" y="13658"/>
                    <a:pt x="16122" y="14468"/>
                    <a:pt x="15062" y="15075"/>
                  </a:cubicBezTo>
                  <a:cubicBezTo>
                    <a:pt x="14014" y="15635"/>
                    <a:pt x="12871" y="16004"/>
                    <a:pt x="11693" y="16135"/>
                  </a:cubicBezTo>
                  <a:cubicBezTo>
                    <a:pt x="11267" y="16181"/>
                    <a:pt x="10840" y="16204"/>
                    <a:pt x="10414" y="16204"/>
                  </a:cubicBezTo>
                  <a:cubicBezTo>
                    <a:pt x="8422" y="16204"/>
                    <a:pt x="6448" y="15703"/>
                    <a:pt x="4692" y="14742"/>
                  </a:cubicBezTo>
                  <a:cubicBezTo>
                    <a:pt x="3608" y="14170"/>
                    <a:pt x="2656" y="13385"/>
                    <a:pt x="1894" y="12408"/>
                  </a:cubicBezTo>
                  <a:cubicBezTo>
                    <a:pt x="1120" y="11372"/>
                    <a:pt x="703" y="10134"/>
                    <a:pt x="536" y="8836"/>
                  </a:cubicBezTo>
                  <a:cubicBezTo>
                    <a:pt x="358" y="7562"/>
                    <a:pt x="358" y="6265"/>
                    <a:pt x="548" y="4991"/>
                  </a:cubicBezTo>
                  <a:cubicBezTo>
                    <a:pt x="739" y="3776"/>
                    <a:pt x="1144" y="2550"/>
                    <a:pt x="1894" y="1562"/>
                  </a:cubicBezTo>
                  <a:cubicBezTo>
                    <a:pt x="1989" y="1431"/>
                    <a:pt x="2084" y="1312"/>
                    <a:pt x="2179" y="1181"/>
                  </a:cubicBezTo>
                  <a:close/>
                  <a:moveTo>
                    <a:pt x="5404" y="1"/>
                  </a:moveTo>
                  <a:cubicBezTo>
                    <a:pt x="4829" y="1"/>
                    <a:pt x="4255" y="73"/>
                    <a:pt x="3692" y="216"/>
                  </a:cubicBezTo>
                  <a:cubicBezTo>
                    <a:pt x="3132" y="359"/>
                    <a:pt x="2465" y="609"/>
                    <a:pt x="2060" y="1050"/>
                  </a:cubicBezTo>
                  <a:cubicBezTo>
                    <a:pt x="2048" y="1062"/>
                    <a:pt x="2048" y="1074"/>
                    <a:pt x="2048" y="1085"/>
                  </a:cubicBezTo>
                  <a:cubicBezTo>
                    <a:pt x="1929" y="1169"/>
                    <a:pt x="1822" y="1276"/>
                    <a:pt x="1727" y="1395"/>
                  </a:cubicBezTo>
                  <a:cubicBezTo>
                    <a:pt x="1525" y="1633"/>
                    <a:pt x="1346" y="1895"/>
                    <a:pt x="1191" y="2169"/>
                  </a:cubicBezTo>
                  <a:cubicBezTo>
                    <a:pt x="870" y="2729"/>
                    <a:pt x="620" y="3324"/>
                    <a:pt x="453" y="3943"/>
                  </a:cubicBezTo>
                  <a:cubicBezTo>
                    <a:pt x="120" y="5217"/>
                    <a:pt x="1" y="6539"/>
                    <a:pt x="84" y="7860"/>
                  </a:cubicBezTo>
                  <a:cubicBezTo>
                    <a:pt x="143" y="9229"/>
                    <a:pt x="405" y="10610"/>
                    <a:pt x="1072" y="11825"/>
                  </a:cubicBezTo>
                  <a:cubicBezTo>
                    <a:pt x="1703" y="12932"/>
                    <a:pt x="2584" y="13861"/>
                    <a:pt x="3644" y="14563"/>
                  </a:cubicBezTo>
                  <a:cubicBezTo>
                    <a:pt x="5652" y="15895"/>
                    <a:pt x="8013" y="16606"/>
                    <a:pt x="10413" y="16606"/>
                  </a:cubicBezTo>
                  <a:cubicBezTo>
                    <a:pt x="10546" y="16606"/>
                    <a:pt x="10679" y="16604"/>
                    <a:pt x="10811" y="16599"/>
                  </a:cubicBezTo>
                  <a:cubicBezTo>
                    <a:pt x="12062" y="16564"/>
                    <a:pt x="13300" y="16302"/>
                    <a:pt x="14455" y="15813"/>
                  </a:cubicBezTo>
                  <a:cubicBezTo>
                    <a:pt x="15622" y="15302"/>
                    <a:pt x="16681" y="14563"/>
                    <a:pt x="17562" y="13623"/>
                  </a:cubicBezTo>
                  <a:cubicBezTo>
                    <a:pt x="18431" y="12682"/>
                    <a:pt x="19158" y="11599"/>
                    <a:pt x="19694" y="10432"/>
                  </a:cubicBezTo>
                  <a:cubicBezTo>
                    <a:pt x="19967" y="9837"/>
                    <a:pt x="20206" y="9229"/>
                    <a:pt x="20396" y="8610"/>
                  </a:cubicBezTo>
                  <a:cubicBezTo>
                    <a:pt x="20622" y="7991"/>
                    <a:pt x="20729" y="7336"/>
                    <a:pt x="20729" y="6681"/>
                  </a:cubicBezTo>
                  <a:cubicBezTo>
                    <a:pt x="20717" y="6360"/>
                    <a:pt x="20646" y="6050"/>
                    <a:pt x="20527" y="5753"/>
                  </a:cubicBezTo>
                  <a:cubicBezTo>
                    <a:pt x="20503" y="5693"/>
                    <a:pt x="20444" y="5646"/>
                    <a:pt x="20372" y="5634"/>
                  </a:cubicBezTo>
                  <a:cubicBezTo>
                    <a:pt x="20360" y="5598"/>
                    <a:pt x="20325" y="5586"/>
                    <a:pt x="20289" y="5586"/>
                  </a:cubicBezTo>
                  <a:cubicBezTo>
                    <a:pt x="19598" y="5515"/>
                    <a:pt x="18932" y="5396"/>
                    <a:pt x="18265" y="5229"/>
                  </a:cubicBezTo>
                  <a:cubicBezTo>
                    <a:pt x="17586" y="5038"/>
                    <a:pt x="16931" y="4800"/>
                    <a:pt x="16288" y="4514"/>
                  </a:cubicBezTo>
                  <a:cubicBezTo>
                    <a:pt x="15026" y="3943"/>
                    <a:pt x="13836" y="3229"/>
                    <a:pt x="12645" y="2526"/>
                  </a:cubicBezTo>
                  <a:cubicBezTo>
                    <a:pt x="10454" y="1252"/>
                    <a:pt x="8133" y="14"/>
                    <a:pt x="5537" y="2"/>
                  </a:cubicBezTo>
                  <a:cubicBezTo>
                    <a:pt x="5493" y="1"/>
                    <a:pt x="5449" y="1"/>
                    <a:pt x="54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5" name="Google Shape;2305;p51"/>
          <p:cNvSpPr txBox="1">
            <a:spLocks noGrp="1"/>
          </p:cNvSpPr>
          <p:nvPr>
            <p:ph type="title"/>
          </p:nvPr>
        </p:nvSpPr>
        <p:spPr>
          <a:xfrm>
            <a:off x="758775" y="405130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Collecting </a:t>
            </a:r>
            <a:r>
              <a:rPr lang="en"/>
              <a:t>d</a:t>
            </a:r>
            <a:r>
              <a:rPr lang="en">
                <a:solidFill>
                  <a:schemeClr val="accent2"/>
                </a:solidFill>
              </a:rPr>
              <a:t>ata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306" name="Google Shape;2306;p51"/>
          <p:cNvSpPr txBox="1"/>
          <p:nvPr/>
        </p:nvSpPr>
        <p:spPr>
          <a:xfrm>
            <a:off x="1406550" y="1414276"/>
            <a:ext cx="2105100" cy="4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2"/>
                </a:solidFill>
                <a:latin typeface="Viga"/>
                <a:ea typeface="Viga"/>
                <a:cs typeface="Viga"/>
                <a:sym typeface="Viga"/>
              </a:rPr>
              <a:t>Record</a:t>
            </a:r>
            <a:endParaRPr sz="2200">
              <a:solidFill>
                <a:schemeClr val="accent2"/>
              </a:solidFill>
              <a:latin typeface="Viga"/>
              <a:ea typeface="Viga"/>
              <a:cs typeface="Viga"/>
              <a:sym typeface="Viga"/>
            </a:endParaRPr>
          </a:p>
        </p:txBody>
      </p:sp>
      <p:sp>
        <p:nvSpPr>
          <p:cNvPr id="2307" name="Google Shape;2307;p51"/>
          <p:cNvSpPr txBox="1"/>
          <p:nvPr/>
        </p:nvSpPr>
        <p:spPr>
          <a:xfrm>
            <a:off x="1406514" y="1860101"/>
            <a:ext cx="2105100" cy="7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Neptune is blue due to the presence of methane gas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08" name="Google Shape;2308;p51"/>
          <p:cNvSpPr txBox="1"/>
          <p:nvPr/>
        </p:nvSpPr>
        <p:spPr>
          <a:xfrm>
            <a:off x="1406550" y="2761301"/>
            <a:ext cx="2105100" cy="4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2"/>
                </a:solidFill>
                <a:latin typeface="Viga"/>
                <a:ea typeface="Viga"/>
                <a:cs typeface="Viga"/>
                <a:sym typeface="Viga"/>
              </a:rPr>
              <a:t>Presenting</a:t>
            </a:r>
            <a:endParaRPr sz="2200">
              <a:solidFill>
                <a:schemeClr val="accent2"/>
              </a:solidFill>
              <a:latin typeface="Viga"/>
              <a:ea typeface="Viga"/>
              <a:cs typeface="Viga"/>
              <a:sym typeface="Viga"/>
            </a:endParaRPr>
          </a:p>
        </p:txBody>
      </p:sp>
      <p:sp>
        <p:nvSpPr>
          <p:cNvPr id="2309" name="Google Shape;2309;p51"/>
          <p:cNvSpPr txBox="1"/>
          <p:nvPr/>
        </p:nvSpPr>
        <p:spPr>
          <a:xfrm>
            <a:off x="1406514" y="3207101"/>
            <a:ext cx="2105100" cy="7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Jupiter is the biggest planet in our Solar System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10" name="Google Shape;2310;p51"/>
          <p:cNvSpPr txBox="1"/>
          <p:nvPr/>
        </p:nvSpPr>
        <p:spPr>
          <a:xfrm>
            <a:off x="713400" y="4363650"/>
            <a:ext cx="77172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Follow the link in the graph to modify its data and paste the new one here.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For more info, click here</a:t>
            </a:r>
            <a:endParaRPr sz="12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11" name="Google Shape;2311;p51"/>
          <p:cNvSpPr/>
          <p:nvPr/>
        </p:nvSpPr>
        <p:spPr>
          <a:xfrm>
            <a:off x="1130886" y="1517153"/>
            <a:ext cx="240344" cy="240053"/>
          </a:xfrm>
          <a:custGeom>
            <a:avLst/>
            <a:gdLst/>
            <a:ahLst/>
            <a:cxnLst/>
            <a:rect l="l" t="t" r="r" b="b"/>
            <a:pathLst>
              <a:path w="5454" h="5448" extrusionOk="0">
                <a:moveTo>
                  <a:pt x="2720" y="0"/>
                </a:moveTo>
                <a:cubicBezTo>
                  <a:pt x="2376" y="0"/>
                  <a:pt x="2033" y="72"/>
                  <a:pt x="1715" y="215"/>
                </a:cubicBezTo>
                <a:cubicBezTo>
                  <a:pt x="763" y="870"/>
                  <a:pt x="1" y="1858"/>
                  <a:pt x="24" y="3073"/>
                </a:cubicBezTo>
                <a:cubicBezTo>
                  <a:pt x="60" y="4442"/>
                  <a:pt x="1191" y="5382"/>
                  <a:pt x="2513" y="5442"/>
                </a:cubicBezTo>
                <a:cubicBezTo>
                  <a:pt x="2573" y="5446"/>
                  <a:pt x="2633" y="5448"/>
                  <a:pt x="2693" y="5448"/>
                </a:cubicBezTo>
                <a:cubicBezTo>
                  <a:pt x="3194" y="5448"/>
                  <a:pt x="3696" y="5315"/>
                  <a:pt x="4132" y="5049"/>
                </a:cubicBezTo>
                <a:cubicBezTo>
                  <a:pt x="4680" y="4704"/>
                  <a:pt x="4989" y="4132"/>
                  <a:pt x="5132" y="3501"/>
                </a:cubicBezTo>
                <a:cubicBezTo>
                  <a:pt x="5454" y="2204"/>
                  <a:pt x="4906" y="739"/>
                  <a:pt x="3644" y="179"/>
                </a:cubicBezTo>
                <a:cubicBezTo>
                  <a:pt x="3348" y="60"/>
                  <a:pt x="3034" y="0"/>
                  <a:pt x="2720" y="0"/>
                </a:cubicBezTo>
                <a:close/>
              </a:path>
            </a:pathLst>
          </a:custGeom>
          <a:solidFill>
            <a:srgbClr val="F5E3AE"/>
          </a:solidFill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2" name="Google Shape;2312;p51"/>
          <p:cNvSpPr/>
          <p:nvPr/>
        </p:nvSpPr>
        <p:spPr>
          <a:xfrm>
            <a:off x="1130886" y="2864178"/>
            <a:ext cx="240344" cy="240053"/>
          </a:xfrm>
          <a:custGeom>
            <a:avLst/>
            <a:gdLst/>
            <a:ahLst/>
            <a:cxnLst/>
            <a:rect l="l" t="t" r="r" b="b"/>
            <a:pathLst>
              <a:path w="5454" h="5448" extrusionOk="0">
                <a:moveTo>
                  <a:pt x="2720" y="0"/>
                </a:moveTo>
                <a:cubicBezTo>
                  <a:pt x="2376" y="0"/>
                  <a:pt x="2033" y="72"/>
                  <a:pt x="1715" y="215"/>
                </a:cubicBezTo>
                <a:cubicBezTo>
                  <a:pt x="763" y="870"/>
                  <a:pt x="1" y="1858"/>
                  <a:pt x="24" y="3073"/>
                </a:cubicBezTo>
                <a:cubicBezTo>
                  <a:pt x="60" y="4442"/>
                  <a:pt x="1191" y="5382"/>
                  <a:pt x="2513" y="5442"/>
                </a:cubicBezTo>
                <a:cubicBezTo>
                  <a:pt x="2573" y="5446"/>
                  <a:pt x="2633" y="5448"/>
                  <a:pt x="2693" y="5448"/>
                </a:cubicBezTo>
                <a:cubicBezTo>
                  <a:pt x="3194" y="5448"/>
                  <a:pt x="3696" y="5315"/>
                  <a:pt x="4132" y="5049"/>
                </a:cubicBezTo>
                <a:cubicBezTo>
                  <a:pt x="4680" y="4704"/>
                  <a:pt x="4989" y="4132"/>
                  <a:pt x="5132" y="3501"/>
                </a:cubicBezTo>
                <a:cubicBezTo>
                  <a:pt x="5454" y="2204"/>
                  <a:pt x="4906" y="739"/>
                  <a:pt x="3644" y="179"/>
                </a:cubicBezTo>
                <a:cubicBezTo>
                  <a:pt x="3348" y="60"/>
                  <a:pt x="3034" y="0"/>
                  <a:pt x="2720" y="0"/>
                </a:cubicBezTo>
                <a:close/>
              </a:path>
            </a:pathLst>
          </a:custGeom>
          <a:solidFill>
            <a:srgbClr val="E9BFE8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3" name="Google Shape;2313;p51"/>
          <p:cNvSpPr txBox="1"/>
          <p:nvPr/>
        </p:nvSpPr>
        <p:spPr>
          <a:xfrm>
            <a:off x="4313414" y="3872314"/>
            <a:ext cx="9543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Test 1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14" name="Google Shape;2314;p51"/>
          <p:cNvSpPr txBox="1"/>
          <p:nvPr/>
        </p:nvSpPr>
        <p:spPr>
          <a:xfrm>
            <a:off x="5267764" y="3872314"/>
            <a:ext cx="9543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Test 2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15" name="Google Shape;2315;p51"/>
          <p:cNvSpPr txBox="1"/>
          <p:nvPr/>
        </p:nvSpPr>
        <p:spPr>
          <a:xfrm>
            <a:off x="6222114" y="3872314"/>
            <a:ext cx="9543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Test 3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16" name="Google Shape;2316;p51"/>
          <p:cNvSpPr txBox="1"/>
          <p:nvPr/>
        </p:nvSpPr>
        <p:spPr>
          <a:xfrm>
            <a:off x="7176464" y="3872314"/>
            <a:ext cx="9543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Test 4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317" name="Google Shape;2317;p51"/>
          <p:cNvGrpSpPr/>
          <p:nvPr/>
        </p:nvGrpSpPr>
        <p:grpSpPr>
          <a:xfrm>
            <a:off x="910171" y="269271"/>
            <a:ext cx="415892" cy="483539"/>
            <a:chOff x="227650" y="187100"/>
            <a:chExt cx="374475" cy="435425"/>
          </a:xfrm>
        </p:grpSpPr>
        <p:sp>
          <p:nvSpPr>
            <p:cNvPr id="2318" name="Google Shape;2318;p51"/>
            <p:cNvSpPr/>
            <p:nvPr/>
          </p:nvSpPr>
          <p:spPr>
            <a:xfrm>
              <a:off x="401775" y="198450"/>
              <a:ext cx="181900" cy="153775"/>
            </a:xfrm>
            <a:custGeom>
              <a:avLst/>
              <a:gdLst/>
              <a:ahLst/>
              <a:cxnLst/>
              <a:rect l="l" t="t" r="r" b="b"/>
              <a:pathLst>
                <a:path w="7276" h="6151" extrusionOk="0">
                  <a:moveTo>
                    <a:pt x="3445" y="0"/>
                  </a:moveTo>
                  <a:cubicBezTo>
                    <a:pt x="3120" y="0"/>
                    <a:pt x="2794" y="38"/>
                    <a:pt x="2477" y="114"/>
                  </a:cubicBezTo>
                  <a:cubicBezTo>
                    <a:pt x="1930" y="245"/>
                    <a:pt x="1418" y="471"/>
                    <a:pt x="953" y="793"/>
                  </a:cubicBezTo>
                  <a:cubicBezTo>
                    <a:pt x="703" y="960"/>
                    <a:pt x="477" y="1138"/>
                    <a:pt x="263" y="1329"/>
                  </a:cubicBezTo>
                  <a:cubicBezTo>
                    <a:pt x="167" y="1412"/>
                    <a:pt x="96" y="1495"/>
                    <a:pt x="1" y="1555"/>
                  </a:cubicBezTo>
                  <a:cubicBezTo>
                    <a:pt x="1310" y="1662"/>
                    <a:pt x="2549" y="2210"/>
                    <a:pt x="3513" y="3091"/>
                  </a:cubicBezTo>
                  <a:cubicBezTo>
                    <a:pt x="4382" y="3900"/>
                    <a:pt x="4966" y="4972"/>
                    <a:pt x="5168" y="6151"/>
                  </a:cubicBezTo>
                  <a:cubicBezTo>
                    <a:pt x="6097" y="5782"/>
                    <a:pt x="6799" y="4972"/>
                    <a:pt x="7025" y="4008"/>
                  </a:cubicBezTo>
                  <a:cubicBezTo>
                    <a:pt x="7275" y="2876"/>
                    <a:pt x="6811" y="1626"/>
                    <a:pt x="5930" y="876"/>
                  </a:cubicBezTo>
                  <a:cubicBezTo>
                    <a:pt x="5240" y="291"/>
                    <a:pt x="4344" y="0"/>
                    <a:pt x="3445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51"/>
            <p:cNvSpPr/>
            <p:nvPr/>
          </p:nvSpPr>
          <p:spPr>
            <a:xfrm>
              <a:off x="238675" y="251225"/>
              <a:ext cx="283975" cy="253775"/>
            </a:xfrm>
            <a:custGeom>
              <a:avLst/>
              <a:gdLst/>
              <a:ahLst/>
              <a:cxnLst/>
              <a:rect l="l" t="t" r="r" b="b"/>
              <a:pathLst>
                <a:path w="11359" h="10151" extrusionOk="0">
                  <a:moveTo>
                    <a:pt x="5814" y="1"/>
                  </a:moveTo>
                  <a:cubicBezTo>
                    <a:pt x="4149" y="1"/>
                    <a:pt x="2476" y="671"/>
                    <a:pt x="1322" y="1885"/>
                  </a:cubicBezTo>
                  <a:cubicBezTo>
                    <a:pt x="1024" y="2194"/>
                    <a:pt x="774" y="2528"/>
                    <a:pt x="560" y="2897"/>
                  </a:cubicBezTo>
                  <a:cubicBezTo>
                    <a:pt x="107" y="3944"/>
                    <a:pt x="0" y="5111"/>
                    <a:pt x="262" y="6219"/>
                  </a:cubicBezTo>
                  <a:cubicBezTo>
                    <a:pt x="619" y="7635"/>
                    <a:pt x="1560" y="8838"/>
                    <a:pt x="2858" y="9517"/>
                  </a:cubicBezTo>
                  <a:cubicBezTo>
                    <a:pt x="3658" y="9936"/>
                    <a:pt x="4541" y="10150"/>
                    <a:pt x="5427" y="10150"/>
                  </a:cubicBezTo>
                  <a:cubicBezTo>
                    <a:pt x="6150" y="10150"/>
                    <a:pt x="6876" y="10008"/>
                    <a:pt x="7561" y="9719"/>
                  </a:cubicBezTo>
                  <a:cubicBezTo>
                    <a:pt x="7596" y="9683"/>
                    <a:pt x="7656" y="9659"/>
                    <a:pt x="7715" y="9659"/>
                  </a:cubicBezTo>
                  <a:cubicBezTo>
                    <a:pt x="8632" y="9255"/>
                    <a:pt x="9442" y="8624"/>
                    <a:pt x="10049" y="7838"/>
                  </a:cubicBezTo>
                  <a:cubicBezTo>
                    <a:pt x="10918" y="6695"/>
                    <a:pt x="11359" y="5278"/>
                    <a:pt x="11025" y="3861"/>
                  </a:cubicBezTo>
                  <a:cubicBezTo>
                    <a:pt x="10704" y="2563"/>
                    <a:pt x="9882" y="1456"/>
                    <a:pt x="8727" y="777"/>
                  </a:cubicBezTo>
                  <a:cubicBezTo>
                    <a:pt x="7839" y="250"/>
                    <a:pt x="6828" y="1"/>
                    <a:pt x="581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51"/>
            <p:cNvSpPr/>
            <p:nvPr/>
          </p:nvSpPr>
          <p:spPr>
            <a:xfrm>
              <a:off x="246100" y="463825"/>
              <a:ext cx="184875" cy="146850"/>
            </a:xfrm>
            <a:custGeom>
              <a:avLst/>
              <a:gdLst/>
              <a:ahLst/>
              <a:cxnLst/>
              <a:rect l="l" t="t" r="r" b="b"/>
              <a:pathLst>
                <a:path w="7395" h="5874" extrusionOk="0">
                  <a:moveTo>
                    <a:pt x="668" y="1"/>
                  </a:moveTo>
                  <a:cubicBezTo>
                    <a:pt x="346" y="1215"/>
                    <a:pt x="1" y="2429"/>
                    <a:pt x="394" y="3668"/>
                  </a:cubicBezTo>
                  <a:cubicBezTo>
                    <a:pt x="775" y="4858"/>
                    <a:pt x="1811" y="5716"/>
                    <a:pt x="3049" y="5846"/>
                  </a:cubicBezTo>
                  <a:cubicBezTo>
                    <a:pt x="3200" y="5865"/>
                    <a:pt x="3349" y="5874"/>
                    <a:pt x="3497" y="5874"/>
                  </a:cubicBezTo>
                  <a:cubicBezTo>
                    <a:pt x="5644" y="5874"/>
                    <a:pt x="7394" y="3984"/>
                    <a:pt x="7216" y="1834"/>
                  </a:cubicBezTo>
                  <a:lnTo>
                    <a:pt x="7216" y="1834"/>
                  </a:lnTo>
                  <a:cubicBezTo>
                    <a:pt x="6577" y="2056"/>
                    <a:pt x="5913" y="2165"/>
                    <a:pt x="5253" y="2165"/>
                  </a:cubicBezTo>
                  <a:cubicBezTo>
                    <a:pt x="3896" y="2165"/>
                    <a:pt x="2554" y="1707"/>
                    <a:pt x="1465" y="834"/>
                  </a:cubicBezTo>
                  <a:cubicBezTo>
                    <a:pt x="1168" y="584"/>
                    <a:pt x="906" y="310"/>
                    <a:pt x="668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51"/>
            <p:cNvSpPr/>
            <p:nvPr/>
          </p:nvSpPr>
          <p:spPr>
            <a:xfrm>
              <a:off x="227650" y="187100"/>
              <a:ext cx="374475" cy="435425"/>
            </a:xfrm>
            <a:custGeom>
              <a:avLst/>
              <a:gdLst/>
              <a:ahLst/>
              <a:cxnLst/>
              <a:rect l="l" t="t" r="r" b="b"/>
              <a:pathLst>
                <a:path w="14979" h="17417" extrusionOk="0">
                  <a:moveTo>
                    <a:pt x="10410" y="466"/>
                  </a:moveTo>
                  <a:cubicBezTo>
                    <a:pt x="11309" y="466"/>
                    <a:pt x="12205" y="757"/>
                    <a:pt x="12895" y="1342"/>
                  </a:cubicBezTo>
                  <a:cubicBezTo>
                    <a:pt x="13776" y="2080"/>
                    <a:pt x="14240" y="3330"/>
                    <a:pt x="13990" y="4462"/>
                  </a:cubicBezTo>
                  <a:cubicBezTo>
                    <a:pt x="13764" y="5438"/>
                    <a:pt x="13062" y="6236"/>
                    <a:pt x="12133" y="6605"/>
                  </a:cubicBezTo>
                  <a:cubicBezTo>
                    <a:pt x="11919" y="5438"/>
                    <a:pt x="11347" y="4366"/>
                    <a:pt x="10478" y="3557"/>
                  </a:cubicBezTo>
                  <a:cubicBezTo>
                    <a:pt x="9514" y="2676"/>
                    <a:pt x="8275" y="2128"/>
                    <a:pt x="6966" y="2021"/>
                  </a:cubicBezTo>
                  <a:cubicBezTo>
                    <a:pt x="7061" y="1949"/>
                    <a:pt x="7144" y="1866"/>
                    <a:pt x="7228" y="1795"/>
                  </a:cubicBezTo>
                  <a:cubicBezTo>
                    <a:pt x="7442" y="1604"/>
                    <a:pt x="7680" y="1425"/>
                    <a:pt x="7918" y="1259"/>
                  </a:cubicBezTo>
                  <a:cubicBezTo>
                    <a:pt x="8383" y="937"/>
                    <a:pt x="8895" y="711"/>
                    <a:pt x="9442" y="580"/>
                  </a:cubicBezTo>
                  <a:cubicBezTo>
                    <a:pt x="9759" y="504"/>
                    <a:pt x="10085" y="466"/>
                    <a:pt x="10410" y="466"/>
                  </a:cubicBezTo>
                  <a:close/>
                  <a:moveTo>
                    <a:pt x="6266" y="2566"/>
                  </a:moveTo>
                  <a:cubicBezTo>
                    <a:pt x="7281" y="2566"/>
                    <a:pt x="8292" y="2815"/>
                    <a:pt x="9180" y="3342"/>
                  </a:cubicBezTo>
                  <a:cubicBezTo>
                    <a:pt x="10323" y="4021"/>
                    <a:pt x="11157" y="5128"/>
                    <a:pt x="11466" y="6426"/>
                  </a:cubicBezTo>
                  <a:cubicBezTo>
                    <a:pt x="11800" y="7843"/>
                    <a:pt x="11359" y="9260"/>
                    <a:pt x="10502" y="10403"/>
                  </a:cubicBezTo>
                  <a:lnTo>
                    <a:pt x="10490" y="10403"/>
                  </a:lnTo>
                  <a:cubicBezTo>
                    <a:pt x="9883" y="11189"/>
                    <a:pt x="9085" y="11820"/>
                    <a:pt x="8168" y="12224"/>
                  </a:cubicBezTo>
                  <a:cubicBezTo>
                    <a:pt x="8109" y="12224"/>
                    <a:pt x="8049" y="12248"/>
                    <a:pt x="8002" y="12284"/>
                  </a:cubicBezTo>
                  <a:cubicBezTo>
                    <a:pt x="7322" y="12573"/>
                    <a:pt x="6600" y="12715"/>
                    <a:pt x="5878" y="12715"/>
                  </a:cubicBezTo>
                  <a:cubicBezTo>
                    <a:pt x="4994" y="12715"/>
                    <a:pt x="4111" y="12501"/>
                    <a:pt x="3311" y="12082"/>
                  </a:cubicBezTo>
                  <a:cubicBezTo>
                    <a:pt x="2013" y="11403"/>
                    <a:pt x="1072" y="10200"/>
                    <a:pt x="715" y="8784"/>
                  </a:cubicBezTo>
                  <a:cubicBezTo>
                    <a:pt x="453" y="7676"/>
                    <a:pt x="548" y="6509"/>
                    <a:pt x="1013" y="5462"/>
                  </a:cubicBezTo>
                  <a:cubicBezTo>
                    <a:pt x="1227" y="5093"/>
                    <a:pt x="1477" y="4759"/>
                    <a:pt x="1775" y="4450"/>
                  </a:cubicBezTo>
                  <a:cubicBezTo>
                    <a:pt x="2929" y="3236"/>
                    <a:pt x="4602" y="2566"/>
                    <a:pt x="6266" y="2566"/>
                  </a:cubicBezTo>
                  <a:close/>
                  <a:moveTo>
                    <a:pt x="1406" y="11058"/>
                  </a:moveTo>
                  <a:cubicBezTo>
                    <a:pt x="1644" y="11367"/>
                    <a:pt x="1906" y="11641"/>
                    <a:pt x="2203" y="11891"/>
                  </a:cubicBezTo>
                  <a:cubicBezTo>
                    <a:pt x="3289" y="12769"/>
                    <a:pt x="4627" y="13225"/>
                    <a:pt x="5979" y="13225"/>
                  </a:cubicBezTo>
                  <a:cubicBezTo>
                    <a:pt x="6643" y="13225"/>
                    <a:pt x="7311" y="13115"/>
                    <a:pt x="7954" y="12891"/>
                  </a:cubicBezTo>
                  <a:lnTo>
                    <a:pt x="7954" y="12891"/>
                  </a:lnTo>
                  <a:cubicBezTo>
                    <a:pt x="8132" y="15048"/>
                    <a:pt x="6400" y="16945"/>
                    <a:pt x="4251" y="16945"/>
                  </a:cubicBezTo>
                  <a:cubicBezTo>
                    <a:pt x="4098" y="16945"/>
                    <a:pt x="3943" y="16935"/>
                    <a:pt x="3787" y="16915"/>
                  </a:cubicBezTo>
                  <a:cubicBezTo>
                    <a:pt x="2549" y="16773"/>
                    <a:pt x="1513" y="15915"/>
                    <a:pt x="1144" y="14737"/>
                  </a:cubicBezTo>
                  <a:cubicBezTo>
                    <a:pt x="739" y="13498"/>
                    <a:pt x="1084" y="12272"/>
                    <a:pt x="1406" y="11058"/>
                  </a:cubicBezTo>
                  <a:close/>
                  <a:moveTo>
                    <a:pt x="10336" y="0"/>
                  </a:moveTo>
                  <a:cubicBezTo>
                    <a:pt x="9941" y="0"/>
                    <a:pt x="9543" y="54"/>
                    <a:pt x="9157" y="163"/>
                  </a:cubicBezTo>
                  <a:cubicBezTo>
                    <a:pt x="8573" y="330"/>
                    <a:pt x="8037" y="604"/>
                    <a:pt x="7549" y="961"/>
                  </a:cubicBezTo>
                  <a:cubicBezTo>
                    <a:pt x="7275" y="1164"/>
                    <a:pt x="6680" y="1592"/>
                    <a:pt x="6668" y="1997"/>
                  </a:cubicBezTo>
                  <a:cubicBezTo>
                    <a:pt x="6551" y="1991"/>
                    <a:pt x="6434" y="1988"/>
                    <a:pt x="6317" y="1988"/>
                  </a:cubicBezTo>
                  <a:cubicBezTo>
                    <a:pt x="4808" y="1988"/>
                    <a:pt x="3337" y="2486"/>
                    <a:pt x="2144" y="3426"/>
                  </a:cubicBezTo>
                  <a:cubicBezTo>
                    <a:pt x="905" y="4402"/>
                    <a:pt x="96" y="5855"/>
                    <a:pt x="48" y="7438"/>
                  </a:cubicBezTo>
                  <a:cubicBezTo>
                    <a:pt x="1" y="8688"/>
                    <a:pt x="417" y="9986"/>
                    <a:pt x="1286" y="10903"/>
                  </a:cubicBezTo>
                  <a:cubicBezTo>
                    <a:pt x="989" y="11379"/>
                    <a:pt x="775" y="11915"/>
                    <a:pt x="655" y="12474"/>
                  </a:cubicBezTo>
                  <a:cubicBezTo>
                    <a:pt x="524" y="13022"/>
                    <a:pt x="489" y="13606"/>
                    <a:pt x="560" y="14165"/>
                  </a:cubicBezTo>
                  <a:cubicBezTo>
                    <a:pt x="679" y="15201"/>
                    <a:pt x="1167" y="16177"/>
                    <a:pt x="2048" y="16773"/>
                  </a:cubicBezTo>
                  <a:cubicBezTo>
                    <a:pt x="2693" y="17212"/>
                    <a:pt x="3444" y="17416"/>
                    <a:pt x="4198" y="17416"/>
                  </a:cubicBezTo>
                  <a:cubicBezTo>
                    <a:pt x="5507" y="17416"/>
                    <a:pt x="6827" y="16802"/>
                    <a:pt x="7621" y="15737"/>
                  </a:cubicBezTo>
                  <a:cubicBezTo>
                    <a:pt x="8252" y="14868"/>
                    <a:pt x="8537" y="13796"/>
                    <a:pt x="8418" y="12724"/>
                  </a:cubicBezTo>
                  <a:cubicBezTo>
                    <a:pt x="9085" y="12439"/>
                    <a:pt x="9704" y="12058"/>
                    <a:pt x="10240" y="11570"/>
                  </a:cubicBezTo>
                  <a:cubicBezTo>
                    <a:pt x="11407" y="10522"/>
                    <a:pt x="12216" y="9034"/>
                    <a:pt x="12216" y="7450"/>
                  </a:cubicBezTo>
                  <a:cubicBezTo>
                    <a:pt x="12216" y="7331"/>
                    <a:pt x="12205" y="7212"/>
                    <a:pt x="12193" y="7093"/>
                  </a:cubicBezTo>
                  <a:cubicBezTo>
                    <a:pt x="14110" y="6581"/>
                    <a:pt x="14979" y="4331"/>
                    <a:pt x="14252" y="2545"/>
                  </a:cubicBezTo>
                  <a:cubicBezTo>
                    <a:pt x="13618" y="938"/>
                    <a:pt x="11996" y="0"/>
                    <a:pt x="10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22" name="Google Shape;2322;p51"/>
          <p:cNvGrpSpPr/>
          <p:nvPr/>
        </p:nvGrpSpPr>
        <p:grpSpPr>
          <a:xfrm rot="1640401">
            <a:off x="8385783" y="4286238"/>
            <a:ext cx="432673" cy="635139"/>
            <a:chOff x="5498600" y="3949025"/>
            <a:chExt cx="405125" cy="594700"/>
          </a:xfrm>
        </p:grpSpPr>
        <p:sp>
          <p:nvSpPr>
            <p:cNvPr id="2323" name="Google Shape;2323;p51"/>
            <p:cNvSpPr/>
            <p:nvPr/>
          </p:nvSpPr>
          <p:spPr>
            <a:xfrm>
              <a:off x="5582825" y="4045850"/>
              <a:ext cx="99150" cy="150950"/>
            </a:xfrm>
            <a:custGeom>
              <a:avLst/>
              <a:gdLst/>
              <a:ahLst/>
              <a:cxnLst/>
              <a:rect l="l" t="t" r="r" b="b"/>
              <a:pathLst>
                <a:path w="3966" h="6038" extrusionOk="0">
                  <a:moveTo>
                    <a:pt x="1088" y="1"/>
                  </a:moveTo>
                  <a:cubicBezTo>
                    <a:pt x="1063" y="1"/>
                    <a:pt x="1038" y="5"/>
                    <a:pt x="1013" y="13"/>
                  </a:cubicBezTo>
                  <a:cubicBezTo>
                    <a:pt x="846" y="37"/>
                    <a:pt x="691" y="84"/>
                    <a:pt x="536" y="144"/>
                  </a:cubicBezTo>
                  <a:cubicBezTo>
                    <a:pt x="358" y="204"/>
                    <a:pt x="179" y="275"/>
                    <a:pt x="1" y="346"/>
                  </a:cubicBezTo>
                  <a:cubicBezTo>
                    <a:pt x="310" y="680"/>
                    <a:pt x="608" y="1025"/>
                    <a:pt x="882" y="1394"/>
                  </a:cubicBezTo>
                  <a:cubicBezTo>
                    <a:pt x="1441" y="2120"/>
                    <a:pt x="1953" y="2894"/>
                    <a:pt x="2394" y="3692"/>
                  </a:cubicBezTo>
                  <a:cubicBezTo>
                    <a:pt x="2834" y="4430"/>
                    <a:pt x="3203" y="5228"/>
                    <a:pt x="3477" y="6038"/>
                  </a:cubicBezTo>
                  <a:lnTo>
                    <a:pt x="3584" y="6014"/>
                  </a:lnTo>
                  <a:cubicBezTo>
                    <a:pt x="3715" y="5966"/>
                    <a:pt x="3846" y="5907"/>
                    <a:pt x="3965" y="5847"/>
                  </a:cubicBezTo>
                  <a:lnTo>
                    <a:pt x="3227" y="4275"/>
                  </a:lnTo>
                  <a:cubicBezTo>
                    <a:pt x="2775" y="3323"/>
                    <a:pt x="2322" y="2359"/>
                    <a:pt x="1882" y="1394"/>
                  </a:cubicBezTo>
                  <a:cubicBezTo>
                    <a:pt x="1775" y="1156"/>
                    <a:pt x="1668" y="918"/>
                    <a:pt x="1560" y="680"/>
                  </a:cubicBezTo>
                  <a:lnTo>
                    <a:pt x="1382" y="287"/>
                  </a:lnTo>
                  <a:cubicBezTo>
                    <a:pt x="1358" y="192"/>
                    <a:pt x="1298" y="96"/>
                    <a:pt x="1215" y="37"/>
                  </a:cubicBezTo>
                  <a:cubicBezTo>
                    <a:pt x="1177" y="14"/>
                    <a:pt x="1133" y="1"/>
                    <a:pt x="1088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51"/>
            <p:cNvSpPr/>
            <p:nvPr/>
          </p:nvSpPr>
          <p:spPr>
            <a:xfrm>
              <a:off x="5673025" y="3959550"/>
              <a:ext cx="116400" cy="226250"/>
            </a:xfrm>
            <a:custGeom>
              <a:avLst/>
              <a:gdLst/>
              <a:ahLst/>
              <a:cxnLst/>
              <a:rect l="l" t="t" r="r" b="b"/>
              <a:pathLst>
                <a:path w="4656" h="9050" extrusionOk="0">
                  <a:moveTo>
                    <a:pt x="4656" y="0"/>
                  </a:moveTo>
                  <a:lnTo>
                    <a:pt x="4656" y="0"/>
                  </a:lnTo>
                  <a:cubicBezTo>
                    <a:pt x="3917" y="286"/>
                    <a:pt x="3203" y="655"/>
                    <a:pt x="2536" y="1096"/>
                  </a:cubicBezTo>
                  <a:cubicBezTo>
                    <a:pt x="1346" y="1929"/>
                    <a:pt x="369" y="3144"/>
                    <a:pt x="119" y="4596"/>
                  </a:cubicBezTo>
                  <a:cubicBezTo>
                    <a:pt x="0" y="5370"/>
                    <a:pt x="12" y="6144"/>
                    <a:pt x="167" y="6906"/>
                  </a:cubicBezTo>
                  <a:cubicBezTo>
                    <a:pt x="226" y="7299"/>
                    <a:pt x="322" y="7680"/>
                    <a:pt x="417" y="8061"/>
                  </a:cubicBezTo>
                  <a:cubicBezTo>
                    <a:pt x="441" y="8144"/>
                    <a:pt x="465" y="8239"/>
                    <a:pt x="476" y="8323"/>
                  </a:cubicBezTo>
                  <a:cubicBezTo>
                    <a:pt x="500" y="8263"/>
                    <a:pt x="512" y="8180"/>
                    <a:pt x="524" y="8108"/>
                  </a:cubicBezTo>
                  <a:cubicBezTo>
                    <a:pt x="560" y="7847"/>
                    <a:pt x="607" y="7596"/>
                    <a:pt x="655" y="7335"/>
                  </a:cubicBezTo>
                  <a:cubicBezTo>
                    <a:pt x="1036" y="5561"/>
                    <a:pt x="1762" y="3894"/>
                    <a:pt x="2822" y="2417"/>
                  </a:cubicBezTo>
                  <a:cubicBezTo>
                    <a:pt x="2829" y="2411"/>
                    <a:pt x="2837" y="2408"/>
                    <a:pt x="2845" y="2408"/>
                  </a:cubicBezTo>
                  <a:cubicBezTo>
                    <a:pt x="2867" y="2408"/>
                    <a:pt x="2887" y="2427"/>
                    <a:pt x="2870" y="2453"/>
                  </a:cubicBezTo>
                  <a:cubicBezTo>
                    <a:pt x="2584" y="2870"/>
                    <a:pt x="2322" y="3310"/>
                    <a:pt x="2084" y="3763"/>
                  </a:cubicBezTo>
                  <a:cubicBezTo>
                    <a:pt x="1667" y="4548"/>
                    <a:pt x="1346" y="5394"/>
                    <a:pt x="1119" y="6263"/>
                  </a:cubicBezTo>
                  <a:cubicBezTo>
                    <a:pt x="1012" y="6704"/>
                    <a:pt x="929" y="7144"/>
                    <a:pt x="857" y="7585"/>
                  </a:cubicBezTo>
                  <a:cubicBezTo>
                    <a:pt x="834" y="7811"/>
                    <a:pt x="798" y="8037"/>
                    <a:pt x="786" y="8263"/>
                  </a:cubicBezTo>
                  <a:cubicBezTo>
                    <a:pt x="798" y="8478"/>
                    <a:pt x="786" y="8692"/>
                    <a:pt x="738" y="8906"/>
                  </a:cubicBezTo>
                  <a:cubicBezTo>
                    <a:pt x="727" y="8954"/>
                    <a:pt x="691" y="8990"/>
                    <a:pt x="643" y="9001"/>
                  </a:cubicBezTo>
                  <a:lnTo>
                    <a:pt x="667" y="9049"/>
                  </a:lnTo>
                  <a:cubicBezTo>
                    <a:pt x="1131" y="8668"/>
                    <a:pt x="1548" y="8228"/>
                    <a:pt x="1893" y="7739"/>
                  </a:cubicBezTo>
                  <a:cubicBezTo>
                    <a:pt x="2667" y="6632"/>
                    <a:pt x="3179" y="5394"/>
                    <a:pt x="3548" y="4108"/>
                  </a:cubicBezTo>
                  <a:cubicBezTo>
                    <a:pt x="3763" y="3358"/>
                    <a:pt x="3953" y="2620"/>
                    <a:pt x="4132" y="1870"/>
                  </a:cubicBezTo>
                  <a:cubicBezTo>
                    <a:pt x="4298" y="1250"/>
                    <a:pt x="4465" y="619"/>
                    <a:pt x="4656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51"/>
            <p:cNvSpPr/>
            <p:nvPr/>
          </p:nvSpPr>
          <p:spPr>
            <a:xfrm>
              <a:off x="5498600" y="4144075"/>
              <a:ext cx="393525" cy="389700"/>
            </a:xfrm>
            <a:custGeom>
              <a:avLst/>
              <a:gdLst/>
              <a:ahLst/>
              <a:cxnLst/>
              <a:rect l="l" t="t" r="r" b="b"/>
              <a:pathLst>
                <a:path w="15741" h="15588" extrusionOk="0">
                  <a:moveTo>
                    <a:pt x="10197" y="1"/>
                  </a:moveTo>
                  <a:cubicBezTo>
                    <a:pt x="9971" y="1"/>
                    <a:pt x="9742" y="31"/>
                    <a:pt x="9513" y="96"/>
                  </a:cubicBezTo>
                  <a:cubicBezTo>
                    <a:pt x="9489" y="96"/>
                    <a:pt x="9478" y="108"/>
                    <a:pt x="9454" y="108"/>
                  </a:cubicBezTo>
                  <a:cubicBezTo>
                    <a:pt x="9370" y="251"/>
                    <a:pt x="9263" y="406"/>
                    <a:pt x="9156" y="549"/>
                  </a:cubicBezTo>
                  <a:cubicBezTo>
                    <a:pt x="9299" y="561"/>
                    <a:pt x="9370" y="716"/>
                    <a:pt x="9287" y="835"/>
                  </a:cubicBezTo>
                  <a:cubicBezTo>
                    <a:pt x="8727" y="1609"/>
                    <a:pt x="7930" y="2180"/>
                    <a:pt x="7013" y="2454"/>
                  </a:cubicBezTo>
                  <a:cubicBezTo>
                    <a:pt x="6646" y="2570"/>
                    <a:pt x="6264" y="2631"/>
                    <a:pt x="5885" y="2631"/>
                  </a:cubicBezTo>
                  <a:cubicBezTo>
                    <a:pt x="5797" y="2631"/>
                    <a:pt x="5708" y="2627"/>
                    <a:pt x="5620" y="2621"/>
                  </a:cubicBezTo>
                  <a:cubicBezTo>
                    <a:pt x="5406" y="2609"/>
                    <a:pt x="5191" y="2561"/>
                    <a:pt x="4989" y="2490"/>
                  </a:cubicBezTo>
                  <a:cubicBezTo>
                    <a:pt x="4786" y="2406"/>
                    <a:pt x="4608" y="2275"/>
                    <a:pt x="4441" y="2120"/>
                  </a:cubicBezTo>
                  <a:cubicBezTo>
                    <a:pt x="4423" y="2102"/>
                    <a:pt x="4440" y="2062"/>
                    <a:pt x="4460" y="2062"/>
                  </a:cubicBezTo>
                  <a:cubicBezTo>
                    <a:pt x="4466" y="2062"/>
                    <a:pt x="4472" y="2065"/>
                    <a:pt x="4477" y="2073"/>
                  </a:cubicBezTo>
                  <a:cubicBezTo>
                    <a:pt x="4758" y="2292"/>
                    <a:pt x="5204" y="2337"/>
                    <a:pt x="5566" y="2337"/>
                  </a:cubicBezTo>
                  <a:cubicBezTo>
                    <a:pt x="5617" y="2337"/>
                    <a:pt x="5668" y="2336"/>
                    <a:pt x="5715" y="2335"/>
                  </a:cubicBezTo>
                  <a:cubicBezTo>
                    <a:pt x="6025" y="2311"/>
                    <a:pt x="6334" y="2263"/>
                    <a:pt x="6632" y="2180"/>
                  </a:cubicBezTo>
                  <a:cubicBezTo>
                    <a:pt x="6406" y="1775"/>
                    <a:pt x="6215" y="1347"/>
                    <a:pt x="6013" y="930"/>
                  </a:cubicBezTo>
                  <a:cubicBezTo>
                    <a:pt x="5953" y="906"/>
                    <a:pt x="5894" y="894"/>
                    <a:pt x="5834" y="882"/>
                  </a:cubicBezTo>
                  <a:cubicBezTo>
                    <a:pt x="5573" y="816"/>
                    <a:pt x="5307" y="783"/>
                    <a:pt x="5041" y="783"/>
                  </a:cubicBezTo>
                  <a:cubicBezTo>
                    <a:pt x="4542" y="783"/>
                    <a:pt x="4046" y="899"/>
                    <a:pt x="3596" y="1132"/>
                  </a:cubicBezTo>
                  <a:cubicBezTo>
                    <a:pt x="2786" y="1501"/>
                    <a:pt x="2167" y="2192"/>
                    <a:pt x="1715" y="2942"/>
                  </a:cubicBezTo>
                  <a:cubicBezTo>
                    <a:pt x="0" y="5752"/>
                    <a:pt x="298" y="9443"/>
                    <a:pt x="2131" y="12122"/>
                  </a:cubicBezTo>
                  <a:cubicBezTo>
                    <a:pt x="2572" y="12765"/>
                    <a:pt x="3096" y="13372"/>
                    <a:pt x="3691" y="13896"/>
                  </a:cubicBezTo>
                  <a:cubicBezTo>
                    <a:pt x="4286" y="14432"/>
                    <a:pt x="4953" y="14884"/>
                    <a:pt x="5679" y="15229"/>
                  </a:cubicBezTo>
                  <a:cubicBezTo>
                    <a:pt x="6131" y="15432"/>
                    <a:pt x="6639" y="15588"/>
                    <a:pt x="7141" y="15588"/>
                  </a:cubicBezTo>
                  <a:cubicBezTo>
                    <a:pt x="7434" y="15588"/>
                    <a:pt x="7725" y="15535"/>
                    <a:pt x="8001" y="15408"/>
                  </a:cubicBezTo>
                  <a:cubicBezTo>
                    <a:pt x="8704" y="15074"/>
                    <a:pt x="9156" y="14384"/>
                    <a:pt x="9513" y="13729"/>
                  </a:cubicBezTo>
                  <a:cubicBezTo>
                    <a:pt x="9551" y="13678"/>
                    <a:pt x="9613" y="13651"/>
                    <a:pt x="9673" y="13651"/>
                  </a:cubicBezTo>
                  <a:cubicBezTo>
                    <a:pt x="9726" y="13651"/>
                    <a:pt x="9777" y="13672"/>
                    <a:pt x="9811" y="13717"/>
                  </a:cubicBezTo>
                  <a:cubicBezTo>
                    <a:pt x="10192" y="14253"/>
                    <a:pt x="10835" y="14515"/>
                    <a:pt x="11478" y="14539"/>
                  </a:cubicBezTo>
                  <a:cubicBezTo>
                    <a:pt x="11511" y="14540"/>
                    <a:pt x="11544" y="14540"/>
                    <a:pt x="11577" y="14540"/>
                  </a:cubicBezTo>
                  <a:cubicBezTo>
                    <a:pt x="12232" y="14540"/>
                    <a:pt x="12861" y="14316"/>
                    <a:pt x="13371" y="13908"/>
                  </a:cubicBezTo>
                  <a:cubicBezTo>
                    <a:pt x="14490" y="13038"/>
                    <a:pt x="15062" y="11562"/>
                    <a:pt x="15371" y="10205"/>
                  </a:cubicBezTo>
                  <a:cubicBezTo>
                    <a:pt x="15740" y="8657"/>
                    <a:pt x="15728" y="7038"/>
                    <a:pt x="15335" y="5502"/>
                  </a:cubicBezTo>
                  <a:cubicBezTo>
                    <a:pt x="14954" y="4014"/>
                    <a:pt x="14204" y="2656"/>
                    <a:pt x="13145" y="1549"/>
                  </a:cubicBezTo>
                  <a:cubicBezTo>
                    <a:pt x="12391" y="746"/>
                    <a:pt x="11324" y="1"/>
                    <a:pt x="10197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51"/>
            <p:cNvSpPr/>
            <p:nvPr/>
          </p:nvSpPr>
          <p:spPr>
            <a:xfrm>
              <a:off x="5498600" y="3949025"/>
              <a:ext cx="405125" cy="594700"/>
            </a:xfrm>
            <a:custGeom>
              <a:avLst/>
              <a:gdLst/>
              <a:ahLst/>
              <a:cxnLst/>
              <a:rect l="l" t="t" r="r" b="b"/>
              <a:pathLst>
                <a:path w="16205" h="23788" extrusionOk="0">
                  <a:moveTo>
                    <a:pt x="11633" y="421"/>
                  </a:moveTo>
                  <a:lnTo>
                    <a:pt x="11633" y="421"/>
                  </a:lnTo>
                  <a:cubicBezTo>
                    <a:pt x="11442" y="1040"/>
                    <a:pt x="11263" y="1671"/>
                    <a:pt x="11109" y="2291"/>
                  </a:cubicBezTo>
                  <a:cubicBezTo>
                    <a:pt x="10918" y="3041"/>
                    <a:pt x="10740" y="3791"/>
                    <a:pt x="10525" y="4529"/>
                  </a:cubicBezTo>
                  <a:cubicBezTo>
                    <a:pt x="10144" y="5815"/>
                    <a:pt x="9644" y="7065"/>
                    <a:pt x="8870" y="8160"/>
                  </a:cubicBezTo>
                  <a:cubicBezTo>
                    <a:pt x="8513" y="8649"/>
                    <a:pt x="8096" y="9089"/>
                    <a:pt x="7632" y="9470"/>
                  </a:cubicBezTo>
                  <a:lnTo>
                    <a:pt x="7608" y="9422"/>
                  </a:lnTo>
                  <a:cubicBezTo>
                    <a:pt x="7656" y="9411"/>
                    <a:pt x="7704" y="9375"/>
                    <a:pt x="7715" y="9327"/>
                  </a:cubicBezTo>
                  <a:cubicBezTo>
                    <a:pt x="7751" y="9113"/>
                    <a:pt x="7775" y="8899"/>
                    <a:pt x="7763" y="8684"/>
                  </a:cubicBezTo>
                  <a:cubicBezTo>
                    <a:pt x="7775" y="8446"/>
                    <a:pt x="7799" y="8232"/>
                    <a:pt x="7834" y="8006"/>
                  </a:cubicBezTo>
                  <a:cubicBezTo>
                    <a:pt x="7894" y="7565"/>
                    <a:pt x="7989" y="7125"/>
                    <a:pt x="8096" y="6684"/>
                  </a:cubicBezTo>
                  <a:cubicBezTo>
                    <a:pt x="8323" y="5815"/>
                    <a:pt x="8644" y="4981"/>
                    <a:pt x="9061" y="4184"/>
                  </a:cubicBezTo>
                  <a:cubicBezTo>
                    <a:pt x="9299" y="3731"/>
                    <a:pt x="9561" y="3291"/>
                    <a:pt x="9847" y="2874"/>
                  </a:cubicBezTo>
                  <a:cubicBezTo>
                    <a:pt x="9855" y="2848"/>
                    <a:pt x="9839" y="2829"/>
                    <a:pt x="9816" y="2829"/>
                  </a:cubicBezTo>
                  <a:cubicBezTo>
                    <a:pt x="9807" y="2829"/>
                    <a:pt x="9797" y="2832"/>
                    <a:pt x="9787" y="2838"/>
                  </a:cubicBezTo>
                  <a:cubicBezTo>
                    <a:pt x="8739" y="4315"/>
                    <a:pt x="8001" y="5993"/>
                    <a:pt x="7632" y="7756"/>
                  </a:cubicBezTo>
                  <a:cubicBezTo>
                    <a:pt x="7584" y="8017"/>
                    <a:pt x="7537" y="8268"/>
                    <a:pt x="7501" y="8529"/>
                  </a:cubicBezTo>
                  <a:cubicBezTo>
                    <a:pt x="7489" y="8601"/>
                    <a:pt x="7465" y="8672"/>
                    <a:pt x="7453" y="8744"/>
                  </a:cubicBezTo>
                  <a:cubicBezTo>
                    <a:pt x="7430" y="8660"/>
                    <a:pt x="7418" y="8565"/>
                    <a:pt x="7394" y="8482"/>
                  </a:cubicBezTo>
                  <a:cubicBezTo>
                    <a:pt x="7287" y="8101"/>
                    <a:pt x="7203" y="7720"/>
                    <a:pt x="7132" y="7327"/>
                  </a:cubicBezTo>
                  <a:cubicBezTo>
                    <a:pt x="6989" y="6565"/>
                    <a:pt x="6977" y="5791"/>
                    <a:pt x="7084" y="5017"/>
                  </a:cubicBezTo>
                  <a:cubicBezTo>
                    <a:pt x="7346" y="3565"/>
                    <a:pt x="8323" y="2350"/>
                    <a:pt x="9513" y="1517"/>
                  </a:cubicBezTo>
                  <a:cubicBezTo>
                    <a:pt x="10180" y="1076"/>
                    <a:pt x="10882" y="707"/>
                    <a:pt x="11633" y="421"/>
                  </a:cubicBezTo>
                  <a:close/>
                  <a:moveTo>
                    <a:pt x="11870" y="1"/>
                  </a:moveTo>
                  <a:cubicBezTo>
                    <a:pt x="11847" y="1"/>
                    <a:pt x="11823" y="6"/>
                    <a:pt x="11799" y="16"/>
                  </a:cubicBezTo>
                  <a:cubicBezTo>
                    <a:pt x="10299" y="540"/>
                    <a:pt x="8823" y="1398"/>
                    <a:pt x="7823" y="2660"/>
                  </a:cubicBezTo>
                  <a:cubicBezTo>
                    <a:pt x="7358" y="3243"/>
                    <a:pt x="7025" y="3922"/>
                    <a:pt x="6834" y="4636"/>
                  </a:cubicBezTo>
                  <a:cubicBezTo>
                    <a:pt x="6656" y="5422"/>
                    <a:pt x="6632" y="6232"/>
                    <a:pt x="6763" y="7017"/>
                  </a:cubicBezTo>
                  <a:cubicBezTo>
                    <a:pt x="6811" y="7410"/>
                    <a:pt x="6894" y="7779"/>
                    <a:pt x="6989" y="8160"/>
                  </a:cubicBezTo>
                  <a:cubicBezTo>
                    <a:pt x="6727" y="7601"/>
                    <a:pt x="6465" y="7065"/>
                    <a:pt x="6203" y="6517"/>
                  </a:cubicBezTo>
                  <a:cubicBezTo>
                    <a:pt x="5965" y="6005"/>
                    <a:pt x="5703" y="5505"/>
                    <a:pt x="5453" y="4993"/>
                  </a:cubicBezTo>
                  <a:cubicBezTo>
                    <a:pt x="5322" y="4731"/>
                    <a:pt x="5203" y="4469"/>
                    <a:pt x="5060" y="4207"/>
                  </a:cubicBezTo>
                  <a:cubicBezTo>
                    <a:pt x="4965" y="4029"/>
                    <a:pt x="4882" y="3803"/>
                    <a:pt x="4691" y="3696"/>
                  </a:cubicBezTo>
                  <a:cubicBezTo>
                    <a:pt x="4618" y="3655"/>
                    <a:pt x="4539" y="3636"/>
                    <a:pt x="4459" y="3636"/>
                  </a:cubicBezTo>
                  <a:cubicBezTo>
                    <a:pt x="4421" y="3636"/>
                    <a:pt x="4384" y="3640"/>
                    <a:pt x="4346" y="3648"/>
                  </a:cubicBezTo>
                  <a:lnTo>
                    <a:pt x="4370" y="3874"/>
                  </a:lnTo>
                  <a:cubicBezTo>
                    <a:pt x="4388" y="3871"/>
                    <a:pt x="4406" y="3870"/>
                    <a:pt x="4425" y="3870"/>
                  </a:cubicBezTo>
                  <a:cubicBezTo>
                    <a:pt x="4481" y="3870"/>
                    <a:pt x="4539" y="3883"/>
                    <a:pt x="4584" y="3910"/>
                  </a:cubicBezTo>
                  <a:cubicBezTo>
                    <a:pt x="4667" y="3969"/>
                    <a:pt x="4727" y="4065"/>
                    <a:pt x="4751" y="4160"/>
                  </a:cubicBezTo>
                  <a:lnTo>
                    <a:pt x="4917" y="4553"/>
                  </a:lnTo>
                  <a:cubicBezTo>
                    <a:pt x="5025" y="4791"/>
                    <a:pt x="5144" y="5029"/>
                    <a:pt x="5251" y="5267"/>
                  </a:cubicBezTo>
                  <a:cubicBezTo>
                    <a:pt x="5691" y="6232"/>
                    <a:pt x="6144" y="7184"/>
                    <a:pt x="6596" y="8148"/>
                  </a:cubicBezTo>
                  <a:lnTo>
                    <a:pt x="7334" y="9720"/>
                  </a:lnTo>
                  <a:cubicBezTo>
                    <a:pt x="7215" y="9780"/>
                    <a:pt x="7084" y="9839"/>
                    <a:pt x="6953" y="9887"/>
                  </a:cubicBezTo>
                  <a:lnTo>
                    <a:pt x="6846" y="9911"/>
                  </a:lnTo>
                  <a:lnTo>
                    <a:pt x="6632" y="9982"/>
                  </a:lnTo>
                  <a:cubicBezTo>
                    <a:pt x="6334" y="10065"/>
                    <a:pt x="6025" y="10113"/>
                    <a:pt x="5715" y="10125"/>
                  </a:cubicBezTo>
                  <a:cubicBezTo>
                    <a:pt x="5652" y="10129"/>
                    <a:pt x="5585" y="10131"/>
                    <a:pt x="5516" y="10131"/>
                  </a:cubicBezTo>
                  <a:cubicBezTo>
                    <a:pt x="5164" y="10131"/>
                    <a:pt x="4747" y="10072"/>
                    <a:pt x="4489" y="9863"/>
                  </a:cubicBezTo>
                  <a:cubicBezTo>
                    <a:pt x="4482" y="9858"/>
                    <a:pt x="4475" y="9856"/>
                    <a:pt x="4469" y="9856"/>
                  </a:cubicBezTo>
                  <a:cubicBezTo>
                    <a:pt x="4442" y="9856"/>
                    <a:pt x="4424" y="9891"/>
                    <a:pt x="4453" y="9911"/>
                  </a:cubicBezTo>
                  <a:cubicBezTo>
                    <a:pt x="4608" y="10077"/>
                    <a:pt x="4798" y="10196"/>
                    <a:pt x="5001" y="10292"/>
                  </a:cubicBezTo>
                  <a:cubicBezTo>
                    <a:pt x="5203" y="10363"/>
                    <a:pt x="5406" y="10411"/>
                    <a:pt x="5620" y="10423"/>
                  </a:cubicBezTo>
                  <a:cubicBezTo>
                    <a:pt x="5688" y="10426"/>
                    <a:pt x="5756" y="10428"/>
                    <a:pt x="5824" y="10428"/>
                  </a:cubicBezTo>
                  <a:cubicBezTo>
                    <a:pt x="6232" y="10428"/>
                    <a:pt x="6637" y="10366"/>
                    <a:pt x="7025" y="10244"/>
                  </a:cubicBezTo>
                  <a:cubicBezTo>
                    <a:pt x="7942" y="9970"/>
                    <a:pt x="8739" y="9399"/>
                    <a:pt x="9299" y="8625"/>
                  </a:cubicBezTo>
                  <a:cubicBezTo>
                    <a:pt x="9382" y="8506"/>
                    <a:pt x="9311" y="8351"/>
                    <a:pt x="9168" y="8339"/>
                  </a:cubicBezTo>
                  <a:cubicBezTo>
                    <a:pt x="9263" y="8196"/>
                    <a:pt x="9370" y="8041"/>
                    <a:pt x="9466" y="7898"/>
                  </a:cubicBezTo>
                  <a:cubicBezTo>
                    <a:pt x="9478" y="7898"/>
                    <a:pt x="9501" y="7887"/>
                    <a:pt x="9513" y="7887"/>
                  </a:cubicBezTo>
                  <a:cubicBezTo>
                    <a:pt x="9745" y="7821"/>
                    <a:pt x="9975" y="7791"/>
                    <a:pt x="10203" y="7791"/>
                  </a:cubicBezTo>
                  <a:cubicBezTo>
                    <a:pt x="11336" y="7791"/>
                    <a:pt x="12403" y="8534"/>
                    <a:pt x="13157" y="9327"/>
                  </a:cubicBezTo>
                  <a:cubicBezTo>
                    <a:pt x="14204" y="10446"/>
                    <a:pt x="14954" y="11816"/>
                    <a:pt x="15335" y="13304"/>
                  </a:cubicBezTo>
                  <a:cubicBezTo>
                    <a:pt x="15728" y="14840"/>
                    <a:pt x="15740" y="16459"/>
                    <a:pt x="15371" y="18007"/>
                  </a:cubicBezTo>
                  <a:cubicBezTo>
                    <a:pt x="15062" y="19364"/>
                    <a:pt x="14490" y="20829"/>
                    <a:pt x="13371" y="21710"/>
                  </a:cubicBezTo>
                  <a:cubicBezTo>
                    <a:pt x="12861" y="22118"/>
                    <a:pt x="12232" y="22342"/>
                    <a:pt x="11577" y="22342"/>
                  </a:cubicBezTo>
                  <a:cubicBezTo>
                    <a:pt x="11544" y="22342"/>
                    <a:pt x="11511" y="22342"/>
                    <a:pt x="11478" y="22341"/>
                  </a:cubicBezTo>
                  <a:cubicBezTo>
                    <a:pt x="10835" y="22317"/>
                    <a:pt x="10192" y="22055"/>
                    <a:pt x="9811" y="21519"/>
                  </a:cubicBezTo>
                  <a:cubicBezTo>
                    <a:pt x="9776" y="21473"/>
                    <a:pt x="9722" y="21449"/>
                    <a:pt x="9667" y="21449"/>
                  </a:cubicBezTo>
                  <a:cubicBezTo>
                    <a:pt x="9609" y="21449"/>
                    <a:pt x="9550" y="21476"/>
                    <a:pt x="9513" y="21531"/>
                  </a:cubicBezTo>
                  <a:cubicBezTo>
                    <a:pt x="9156" y="22186"/>
                    <a:pt x="8704" y="22876"/>
                    <a:pt x="8001" y="23198"/>
                  </a:cubicBezTo>
                  <a:cubicBezTo>
                    <a:pt x="7720" y="23332"/>
                    <a:pt x="7425" y="23387"/>
                    <a:pt x="7127" y="23387"/>
                  </a:cubicBezTo>
                  <a:cubicBezTo>
                    <a:pt x="6629" y="23387"/>
                    <a:pt x="6126" y="23232"/>
                    <a:pt x="5679" y="23031"/>
                  </a:cubicBezTo>
                  <a:cubicBezTo>
                    <a:pt x="4953" y="22686"/>
                    <a:pt x="4286" y="22234"/>
                    <a:pt x="3691" y="21698"/>
                  </a:cubicBezTo>
                  <a:cubicBezTo>
                    <a:pt x="3096" y="21162"/>
                    <a:pt x="2572" y="20567"/>
                    <a:pt x="2131" y="19912"/>
                  </a:cubicBezTo>
                  <a:cubicBezTo>
                    <a:pt x="298" y="17245"/>
                    <a:pt x="0" y="13554"/>
                    <a:pt x="1715" y="10744"/>
                  </a:cubicBezTo>
                  <a:cubicBezTo>
                    <a:pt x="2167" y="9994"/>
                    <a:pt x="2786" y="9303"/>
                    <a:pt x="3596" y="8922"/>
                  </a:cubicBezTo>
                  <a:cubicBezTo>
                    <a:pt x="4051" y="8695"/>
                    <a:pt x="4553" y="8581"/>
                    <a:pt x="5057" y="8581"/>
                  </a:cubicBezTo>
                  <a:cubicBezTo>
                    <a:pt x="5317" y="8581"/>
                    <a:pt x="5579" y="8611"/>
                    <a:pt x="5834" y="8672"/>
                  </a:cubicBezTo>
                  <a:lnTo>
                    <a:pt x="5882" y="8494"/>
                  </a:lnTo>
                  <a:cubicBezTo>
                    <a:pt x="5532" y="8358"/>
                    <a:pt x="5160" y="8288"/>
                    <a:pt x="4787" y="8288"/>
                  </a:cubicBezTo>
                  <a:cubicBezTo>
                    <a:pt x="4475" y="8288"/>
                    <a:pt x="4161" y="8337"/>
                    <a:pt x="3858" y="8434"/>
                  </a:cubicBezTo>
                  <a:cubicBezTo>
                    <a:pt x="3048" y="8672"/>
                    <a:pt x="2370" y="9232"/>
                    <a:pt x="1858" y="9875"/>
                  </a:cubicBezTo>
                  <a:cubicBezTo>
                    <a:pt x="798" y="11220"/>
                    <a:pt x="286" y="13018"/>
                    <a:pt x="262" y="14721"/>
                  </a:cubicBezTo>
                  <a:cubicBezTo>
                    <a:pt x="226" y="16447"/>
                    <a:pt x="667" y="18150"/>
                    <a:pt x="1548" y="19638"/>
                  </a:cubicBezTo>
                  <a:cubicBezTo>
                    <a:pt x="2417" y="21114"/>
                    <a:pt x="3655" y="22329"/>
                    <a:pt x="5132" y="23186"/>
                  </a:cubicBezTo>
                  <a:cubicBezTo>
                    <a:pt x="5744" y="23526"/>
                    <a:pt x="6452" y="23787"/>
                    <a:pt x="7158" y="23787"/>
                  </a:cubicBezTo>
                  <a:cubicBezTo>
                    <a:pt x="7316" y="23787"/>
                    <a:pt x="7475" y="23774"/>
                    <a:pt x="7632" y="23746"/>
                  </a:cubicBezTo>
                  <a:cubicBezTo>
                    <a:pt x="8477" y="23603"/>
                    <a:pt x="9108" y="22984"/>
                    <a:pt x="9549" y="22257"/>
                  </a:cubicBezTo>
                  <a:cubicBezTo>
                    <a:pt x="9609" y="22162"/>
                    <a:pt x="9656" y="22067"/>
                    <a:pt x="9716" y="21972"/>
                  </a:cubicBezTo>
                  <a:cubicBezTo>
                    <a:pt x="10215" y="22492"/>
                    <a:pt x="10925" y="22741"/>
                    <a:pt x="11645" y="22741"/>
                  </a:cubicBezTo>
                  <a:cubicBezTo>
                    <a:pt x="12111" y="22741"/>
                    <a:pt x="12581" y="22637"/>
                    <a:pt x="13002" y="22436"/>
                  </a:cubicBezTo>
                  <a:cubicBezTo>
                    <a:pt x="14371" y="21769"/>
                    <a:pt x="15133" y="20281"/>
                    <a:pt x="15574" y="18888"/>
                  </a:cubicBezTo>
                  <a:cubicBezTo>
                    <a:pt x="16097" y="17257"/>
                    <a:pt x="16205" y="15530"/>
                    <a:pt x="15907" y="13840"/>
                  </a:cubicBezTo>
                  <a:cubicBezTo>
                    <a:pt x="15609" y="12208"/>
                    <a:pt x="14895" y="10684"/>
                    <a:pt x="13835" y="9411"/>
                  </a:cubicBezTo>
                  <a:cubicBezTo>
                    <a:pt x="12944" y="8369"/>
                    <a:pt x="11646" y="7337"/>
                    <a:pt x="10229" y="7337"/>
                  </a:cubicBezTo>
                  <a:cubicBezTo>
                    <a:pt x="10075" y="7337"/>
                    <a:pt x="9920" y="7349"/>
                    <a:pt x="9763" y="7375"/>
                  </a:cubicBezTo>
                  <a:cubicBezTo>
                    <a:pt x="10525" y="5958"/>
                    <a:pt x="10942" y="4291"/>
                    <a:pt x="11311" y="2767"/>
                  </a:cubicBezTo>
                  <a:cubicBezTo>
                    <a:pt x="11525" y="1910"/>
                    <a:pt x="11716" y="1040"/>
                    <a:pt x="12014" y="207"/>
                  </a:cubicBezTo>
                  <a:cubicBezTo>
                    <a:pt x="12053" y="100"/>
                    <a:pt x="11972" y="1"/>
                    <a:pt x="118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51"/>
            <p:cNvSpPr/>
            <p:nvPr/>
          </p:nvSpPr>
          <p:spPr>
            <a:xfrm>
              <a:off x="5572125" y="4040200"/>
              <a:ext cx="97650" cy="158375"/>
            </a:xfrm>
            <a:custGeom>
              <a:avLst/>
              <a:gdLst/>
              <a:ahLst/>
              <a:cxnLst/>
              <a:rect l="l" t="t" r="r" b="b"/>
              <a:pathLst>
                <a:path w="3906" h="6335" extrusionOk="0">
                  <a:moveTo>
                    <a:pt x="1393" y="1"/>
                  </a:moveTo>
                  <a:cubicBezTo>
                    <a:pt x="1274" y="25"/>
                    <a:pt x="1167" y="60"/>
                    <a:pt x="1048" y="96"/>
                  </a:cubicBezTo>
                  <a:cubicBezTo>
                    <a:pt x="750" y="179"/>
                    <a:pt x="452" y="287"/>
                    <a:pt x="155" y="382"/>
                  </a:cubicBezTo>
                  <a:cubicBezTo>
                    <a:pt x="48" y="406"/>
                    <a:pt x="0" y="537"/>
                    <a:pt x="71" y="620"/>
                  </a:cubicBezTo>
                  <a:cubicBezTo>
                    <a:pt x="810" y="1501"/>
                    <a:pt x="1500" y="2430"/>
                    <a:pt x="2119" y="3406"/>
                  </a:cubicBezTo>
                  <a:cubicBezTo>
                    <a:pt x="2417" y="3882"/>
                    <a:pt x="2691" y="4359"/>
                    <a:pt x="2941" y="4847"/>
                  </a:cubicBezTo>
                  <a:lnTo>
                    <a:pt x="2893" y="5037"/>
                  </a:lnTo>
                  <a:cubicBezTo>
                    <a:pt x="2953" y="5049"/>
                    <a:pt x="3012" y="5061"/>
                    <a:pt x="3060" y="5085"/>
                  </a:cubicBezTo>
                  <a:cubicBezTo>
                    <a:pt x="3274" y="5502"/>
                    <a:pt x="3465" y="5930"/>
                    <a:pt x="3691" y="6335"/>
                  </a:cubicBezTo>
                  <a:lnTo>
                    <a:pt x="3905" y="6275"/>
                  </a:lnTo>
                  <a:cubicBezTo>
                    <a:pt x="3620" y="5454"/>
                    <a:pt x="3262" y="4656"/>
                    <a:pt x="2810" y="3918"/>
                  </a:cubicBezTo>
                  <a:cubicBezTo>
                    <a:pt x="2369" y="3120"/>
                    <a:pt x="1857" y="2346"/>
                    <a:pt x="1298" y="1620"/>
                  </a:cubicBezTo>
                  <a:cubicBezTo>
                    <a:pt x="1024" y="1251"/>
                    <a:pt x="726" y="906"/>
                    <a:pt x="417" y="572"/>
                  </a:cubicBezTo>
                  <a:cubicBezTo>
                    <a:pt x="595" y="501"/>
                    <a:pt x="774" y="430"/>
                    <a:pt x="953" y="370"/>
                  </a:cubicBezTo>
                  <a:cubicBezTo>
                    <a:pt x="1107" y="310"/>
                    <a:pt x="1262" y="263"/>
                    <a:pt x="1417" y="239"/>
                  </a:cubicBezTo>
                  <a:lnTo>
                    <a:pt x="139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328" name="Google Shape;2328;p51" title="Chart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10172" y="1376975"/>
            <a:ext cx="4253926" cy="26325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3" name="Google Shape;2333;p52"/>
          <p:cNvSpPr txBox="1">
            <a:spLocks noGrp="1"/>
          </p:cNvSpPr>
          <p:nvPr>
            <p:ph type="title"/>
          </p:nvPr>
        </p:nvSpPr>
        <p:spPr>
          <a:xfrm>
            <a:off x="758775" y="405130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2"/>
                </a:solidFill>
              </a:rPr>
              <a:t>Reviewing </a:t>
            </a:r>
            <a:r>
              <a:rPr lang="en" sz="2800"/>
              <a:t>c</a:t>
            </a:r>
            <a:r>
              <a:rPr lang="en" sz="2800">
                <a:solidFill>
                  <a:schemeClr val="accent2"/>
                </a:solidFill>
              </a:rPr>
              <a:t>oncepts</a:t>
            </a:r>
            <a:endParaRPr sz="2800">
              <a:solidFill>
                <a:schemeClr val="accent2"/>
              </a:solidFill>
            </a:endParaRPr>
          </a:p>
        </p:txBody>
      </p:sp>
      <p:sp>
        <p:nvSpPr>
          <p:cNvPr id="2334" name="Google Shape;2334;p52"/>
          <p:cNvSpPr txBox="1">
            <a:spLocks noGrp="1"/>
          </p:cNvSpPr>
          <p:nvPr>
            <p:ph type="title" idx="2"/>
          </p:nvPr>
        </p:nvSpPr>
        <p:spPr>
          <a:xfrm>
            <a:off x="3349544" y="1741956"/>
            <a:ext cx="2445000" cy="34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tubes</a:t>
            </a:r>
            <a:endParaRPr/>
          </a:p>
        </p:txBody>
      </p:sp>
      <p:sp>
        <p:nvSpPr>
          <p:cNvPr id="2335" name="Google Shape;2335;p52"/>
          <p:cNvSpPr txBox="1">
            <a:spLocks noGrp="1"/>
          </p:cNvSpPr>
          <p:nvPr>
            <p:ph type="title" idx="3"/>
          </p:nvPr>
        </p:nvSpPr>
        <p:spPr>
          <a:xfrm>
            <a:off x="3349544" y="2091755"/>
            <a:ext cx="2445000" cy="67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 is the farthest planet from the Sun</a:t>
            </a:r>
            <a:endParaRPr/>
          </a:p>
        </p:txBody>
      </p:sp>
      <p:sp>
        <p:nvSpPr>
          <p:cNvPr id="2336" name="Google Shape;2336;p52"/>
          <p:cNvSpPr txBox="1">
            <a:spLocks noGrp="1"/>
          </p:cNvSpPr>
          <p:nvPr>
            <p:ph type="title" idx="4"/>
          </p:nvPr>
        </p:nvSpPr>
        <p:spPr>
          <a:xfrm>
            <a:off x="727200" y="1741956"/>
            <a:ext cx="2445000" cy="34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Eye dropper</a:t>
            </a:r>
            <a:endParaRPr/>
          </a:p>
        </p:txBody>
      </p:sp>
      <p:sp>
        <p:nvSpPr>
          <p:cNvPr id="2337" name="Google Shape;2337;p52"/>
          <p:cNvSpPr txBox="1">
            <a:spLocks noGrp="1"/>
          </p:cNvSpPr>
          <p:nvPr>
            <p:ph type="title" idx="5"/>
          </p:nvPr>
        </p:nvSpPr>
        <p:spPr>
          <a:xfrm>
            <a:off x="727200" y="2091755"/>
            <a:ext cx="2445000" cy="67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Mars is a very cold place</a:t>
            </a:r>
            <a:endParaRPr/>
          </a:p>
        </p:txBody>
      </p:sp>
      <p:sp>
        <p:nvSpPr>
          <p:cNvPr id="2338" name="Google Shape;2338;p52"/>
          <p:cNvSpPr txBox="1">
            <a:spLocks noGrp="1"/>
          </p:cNvSpPr>
          <p:nvPr>
            <p:ph type="title" idx="6"/>
          </p:nvPr>
        </p:nvSpPr>
        <p:spPr>
          <a:xfrm>
            <a:off x="5971700" y="1741956"/>
            <a:ext cx="2445000" cy="34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Microscope</a:t>
            </a:r>
            <a:endParaRPr/>
          </a:p>
        </p:txBody>
      </p:sp>
      <p:sp>
        <p:nvSpPr>
          <p:cNvPr id="2339" name="Google Shape;2339;p52"/>
          <p:cNvSpPr txBox="1">
            <a:spLocks noGrp="1"/>
          </p:cNvSpPr>
          <p:nvPr>
            <p:ph type="title" idx="7"/>
          </p:nvPr>
        </p:nvSpPr>
        <p:spPr>
          <a:xfrm>
            <a:off x="5971700" y="2091755"/>
            <a:ext cx="2445000" cy="67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</a:t>
            </a:r>
            <a:endParaRPr/>
          </a:p>
        </p:txBody>
      </p:sp>
      <p:sp>
        <p:nvSpPr>
          <p:cNvPr id="2340" name="Google Shape;2340;p52"/>
          <p:cNvSpPr txBox="1">
            <a:spLocks noGrp="1"/>
          </p:cNvSpPr>
          <p:nvPr>
            <p:ph type="title" idx="8"/>
          </p:nvPr>
        </p:nvSpPr>
        <p:spPr>
          <a:xfrm>
            <a:off x="3349544" y="3498153"/>
            <a:ext cx="2445000" cy="34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 coat</a:t>
            </a:r>
            <a:endParaRPr/>
          </a:p>
        </p:txBody>
      </p:sp>
      <p:sp>
        <p:nvSpPr>
          <p:cNvPr id="2341" name="Google Shape;2341;p52"/>
          <p:cNvSpPr txBox="1">
            <a:spLocks noGrp="1"/>
          </p:cNvSpPr>
          <p:nvPr>
            <p:ph type="title" idx="9"/>
          </p:nvPr>
        </p:nvSpPr>
        <p:spPr>
          <a:xfrm>
            <a:off x="3349544" y="3847952"/>
            <a:ext cx="2445000" cy="67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 is the ringed planet and a gas giant</a:t>
            </a:r>
            <a:endParaRPr/>
          </a:p>
        </p:txBody>
      </p:sp>
      <p:sp>
        <p:nvSpPr>
          <p:cNvPr id="2342" name="Google Shape;2342;p52"/>
          <p:cNvSpPr txBox="1">
            <a:spLocks noGrp="1"/>
          </p:cNvSpPr>
          <p:nvPr>
            <p:ph type="title" idx="13"/>
          </p:nvPr>
        </p:nvSpPr>
        <p:spPr>
          <a:xfrm>
            <a:off x="727200" y="3498153"/>
            <a:ext cx="2445000" cy="34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Scale</a:t>
            </a:r>
            <a:endParaRPr/>
          </a:p>
        </p:txBody>
      </p:sp>
      <p:sp>
        <p:nvSpPr>
          <p:cNvPr id="2343" name="Google Shape;2343;p52"/>
          <p:cNvSpPr txBox="1">
            <a:spLocks noGrp="1"/>
          </p:cNvSpPr>
          <p:nvPr>
            <p:ph type="title" idx="14"/>
          </p:nvPr>
        </p:nvSpPr>
        <p:spPr>
          <a:xfrm>
            <a:off x="727200" y="3847952"/>
            <a:ext cx="2445000" cy="67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 the biggest planet of them all</a:t>
            </a:r>
            <a:endParaRPr/>
          </a:p>
        </p:txBody>
      </p:sp>
      <p:sp>
        <p:nvSpPr>
          <p:cNvPr id="2344" name="Google Shape;2344;p52"/>
          <p:cNvSpPr txBox="1">
            <a:spLocks noGrp="1"/>
          </p:cNvSpPr>
          <p:nvPr>
            <p:ph type="title" idx="15"/>
          </p:nvPr>
        </p:nvSpPr>
        <p:spPr>
          <a:xfrm>
            <a:off x="5971700" y="3498153"/>
            <a:ext cx="2445000" cy="34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Bunsen burner</a:t>
            </a:r>
            <a:endParaRPr/>
          </a:p>
        </p:txBody>
      </p:sp>
      <p:sp>
        <p:nvSpPr>
          <p:cNvPr id="2345" name="Google Shape;2345;p52"/>
          <p:cNvSpPr txBox="1">
            <a:spLocks noGrp="1"/>
          </p:cNvSpPr>
          <p:nvPr>
            <p:ph type="title" idx="16"/>
          </p:nvPr>
        </p:nvSpPr>
        <p:spPr>
          <a:xfrm>
            <a:off x="5971700" y="3847952"/>
            <a:ext cx="2445000" cy="67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</a:t>
            </a:r>
            <a:endParaRPr/>
          </a:p>
        </p:txBody>
      </p:sp>
      <p:grpSp>
        <p:nvGrpSpPr>
          <p:cNvPr id="2346" name="Google Shape;2346;p52"/>
          <p:cNvGrpSpPr/>
          <p:nvPr/>
        </p:nvGrpSpPr>
        <p:grpSpPr>
          <a:xfrm>
            <a:off x="1720951" y="1181240"/>
            <a:ext cx="457498" cy="446350"/>
            <a:chOff x="5986654" y="3248106"/>
            <a:chExt cx="429778" cy="419304"/>
          </a:xfrm>
        </p:grpSpPr>
        <p:sp>
          <p:nvSpPr>
            <p:cNvPr id="2347" name="Google Shape;2347;p52"/>
            <p:cNvSpPr/>
            <p:nvPr/>
          </p:nvSpPr>
          <p:spPr>
            <a:xfrm>
              <a:off x="6097344" y="3349151"/>
              <a:ext cx="312408" cy="312087"/>
            </a:xfrm>
            <a:custGeom>
              <a:avLst/>
              <a:gdLst/>
              <a:ahLst/>
              <a:cxnLst/>
              <a:rect l="l" t="t" r="r" b="b"/>
              <a:pathLst>
                <a:path w="11693" h="11681" extrusionOk="0">
                  <a:moveTo>
                    <a:pt x="2085" y="1"/>
                  </a:moveTo>
                  <a:lnTo>
                    <a:pt x="1" y="2084"/>
                  </a:lnTo>
                  <a:lnTo>
                    <a:pt x="8216" y="10288"/>
                  </a:lnTo>
                  <a:cubicBezTo>
                    <a:pt x="8514" y="10597"/>
                    <a:pt x="8883" y="10823"/>
                    <a:pt x="9288" y="10966"/>
                  </a:cubicBezTo>
                  <a:lnTo>
                    <a:pt x="11240" y="11669"/>
                  </a:lnTo>
                  <a:cubicBezTo>
                    <a:pt x="11264" y="11677"/>
                    <a:pt x="11288" y="11681"/>
                    <a:pt x="11311" y="11681"/>
                  </a:cubicBezTo>
                  <a:cubicBezTo>
                    <a:pt x="11357" y="11681"/>
                    <a:pt x="11399" y="11665"/>
                    <a:pt x="11431" y="11633"/>
                  </a:cubicBezTo>
                  <a:lnTo>
                    <a:pt x="11633" y="11431"/>
                  </a:lnTo>
                  <a:cubicBezTo>
                    <a:pt x="11681" y="11383"/>
                    <a:pt x="11693" y="11300"/>
                    <a:pt x="11669" y="11240"/>
                  </a:cubicBezTo>
                  <a:lnTo>
                    <a:pt x="10979" y="9288"/>
                  </a:lnTo>
                  <a:cubicBezTo>
                    <a:pt x="10824" y="8883"/>
                    <a:pt x="10598" y="8514"/>
                    <a:pt x="10300" y="8204"/>
                  </a:cubicBezTo>
                  <a:lnTo>
                    <a:pt x="208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52"/>
            <p:cNvSpPr/>
            <p:nvPr/>
          </p:nvSpPr>
          <p:spPr>
            <a:xfrm>
              <a:off x="6206779" y="3510765"/>
              <a:ext cx="203293" cy="150420"/>
            </a:xfrm>
            <a:custGeom>
              <a:avLst/>
              <a:gdLst/>
              <a:ahLst/>
              <a:cxnLst/>
              <a:rect l="l" t="t" r="r" b="b"/>
              <a:pathLst>
                <a:path w="7609" h="5630" extrusionOk="0">
                  <a:moveTo>
                    <a:pt x="4049" y="0"/>
                  </a:moveTo>
                  <a:lnTo>
                    <a:pt x="1" y="119"/>
                  </a:lnTo>
                  <a:lnTo>
                    <a:pt x="4120" y="4239"/>
                  </a:lnTo>
                  <a:cubicBezTo>
                    <a:pt x="4418" y="4536"/>
                    <a:pt x="4787" y="4774"/>
                    <a:pt x="5192" y="4917"/>
                  </a:cubicBezTo>
                  <a:lnTo>
                    <a:pt x="7144" y="5620"/>
                  </a:lnTo>
                  <a:cubicBezTo>
                    <a:pt x="7164" y="5626"/>
                    <a:pt x="7183" y="5629"/>
                    <a:pt x="7201" y="5629"/>
                  </a:cubicBezTo>
                  <a:cubicBezTo>
                    <a:pt x="7252" y="5629"/>
                    <a:pt x="7300" y="5607"/>
                    <a:pt x="7335" y="5572"/>
                  </a:cubicBezTo>
                  <a:lnTo>
                    <a:pt x="7537" y="5382"/>
                  </a:lnTo>
                  <a:cubicBezTo>
                    <a:pt x="7585" y="5322"/>
                    <a:pt x="7609" y="5251"/>
                    <a:pt x="7585" y="5191"/>
                  </a:cubicBezTo>
                  <a:lnTo>
                    <a:pt x="6883" y="3227"/>
                  </a:lnTo>
                  <a:cubicBezTo>
                    <a:pt x="6740" y="2822"/>
                    <a:pt x="6502" y="2465"/>
                    <a:pt x="6204" y="2155"/>
                  </a:cubicBezTo>
                  <a:lnTo>
                    <a:pt x="404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52"/>
            <p:cNvSpPr/>
            <p:nvPr/>
          </p:nvSpPr>
          <p:spPr>
            <a:xfrm>
              <a:off x="5986654" y="3254544"/>
              <a:ext cx="221435" cy="205351"/>
            </a:xfrm>
            <a:custGeom>
              <a:avLst/>
              <a:gdLst/>
              <a:ahLst/>
              <a:cxnLst/>
              <a:rect l="l" t="t" r="r" b="b"/>
              <a:pathLst>
                <a:path w="8288" h="7686" extrusionOk="0">
                  <a:moveTo>
                    <a:pt x="3411" y="1"/>
                  </a:moveTo>
                  <a:cubicBezTo>
                    <a:pt x="2709" y="1"/>
                    <a:pt x="2000" y="261"/>
                    <a:pt x="1441" y="815"/>
                  </a:cubicBezTo>
                  <a:cubicBezTo>
                    <a:pt x="1" y="2256"/>
                    <a:pt x="501" y="4697"/>
                    <a:pt x="2394" y="5435"/>
                  </a:cubicBezTo>
                  <a:cubicBezTo>
                    <a:pt x="3680" y="5935"/>
                    <a:pt x="4835" y="6709"/>
                    <a:pt x="5799" y="7685"/>
                  </a:cubicBezTo>
                  <a:lnTo>
                    <a:pt x="8287" y="5185"/>
                  </a:lnTo>
                  <a:lnTo>
                    <a:pt x="8228" y="5125"/>
                  </a:lnTo>
                  <a:cubicBezTo>
                    <a:pt x="7275" y="4197"/>
                    <a:pt x="6537" y="3065"/>
                    <a:pt x="6049" y="1815"/>
                  </a:cubicBezTo>
                  <a:cubicBezTo>
                    <a:pt x="5604" y="649"/>
                    <a:pt x="4517" y="1"/>
                    <a:pt x="34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52"/>
            <p:cNvSpPr/>
            <p:nvPr/>
          </p:nvSpPr>
          <p:spPr>
            <a:xfrm>
              <a:off x="6107230" y="3360453"/>
              <a:ext cx="119614" cy="116675"/>
            </a:xfrm>
            <a:custGeom>
              <a:avLst/>
              <a:gdLst/>
              <a:ahLst/>
              <a:cxnLst/>
              <a:rect l="l" t="t" r="r" b="b"/>
              <a:pathLst>
                <a:path w="4477" h="4367" extrusionOk="0">
                  <a:moveTo>
                    <a:pt x="3550" y="0"/>
                  </a:moveTo>
                  <a:cubicBezTo>
                    <a:pt x="3405" y="0"/>
                    <a:pt x="3262" y="54"/>
                    <a:pt x="3155" y="161"/>
                  </a:cubicBezTo>
                  <a:lnTo>
                    <a:pt x="226" y="3090"/>
                  </a:lnTo>
                  <a:cubicBezTo>
                    <a:pt x="0" y="3304"/>
                    <a:pt x="0" y="3662"/>
                    <a:pt x="226" y="3888"/>
                  </a:cubicBezTo>
                  <a:lnTo>
                    <a:pt x="536" y="4197"/>
                  </a:lnTo>
                  <a:cubicBezTo>
                    <a:pt x="649" y="4310"/>
                    <a:pt x="795" y="4367"/>
                    <a:pt x="939" y="4367"/>
                  </a:cubicBezTo>
                  <a:cubicBezTo>
                    <a:pt x="1084" y="4367"/>
                    <a:pt x="1226" y="4310"/>
                    <a:pt x="1334" y="4197"/>
                  </a:cubicBezTo>
                  <a:lnTo>
                    <a:pt x="4262" y="1280"/>
                  </a:lnTo>
                  <a:cubicBezTo>
                    <a:pt x="4477" y="1054"/>
                    <a:pt x="4477" y="697"/>
                    <a:pt x="4262" y="471"/>
                  </a:cubicBezTo>
                  <a:lnTo>
                    <a:pt x="3953" y="161"/>
                  </a:lnTo>
                  <a:cubicBezTo>
                    <a:pt x="3840" y="54"/>
                    <a:pt x="3694" y="0"/>
                    <a:pt x="35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52"/>
            <p:cNvSpPr/>
            <p:nvPr/>
          </p:nvSpPr>
          <p:spPr>
            <a:xfrm>
              <a:off x="5987936" y="3248106"/>
              <a:ext cx="428495" cy="419304"/>
            </a:xfrm>
            <a:custGeom>
              <a:avLst/>
              <a:gdLst/>
              <a:ahLst/>
              <a:cxnLst/>
              <a:rect l="l" t="t" r="r" b="b"/>
              <a:pathLst>
                <a:path w="16038" h="15694" extrusionOk="0">
                  <a:moveTo>
                    <a:pt x="8013" y="4435"/>
                  </a:moveTo>
                  <a:cubicBezTo>
                    <a:pt x="8099" y="4435"/>
                    <a:pt x="8186" y="4467"/>
                    <a:pt x="8251" y="4533"/>
                  </a:cubicBezTo>
                  <a:lnTo>
                    <a:pt x="8561" y="4842"/>
                  </a:lnTo>
                  <a:cubicBezTo>
                    <a:pt x="8692" y="4973"/>
                    <a:pt x="8692" y="5188"/>
                    <a:pt x="8561" y="5319"/>
                  </a:cubicBezTo>
                  <a:lnTo>
                    <a:pt x="5644" y="8248"/>
                  </a:lnTo>
                  <a:cubicBezTo>
                    <a:pt x="5578" y="8307"/>
                    <a:pt x="5492" y="8337"/>
                    <a:pt x="5406" y="8337"/>
                  </a:cubicBezTo>
                  <a:cubicBezTo>
                    <a:pt x="5319" y="8337"/>
                    <a:pt x="5233" y="8307"/>
                    <a:pt x="5168" y="8248"/>
                  </a:cubicBezTo>
                  <a:lnTo>
                    <a:pt x="4858" y="7938"/>
                  </a:lnTo>
                  <a:cubicBezTo>
                    <a:pt x="4727" y="7795"/>
                    <a:pt x="4727" y="7593"/>
                    <a:pt x="4858" y="7462"/>
                  </a:cubicBezTo>
                  <a:lnTo>
                    <a:pt x="7775" y="4533"/>
                  </a:lnTo>
                  <a:cubicBezTo>
                    <a:pt x="7840" y="4467"/>
                    <a:pt x="7927" y="4435"/>
                    <a:pt x="8013" y="4435"/>
                  </a:cubicBezTo>
                  <a:close/>
                  <a:moveTo>
                    <a:pt x="8299" y="6224"/>
                  </a:moveTo>
                  <a:lnTo>
                    <a:pt x="9108" y="7033"/>
                  </a:lnTo>
                  <a:lnTo>
                    <a:pt x="8573" y="7557"/>
                  </a:lnTo>
                  <a:cubicBezTo>
                    <a:pt x="8408" y="7722"/>
                    <a:pt x="8559" y="7949"/>
                    <a:pt x="8735" y="7949"/>
                  </a:cubicBezTo>
                  <a:cubicBezTo>
                    <a:pt x="8789" y="7949"/>
                    <a:pt x="8844" y="7928"/>
                    <a:pt x="8894" y="7878"/>
                  </a:cubicBezTo>
                  <a:lnTo>
                    <a:pt x="9430" y="7355"/>
                  </a:lnTo>
                  <a:lnTo>
                    <a:pt x="10502" y="8426"/>
                  </a:lnTo>
                  <a:lnTo>
                    <a:pt x="9978" y="8962"/>
                  </a:lnTo>
                  <a:cubicBezTo>
                    <a:pt x="9813" y="9126"/>
                    <a:pt x="9964" y="9354"/>
                    <a:pt x="10140" y="9354"/>
                  </a:cubicBezTo>
                  <a:cubicBezTo>
                    <a:pt x="10194" y="9354"/>
                    <a:pt x="10249" y="9333"/>
                    <a:pt x="10299" y="9283"/>
                  </a:cubicBezTo>
                  <a:lnTo>
                    <a:pt x="10835" y="8760"/>
                  </a:lnTo>
                  <a:lnTo>
                    <a:pt x="11692" y="9617"/>
                  </a:lnTo>
                  <a:lnTo>
                    <a:pt x="8287" y="9724"/>
                  </a:lnTo>
                  <a:lnTo>
                    <a:pt x="6549" y="7986"/>
                  </a:lnTo>
                  <a:lnTo>
                    <a:pt x="8299" y="6224"/>
                  </a:lnTo>
                  <a:close/>
                  <a:moveTo>
                    <a:pt x="3367" y="1"/>
                  </a:moveTo>
                  <a:cubicBezTo>
                    <a:pt x="2613" y="1"/>
                    <a:pt x="1859" y="281"/>
                    <a:pt x="1274" y="842"/>
                  </a:cubicBezTo>
                  <a:cubicBezTo>
                    <a:pt x="72" y="1973"/>
                    <a:pt x="0" y="3866"/>
                    <a:pt x="1119" y="5092"/>
                  </a:cubicBezTo>
                  <a:cubicBezTo>
                    <a:pt x="2024" y="6093"/>
                    <a:pt x="2643" y="5735"/>
                    <a:pt x="4513" y="7152"/>
                  </a:cubicBezTo>
                  <a:cubicBezTo>
                    <a:pt x="4215" y="7462"/>
                    <a:pt x="4227" y="7950"/>
                    <a:pt x="4525" y="8259"/>
                  </a:cubicBezTo>
                  <a:lnTo>
                    <a:pt x="4834" y="8569"/>
                  </a:lnTo>
                  <a:cubicBezTo>
                    <a:pt x="4989" y="8724"/>
                    <a:pt x="5194" y="8801"/>
                    <a:pt x="5400" y="8801"/>
                  </a:cubicBezTo>
                  <a:cubicBezTo>
                    <a:pt x="5605" y="8801"/>
                    <a:pt x="5810" y="8724"/>
                    <a:pt x="5965" y="8569"/>
                  </a:cubicBezTo>
                  <a:lnTo>
                    <a:pt x="6227" y="8307"/>
                  </a:lnTo>
                  <a:lnTo>
                    <a:pt x="11085" y="13177"/>
                  </a:lnTo>
                  <a:cubicBezTo>
                    <a:pt x="11132" y="13216"/>
                    <a:pt x="11183" y="13233"/>
                    <a:pt x="11233" y="13233"/>
                  </a:cubicBezTo>
                  <a:cubicBezTo>
                    <a:pt x="11407" y="13233"/>
                    <a:pt x="11558" y="13022"/>
                    <a:pt x="11418" y="12855"/>
                  </a:cubicBezTo>
                  <a:lnTo>
                    <a:pt x="8727" y="10164"/>
                  </a:lnTo>
                  <a:lnTo>
                    <a:pt x="11656" y="10081"/>
                  </a:lnTo>
                  <a:lnTo>
                    <a:pt x="11383" y="10355"/>
                  </a:lnTo>
                  <a:cubicBezTo>
                    <a:pt x="11218" y="10529"/>
                    <a:pt x="11370" y="10759"/>
                    <a:pt x="11546" y="10759"/>
                  </a:cubicBezTo>
                  <a:cubicBezTo>
                    <a:pt x="11599" y="10759"/>
                    <a:pt x="11654" y="10738"/>
                    <a:pt x="11704" y="10688"/>
                  </a:cubicBezTo>
                  <a:lnTo>
                    <a:pt x="12228" y="10153"/>
                  </a:lnTo>
                  <a:lnTo>
                    <a:pt x="13311" y="11236"/>
                  </a:lnTo>
                  <a:lnTo>
                    <a:pt x="12776" y="11760"/>
                  </a:lnTo>
                  <a:cubicBezTo>
                    <a:pt x="12635" y="11928"/>
                    <a:pt x="12789" y="12148"/>
                    <a:pt x="12965" y="12148"/>
                  </a:cubicBezTo>
                  <a:cubicBezTo>
                    <a:pt x="13013" y="12148"/>
                    <a:pt x="13063" y="12132"/>
                    <a:pt x="13109" y="12093"/>
                  </a:cubicBezTo>
                  <a:lnTo>
                    <a:pt x="13633" y="11557"/>
                  </a:lnTo>
                  <a:lnTo>
                    <a:pt x="14228" y="12153"/>
                  </a:lnTo>
                  <a:cubicBezTo>
                    <a:pt x="14514" y="12439"/>
                    <a:pt x="14728" y="12772"/>
                    <a:pt x="14859" y="13141"/>
                  </a:cubicBezTo>
                  <a:lnTo>
                    <a:pt x="15550" y="15070"/>
                  </a:lnTo>
                  <a:lnTo>
                    <a:pt x="15395" y="15225"/>
                  </a:lnTo>
                  <a:lnTo>
                    <a:pt x="13466" y="14534"/>
                  </a:lnTo>
                  <a:cubicBezTo>
                    <a:pt x="13097" y="14403"/>
                    <a:pt x="12752" y="14189"/>
                    <a:pt x="12478" y="13915"/>
                  </a:cubicBezTo>
                  <a:lnTo>
                    <a:pt x="12192" y="13617"/>
                  </a:lnTo>
                  <a:cubicBezTo>
                    <a:pt x="12144" y="13579"/>
                    <a:pt x="12092" y="13563"/>
                    <a:pt x="12044" y="13563"/>
                  </a:cubicBezTo>
                  <a:cubicBezTo>
                    <a:pt x="11865" y="13563"/>
                    <a:pt x="11719" y="13782"/>
                    <a:pt x="11859" y="13951"/>
                  </a:cubicBezTo>
                  <a:lnTo>
                    <a:pt x="12145" y="14236"/>
                  </a:lnTo>
                  <a:cubicBezTo>
                    <a:pt x="12478" y="14558"/>
                    <a:pt x="12871" y="14808"/>
                    <a:pt x="13311" y="14963"/>
                  </a:cubicBezTo>
                  <a:lnTo>
                    <a:pt x="15264" y="15665"/>
                  </a:lnTo>
                  <a:cubicBezTo>
                    <a:pt x="15313" y="15684"/>
                    <a:pt x="15364" y="15693"/>
                    <a:pt x="15413" y="15693"/>
                  </a:cubicBezTo>
                  <a:cubicBezTo>
                    <a:pt x="15519" y="15693"/>
                    <a:pt x="15620" y="15651"/>
                    <a:pt x="15693" y="15570"/>
                  </a:cubicBezTo>
                  <a:lnTo>
                    <a:pt x="15895" y="15367"/>
                  </a:lnTo>
                  <a:cubicBezTo>
                    <a:pt x="16002" y="15260"/>
                    <a:pt x="16038" y="15094"/>
                    <a:pt x="15990" y="14939"/>
                  </a:cubicBezTo>
                  <a:lnTo>
                    <a:pt x="15288" y="12986"/>
                  </a:lnTo>
                  <a:cubicBezTo>
                    <a:pt x="15133" y="12546"/>
                    <a:pt x="14883" y="12153"/>
                    <a:pt x="14550" y="11831"/>
                  </a:cubicBezTo>
                  <a:lnTo>
                    <a:pt x="10990" y="8271"/>
                  </a:lnTo>
                  <a:lnTo>
                    <a:pt x="8632" y="5902"/>
                  </a:lnTo>
                  <a:lnTo>
                    <a:pt x="8882" y="5640"/>
                  </a:lnTo>
                  <a:cubicBezTo>
                    <a:pt x="9204" y="5331"/>
                    <a:pt x="9204" y="4830"/>
                    <a:pt x="8882" y="4521"/>
                  </a:cubicBezTo>
                  <a:lnTo>
                    <a:pt x="8573" y="4211"/>
                  </a:lnTo>
                  <a:cubicBezTo>
                    <a:pt x="8421" y="4054"/>
                    <a:pt x="8217" y="3973"/>
                    <a:pt x="8012" y="3973"/>
                  </a:cubicBezTo>
                  <a:cubicBezTo>
                    <a:pt x="7815" y="3973"/>
                    <a:pt x="7617" y="4048"/>
                    <a:pt x="7465" y="4199"/>
                  </a:cubicBezTo>
                  <a:cubicBezTo>
                    <a:pt x="7239" y="3902"/>
                    <a:pt x="7025" y="3580"/>
                    <a:pt x="6834" y="3259"/>
                  </a:cubicBezTo>
                  <a:cubicBezTo>
                    <a:pt x="6786" y="3173"/>
                    <a:pt x="6713" y="3138"/>
                    <a:pt x="6641" y="3138"/>
                  </a:cubicBezTo>
                  <a:cubicBezTo>
                    <a:pt x="6482" y="3138"/>
                    <a:pt x="6327" y="3309"/>
                    <a:pt x="6441" y="3497"/>
                  </a:cubicBezTo>
                  <a:cubicBezTo>
                    <a:pt x="6644" y="3854"/>
                    <a:pt x="6882" y="4199"/>
                    <a:pt x="7132" y="4521"/>
                  </a:cubicBezTo>
                  <a:lnTo>
                    <a:pt x="4834" y="6819"/>
                  </a:lnTo>
                  <a:cubicBezTo>
                    <a:pt x="2917" y="5354"/>
                    <a:pt x="2274" y="5688"/>
                    <a:pt x="1453" y="4783"/>
                  </a:cubicBezTo>
                  <a:cubicBezTo>
                    <a:pt x="512" y="3747"/>
                    <a:pt x="584" y="2140"/>
                    <a:pt x="1596" y="1175"/>
                  </a:cubicBezTo>
                  <a:cubicBezTo>
                    <a:pt x="2092" y="702"/>
                    <a:pt x="2733" y="467"/>
                    <a:pt x="3373" y="467"/>
                  </a:cubicBezTo>
                  <a:cubicBezTo>
                    <a:pt x="4036" y="467"/>
                    <a:pt x="4700" y="720"/>
                    <a:pt x="5203" y="1223"/>
                  </a:cubicBezTo>
                  <a:cubicBezTo>
                    <a:pt x="5668" y="1699"/>
                    <a:pt x="5763" y="2104"/>
                    <a:pt x="5930" y="2497"/>
                  </a:cubicBezTo>
                  <a:cubicBezTo>
                    <a:pt x="5972" y="2607"/>
                    <a:pt x="6058" y="2652"/>
                    <a:pt x="6144" y="2652"/>
                  </a:cubicBezTo>
                  <a:cubicBezTo>
                    <a:pt x="6300" y="2652"/>
                    <a:pt x="6458" y="2503"/>
                    <a:pt x="6358" y="2318"/>
                  </a:cubicBezTo>
                  <a:cubicBezTo>
                    <a:pt x="6191" y="1913"/>
                    <a:pt x="6060" y="1437"/>
                    <a:pt x="5525" y="901"/>
                  </a:cubicBezTo>
                  <a:cubicBezTo>
                    <a:pt x="4931" y="301"/>
                    <a:pt x="4149" y="1"/>
                    <a:pt x="33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52" name="Google Shape;2352;p52"/>
          <p:cNvGrpSpPr/>
          <p:nvPr/>
        </p:nvGrpSpPr>
        <p:grpSpPr>
          <a:xfrm>
            <a:off x="4355823" y="2926029"/>
            <a:ext cx="432442" cy="445980"/>
            <a:chOff x="2079380" y="3893440"/>
            <a:chExt cx="406240" cy="418957"/>
          </a:xfrm>
        </p:grpSpPr>
        <p:sp>
          <p:nvSpPr>
            <p:cNvPr id="2353" name="Google Shape;2353;p52"/>
            <p:cNvSpPr/>
            <p:nvPr/>
          </p:nvSpPr>
          <p:spPr>
            <a:xfrm>
              <a:off x="2226967" y="3899799"/>
              <a:ext cx="109462" cy="43924"/>
            </a:xfrm>
            <a:custGeom>
              <a:avLst/>
              <a:gdLst/>
              <a:ahLst/>
              <a:cxnLst/>
              <a:rect l="l" t="t" r="r" b="b"/>
              <a:pathLst>
                <a:path w="4097" h="1644" extrusionOk="0">
                  <a:moveTo>
                    <a:pt x="394" y="0"/>
                  </a:moveTo>
                  <a:cubicBezTo>
                    <a:pt x="251" y="0"/>
                    <a:pt x="108" y="60"/>
                    <a:pt x="1" y="155"/>
                  </a:cubicBezTo>
                  <a:lnTo>
                    <a:pt x="1" y="1643"/>
                  </a:lnTo>
                  <a:lnTo>
                    <a:pt x="4096" y="1643"/>
                  </a:lnTo>
                  <a:lnTo>
                    <a:pt x="4096" y="155"/>
                  </a:lnTo>
                  <a:cubicBezTo>
                    <a:pt x="3989" y="60"/>
                    <a:pt x="3846" y="0"/>
                    <a:pt x="37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52"/>
            <p:cNvSpPr/>
            <p:nvPr/>
          </p:nvSpPr>
          <p:spPr>
            <a:xfrm>
              <a:off x="2086059" y="3957054"/>
              <a:ext cx="103076" cy="268511"/>
            </a:xfrm>
            <a:custGeom>
              <a:avLst/>
              <a:gdLst/>
              <a:ahLst/>
              <a:cxnLst/>
              <a:rect l="l" t="t" r="r" b="b"/>
              <a:pathLst>
                <a:path w="3858" h="10050" extrusionOk="0">
                  <a:moveTo>
                    <a:pt x="3858" y="1"/>
                  </a:moveTo>
                  <a:lnTo>
                    <a:pt x="2334" y="12"/>
                  </a:lnTo>
                  <a:cubicBezTo>
                    <a:pt x="2060" y="203"/>
                    <a:pt x="1834" y="453"/>
                    <a:pt x="1691" y="751"/>
                  </a:cubicBezTo>
                  <a:cubicBezTo>
                    <a:pt x="1274" y="1572"/>
                    <a:pt x="1000" y="2465"/>
                    <a:pt x="881" y="3370"/>
                  </a:cubicBezTo>
                  <a:lnTo>
                    <a:pt x="24" y="9347"/>
                  </a:lnTo>
                  <a:cubicBezTo>
                    <a:pt x="12" y="9490"/>
                    <a:pt x="0" y="9633"/>
                    <a:pt x="0" y="9764"/>
                  </a:cubicBezTo>
                  <a:lnTo>
                    <a:pt x="274" y="10037"/>
                  </a:lnTo>
                  <a:lnTo>
                    <a:pt x="1750" y="10049"/>
                  </a:lnTo>
                  <a:lnTo>
                    <a:pt x="2060" y="9776"/>
                  </a:lnTo>
                  <a:lnTo>
                    <a:pt x="2072" y="9692"/>
                  </a:lnTo>
                  <a:cubicBezTo>
                    <a:pt x="2084" y="9609"/>
                    <a:pt x="2096" y="9514"/>
                    <a:pt x="2119" y="9430"/>
                  </a:cubicBezTo>
                  <a:lnTo>
                    <a:pt x="3215" y="4346"/>
                  </a:lnTo>
                  <a:lnTo>
                    <a:pt x="3215" y="3049"/>
                  </a:lnTo>
                  <a:lnTo>
                    <a:pt x="3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52"/>
            <p:cNvSpPr/>
            <p:nvPr/>
          </p:nvSpPr>
          <p:spPr>
            <a:xfrm>
              <a:off x="2374902" y="3956734"/>
              <a:ext cx="103397" cy="268831"/>
            </a:xfrm>
            <a:custGeom>
              <a:avLst/>
              <a:gdLst/>
              <a:ahLst/>
              <a:cxnLst/>
              <a:rect l="l" t="t" r="r" b="b"/>
              <a:pathLst>
                <a:path w="3870" h="10062" extrusionOk="0">
                  <a:moveTo>
                    <a:pt x="0" y="1"/>
                  </a:moveTo>
                  <a:lnTo>
                    <a:pt x="643" y="3049"/>
                  </a:lnTo>
                  <a:lnTo>
                    <a:pt x="643" y="4346"/>
                  </a:lnTo>
                  <a:lnTo>
                    <a:pt x="1750" y="9442"/>
                  </a:lnTo>
                  <a:cubicBezTo>
                    <a:pt x="1774" y="9526"/>
                    <a:pt x="1786" y="9621"/>
                    <a:pt x="1798" y="9704"/>
                  </a:cubicBezTo>
                  <a:lnTo>
                    <a:pt x="1810" y="9788"/>
                  </a:lnTo>
                  <a:lnTo>
                    <a:pt x="2119" y="10061"/>
                  </a:lnTo>
                  <a:lnTo>
                    <a:pt x="3596" y="10061"/>
                  </a:lnTo>
                  <a:lnTo>
                    <a:pt x="3870" y="9788"/>
                  </a:lnTo>
                  <a:cubicBezTo>
                    <a:pt x="3870" y="9645"/>
                    <a:pt x="3858" y="9502"/>
                    <a:pt x="3834" y="9359"/>
                  </a:cubicBezTo>
                  <a:lnTo>
                    <a:pt x="2988" y="3382"/>
                  </a:lnTo>
                  <a:cubicBezTo>
                    <a:pt x="2858" y="2465"/>
                    <a:pt x="2584" y="1584"/>
                    <a:pt x="2179" y="763"/>
                  </a:cubicBezTo>
                  <a:cubicBezTo>
                    <a:pt x="2024" y="465"/>
                    <a:pt x="1798" y="203"/>
                    <a:pt x="1524" y="13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52"/>
            <p:cNvSpPr/>
            <p:nvPr/>
          </p:nvSpPr>
          <p:spPr>
            <a:xfrm>
              <a:off x="2142673" y="3927799"/>
              <a:ext cx="278049" cy="364881"/>
            </a:xfrm>
            <a:custGeom>
              <a:avLst/>
              <a:gdLst/>
              <a:ahLst/>
              <a:cxnLst/>
              <a:rect l="l" t="t" r="r" b="b"/>
              <a:pathLst>
                <a:path w="10407" h="13657" extrusionOk="0">
                  <a:moveTo>
                    <a:pt x="3144" y="0"/>
                  </a:moveTo>
                  <a:lnTo>
                    <a:pt x="691" y="845"/>
                  </a:lnTo>
                  <a:cubicBezTo>
                    <a:pt x="441" y="929"/>
                    <a:pt x="203" y="1060"/>
                    <a:pt x="0" y="1238"/>
                  </a:cubicBezTo>
                  <a:lnTo>
                    <a:pt x="703" y="3120"/>
                  </a:lnTo>
                  <a:cubicBezTo>
                    <a:pt x="941" y="3786"/>
                    <a:pt x="1072" y="4489"/>
                    <a:pt x="1072" y="5203"/>
                  </a:cubicBezTo>
                  <a:lnTo>
                    <a:pt x="1072" y="7072"/>
                  </a:lnTo>
                  <a:cubicBezTo>
                    <a:pt x="1072" y="8930"/>
                    <a:pt x="953" y="10787"/>
                    <a:pt x="715" y="12633"/>
                  </a:cubicBezTo>
                  <a:lnTo>
                    <a:pt x="631" y="13264"/>
                  </a:lnTo>
                  <a:lnTo>
                    <a:pt x="893" y="13657"/>
                  </a:lnTo>
                  <a:lnTo>
                    <a:pt x="9514" y="13657"/>
                  </a:lnTo>
                  <a:lnTo>
                    <a:pt x="9775" y="13264"/>
                  </a:lnTo>
                  <a:lnTo>
                    <a:pt x="9692" y="12633"/>
                  </a:lnTo>
                  <a:cubicBezTo>
                    <a:pt x="9454" y="10787"/>
                    <a:pt x="9335" y="8930"/>
                    <a:pt x="9335" y="7072"/>
                  </a:cubicBezTo>
                  <a:lnTo>
                    <a:pt x="9335" y="5203"/>
                  </a:lnTo>
                  <a:cubicBezTo>
                    <a:pt x="9335" y="4489"/>
                    <a:pt x="9466" y="3786"/>
                    <a:pt x="9704" y="3120"/>
                  </a:cubicBezTo>
                  <a:lnTo>
                    <a:pt x="10407" y="1226"/>
                  </a:lnTo>
                  <a:cubicBezTo>
                    <a:pt x="10204" y="1060"/>
                    <a:pt x="9966" y="917"/>
                    <a:pt x="9716" y="834"/>
                  </a:cubicBezTo>
                  <a:lnTo>
                    <a:pt x="726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52"/>
            <p:cNvSpPr/>
            <p:nvPr/>
          </p:nvSpPr>
          <p:spPr>
            <a:xfrm>
              <a:off x="2211391" y="3902337"/>
              <a:ext cx="70962" cy="126320"/>
            </a:xfrm>
            <a:custGeom>
              <a:avLst/>
              <a:gdLst/>
              <a:ahLst/>
              <a:cxnLst/>
              <a:rect l="l" t="t" r="r" b="b"/>
              <a:pathLst>
                <a:path w="2656" h="4728" extrusionOk="0">
                  <a:moveTo>
                    <a:pt x="643" y="1"/>
                  </a:moveTo>
                  <a:cubicBezTo>
                    <a:pt x="548" y="60"/>
                    <a:pt x="476" y="144"/>
                    <a:pt x="429" y="251"/>
                  </a:cubicBezTo>
                  <a:lnTo>
                    <a:pt x="0" y="1156"/>
                  </a:lnTo>
                  <a:lnTo>
                    <a:pt x="0" y="1977"/>
                  </a:lnTo>
                  <a:cubicBezTo>
                    <a:pt x="0" y="2084"/>
                    <a:pt x="60" y="2179"/>
                    <a:pt x="167" y="2215"/>
                  </a:cubicBezTo>
                  <a:lnTo>
                    <a:pt x="715" y="2430"/>
                  </a:lnTo>
                  <a:cubicBezTo>
                    <a:pt x="786" y="2453"/>
                    <a:pt x="857" y="2525"/>
                    <a:pt x="869" y="2620"/>
                  </a:cubicBezTo>
                  <a:lnTo>
                    <a:pt x="1012" y="3311"/>
                  </a:lnTo>
                  <a:cubicBezTo>
                    <a:pt x="1024" y="3370"/>
                    <a:pt x="1048" y="3430"/>
                    <a:pt x="1096" y="3465"/>
                  </a:cubicBezTo>
                  <a:lnTo>
                    <a:pt x="2655" y="4727"/>
                  </a:lnTo>
                  <a:lnTo>
                    <a:pt x="2655" y="4727"/>
                  </a:lnTo>
                  <a:lnTo>
                    <a:pt x="6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52"/>
            <p:cNvSpPr/>
            <p:nvPr/>
          </p:nvSpPr>
          <p:spPr>
            <a:xfrm>
              <a:off x="2282005" y="3902337"/>
              <a:ext cx="70962" cy="126320"/>
            </a:xfrm>
            <a:custGeom>
              <a:avLst/>
              <a:gdLst/>
              <a:ahLst/>
              <a:cxnLst/>
              <a:rect l="l" t="t" r="r" b="b"/>
              <a:pathLst>
                <a:path w="2656" h="4728" extrusionOk="0">
                  <a:moveTo>
                    <a:pt x="2013" y="1"/>
                  </a:moveTo>
                  <a:lnTo>
                    <a:pt x="0" y="4727"/>
                  </a:lnTo>
                  <a:lnTo>
                    <a:pt x="0" y="4727"/>
                  </a:lnTo>
                  <a:lnTo>
                    <a:pt x="1560" y="3394"/>
                  </a:lnTo>
                  <a:cubicBezTo>
                    <a:pt x="1596" y="3346"/>
                    <a:pt x="1632" y="3299"/>
                    <a:pt x="1643" y="3239"/>
                  </a:cubicBezTo>
                  <a:lnTo>
                    <a:pt x="1774" y="2608"/>
                  </a:lnTo>
                  <a:cubicBezTo>
                    <a:pt x="1798" y="2525"/>
                    <a:pt x="1858" y="2453"/>
                    <a:pt x="1941" y="2430"/>
                  </a:cubicBezTo>
                  <a:lnTo>
                    <a:pt x="2489" y="2215"/>
                  </a:lnTo>
                  <a:cubicBezTo>
                    <a:pt x="2584" y="2179"/>
                    <a:pt x="2655" y="2084"/>
                    <a:pt x="2655" y="1977"/>
                  </a:cubicBezTo>
                  <a:lnTo>
                    <a:pt x="2655" y="1156"/>
                  </a:lnTo>
                  <a:lnTo>
                    <a:pt x="2227" y="251"/>
                  </a:lnTo>
                  <a:cubicBezTo>
                    <a:pt x="2179" y="144"/>
                    <a:pt x="2108" y="60"/>
                    <a:pt x="20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52"/>
            <p:cNvSpPr/>
            <p:nvPr/>
          </p:nvSpPr>
          <p:spPr>
            <a:xfrm>
              <a:off x="2086059" y="4218218"/>
              <a:ext cx="55359" cy="26771"/>
            </a:xfrm>
            <a:custGeom>
              <a:avLst/>
              <a:gdLst/>
              <a:ahLst/>
              <a:cxnLst/>
              <a:rect l="l" t="t" r="r" b="b"/>
              <a:pathLst>
                <a:path w="2072" h="1002" extrusionOk="0">
                  <a:moveTo>
                    <a:pt x="0" y="1"/>
                  </a:moveTo>
                  <a:lnTo>
                    <a:pt x="0" y="715"/>
                  </a:lnTo>
                  <a:cubicBezTo>
                    <a:pt x="0" y="882"/>
                    <a:pt x="131" y="1001"/>
                    <a:pt x="286" y="1001"/>
                  </a:cubicBezTo>
                  <a:lnTo>
                    <a:pt x="1679" y="1001"/>
                  </a:lnTo>
                  <a:cubicBezTo>
                    <a:pt x="1686" y="1001"/>
                    <a:pt x="1693" y="1001"/>
                    <a:pt x="1700" y="1001"/>
                  </a:cubicBezTo>
                  <a:cubicBezTo>
                    <a:pt x="1844" y="1001"/>
                    <a:pt x="1953" y="887"/>
                    <a:pt x="1965" y="751"/>
                  </a:cubicBezTo>
                  <a:lnTo>
                    <a:pt x="207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52"/>
            <p:cNvSpPr/>
            <p:nvPr/>
          </p:nvSpPr>
          <p:spPr>
            <a:xfrm>
              <a:off x="2422913" y="4218218"/>
              <a:ext cx="55065" cy="27065"/>
            </a:xfrm>
            <a:custGeom>
              <a:avLst/>
              <a:gdLst/>
              <a:ahLst/>
              <a:cxnLst/>
              <a:rect l="l" t="t" r="r" b="b"/>
              <a:pathLst>
                <a:path w="2061" h="1013" extrusionOk="0">
                  <a:moveTo>
                    <a:pt x="1" y="1"/>
                  </a:moveTo>
                  <a:lnTo>
                    <a:pt x="96" y="751"/>
                  </a:lnTo>
                  <a:cubicBezTo>
                    <a:pt x="120" y="893"/>
                    <a:pt x="239" y="1001"/>
                    <a:pt x="382" y="1013"/>
                  </a:cubicBezTo>
                  <a:lnTo>
                    <a:pt x="1775" y="1013"/>
                  </a:lnTo>
                  <a:cubicBezTo>
                    <a:pt x="1930" y="1001"/>
                    <a:pt x="2061" y="882"/>
                    <a:pt x="2061" y="715"/>
                  </a:cubicBezTo>
                  <a:lnTo>
                    <a:pt x="206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52"/>
            <p:cNvSpPr/>
            <p:nvPr/>
          </p:nvSpPr>
          <p:spPr>
            <a:xfrm>
              <a:off x="2157635" y="4281832"/>
              <a:ext cx="248767" cy="24527"/>
            </a:xfrm>
            <a:custGeom>
              <a:avLst/>
              <a:gdLst/>
              <a:ahLst/>
              <a:cxnLst/>
              <a:rect l="l" t="t" r="r" b="b"/>
              <a:pathLst>
                <a:path w="9311" h="918" extrusionOk="0">
                  <a:moveTo>
                    <a:pt x="95" y="1"/>
                  </a:moveTo>
                  <a:lnTo>
                    <a:pt x="36" y="406"/>
                  </a:lnTo>
                  <a:cubicBezTo>
                    <a:pt x="0" y="679"/>
                    <a:pt x="214" y="918"/>
                    <a:pt x="488" y="918"/>
                  </a:cubicBezTo>
                  <a:lnTo>
                    <a:pt x="8823" y="918"/>
                  </a:lnTo>
                  <a:cubicBezTo>
                    <a:pt x="9096" y="918"/>
                    <a:pt x="9311" y="679"/>
                    <a:pt x="9275" y="406"/>
                  </a:cubicBezTo>
                  <a:lnTo>
                    <a:pt x="922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52"/>
            <p:cNvSpPr/>
            <p:nvPr/>
          </p:nvSpPr>
          <p:spPr>
            <a:xfrm>
              <a:off x="2350723" y="4281832"/>
              <a:ext cx="55359" cy="24527"/>
            </a:xfrm>
            <a:custGeom>
              <a:avLst/>
              <a:gdLst/>
              <a:ahLst/>
              <a:cxnLst/>
              <a:rect l="l" t="t" r="r" b="b"/>
              <a:pathLst>
                <a:path w="2072" h="918" extrusionOk="0">
                  <a:moveTo>
                    <a:pt x="0" y="1"/>
                  </a:moveTo>
                  <a:lnTo>
                    <a:pt x="83" y="703"/>
                  </a:lnTo>
                  <a:cubicBezTo>
                    <a:pt x="95" y="775"/>
                    <a:pt x="83" y="846"/>
                    <a:pt x="72" y="918"/>
                  </a:cubicBezTo>
                  <a:lnTo>
                    <a:pt x="1536" y="918"/>
                  </a:lnTo>
                  <a:cubicBezTo>
                    <a:pt x="1846" y="918"/>
                    <a:pt x="2072" y="656"/>
                    <a:pt x="2036" y="346"/>
                  </a:cubicBezTo>
                  <a:lnTo>
                    <a:pt x="20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52"/>
            <p:cNvSpPr/>
            <p:nvPr/>
          </p:nvSpPr>
          <p:spPr>
            <a:xfrm>
              <a:off x="2195788" y="4194359"/>
              <a:ext cx="60462" cy="21989"/>
            </a:xfrm>
            <a:custGeom>
              <a:avLst/>
              <a:gdLst/>
              <a:ahLst/>
              <a:cxnLst/>
              <a:rect l="l" t="t" r="r" b="b"/>
              <a:pathLst>
                <a:path w="2263" h="823" extrusionOk="0">
                  <a:moveTo>
                    <a:pt x="191" y="1"/>
                  </a:moveTo>
                  <a:cubicBezTo>
                    <a:pt x="84" y="1"/>
                    <a:pt x="1" y="84"/>
                    <a:pt x="1" y="191"/>
                  </a:cubicBezTo>
                  <a:lnTo>
                    <a:pt x="1" y="632"/>
                  </a:lnTo>
                  <a:cubicBezTo>
                    <a:pt x="1" y="739"/>
                    <a:pt x="84" y="822"/>
                    <a:pt x="191" y="822"/>
                  </a:cubicBezTo>
                  <a:lnTo>
                    <a:pt x="2072" y="822"/>
                  </a:lnTo>
                  <a:cubicBezTo>
                    <a:pt x="2180" y="822"/>
                    <a:pt x="2263" y="739"/>
                    <a:pt x="2263" y="632"/>
                  </a:cubicBezTo>
                  <a:lnTo>
                    <a:pt x="2263" y="191"/>
                  </a:lnTo>
                  <a:cubicBezTo>
                    <a:pt x="2263" y="84"/>
                    <a:pt x="2180" y="1"/>
                    <a:pt x="20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52"/>
            <p:cNvSpPr/>
            <p:nvPr/>
          </p:nvSpPr>
          <p:spPr>
            <a:xfrm>
              <a:off x="2307761" y="4194359"/>
              <a:ext cx="60782" cy="21989"/>
            </a:xfrm>
            <a:custGeom>
              <a:avLst/>
              <a:gdLst/>
              <a:ahLst/>
              <a:cxnLst/>
              <a:rect l="l" t="t" r="r" b="b"/>
              <a:pathLst>
                <a:path w="2275" h="823" extrusionOk="0">
                  <a:moveTo>
                    <a:pt x="191" y="1"/>
                  </a:moveTo>
                  <a:cubicBezTo>
                    <a:pt x="84" y="1"/>
                    <a:pt x="1" y="84"/>
                    <a:pt x="1" y="191"/>
                  </a:cubicBezTo>
                  <a:lnTo>
                    <a:pt x="1" y="632"/>
                  </a:lnTo>
                  <a:cubicBezTo>
                    <a:pt x="1" y="739"/>
                    <a:pt x="84" y="822"/>
                    <a:pt x="191" y="822"/>
                  </a:cubicBezTo>
                  <a:lnTo>
                    <a:pt x="2084" y="822"/>
                  </a:lnTo>
                  <a:cubicBezTo>
                    <a:pt x="2180" y="822"/>
                    <a:pt x="2275" y="739"/>
                    <a:pt x="2275" y="632"/>
                  </a:cubicBezTo>
                  <a:lnTo>
                    <a:pt x="2275" y="191"/>
                  </a:lnTo>
                  <a:cubicBezTo>
                    <a:pt x="2275" y="84"/>
                    <a:pt x="2180" y="1"/>
                    <a:pt x="20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52"/>
            <p:cNvSpPr/>
            <p:nvPr/>
          </p:nvSpPr>
          <p:spPr>
            <a:xfrm>
              <a:off x="2310940" y="4042283"/>
              <a:ext cx="53782" cy="12130"/>
            </a:xfrm>
            <a:custGeom>
              <a:avLst/>
              <a:gdLst/>
              <a:ahLst/>
              <a:cxnLst/>
              <a:rect l="l" t="t" r="r" b="b"/>
              <a:pathLst>
                <a:path w="2013" h="454" extrusionOk="0">
                  <a:moveTo>
                    <a:pt x="231" y="0"/>
                  </a:moveTo>
                  <a:cubicBezTo>
                    <a:pt x="121" y="0"/>
                    <a:pt x="36" y="91"/>
                    <a:pt x="25" y="204"/>
                  </a:cubicBezTo>
                  <a:cubicBezTo>
                    <a:pt x="1" y="335"/>
                    <a:pt x="108" y="454"/>
                    <a:pt x="251" y="454"/>
                  </a:cubicBezTo>
                  <a:lnTo>
                    <a:pt x="1763" y="454"/>
                  </a:lnTo>
                  <a:cubicBezTo>
                    <a:pt x="1882" y="454"/>
                    <a:pt x="1977" y="370"/>
                    <a:pt x="2001" y="251"/>
                  </a:cubicBezTo>
                  <a:cubicBezTo>
                    <a:pt x="2013" y="120"/>
                    <a:pt x="1906" y="1"/>
                    <a:pt x="1775" y="1"/>
                  </a:cubicBezTo>
                  <a:lnTo>
                    <a:pt x="251" y="1"/>
                  </a:lnTo>
                  <a:cubicBezTo>
                    <a:pt x="244" y="1"/>
                    <a:pt x="237" y="0"/>
                    <a:pt x="2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52"/>
            <p:cNvSpPr/>
            <p:nvPr/>
          </p:nvSpPr>
          <p:spPr>
            <a:xfrm>
              <a:off x="2079380" y="3893440"/>
              <a:ext cx="406240" cy="418957"/>
            </a:xfrm>
            <a:custGeom>
              <a:avLst/>
              <a:gdLst/>
              <a:ahLst/>
              <a:cxnLst/>
              <a:rect l="l" t="t" r="r" b="b"/>
              <a:pathLst>
                <a:path w="15205" h="15681" extrusionOk="0">
                  <a:moveTo>
                    <a:pt x="7595" y="468"/>
                  </a:moveTo>
                  <a:cubicBezTo>
                    <a:pt x="8442" y="468"/>
                    <a:pt x="9287" y="471"/>
                    <a:pt x="9299" y="477"/>
                  </a:cubicBezTo>
                  <a:lnTo>
                    <a:pt x="9049" y="1072"/>
                  </a:lnTo>
                  <a:lnTo>
                    <a:pt x="6132" y="1072"/>
                  </a:lnTo>
                  <a:lnTo>
                    <a:pt x="5882" y="477"/>
                  </a:lnTo>
                  <a:cubicBezTo>
                    <a:pt x="5900" y="471"/>
                    <a:pt x="6748" y="468"/>
                    <a:pt x="7595" y="468"/>
                  </a:cubicBezTo>
                  <a:close/>
                  <a:moveTo>
                    <a:pt x="9668" y="786"/>
                  </a:moveTo>
                  <a:lnTo>
                    <a:pt x="10025" y="1536"/>
                  </a:lnTo>
                  <a:lnTo>
                    <a:pt x="10025" y="2310"/>
                  </a:lnTo>
                  <a:cubicBezTo>
                    <a:pt x="10025" y="2322"/>
                    <a:pt x="10013" y="2334"/>
                    <a:pt x="10001" y="2334"/>
                  </a:cubicBezTo>
                  <a:lnTo>
                    <a:pt x="9454" y="2548"/>
                  </a:lnTo>
                  <a:cubicBezTo>
                    <a:pt x="9299" y="2608"/>
                    <a:pt x="9192" y="2739"/>
                    <a:pt x="9156" y="2893"/>
                  </a:cubicBezTo>
                  <a:lnTo>
                    <a:pt x="9025" y="3525"/>
                  </a:lnTo>
                  <a:cubicBezTo>
                    <a:pt x="9025" y="3536"/>
                    <a:pt x="9013" y="3536"/>
                    <a:pt x="9013" y="3548"/>
                  </a:cubicBezTo>
                  <a:lnTo>
                    <a:pt x="8204" y="4239"/>
                  </a:lnTo>
                  <a:lnTo>
                    <a:pt x="9668" y="786"/>
                  </a:lnTo>
                  <a:close/>
                  <a:moveTo>
                    <a:pt x="5513" y="786"/>
                  </a:moveTo>
                  <a:lnTo>
                    <a:pt x="7001" y="4298"/>
                  </a:lnTo>
                  <a:lnTo>
                    <a:pt x="6168" y="3620"/>
                  </a:lnTo>
                  <a:cubicBezTo>
                    <a:pt x="6156" y="3620"/>
                    <a:pt x="6156" y="3608"/>
                    <a:pt x="6156" y="3608"/>
                  </a:cubicBezTo>
                  <a:lnTo>
                    <a:pt x="6013" y="2905"/>
                  </a:lnTo>
                  <a:cubicBezTo>
                    <a:pt x="5989" y="2739"/>
                    <a:pt x="5870" y="2608"/>
                    <a:pt x="5715" y="2548"/>
                  </a:cubicBezTo>
                  <a:lnTo>
                    <a:pt x="5167" y="2334"/>
                  </a:lnTo>
                  <a:cubicBezTo>
                    <a:pt x="5156" y="2334"/>
                    <a:pt x="5144" y="2322"/>
                    <a:pt x="5144" y="2310"/>
                  </a:cubicBezTo>
                  <a:lnTo>
                    <a:pt x="5144" y="1536"/>
                  </a:lnTo>
                  <a:lnTo>
                    <a:pt x="5156" y="1536"/>
                  </a:lnTo>
                  <a:lnTo>
                    <a:pt x="5513" y="786"/>
                  </a:lnTo>
                  <a:close/>
                  <a:moveTo>
                    <a:pt x="8846" y="1524"/>
                  </a:moveTo>
                  <a:lnTo>
                    <a:pt x="7584" y="4489"/>
                  </a:lnTo>
                  <a:lnTo>
                    <a:pt x="6322" y="1524"/>
                  </a:lnTo>
                  <a:close/>
                  <a:moveTo>
                    <a:pt x="2298" y="2941"/>
                  </a:moveTo>
                  <a:lnTo>
                    <a:pt x="2870" y="4489"/>
                  </a:lnTo>
                  <a:cubicBezTo>
                    <a:pt x="3131" y="5191"/>
                    <a:pt x="3251" y="5930"/>
                    <a:pt x="3227" y="6680"/>
                  </a:cubicBezTo>
                  <a:cubicBezTo>
                    <a:pt x="2072" y="12037"/>
                    <a:pt x="2131" y="11728"/>
                    <a:pt x="2096" y="11906"/>
                  </a:cubicBezTo>
                  <a:lnTo>
                    <a:pt x="476" y="11906"/>
                  </a:lnTo>
                  <a:cubicBezTo>
                    <a:pt x="488" y="11740"/>
                    <a:pt x="453" y="12085"/>
                    <a:pt x="1346" y="5763"/>
                  </a:cubicBezTo>
                  <a:cubicBezTo>
                    <a:pt x="1465" y="4882"/>
                    <a:pt x="1738" y="4025"/>
                    <a:pt x="2131" y="3227"/>
                  </a:cubicBezTo>
                  <a:cubicBezTo>
                    <a:pt x="2179" y="3132"/>
                    <a:pt x="2238" y="3036"/>
                    <a:pt x="2298" y="2941"/>
                  </a:cubicBezTo>
                  <a:close/>
                  <a:moveTo>
                    <a:pt x="2036" y="12371"/>
                  </a:moveTo>
                  <a:lnTo>
                    <a:pt x="1977" y="12871"/>
                  </a:lnTo>
                  <a:cubicBezTo>
                    <a:pt x="1977" y="12895"/>
                    <a:pt x="1953" y="12919"/>
                    <a:pt x="1917" y="12919"/>
                  </a:cubicBezTo>
                  <a:lnTo>
                    <a:pt x="524" y="12919"/>
                  </a:lnTo>
                  <a:cubicBezTo>
                    <a:pt x="488" y="12919"/>
                    <a:pt x="464" y="12895"/>
                    <a:pt x="464" y="12859"/>
                  </a:cubicBezTo>
                  <a:lnTo>
                    <a:pt x="464" y="12371"/>
                  </a:lnTo>
                  <a:close/>
                  <a:moveTo>
                    <a:pt x="14704" y="12371"/>
                  </a:moveTo>
                  <a:lnTo>
                    <a:pt x="14704" y="12859"/>
                  </a:lnTo>
                  <a:cubicBezTo>
                    <a:pt x="14704" y="12895"/>
                    <a:pt x="14681" y="12919"/>
                    <a:pt x="14645" y="12919"/>
                  </a:cubicBezTo>
                  <a:lnTo>
                    <a:pt x="13252" y="12919"/>
                  </a:lnTo>
                  <a:cubicBezTo>
                    <a:pt x="13228" y="12919"/>
                    <a:pt x="13204" y="12895"/>
                    <a:pt x="13192" y="12871"/>
                  </a:cubicBezTo>
                  <a:lnTo>
                    <a:pt x="13133" y="12371"/>
                  </a:lnTo>
                  <a:close/>
                  <a:moveTo>
                    <a:pt x="10478" y="1810"/>
                  </a:moveTo>
                  <a:lnTo>
                    <a:pt x="12025" y="2346"/>
                  </a:lnTo>
                  <a:cubicBezTo>
                    <a:pt x="12192" y="2405"/>
                    <a:pt x="12359" y="2489"/>
                    <a:pt x="12502" y="2608"/>
                  </a:cubicBezTo>
                  <a:lnTo>
                    <a:pt x="12514" y="2596"/>
                  </a:lnTo>
                  <a:lnTo>
                    <a:pt x="11871" y="4322"/>
                  </a:lnTo>
                  <a:cubicBezTo>
                    <a:pt x="11597" y="5096"/>
                    <a:pt x="11466" y="5894"/>
                    <a:pt x="11490" y="6703"/>
                  </a:cubicBezTo>
                  <a:lnTo>
                    <a:pt x="11490" y="8347"/>
                  </a:lnTo>
                  <a:cubicBezTo>
                    <a:pt x="11490" y="10335"/>
                    <a:pt x="11621" y="12323"/>
                    <a:pt x="11894" y="14300"/>
                  </a:cubicBezTo>
                  <a:lnTo>
                    <a:pt x="7823" y="14300"/>
                  </a:lnTo>
                  <a:lnTo>
                    <a:pt x="7823" y="5168"/>
                  </a:lnTo>
                  <a:lnTo>
                    <a:pt x="9311" y="3894"/>
                  </a:lnTo>
                  <a:cubicBezTo>
                    <a:pt x="9382" y="3822"/>
                    <a:pt x="9442" y="3727"/>
                    <a:pt x="9466" y="3620"/>
                  </a:cubicBezTo>
                  <a:lnTo>
                    <a:pt x="9597" y="2989"/>
                  </a:lnTo>
                  <a:cubicBezTo>
                    <a:pt x="9608" y="2977"/>
                    <a:pt x="9608" y="2977"/>
                    <a:pt x="9620" y="2977"/>
                  </a:cubicBezTo>
                  <a:lnTo>
                    <a:pt x="10168" y="2774"/>
                  </a:lnTo>
                  <a:cubicBezTo>
                    <a:pt x="10347" y="2691"/>
                    <a:pt x="10478" y="2512"/>
                    <a:pt x="10478" y="2310"/>
                  </a:cubicBezTo>
                  <a:lnTo>
                    <a:pt x="10478" y="1810"/>
                  </a:lnTo>
                  <a:close/>
                  <a:moveTo>
                    <a:pt x="4691" y="1798"/>
                  </a:moveTo>
                  <a:lnTo>
                    <a:pt x="4691" y="2298"/>
                  </a:lnTo>
                  <a:cubicBezTo>
                    <a:pt x="4691" y="2501"/>
                    <a:pt x="4822" y="2679"/>
                    <a:pt x="5013" y="2751"/>
                  </a:cubicBezTo>
                  <a:lnTo>
                    <a:pt x="5560" y="2965"/>
                  </a:lnTo>
                  <a:cubicBezTo>
                    <a:pt x="5560" y="2965"/>
                    <a:pt x="5572" y="2977"/>
                    <a:pt x="5572" y="2977"/>
                  </a:cubicBezTo>
                  <a:lnTo>
                    <a:pt x="5715" y="3679"/>
                  </a:lnTo>
                  <a:cubicBezTo>
                    <a:pt x="5739" y="3798"/>
                    <a:pt x="5798" y="3894"/>
                    <a:pt x="5882" y="3965"/>
                  </a:cubicBezTo>
                  <a:lnTo>
                    <a:pt x="7358" y="5156"/>
                  </a:lnTo>
                  <a:lnTo>
                    <a:pt x="7358" y="14288"/>
                  </a:lnTo>
                  <a:lnTo>
                    <a:pt x="5048" y="14288"/>
                  </a:lnTo>
                  <a:cubicBezTo>
                    <a:pt x="5041" y="14287"/>
                    <a:pt x="5033" y="14287"/>
                    <a:pt x="5026" y="14287"/>
                  </a:cubicBezTo>
                  <a:cubicBezTo>
                    <a:pt x="4917" y="14287"/>
                    <a:pt x="4833" y="14366"/>
                    <a:pt x="4810" y="14466"/>
                  </a:cubicBezTo>
                  <a:cubicBezTo>
                    <a:pt x="4775" y="14609"/>
                    <a:pt x="4894" y="14740"/>
                    <a:pt x="5036" y="14740"/>
                  </a:cubicBezTo>
                  <a:lnTo>
                    <a:pt x="11954" y="14740"/>
                  </a:lnTo>
                  <a:lnTo>
                    <a:pt x="11966" y="14895"/>
                  </a:lnTo>
                  <a:cubicBezTo>
                    <a:pt x="11990" y="15062"/>
                    <a:pt x="11859" y="15205"/>
                    <a:pt x="11692" y="15205"/>
                  </a:cubicBezTo>
                  <a:lnTo>
                    <a:pt x="11692" y="15216"/>
                  </a:lnTo>
                  <a:lnTo>
                    <a:pt x="3477" y="15216"/>
                  </a:lnTo>
                  <a:cubicBezTo>
                    <a:pt x="3310" y="15216"/>
                    <a:pt x="3179" y="15062"/>
                    <a:pt x="3203" y="14895"/>
                  </a:cubicBezTo>
                  <a:lnTo>
                    <a:pt x="3227" y="14752"/>
                  </a:lnTo>
                  <a:lnTo>
                    <a:pt x="3953" y="14752"/>
                  </a:lnTo>
                  <a:cubicBezTo>
                    <a:pt x="4072" y="14752"/>
                    <a:pt x="4179" y="14669"/>
                    <a:pt x="4191" y="14550"/>
                  </a:cubicBezTo>
                  <a:cubicBezTo>
                    <a:pt x="4203" y="14407"/>
                    <a:pt x="4108" y="14288"/>
                    <a:pt x="3965" y="14288"/>
                  </a:cubicBezTo>
                  <a:lnTo>
                    <a:pt x="3286" y="14288"/>
                  </a:lnTo>
                  <a:cubicBezTo>
                    <a:pt x="3548" y="12323"/>
                    <a:pt x="3679" y="10323"/>
                    <a:pt x="3679" y="8335"/>
                  </a:cubicBezTo>
                  <a:lnTo>
                    <a:pt x="3679" y="6703"/>
                  </a:lnTo>
                  <a:cubicBezTo>
                    <a:pt x="3703" y="5894"/>
                    <a:pt x="3584" y="5084"/>
                    <a:pt x="3298" y="4322"/>
                  </a:cubicBezTo>
                  <a:lnTo>
                    <a:pt x="2667" y="2584"/>
                  </a:lnTo>
                  <a:cubicBezTo>
                    <a:pt x="2810" y="2477"/>
                    <a:pt x="2977" y="2393"/>
                    <a:pt x="3143" y="2334"/>
                  </a:cubicBezTo>
                  <a:lnTo>
                    <a:pt x="4691" y="1798"/>
                  </a:lnTo>
                  <a:close/>
                  <a:moveTo>
                    <a:pt x="5918" y="0"/>
                  </a:moveTo>
                  <a:cubicBezTo>
                    <a:pt x="5596" y="0"/>
                    <a:pt x="5298" y="179"/>
                    <a:pt x="5156" y="477"/>
                  </a:cubicBezTo>
                  <a:lnTo>
                    <a:pt x="4763" y="1298"/>
                  </a:lnTo>
                  <a:lnTo>
                    <a:pt x="3000" y="1905"/>
                  </a:lnTo>
                  <a:cubicBezTo>
                    <a:pt x="2441" y="2096"/>
                    <a:pt x="1988" y="2501"/>
                    <a:pt x="1715" y="3024"/>
                  </a:cubicBezTo>
                  <a:cubicBezTo>
                    <a:pt x="1298" y="3870"/>
                    <a:pt x="1024" y="4775"/>
                    <a:pt x="893" y="5703"/>
                  </a:cubicBezTo>
                  <a:cubicBezTo>
                    <a:pt x="0" y="12037"/>
                    <a:pt x="12" y="11728"/>
                    <a:pt x="12" y="12133"/>
                  </a:cubicBezTo>
                  <a:lnTo>
                    <a:pt x="12" y="12859"/>
                  </a:lnTo>
                  <a:cubicBezTo>
                    <a:pt x="12" y="13145"/>
                    <a:pt x="238" y="13371"/>
                    <a:pt x="524" y="13371"/>
                  </a:cubicBezTo>
                  <a:lnTo>
                    <a:pt x="1917" y="13371"/>
                  </a:lnTo>
                  <a:cubicBezTo>
                    <a:pt x="2179" y="13371"/>
                    <a:pt x="2393" y="13180"/>
                    <a:pt x="2429" y="12930"/>
                  </a:cubicBezTo>
                  <a:cubicBezTo>
                    <a:pt x="2631" y="11359"/>
                    <a:pt x="2405" y="12704"/>
                    <a:pt x="3227" y="8859"/>
                  </a:cubicBezTo>
                  <a:lnTo>
                    <a:pt x="3227" y="8859"/>
                  </a:lnTo>
                  <a:cubicBezTo>
                    <a:pt x="3203" y="10740"/>
                    <a:pt x="3060" y="12633"/>
                    <a:pt x="2798" y="14502"/>
                  </a:cubicBezTo>
                  <a:lnTo>
                    <a:pt x="2750" y="14847"/>
                  </a:lnTo>
                  <a:cubicBezTo>
                    <a:pt x="2703" y="15288"/>
                    <a:pt x="3048" y="15669"/>
                    <a:pt x="3489" y="15681"/>
                  </a:cubicBezTo>
                  <a:lnTo>
                    <a:pt x="11692" y="15681"/>
                  </a:lnTo>
                  <a:cubicBezTo>
                    <a:pt x="12133" y="15669"/>
                    <a:pt x="12478" y="15288"/>
                    <a:pt x="12418" y="14847"/>
                  </a:cubicBezTo>
                  <a:lnTo>
                    <a:pt x="12383" y="14502"/>
                  </a:lnTo>
                  <a:cubicBezTo>
                    <a:pt x="12121" y="12633"/>
                    <a:pt x="11978" y="10740"/>
                    <a:pt x="11954" y="8859"/>
                  </a:cubicBezTo>
                  <a:lnTo>
                    <a:pt x="11954" y="8859"/>
                  </a:lnTo>
                  <a:cubicBezTo>
                    <a:pt x="12764" y="12692"/>
                    <a:pt x="12549" y="11347"/>
                    <a:pt x="12740" y="12930"/>
                  </a:cubicBezTo>
                  <a:cubicBezTo>
                    <a:pt x="12776" y="13180"/>
                    <a:pt x="13002" y="13371"/>
                    <a:pt x="13264" y="13371"/>
                  </a:cubicBezTo>
                  <a:lnTo>
                    <a:pt x="14645" y="13371"/>
                  </a:lnTo>
                  <a:cubicBezTo>
                    <a:pt x="14931" y="13371"/>
                    <a:pt x="15169" y="13145"/>
                    <a:pt x="15169" y="12859"/>
                  </a:cubicBezTo>
                  <a:cubicBezTo>
                    <a:pt x="15181" y="11525"/>
                    <a:pt x="15204" y="12287"/>
                    <a:pt x="14288" y="5691"/>
                  </a:cubicBezTo>
                  <a:cubicBezTo>
                    <a:pt x="14266" y="5559"/>
                    <a:pt x="14164" y="5497"/>
                    <a:pt x="14062" y="5497"/>
                  </a:cubicBezTo>
                  <a:cubicBezTo>
                    <a:pt x="13936" y="5497"/>
                    <a:pt x="13809" y="5592"/>
                    <a:pt x="13835" y="5763"/>
                  </a:cubicBezTo>
                  <a:cubicBezTo>
                    <a:pt x="14728" y="12097"/>
                    <a:pt x="14681" y="11740"/>
                    <a:pt x="14692" y="11906"/>
                  </a:cubicBezTo>
                  <a:lnTo>
                    <a:pt x="13073" y="11906"/>
                  </a:lnTo>
                  <a:cubicBezTo>
                    <a:pt x="13049" y="11728"/>
                    <a:pt x="13109" y="12037"/>
                    <a:pt x="11942" y="6680"/>
                  </a:cubicBezTo>
                  <a:cubicBezTo>
                    <a:pt x="11918" y="5930"/>
                    <a:pt x="12037" y="5191"/>
                    <a:pt x="12299" y="4489"/>
                  </a:cubicBezTo>
                  <a:lnTo>
                    <a:pt x="12859" y="2953"/>
                  </a:lnTo>
                  <a:cubicBezTo>
                    <a:pt x="12930" y="3036"/>
                    <a:pt x="12990" y="3132"/>
                    <a:pt x="13037" y="3227"/>
                  </a:cubicBezTo>
                  <a:cubicBezTo>
                    <a:pt x="13276" y="3715"/>
                    <a:pt x="13466" y="4215"/>
                    <a:pt x="13609" y="4739"/>
                  </a:cubicBezTo>
                  <a:cubicBezTo>
                    <a:pt x="13633" y="4834"/>
                    <a:pt x="13728" y="4906"/>
                    <a:pt x="13835" y="4906"/>
                  </a:cubicBezTo>
                  <a:cubicBezTo>
                    <a:pt x="13847" y="4906"/>
                    <a:pt x="13871" y="4894"/>
                    <a:pt x="13895" y="4894"/>
                  </a:cubicBezTo>
                  <a:cubicBezTo>
                    <a:pt x="14014" y="4858"/>
                    <a:pt x="14085" y="4739"/>
                    <a:pt x="14049" y="4608"/>
                  </a:cubicBezTo>
                  <a:cubicBezTo>
                    <a:pt x="13907" y="4060"/>
                    <a:pt x="13704" y="3536"/>
                    <a:pt x="13454" y="3024"/>
                  </a:cubicBezTo>
                  <a:cubicBezTo>
                    <a:pt x="13180" y="2501"/>
                    <a:pt x="12728" y="2096"/>
                    <a:pt x="12168" y="1905"/>
                  </a:cubicBezTo>
                  <a:lnTo>
                    <a:pt x="10406" y="1298"/>
                  </a:lnTo>
                  <a:lnTo>
                    <a:pt x="10013" y="477"/>
                  </a:lnTo>
                  <a:cubicBezTo>
                    <a:pt x="9870" y="179"/>
                    <a:pt x="9573" y="0"/>
                    <a:pt x="9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52"/>
            <p:cNvSpPr/>
            <p:nvPr/>
          </p:nvSpPr>
          <p:spPr>
            <a:xfrm>
              <a:off x="2189108" y="4187680"/>
              <a:ext cx="72885" cy="34706"/>
            </a:xfrm>
            <a:custGeom>
              <a:avLst/>
              <a:gdLst/>
              <a:ahLst/>
              <a:cxnLst/>
              <a:rect l="l" t="t" r="r" b="b"/>
              <a:pathLst>
                <a:path w="2728" h="1299" extrusionOk="0">
                  <a:moveTo>
                    <a:pt x="2275" y="465"/>
                  </a:moveTo>
                  <a:lnTo>
                    <a:pt x="2275" y="834"/>
                  </a:lnTo>
                  <a:lnTo>
                    <a:pt x="465" y="834"/>
                  </a:lnTo>
                  <a:lnTo>
                    <a:pt x="465" y="465"/>
                  </a:lnTo>
                  <a:close/>
                  <a:moveTo>
                    <a:pt x="429" y="1"/>
                  </a:moveTo>
                  <a:cubicBezTo>
                    <a:pt x="191" y="1"/>
                    <a:pt x="1" y="191"/>
                    <a:pt x="1" y="429"/>
                  </a:cubicBezTo>
                  <a:lnTo>
                    <a:pt x="1" y="870"/>
                  </a:lnTo>
                  <a:cubicBezTo>
                    <a:pt x="1" y="1108"/>
                    <a:pt x="191" y="1298"/>
                    <a:pt x="429" y="1298"/>
                  </a:cubicBezTo>
                  <a:lnTo>
                    <a:pt x="2311" y="1298"/>
                  </a:lnTo>
                  <a:cubicBezTo>
                    <a:pt x="2549" y="1298"/>
                    <a:pt x="2727" y="1108"/>
                    <a:pt x="2727" y="870"/>
                  </a:cubicBezTo>
                  <a:lnTo>
                    <a:pt x="2727" y="429"/>
                  </a:lnTo>
                  <a:cubicBezTo>
                    <a:pt x="2727" y="191"/>
                    <a:pt x="2537" y="1"/>
                    <a:pt x="2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52"/>
            <p:cNvSpPr/>
            <p:nvPr/>
          </p:nvSpPr>
          <p:spPr>
            <a:xfrm>
              <a:off x="2302043" y="4187680"/>
              <a:ext cx="72859" cy="34706"/>
            </a:xfrm>
            <a:custGeom>
              <a:avLst/>
              <a:gdLst/>
              <a:ahLst/>
              <a:cxnLst/>
              <a:rect l="l" t="t" r="r" b="b"/>
              <a:pathLst>
                <a:path w="2727" h="1299" extrusionOk="0">
                  <a:moveTo>
                    <a:pt x="2275" y="465"/>
                  </a:moveTo>
                  <a:lnTo>
                    <a:pt x="2275" y="834"/>
                  </a:lnTo>
                  <a:lnTo>
                    <a:pt x="465" y="834"/>
                  </a:lnTo>
                  <a:lnTo>
                    <a:pt x="465" y="465"/>
                  </a:lnTo>
                  <a:close/>
                  <a:moveTo>
                    <a:pt x="429" y="1"/>
                  </a:moveTo>
                  <a:cubicBezTo>
                    <a:pt x="191" y="1"/>
                    <a:pt x="0" y="191"/>
                    <a:pt x="0" y="429"/>
                  </a:cubicBezTo>
                  <a:lnTo>
                    <a:pt x="0" y="870"/>
                  </a:lnTo>
                  <a:cubicBezTo>
                    <a:pt x="0" y="1108"/>
                    <a:pt x="191" y="1298"/>
                    <a:pt x="429" y="1298"/>
                  </a:cubicBezTo>
                  <a:lnTo>
                    <a:pt x="2310" y="1298"/>
                  </a:lnTo>
                  <a:cubicBezTo>
                    <a:pt x="2537" y="1298"/>
                    <a:pt x="2727" y="1108"/>
                    <a:pt x="2727" y="870"/>
                  </a:cubicBezTo>
                  <a:lnTo>
                    <a:pt x="2727" y="429"/>
                  </a:lnTo>
                  <a:cubicBezTo>
                    <a:pt x="2727" y="191"/>
                    <a:pt x="2537" y="1"/>
                    <a:pt x="23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69" name="Google Shape;2369;p52"/>
          <p:cNvGrpSpPr/>
          <p:nvPr/>
        </p:nvGrpSpPr>
        <p:grpSpPr>
          <a:xfrm>
            <a:off x="7017412" y="2926114"/>
            <a:ext cx="353576" cy="445809"/>
            <a:chOff x="1462232" y="3893280"/>
            <a:chExt cx="332152" cy="418797"/>
          </a:xfrm>
        </p:grpSpPr>
        <p:sp>
          <p:nvSpPr>
            <p:cNvPr id="2370" name="Google Shape;2370;p52"/>
            <p:cNvSpPr/>
            <p:nvPr/>
          </p:nvSpPr>
          <p:spPr>
            <a:xfrm>
              <a:off x="1567846" y="3899478"/>
              <a:ext cx="90065" cy="123141"/>
            </a:xfrm>
            <a:custGeom>
              <a:avLst/>
              <a:gdLst/>
              <a:ahLst/>
              <a:cxnLst/>
              <a:rect l="l" t="t" r="r" b="b"/>
              <a:pathLst>
                <a:path w="3371" h="4609" extrusionOk="0">
                  <a:moveTo>
                    <a:pt x="1686" y="0"/>
                  </a:moveTo>
                  <a:cubicBezTo>
                    <a:pt x="1611" y="0"/>
                    <a:pt x="1537" y="36"/>
                    <a:pt x="1489" y="108"/>
                  </a:cubicBezTo>
                  <a:cubicBezTo>
                    <a:pt x="1025" y="751"/>
                    <a:pt x="620" y="1429"/>
                    <a:pt x="299" y="2144"/>
                  </a:cubicBezTo>
                  <a:cubicBezTo>
                    <a:pt x="1" y="2870"/>
                    <a:pt x="156" y="3751"/>
                    <a:pt x="656" y="4251"/>
                  </a:cubicBezTo>
                  <a:cubicBezTo>
                    <a:pt x="870" y="4477"/>
                    <a:pt x="1168" y="4596"/>
                    <a:pt x="1477" y="4608"/>
                  </a:cubicBezTo>
                  <a:lnTo>
                    <a:pt x="1894" y="4608"/>
                  </a:lnTo>
                  <a:cubicBezTo>
                    <a:pt x="2204" y="4596"/>
                    <a:pt x="2489" y="4477"/>
                    <a:pt x="2715" y="4251"/>
                  </a:cubicBezTo>
                  <a:cubicBezTo>
                    <a:pt x="3216" y="3751"/>
                    <a:pt x="3370" y="2870"/>
                    <a:pt x="3073" y="2144"/>
                  </a:cubicBezTo>
                  <a:cubicBezTo>
                    <a:pt x="2739" y="1429"/>
                    <a:pt x="2346" y="751"/>
                    <a:pt x="1882" y="108"/>
                  </a:cubicBezTo>
                  <a:cubicBezTo>
                    <a:pt x="1834" y="36"/>
                    <a:pt x="1760" y="0"/>
                    <a:pt x="168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52"/>
            <p:cNvSpPr/>
            <p:nvPr/>
          </p:nvSpPr>
          <p:spPr>
            <a:xfrm>
              <a:off x="1582167" y="3960875"/>
              <a:ext cx="61424" cy="61744"/>
            </a:xfrm>
            <a:custGeom>
              <a:avLst/>
              <a:gdLst/>
              <a:ahLst/>
              <a:cxnLst/>
              <a:rect l="l" t="t" r="r" b="b"/>
              <a:pathLst>
                <a:path w="2299" h="2311" extrusionOk="0">
                  <a:moveTo>
                    <a:pt x="1150" y="0"/>
                  </a:moveTo>
                  <a:cubicBezTo>
                    <a:pt x="1075" y="0"/>
                    <a:pt x="1001" y="36"/>
                    <a:pt x="953" y="108"/>
                  </a:cubicBezTo>
                  <a:cubicBezTo>
                    <a:pt x="584" y="608"/>
                    <a:pt x="286" y="1143"/>
                    <a:pt x="36" y="1703"/>
                  </a:cubicBezTo>
                  <a:cubicBezTo>
                    <a:pt x="24" y="1727"/>
                    <a:pt x="13" y="1763"/>
                    <a:pt x="1" y="1798"/>
                  </a:cubicBezTo>
                  <a:cubicBezTo>
                    <a:pt x="36" y="1858"/>
                    <a:pt x="84" y="1905"/>
                    <a:pt x="120" y="1953"/>
                  </a:cubicBezTo>
                  <a:cubicBezTo>
                    <a:pt x="334" y="2179"/>
                    <a:pt x="632" y="2298"/>
                    <a:pt x="941" y="2310"/>
                  </a:cubicBezTo>
                  <a:lnTo>
                    <a:pt x="1358" y="2310"/>
                  </a:lnTo>
                  <a:cubicBezTo>
                    <a:pt x="1668" y="2298"/>
                    <a:pt x="1953" y="2179"/>
                    <a:pt x="2179" y="1953"/>
                  </a:cubicBezTo>
                  <a:cubicBezTo>
                    <a:pt x="2215" y="1905"/>
                    <a:pt x="2263" y="1858"/>
                    <a:pt x="2299" y="1798"/>
                  </a:cubicBezTo>
                  <a:cubicBezTo>
                    <a:pt x="2287" y="1763"/>
                    <a:pt x="2275" y="1727"/>
                    <a:pt x="2263" y="1679"/>
                  </a:cubicBezTo>
                  <a:cubicBezTo>
                    <a:pt x="2013" y="1131"/>
                    <a:pt x="1703" y="596"/>
                    <a:pt x="1346" y="108"/>
                  </a:cubicBezTo>
                  <a:cubicBezTo>
                    <a:pt x="1298" y="36"/>
                    <a:pt x="1224" y="0"/>
                    <a:pt x="11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52"/>
            <p:cNvSpPr/>
            <p:nvPr/>
          </p:nvSpPr>
          <p:spPr>
            <a:xfrm>
              <a:off x="1648667" y="4225539"/>
              <a:ext cx="54103" cy="58885"/>
            </a:xfrm>
            <a:custGeom>
              <a:avLst/>
              <a:gdLst/>
              <a:ahLst/>
              <a:cxnLst/>
              <a:rect l="l" t="t" r="r" b="b"/>
              <a:pathLst>
                <a:path w="2025" h="2204" extrusionOk="0">
                  <a:moveTo>
                    <a:pt x="0" y="0"/>
                  </a:moveTo>
                  <a:lnTo>
                    <a:pt x="0" y="2203"/>
                  </a:lnTo>
                  <a:lnTo>
                    <a:pt x="2024" y="2203"/>
                  </a:lnTo>
                  <a:lnTo>
                    <a:pt x="202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52"/>
            <p:cNvSpPr/>
            <p:nvPr/>
          </p:nvSpPr>
          <p:spPr>
            <a:xfrm>
              <a:off x="1648667" y="4213142"/>
              <a:ext cx="79538" cy="29603"/>
            </a:xfrm>
            <a:custGeom>
              <a:avLst/>
              <a:gdLst/>
              <a:ahLst/>
              <a:cxnLst/>
              <a:rect l="l" t="t" r="r" b="b"/>
              <a:pathLst>
                <a:path w="2977" h="1108" extrusionOk="0">
                  <a:moveTo>
                    <a:pt x="0" y="0"/>
                  </a:moveTo>
                  <a:lnTo>
                    <a:pt x="0" y="1107"/>
                  </a:lnTo>
                  <a:lnTo>
                    <a:pt x="2977" y="1107"/>
                  </a:lnTo>
                  <a:lnTo>
                    <a:pt x="29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52"/>
            <p:cNvSpPr/>
            <p:nvPr/>
          </p:nvSpPr>
          <p:spPr>
            <a:xfrm>
              <a:off x="1571026" y="4025131"/>
              <a:ext cx="83385" cy="233190"/>
            </a:xfrm>
            <a:custGeom>
              <a:avLst/>
              <a:gdLst/>
              <a:ahLst/>
              <a:cxnLst/>
              <a:rect l="l" t="t" r="r" b="b"/>
              <a:pathLst>
                <a:path w="3121" h="8728" extrusionOk="0">
                  <a:moveTo>
                    <a:pt x="1" y="0"/>
                  </a:moveTo>
                  <a:lnTo>
                    <a:pt x="1" y="8728"/>
                  </a:lnTo>
                  <a:lnTo>
                    <a:pt x="3120" y="8728"/>
                  </a:lnTo>
                  <a:lnTo>
                    <a:pt x="312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52"/>
            <p:cNvSpPr/>
            <p:nvPr/>
          </p:nvSpPr>
          <p:spPr>
            <a:xfrm>
              <a:off x="1556411" y="4190218"/>
              <a:ext cx="113576" cy="83385"/>
            </a:xfrm>
            <a:custGeom>
              <a:avLst/>
              <a:gdLst/>
              <a:ahLst/>
              <a:cxnLst/>
              <a:rect l="l" t="t" r="r" b="b"/>
              <a:pathLst>
                <a:path w="4251" h="3121" extrusionOk="0">
                  <a:moveTo>
                    <a:pt x="334" y="1"/>
                  </a:moveTo>
                  <a:cubicBezTo>
                    <a:pt x="143" y="1"/>
                    <a:pt x="0" y="156"/>
                    <a:pt x="0" y="334"/>
                  </a:cubicBezTo>
                  <a:lnTo>
                    <a:pt x="0" y="3120"/>
                  </a:lnTo>
                  <a:lnTo>
                    <a:pt x="4251" y="3120"/>
                  </a:lnTo>
                  <a:lnTo>
                    <a:pt x="4251" y="334"/>
                  </a:lnTo>
                  <a:cubicBezTo>
                    <a:pt x="4251" y="156"/>
                    <a:pt x="4096" y="1"/>
                    <a:pt x="39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52"/>
            <p:cNvSpPr/>
            <p:nvPr/>
          </p:nvSpPr>
          <p:spPr>
            <a:xfrm>
              <a:off x="1502335" y="4262115"/>
              <a:ext cx="221729" cy="43603"/>
            </a:xfrm>
            <a:custGeom>
              <a:avLst/>
              <a:gdLst/>
              <a:ahLst/>
              <a:cxnLst/>
              <a:rect l="l" t="t" r="r" b="b"/>
              <a:pathLst>
                <a:path w="8299" h="1632" extrusionOk="0">
                  <a:moveTo>
                    <a:pt x="2024" y="1"/>
                  </a:moveTo>
                  <a:lnTo>
                    <a:pt x="226" y="894"/>
                  </a:lnTo>
                  <a:cubicBezTo>
                    <a:pt x="95" y="953"/>
                    <a:pt x="0" y="1096"/>
                    <a:pt x="0" y="1251"/>
                  </a:cubicBezTo>
                  <a:lnTo>
                    <a:pt x="0" y="1382"/>
                  </a:lnTo>
                  <a:cubicBezTo>
                    <a:pt x="0" y="1513"/>
                    <a:pt x="107" y="1620"/>
                    <a:pt x="238" y="1632"/>
                  </a:cubicBezTo>
                  <a:lnTo>
                    <a:pt x="8061" y="1632"/>
                  </a:lnTo>
                  <a:cubicBezTo>
                    <a:pt x="8192" y="1620"/>
                    <a:pt x="8299" y="1513"/>
                    <a:pt x="8299" y="1382"/>
                  </a:cubicBezTo>
                  <a:lnTo>
                    <a:pt x="8299" y="1251"/>
                  </a:lnTo>
                  <a:cubicBezTo>
                    <a:pt x="8299" y="1096"/>
                    <a:pt x="8204" y="953"/>
                    <a:pt x="8061" y="894"/>
                  </a:cubicBezTo>
                  <a:lnTo>
                    <a:pt x="626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52"/>
            <p:cNvSpPr/>
            <p:nvPr/>
          </p:nvSpPr>
          <p:spPr>
            <a:xfrm>
              <a:off x="1560553" y="4011131"/>
              <a:ext cx="104679" cy="28668"/>
            </a:xfrm>
            <a:custGeom>
              <a:avLst/>
              <a:gdLst/>
              <a:ahLst/>
              <a:cxnLst/>
              <a:rect l="l" t="t" r="r" b="b"/>
              <a:pathLst>
                <a:path w="3918" h="1073" extrusionOk="0">
                  <a:moveTo>
                    <a:pt x="321" y="1"/>
                  </a:moveTo>
                  <a:cubicBezTo>
                    <a:pt x="143" y="1"/>
                    <a:pt x="0" y="143"/>
                    <a:pt x="0" y="322"/>
                  </a:cubicBezTo>
                  <a:lnTo>
                    <a:pt x="0" y="751"/>
                  </a:lnTo>
                  <a:cubicBezTo>
                    <a:pt x="0" y="917"/>
                    <a:pt x="143" y="1072"/>
                    <a:pt x="321" y="1072"/>
                  </a:cubicBezTo>
                  <a:lnTo>
                    <a:pt x="3596" y="1072"/>
                  </a:lnTo>
                  <a:cubicBezTo>
                    <a:pt x="3774" y="1072"/>
                    <a:pt x="3917" y="917"/>
                    <a:pt x="3917" y="751"/>
                  </a:cubicBezTo>
                  <a:lnTo>
                    <a:pt x="3917" y="322"/>
                  </a:lnTo>
                  <a:cubicBezTo>
                    <a:pt x="3905" y="143"/>
                    <a:pt x="3762" y="1"/>
                    <a:pt x="35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52"/>
            <p:cNvSpPr/>
            <p:nvPr/>
          </p:nvSpPr>
          <p:spPr>
            <a:xfrm>
              <a:off x="1468618" y="4213142"/>
              <a:ext cx="55679" cy="29603"/>
            </a:xfrm>
            <a:custGeom>
              <a:avLst/>
              <a:gdLst/>
              <a:ahLst/>
              <a:cxnLst/>
              <a:rect l="l" t="t" r="r" b="b"/>
              <a:pathLst>
                <a:path w="2084" h="1108" extrusionOk="0">
                  <a:moveTo>
                    <a:pt x="333" y="0"/>
                  </a:moveTo>
                  <a:cubicBezTo>
                    <a:pt x="155" y="0"/>
                    <a:pt x="0" y="143"/>
                    <a:pt x="0" y="333"/>
                  </a:cubicBezTo>
                  <a:lnTo>
                    <a:pt x="0" y="774"/>
                  </a:lnTo>
                  <a:cubicBezTo>
                    <a:pt x="0" y="953"/>
                    <a:pt x="155" y="1107"/>
                    <a:pt x="333" y="1107"/>
                  </a:cubicBezTo>
                  <a:lnTo>
                    <a:pt x="1762" y="1107"/>
                  </a:lnTo>
                  <a:cubicBezTo>
                    <a:pt x="1941" y="1107"/>
                    <a:pt x="2084" y="953"/>
                    <a:pt x="2084" y="774"/>
                  </a:cubicBezTo>
                  <a:lnTo>
                    <a:pt x="2084" y="333"/>
                  </a:lnTo>
                  <a:cubicBezTo>
                    <a:pt x="2084" y="143"/>
                    <a:pt x="1941" y="0"/>
                    <a:pt x="17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52"/>
            <p:cNvSpPr/>
            <p:nvPr/>
          </p:nvSpPr>
          <p:spPr>
            <a:xfrm>
              <a:off x="1462232" y="3893280"/>
              <a:ext cx="332152" cy="418797"/>
            </a:xfrm>
            <a:custGeom>
              <a:avLst/>
              <a:gdLst/>
              <a:ahLst/>
              <a:cxnLst/>
              <a:rect l="l" t="t" r="r" b="b"/>
              <a:pathLst>
                <a:path w="12432" h="15675" extrusionOk="0">
                  <a:moveTo>
                    <a:pt x="5645" y="462"/>
                  </a:moveTo>
                  <a:cubicBezTo>
                    <a:pt x="5648" y="462"/>
                    <a:pt x="5650" y="465"/>
                    <a:pt x="5656" y="471"/>
                  </a:cubicBezTo>
                  <a:cubicBezTo>
                    <a:pt x="6109" y="1090"/>
                    <a:pt x="6490" y="1756"/>
                    <a:pt x="6811" y="2459"/>
                  </a:cubicBezTo>
                  <a:cubicBezTo>
                    <a:pt x="6990" y="2899"/>
                    <a:pt x="6990" y="3388"/>
                    <a:pt x="6823" y="3816"/>
                  </a:cubicBezTo>
                  <a:cubicBezTo>
                    <a:pt x="6585" y="3364"/>
                    <a:pt x="6323" y="2923"/>
                    <a:pt x="6026" y="2507"/>
                  </a:cubicBezTo>
                  <a:cubicBezTo>
                    <a:pt x="5930" y="2370"/>
                    <a:pt x="5784" y="2301"/>
                    <a:pt x="5639" y="2301"/>
                  </a:cubicBezTo>
                  <a:cubicBezTo>
                    <a:pt x="5493" y="2301"/>
                    <a:pt x="5347" y="2370"/>
                    <a:pt x="5252" y="2507"/>
                  </a:cubicBezTo>
                  <a:cubicBezTo>
                    <a:pt x="4954" y="2923"/>
                    <a:pt x="4692" y="3364"/>
                    <a:pt x="4454" y="3816"/>
                  </a:cubicBezTo>
                  <a:cubicBezTo>
                    <a:pt x="4287" y="3388"/>
                    <a:pt x="4287" y="2899"/>
                    <a:pt x="4466" y="2471"/>
                  </a:cubicBezTo>
                  <a:lnTo>
                    <a:pt x="4466" y="2459"/>
                  </a:lnTo>
                  <a:cubicBezTo>
                    <a:pt x="4787" y="1756"/>
                    <a:pt x="5168" y="1090"/>
                    <a:pt x="5621" y="471"/>
                  </a:cubicBezTo>
                  <a:cubicBezTo>
                    <a:pt x="5627" y="465"/>
                    <a:pt x="5630" y="462"/>
                    <a:pt x="5631" y="462"/>
                  </a:cubicBezTo>
                  <a:cubicBezTo>
                    <a:pt x="5633" y="462"/>
                    <a:pt x="5633" y="465"/>
                    <a:pt x="5633" y="471"/>
                  </a:cubicBezTo>
                  <a:cubicBezTo>
                    <a:pt x="5639" y="465"/>
                    <a:pt x="5642" y="462"/>
                    <a:pt x="5645" y="462"/>
                  </a:cubicBezTo>
                  <a:close/>
                  <a:moveTo>
                    <a:pt x="5639" y="2760"/>
                  </a:moveTo>
                  <a:cubicBezTo>
                    <a:pt x="5645" y="2760"/>
                    <a:pt x="5650" y="2763"/>
                    <a:pt x="5656" y="2769"/>
                  </a:cubicBezTo>
                  <a:cubicBezTo>
                    <a:pt x="5966" y="3209"/>
                    <a:pt x="6240" y="3673"/>
                    <a:pt x="6478" y="4162"/>
                  </a:cubicBezTo>
                  <a:lnTo>
                    <a:pt x="4799" y="4162"/>
                  </a:lnTo>
                  <a:cubicBezTo>
                    <a:pt x="5037" y="3673"/>
                    <a:pt x="5311" y="3209"/>
                    <a:pt x="5621" y="2769"/>
                  </a:cubicBezTo>
                  <a:cubicBezTo>
                    <a:pt x="5627" y="2763"/>
                    <a:pt x="5633" y="2760"/>
                    <a:pt x="5639" y="2760"/>
                  </a:cubicBezTo>
                  <a:close/>
                  <a:moveTo>
                    <a:pt x="7288" y="4626"/>
                  </a:moveTo>
                  <a:cubicBezTo>
                    <a:pt x="7335" y="4626"/>
                    <a:pt x="7371" y="4662"/>
                    <a:pt x="7371" y="4721"/>
                  </a:cubicBezTo>
                  <a:lnTo>
                    <a:pt x="7371" y="5150"/>
                  </a:lnTo>
                  <a:cubicBezTo>
                    <a:pt x="7371" y="5197"/>
                    <a:pt x="7335" y="5233"/>
                    <a:pt x="7288" y="5233"/>
                  </a:cubicBezTo>
                  <a:lnTo>
                    <a:pt x="4013" y="5233"/>
                  </a:lnTo>
                  <a:cubicBezTo>
                    <a:pt x="3954" y="5233"/>
                    <a:pt x="3918" y="5197"/>
                    <a:pt x="3918" y="5150"/>
                  </a:cubicBezTo>
                  <a:lnTo>
                    <a:pt x="3918" y="4709"/>
                  </a:lnTo>
                  <a:cubicBezTo>
                    <a:pt x="3918" y="4662"/>
                    <a:pt x="3966" y="4626"/>
                    <a:pt x="4013" y="4626"/>
                  </a:cubicBezTo>
                  <a:close/>
                  <a:moveTo>
                    <a:pt x="2013" y="12210"/>
                  </a:moveTo>
                  <a:cubicBezTo>
                    <a:pt x="2061" y="12210"/>
                    <a:pt x="2108" y="12258"/>
                    <a:pt x="2108" y="12317"/>
                  </a:cubicBezTo>
                  <a:lnTo>
                    <a:pt x="2108" y="12758"/>
                  </a:lnTo>
                  <a:cubicBezTo>
                    <a:pt x="2108" y="12817"/>
                    <a:pt x="2073" y="12853"/>
                    <a:pt x="2013" y="12853"/>
                  </a:cubicBezTo>
                  <a:lnTo>
                    <a:pt x="584" y="12853"/>
                  </a:lnTo>
                  <a:cubicBezTo>
                    <a:pt x="537" y="12853"/>
                    <a:pt x="489" y="12817"/>
                    <a:pt x="489" y="12758"/>
                  </a:cubicBezTo>
                  <a:lnTo>
                    <a:pt x="489" y="12317"/>
                  </a:lnTo>
                  <a:cubicBezTo>
                    <a:pt x="489" y="12258"/>
                    <a:pt x="537" y="12210"/>
                    <a:pt x="584" y="12210"/>
                  </a:cubicBezTo>
                  <a:close/>
                  <a:moveTo>
                    <a:pt x="9740" y="12222"/>
                  </a:moveTo>
                  <a:lnTo>
                    <a:pt x="9740" y="12865"/>
                  </a:lnTo>
                  <a:lnTo>
                    <a:pt x="7990" y="12865"/>
                  </a:lnTo>
                  <a:lnTo>
                    <a:pt x="7990" y="12222"/>
                  </a:lnTo>
                  <a:close/>
                  <a:moveTo>
                    <a:pt x="8788" y="13317"/>
                  </a:moveTo>
                  <a:lnTo>
                    <a:pt x="8788" y="14091"/>
                  </a:lnTo>
                  <a:lnTo>
                    <a:pt x="7990" y="13687"/>
                  </a:lnTo>
                  <a:lnTo>
                    <a:pt x="7990" y="13317"/>
                  </a:lnTo>
                  <a:close/>
                  <a:moveTo>
                    <a:pt x="7430" y="11317"/>
                  </a:moveTo>
                  <a:cubicBezTo>
                    <a:pt x="7478" y="11317"/>
                    <a:pt x="7538" y="11377"/>
                    <a:pt x="7538" y="11436"/>
                  </a:cubicBezTo>
                  <a:lnTo>
                    <a:pt x="7538" y="13591"/>
                  </a:lnTo>
                  <a:lnTo>
                    <a:pt x="5228" y="13591"/>
                  </a:lnTo>
                  <a:cubicBezTo>
                    <a:pt x="5109" y="13591"/>
                    <a:pt x="5014" y="13675"/>
                    <a:pt x="5002" y="13794"/>
                  </a:cubicBezTo>
                  <a:cubicBezTo>
                    <a:pt x="4978" y="13925"/>
                    <a:pt x="5085" y="14044"/>
                    <a:pt x="5228" y="14044"/>
                  </a:cubicBezTo>
                  <a:lnTo>
                    <a:pt x="7704" y="14044"/>
                  </a:lnTo>
                  <a:lnTo>
                    <a:pt x="9466" y="14937"/>
                  </a:lnTo>
                  <a:lnTo>
                    <a:pt x="9455" y="14937"/>
                  </a:lnTo>
                  <a:cubicBezTo>
                    <a:pt x="9514" y="14960"/>
                    <a:pt x="9550" y="15020"/>
                    <a:pt x="9550" y="15080"/>
                  </a:cubicBezTo>
                  <a:lnTo>
                    <a:pt x="9550" y="15211"/>
                  </a:lnTo>
                  <a:cubicBezTo>
                    <a:pt x="9550" y="15211"/>
                    <a:pt x="9550" y="15222"/>
                    <a:pt x="9538" y="15222"/>
                  </a:cubicBezTo>
                  <a:lnTo>
                    <a:pt x="1727" y="15222"/>
                  </a:lnTo>
                  <a:cubicBezTo>
                    <a:pt x="1715" y="15222"/>
                    <a:pt x="1715" y="15211"/>
                    <a:pt x="1715" y="15211"/>
                  </a:cubicBezTo>
                  <a:lnTo>
                    <a:pt x="1715" y="15080"/>
                  </a:lnTo>
                  <a:cubicBezTo>
                    <a:pt x="1704" y="15020"/>
                    <a:pt x="1739" y="14960"/>
                    <a:pt x="1799" y="14937"/>
                  </a:cubicBezTo>
                  <a:cubicBezTo>
                    <a:pt x="1835" y="14925"/>
                    <a:pt x="1620" y="15020"/>
                    <a:pt x="3573" y="14044"/>
                  </a:cubicBezTo>
                  <a:lnTo>
                    <a:pt x="4121" y="14044"/>
                  </a:lnTo>
                  <a:cubicBezTo>
                    <a:pt x="4240" y="14044"/>
                    <a:pt x="4347" y="13960"/>
                    <a:pt x="4359" y="13853"/>
                  </a:cubicBezTo>
                  <a:cubicBezTo>
                    <a:pt x="4382" y="13710"/>
                    <a:pt x="4275" y="13591"/>
                    <a:pt x="4132" y="13591"/>
                  </a:cubicBezTo>
                  <a:lnTo>
                    <a:pt x="3740" y="13591"/>
                  </a:lnTo>
                  <a:lnTo>
                    <a:pt x="3740" y="11436"/>
                  </a:lnTo>
                  <a:cubicBezTo>
                    <a:pt x="3740" y="11365"/>
                    <a:pt x="3787" y="11317"/>
                    <a:pt x="3847" y="11317"/>
                  </a:cubicBezTo>
                  <a:close/>
                  <a:moveTo>
                    <a:pt x="5639" y="0"/>
                  </a:moveTo>
                  <a:cubicBezTo>
                    <a:pt x="5493" y="0"/>
                    <a:pt x="5347" y="66"/>
                    <a:pt x="5252" y="197"/>
                  </a:cubicBezTo>
                  <a:cubicBezTo>
                    <a:pt x="4775" y="852"/>
                    <a:pt x="4371" y="1554"/>
                    <a:pt x="4037" y="2280"/>
                  </a:cubicBezTo>
                  <a:cubicBezTo>
                    <a:pt x="3787" y="2888"/>
                    <a:pt x="3823" y="3566"/>
                    <a:pt x="4109" y="4162"/>
                  </a:cubicBezTo>
                  <a:lnTo>
                    <a:pt x="4001" y="4162"/>
                  </a:lnTo>
                  <a:cubicBezTo>
                    <a:pt x="3704" y="4162"/>
                    <a:pt x="3454" y="4412"/>
                    <a:pt x="3466" y="4721"/>
                  </a:cubicBezTo>
                  <a:lnTo>
                    <a:pt x="3466" y="5162"/>
                  </a:lnTo>
                  <a:cubicBezTo>
                    <a:pt x="3454" y="5412"/>
                    <a:pt x="3823" y="5686"/>
                    <a:pt x="3823" y="5686"/>
                  </a:cubicBezTo>
                  <a:lnTo>
                    <a:pt x="3823" y="10877"/>
                  </a:lnTo>
                  <a:cubicBezTo>
                    <a:pt x="3525" y="10877"/>
                    <a:pt x="3275" y="11127"/>
                    <a:pt x="3275" y="11436"/>
                  </a:cubicBezTo>
                  <a:lnTo>
                    <a:pt x="3275" y="12305"/>
                  </a:lnTo>
                  <a:lnTo>
                    <a:pt x="2549" y="12305"/>
                  </a:lnTo>
                  <a:cubicBezTo>
                    <a:pt x="2549" y="11996"/>
                    <a:pt x="2299" y="11758"/>
                    <a:pt x="1989" y="11758"/>
                  </a:cubicBezTo>
                  <a:lnTo>
                    <a:pt x="561" y="11758"/>
                  </a:lnTo>
                  <a:cubicBezTo>
                    <a:pt x="251" y="11758"/>
                    <a:pt x="1" y="12008"/>
                    <a:pt x="1" y="12317"/>
                  </a:cubicBezTo>
                  <a:lnTo>
                    <a:pt x="1" y="12758"/>
                  </a:lnTo>
                  <a:cubicBezTo>
                    <a:pt x="1" y="13067"/>
                    <a:pt x="251" y="13317"/>
                    <a:pt x="561" y="13317"/>
                  </a:cubicBezTo>
                  <a:lnTo>
                    <a:pt x="1977" y="13317"/>
                  </a:lnTo>
                  <a:cubicBezTo>
                    <a:pt x="2275" y="13317"/>
                    <a:pt x="2525" y="13067"/>
                    <a:pt x="2525" y="12770"/>
                  </a:cubicBezTo>
                  <a:lnTo>
                    <a:pt x="3275" y="12770"/>
                  </a:lnTo>
                  <a:lnTo>
                    <a:pt x="3275" y="13687"/>
                  </a:lnTo>
                  <a:lnTo>
                    <a:pt x="1620" y="14508"/>
                  </a:lnTo>
                  <a:cubicBezTo>
                    <a:pt x="1394" y="14615"/>
                    <a:pt x="1251" y="14830"/>
                    <a:pt x="1251" y="15068"/>
                  </a:cubicBezTo>
                  <a:lnTo>
                    <a:pt x="1251" y="15211"/>
                  </a:lnTo>
                  <a:cubicBezTo>
                    <a:pt x="1251" y="15472"/>
                    <a:pt x="1465" y="15675"/>
                    <a:pt x="1727" y="15675"/>
                  </a:cubicBezTo>
                  <a:lnTo>
                    <a:pt x="9538" y="15675"/>
                  </a:lnTo>
                  <a:cubicBezTo>
                    <a:pt x="9800" y="15675"/>
                    <a:pt x="10014" y="15472"/>
                    <a:pt x="10014" y="15211"/>
                  </a:cubicBezTo>
                  <a:lnTo>
                    <a:pt x="10014" y="15068"/>
                  </a:lnTo>
                  <a:cubicBezTo>
                    <a:pt x="10014" y="14830"/>
                    <a:pt x="9871" y="14603"/>
                    <a:pt x="9645" y="14508"/>
                  </a:cubicBezTo>
                  <a:lnTo>
                    <a:pt x="9240" y="14306"/>
                  </a:lnTo>
                  <a:lnTo>
                    <a:pt x="9240" y="13317"/>
                  </a:lnTo>
                  <a:lnTo>
                    <a:pt x="9705" y="13317"/>
                  </a:lnTo>
                  <a:lnTo>
                    <a:pt x="9705" y="13425"/>
                  </a:lnTo>
                  <a:cubicBezTo>
                    <a:pt x="9705" y="13425"/>
                    <a:pt x="9824" y="13651"/>
                    <a:pt x="9955" y="13651"/>
                  </a:cubicBezTo>
                  <a:cubicBezTo>
                    <a:pt x="10074" y="13651"/>
                    <a:pt x="10181" y="13556"/>
                    <a:pt x="10193" y="13425"/>
                  </a:cubicBezTo>
                  <a:lnTo>
                    <a:pt x="10193" y="12746"/>
                  </a:lnTo>
                  <a:lnTo>
                    <a:pt x="10443" y="12746"/>
                  </a:lnTo>
                  <a:cubicBezTo>
                    <a:pt x="10645" y="12758"/>
                    <a:pt x="10812" y="12936"/>
                    <a:pt x="10812" y="13139"/>
                  </a:cubicBezTo>
                  <a:cubicBezTo>
                    <a:pt x="10812" y="13603"/>
                    <a:pt x="11657" y="13972"/>
                    <a:pt x="11657" y="13972"/>
                  </a:cubicBezTo>
                  <a:lnTo>
                    <a:pt x="12181" y="13972"/>
                  </a:lnTo>
                  <a:cubicBezTo>
                    <a:pt x="12300" y="13972"/>
                    <a:pt x="12395" y="13889"/>
                    <a:pt x="12419" y="13770"/>
                  </a:cubicBezTo>
                  <a:cubicBezTo>
                    <a:pt x="12431" y="13627"/>
                    <a:pt x="12336" y="13508"/>
                    <a:pt x="12193" y="13508"/>
                  </a:cubicBezTo>
                  <a:lnTo>
                    <a:pt x="11645" y="13508"/>
                  </a:lnTo>
                  <a:cubicBezTo>
                    <a:pt x="11443" y="13496"/>
                    <a:pt x="11276" y="13329"/>
                    <a:pt x="11276" y="13127"/>
                  </a:cubicBezTo>
                  <a:cubicBezTo>
                    <a:pt x="11288" y="12663"/>
                    <a:pt x="10907" y="12282"/>
                    <a:pt x="10443" y="12282"/>
                  </a:cubicBezTo>
                  <a:lnTo>
                    <a:pt x="10193" y="12282"/>
                  </a:lnTo>
                  <a:lnTo>
                    <a:pt x="10193" y="11686"/>
                  </a:lnTo>
                  <a:cubicBezTo>
                    <a:pt x="10193" y="11551"/>
                    <a:pt x="10096" y="11447"/>
                    <a:pt x="9974" y="11447"/>
                  </a:cubicBezTo>
                  <a:cubicBezTo>
                    <a:pt x="9968" y="11447"/>
                    <a:pt x="9961" y="11448"/>
                    <a:pt x="9955" y="11448"/>
                  </a:cubicBezTo>
                  <a:cubicBezTo>
                    <a:pt x="9836" y="11448"/>
                    <a:pt x="9740" y="11543"/>
                    <a:pt x="9728" y="11662"/>
                  </a:cubicBezTo>
                  <a:lnTo>
                    <a:pt x="9728" y="11770"/>
                  </a:lnTo>
                  <a:lnTo>
                    <a:pt x="7990" y="11770"/>
                  </a:lnTo>
                  <a:lnTo>
                    <a:pt x="7990" y="11460"/>
                  </a:lnTo>
                  <a:cubicBezTo>
                    <a:pt x="7990" y="11151"/>
                    <a:pt x="7752" y="10900"/>
                    <a:pt x="7442" y="10889"/>
                  </a:cubicBezTo>
                  <a:lnTo>
                    <a:pt x="7442" y="7174"/>
                  </a:lnTo>
                  <a:cubicBezTo>
                    <a:pt x="7442" y="7055"/>
                    <a:pt x="7359" y="6960"/>
                    <a:pt x="7240" y="6936"/>
                  </a:cubicBezTo>
                  <a:cubicBezTo>
                    <a:pt x="7233" y="6935"/>
                    <a:pt x="7225" y="6935"/>
                    <a:pt x="7218" y="6935"/>
                  </a:cubicBezTo>
                  <a:cubicBezTo>
                    <a:pt x="7085" y="6935"/>
                    <a:pt x="6978" y="7038"/>
                    <a:pt x="6978" y="7162"/>
                  </a:cubicBezTo>
                  <a:lnTo>
                    <a:pt x="6978" y="10865"/>
                  </a:lnTo>
                  <a:lnTo>
                    <a:pt x="4323" y="10865"/>
                  </a:lnTo>
                  <a:lnTo>
                    <a:pt x="4323" y="5697"/>
                  </a:lnTo>
                  <a:lnTo>
                    <a:pt x="6978" y="5697"/>
                  </a:lnTo>
                  <a:lnTo>
                    <a:pt x="6978" y="6055"/>
                  </a:lnTo>
                  <a:cubicBezTo>
                    <a:pt x="6978" y="6174"/>
                    <a:pt x="7061" y="6281"/>
                    <a:pt x="7180" y="6293"/>
                  </a:cubicBezTo>
                  <a:cubicBezTo>
                    <a:pt x="7194" y="6295"/>
                    <a:pt x="7207" y="6296"/>
                    <a:pt x="7220" y="6296"/>
                  </a:cubicBezTo>
                  <a:cubicBezTo>
                    <a:pt x="7345" y="6296"/>
                    <a:pt x="7442" y="6196"/>
                    <a:pt x="7442" y="6067"/>
                  </a:cubicBezTo>
                  <a:lnTo>
                    <a:pt x="7442" y="5686"/>
                  </a:lnTo>
                  <a:cubicBezTo>
                    <a:pt x="7681" y="5614"/>
                    <a:pt x="7835" y="5400"/>
                    <a:pt x="7835" y="5150"/>
                  </a:cubicBezTo>
                  <a:lnTo>
                    <a:pt x="7835" y="4709"/>
                  </a:lnTo>
                  <a:cubicBezTo>
                    <a:pt x="7835" y="4400"/>
                    <a:pt x="7597" y="4162"/>
                    <a:pt x="7288" y="4162"/>
                  </a:cubicBezTo>
                  <a:lnTo>
                    <a:pt x="7169" y="4162"/>
                  </a:lnTo>
                  <a:cubicBezTo>
                    <a:pt x="7169" y="4162"/>
                    <a:pt x="7490" y="2888"/>
                    <a:pt x="7240" y="2280"/>
                  </a:cubicBezTo>
                  <a:cubicBezTo>
                    <a:pt x="6907" y="1554"/>
                    <a:pt x="6502" y="852"/>
                    <a:pt x="6026" y="197"/>
                  </a:cubicBezTo>
                  <a:cubicBezTo>
                    <a:pt x="5930" y="66"/>
                    <a:pt x="5784" y="0"/>
                    <a:pt x="56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80" name="Google Shape;2380;p52"/>
          <p:cNvGrpSpPr/>
          <p:nvPr/>
        </p:nvGrpSpPr>
        <p:grpSpPr>
          <a:xfrm>
            <a:off x="7003377" y="1180742"/>
            <a:ext cx="381647" cy="447345"/>
            <a:chOff x="6675671" y="1295163"/>
            <a:chExt cx="358522" cy="420240"/>
          </a:xfrm>
        </p:grpSpPr>
        <p:sp>
          <p:nvSpPr>
            <p:cNvPr id="2381" name="Google Shape;2381;p52"/>
            <p:cNvSpPr/>
            <p:nvPr/>
          </p:nvSpPr>
          <p:spPr>
            <a:xfrm>
              <a:off x="6862721" y="1421751"/>
              <a:ext cx="66820" cy="65966"/>
            </a:xfrm>
            <a:custGeom>
              <a:avLst/>
              <a:gdLst/>
              <a:ahLst/>
              <a:cxnLst/>
              <a:rect l="l" t="t" r="r" b="b"/>
              <a:pathLst>
                <a:path w="2501" h="2469" extrusionOk="0">
                  <a:moveTo>
                    <a:pt x="774" y="1"/>
                  </a:moveTo>
                  <a:lnTo>
                    <a:pt x="0" y="775"/>
                  </a:lnTo>
                  <a:lnTo>
                    <a:pt x="1596" y="2370"/>
                  </a:lnTo>
                  <a:cubicBezTo>
                    <a:pt x="1661" y="2436"/>
                    <a:pt x="1751" y="2468"/>
                    <a:pt x="1841" y="2468"/>
                  </a:cubicBezTo>
                  <a:cubicBezTo>
                    <a:pt x="1932" y="2468"/>
                    <a:pt x="2024" y="2436"/>
                    <a:pt x="2096" y="2370"/>
                  </a:cubicBezTo>
                  <a:lnTo>
                    <a:pt x="2370" y="2096"/>
                  </a:lnTo>
                  <a:lnTo>
                    <a:pt x="2370" y="2084"/>
                  </a:lnTo>
                  <a:cubicBezTo>
                    <a:pt x="2501" y="1954"/>
                    <a:pt x="2501" y="1727"/>
                    <a:pt x="2370" y="1584"/>
                  </a:cubicBezTo>
                  <a:lnTo>
                    <a:pt x="7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52"/>
            <p:cNvSpPr/>
            <p:nvPr/>
          </p:nvSpPr>
          <p:spPr>
            <a:xfrm>
              <a:off x="6741851" y="1302163"/>
              <a:ext cx="176870" cy="174973"/>
            </a:xfrm>
            <a:custGeom>
              <a:avLst/>
              <a:gdLst/>
              <a:ahLst/>
              <a:cxnLst/>
              <a:rect l="l" t="t" r="r" b="b"/>
              <a:pathLst>
                <a:path w="6620" h="6549" extrusionOk="0">
                  <a:moveTo>
                    <a:pt x="988" y="0"/>
                  </a:moveTo>
                  <a:cubicBezTo>
                    <a:pt x="863" y="0"/>
                    <a:pt x="738" y="48"/>
                    <a:pt x="643" y="143"/>
                  </a:cubicBezTo>
                  <a:lnTo>
                    <a:pt x="191" y="607"/>
                  </a:lnTo>
                  <a:cubicBezTo>
                    <a:pt x="0" y="786"/>
                    <a:pt x="0" y="1096"/>
                    <a:pt x="191" y="1286"/>
                  </a:cubicBezTo>
                  <a:lnTo>
                    <a:pt x="5382" y="6477"/>
                  </a:lnTo>
                  <a:cubicBezTo>
                    <a:pt x="5429" y="6525"/>
                    <a:pt x="5492" y="6549"/>
                    <a:pt x="5556" y="6549"/>
                  </a:cubicBezTo>
                  <a:cubicBezTo>
                    <a:pt x="5620" y="6549"/>
                    <a:pt x="5685" y="6525"/>
                    <a:pt x="5739" y="6477"/>
                  </a:cubicBezTo>
                  <a:lnTo>
                    <a:pt x="6525" y="5691"/>
                  </a:lnTo>
                  <a:cubicBezTo>
                    <a:pt x="6620" y="5584"/>
                    <a:pt x="6620" y="5429"/>
                    <a:pt x="6525" y="5334"/>
                  </a:cubicBezTo>
                  <a:lnTo>
                    <a:pt x="1334" y="143"/>
                  </a:lnTo>
                  <a:cubicBezTo>
                    <a:pt x="1238" y="48"/>
                    <a:pt x="1113" y="0"/>
                    <a:pt x="9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52"/>
            <p:cNvSpPr/>
            <p:nvPr/>
          </p:nvSpPr>
          <p:spPr>
            <a:xfrm>
              <a:off x="6755503" y="1315201"/>
              <a:ext cx="154000" cy="153358"/>
            </a:xfrm>
            <a:custGeom>
              <a:avLst/>
              <a:gdLst/>
              <a:ahLst/>
              <a:cxnLst/>
              <a:rect l="l" t="t" r="r" b="b"/>
              <a:pathLst>
                <a:path w="5764" h="5740" extrusionOk="0">
                  <a:moveTo>
                    <a:pt x="1519" y="0"/>
                  </a:moveTo>
                  <a:cubicBezTo>
                    <a:pt x="1454" y="0"/>
                    <a:pt x="1388" y="24"/>
                    <a:pt x="1334" y="72"/>
                  </a:cubicBezTo>
                  <a:lnTo>
                    <a:pt x="96" y="1310"/>
                  </a:lnTo>
                  <a:cubicBezTo>
                    <a:pt x="1" y="1417"/>
                    <a:pt x="1" y="1572"/>
                    <a:pt x="96" y="1679"/>
                  </a:cubicBezTo>
                  <a:lnTo>
                    <a:pt x="4156" y="5739"/>
                  </a:lnTo>
                  <a:lnTo>
                    <a:pt x="5764" y="4132"/>
                  </a:lnTo>
                  <a:lnTo>
                    <a:pt x="1704" y="72"/>
                  </a:lnTo>
                  <a:cubicBezTo>
                    <a:pt x="1650" y="24"/>
                    <a:pt x="1585" y="0"/>
                    <a:pt x="1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52"/>
            <p:cNvSpPr/>
            <p:nvPr/>
          </p:nvSpPr>
          <p:spPr>
            <a:xfrm>
              <a:off x="6675671" y="1384213"/>
              <a:ext cx="298408" cy="282778"/>
            </a:xfrm>
            <a:custGeom>
              <a:avLst/>
              <a:gdLst/>
              <a:ahLst/>
              <a:cxnLst/>
              <a:rect l="l" t="t" r="r" b="b"/>
              <a:pathLst>
                <a:path w="11169" h="10584" extrusionOk="0">
                  <a:moveTo>
                    <a:pt x="4930" y="1"/>
                  </a:moveTo>
                  <a:cubicBezTo>
                    <a:pt x="4930" y="1"/>
                    <a:pt x="4751" y="37"/>
                    <a:pt x="4656" y="61"/>
                  </a:cubicBezTo>
                  <a:cubicBezTo>
                    <a:pt x="1715" y="882"/>
                    <a:pt x="1" y="3930"/>
                    <a:pt x="822" y="6871"/>
                  </a:cubicBezTo>
                  <a:lnTo>
                    <a:pt x="858" y="6978"/>
                  </a:lnTo>
                  <a:cubicBezTo>
                    <a:pt x="1370" y="8704"/>
                    <a:pt x="2763" y="10014"/>
                    <a:pt x="4501" y="10431"/>
                  </a:cubicBezTo>
                  <a:cubicBezTo>
                    <a:pt x="4912" y="10534"/>
                    <a:pt x="5330" y="10584"/>
                    <a:pt x="5744" y="10584"/>
                  </a:cubicBezTo>
                  <a:cubicBezTo>
                    <a:pt x="7103" y="10584"/>
                    <a:pt x="8430" y="10042"/>
                    <a:pt x="9406" y="9038"/>
                  </a:cubicBezTo>
                  <a:lnTo>
                    <a:pt x="10871" y="7538"/>
                  </a:lnTo>
                  <a:cubicBezTo>
                    <a:pt x="11169" y="7240"/>
                    <a:pt x="11157" y="6764"/>
                    <a:pt x="10847" y="6478"/>
                  </a:cubicBezTo>
                  <a:cubicBezTo>
                    <a:pt x="10704" y="6347"/>
                    <a:pt x="10521" y="6281"/>
                    <a:pt x="10338" y="6281"/>
                  </a:cubicBezTo>
                  <a:cubicBezTo>
                    <a:pt x="10140" y="6281"/>
                    <a:pt x="9942" y="6359"/>
                    <a:pt x="9799" y="6514"/>
                  </a:cubicBezTo>
                  <a:lnTo>
                    <a:pt x="8335" y="8002"/>
                  </a:lnTo>
                  <a:cubicBezTo>
                    <a:pt x="7647" y="8708"/>
                    <a:pt x="6706" y="9096"/>
                    <a:pt x="5738" y="9096"/>
                  </a:cubicBezTo>
                  <a:cubicBezTo>
                    <a:pt x="5449" y="9096"/>
                    <a:pt x="5158" y="9061"/>
                    <a:pt x="4870" y="8990"/>
                  </a:cubicBezTo>
                  <a:cubicBezTo>
                    <a:pt x="3632" y="8693"/>
                    <a:pt x="2656" y="7764"/>
                    <a:pt x="2287" y="6549"/>
                  </a:cubicBezTo>
                  <a:cubicBezTo>
                    <a:pt x="2287" y="6526"/>
                    <a:pt x="2275" y="6502"/>
                    <a:pt x="2263" y="6478"/>
                  </a:cubicBezTo>
                  <a:lnTo>
                    <a:pt x="2263" y="6442"/>
                  </a:lnTo>
                  <a:cubicBezTo>
                    <a:pt x="1882" y="5061"/>
                    <a:pt x="2763" y="3668"/>
                    <a:pt x="4168" y="3406"/>
                  </a:cubicBezTo>
                  <a:cubicBezTo>
                    <a:pt x="4311" y="3370"/>
                    <a:pt x="4465" y="3359"/>
                    <a:pt x="4608" y="3359"/>
                  </a:cubicBezTo>
                  <a:cubicBezTo>
                    <a:pt x="4787" y="3359"/>
                    <a:pt x="4930" y="3216"/>
                    <a:pt x="4930" y="3049"/>
                  </a:cubicBezTo>
                  <a:lnTo>
                    <a:pt x="493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52"/>
            <p:cNvSpPr/>
            <p:nvPr/>
          </p:nvSpPr>
          <p:spPr>
            <a:xfrm>
              <a:off x="6871297" y="1547403"/>
              <a:ext cx="156217" cy="39488"/>
            </a:xfrm>
            <a:custGeom>
              <a:avLst/>
              <a:gdLst/>
              <a:ahLst/>
              <a:cxnLst/>
              <a:rect l="l" t="t" r="r" b="b"/>
              <a:pathLst>
                <a:path w="5847" h="1478" extrusionOk="0">
                  <a:moveTo>
                    <a:pt x="537" y="1"/>
                  </a:moveTo>
                  <a:cubicBezTo>
                    <a:pt x="239" y="1"/>
                    <a:pt x="1" y="239"/>
                    <a:pt x="1" y="537"/>
                  </a:cubicBezTo>
                  <a:lnTo>
                    <a:pt x="1" y="941"/>
                  </a:lnTo>
                  <a:cubicBezTo>
                    <a:pt x="1" y="1239"/>
                    <a:pt x="239" y="1465"/>
                    <a:pt x="537" y="1477"/>
                  </a:cubicBezTo>
                  <a:lnTo>
                    <a:pt x="5323" y="1477"/>
                  </a:lnTo>
                  <a:cubicBezTo>
                    <a:pt x="5609" y="1477"/>
                    <a:pt x="5847" y="1239"/>
                    <a:pt x="5847" y="941"/>
                  </a:cubicBezTo>
                  <a:lnTo>
                    <a:pt x="5847" y="537"/>
                  </a:lnTo>
                  <a:cubicBezTo>
                    <a:pt x="5847" y="239"/>
                    <a:pt x="5609" y="1"/>
                    <a:pt x="53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52"/>
            <p:cNvSpPr/>
            <p:nvPr/>
          </p:nvSpPr>
          <p:spPr>
            <a:xfrm>
              <a:off x="6763786" y="1368636"/>
              <a:ext cx="74462" cy="74141"/>
            </a:xfrm>
            <a:custGeom>
              <a:avLst/>
              <a:gdLst/>
              <a:ahLst/>
              <a:cxnLst/>
              <a:rect l="l" t="t" r="r" b="b"/>
              <a:pathLst>
                <a:path w="2787" h="2775" extrusionOk="0">
                  <a:moveTo>
                    <a:pt x="1394" y="1"/>
                  </a:moveTo>
                  <a:cubicBezTo>
                    <a:pt x="620" y="1"/>
                    <a:pt x="1" y="620"/>
                    <a:pt x="1" y="1382"/>
                  </a:cubicBezTo>
                  <a:cubicBezTo>
                    <a:pt x="1" y="2156"/>
                    <a:pt x="620" y="2775"/>
                    <a:pt x="1394" y="2775"/>
                  </a:cubicBezTo>
                  <a:cubicBezTo>
                    <a:pt x="2156" y="2775"/>
                    <a:pt x="2787" y="2156"/>
                    <a:pt x="2787" y="1382"/>
                  </a:cubicBezTo>
                  <a:cubicBezTo>
                    <a:pt x="2787" y="620"/>
                    <a:pt x="2156" y="1"/>
                    <a:pt x="13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52"/>
            <p:cNvSpPr/>
            <p:nvPr/>
          </p:nvSpPr>
          <p:spPr>
            <a:xfrm>
              <a:off x="6756786" y="1598674"/>
              <a:ext cx="103103" cy="83011"/>
            </a:xfrm>
            <a:custGeom>
              <a:avLst/>
              <a:gdLst/>
              <a:ahLst/>
              <a:cxnLst/>
              <a:rect l="l" t="t" r="r" b="b"/>
              <a:pathLst>
                <a:path w="3859" h="3107" extrusionOk="0">
                  <a:moveTo>
                    <a:pt x="3006" y="1"/>
                  </a:moveTo>
                  <a:cubicBezTo>
                    <a:pt x="2751" y="1"/>
                    <a:pt x="2507" y="109"/>
                    <a:pt x="2346" y="308"/>
                  </a:cubicBezTo>
                  <a:lnTo>
                    <a:pt x="1" y="3106"/>
                  </a:lnTo>
                  <a:lnTo>
                    <a:pt x="3858" y="3106"/>
                  </a:lnTo>
                  <a:lnTo>
                    <a:pt x="3858" y="880"/>
                  </a:lnTo>
                  <a:cubicBezTo>
                    <a:pt x="3858" y="475"/>
                    <a:pt x="3584" y="130"/>
                    <a:pt x="3203" y="23"/>
                  </a:cubicBezTo>
                  <a:cubicBezTo>
                    <a:pt x="3138" y="8"/>
                    <a:pt x="3072" y="1"/>
                    <a:pt x="300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52"/>
            <p:cNvSpPr/>
            <p:nvPr/>
          </p:nvSpPr>
          <p:spPr>
            <a:xfrm>
              <a:off x="6721492" y="1666056"/>
              <a:ext cx="206152" cy="42668"/>
            </a:xfrm>
            <a:custGeom>
              <a:avLst/>
              <a:gdLst/>
              <a:ahLst/>
              <a:cxnLst/>
              <a:rect l="l" t="t" r="r" b="b"/>
              <a:pathLst>
                <a:path w="7716" h="1597" extrusionOk="0">
                  <a:moveTo>
                    <a:pt x="548" y="1"/>
                  </a:moveTo>
                  <a:cubicBezTo>
                    <a:pt x="250" y="1"/>
                    <a:pt x="0" y="239"/>
                    <a:pt x="0" y="537"/>
                  </a:cubicBezTo>
                  <a:lnTo>
                    <a:pt x="0" y="1049"/>
                  </a:lnTo>
                  <a:cubicBezTo>
                    <a:pt x="0" y="1346"/>
                    <a:pt x="250" y="1596"/>
                    <a:pt x="548" y="1596"/>
                  </a:cubicBezTo>
                  <a:lnTo>
                    <a:pt x="7179" y="1596"/>
                  </a:lnTo>
                  <a:cubicBezTo>
                    <a:pt x="7477" y="1596"/>
                    <a:pt x="7715" y="1346"/>
                    <a:pt x="7715" y="1049"/>
                  </a:cubicBezTo>
                  <a:lnTo>
                    <a:pt x="7715" y="537"/>
                  </a:lnTo>
                  <a:cubicBezTo>
                    <a:pt x="7715" y="239"/>
                    <a:pt x="7477" y="1"/>
                    <a:pt x="71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52"/>
            <p:cNvSpPr/>
            <p:nvPr/>
          </p:nvSpPr>
          <p:spPr>
            <a:xfrm>
              <a:off x="6685851" y="1295163"/>
              <a:ext cx="348343" cy="420240"/>
            </a:xfrm>
            <a:custGeom>
              <a:avLst/>
              <a:gdLst/>
              <a:ahLst/>
              <a:cxnLst/>
              <a:rect l="l" t="t" r="r" b="b"/>
              <a:pathLst>
                <a:path w="13038" h="15729" extrusionOk="0">
                  <a:moveTo>
                    <a:pt x="3084" y="500"/>
                  </a:moveTo>
                  <a:cubicBezTo>
                    <a:pt x="3150" y="500"/>
                    <a:pt x="3215" y="524"/>
                    <a:pt x="3263" y="572"/>
                  </a:cubicBezTo>
                  <a:lnTo>
                    <a:pt x="3572" y="881"/>
                  </a:lnTo>
                  <a:lnTo>
                    <a:pt x="2751" y="1703"/>
                  </a:lnTo>
                  <a:lnTo>
                    <a:pt x="2441" y="1393"/>
                  </a:lnTo>
                  <a:cubicBezTo>
                    <a:pt x="2346" y="1286"/>
                    <a:pt x="2346" y="1119"/>
                    <a:pt x="2441" y="1024"/>
                  </a:cubicBezTo>
                  <a:lnTo>
                    <a:pt x="2441" y="1036"/>
                  </a:lnTo>
                  <a:lnTo>
                    <a:pt x="2906" y="572"/>
                  </a:lnTo>
                  <a:cubicBezTo>
                    <a:pt x="2953" y="524"/>
                    <a:pt x="3019" y="500"/>
                    <a:pt x="3084" y="500"/>
                  </a:cubicBezTo>
                  <a:close/>
                  <a:moveTo>
                    <a:pt x="4318" y="2982"/>
                  </a:moveTo>
                  <a:cubicBezTo>
                    <a:pt x="4602" y="2982"/>
                    <a:pt x="4893" y="3087"/>
                    <a:pt x="5132" y="3322"/>
                  </a:cubicBezTo>
                  <a:cubicBezTo>
                    <a:pt x="5858" y="4048"/>
                    <a:pt x="5346" y="5298"/>
                    <a:pt x="4311" y="5298"/>
                  </a:cubicBezTo>
                  <a:cubicBezTo>
                    <a:pt x="3668" y="5298"/>
                    <a:pt x="3156" y="4787"/>
                    <a:pt x="3156" y="4144"/>
                  </a:cubicBezTo>
                  <a:cubicBezTo>
                    <a:pt x="3156" y="3443"/>
                    <a:pt x="3722" y="2982"/>
                    <a:pt x="4318" y="2982"/>
                  </a:cubicBezTo>
                  <a:close/>
                  <a:moveTo>
                    <a:pt x="8144" y="5441"/>
                  </a:moveTo>
                  <a:lnTo>
                    <a:pt x="8454" y="5763"/>
                  </a:lnTo>
                  <a:cubicBezTo>
                    <a:pt x="8466" y="5775"/>
                    <a:pt x="8466" y="5787"/>
                    <a:pt x="8454" y="5799"/>
                  </a:cubicBezTo>
                  <a:cubicBezTo>
                    <a:pt x="7692" y="6561"/>
                    <a:pt x="8430" y="5822"/>
                    <a:pt x="7668" y="6584"/>
                  </a:cubicBezTo>
                  <a:lnTo>
                    <a:pt x="7632" y="6584"/>
                  </a:lnTo>
                  <a:lnTo>
                    <a:pt x="7323" y="6263"/>
                  </a:lnTo>
                  <a:lnTo>
                    <a:pt x="8144" y="5441"/>
                  </a:lnTo>
                  <a:close/>
                  <a:moveTo>
                    <a:pt x="8609" y="6287"/>
                  </a:moveTo>
                  <a:lnTo>
                    <a:pt x="8823" y="6501"/>
                  </a:lnTo>
                  <a:cubicBezTo>
                    <a:pt x="8871" y="6549"/>
                    <a:pt x="8871" y="6632"/>
                    <a:pt x="8823" y="6680"/>
                  </a:cubicBezTo>
                  <a:lnTo>
                    <a:pt x="8549" y="6942"/>
                  </a:lnTo>
                  <a:cubicBezTo>
                    <a:pt x="8525" y="6965"/>
                    <a:pt x="8493" y="6977"/>
                    <a:pt x="8460" y="6977"/>
                  </a:cubicBezTo>
                  <a:cubicBezTo>
                    <a:pt x="8427" y="6977"/>
                    <a:pt x="8394" y="6965"/>
                    <a:pt x="8371" y="6942"/>
                  </a:cubicBezTo>
                  <a:lnTo>
                    <a:pt x="8156" y="6739"/>
                  </a:lnTo>
                  <a:lnTo>
                    <a:pt x="8609" y="6287"/>
                  </a:lnTo>
                  <a:close/>
                  <a:moveTo>
                    <a:pt x="12240" y="9704"/>
                  </a:moveTo>
                  <a:cubicBezTo>
                    <a:pt x="12407" y="9704"/>
                    <a:pt x="12538" y="9835"/>
                    <a:pt x="12538" y="10001"/>
                  </a:cubicBezTo>
                  <a:lnTo>
                    <a:pt x="12538" y="10406"/>
                  </a:lnTo>
                  <a:cubicBezTo>
                    <a:pt x="12538" y="10573"/>
                    <a:pt x="12407" y="10704"/>
                    <a:pt x="12240" y="10704"/>
                  </a:cubicBezTo>
                  <a:lnTo>
                    <a:pt x="7454" y="10704"/>
                  </a:lnTo>
                  <a:cubicBezTo>
                    <a:pt x="7287" y="10704"/>
                    <a:pt x="7156" y="10573"/>
                    <a:pt x="7156" y="10406"/>
                  </a:cubicBezTo>
                  <a:lnTo>
                    <a:pt x="7156" y="10001"/>
                  </a:lnTo>
                  <a:cubicBezTo>
                    <a:pt x="7156" y="9835"/>
                    <a:pt x="7287" y="9704"/>
                    <a:pt x="7454" y="9704"/>
                  </a:cubicBezTo>
                  <a:close/>
                  <a:moveTo>
                    <a:pt x="9918" y="11168"/>
                  </a:moveTo>
                  <a:lnTo>
                    <a:pt x="8871" y="12228"/>
                  </a:lnTo>
                  <a:cubicBezTo>
                    <a:pt x="8287" y="12823"/>
                    <a:pt x="7561" y="13264"/>
                    <a:pt x="6763" y="13502"/>
                  </a:cubicBezTo>
                  <a:lnTo>
                    <a:pt x="6763" y="12418"/>
                  </a:lnTo>
                  <a:cubicBezTo>
                    <a:pt x="7775" y="12026"/>
                    <a:pt x="8252" y="11347"/>
                    <a:pt x="8478" y="11168"/>
                  </a:cubicBezTo>
                  <a:close/>
                  <a:moveTo>
                    <a:pt x="5666" y="11609"/>
                  </a:moveTo>
                  <a:cubicBezTo>
                    <a:pt x="5988" y="11609"/>
                    <a:pt x="6299" y="11858"/>
                    <a:pt x="6299" y="12240"/>
                  </a:cubicBezTo>
                  <a:lnTo>
                    <a:pt x="6299" y="12252"/>
                  </a:lnTo>
                  <a:lnTo>
                    <a:pt x="6299" y="13669"/>
                  </a:lnTo>
                  <a:lnTo>
                    <a:pt x="3644" y="13669"/>
                  </a:lnTo>
                  <a:lnTo>
                    <a:pt x="5192" y="11835"/>
                  </a:lnTo>
                  <a:cubicBezTo>
                    <a:pt x="5323" y="11679"/>
                    <a:pt x="5496" y="11609"/>
                    <a:pt x="5666" y="11609"/>
                  </a:cubicBezTo>
                  <a:close/>
                  <a:moveTo>
                    <a:pt x="8525" y="14133"/>
                  </a:moveTo>
                  <a:cubicBezTo>
                    <a:pt x="8704" y="14133"/>
                    <a:pt x="8835" y="14276"/>
                    <a:pt x="8835" y="14442"/>
                  </a:cubicBezTo>
                  <a:lnTo>
                    <a:pt x="8835" y="14954"/>
                  </a:lnTo>
                  <a:cubicBezTo>
                    <a:pt x="8835" y="15121"/>
                    <a:pt x="8704" y="15264"/>
                    <a:pt x="8525" y="15264"/>
                  </a:cubicBezTo>
                  <a:lnTo>
                    <a:pt x="1894" y="15264"/>
                  </a:lnTo>
                  <a:cubicBezTo>
                    <a:pt x="1715" y="15264"/>
                    <a:pt x="1584" y="15121"/>
                    <a:pt x="1584" y="14954"/>
                  </a:cubicBezTo>
                  <a:lnTo>
                    <a:pt x="1584" y="14442"/>
                  </a:lnTo>
                  <a:cubicBezTo>
                    <a:pt x="1584" y="14276"/>
                    <a:pt x="1715" y="14133"/>
                    <a:pt x="1894" y="14133"/>
                  </a:cubicBezTo>
                  <a:close/>
                  <a:moveTo>
                    <a:pt x="3074" y="0"/>
                  </a:moveTo>
                  <a:cubicBezTo>
                    <a:pt x="2891" y="0"/>
                    <a:pt x="2709" y="72"/>
                    <a:pt x="2572" y="215"/>
                  </a:cubicBezTo>
                  <a:lnTo>
                    <a:pt x="2108" y="667"/>
                  </a:lnTo>
                  <a:cubicBezTo>
                    <a:pt x="1834" y="953"/>
                    <a:pt x="1834" y="1405"/>
                    <a:pt x="2108" y="1679"/>
                  </a:cubicBezTo>
                  <a:lnTo>
                    <a:pt x="2441" y="2012"/>
                  </a:lnTo>
                  <a:cubicBezTo>
                    <a:pt x="2346" y="2191"/>
                    <a:pt x="2382" y="2417"/>
                    <a:pt x="2537" y="2560"/>
                  </a:cubicBezTo>
                  <a:lnTo>
                    <a:pt x="3049" y="3084"/>
                  </a:lnTo>
                  <a:cubicBezTo>
                    <a:pt x="2870" y="3298"/>
                    <a:pt x="2763" y="3548"/>
                    <a:pt x="2703" y="3822"/>
                  </a:cubicBezTo>
                  <a:cubicBezTo>
                    <a:pt x="1013" y="4894"/>
                    <a:pt x="1" y="6775"/>
                    <a:pt x="24" y="8787"/>
                  </a:cubicBezTo>
                  <a:cubicBezTo>
                    <a:pt x="24" y="8918"/>
                    <a:pt x="131" y="9013"/>
                    <a:pt x="262" y="9013"/>
                  </a:cubicBezTo>
                  <a:cubicBezTo>
                    <a:pt x="382" y="9013"/>
                    <a:pt x="489" y="8906"/>
                    <a:pt x="489" y="8787"/>
                  </a:cubicBezTo>
                  <a:cubicBezTo>
                    <a:pt x="465" y="7037"/>
                    <a:pt x="1298" y="5394"/>
                    <a:pt x="2715" y="4382"/>
                  </a:cubicBezTo>
                  <a:cubicBezTo>
                    <a:pt x="2846" y="5168"/>
                    <a:pt x="3513" y="5739"/>
                    <a:pt x="4311" y="5739"/>
                  </a:cubicBezTo>
                  <a:lnTo>
                    <a:pt x="4334" y="5739"/>
                  </a:lnTo>
                  <a:lnTo>
                    <a:pt x="4334" y="6370"/>
                  </a:lnTo>
                  <a:cubicBezTo>
                    <a:pt x="4334" y="6418"/>
                    <a:pt x="4299" y="6453"/>
                    <a:pt x="4251" y="6453"/>
                  </a:cubicBezTo>
                  <a:cubicBezTo>
                    <a:pt x="4084" y="6453"/>
                    <a:pt x="3918" y="6465"/>
                    <a:pt x="3763" y="6501"/>
                  </a:cubicBezTo>
                  <a:cubicBezTo>
                    <a:pt x="2227" y="6787"/>
                    <a:pt x="1274" y="8323"/>
                    <a:pt x="1679" y="9823"/>
                  </a:cubicBezTo>
                  <a:cubicBezTo>
                    <a:pt x="2001" y="11037"/>
                    <a:pt x="2894" y="12014"/>
                    <a:pt x="4084" y="12430"/>
                  </a:cubicBezTo>
                  <a:lnTo>
                    <a:pt x="3382" y="13264"/>
                  </a:lnTo>
                  <a:cubicBezTo>
                    <a:pt x="2060" y="12680"/>
                    <a:pt x="1072" y="11537"/>
                    <a:pt x="691" y="10144"/>
                  </a:cubicBezTo>
                  <a:cubicBezTo>
                    <a:pt x="655" y="10025"/>
                    <a:pt x="632" y="9918"/>
                    <a:pt x="608" y="9799"/>
                  </a:cubicBezTo>
                  <a:cubicBezTo>
                    <a:pt x="573" y="9689"/>
                    <a:pt x="484" y="9640"/>
                    <a:pt x="394" y="9640"/>
                  </a:cubicBezTo>
                  <a:cubicBezTo>
                    <a:pt x="268" y="9640"/>
                    <a:pt x="141" y="9735"/>
                    <a:pt x="155" y="9894"/>
                  </a:cubicBezTo>
                  <a:cubicBezTo>
                    <a:pt x="191" y="10025"/>
                    <a:pt x="215" y="10144"/>
                    <a:pt x="251" y="10263"/>
                  </a:cubicBezTo>
                  <a:cubicBezTo>
                    <a:pt x="655" y="11752"/>
                    <a:pt x="1691" y="12978"/>
                    <a:pt x="3084" y="13633"/>
                  </a:cubicBezTo>
                  <a:lnTo>
                    <a:pt x="3049" y="13669"/>
                  </a:lnTo>
                  <a:lnTo>
                    <a:pt x="1906" y="13669"/>
                  </a:lnTo>
                  <a:cubicBezTo>
                    <a:pt x="1477" y="13669"/>
                    <a:pt x="1132" y="14014"/>
                    <a:pt x="1132" y="14442"/>
                  </a:cubicBezTo>
                  <a:lnTo>
                    <a:pt x="1132" y="14954"/>
                  </a:lnTo>
                  <a:cubicBezTo>
                    <a:pt x="1132" y="15371"/>
                    <a:pt x="1477" y="15728"/>
                    <a:pt x="1906" y="15728"/>
                  </a:cubicBezTo>
                  <a:lnTo>
                    <a:pt x="8537" y="15728"/>
                  </a:lnTo>
                  <a:cubicBezTo>
                    <a:pt x="8966" y="15728"/>
                    <a:pt x="9311" y="15371"/>
                    <a:pt x="9311" y="14954"/>
                  </a:cubicBezTo>
                  <a:lnTo>
                    <a:pt x="9311" y="14442"/>
                  </a:lnTo>
                  <a:cubicBezTo>
                    <a:pt x="9311" y="14014"/>
                    <a:pt x="8966" y="13669"/>
                    <a:pt x="8537" y="13669"/>
                  </a:cubicBezTo>
                  <a:lnTo>
                    <a:pt x="7609" y="13669"/>
                  </a:lnTo>
                  <a:cubicBezTo>
                    <a:pt x="8204" y="13395"/>
                    <a:pt x="8752" y="13014"/>
                    <a:pt x="9204" y="12549"/>
                  </a:cubicBezTo>
                  <a:lnTo>
                    <a:pt x="10561" y="11156"/>
                  </a:lnTo>
                  <a:lnTo>
                    <a:pt x="12288" y="11156"/>
                  </a:lnTo>
                  <a:cubicBezTo>
                    <a:pt x="12704" y="11156"/>
                    <a:pt x="13038" y="10823"/>
                    <a:pt x="13038" y="10406"/>
                  </a:cubicBezTo>
                  <a:lnTo>
                    <a:pt x="13038" y="9990"/>
                  </a:lnTo>
                  <a:cubicBezTo>
                    <a:pt x="13038" y="9573"/>
                    <a:pt x="12704" y="9228"/>
                    <a:pt x="12288" y="9228"/>
                  </a:cubicBezTo>
                  <a:lnTo>
                    <a:pt x="12276" y="9239"/>
                  </a:lnTo>
                  <a:lnTo>
                    <a:pt x="7454" y="9239"/>
                  </a:lnTo>
                  <a:cubicBezTo>
                    <a:pt x="7037" y="9239"/>
                    <a:pt x="6692" y="9573"/>
                    <a:pt x="6692" y="10001"/>
                  </a:cubicBezTo>
                  <a:lnTo>
                    <a:pt x="6692" y="10406"/>
                  </a:lnTo>
                  <a:cubicBezTo>
                    <a:pt x="6692" y="10823"/>
                    <a:pt x="7037" y="11168"/>
                    <a:pt x="7454" y="11168"/>
                  </a:cubicBezTo>
                  <a:lnTo>
                    <a:pt x="7811" y="11168"/>
                  </a:lnTo>
                  <a:cubicBezTo>
                    <a:pt x="7490" y="11490"/>
                    <a:pt x="7120" y="11752"/>
                    <a:pt x="6704" y="11930"/>
                  </a:cubicBezTo>
                  <a:cubicBezTo>
                    <a:pt x="6560" y="11435"/>
                    <a:pt x="6114" y="11156"/>
                    <a:pt x="5659" y="11156"/>
                  </a:cubicBezTo>
                  <a:cubicBezTo>
                    <a:pt x="5360" y="11156"/>
                    <a:pt x="5057" y="11277"/>
                    <a:pt x="4834" y="11537"/>
                  </a:cubicBezTo>
                  <a:lnTo>
                    <a:pt x="4394" y="12061"/>
                  </a:lnTo>
                  <a:cubicBezTo>
                    <a:pt x="3275" y="11752"/>
                    <a:pt x="2406" y="10859"/>
                    <a:pt x="2120" y="9728"/>
                  </a:cubicBezTo>
                  <a:cubicBezTo>
                    <a:pt x="1786" y="8489"/>
                    <a:pt x="2584" y="7227"/>
                    <a:pt x="3846" y="6977"/>
                  </a:cubicBezTo>
                  <a:cubicBezTo>
                    <a:pt x="3977" y="6953"/>
                    <a:pt x="4108" y="6942"/>
                    <a:pt x="4251" y="6942"/>
                  </a:cubicBezTo>
                  <a:cubicBezTo>
                    <a:pt x="4549" y="6942"/>
                    <a:pt x="4787" y="6703"/>
                    <a:pt x="4787" y="6406"/>
                  </a:cubicBezTo>
                  <a:lnTo>
                    <a:pt x="4787" y="5668"/>
                  </a:lnTo>
                  <a:cubicBezTo>
                    <a:pt x="4989" y="5608"/>
                    <a:pt x="5168" y="5501"/>
                    <a:pt x="5335" y="5370"/>
                  </a:cubicBezTo>
                  <a:lnTo>
                    <a:pt x="6430" y="6477"/>
                  </a:lnTo>
                  <a:lnTo>
                    <a:pt x="6275" y="6632"/>
                  </a:lnTo>
                  <a:cubicBezTo>
                    <a:pt x="6192" y="6715"/>
                    <a:pt x="6180" y="6834"/>
                    <a:pt x="6239" y="6930"/>
                  </a:cubicBezTo>
                  <a:cubicBezTo>
                    <a:pt x="6280" y="6997"/>
                    <a:pt x="6354" y="7034"/>
                    <a:pt x="6431" y="7034"/>
                  </a:cubicBezTo>
                  <a:cubicBezTo>
                    <a:pt x="6490" y="7034"/>
                    <a:pt x="6550" y="7012"/>
                    <a:pt x="6597" y="6965"/>
                  </a:cubicBezTo>
                  <a:lnTo>
                    <a:pt x="6989" y="6572"/>
                  </a:lnTo>
                  <a:lnTo>
                    <a:pt x="7311" y="6882"/>
                  </a:lnTo>
                  <a:cubicBezTo>
                    <a:pt x="7396" y="6975"/>
                    <a:pt x="7517" y="7026"/>
                    <a:pt x="7640" y="7026"/>
                  </a:cubicBezTo>
                  <a:cubicBezTo>
                    <a:pt x="7690" y="7026"/>
                    <a:pt x="7739" y="7018"/>
                    <a:pt x="7787" y="7001"/>
                  </a:cubicBezTo>
                  <a:lnTo>
                    <a:pt x="8037" y="7251"/>
                  </a:lnTo>
                  <a:cubicBezTo>
                    <a:pt x="8156" y="7364"/>
                    <a:pt x="8308" y="7421"/>
                    <a:pt x="8458" y="7421"/>
                  </a:cubicBezTo>
                  <a:cubicBezTo>
                    <a:pt x="8609" y="7421"/>
                    <a:pt x="8758" y="7364"/>
                    <a:pt x="8871" y="7251"/>
                  </a:cubicBezTo>
                  <a:lnTo>
                    <a:pt x="9145" y="6977"/>
                  </a:lnTo>
                  <a:cubicBezTo>
                    <a:pt x="9371" y="6751"/>
                    <a:pt x="9371" y="6382"/>
                    <a:pt x="9145" y="6156"/>
                  </a:cubicBezTo>
                  <a:lnTo>
                    <a:pt x="8894" y="5906"/>
                  </a:lnTo>
                  <a:cubicBezTo>
                    <a:pt x="8942" y="5727"/>
                    <a:pt x="8906" y="5537"/>
                    <a:pt x="8775" y="5418"/>
                  </a:cubicBezTo>
                  <a:lnTo>
                    <a:pt x="8454" y="5096"/>
                  </a:lnTo>
                  <a:lnTo>
                    <a:pt x="8859" y="4703"/>
                  </a:lnTo>
                  <a:cubicBezTo>
                    <a:pt x="8999" y="4535"/>
                    <a:pt x="8845" y="4315"/>
                    <a:pt x="8669" y="4315"/>
                  </a:cubicBezTo>
                  <a:cubicBezTo>
                    <a:pt x="8621" y="4315"/>
                    <a:pt x="8571" y="4331"/>
                    <a:pt x="8525" y="4370"/>
                  </a:cubicBezTo>
                  <a:lnTo>
                    <a:pt x="8359" y="4536"/>
                  </a:lnTo>
                  <a:lnTo>
                    <a:pt x="7990" y="4167"/>
                  </a:lnTo>
                  <a:cubicBezTo>
                    <a:pt x="7943" y="4121"/>
                    <a:pt x="7883" y="4099"/>
                    <a:pt x="7824" y="4099"/>
                  </a:cubicBezTo>
                  <a:cubicBezTo>
                    <a:pt x="7747" y="4099"/>
                    <a:pt x="7673" y="4136"/>
                    <a:pt x="7632" y="4203"/>
                  </a:cubicBezTo>
                  <a:cubicBezTo>
                    <a:pt x="7573" y="4298"/>
                    <a:pt x="7585" y="4417"/>
                    <a:pt x="7668" y="4501"/>
                  </a:cubicBezTo>
                  <a:lnTo>
                    <a:pt x="8037" y="4870"/>
                  </a:lnTo>
                  <a:cubicBezTo>
                    <a:pt x="7501" y="5406"/>
                    <a:pt x="7287" y="5608"/>
                    <a:pt x="6763" y="6144"/>
                  </a:cubicBezTo>
                  <a:lnTo>
                    <a:pt x="5644" y="5025"/>
                  </a:lnTo>
                  <a:cubicBezTo>
                    <a:pt x="6370" y="3953"/>
                    <a:pt x="5596" y="2501"/>
                    <a:pt x="4299" y="2501"/>
                  </a:cubicBezTo>
                  <a:cubicBezTo>
                    <a:pt x="3977" y="2501"/>
                    <a:pt x="3656" y="2596"/>
                    <a:pt x="3394" y="2774"/>
                  </a:cubicBezTo>
                  <a:lnTo>
                    <a:pt x="2858" y="2239"/>
                  </a:lnTo>
                  <a:cubicBezTo>
                    <a:pt x="2846" y="2239"/>
                    <a:pt x="2846" y="2215"/>
                    <a:pt x="2858" y="2203"/>
                  </a:cubicBezTo>
                  <a:lnTo>
                    <a:pt x="4096" y="965"/>
                  </a:lnTo>
                  <a:cubicBezTo>
                    <a:pt x="4102" y="959"/>
                    <a:pt x="4108" y="956"/>
                    <a:pt x="4114" y="956"/>
                  </a:cubicBezTo>
                  <a:cubicBezTo>
                    <a:pt x="4120" y="956"/>
                    <a:pt x="4126" y="959"/>
                    <a:pt x="4132" y="965"/>
                  </a:cubicBezTo>
                  <a:lnTo>
                    <a:pt x="6906" y="3739"/>
                  </a:lnTo>
                  <a:cubicBezTo>
                    <a:pt x="6948" y="3785"/>
                    <a:pt x="7005" y="3807"/>
                    <a:pt x="7063" y="3807"/>
                  </a:cubicBezTo>
                  <a:cubicBezTo>
                    <a:pt x="7139" y="3807"/>
                    <a:pt x="7216" y="3770"/>
                    <a:pt x="7263" y="3703"/>
                  </a:cubicBezTo>
                  <a:cubicBezTo>
                    <a:pt x="7323" y="3596"/>
                    <a:pt x="7299" y="3477"/>
                    <a:pt x="7216" y="3405"/>
                  </a:cubicBezTo>
                  <a:lnTo>
                    <a:pt x="4465" y="631"/>
                  </a:lnTo>
                  <a:cubicBezTo>
                    <a:pt x="4366" y="539"/>
                    <a:pt x="4241" y="492"/>
                    <a:pt x="4115" y="492"/>
                  </a:cubicBezTo>
                  <a:cubicBezTo>
                    <a:pt x="4045" y="492"/>
                    <a:pt x="3974" y="506"/>
                    <a:pt x="3906" y="536"/>
                  </a:cubicBezTo>
                  <a:lnTo>
                    <a:pt x="3584" y="215"/>
                  </a:lnTo>
                  <a:cubicBezTo>
                    <a:pt x="3441" y="72"/>
                    <a:pt x="3257" y="0"/>
                    <a:pt x="30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90" name="Google Shape;2390;p52"/>
          <p:cNvGrpSpPr/>
          <p:nvPr/>
        </p:nvGrpSpPr>
        <p:grpSpPr>
          <a:xfrm>
            <a:off x="4349224" y="1181766"/>
            <a:ext cx="445639" cy="445297"/>
            <a:chOff x="5343136" y="1946643"/>
            <a:chExt cx="418637" cy="418316"/>
          </a:xfrm>
        </p:grpSpPr>
        <p:sp>
          <p:nvSpPr>
            <p:cNvPr id="2391" name="Google Shape;2391;p52"/>
            <p:cNvSpPr/>
            <p:nvPr/>
          </p:nvSpPr>
          <p:spPr>
            <a:xfrm>
              <a:off x="5617338" y="1989257"/>
              <a:ext cx="96397" cy="371266"/>
            </a:xfrm>
            <a:custGeom>
              <a:avLst/>
              <a:gdLst/>
              <a:ahLst/>
              <a:cxnLst/>
              <a:rect l="l" t="t" r="r" b="b"/>
              <a:pathLst>
                <a:path w="3608" h="13896" extrusionOk="0">
                  <a:moveTo>
                    <a:pt x="36" y="1"/>
                  </a:moveTo>
                  <a:lnTo>
                    <a:pt x="36" y="12062"/>
                  </a:lnTo>
                  <a:cubicBezTo>
                    <a:pt x="0" y="13062"/>
                    <a:pt x="798" y="13895"/>
                    <a:pt x="1798" y="13895"/>
                  </a:cubicBezTo>
                  <a:cubicBezTo>
                    <a:pt x="1805" y="13895"/>
                    <a:pt x="1813" y="13895"/>
                    <a:pt x="1820" y="13895"/>
                  </a:cubicBezTo>
                  <a:cubicBezTo>
                    <a:pt x="2810" y="13895"/>
                    <a:pt x="3608" y="13078"/>
                    <a:pt x="3584" y="12085"/>
                  </a:cubicBezTo>
                  <a:lnTo>
                    <a:pt x="35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52"/>
            <p:cNvSpPr/>
            <p:nvPr/>
          </p:nvSpPr>
          <p:spPr>
            <a:xfrm>
              <a:off x="5617979" y="2036013"/>
              <a:ext cx="95141" cy="323549"/>
            </a:xfrm>
            <a:custGeom>
              <a:avLst/>
              <a:gdLst/>
              <a:ahLst/>
              <a:cxnLst/>
              <a:rect l="l" t="t" r="r" b="b"/>
              <a:pathLst>
                <a:path w="3561" h="12110" extrusionOk="0">
                  <a:moveTo>
                    <a:pt x="12" y="1"/>
                  </a:moveTo>
                  <a:lnTo>
                    <a:pt x="12" y="10300"/>
                  </a:lnTo>
                  <a:cubicBezTo>
                    <a:pt x="0" y="11304"/>
                    <a:pt x="810" y="12110"/>
                    <a:pt x="1800" y="12110"/>
                  </a:cubicBezTo>
                  <a:cubicBezTo>
                    <a:pt x="1807" y="12110"/>
                    <a:pt x="1815" y="12110"/>
                    <a:pt x="1822" y="12109"/>
                  </a:cubicBezTo>
                  <a:cubicBezTo>
                    <a:pt x="2786" y="12086"/>
                    <a:pt x="3560" y="11300"/>
                    <a:pt x="3560" y="10335"/>
                  </a:cubicBezTo>
                  <a:lnTo>
                    <a:pt x="356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52"/>
            <p:cNvSpPr/>
            <p:nvPr/>
          </p:nvSpPr>
          <p:spPr>
            <a:xfrm>
              <a:off x="5588376" y="1952360"/>
              <a:ext cx="153038" cy="42641"/>
            </a:xfrm>
            <a:custGeom>
              <a:avLst/>
              <a:gdLst/>
              <a:ahLst/>
              <a:cxnLst/>
              <a:rect l="l" t="t" r="r" b="b"/>
              <a:pathLst>
                <a:path w="5728" h="1596" extrusionOk="0">
                  <a:moveTo>
                    <a:pt x="608" y="0"/>
                  </a:moveTo>
                  <a:cubicBezTo>
                    <a:pt x="275" y="0"/>
                    <a:pt x="1" y="274"/>
                    <a:pt x="13" y="608"/>
                  </a:cubicBezTo>
                  <a:lnTo>
                    <a:pt x="13" y="1001"/>
                  </a:lnTo>
                  <a:cubicBezTo>
                    <a:pt x="13" y="1322"/>
                    <a:pt x="275" y="1596"/>
                    <a:pt x="608" y="1596"/>
                  </a:cubicBezTo>
                  <a:lnTo>
                    <a:pt x="5133" y="1596"/>
                  </a:lnTo>
                  <a:cubicBezTo>
                    <a:pt x="5454" y="1596"/>
                    <a:pt x="5728" y="1322"/>
                    <a:pt x="5728" y="1001"/>
                  </a:cubicBezTo>
                  <a:lnTo>
                    <a:pt x="5728" y="608"/>
                  </a:lnTo>
                  <a:cubicBezTo>
                    <a:pt x="5728" y="274"/>
                    <a:pt x="5454" y="0"/>
                    <a:pt x="5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52"/>
            <p:cNvSpPr/>
            <p:nvPr/>
          </p:nvSpPr>
          <p:spPr>
            <a:xfrm>
              <a:off x="5492327" y="2047154"/>
              <a:ext cx="263408" cy="245935"/>
            </a:xfrm>
            <a:custGeom>
              <a:avLst/>
              <a:gdLst/>
              <a:ahLst/>
              <a:cxnLst/>
              <a:rect l="l" t="t" r="r" b="b"/>
              <a:pathLst>
                <a:path w="9859" h="9205" extrusionOk="0">
                  <a:moveTo>
                    <a:pt x="4703" y="1"/>
                  </a:moveTo>
                  <a:cubicBezTo>
                    <a:pt x="3013" y="1"/>
                    <a:pt x="2370" y="1417"/>
                    <a:pt x="2072" y="1703"/>
                  </a:cubicBezTo>
                  <a:cubicBezTo>
                    <a:pt x="1762" y="2108"/>
                    <a:pt x="1274" y="2346"/>
                    <a:pt x="762" y="2346"/>
                  </a:cubicBezTo>
                  <a:lnTo>
                    <a:pt x="0" y="2346"/>
                  </a:lnTo>
                  <a:lnTo>
                    <a:pt x="0" y="8156"/>
                  </a:lnTo>
                  <a:lnTo>
                    <a:pt x="1453" y="8156"/>
                  </a:lnTo>
                  <a:cubicBezTo>
                    <a:pt x="1655" y="8156"/>
                    <a:pt x="1870" y="8204"/>
                    <a:pt x="2072" y="8287"/>
                  </a:cubicBezTo>
                  <a:cubicBezTo>
                    <a:pt x="2727" y="8490"/>
                    <a:pt x="3834" y="9204"/>
                    <a:pt x="5703" y="9204"/>
                  </a:cubicBezTo>
                  <a:lnTo>
                    <a:pt x="8061" y="9204"/>
                  </a:lnTo>
                  <a:cubicBezTo>
                    <a:pt x="8454" y="9204"/>
                    <a:pt x="8787" y="8883"/>
                    <a:pt x="8787" y="8478"/>
                  </a:cubicBezTo>
                  <a:lnTo>
                    <a:pt x="8787" y="8037"/>
                  </a:lnTo>
                  <a:cubicBezTo>
                    <a:pt x="8787" y="7632"/>
                    <a:pt x="8466" y="7311"/>
                    <a:pt x="8061" y="7311"/>
                  </a:cubicBezTo>
                  <a:lnTo>
                    <a:pt x="8513" y="7311"/>
                  </a:lnTo>
                  <a:cubicBezTo>
                    <a:pt x="8906" y="7311"/>
                    <a:pt x="9240" y="6989"/>
                    <a:pt x="9240" y="6585"/>
                  </a:cubicBezTo>
                  <a:lnTo>
                    <a:pt x="9240" y="6108"/>
                  </a:lnTo>
                  <a:cubicBezTo>
                    <a:pt x="9240" y="5716"/>
                    <a:pt x="8918" y="5382"/>
                    <a:pt x="8513" y="5382"/>
                  </a:cubicBezTo>
                  <a:lnTo>
                    <a:pt x="8882" y="5382"/>
                  </a:lnTo>
                  <a:cubicBezTo>
                    <a:pt x="9287" y="5382"/>
                    <a:pt x="9609" y="5049"/>
                    <a:pt x="9609" y="4656"/>
                  </a:cubicBezTo>
                  <a:lnTo>
                    <a:pt x="9609" y="4203"/>
                  </a:lnTo>
                  <a:cubicBezTo>
                    <a:pt x="9609" y="3811"/>
                    <a:pt x="9299" y="3477"/>
                    <a:pt x="8906" y="3465"/>
                  </a:cubicBezTo>
                  <a:lnTo>
                    <a:pt x="9144" y="3465"/>
                  </a:lnTo>
                  <a:cubicBezTo>
                    <a:pt x="9537" y="3453"/>
                    <a:pt x="9859" y="3132"/>
                    <a:pt x="9847" y="2739"/>
                  </a:cubicBezTo>
                  <a:lnTo>
                    <a:pt x="9847" y="2275"/>
                  </a:lnTo>
                  <a:cubicBezTo>
                    <a:pt x="9859" y="1882"/>
                    <a:pt x="9537" y="1548"/>
                    <a:pt x="9144" y="1536"/>
                  </a:cubicBezTo>
                  <a:lnTo>
                    <a:pt x="5358" y="1536"/>
                  </a:lnTo>
                  <a:cubicBezTo>
                    <a:pt x="4989" y="1536"/>
                    <a:pt x="4703" y="1251"/>
                    <a:pt x="4703" y="894"/>
                  </a:cubicBezTo>
                  <a:lnTo>
                    <a:pt x="4703" y="1"/>
                  </a:lnTo>
                  <a:close/>
                </a:path>
              </a:pathLst>
            </a:custGeom>
            <a:solidFill>
              <a:srgbClr val="F5DB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52"/>
            <p:cNvSpPr/>
            <p:nvPr/>
          </p:nvSpPr>
          <p:spPr>
            <a:xfrm>
              <a:off x="5348854" y="2096474"/>
              <a:ext cx="138397" cy="188973"/>
            </a:xfrm>
            <a:custGeom>
              <a:avLst/>
              <a:gdLst/>
              <a:ahLst/>
              <a:cxnLst/>
              <a:rect l="l" t="t" r="r" b="b"/>
              <a:pathLst>
                <a:path w="5180" h="7073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lnTo>
                    <a:pt x="1" y="6798"/>
                  </a:lnTo>
                  <a:cubicBezTo>
                    <a:pt x="1" y="6953"/>
                    <a:pt x="132" y="7072"/>
                    <a:pt x="286" y="7072"/>
                  </a:cubicBezTo>
                  <a:lnTo>
                    <a:pt x="5180" y="7072"/>
                  </a:lnTo>
                  <a:lnTo>
                    <a:pt x="51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52"/>
            <p:cNvSpPr/>
            <p:nvPr/>
          </p:nvSpPr>
          <p:spPr>
            <a:xfrm>
              <a:off x="5475788" y="2082474"/>
              <a:ext cx="47424" cy="216332"/>
            </a:xfrm>
            <a:custGeom>
              <a:avLst/>
              <a:gdLst/>
              <a:ahLst/>
              <a:cxnLst/>
              <a:rect l="l" t="t" r="r" b="b"/>
              <a:pathLst>
                <a:path w="1775" h="8097" extrusionOk="0">
                  <a:moveTo>
                    <a:pt x="1417" y="0"/>
                  </a:moveTo>
                  <a:lnTo>
                    <a:pt x="1417" y="12"/>
                  </a:lnTo>
                  <a:lnTo>
                    <a:pt x="357" y="12"/>
                  </a:lnTo>
                  <a:cubicBezTo>
                    <a:pt x="167" y="12"/>
                    <a:pt x="0" y="167"/>
                    <a:pt x="0" y="369"/>
                  </a:cubicBezTo>
                  <a:lnTo>
                    <a:pt x="0" y="7727"/>
                  </a:lnTo>
                  <a:cubicBezTo>
                    <a:pt x="0" y="7930"/>
                    <a:pt x="167" y="8096"/>
                    <a:pt x="357" y="8096"/>
                  </a:cubicBezTo>
                  <a:lnTo>
                    <a:pt x="1417" y="8096"/>
                  </a:lnTo>
                  <a:cubicBezTo>
                    <a:pt x="1619" y="8096"/>
                    <a:pt x="1774" y="7930"/>
                    <a:pt x="1774" y="7727"/>
                  </a:cubicBezTo>
                  <a:lnTo>
                    <a:pt x="1774" y="369"/>
                  </a:lnTo>
                  <a:cubicBezTo>
                    <a:pt x="1774" y="167"/>
                    <a:pt x="1619" y="0"/>
                    <a:pt x="14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2397;p52"/>
            <p:cNvSpPr/>
            <p:nvPr/>
          </p:nvSpPr>
          <p:spPr>
            <a:xfrm>
              <a:off x="5343136" y="1946643"/>
              <a:ext cx="418637" cy="418316"/>
            </a:xfrm>
            <a:custGeom>
              <a:avLst/>
              <a:gdLst/>
              <a:ahLst/>
              <a:cxnLst/>
              <a:rect l="l" t="t" r="r" b="b"/>
              <a:pathLst>
                <a:path w="15669" h="15657" extrusionOk="0">
                  <a:moveTo>
                    <a:pt x="13597" y="2060"/>
                  </a:moveTo>
                  <a:lnTo>
                    <a:pt x="13597" y="3096"/>
                  </a:lnTo>
                  <a:lnTo>
                    <a:pt x="10502" y="3096"/>
                  </a:lnTo>
                  <a:lnTo>
                    <a:pt x="10502" y="2060"/>
                  </a:lnTo>
                  <a:close/>
                  <a:moveTo>
                    <a:pt x="13597" y="3560"/>
                  </a:moveTo>
                  <a:lnTo>
                    <a:pt x="13597" y="5060"/>
                  </a:lnTo>
                  <a:lnTo>
                    <a:pt x="10918" y="5060"/>
                  </a:lnTo>
                  <a:cubicBezTo>
                    <a:pt x="10692" y="5060"/>
                    <a:pt x="10513" y="4870"/>
                    <a:pt x="10502" y="4644"/>
                  </a:cubicBezTo>
                  <a:lnTo>
                    <a:pt x="10502" y="3560"/>
                  </a:lnTo>
                  <a:close/>
                  <a:moveTo>
                    <a:pt x="10061" y="4001"/>
                  </a:moveTo>
                  <a:lnTo>
                    <a:pt x="10061" y="4644"/>
                  </a:lnTo>
                  <a:cubicBezTo>
                    <a:pt x="10061" y="5132"/>
                    <a:pt x="10442" y="5513"/>
                    <a:pt x="10930" y="5525"/>
                  </a:cubicBezTo>
                  <a:lnTo>
                    <a:pt x="14704" y="5525"/>
                  </a:lnTo>
                  <a:cubicBezTo>
                    <a:pt x="14978" y="5525"/>
                    <a:pt x="15205" y="5739"/>
                    <a:pt x="15205" y="6013"/>
                  </a:cubicBezTo>
                  <a:lnTo>
                    <a:pt x="15205" y="6501"/>
                  </a:lnTo>
                  <a:lnTo>
                    <a:pt x="15193" y="6501"/>
                  </a:lnTo>
                  <a:cubicBezTo>
                    <a:pt x="15193" y="6763"/>
                    <a:pt x="14978" y="6989"/>
                    <a:pt x="14704" y="6989"/>
                  </a:cubicBezTo>
                  <a:lnTo>
                    <a:pt x="14395" y="6989"/>
                  </a:lnTo>
                  <a:cubicBezTo>
                    <a:pt x="14359" y="6989"/>
                    <a:pt x="14335" y="7001"/>
                    <a:pt x="14312" y="7025"/>
                  </a:cubicBezTo>
                  <a:cubicBezTo>
                    <a:pt x="14133" y="7168"/>
                    <a:pt x="14240" y="7442"/>
                    <a:pt x="14454" y="7453"/>
                  </a:cubicBezTo>
                  <a:cubicBezTo>
                    <a:pt x="14728" y="7453"/>
                    <a:pt x="14954" y="7680"/>
                    <a:pt x="14954" y="7954"/>
                  </a:cubicBezTo>
                  <a:lnTo>
                    <a:pt x="14954" y="8680"/>
                  </a:lnTo>
                  <a:cubicBezTo>
                    <a:pt x="14954" y="8811"/>
                    <a:pt x="14847" y="8918"/>
                    <a:pt x="14704" y="8918"/>
                  </a:cubicBezTo>
                  <a:lnTo>
                    <a:pt x="14026" y="8918"/>
                  </a:lnTo>
                  <a:cubicBezTo>
                    <a:pt x="14002" y="8918"/>
                    <a:pt x="13966" y="8930"/>
                    <a:pt x="13942" y="8954"/>
                  </a:cubicBezTo>
                  <a:cubicBezTo>
                    <a:pt x="13776" y="9097"/>
                    <a:pt x="13871" y="9370"/>
                    <a:pt x="14097" y="9382"/>
                  </a:cubicBezTo>
                  <a:cubicBezTo>
                    <a:pt x="14371" y="9382"/>
                    <a:pt x="14585" y="9608"/>
                    <a:pt x="14585" y="9882"/>
                  </a:cubicBezTo>
                  <a:lnTo>
                    <a:pt x="14585" y="10573"/>
                  </a:lnTo>
                  <a:cubicBezTo>
                    <a:pt x="14585" y="10704"/>
                    <a:pt x="14478" y="10811"/>
                    <a:pt x="14347" y="10811"/>
                  </a:cubicBezTo>
                  <a:lnTo>
                    <a:pt x="13573" y="10811"/>
                  </a:lnTo>
                  <a:cubicBezTo>
                    <a:pt x="13550" y="10811"/>
                    <a:pt x="13514" y="10823"/>
                    <a:pt x="13490" y="10859"/>
                  </a:cubicBezTo>
                  <a:cubicBezTo>
                    <a:pt x="13323" y="11002"/>
                    <a:pt x="13419" y="11275"/>
                    <a:pt x="13645" y="11275"/>
                  </a:cubicBezTo>
                  <a:cubicBezTo>
                    <a:pt x="13919" y="11275"/>
                    <a:pt x="14133" y="11502"/>
                    <a:pt x="14133" y="11775"/>
                  </a:cubicBezTo>
                  <a:lnTo>
                    <a:pt x="14133" y="12502"/>
                  </a:lnTo>
                  <a:cubicBezTo>
                    <a:pt x="14133" y="12633"/>
                    <a:pt x="14026" y="12740"/>
                    <a:pt x="13883" y="12740"/>
                  </a:cubicBezTo>
                  <a:lnTo>
                    <a:pt x="11275" y="12740"/>
                  </a:lnTo>
                  <a:cubicBezTo>
                    <a:pt x="10954" y="12740"/>
                    <a:pt x="10621" y="12716"/>
                    <a:pt x="10299" y="12680"/>
                  </a:cubicBezTo>
                  <a:cubicBezTo>
                    <a:pt x="9073" y="12502"/>
                    <a:pt x="8287" y="12014"/>
                    <a:pt x="7727" y="11835"/>
                  </a:cubicBezTo>
                  <a:cubicBezTo>
                    <a:pt x="7489" y="11740"/>
                    <a:pt x="7251" y="11704"/>
                    <a:pt x="7001" y="11704"/>
                  </a:cubicBezTo>
                  <a:lnTo>
                    <a:pt x="7001" y="6203"/>
                  </a:lnTo>
                  <a:cubicBezTo>
                    <a:pt x="7477" y="6025"/>
                    <a:pt x="7763" y="5715"/>
                    <a:pt x="8049" y="5322"/>
                  </a:cubicBezTo>
                  <a:cubicBezTo>
                    <a:pt x="8394" y="4858"/>
                    <a:pt x="8942" y="4096"/>
                    <a:pt x="10061" y="4001"/>
                  </a:cubicBezTo>
                  <a:close/>
                  <a:moveTo>
                    <a:pt x="6394" y="5334"/>
                  </a:moveTo>
                  <a:cubicBezTo>
                    <a:pt x="6465" y="5334"/>
                    <a:pt x="6525" y="5394"/>
                    <a:pt x="6525" y="5465"/>
                  </a:cubicBezTo>
                  <a:lnTo>
                    <a:pt x="6525" y="12835"/>
                  </a:lnTo>
                  <a:cubicBezTo>
                    <a:pt x="6525" y="12907"/>
                    <a:pt x="6465" y="12954"/>
                    <a:pt x="6394" y="12954"/>
                  </a:cubicBezTo>
                  <a:lnTo>
                    <a:pt x="5346" y="12954"/>
                  </a:lnTo>
                  <a:cubicBezTo>
                    <a:pt x="5263" y="12954"/>
                    <a:pt x="5215" y="12907"/>
                    <a:pt x="5215" y="12835"/>
                  </a:cubicBezTo>
                  <a:lnTo>
                    <a:pt x="5215" y="7727"/>
                  </a:lnTo>
                  <a:cubicBezTo>
                    <a:pt x="5215" y="7608"/>
                    <a:pt x="5120" y="7513"/>
                    <a:pt x="5013" y="7501"/>
                  </a:cubicBezTo>
                  <a:cubicBezTo>
                    <a:pt x="4999" y="7499"/>
                    <a:pt x="4986" y="7498"/>
                    <a:pt x="4973" y="7498"/>
                  </a:cubicBezTo>
                  <a:cubicBezTo>
                    <a:pt x="4849" y="7498"/>
                    <a:pt x="4751" y="7598"/>
                    <a:pt x="4751" y="7727"/>
                  </a:cubicBezTo>
                  <a:lnTo>
                    <a:pt x="4751" y="12442"/>
                  </a:lnTo>
                  <a:lnTo>
                    <a:pt x="524" y="12442"/>
                  </a:lnTo>
                  <a:cubicBezTo>
                    <a:pt x="488" y="12442"/>
                    <a:pt x="465" y="12418"/>
                    <a:pt x="465" y="12383"/>
                  </a:cubicBezTo>
                  <a:lnTo>
                    <a:pt x="465" y="5882"/>
                  </a:lnTo>
                  <a:cubicBezTo>
                    <a:pt x="465" y="5846"/>
                    <a:pt x="488" y="5822"/>
                    <a:pt x="524" y="5822"/>
                  </a:cubicBezTo>
                  <a:lnTo>
                    <a:pt x="4751" y="5822"/>
                  </a:lnTo>
                  <a:lnTo>
                    <a:pt x="4751" y="6632"/>
                  </a:lnTo>
                  <a:cubicBezTo>
                    <a:pt x="4751" y="6751"/>
                    <a:pt x="4834" y="6846"/>
                    <a:pt x="4953" y="6870"/>
                  </a:cubicBezTo>
                  <a:cubicBezTo>
                    <a:pt x="4961" y="6871"/>
                    <a:pt x="4968" y="6871"/>
                    <a:pt x="4975" y="6871"/>
                  </a:cubicBezTo>
                  <a:cubicBezTo>
                    <a:pt x="5108" y="6871"/>
                    <a:pt x="5215" y="6768"/>
                    <a:pt x="5215" y="6644"/>
                  </a:cubicBezTo>
                  <a:lnTo>
                    <a:pt x="5215" y="5465"/>
                  </a:lnTo>
                  <a:cubicBezTo>
                    <a:pt x="5215" y="5394"/>
                    <a:pt x="5275" y="5334"/>
                    <a:pt x="5346" y="5334"/>
                  </a:cubicBezTo>
                  <a:close/>
                  <a:moveTo>
                    <a:pt x="10502" y="13168"/>
                  </a:moveTo>
                  <a:cubicBezTo>
                    <a:pt x="10763" y="13192"/>
                    <a:pt x="11014" y="13204"/>
                    <a:pt x="11275" y="13204"/>
                  </a:cubicBezTo>
                  <a:lnTo>
                    <a:pt x="13597" y="13204"/>
                  </a:lnTo>
                  <a:lnTo>
                    <a:pt x="13597" y="13669"/>
                  </a:lnTo>
                  <a:cubicBezTo>
                    <a:pt x="13597" y="14502"/>
                    <a:pt x="12919" y="15181"/>
                    <a:pt x="12085" y="15193"/>
                  </a:cubicBezTo>
                  <a:cubicBezTo>
                    <a:pt x="12078" y="15193"/>
                    <a:pt x="12071" y="15193"/>
                    <a:pt x="12064" y="15193"/>
                  </a:cubicBezTo>
                  <a:cubicBezTo>
                    <a:pt x="11204" y="15193"/>
                    <a:pt x="10502" y="14483"/>
                    <a:pt x="10502" y="13621"/>
                  </a:cubicBezTo>
                  <a:lnTo>
                    <a:pt x="10502" y="13168"/>
                  </a:lnTo>
                  <a:close/>
                  <a:moveTo>
                    <a:pt x="9775" y="0"/>
                  </a:moveTo>
                  <a:cubicBezTo>
                    <a:pt x="9323" y="0"/>
                    <a:pt x="8954" y="369"/>
                    <a:pt x="8954" y="834"/>
                  </a:cubicBezTo>
                  <a:lnTo>
                    <a:pt x="8954" y="1227"/>
                  </a:lnTo>
                  <a:cubicBezTo>
                    <a:pt x="8942" y="1679"/>
                    <a:pt x="9323" y="2048"/>
                    <a:pt x="9775" y="2060"/>
                  </a:cubicBezTo>
                  <a:lnTo>
                    <a:pt x="10049" y="2060"/>
                  </a:lnTo>
                  <a:lnTo>
                    <a:pt x="10049" y="3596"/>
                  </a:lnTo>
                  <a:cubicBezTo>
                    <a:pt x="8704" y="3691"/>
                    <a:pt x="8013" y="4608"/>
                    <a:pt x="7668" y="5060"/>
                  </a:cubicBezTo>
                  <a:cubicBezTo>
                    <a:pt x="7501" y="5322"/>
                    <a:pt x="7263" y="5537"/>
                    <a:pt x="6977" y="5691"/>
                  </a:cubicBezTo>
                  <a:lnTo>
                    <a:pt x="6977" y="5465"/>
                  </a:lnTo>
                  <a:cubicBezTo>
                    <a:pt x="6977" y="5132"/>
                    <a:pt x="6715" y="4870"/>
                    <a:pt x="6382" y="4870"/>
                  </a:cubicBezTo>
                  <a:lnTo>
                    <a:pt x="5322" y="4870"/>
                  </a:lnTo>
                  <a:cubicBezTo>
                    <a:pt x="5315" y="4870"/>
                    <a:pt x="5307" y="4869"/>
                    <a:pt x="5300" y="4869"/>
                  </a:cubicBezTo>
                  <a:cubicBezTo>
                    <a:pt x="5023" y="4869"/>
                    <a:pt x="4785" y="5080"/>
                    <a:pt x="4739" y="5358"/>
                  </a:cubicBezTo>
                  <a:lnTo>
                    <a:pt x="524" y="5358"/>
                  </a:lnTo>
                  <a:cubicBezTo>
                    <a:pt x="238" y="5358"/>
                    <a:pt x="0" y="5584"/>
                    <a:pt x="0" y="5870"/>
                  </a:cubicBezTo>
                  <a:lnTo>
                    <a:pt x="0" y="12406"/>
                  </a:lnTo>
                  <a:cubicBezTo>
                    <a:pt x="0" y="12692"/>
                    <a:pt x="238" y="12918"/>
                    <a:pt x="524" y="12918"/>
                  </a:cubicBezTo>
                  <a:lnTo>
                    <a:pt x="4763" y="12918"/>
                  </a:lnTo>
                  <a:cubicBezTo>
                    <a:pt x="4798" y="13204"/>
                    <a:pt x="5048" y="13407"/>
                    <a:pt x="5334" y="13407"/>
                  </a:cubicBezTo>
                  <a:lnTo>
                    <a:pt x="6406" y="13407"/>
                  </a:lnTo>
                  <a:cubicBezTo>
                    <a:pt x="6413" y="13407"/>
                    <a:pt x="6420" y="13407"/>
                    <a:pt x="6427" y="13407"/>
                  </a:cubicBezTo>
                  <a:cubicBezTo>
                    <a:pt x="6739" y="13407"/>
                    <a:pt x="6989" y="13150"/>
                    <a:pt x="7001" y="12835"/>
                  </a:cubicBezTo>
                  <a:lnTo>
                    <a:pt x="7001" y="12204"/>
                  </a:lnTo>
                  <a:cubicBezTo>
                    <a:pt x="7025" y="12203"/>
                    <a:pt x="7049" y="12202"/>
                    <a:pt x="7074" y="12202"/>
                  </a:cubicBezTo>
                  <a:cubicBezTo>
                    <a:pt x="7240" y="12202"/>
                    <a:pt x="7405" y="12237"/>
                    <a:pt x="7561" y="12299"/>
                  </a:cubicBezTo>
                  <a:lnTo>
                    <a:pt x="7585" y="12299"/>
                  </a:lnTo>
                  <a:cubicBezTo>
                    <a:pt x="8073" y="12454"/>
                    <a:pt x="8847" y="12907"/>
                    <a:pt x="10061" y="13109"/>
                  </a:cubicBezTo>
                  <a:lnTo>
                    <a:pt x="10061" y="13633"/>
                  </a:lnTo>
                  <a:cubicBezTo>
                    <a:pt x="10049" y="14740"/>
                    <a:pt x="10942" y="15645"/>
                    <a:pt x="12049" y="15657"/>
                  </a:cubicBezTo>
                  <a:cubicBezTo>
                    <a:pt x="12057" y="15657"/>
                    <a:pt x="12064" y="15657"/>
                    <a:pt x="12071" y="15657"/>
                  </a:cubicBezTo>
                  <a:cubicBezTo>
                    <a:pt x="13169" y="15657"/>
                    <a:pt x="14062" y="14768"/>
                    <a:pt x="14073" y="13669"/>
                  </a:cubicBezTo>
                  <a:lnTo>
                    <a:pt x="14073" y="13097"/>
                  </a:lnTo>
                  <a:cubicBezTo>
                    <a:pt x="14395" y="12930"/>
                    <a:pt x="14597" y="12597"/>
                    <a:pt x="14597" y="12228"/>
                  </a:cubicBezTo>
                  <a:lnTo>
                    <a:pt x="14597" y="11775"/>
                  </a:lnTo>
                  <a:cubicBezTo>
                    <a:pt x="14597" y="11573"/>
                    <a:pt x="14538" y="11383"/>
                    <a:pt x="14419" y="11228"/>
                  </a:cubicBezTo>
                  <a:cubicBezTo>
                    <a:pt x="14800" y="11097"/>
                    <a:pt x="15050" y="10740"/>
                    <a:pt x="15050" y="10335"/>
                  </a:cubicBezTo>
                  <a:lnTo>
                    <a:pt x="15050" y="9859"/>
                  </a:lnTo>
                  <a:cubicBezTo>
                    <a:pt x="15050" y="9644"/>
                    <a:pt x="14990" y="9442"/>
                    <a:pt x="14859" y="9275"/>
                  </a:cubicBezTo>
                  <a:cubicBezTo>
                    <a:pt x="15205" y="9120"/>
                    <a:pt x="15419" y="8787"/>
                    <a:pt x="15419" y="8406"/>
                  </a:cubicBezTo>
                  <a:lnTo>
                    <a:pt x="15419" y="7965"/>
                  </a:lnTo>
                  <a:cubicBezTo>
                    <a:pt x="15419" y="7739"/>
                    <a:pt x="15347" y="7513"/>
                    <a:pt x="15205" y="7346"/>
                  </a:cubicBezTo>
                  <a:cubicBezTo>
                    <a:pt x="15490" y="7168"/>
                    <a:pt x="15669" y="6846"/>
                    <a:pt x="15669" y="6513"/>
                  </a:cubicBezTo>
                  <a:lnTo>
                    <a:pt x="15657" y="6513"/>
                  </a:lnTo>
                  <a:lnTo>
                    <a:pt x="15657" y="6049"/>
                  </a:lnTo>
                  <a:cubicBezTo>
                    <a:pt x="15657" y="5525"/>
                    <a:pt x="15252" y="5096"/>
                    <a:pt x="14728" y="5084"/>
                  </a:cubicBezTo>
                  <a:lnTo>
                    <a:pt x="14062" y="5084"/>
                  </a:lnTo>
                  <a:lnTo>
                    <a:pt x="14062" y="2060"/>
                  </a:lnTo>
                  <a:lnTo>
                    <a:pt x="14335" y="2060"/>
                  </a:lnTo>
                  <a:cubicBezTo>
                    <a:pt x="14788" y="2060"/>
                    <a:pt x="15169" y="1679"/>
                    <a:pt x="15169" y="1227"/>
                  </a:cubicBezTo>
                  <a:lnTo>
                    <a:pt x="15169" y="834"/>
                  </a:lnTo>
                  <a:cubicBezTo>
                    <a:pt x="15169" y="381"/>
                    <a:pt x="14788" y="0"/>
                    <a:pt x="14335" y="0"/>
                  </a:cubicBezTo>
                  <a:lnTo>
                    <a:pt x="13847" y="0"/>
                  </a:lnTo>
                  <a:cubicBezTo>
                    <a:pt x="13740" y="0"/>
                    <a:pt x="13633" y="84"/>
                    <a:pt x="13621" y="203"/>
                  </a:cubicBezTo>
                  <a:cubicBezTo>
                    <a:pt x="13597" y="345"/>
                    <a:pt x="13704" y="465"/>
                    <a:pt x="13847" y="465"/>
                  </a:cubicBezTo>
                  <a:lnTo>
                    <a:pt x="14335" y="465"/>
                  </a:lnTo>
                  <a:cubicBezTo>
                    <a:pt x="14538" y="465"/>
                    <a:pt x="14704" y="631"/>
                    <a:pt x="14704" y="834"/>
                  </a:cubicBezTo>
                  <a:lnTo>
                    <a:pt x="14704" y="1227"/>
                  </a:lnTo>
                  <a:cubicBezTo>
                    <a:pt x="14704" y="1429"/>
                    <a:pt x="14538" y="1596"/>
                    <a:pt x="14335" y="1596"/>
                  </a:cubicBezTo>
                  <a:lnTo>
                    <a:pt x="9811" y="1596"/>
                  </a:lnTo>
                  <a:cubicBezTo>
                    <a:pt x="9609" y="1596"/>
                    <a:pt x="9442" y="1429"/>
                    <a:pt x="9442" y="1227"/>
                  </a:cubicBezTo>
                  <a:lnTo>
                    <a:pt x="9442" y="703"/>
                  </a:lnTo>
                  <a:cubicBezTo>
                    <a:pt x="9442" y="572"/>
                    <a:pt x="9549" y="465"/>
                    <a:pt x="9680" y="465"/>
                  </a:cubicBezTo>
                  <a:lnTo>
                    <a:pt x="12823" y="465"/>
                  </a:lnTo>
                  <a:cubicBezTo>
                    <a:pt x="12871" y="465"/>
                    <a:pt x="12907" y="441"/>
                    <a:pt x="12942" y="405"/>
                  </a:cubicBezTo>
                  <a:cubicBezTo>
                    <a:pt x="13085" y="262"/>
                    <a:pt x="12978" y="0"/>
                    <a:pt x="127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98" name="Google Shape;2398;p52"/>
          <p:cNvGrpSpPr/>
          <p:nvPr/>
        </p:nvGrpSpPr>
        <p:grpSpPr>
          <a:xfrm>
            <a:off x="1720610" y="2926398"/>
            <a:ext cx="458181" cy="445240"/>
            <a:chOff x="6649916" y="3893493"/>
            <a:chExt cx="430419" cy="418262"/>
          </a:xfrm>
        </p:grpSpPr>
        <p:sp>
          <p:nvSpPr>
            <p:cNvPr id="2399" name="Google Shape;2399;p52"/>
            <p:cNvSpPr/>
            <p:nvPr/>
          </p:nvSpPr>
          <p:spPr>
            <a:xfrm>
              <a:off x="6675030" y="3899478"/>
              <a:ext cx="371266" cy="371266"/>
            </a:xfrm>
            <a:custGeom>
              <a:avLst/>
              <a:gdLst/>
              <a:ahLst/>
              <a:cxnLst/>
              <a:rect l="l" t="t" r="r" b="b"/>
              <a:pathLst>
                <a:path w="13896" h="13896" extrusionOk="0">
                  <a:moveTo>
                    <a:pt x="6954" y="0"/>
                  </a:moveTo>
                  <a:cubicBezTo>
                    <a:pt x="3108" y="0"/>
                    <a:pt x="1" y="3108"/>
                    <a:pt x="1" y="6954"/>
                  </a:cubicBezTo>
                  <a:cubicBezTo>
                    <a:pt x="1" y="10788"/>
                    <a:pt x="3108" y="13895"/>
                    <a:pt x="6954" y="13895"/>
                  </a:cubicBezTo>
                  <a:cubicBezTo>
                    <a:pt x="10788" y="13895"/>
                    <a:pt x="13895" y="10788"/>
                    <a:pt x="13895" y="6954"/>
                  </a:cubicBezTo>
                  <a:cubicBezTo>
                    <a:pt x="13895" y="3108"/>
                    <a:pt x="10788" y="0"/>
                    <a:pt x="695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52"/>
            <p:cNvSpPr/>
            <p:nvPr/>
          </p:nvSpPr>
          <p:spPr>
            <a:xfrm>
              <a:off x="6708106" y="3932554"/>
              <a:ext cx="305114" cy="305087"/>
            </a:xfrm>
            <a:custGeom>
              <a:avLst/>
              <a:gdLst/>
              <a:ahLst/>
              <a:cxnLst/>
              <a:rect l="l" t="t" r="r" b="b"/>
              <a:pathLst>
                <a:path w="11420" h="11419" extrusionOk="0">
                  <a:moveTo>
                    <a:pt x="5716" y="1"/>
                  </a:moveTo>
                  <a:cubicBezTo>
                    <a:pt x="2549" y="1"/>
                    <a:pt x="1" y="2561"/>
                    <a:pt x="1" y="5716"/>
                  </a:cubicBezTo>
                  <a:cubicBezTo>
                    <a:pt x="1" y="8871"/>
                    <a:pt x="2549" y="11419"/>
                    <a:pt x="5716" y="11419"/>
                  </a:cubicBezTo>
                  <a:cubicBezTo>
                    <a:pt x="8871" y="11419"/>
                    <a:pt x="11419" y="8871"/>
                    <a:pt x="11419" y="5716"/>
                  </a:cubicBezTo>
                  <a:cubicBezTo>
                    <a:pt x="11419" y="2561"/>
                    <a:pt x="8871" y="1"/>
                    <a:pt x="57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52"/>
            <p:cNvSpPr/>
            <p:nvPr/>
          </p:nvSpPr>
          <p:spPr>
            <a:xfrm>
              <a:off x="6737389" y="3971375"/>
              <a:ext cx="246870" cy="209358"/>
            </a:xfrm>
            <a:custGeom>
              <a:avLst/>
              <a:gdLst/>
              <a:ahLst/>
              <a:cxnLst/>
              <a:rect l="l" t="t" r="r" b="b"/>
              <a:pathLst>
                <a:path w="9240" h="7836" extrusionOk="0">
                  <a:moveTo>
                    <a:pt x="4608" y="0"/>
                  </a:moveTo>
                  <a:cubicBezTo>
                    <a:pt x="2727" y="12"/>
                    <a:pt x="1084" y="1239"/>
                    <a:pt x="536" y="3024"/>
                  </a:cubicBezTo>
                  <a:cubicBezTo>
                    <a:pt x="0" y="4822"/>
                    <a:pt x="691" y="6763"/>
                    <a:pt x="2251" y="7799"/>
                  </a:cubicBezTo>
                  <a:cubicBezTo>
                    <a:pt x="2288" y="7824"/>
                    <a:pt x="2329" y="7836"/>
                    <a:pt x="2369" y="7836"/>
                  </a:cubicBezTo>
                  <a:cubicBezTo>
                    <a:pt x="2445" y="7836"/>
                    <a:pt x="2517" y="7793"/>
                    <a:pt x="2548" y="7716"/>
                  </a:cubicBezTo>
                  <a:lnTo>
                    <a:pt x="2715" y="7346"/>
                  </a:lnTo>
                  <a:cubicBezTo>
                    <a:pt x="2751" y="7251"/>
                    <a:pt x="2727" y="7156"/>
                    <a:pt x="2644" y="7096"/>
                  </a:cubicBezTo>
                  <a:cubicBezTo>
                    <a:pt x="1405" y="6239"/>
                    <a:pt x="869" y="4668"/>
                    <a:pt x="1310" y="3239"/>
                  </a:cubicBezTo>
                  <a:cubicBezTo>
                    <a:pt x="1762" y="1798"/>
                    <a:pt x="3096" y="810"/>
                    <a:pt x="4596" y="810"/>
                  </a:cubicBezTo>
                  <a:cubicBezTo>
                    <a:pt x="4605" y="810"/>
                    <a:pt x="4614" y="810"/>
                    <a:pt x="4623" y="810"/>
                  </a:cubicBezTo>
                  <a:cubicBezTo>
                    <a:pt x="6124" y="810"/>
                    <a:pt x="7445" y="1783"/>
                    <a:pt x="7906" y="3203"/>
                  </a:cubicBezTo>
                  <a:cubicBezTo>
                    <a:pt x="8359" y="4644"/>
                    <a:pt x="7835" y="6215"/>
                    <a:pt x="6608" y="7085"/>
                  </a:cubicBezTo>
                  <a:cubicBezTo>
                    <a:pt x="6525" y="7132"/>
                    <a:pt x="6501" y="7239"/>
                    <a:pt x="6537" y="7323"/>
                  </a:cubicBezTo>
                  <a:lnTo>
                    <a:pt x="6704" y="7704"/>
                  </a:lnTo>
                  <a:cubicBezTo>
                    <a:pt x="6735" y="7781"/>
                    <a:pt x="6812" y="7824"/>
                    <a:pt x="6888" y="7824"/>
                  </a:cubicBezTo>
                  <a:cubicBezTo>
                    <a:pt x="6928" y="7824"/>
                    <a:pt x="6968" y="7812"/>
                    <a:pt x="7001" y="7787"/>
                  </a:cubicBezTo>
                  <a:cubicBezTo>
                    <a:pt x="8561" y="6739"/>
                    <a:pt x="9240" y="4799"/>
                    <a:pt x="8692" y="3001"/>
                  </a:cubicBezTo>
                  <a:cubicBezTo>
                    <a:pt x="8132" y="1215"/>
                    <a:pt x="6477" y="0"/>
                    <a:pt x="460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52"/>
            <p:cNvSpPr/>
            <p:nvPr/>
          </p:nvSpPr>
          <p:spPr>
            <a:xfrm>
              <a:off x="6844579" y="4069027"/>
              <a:ext cx="32168" cy="32168"/>
            </a:xfrm>
            <a:custGeom>
              <a:avLst/>
              <a:gdLst/>
              <a:ahLst/>
              <a:cxnLst/>
              <a:rect l="l" t="t" r="r" b="b"/>
              <a:pathLst>
                <a:path w="1204" h="1204" extrusionOk="0">
                  <a:moveTo>
                    <a:pt x="596" y="1"/>
                  </a:moveTo>
                  <a:cubicBezTo>
                    <a:pt x="275" y="1"/>
                    <a:pt x="1" y="274"/>
                    <a:pt x="1" y="608"/>
                  </a:cubicBezTo>
                  <a:cubicBezTo>
                    <a:pt x="1" y="929"/>
                    <a:pt x="275" y="1203"/>
                    <a:pt x="596" y="1203"/>
                  </a:cubicBezTo>
                  <a:cubicBezTo>
                    <a:pt x="929" y="1203"/>
                    <a:pt x="1203" y="929"/>
                    <a:pt x="1203" y="608"/>
                  </a:cubicBezTo>
                  <a:cubicBezTo>
                    <a:pt x="1203" y="274"/>
                    <a:pt x="929" y="1"/>
                    <a:pt x="5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52"/>
            <p:cNvSpPr/>
            <p:nvPr/>
          </p:nvSpPr>
          <p:spPr>
            <a:xfrm>
              <a:off x="6724671" y="4262115"/>
              <a:ext cx="271984" cy="43603"/>
            </a:xfrm>
            <a:custGeom>
              <a:avLst/>
              <a:gdLst/>
              <a:ahLst/>
              <a:cxnLst/>
              <a:rect l="l" t="t" r="r" b="b"/>
              <a:pathLst>
                <a:path w="10180" h="1632" extrusionOk="0">
                  <a:moveTo>
                    <a:pt x="1417" y="1"/>
                  </a:moveTo>
                  <a:cubicBezTo>
                    <a:pt x="631" y="1"/>
                    <a:pt x="0" y="644"/>
                    <a:pt x="0" y="1417"/>
                  </a:cubicBezTo>
                  <a:cubicBezTo>
                    <a:pt x="0" y="1536"/>
                    <a:pt x="95" y="1632"/>
                    <a:pt x="214" y="1632"/>
                  </a:cubicBezTo>
                  <a:lnTo>
                    <a:pt x="9966" y="1632"/>
                  </a:lnTo>
                  <a:cubicBezTo>
                    <a:pt x="10085" y="1632"/>
                    <a:pt x="10180" y="1536"/>
                    <a:pt x="10180" y="1417"/>
                  </a:cubicBezTo>
                  <a:cubicBezTo>
                    <a:pt x="10180" y="644"/>
                    <a:pt x="9549" y="1"/>
                    <a:pt x="87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52"/>
            <p:cNvSpPr/>
            <p:nvPr/>
          </p:nvSpPr>
          <p:spPr>
            <a:xfrm>
              <a:off x="6827721" y="4119924"/>
              <a:ext cx="65885" cy="12130"/>
            </a:xfrm>
            <a:custGeom>
              <a:avLst/>
              <a:gdLst/>
              <a:ahLst/>
              <a:cxnLst/>
              <a:rect l="l" t="t" r="r" b="b"/>
              <a:pathLst>
                <a:path w="2466" h="454" extrusionOk="0">
                  <a:moveTo>
                    <a:pt x="251" y="1"/>
                  </a:moveTo>
                  <a:cubicBezTo>
                    <a:pt x="132" y="1"/>
                    <a:pt x="36" y="84"/>
                    <a:pt x="13" y="203"/>
                  </a:cubicBezTo>
                  <a:cubicBezTo>
                    <a:pt x="1" y="334"/>
                    <a:pt x="108" y="453"/>
                    <a:pt x="251" y="453"/>
                  </a:cubicBezTo>
                  <a:lnTo>
                    <a:pt x="2215" y="453"/>
                  </a:lnTo>
                  <a:cubicBezTo>
                    <a:pt x="2222" y="454"/>
                    <a:pt x="2229" y="454"/>
                    <a:pt x="2235" y="454"/>
                  </a:cubicBezTo>
                  <a:cubicBezTo>
                    <a:pt x="2345" y="454"/>
                    <a:pt x="2431" y="363"/>
                    <a:pt x="2453" y="262"/>
                  </a:cubicBezTo>
                  <a:cubicBezTo>
                    <a:pt x="2465" y="120"/>
                    <a:pt x="2358" y="1"/>
                    <a:pt x="22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52"/>
            <p:cNvSpPr/>
            <p:nvPr/>
          </p:nvSpPr>
          <p:spPr>
            <a:xfrm>
              <a:off x="6827721" y="4141886"/>
              <a:ext cx="65885" cy="12424"/>
            </a:xfrm>
            <a:custGeom>
              <a:avLst/>
              <a:gdLst/>
              <a:ahLst/>
              <a:cxnLst/>
              <a:rect l="l" t="t" r="r" b="b"/>
              <a:pathLst>
                <a:path w="2466" h="465" extrusionOk="0">
                  <a:moveTo>
                    <a:pt x="251" y="0"/>
                  </a:moveTo>
                  <a:cubicBezTo>
                    <a:pt x="132" y="0"/>
                    <a:pt x="36" y="83"/>
                    <a:pt x="13" y="202"/>
                  </a:cubicBezTo>
                  <a:cubicBezTo>
                    <a:pt x="1" y="345"/>
                    <a:pt x="108" y="464"/>
                    <a:pt x="251" y="464"/>
                  </a:cubicBezTo>
                  <a:lnTo>
                    <a:pt x="2215" y="464"/>
                  </a:lnTo>
                  <a:cubicBezTo>
                    <a:pt x="2334" y="464"/>
                    <a:pt x="2430" y="381"/>
                    <a:pt x="2453" y="262"/>
                  </a:cubicBezTo>
                  <a:cubicBezTo>
                    <a:pt x="2465" y="119"/>
                    <a:pt x="2358" y="0"/>
                    <a:pt x="22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52"/>
            <p:cNvSpPr/>
            <p:nvPr/>
          </p:nvSpPr>
          <p:spPr>
            <a:xfrm>
              <a:off x="6730068" y="3954730"/>
              <a:ext cx="261190" cy="231667"/>
            </a:xfrm>
            <a:custGeom>
              <a:avLst/>
              <a:gdLst/>
              <a:ahLst/>
              <a:cxnLst/>
              <a:rect l="l" t="t" r="r" b="b"/>
              <a:pathLst>
                <a:path w="9776" h="8671" extrusionOk="0">
                  <a:moveTo>
                    <a:pt x="4878" y="1"/>
                  </a:moveTo>
                  <a:cubicBezTo>
                    <a:pt x="4754" y="1"/>
                    <a:pt x="4656" y="101"/>
                    <a:pt x="4656" y="230"/>
                  </a:cubicBezTo>
                  <a:lnTo>
                    <a:pt x="4656" y="397"/>
                  </a:lnTo>
                  <a:cubicBezTo>
                    <a:pt x="4215" y="421"/>
                    <a:pt x="3787" y="504"/>
                    <a:pt x="3370" y="647"/>
                  </a:cubicBezTo>
                  <a:lnTo>
                    <a:pt x="3310" y="504"/>
                  </a:lnTo>
                  <a:cubicBezTo>
                    <a:pt x="3280" y="403"/>
                    <a:pt x="3189" y="344"/>
                    <a:pt x="3088" y="344"/>
                  </a:cubicBezTo>
                  <a:cubicBezTo>
                    <a:pt x="3071" y="344"/>
                    <a:pt x="3054" y="346"/>
                    <a:pt x="3037" y="349"/>
                  </a:cubicBezTo>
                  <a:cubicBezTo>
                    <a:pt x="2906" y="397"/>
                    <a:pt x="2834" y="540"/>
                    <a:pt x="2882" y="659"/>
                  </a:cubicBezTo>
                  <a:lnTo>
                    <a:pt x="2953" y="814"/>
                  </a:lnTo>
                  <a:cubicBezTo>
                    <a:pt x="2560" y="1004"/>
                    <a:pt x="2203" y="1242"/>
                    <a:pt x="1882" y="1528"/>
                  </a:cubicBezTo>
                  <a:lnTo>
                    <a:pt x="1775" y="1421"/>
                  </a:lnTo>
                  <a:cubicBezTo>
                    <a:pt x="1728" y="1375"/>
                    <a:pt x="1667" y="1350"/>
                    <a:pt x="1605" y="1350"/>
                  </a:cubicBezTo>
                  <a:cubicBezTo>
                    <a:pt x="1556" y="1350"/>
                    <a:pt x="1507" y="1366"/>
                    <a:pt x="1465" y="1397"/>
                  </a:cubicBezTo>
                  <a:cubicBezTo>
                    <a:pt x="1346" y="1481"/>
                    <a:pt x="1346" y="1635"/>
                    <a:pt x="1441" y="1731"/>
                  </a:cubicBezTo>
                  <a:lnTo>
                    <a:pt x="1560" y="1862"/>
                  </a:lnTo>
                  <a:cubicBezTo>
                    <a:pt x="1263" y="2183"/>
                    <a:pt x="1024" y="2552"/>
                    <a:pt x="834" y="2945"/>
                  </a:cubicBezTo>
                  <a:lnTo>
                    <a:pt x="679" y="2885"/>
                  </a:lnTo>
                  <a:cubicBezTo>
                    <a:pt x="648" y="2872"/>
                    <a:pt x="615" y="2865"/>
                    <a:pt x="582" y="2865"/>
                  </a:cubicBezTo>
                  <a:cubicBezTo>
                    <a:pt x="502" y="2865"/>
                    <a:pt x="424" y="2905"/>
                    <a:pt x="381" y="2981"/>
                  </a:cubicBezTo>
                  <a:cubicBezTo>
                    <a:pt x="322" y="3100"/>
                    <a:pt x="370" y="3255"/>
                    <a:pt x="501" y="3302"/>
                  </a:cubicBezTo>
                  <a:lnTo>
                    <a:pt x="643" y="3374"/>
                  </a:lnTo>
                  <a:cubicBezTo>
                    <a:pt x="501" y="3778"/>
                    <a:pt x="417" y="4207"/>
                    <a:pt x="393" y="4636"/>
                  </a:cubicBezTo>
                  <a:lnTo>
                    <a:pt x="251" y="4636"/>
                  </a:lnTo>
                  <a:cubicBezTo>
                    <a:pt x="131" y="4636"/>
                    <a:pt x="36" y="4719"/>
                    <a:pt x="12" y="4838"/>
                  </a:cubicBezTo>
                  <a:cubicBezTo>
                    <a:pt x="0" y="4969"/>
                    <a:pt x="108" y="5088"/>
                    <a:pt x="239" y="5088"/>
                  </a:cubicBezTo>
                  <a:lnTo>
                    <a:pt x="417" y="5088"/>
                  </a:lnTo>
                  <a:cubicBezTo>
                    <a:pt x="429" y="5529"/>
                    <a:pt x="524" y="5957"/>
                    <a:pt x="667" y="6374"/>
                  </a:cubicBezTo>
                  <a:lnTo>
                    <a:pt x="524" y="6434"/>
                  </a:lnTo>
                  <a:cubicBezTo>
                    <a:pt x="417" y="6481"/>
                    <a:pt x="358" y="6576"/>
                    <a:pt x="370" y="6695"/>
                  </a:cubicBezTo>
                  <a:cubicBezTo>
                    <a:pt x="388" y="6807"/>
                    <a:pt x="486" y="6882"/>
                    <a:pt x="595" y="6882"/>
                  </a:cubicBezTo>
                  <a:cubicBezTo>
                    <a:pt x="627" y="6882"/>
                    <a:pt x="659" y="6875"/>
                    <a:pt x="691" y="6862"/>
                  </a:cubicBezTo>
                  <a:lnTo>
                    <a:pt x="834" y="6803"/>
                  </a:lnTo>
                  <a:cubicBezTo>
                    <a:pt x="1024" y="7184"/>
                    <a:pt x="1263" y="7553"/>
                    <a:pt x="1548" y="7874"/>
                  </a:cubicBezTo>
                  <a:lnTo>
                    <a:pt x="1441" y="7981"/>
                  </a:lnTo>
                  <a:cubicBezTo>
                    <a:pt x="1358" y="8065"/>
                    <a:pt x="1346" y="8184"/>
                    <a:pt x="1405" y="8279"/>
                  </a:cubicBezTo>
                  <a:cubicBezTo>
                    <a:pt x="1446" y="8346"/>
                    <a:pt x="1520" y="8383"/>
                    <a:pt x="1597" y="8383"/>
                  </a:cubicBezTo>
                  <a:cubicBezTo>
                    <a:pt x="1656" y="8383"/>
                    <a:pt x="1716" y="8361"/>
                    <a:pt x="1763" y="8315"/>
                  </a:cubicBezTo>
                  <a:lnTo>
                    <a:pt x="1882" y="8196"/>
                  </a:lnTo>
                  <a:cubicBezTo>
                    <a:pt x="2036" y="8339"/>
                    <a:pt x="2215" y="8470"/>
                    <a:pt x="2394" y="8600"/>
                  </a:cubicBezTo>
                  <a:cubicBezTo>
                    <a:pt x="2464" y="8648"/>
                    <a:pt x="2546" y="8670"/>
                    <a:pt x="2626" y="8670"/>
                  </a:cubicBezTo>
                  <a:cubicBezTo>
                    <a:pt x="2790" y="8670"/>
                    <a:pt x="2953" y="8577"/>
                    <a:pt x="3025" y="8410"/>
                  </a:cubicBezTo>
                  <a:lnTo>
                    <a:pt x="3191" y="8041"/>
                  </a:lnTo>
                  <a:cubicBezTo>
                    <a:pt x="3275" y="7850"/>
                    <a:pt x="3215" y="7624"/>
                    <a:pt x="3048" y="7517"/>
                  </a:cubicBezTo>
                  <a:cubicBezTo>
                    <a:pt x="2191" y="6910"/>
                    <a:pt x="1667" y="5945"/>
                    <a:pt x="1655" y="4898"/>
                  </a:cubicBezTo>
                  <a:cubicBezTo>
                    <a:pt x="1655" y="4600"/>
                    <a:pt x="1691" y="4302"/>
                    <a:pt x="1775" y="4017"/>
                  </a:cubicBezTo>
                  <a:cubicBezTo>
                    <a:pt x="1798" y="3921"/>
                    <a:pt x="1751" y="3802"/>
                    <a:pt x="1655" y="3755"/>
                  </a:cubicBezTo>
                  <a:cubicBezTo>
                    <a:pt x="1620" y="3735"/>
                    <a:pt x="1583" y="3727"/>
                    <a:pt x="1546" y="3727"/>
                  </a:cubicBezTo>
                  <a:cubicBezTo>
                    <a:pt x="1445" y="3727"/>
                    <a:pt x="1348" y="3793"/>
                    <a:pt x="1322" y="3898"/>
                  </a:cubicBezTo>
                  <a:cubicBezTo>
                    <a:pt x="917" y="5398"/>
                    <a:pt x="1489" y="6993"/>
                    <a:pt x="2763" y="7886"/>
                  </a:cubicBezTo>
                  <a:lnTo>
                    <a:pt x="2608" y="8208"/>
                  </a:lnTo>
                  <a:cubicBezTo>
                    <a:pt x="1143" y="7207"/>
                    <a:pt x="501" y="5386"/>
                    <a:pt x="1024" y="3695"/>
                  </a:cubicBezTo>
                  <a:cubicBezTo>
                    <a:pt x="1536" y="2004"/>
                    <a:pt x="3096" y="850"/>
                    <a:pt x="4858" y="838"/>
                  </a:cubicBezTo>
                  <a:cubicBezTo>
                    <a:pt x="6632" y="838"/>
                    <a:pt x="8192" y="1981"/>
                    <a:pt x="8716" y="3671"/>
                  </a:cubicBezTo>
                  <a:cubicBezTo>
                    <a:pt x="9252" y="5350"/>
                    <a:pt x="8621" y="7184"/>
                    <a:pt x="7168" y="8184"/>
                  </a:cubicBezTo>
                  <a:lnTo>
                    <a:pt x="7013" y="7862"/>
                  </a:lnTo>
                  <a:cubicBezTo>
                    <a:pt x="8323" y="6934"/>
                    <a:pt x="8871" y="5255"/>
                    <a:pt x="8371" y="3719"/>
                  </a:cubicBezTo>
                  <a:cubicBezTo>
                    <a:pt x="7876" y="2212"/>
                    <a:pt x="6462" y="1182"/>
                    <a:pt x="4877" y="1182"/>
                  </a:cubicBezTo>
                  <a:cubicBezTo>
                    <a:pt x="4859" y="1182"/>
                    <a:pt x="4841" y="1183"/>
                    <a:pt x="4823" y="1183"/>
                  </a:cubicBezTo>
                  <a:cubicBezTo>
                    <a:pt x="4013" y="1195"/>
                    <a:pt x="3227" y="1481"/>
                    <a:pt x="2596" y="1981"/>
                  </a:cubicBezTo>
                  <a:cubicBezTo>
                    <a:pt x="2501" y="2052"/>
                    <a:pt x="2477" y="2183"/>
                    <a:pt x="2537" y="2290"/>
                  </a:cubicBezTo>
                  <a:cubicBezTo>
                    <a:pt x="2581" y="2357"/>
                    <a:pt x="2657" y="2396"/>
                    <a:pt x="2735" y="2396"/>
                  </a:cubicBezTo>
                  <a:cubicBezTo>
                    <a:pt x="2782" y="2396"/>
                    <a:pt x="2829" y="2381"/>
                    <a:pt x="2870" y="2350"/>
                  </a:cubicBezTo>
                  <a:cubicBezTo>
                    <a:pt x="3485" y="1862"/>
                    <a:pt x="4183" y="1643"/>
                    <a:pt x="4865" y="1643"/>
                  </a:cubicBezTo>
                  <a:cubicBezTo>
                    <a:pt x="6531" y="1643"/>
                    <a:pt x="8097" y="2956"/>
                    <a:pt x="8097" y="4874"/>
                  </a:cubicBezTo>
                  <a:cubicBezTo>
                    <a:pt x="8097" y="5922"/>
                    <a:pt x="7585" y="6898"/>
                    <a:pt x="6728" y="7505"/>
                  </a:cubicBezTo>
                  <a:cubicBezTo>
                    <a:pt x="6561" y="7624"/>
                    <a:pt x="6501" y="7850"/>
                    <a:pt x="6585" y="8041"/>
                  </a:cubicBezTo>
                  <a:lnTo>
                    <a:pt x="6751" y="8410"/>
                  </a:lnTo>
                  <a:cubicBezTo>
                    <a:pt x="6822" y="8574"/>
                    <a:pt x="6980" y="8667"/>
                    <a:pt x="7141" y="8667"/>
                  </a:cubicBezTo>
                  <a:cubicBezTo>
                    <a:pt x="7224" y="8667"/>
                    <a:pt x="7309" y="8642"/>
                    <a:pt x="7382" y="8589"/>
                  </a:cubicBezTo>
                  <a:cubicBezTo>
                    <a:pt x="7561" y="8470"/>
                    <a:pt x="7716" y="8350"/>
                    <a:pt x="7871" y="8208"/>
                  </a:cubicBezTo>
                  <a:lnTo>
                    <a:pt x="7990" y="8315"/>
                  </a:lnTo>
                  <a:cubicBezTo>
                    <a:pt x="8036" y="8368"/>
                    <a:pt x="8098" y="8391"/>
                    <a:pt x="8159" y="8391"/>
                  </a:cubicBezTo>
                  <a:cubicBezTo>
                    <a:pt x="8208" y="8391"/>
                    <a:pt x="8257" y="8377"/>
                    <a:pt x="8299" y="8350"/>
                  </a:cubicBezTo>
                  <a:cubicBezTo>
                    <a:pt x="8406" y="8255"/>
                    <a:pt x="8418" y="8100"/>
                    <a:pt x="8323" y="8005"/>
                  </a:cubicBezTo>
                  <a:lnTo>
                    <a:pt x="8204" y="7886"/>
                  </a:lnTo>
                  <a:cubicBezTo>
                    <a:pt x="8490" y="7553"/>
                    <a:pt x="8740" y="7184"/>
                    <a:pt x="8930" y="6791"/>
                  </a:cubicBezTo>
                  <a:lnTo>
                    <a:pt x="9073" y="6850"/>
                  </a:lnTo>
                  <a:cubicBezTo>
                    <a:pt x="9108" y="6864"/>
                    <a:pt x="9143" y="6871"/>
                    <a:pt x="9176" y="6871"/>
                  </a:cubicBezTo>
                  <a:cubicBezTo>
                    <a:pt x="9257" y="6871"/>
                    <a:pt x="9329" y="6831"/>
                    <a:pt x="9371" y="6755"/>
                  </a:cubicBezTo>
                  <a:cubicBezTo>
                    <a:pt x="9442" y="6636"/>
                    <a:pt x="9395" y="6481"/>
                    <a:pt x="9264" y="6434"/>
                  </a:cubicBezTo>
                  <a:lnTo>
                    <a:pt x="9109" y="6374"/>
                  </a:lnTo>
                  <a:cubicBezTo>
                    <a:pt x="9252" y="5957"/>
                    <a:pt x="9335" y="5541"/>
                    <a:pt x="9359" y="5100"/>
                  </a:cubicBezTo>
                  <a:lnTo>
                    <a:pt x="9525" y="5100"/>
                  </a:lnTo>
                  <a:cubicBezTo>
                    <a:pt x="9645" y="5100"/>
                    <a:pt x="9740" y="5017"/>
                    <a:pt x="9764" y="4910"/>
                  </a:cubicBezTo>
                  <a:cubicBezTo>
                    <a:pt x="9776" y="4767"/>
                    <a:pt x="9668" y="4648"/>
                    <a:pt x="9525" y="4648"/>
                  </a:cubicBezTo>
                  <a:lnTo>
                    <a:pt x="9359" y="4648"/>
                  </a:lnTo>
                  <a:cubicBezTo>
                    <a:pt x="9335" y="4207"/>
                    <a:pt x="9252" y="3778"/>
                    <a:pt x="9109" y="3362"/>
                  </a:cubicBezTo>
                  <a:lnTo>
                    <a:pt x="9252" y="3302"/>
                  </a:lnTo>
                  <a:cubicBezTo>
                    <a:pt x="9359" y="3255"/>
                    <a:pt x="9418" y="3136"/>
                    <a:pt x="9395" y="3028"/>
                  </a:cubicBezTo>
                  <a:cubicBezTo>
                    <a:pt x="9367" y="2920"/>
                    <a:pt x="9278" y="2853"/>
                    <a:pt x="9180" y="2853"/>
                  </a:cubicBezTo>
                  <a:cubicBezTo>
                    <a:pt x="9149" y="2853"/>
                    <a:pt x="9116" y="2859"/>
                    <a:pt x="9085" y="2874"/>
                  </a:cubicBezTo>
                  <a:lnTo>
                    <a:pt x="8930" y="2933"/>
                  </a:lnTo>
                  <a:cubicBezTo>
                    <a:pt x="8740" y="2552"/>
                    <a:pt x="8502" y="2195"/>
                    <a:pt x="8204" y="1873"/>
                  </a:cubicBezTo>
                  <a:lnTo>
                    <a:pt x="8335" y="1754"/>
                  </a:lnTo>
                  <a:cubicBezTo>
                    <a:pt x="8442" y="1659"/>
                    <a:pt x="8430" y="1492"/>
                    <a:pt x="8323" y="1409"/>
                  </a:cubicBezTo>
                  <a:cubicBezTo>
                    <a:pt x="8281" y="1377"/>
                    <a:pt x="8232" y="1362"/>
                    <a:pt x="8183" y="1362"/>
                  </a:cubicBezTo>
                  <a:cubicBezTo>
                    <a:pt x="8121" y="1362"/>
                    <a:pt x="8060" y="1386"/>
                    <a:pt x="8013" y="1433"/>
                  </a:cubicBezTo>
                  <a:lnTo>
                    <a:pt x="7894" y="1552"/>
                  </a:lnTo>
                  <a:cubicBezTo>
                    <a:pt x="7561" y="1254"/>
                    <a:pt x="7204" y="1016"/>
                    <a:pt x="6811" y="826"/>
                  </a:cubicBezTo>
                  <a:lnTo>
                    <a:pt x="6870" y="671"/>
                  </a:lnTo>
                  <a:cubicBezTo>
                    <a:pt x="6918" y="564"/>
                    <a:pt x="6870" y="433"/>
                    <a:pt x="6775" y="373"/>
                  </a:cubicBezTo>
                  <a:cubicBezTo>
                    <a:pt x="6738" y="356"/>
                    <a:pt x="6699" y="348"/>
                    <a:pt x="6662" y="348"/>
                  </a:cubicBezTo>
                  <a:cubicBezTo>
                    <a:pt x="6569" y="348"/>
                    <a:pt x="6484" y="399"/>
                    <a:pt x="6442" y="492"/>
                  </a:cubicBezTo>
                  <a:lnTo>
                    <a:pt x="6382" y="647"/>
                  </a:lnTo>
                  <a:cubicBezTo>
                    <a:pt x="5977" y="504"/>
                    <a:pt x="5549" y="421"/>
                    <a:pt x="5120" y="397"/>
                  </a:cubicBezTo>
                  <a:lnTo>
                    <a:pt x="5120" y="242"/>
                  </a:lnTo>
                  <a:cubicBezTo>
                    <a:pt x="5120" y="123"/>
                    <a:pt x="5037" y="16"/>
                    <a:pt x="4918" y="4"/>
                  </a:cubicBezTo>
                  <a:cubicBezTo>
                    <a:pt x="4904" y="2"/>
                    <a:pt x="4891" y="1"/>
                    <a:pt x="48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52"/>
            <p:cNvSpPr/>
            <p:nvPr/>
          </p:nvSpPr>
          <p:spPr>
            <a:xfrm>
              <a:off x="6649916" y="3893493"/>
              <a:ext cx="339419" cy="317324"/>
            </a:xfrm>
            <a:custGeom>
              <a:avLst/>
              <a:gdLst/>
              <a:ahLst/>
              <a:cxnLst/>
              <a:rect l="l" t="t" r="r" b="b"/>
              <a:pathLst>
                <a:path w="12704" h="11877" extrusionOk="0">
                  <a:moveTo>
                    <a:pt x="7909" y="0"/>
                  </a:moveTo>
                  <a:cubicBezTo>
                    <a:pt x="6061" y="0"/>
                    <a:pt x="4219" y="709"/>
                    <a:pt x="2822" y="2106"/>
                  </a:cubicBezTo>
                  <a:cubicBezTo>
                    <a:pt x="191" y="4737"/>
                    <a:pt x="0" y="8940"/>
                    <a:pt x="2393" y="11797"/>
                  </a:cubicBezTo>
                  <a:cubicBezTo>
                    <a:pt x="2439" y="11850"/>
                    <a:pt x="2503" y="11877"/>
                    <a:pt x="2567" y="11877"/>
                  </a:cubicBezTo>
                  <a:cubicBezTo>
                    <a:pt x="2619" y="11877"/>
                    <a:pt x="2672" y="11859"/>
                    <a:pt x="2715" y="11821"/>
                  </a:cubicBezTo>
                  <a:cubicBezTo>
                    <a:pt x="2810" y="11738"/>
                    <a:pt x="2822" y="11595"/>
                    <a:pt x="2739" y="11500"/>
                  </a:cubicBezTo>
                  <a:cubicBezTo>
                    <a:pt x="488" y="8833"/>
                    <a:pt x="667" y="4880"/>
                    <a:pt x="3131" y="2415"/>
                  </a:cubicBezTo>
                  <a:cubicBezTo>
                    <a:pt x="4435" y="1111"/>
                    <a:pt x="6156" y="451"/>
                    <a:pt x="7882" y="451"/>
                  </a:cubicBezTo>
                  <a:cubicBezTo>
                    <a:pt x="9418" y="451"/>
                    <a:pt x="10960" y="974"/>
                    <a:pt x="12216" y="2034"/>
                  </a:cubicBezTo>
                  <a:cubicBezTo>
                    <a:pt x="12265" y="2073"/>
                    <a:pt x="12316" y="2090"/>
                    <a:pt x="12364" y="2090"/>
                  </a:cubicBezTo>
                  <a:cubicBezTo>
                    <a:pt x="12553" y="2090"/>
                    <a:pt x="12703" y="1838"/>
                    <a:pt x="12514" y="1677"/>
                  </a:cubicBezTo>
                  <a:cubicBezTo>
                    <a:pt x="11178" y="554"/>
                    <a:pt x="9542" y="0"/>
                    <a:pt x="79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52"/>
            <p:cNvSpPr/>
            <p:nvPr/>
          </p:nvSpPr>
          <p:spPr>
            <a:xfrm>
              <a:off x="6718606" y="3957669"/>
              <a:ext cx="361728" cy="354087"/>
            </a:xfrm>
            <a:custGeom>
              <a:avLst/>
              <a:gdLst/>
              <a:ahLst/>
              <a:cxnLst/>
              <a:rect l="l" t="t" r="r" b="b"/>
              <a:pathLst>
                <a:path w="13539" h="13253" extrusionOk="0">
                  <a:moveTo>
                    <a:pt x="8978" y="11646"/>
                  </a:moveTo>
                  <a:cubicBezTo>
                    <a:pt x="9633" y="11646"/>
                    <a:pt x="10157" y="12169"/>
                    <a:pt x="10169" y="12812"/>
                  </a:cubicBezTo>
                  <a:lnTo>
                    <a:pt x="465" y="12812"/>
                  </a:lnTo>
                  <a:cubicBezTo>
                    <a:pt x="477" y="12169"/>
                    <a:pt x="1013" y="11646"/>
                    <a:pt x="1656" y="11646"/>
                  </a:cubicBezTo>
                  <a:close/>
                  <a:moveTo>
                    <a:pt x="10533" y="1"/>
                  </a:moveTo>
                  <a:cubicBezTo>
                    <a:pt x="10356" y="1"/>
                    <a:pt x="10188" y="232"/>
                    <a:pt x="10371" y="406"/>
                  </a:cubicBezTo>
                  <a:cubicBezTo>
                    <a:pt x="13538" y="4038"/>
                    <a:pt x="11943" y="9729"/>
                    <a:pt x="7347" y="11181"/>
                  </a:cubicBezTo>
                  <a:lnTo>
                    <a:pt x="3299" y="11181"/>
                  </a:lnTo>
                  <a:cubicBezTo>
                    <a:pt x="2418" y="10907"/>
                    <a:pt x="1608" y="10455"/>
                    <a:pt x="918" y="9848"/>
                  </a:cubicBezTo>
                  <a:cubicBezTo>
                    <a:pt x="867" y="9794"/>
                    <a:pt x="810" y="9772"/>
                    <a:pt x="757" y="9772"/>
                  </a:cubicBezTo>
                  <a:cubicBezTo>
                    <a:pt x="572" y="9772"/>
                    <a:pt x="417" y="10036"/>
                    <a:pt x="620" y="10193"/>
                  </a:cubicBezTo>
                  <a:cubicBezTo>
                    <a:pt x="1072" y="10574"/>
                    <a:pt x="1561" y="10907"/>
                    <a:pt x="2084" y="11181"/>
                  </a:cubicBezTo>
                  <a:lnTo>
                    <a:pt x="1644" y="11181"/>
                  </a:lnTo>
                  <a:cubicBezTo>
                    <a:pt x="739" y="11181"/>
                    <a:pt x="13" y="11919"/>
                    <a:pt x="1" y="12812"/>
                  </a:cubicBezTo>
                  <a:cubicBezTo>
                    <a:pt x="13" y="13062"/>
                    <a:pt x="203" y="13253"/>
                    <a:pt x="453" y="13253"/>
                  </a:cubicBezTo>
                  <a:lnTo>
                    <a:pt x="10205" y="13253"/>
                  </a:lnTo>
                  <a:cubicBezTo>
                    <a:pt x="10443" y="13253"/>
                    <a:pt x="10645" y="13062"/>
                    <a:pt x="10657" y="12812"/>
                  </a:cubicBezTo>
                  <a:cubicBezTo>
                    <a:pt x="10645" y="11908"/>
                    <a:pt x="9919" y="11181"/>
                    <a:pt x="9014" y="11181"/>
                  </a:cubicBezTo>
                  <a:lnTo>
                    <a:pt x="8573" y="11181"/>
                  </a:lnTo>
                  <a:cubicBezTo>
                    <a:pt x="10978" y="9967"/>
                    <a:pt x="12502" y="7490"/>
                    <a:pt x="12491" y="4800"/>
                  </a:cubicBezTo>
                  <a:lnTo>
                    <a:pt x="12479" y="4800"/>
                  </a:lnTo>
                  <a:cubicBezTo>
                    <a:pt x="12479" y="3073"/>
                    <a:pt x="11848" y="1406"/>
                    <a:pt x="10716" y="108"/>
                  </a:cubicBezTo>
                  <a:cubicBezTo>
                    <a:pt x="10665" y="32"/>
                    <a:pt x="10599" y="1"/>
                    <a:pt x="105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52"/>
            <p:cNvSpPr/>
            <p:nvPr/>
          </p:nvSpPr>
          <p:spPr>
            <a:xfrm>
              <a:off x="6689351" y="3926516"/>
              <a:ext cx="330228" cy="317484"/>
            </a:xfrm>
            <a:custGeom>
              <a:avLst/>
              <a:gdLst/>
              <a:ahLst/>
              <a:cxnLst/>
              <a:rect l="l" t="t" r="r" b="b"/>
              <a:pathLst>
                <a:path w="12360" h="11883" extrusionOk="0">
                  <a:moveTo>
                    <a:pt x="6409" y="453"/>
                  </a:moveTo>
                  <a:cubicBezTo>
                    <a:pt x="7116" y="453"/>
                    <a:pt x="7831" y="590"/>
                    <a:pt x="8513" y="870"/>
                  </a:cubicBezTo>
                  <a:cubicBezTo>
                    <a:pt x="10561" y="1715"/>
                    <a:pt x="11895" y="3715"/>
                    <a:pt x="11895" y="5942"/>
                  </a:cubicBezTo>
                  <a:cubicBezTo>
                    <a:pt x="11895" y="8966"/>
                    <a:pt x="9442" y="11419"/>
                    <a:pt x="6418" y="11419"/>
                  </a:cubicBezTo>
                  <a:cubicBezTo>
                    <a:pt x="4191" y="11419"/>
                    <a:pt x="2191" y="10085"/>
                    <a:pt x="1346" y="8037"/>
                  </a:cubicBezTo>
                  <a:cubicBezTo>
                    <a:pt x="501" y="5989"/>
                    <a:pt x="965" y="3632"/>
                    <a:pt x="2537" y="2060"/>
                  </a:cubicBezTo>
                  <a:cubicBezTo>
                    <a:pt x="3580" y="1009"/>
                    <a:pt x="4980" y="453"/>
                    <a:pt x="6409" y="453"/>
                  </a:cubicBezTo>
                  <a:close/>
                  <a:moveTo>
                    <a:pt x="6389" y="0"/>
                  </a:moveTo>
                  <a:cubicBezTo>
                    <a:pt x="3995" y="0"/>
                    <a:pt x="1830" y="1450"/>
                    <a:pt x="917" y="3668"/>
                  </a:cubicBezTo>
                  <a:cubicBezTo>
                    <a:pt x="0" y="5882"/>
                    <a:pt x="512" y="8442"/>
                    <a:pt x="2203" y="10145"/>
                  </a:cubicBezTo>
                  <a:cubicBezTo>
                    <a:pt x="3341" y="11282"/>
                    <a:pt x="4861" y="11883"/>
                    <a:pt x="6405" y="11883"/>
                  </a:cubicBezTo>
                  <a:cubicBezTo>
                    <a:pt x="7172" y="11883"/>
                    <a:pt x="7945" y="11735"/>
                    <a:pt x="8680" y="11430"/>
                  </a:cubicBezTo>
                  <a:cubicBezTo>
                    <a:pt x="10907" y="10514"/>
                    <a:pt x="12359" y="8347"/>
                    <a:pt x="12359" y="5942"/>
                  </a:cubicBezTo>
                  <a:cubicBezTo>
                    <a:pt x="12347" y="2656"/>
                    <a:pt x="9692" y="1"/>
                    <a:pt x="6418" y="1"/>
                  </a:cubicBezTo>
                  <a:cubicBezTo>
                    <a:pt x="6408" y="0"/>
                    <a:pt x="6398" y="0"/>
                    <a:pt x="63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52"/>
            <p:cNvSpPr/>
            <p:nvPr/>
          </p:nvSpPr>
          <p:spPr>
            <a:xfrm>
              <a:off x="6776076" y="4028230"/>
              <a:ext cx="110530" cy="79004"/>
            </a:xfrm>
            <a:custGeom>
              <a:avLst/>
              <a:gdLst/>
              <a:ahLst/>
              <a:cxnLst/>
              <a:rect l="l" t="t" r="r" b="b"/>
              <a:pathLst>
                <a:path w="4137" h="2957" extrusionOk="0">
                  <a:moveTo>
                    <a:pt x="3160" y="1766"/>
                  </a:moveTo>
                  <a:cubicBezTo>
                    <a:pt x="3493" y="1766"/>
                    <a:pt x="3660" y="2159"/>
                    <a:pt x="3422" y="2397"/>
                  </a:cubicBezTo>
                  <a:cubicBezTo>
                    <a:pt x="3348" y="2470"/>
                    <a:pt x="3257" y="2503"/>
                    <a:pt x="3168" y="2503"/>
                  </a:cubicBezTo>
                  <a:cubicBezTo>
                    <a:pt x="2982" y="2503"/>
                    <a:pt x="2803" y="2360"/>
                    <a:pt x="2803" y="2135"/>
                  </a:cubicBezTo>
                  <a:cubicBezTo>
                    <a:pt x="2791" y="1932"/>
                    <a:pt x="2958" y="1766"/>
                    <a:pt x="3160" y="1766"/>
                  </a:cubicBezTo>
                  <a:close/>
                  <a:moveTo>
                    <a:pt x="315" y="1"/>
                  </a:moveTo>
                  <a:cubicBezTo>
                    <a:pt x="127" y="1"/>
                    <a:pt x="0" y="247"/>
                    <a:pt x="172" y="408"/>
                  </a:cubicBezTo>
                  <a:lnTo>
                    <a:pt x="2374" y="1873"/>
                  </a:lnTo>
                  <a:cubicBezTo>
                    <a:pt x="2350" y="1956"/>
                    <a:pt x="2339" y="2039"/>
                    <a:pt x="2339" y="2123"/>
                  </a:cubicBezTo>
                  <a:cubicBezTo>
                    <a:pt x="2339" y="2575"/>
                    <a:pt x="2708" y="2956"/>
                    <a:pt x="3160" y="2956"/>
                  </a:cubicBezTo>
                  <a:cubicBezTo>
                    <a:pt x="3743" y="2956"/>
                    <a:pt x="4136" y="2385"/>
                    <a:pt x="3946" y="1849"/>
                  </a:cubicBezTo>
                  <a:cubicBezTo>
                    <a:pt x="3817" y="1500"/>
                    <a:pt x="3499" y="1301"/>
                    <a:pt x="3172" y="1301"/>
                  </a:cubicBezTo>
                  <a:cubicBezTo>
                    <a:pt x="2986" y="1301"/>
                    <a:pt x="2796" y="1365"/>
                    <a:pt x="2636" y="1504"/>
                  </a:cubicBezTo>
                  <a:lnTo>
                    <a:pt x="422" y="27"/>
                  </a:lnTo>
                  <a:cubicBezTo>
                    <a:pt x="385" y="9"/>
                    <a:pt x="349" y="1"/>
                    <a:pt x="3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11" name="Google Shape;2411;p52"/>
          <p:cNvGrpSpPr/>
          <p:nvPr/>
        </p:nvGrpSpPr>
        <p:grpSpPr>
          <a:xfrm>
            <a:off x="7980747" y="454468"/>
            <a:ext cx="498838" cy="473867"/>
            <a:chOff x="4608300" y="2378075"/>
            <a:chExt cx="340550" cy="323525"/>
          </a:xfrm>
        </p:grpSpPr>
        <p:sp>
          <p:nvSpPr>
            <p:cNvPr id="2412" name="Google Shape;2412;p52"/>
            <p:cNvSpPr/>
            <p:nvPr/>
          </p:nvSpPr>
          <p:spPr>
            <a:xfrm>
              <a:off x="4624075" y="2389575"/>
              <a:ext cx="298875" cy="96000"/>
            </a:xfrm>
            <a:custGeom>
              <a:avLst/>
              <a:gdLst/>
              <a:ahLst/>
              <a:cxnLst/>
              <a:rect l="l" t="t" r="r" b="b"/>
              <a:pathLst>
                <a:path w="11955" h="3840" extrusionOk="0">
                  <a:moveTo>
                    <a:pt x="5678" y="1"/>
                  </a:moveTo>
                  <a:cubicBezTo>
                    <a:pt x="4528" y="1"/>
                    <a:pt x="3380" y="9"/>
                    <a:pt x="2227" y="18"/>
                  </a:cubicBezTo>
                  <a:lnTo>
                    <a:pt x="977" y="42"/>
                  </a:lnTo>
                  <a:cubicBezTo>
                    <a:pt x="775" y="42"/>
                    <a:pt x="572" y="53"/>
                    <a:pt x="382" y="53"/>
                  </a:cubicBezTo>
                  <a:cubicBezTo>
                    <a:pt x="334" y="49"/>
                    <a:pt x="286" y="46"/>
                    <a:pt x="238" y="46"/>
                  </a:cubicBezTo>
                  <a:cubicBezTo>
                    <a:pt x="156" y="46"/>
                    <a:pt x="76" y="55"/>
                    <a:pt x="1" y="77"/>
                  </a:cubicBezTo>
                  <a:cubicBezTo>
                    <a:pt x="715" y="685"/>
                    <a:pt x="1417" y="1316"/>
                    <a:pt x="2132" y="1923"/>
                  </a:cubicBezTo>
                  <a:cubicBezTo>
                    <a:pt x="2882" y="2566"/>
                    <a:pt x="3632" y="3268"/>
                    <a:pt x="4442" y="3840"/>
                  </a:cubicBezTo>
                  <a:cubicBezTo>
                    <a:pt x="5692" y="3185"/>
                    <a:pt x="7001" y="2637"/>
                    <a:pt x="8275" y="2042"/>
                  </a:cubicBezTo>
                  <a:cubicBezTo>
                    <a:pt x="9526" y="1458"/>
                    <a:pt x="10728" y="815"/>
                    <a:pt x="11954" y="220"/>
                  </a:cubicBezTo>
                  <a:cubicBezTo>
                    <a:pt x="10347" y="101"/>
                    <a:pt x="8740" y="30"/>
                    <a:pt x="7109" y="6"/>
                  </a:cubicBezTo>
                  <a:cubicBezTo>
                    <a:pt x="6631" y="2"/>
                    <a:pt x="6154" y="1"/>
                    <a:pt x="5678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52"/>
            <p:cNvSpPr/>
            <p:nvPr/>
          </p:nvSpPr>
          <p:spPr>
            <a:xfrm>
              <a:off x="4680325" y="2407275"/>
              <a:ext cx="236075" cy="274150"/>
            </a:xfrm>
            <a:custGeom>
              <a:avLst/>
              <a:gdLst/>
              <a:ahLst/>
              <a:cxnLst/>
              <a:rect l="l" t="t" r="r" b="b"/>
              <a:pathLst>
                <a:path w="9443" h="10966" extrusionOk="0">
                  <a:moveTo>
                    <a:pt x="9443" y="0"/>
                  </a:moveTo>
                  <a:cubicBezTo>
                    <a:pt x="8347" y="548"/>
                    <a:pt x="7204" y="1060"/>
                    <a:pt x="6097" y="1584"/>
                  </a:cubicBezTo>
                  <a:cubicBezTo>
                    <a:pt x="4847" y="2167"/>
                    <a:pt x="3585" y="2774"/>
                    <a:pt x="2275" y="3239"/>
                  </a:cubicBezTo>
                  <a:cubicBezTo>
                    <a:pt x="2275" y="3263"/>
                    <a:pt x="2275" y="3275"/>
                    <a:pt x="2275" y="3286"/>
                  </a:cubicBezTo>
                  <a:cubicBezTo>
                    <a:pt x="1894" y="4560"/>
                    <a:pt x="1513" y="5834"/>
                    <a:pt x="1132" y="7096"/>
                  </a:cubicBezTo>
                  <a:cubicBezTo>
                    <a:pt x="739" y="8370"/>
                    <a:pt x="418" y="9656"/>
                    <a:pt x="13" y="10906"/>
                  </a:cubicBezTo>
                  <a:cubicBezTo>
                    <a:pt x="13" y="10918"/>
                    <a:pt x="1" y="10930"/>
                    <a:pt x="1" y="10942"/>
                  </a:cubicBezTo>
                  <a:lnTo>
                    <a:pt x="25" y="10966"/>
                  </a:lnTo>
                  <a:cubicBezTo>
                    <a:pt x="3120" y="7275"/>
                    <a:pt x="6264" y="3620"/>
                    <a:pt x="9443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52"/>
            <p:cNvSpPr/>
            <p:nvPr/>
          </p:nvSpPr>
          <p:spPr>
            <a:xfrm>
              <a:off x="4621100" y="2392100"/>
              <a:ext cx="109850" cy="295875"/>
            </a:xfrm>
            <a:custGeom>
              <a:avLst/>
              <a:gdLst/>
              <a:ahLst/>
              <a:cxnLst/>
              <a:rect l="l" t="t" r="r" b="b"/>
              <a:pathLst>
                <a:path w="4394" h="11835" extrusionOk="0">
                  <a:moveTo>
                    <a:pt x="84" y="0"/>
                  </a:moveTo>
                  <a:cubicBezTo>
                    <a:pt x="48" y="24"/>
                    <a:pt x="24" y="72"/>
                    <a:pt x="24" y="119"/>
                  </a:cubicBezTo>
                  <a:cubicBezTo>
                    <a:pt x="1" y="322"/>
                    <a:pt x="120" y="643"/>
                    <a:pt x="155" y="834"/>
                  </a:cubicBezTo>
                  <a:cubicBezTo>
                    <a:pt x="191" y="1036"/>
                    <a:pt x="239" y="1226"/>
                    <a:pt x="274" y="1417"/>
                  </a:cubicBezTo>
                  <a:cubicBezTo>
                    <a:pt x="334" y="1798"/>
                    <a:pt x="417" y="2191"/>
                    <a:pt x="489" y="2572"/>
                  </a:cubicBezTo>
                  <a:cubicBezTo>
                    <a:pt x="1072" y="5656"/>
                    <a:pt x="1667" y="8739"/>
                    <a:pt x="2167" y="11835"/>
                  </a:cubicBezTo>
                  <a:lnTo>
                    <a:pt x="2394" y="11573"/>
                  </a:lnTo>
                  <a:lnTo>
                    <a:pt x="2370" y="11549"/>
                  </a:lnTo>
                  <a:cubicBezTo>
                    <a:pt x="2346" y="11580"/>
                    <a:pt x="2315" y="11594"/>
                    <a:pt x="2285" y="11594"/>
                  </a:cubicBezTo>
                  <a:cubicBezTo>
                    <a:pt x="2224" y="11594"/>
                    <a:pt x="2167" y="11538"/>
                    <a:pt x="2191" y="11466"/>
                  </a:cubicBezTo>
                  <a:cubicBezTo>
                    <a:pt x="2787" y="9216"/>
                    <a:pt x="3489" y="6977"/>
                    <a:pt x="4120" y="4751"/>
                  </a:cubicBezTo>
                  <a:cubicBezTo>
                    <a:pt x="4180" y="4548"/>
                    <a:pt x="4394" y="4108"/>
                    <a:pt x="4334" y="3917"/>
                  </a:cubicBezTo>
                  <a:cubicBezTo>
                    <a:pt x="4287" y="3727"/>
                    <a:pt x="3870" y="3477"/>
                    <a:pt x="3727" y="3346"/>
                  </a:cubicBezTo>
                  <a:cubicBezTo>
                    <a:pt x="3322" y="3000"/>
                    <a:pt x="2906" y="2643"/>
                    <a:pt x="2501" y="2274"/>
                  </a:cubicBezTo>
                  <a:cubicBezTo>
                    <a:pt x="1679" y="1536"/>
                    <a:pt x="858" y="786"/>
                    <a:pt x="84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52"/>
            <p:cNvSpPr/>
            <p:nvPr/>
          </p:nvSpPr>
          <p:spPr>
            <a:xfrm>
              <a:off x="4608300" y="2378075"/>
              <a:ext cx="340550" cy="323525"/>
            </a:xfrm>
            <a:custGeom>
              <a:avLst/>
              <a:gdLst/>
              <a:ahLst/>
              <a:cxnLst/>
              <a:rect l="l" t="t" r="r" b="b"/>
              <a:pathLst>
                <a:path w="13622" h="12941" extrusionOk="0">
                  <a:moveTo>
                    <a:pt x="6225" y="456"/>
                  </a:moveTo>
                  <a:cubicBezTo>
                    <a:pt x="6729" y="456"/>
                    <a:pt x="7234" y="458"/>
                    <a:pt x="7740" y="466"/>
                  </a:cubicBezTo>
                  <a:cubicBezTo>
                    <a:pt x="9359" y="478"/>
                    <a:pt x="10978" y="549"/>
                    <a:pt x="12585" y="668"/>
                  </a:cubicBezTo>
                  <a:cubicBezTo>
                    <a:pt x="11359" y="1275"/>
                    <a:pt x="10157" y="1918"/>
                    <a:pt x="8906" y="2490"/>
                  </a:cubicBezTo>
                  <a:lnTo>
                    <a:pt x="8906" y="2502"/>
                  </a:lnTo>
                  <a:cubicBezTo>
                    <a:pt x="7632" y="3097"/>
                    <a:pt x="6323" y="3645"/>
                    <a:pt x="5073" y="4300"/>
                  </a:cubicBezTo>
                  <a:cubicBezTo>
                    <a:pt x="4263" y="3716"/>
                    <a:pt x="3513" y="3026"/>
                    <a:pt x="2763" y="2371"/>
                  </a:cubicBezTo>
                  <a:cubicBezTo>
                    <a:pt x="2048" y="1764"/>
                    <a:pt x="1346" y="1145"/>
                    <a:pt x="632" y="537"/>
                  </a:cubicBezTo>
                  <a:cubicBezTo>
                    <a:pt x="721" y="511"/>
                    <a:pt x="817" y="497"/>
                    <a:pt x="915" y="497"/>
                  </a:cubicBezTo>
                  <a:cubicBezTo>
                    <a:pt x="947" y="497"/>
                    <a:pt x="980" y="499"/>
                    <a:pt x="1013" y="502"/>
                  </a:cubicBezTo>
                  <a:cubicBezTo>
                    <a:pt x="1203" y="490"/>
                    <a:pt x="1406" y="490"/>
                    <a:pt x="1608" y="490"/>
                  </a:cubicBezTo>
                  <a:lnTo>
                    <a:pt x="2858" y="478"/>
                  </a:lnTo>
                  <a:cubicBezTo>
                    <a:pt x="3983" y="470"/>
                    <a:pt x="5103" y="456"/>
                    <a:pt x="6225" y="456"/>
                  </a:cubicBezTo>
                  <a:close/>
                  <a:moveTo>
                    <a:pt x="596" y="549"/>
                  </a:moveTo>
                  <a:cubicBezTo>
                    <a:pt x="1370" y="1347"/>
                    <a:pt x="2191" y="2097"/>
                    <a:pt x="3013" y="2835"/>
                  </a:cubicBezTo>
                  <a:cubicBezTo>
                    <a:pt x="3418" y="3192"/>
                    <a:pt x="3834" y="3550"/>
                    <a:pt x="4239" y="3907"/>
                  </a:cubicBezTo>
                  <a:cubicBezTo>
                    <a:pt x="4394" y="4038"/>
                    <a:pt x="4799" y="4276"/>
                    <a:pt x="4846" y="4478"/>
                  </a:cubicBezTo>
                  <a:cubicBezTo>
                    <a:pt x="4906" y="4669"/>
                    <a:pt x="4704" y="5109"/>
                    <a:pt x="4644" y="5312"/>
                  </a:cubicBezTo>
                  <a:cubicBezTo>
                    <a:pt x="4013" y="7550"/>
                    <a:pt x="3299" y="9777"/>
                    <a:pt x="2703" y="12015"/>
                  </a:cubicBezTo>
                  <a:cubicBezTo>
                    <a:pt x="2687" y="12089"/>
                    <a:pt x="2751" y="12147"/>
                    <a:pt x="2811" y="12147"/>
                  </a:cubicBezTo>
                  <a:cubicBezTo>
                    <a:pt x="2838" y="12147"/>
                    <a:pt x="2864" y="12136"/>
                    <a:pt x="2882" y="12110"/>
                  </a:cubicBezTo>
                  <a:cubicBezTo>
                    <a:pt x="2894" y="12098"/>
                    <a:pt x="2894" y="12086"/>
                    <a:pt x="2906" y="12074"/>
                  </a:cubicBezTo>
                  <a:cubicBezTo>
                    <a:pt x="3299" y="10812"/>
                    <a:pt x="3632" y="9527"/>
                    <a:pt x="4013" y="8264"/>
                  </a:cubicBezTo>
                  <a:cubicBezTo>
                    <a:pt x="4394" y="6990"/>
                    <a:pt x="4775" y="5728"/>
                    <a:pt x="5156" y="4454"/>
                  </a:cubicBezTo>
                  <a:cubicBezTo>
                    <a:pt x="5168" y="4443"/>
                    <a:pt x="5168" y="4419"/>
                    <a:pt x="5156" y="4407"/>
                  </a:cubicBezTo>
                  <a:cubicBezTo>
                    <a:pt x="6466" y="3942"/>
                    <a:pt x="7728" y="3323"/>
                    <a:pt x="8978" y="2740"/>
                  </a:cubicBezTo>
                  <a:cubicBezTo>
                    <a:pt x="10097" y="2228"/>
                    <a:pt x="11228" y="1716"/>
                    <a:pt x="12335" y="1168"/>
                  </a:cubicBezTo>
                  <a:lnTo>
                    <a:pt x="12335" y="1168"/>
                  </a:lnTo>
                  <a:cubicBezTo>
                    <a:pt x="9145" y="4800"/>
                    <a:pt x="6001" y="8443"/>
                    <a:pt x="2906" y="12134"/>
                  </a:cubicBezTo>
                  <a:lnTo>
                    <a:pt x="2679" y="12396"/>
                  </a:lnTo>
                  <a:cubicBezTo>
                    <a:pt x="2191" y="9300"/>
                    <a:pt x="1584" y="6217"/>
                    <a:pt x="1001" y="3133"/>
                  </a:cubicBezTo>
                  <a:cubicBezTo>
                    <a:pt x="929" y="2752"/>
                    <a:pt x="846" y="2359"/>
                    <a:pt x="774" y="1978"/>
                  </a:cubicBezTo>
                  <a:cubicBezTo>
                    <a:pt x="739" y="1787"/>
                    <a:pt x="703" y="1597"/>
                    <a:pt x="667" y="1395"/>
                  </a:cubicBezTo>
                  <a:cubicBezTo>
                    <a:pt x="632" y="1192"/>
                    <a:pt x="501" y="871"/>
                    <a:pt x="536" y="668"/>
                  </a:cubicBezTo>
                  <a:cubicBezTo>
                    <a:pt x="536" y="621"/>
                    <a:pt x="560" y="585"/>
                    <a:pt x="596" y="549"/>
                  </a:cubicBezTo>
                  <a:close/>
                  <a:moveTo>
                    <a:pt x="5977" y="0"/>
                  </a:moveTo>
                  <a:cubicBezTo>
                    <a:pt x="4888" y="0"/>
                    <a:pt x="3801" y="11"/>
                    <a:pt x="2715" y="25"/>
                  </a:cubicBezTo>
                  <a:cubicBezTo>
                    <a:pt x="2298" y="25"/>
                    <a:pt x="1882" y="37"/>
                    <a:pt x="1453" y="37"/>
                  </a:cubicBezTo>
                  <a:cubicBezTo>
                    <a:pt x="1426" y="38"/>
                    <a:pt x="1398" y="39"/>
                    <a:pt x="1370" y="39"/>
                  </a:cubicBezTo>
                  <a:cubicBezTo>
                    <a:pt x="1206" y="39"/>
                    <a:pt x="1027" y="25"/>
                    <a:pt x="852" y="25"/>
                  </a:cubicBezTo>
                  <a:cubicBezTo>
                    <a:pt x="687" y="25"/>
                    <a:pt x="525" y="37"/>
                    <a:pt x="382" y="85"/>
                  </a:cubicBezTo>
                  <a:cubicBezTo>
                    <a:pt x="143" y="168"/>
                    <a:pt x="1" y="394"/>
                    <a:pt x="24" y="644"/>
                  </a:cubicBezTo>
                  <a:cubicBezTo>
                    <a:pt x="72" y="1037"/>
                    <a:pt x="155" y="1430"/>
                    <a:pt x="251" y="1823"/>
                  </a:cubicBezTo>
                  <a:cubicBezTo>
                    <a:pt x="596" y="3526"/>
                    <a:pt x="929" y="5240"/>
                    <a:pt x="1275" y="6955"/>
                  </a:cubicBezTo>
                  <a:cubicBezTo>
                    <a:pt x="1644" y="8860"/>
                    <a:pt x="2025" y="10765"/>
                    <a:pt x="2465" y="12658"/>
                  </a:cubicBezTo>
                  <a:cubicBezTo>
                    <a:pt x="2366" y="12775"/>
                    <a:pt x="2465" y="12941"/>
                    <a:pt x="2587" y="12941"/>
                  </a:cubicBezTo>
                  <a:cubicBezTo>
                    <a:pt x="2625" y="12941"/>
                    <a:pt x="2666" y="12924"/>
                    <a:pt x="2703" y="12884"/>
                  </a:cubicBezTo>
                  <a:cubicBezTo>
                    <a:pt x="6347" y="8860"/>
                    <a:pt x="9930" y="4776"/>
                    <a:pt x="13467" y="656"/>
                  </a:cubicBezTo>
                  <a:cubicBezTo>
                    <a:pt x="13621" y="490"/>
                    <a:pt x="13514" y="216"/>
                    <a:pt x="13276" y="216"/>
                  </a:cubicBezTo>
                  <a:cubicBezTo>
                    <a:pt x="10849" y="51"/>
                    <a:pt x="8411" y="0"/>
                    <a:pt x="597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16" name="Google Shape;2416;p52"/>
          <p:cNvGrpSpPr/>
          <p:nvPr/>
        </p:nvGrpSpPr>
        <p:grpSpPr>
          <a:xfrm rot="1554536">
            <a:off x="516036" y="4487242"/>
            <a:ext cx="490901" cy="386501"/>
            <a:chOff x="4382675" y="210025"/>
            <a:chExt cx="576600" cy="453975"/>
          </a:xfrm>
        </p:grpSpPr>
        <p:sp>
          <p:nvSpPr>
            <p:cNvPr id="2417" name="Google Shape;2417;p52"/>
            <p:cNvSpPr/>
            <p:nvPr/>
          </p:nvSpPr>
          <p:spPr>
            <a:xfrm>
              <a:off x="4668425" y="325775"/>
              <a:ext cx="99200" cy="215050"/>
            </a:xfrm>
            <a:custGeom>
              <a:avLst/>
              <a:gdLst/>
              <a:ahLst/>
              <a:cxnLst/>
              <a:rect l="l" t="t" r="r" b="b"/>
              <a:pathLst>
                <a:path w="3968" h="8602" extrusionOk="0">
                  <a:moveTo>
                    <a:pt x="3574" y="0"/>
                  </a:moveTo>
                  <a:cubicBezTo>
                    <a:pt x="3559" y="0"/>
                    <a:pt x="3542" y="1"/>
                    <a:pt x="3525" y="2"/>
                  </a:cubicBezTo>
                  <a:cubicBezTo>
                    <a:pt x="3263" y="26"/>
                    <a:pt x="2918" y="431"/>
                    <a:pt x="2751" y="610"/>
                  </a:cubicBezTo>
                  <a:cubicBezTo>
                    <a:pt x="2275" y="1169"/>
                    <a:pt x="2060" y="1907"/>
                    <a:pt x="2156" y="2634"/>
                  </a:cubicBezTo>
                  <a:cubicBezTo>
                    <a:pt x="2263" y="3360"/>
                    <a:pt x="2572" y="3979"/>
                    <a:pt x="2144" y="4670"/>
                  </a:cubicBezTo>
                  <a:cubicBezTo>
                    <a:pt x="1751" y="5301"/>
                    <a:pt x="1096" y="5682"/>
                    <a:pt x="596" y="6218"/>
                  </a:cubicBezTo>
                  <a:cubicBezTo>
                    <a:pt x="441" y="6384"/>
                    <a:pt x="310" y="6563"/>
                    <a:pt x="215" y="6765"/>
                  </a:cubicBezTo>
                  <a:cubicBezTo>
                    <a:pt x="1" y="7337"/>
                    <a:pt x="144" y="7980"/>
                    <a:pt x="560" y="8432"/>
                  </a:cubicBezTo>
                  <a:cubicBezTo>
                    <a:pt x="631" y="8503"/>
                    <a:pt x="696" y="8601"/>
                    <a:pt x="784" y="8601"/>
                  </a:cubicBezTo>
                  <a:cubicBezTo>
                    <a:pt x="813" y="8601"/>
                    <a:pt x="846" y="8590"/>
                    <a:pt x="882" y="8563"/>
                  </a:cubicBezTo>
                  <a:cubicBezTo>
                    <a:pt x="906" y="8456"/>
                    <a:pt x="929" y="8361"/>
                    <a:pt x="929" y="8253"/>
                  </a:cubicBezTo>
                  <a:cubicBezTo>
                    <a:pt x="929" y="8051"/>
                    <a:pt x="906" y="7849"/>
                    <a:pt x="906" y="7646"/>
                  </a:cubicBezTo>
                  <a:cubicBezTo>
                    <a:pt x="894" y="7325"/>
                    <a:pt x="989" y="7003"/>
                    <a:pt x="1179" y="6730"/>
                  </a:cubicBezTo>
                  <a:cubicBezTo>
                    <a:pt x="1560" y="6170"/>
                    <a:pt x="2168" y="5825"/>
                    <a:pt x="2501" y="5217"/>
                  </a:cubicBezTo>
                  <a:cubicBezTo>
                    <a:pt x="2906" y="4455"/>
                    <a:pt x="2858" y="3729"/>
                    <a:pt x="2775" y="2908"/>
                  </a:cubicBezTo>
                  <a:cubicBezTo>
                    <a:pt x="2691" y="2193"/>
                    <a:pt x="2918" y="1669"/>
                    <a:pt x="3299" y="1098"/>
                  </a:cubicBezTo>
                  <a:cubicBezTo>
                    <a:pt x="3418" y="931"/>
                    <a:pt x="3525" y="753"/>
                    <a:pt x="3620" y="574"/>
                  </a:cubicBezTo>
                  <a:cubicBezTo>
                    <a:pt x="3700" y="425"/>
                    <a:pt x="3968" y="0"/>
                    <a:pt x="357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52"/>
            <p:cNvSpPr/>
            <p:nvPr/>
          </p:nvSpPr>
          <p:spPr>
            <a:xfrm>
              <a:off x="4521375" y="306325"/>
              <a:ext cx="134875" cy="105825"/>
            </a:xfrm>
            <a:custGeom>
              <a:avLst/>
              <a:gdLst/>
              <a:ahLst/>
              <a:cxnLst/>
              <a:rect l="l" t="t" r="r" b="b"/>
              <a:pathLst>
                <a:path w="5395" h="4233" extrusionOk="0">
                  <a:moveTo>
                    <a:pt x="3545" y="0"/>
                  </a:moveTo>
                  <a:cubicBezTo>
                    <a:pt x="3143" y="0"/>
                    <a:pt x="2712" y="107"/>
                    <a:pt x="2311" y="245"/>
                  </a:cubicBezTo>
                  <a:cubicBezTo>
                    <a:pt x="1763" y="530"/>
                    <a:pt x="1287" y="923"/>
                    <a:pt x="882" y="1376"/>
                  </a:cubicBezTo>
                  <a:cubicBezTo>
                    <a:pt x="525" y="1781"/>
                    <a:pt x="168" y="2281"/>
                    <a:pt x="84" y="2840"/>
                  </a:cubicBezTo>
                  <a:cubicBezTo>
                    <a:pt x="1" y="3400"/>
                    <a:pt x="346" y="3864"/>
                    <a:pt x="846" y="4090"/>
                  </a:cubicBezTo>
                  <a:cubicBezTo>
                    <a:pt x="1077" y="4189"/>
                    <a:pt x="1324" y="4232"/>
                    <a:pt x="1577" y="4232"/>
                  </a:cubicBezTo>
                  <a:cubicBezTo>
                    <a:pt x="2484" y="4232"/>
                    <a:pt x="3470" y="3675"/>
                    <a:pt x="4085" y="3126"/>
                  </a:cubicBezTo>
                  <a:cubicBezTo>
                    <a:pt x="4811" y="2483"/>
                    <a:pt x="5395" y="1340"/>
                    <a:pt x="4668" y="471"/>
                  </a:cubicBezTo>
                  <a:cubicBezTo>
                    <a:pt x="4378" y="125"/>
                    <a:pt x="3978" y="0"/>
                    <a:pt x="3545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52"/>
            <p:cNvSpPr/>
            <p:nvPr/>
          </p:nvSpPr>
          <p:spPr>
            <a:xfrm>
              <a:off x="4745225" y="384625"/>
              <a:ext cx="136050" cy="201500"/>
            </a:xfrm>
            <a:custGeom>
              <a:avLst/>
              <a:gdLst/>
              <a:ahLst/>
              <a:cxnLst/>
              <a:rect l="l" t="t" r="r" b="b"/>
              <a:pathLst>
                <a:path w="5442" h="8060" extrusionOk="0">
                  <a:moveTo>
                    <a:pt x="3537" y="0"/>
                  </a:moveTo>
                  <a:cubicBezTo>
                    <a:pt x="3238" y="0"/>
                    <a:pt x="2943" y="67"/>
                    <a:pt x="2667" y="196"/>
                  </a:cubicBezTo>
                  <a:cubicBezTo>
                    <a:pt x="1322" y="1149"/>
                    <a:pt x="429" y="2625"/>
                    <a:pt x="179" y="4256"/>
                  </a:cubicBezTo>
                  <a:cubicBezTo>
                    <a:pt x="0" y="5471"/>
                    <a:pt x="155" y="7662"/>
                    <a:pt x="1644" y="8019"/>
                  </a:cubicBezTo>
                  <a:cubicBezTo>
                    <a:pt x="1762" y="8047"/>
                    <a:pt x="1878" y="8060"/>
                    <a:pt x="1991" y="8060"/>
                  </a:cubicBezTo>
                  <a:cubicBezTo>
                    <a:pt x="2790" y="8060"/>
                    <a:pt x="3460" y="7411"/>
                    <a:pt x="3930" y="6816"/>
                  </a:cubicBezTo>
                  <a:cubicBezTo>
                    <a:pt x="4477" y="6138"/>
                    <a:pt x="4882" y="5364"/>
                    <a:pt x="5132" y="4530"/>
                  </a:cubicBezTo>
                  <a:cubicBezTo>
                    <a:pt x="5394" y="3709"/>
                    <a:pt x="5442" y="2828"/>
                    <a:pt x="5275" y="1970"/>
                  </a:cubicBezTo>
                  <a:cubicBezTo>
                    <a:pt x="5108" y="1173"/>
                    <a:pt x="4787" y="196"/>
                    <a:pt x="3882" y="30"/>
                  </a:cubicBezTo>
                  <a:cubicBezTo>
                    <a:pt x="3767" y="10"/>
                    <a:pt x="3652" y="0"/>
                    <a:pt x="3537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52"/>
            <p:cNvSpPr/>
            <p:nvPr/>
          </p:nvSpPr>
          <p:spPr>
            <a:xfrm>
              <a:off x="4457700" y="272500"/>
              <a:ext cx="243800" cy="280700"/>
            </a:xfrm>
            <a:custGeom>
              <a:avLst/>
              <a:gdLst/>
              <a:ahLst/>
              <a:cxnLst/>
              <a:rect l="l" t="t" r="r" b="b"/>
              <a:pathLst>
                <a:path w="9752" h="11228" extrusionOk="0">
                  <a:moveTo>
                    <a:pt x="6445" y="1085"/>
                  </a:moveTo>
                  <a:cubicBezTo>
                    <a:pt x="6428" y="1085"/>
                    <a:pt x="6411" y="1085"/>
                    <a:pt x="6394" y="1086"/>
                  </a:cubicBezTo>
                  <a:lnTo>
                    <a:pt x="6441" y="1086"/>
                  </a:lnTo>
                  <a:cubicBezTo>
                    <a:pt x="6442" y="1086"/>
                    <a:pt x="6444" y="1085"/>
                    <a:pt x="6445" y="1085"/>
                  </a:cubicBezTo>
                  <a:close/>
                  <a:moveTo>
                    <a:pt x="6441" y="1038"/>
                  </a:moveTo>
                  <a:cubicBezTo>
                    <a:pt x="6463" y="1038"/>
                    <a:pt x="6455" y="1077"/>
                    <a:pt x="6445" y="1085"/>
                  </a:cubicBezTo>
                  <a:lnTo>
                    <a:pt x="6445" y="1085"/>
                  </a:lnTo>
                  <a:cubicBezTo>
                    <a:pt x="6447" y="1085"/>
                    <a:pt x="6450" y="1084"/>
                    <a:pt x="6453" y="1084"/>
                  </a:cubicBezTo>
                  <a:cubicBezTo>
                    <a:pt x="7001" y="1084"/>
                    <a:pt x="7497" y="1402"/>
                    <a:pt x="7715" y="1907"/>
                  </a:cubicBezTo>
                  <a:cubicBezTo>
                    <a:pt x="8275" y="3062"/>
                    <a:pt x="7561" y="4253"/>
                    <a:pt x="6644" y="4967"/>
                  </a:cubicBezTo>
                  <a:cubicBezTo>
                    <a:pt x="5972" y="5485"/>
                    <a:pt x="4999" y="5975"/>
                    <a:pt x="4089" y="5975"/>
                  </a:cubicBezTo>
                  <a:cubicBezTo>
                    <a:pt x="3660" y="5975"/>
                    <a:pt x="3244" y="5866"/>
                    <a:pt x="2881" y="5598"/>
                  </a:cubicBezTo>
                  <a:cubicBezTo>
                    <a:pt x="2417" y="5277"/>
                    <a:pt x="2179" y="4729"/>
                    <a:pt x="2250" y="4181"/>
                  </a:cubicBezTo>
                  <a:cubicBezTo>
                    <a:pt x="2346" y="3538"/>
                    <a:pt x="2750" y="2967"/>
                    <a:pt x="3203" y="2503"/>
                  </a:cubicBezTo>
                  <a:cubicBezTo>
                    <a:pt x="4084" y="1598"/>
                    <a:pt x="5203" y="1157"/>
                    <a:pt x="6441" y="1038"/>
                  </a:cubicBezTo>
                  <a:close/>
                  <a:moveTo>
                    <a:pt x="2167" y="6434"/>
                  </a:moveTo>
                  <a:cubicBezTo>
                    <a:pt x="2213" y="6434"/>
                    <a:pt x="2260" y="6459"/>
                    <a:pt x="2286" y="6503"/>
                  </a:cubicBezTo>
                  <a:cubicBezTo>
                    <a:pt x="2524" y="6956"/>
                    <a:pt x="2536" y="7467"/>
                    <a:pt x="2631" y="7956"/>
                  </a:cubicBezTo>
                  <a:cubicBezTo>
                    <a:pt x="2667" y="8170"/>
                    <a:pt x="2738" y="8384"/>
                    <a:pt x="2846" y="8575"/>
                  </a:cubicBezTo>
                  <a:cubicBezTo>
                    <a:pt x="2858" y="8610"/>
                    <a:pt x="2929" y="8730"/>
                    <a:pt x="2953" y="8730"/>
                  </a:cubicBezTo>
                  <a:cubicBezTo>
                    <a:pt x="2965" y="8706"/>
                    <a:pt x="2977" y="8682"/>
                    <a:pt x="3000" y="8658"/>
                  </a:cubicBezTo>
                  <a:cubicBezTo>
                    <a:pt x="3048" y="8575"/>
                    <a:pt x="3084" y="8480"/>
                    <a:pt x="3119" y="8384"/>
                  </a:cubicBezTo>
                  <a:cubicBezTo>
                    <a:pt x="3274" y="7979"/>
                    <a:pt x="3381" y="7551"/>
                    <a:pt x="3643" y="7206"/>
                  </a:cubicBezTo>
                  <a:cubicBezTo>
                    <a:pt x="3774" y="7027"/>
                    <a:pt x="3965" y="6908"/>
                    <a:pt x="4179" y="6848"/>
                  </a:cubicBezTo>
                  <a:cubicBezTo>
                    <a:pt x="4202" y="6844"/>
                    <a:pt x="4225" y="6842"/>
                    <a:pt x="4248" y="6842"/>
                  </a:cubicBezTo>
                  <a:cubicBezTo>
                    <a:pt x="4416" y="6842"/>
                    <a:pt x="4579" y="6954"/>
                    <a:pt x="4632" y="7122"/>
                  </a:cubicBezTo>
                  <a:cubicBezTo>
                    <a:pt x="4703" y="7337"/>
                    <a:pt x="4643" y="7563"/>
                    <a:pt x="4643" y="7789"/>
                  </a:cubicBezTo>
                  <a:cubicBezTo>
                    <a:pt x="4643" y="8087"/>
                    <a:pt x="4667" y="8384"/>
                    <a:pt x="4727" y="8682"/>
                  </a:cubicBezTo>
                  <a:cubicBezTo>
                    <a:pt x="4748" y="8825"/>
                    <a:pt x="4628" y="8925"/>
                    <a:pt x="4515" y="8925"/>
                  </a:cubicBezTo>
                  <a:cubicBezTo>
                    <a:pt x="4440" y="8925"/>
                    <a:pt x="4370" y="8881"/>
                    <a:pt x="4346" y="8777"/>
                  </a:cubicBezTo>
                  <a:lnTo>
                    <a:pt x="4346" y="8789"/>
                  </a:lnTo>
                  <a:cubicBezTo>
                    <a:pt x="4262" y="8468"/>
                    <a:pt x="4239" y="8146"/>
                    <a:pt x="4274" y="7813"/>
                  </a:cubicBezTo>
                  <a:cubicBezTo>
                    <a:pt x="4286" y="7682"/>
                    <a:pt x="4310" y="7527"/>
                    <a:pt x="4322" y="7408"/>
                  </a:cubicBezTo>
                  <a:cubicBezTo>
                    <a:pt x="4332" y="7301"/>
                    <a:pt x="4326" y="7186"/>
                    <a:pt x="4233" y="7186"/>
                  </a:cubicBezTo>
                  <a:cubicBezTo>
                    <a:pt x="4212" y="7186"/>
                    <a:pt x="4186" y="7192"/>
                    <a:pt x="4155" y="7206"/>
                  </a:cubicBezTo>
                  <a:cubicBezTo>
                    <a:pt x="3786" y="7372"/>
                    <a:pt x="3667" y="7932"/>
                    <a:pt x="3560" y="8277"/>
                  </a:cubicBezTo>
                  <a:cubicBezTo>
                    <a:pt x="3478" y="8534"/>
                    <a:pt x="3316" y="9136"/>
                    <a:pt x="2975" y="9136"/>
                  </a:cubicBezTo>
                  <a:cubicBezTo>
                    <a:pt x="2921" y="9136"/>
                    <a:pt x="2862" y="9121"/>
                    <a:pt x="2798" y="9087"/>
                  </a:cubicBezTo>
                  <a:cubicBezTo>
                    <a:pt x="2619" y="8991"/>
                    <a:pt x="2512" y="8753"/>
                    <a:pt x="2441" y="8575"/>
                  </a:cubicBezTo>
                  <a:cubicBezTo>
                    <a:pt x="2369" y="8372"/>
                    <a:pt x="2322" y="8158"/>
                    <a:pt x="2298" y="7956"/>
                  </a:cubicBezTo>
                  <a:cubicBezTo>
                    <a:pt x="2250" y="7551"/>
                    <a:pt x="2238" y="7134"/>
                    <a:pt x="2084" y="6765"/>
                  </a:cubicBezTo>
                  <a:cubicBezTo>
                    <a:pt x="1476" y="6979"/>
                    <a:pt x="1357" y="7718"/>
                    <a:pt x="1298" y="8289"/>
                  </a:cubicBezTo>
                  <a:cubicBezTo>
                    <a:pt x="1286" y="8343"/>
                    <a:pt x="1241" y="8369"/>
                    <a:pt x="1201" y="8369"/>
                  </a:cubicBezTo>
                  <a:cubicBezTo>
                    <a:pt x="1161" y="8369"/>
                    <a:pt x="1125" y="8343"/>
                    <a:pt x="1131" y="8289"/>
                  </a:cubicBezTo>
                  <a:cubicBezTo>
                    <a:pt x="1179" y="7575"/>
                    <a:pt x="1298" y="6634"/>
                    <a:pt x="2119" y="6444"/>
                  </a:cubicBezTo>
                  <a:cubicBezTo>
                    <a:pt x="2135" y="6437"/>
                    <a:pt x="2151" y="6434"/>
                    <a:pt x="2167" y="6434"/>
                  </a:cubicBezTo>
                  <a:close/>
                  <a:moveTo>
                    <a:pt x="6404" y="0"/>
                  </a:moveTo>
                  <a:cubicBezTo>
                    <a:pt x="5657" y="0"/>
                    <a:pt x="4899" y="203"/>
                    <a:pt x="4227" y="502"/>
                  </a:cubicBezTo>
                  <a:cubicBezTo>
                    <a:pt x="3846" y="669"/>
                    <a:pt x="3477" y="860"/>
                    <a:pt x="3119" y="1098"/>
                  </a:cubicBezTo>
                  <a:cubicBezTo>
                    <a:pt x="1965" y="2074"/>
                    <a:pt x="1095" y="3348"/>
                    <a:pt x="595" y="4789"/>
                  </a:cubicBezTo>
                  <a:cubicBezTo>
                    <a:pt x="191" y="5991"/>
                    <a:pt x="0" y="7372"/>
                    <a:pt x="429" y="8610"/>
                  </a:cubicBezTo>
                  <a:cubicBezTo>
                    <a:pt x="822" y="9765"/>
                    <a:pt x="1798" y="10777"/>
                    <a:pt x="2989" y="11123"/>
                  </a:cubicBezTo>
                  <a:cubicBezTo>
                    <a:pt x="3217" y="11193"/>
                    <a:pt x="3455" y="11228"/>
                    <a:pt x="3691" y="11228"/>
                  </a:cubicBezTo>
                  <a:cubicBezTo>
                    <a:pt x="4095" y="11228"/>
                    <a:pt x="4498" y="11127"/>
                    <a:pt x="4858" y="10932"/>
                  </a:cubicBezTo>
                  <a:cubicBezTo>
                    <a:pt x="5382" y="10635"/>
                    <a:pt x="5667" y="10123"/>
                    <a:pt x="5846" y="9563"/>
                  </a:cubicBezTo>
                  <a:cubicBezTo>
                    <a:pt x="6013" y="9027"/>
                    <a:pt x="6072" y="8468"/>
                    <a:pt x="6203" y="7920"/>
                  </a:cubicBezTo>
                  <a:cubicBezTo>
                    <a:pt x="6334" y="7337"/>
                    <a:pt x="6560" y="6777"/>
                    <a:pt x="6858" y="6265"/>
                  </a:cubicBezTo>
                  <a:cubicBezTo>
                    <a:pt x="7453" y="5265"/>
                    <a:pt x="8477" y="4610"/>
                    <a:pt x="9073" y="3622"/>
                  </a:cubicBezTo>
                  <a:cubicBezTo>
                    <a:pt x="9751" y="2467"/>
                    <a:pt x="9239" y="1074"/>
                    <a:pt x="8108" y="431"/>
                  </a:cubicBezTo>
                  <a:cubicBezTo>
                    <a:pt x="7578" y="126"/>
                    <a:pt x="6994" y="0"/>
                    <a:pt x="6404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52"/>
            <p:cNvSpPr/>
            <p:nvPr/>
          </p:nvSpPr>
          <p:spPr>
            <a:xfrm>
              <a:off x="4382975" y="225150"/>
              <a:ext cx="558425" cy="422200"/>
            </a:xfrm>
            <a:custGeom>
              <a:avLst/>
              <a:gdLst/>
              <a:ahLst/>
              <a:cxnLst/>
              <a:rect l="l" t="t" r="r" b="b"/>
              <a:pathLst>
                <a:path w="22337" h="16888" extrusionOk="0">
                  <a:moveTo>
                    <a:pt x="15126" y="3664"/>
                  </a:moveTo>
                  <a:cubicBezTo>
                    <a:pt x="15152" y="3664"/>
                    <a:pt x="15179" y="3666"/>
                    <a:pt x="15205" y="3670"/>
                  </a:cubicBezTo>
                  <a:cubicBezTo>
                    <a:pt x="16062" y="3777"/>
                    <a:pt x="15133" y="5087"/>
                    <a:pt x="14943" y="5385"/>
                  </a:cubicBezTo>
                  <a:cubicBezTo>
                    <a:pt x="14645" y="5837"/>
                    <a:pt x="14467" y="6254"/>
                    <a:pt x="14514" y="6802"/>
                  </a:cubicBezTo>
                  <a:cubicBezTo>
                    <a:pt x="14550" y="7278"/>
                    <a:pt x="14657" y="7742"/>
                    <a:pt x="14598" y="8230"/>
                  </a:cubicBezTo>
                  <a:cubicBezTo>
                    <a:pt x="14479" y="9111"/>
                    <a:pt x="14026" y="9838"/>
                    <a:pt x="13383" y="10433"/>
                  </a:cubicBezTo>
                  <a:cubicBezTo>
                    <a:pt x="12943" y="10826"/>
                    <a:pt x="12609" y="11159"/>
                    <a:pt x="12645" y="11790"/>
                  </a:cubicBezTo>
                  <a:cubicBezTo>
                    <a:pt x="12657" y="12136"/>
                    <a:pt x="12776" y="12588"/>
                    <a:pt x="12550" y="12886"/>
                  </a:cubicBezTo>
                  <a:cubicBezTo>
                    <a:pt x="12455" y="13010"/>
                    <a:pt x="12353" y="13062"/>
                    <a:pt x="12249" y="13062"/>
                  </a:cubicBezTo>
                  <a:cubicBezTo>
                    <a:pt x="11813" y="13062"/>
                    <a:pt x="11341" y="12160"/>
                    <a:pt x="11264" y="11862"/>
                  </a:cubicBezTo>
                  <a:cubicBezTo>
                    <a:pt x="11192" y="11552"/>
                    <a:pt x="11192" y="11243"/>
                    <a:pt x="11276" y="10933"/>
                  </a:cubicBezTo>
                  <a:cubicBezTo>
                    <a:pt x="11335" y="10683"/>
                    <a:pt x="11442" y="10445"/>
                    <a:pt x="11597" y="10231"/>
                  </a:cubicBezTo>
                  <a:cubicBezTo>
                    <a:pt x="11883" y="9802"/>
                    <a:pt x="12264" y="9481"/>
                    <a:pt x="12609" y="9111"/>
                  </a:cubicBezTo>
                  <a:cubicBezTo>
                    <a:pt x="12836" y="8909"/>
                    <a:pt x="13026" y="8671"/>
                    <a:pt x="13193" y="8409"/>
                  </a:cubicBezTo>
                  <a:cubicBezTo>
                    <a:pt x="13383" y="8076"/>
                    <a:pt x="13359" y="7742"/>
                    <a:pt x="13300" y="7373"/>
                  </a:cubicBezTo>
                  <a:cubicBezTo>
                    <a:pt x="13169" y="6552"/>
                    <a:pt x="13169" y="5813"/>
                    <a:pt x="13562" y="5051"/>
                  </a:cubicBezTo>
                  <a:cubicBezTo>
                    <a:pt x="13764" y="4659"/>
                    <a:pt x="14050" y="4301"/>
                    <a:pt x="14395" y="4027"/>
                  </a:cubicBezTo>
                  <a:cubicBezTo>
                    <a:pt x="14591" y="3875"/>
                    <a:pt x="14855" y="3664"/>
                    <a:pt x="15126" y="3664"/>
                  </a:cubicBezTo>
                  <a:close/>
                  <a:moveTo>
                    <a:pt x="9532" y="1438"/>
                  </a:moveTo>
                  <a:cubicBezTo>
                    <a:pt x="10464" y="1438"/>
                    <a:pt x="11353" y="1736"/>
                    <a:pt x="12050" y="2444"/>
                  </a:cubicBezTo>
                  <a:cubicBezTo>
                    <a:pt x="12931" y="3349"/>
                    <a:pt x="13050" y="4754"/>
                    <a:pt x="12324" y="5778"/>
                  </a:cubicBezTo>
                  <a:cubicBezTo>
                    <a:pt x="11943" y="6325"/>
                    <a:pt x="11454" y="6754"/>
                    <a:pt x="11014" y="7230"/>
                  </a:cubicBezTo>
                  <a:cubicBezTo>
                    <a:pt x="10502" y="7790"/>
                    <a:pt x="10085" y="8457"/>
                    <a:pt x="9823" y="9171"/>
                  </a:cubicBezTo>
                  <a:cubicBezTo>
                    <a:pt x="9407" y="10362"/>
                    <a:pt x="9549" y="11826"/>
                    <a:pt x="8621" y="12826"/>
                  </a:cubicBezTo>
                  <a:cubicBezTo>
                    <a:pt x="8129" y="13356"/>
                    <a:pt x="7463" y="13578"/>
                    <a:pt x="6781" y="13578"/>
                  </a:cubicBezTo>
                  <a:cubicBezTo>
                    <a:pt x="6176" y="13578"/>
                    <a:pt x="5558" y="13403"/>
                    <a:pt x="5037" y="13112"/>
                  </a:cubicBezTo>
                  <a:cubicBezTo>
                    <a:pt x="3870" y="12433"/>
                    <a:pt x="3072" y="11278"/>
                    <a:pt x="2846" y="9945"/>
                  </a:cubicBezTo>
                  <a:cubicBezTo>
                    <a:pt x="2620" y="8599"/>
                    <a:pt x="2930" y="7183"/>
                    <a:pt x="3489" y="5956"/>
                  </a:cubicBezTo>
                  <a:cubicBezTo>
                    <a:pt x="3775" y="5361"/>
                    <a:pt x="4120" y="4801"/>
                    <a:pt x="4525" y="4289"/>
                  </a:cubicBezTo>
                  <a:cubicBezTo>
                    <a:pt x="5481" y="2722"/>
                    <a:pt x="7598" y="1438"/>
                    <a:pt x="9532" y="1438"/>
                  </a:cubicBezTo>
                  <a:close/>
                  <a:moveTo>
                    <a:pt x="18175" y="5893"/>
                  </a:moveTo>
                  <a:cubicBezTo>
                    <a:pt x="18448" y="5893"/>
                    <a:pt x="18721" y="5942"/>
                    <a:pt x="18979" y="6052"/>
                  </a:cubicBezTo>
                  <a:cubicBezTo>
                    <a:pt x="19860" y="6433"/>
                    <a:pt x="20205" y="7587"/>
                    <a:pt x="20336" y="8457"/>
                  </a:cubicBezTo>
                  <a:cubicBezTo>
                    <a:pt x="20479" y="9469"/>
                    <a:pt x="20348" y="10504"/>
                    <a:pt x="19979" y="11457"/>
                  </a:cubicBezTo>
                  <a:cubicBezTo>
                    <a:pt x="19479" y="12771"/>
                    <a:pt x="18173" y="14890"/>
                    <a:pt x="16545" y="14890"/>
                  </a:cubicBezTo>
                  <a:cubicBezTo>
                    <a:pt x="16314" y="14890"/>
                    <a:pt x="16078" y="14848"/>
                    <a:pt x="15836" y="14755"/>
                  </a:cubicBezTo>
                  <a:cubicBezTo>
                    <a:pt x="14240" y="14124"/>
                    <a:pt x="14086" y="11862"/>
                    <a:pt x="14348" y="10433"/>
                  </a:cubicBezTo>
                  <a:cubicBezTo>
                    <a:pt x="14502" y="9659"/>
                    <a:pt x="14800" y="8921"/>
                    <a:pt x="15229" y="8254"/>
                  </a:cubicBezTo>
                  <a:cubicBezTo>
                    <a:pt x="15467" y="7683"/>
                    <a:pt x="15812" y="7147"/>
                    <a:pt x="16253" y="6706"/>
                  </a:cubicBezTo>
                  <a:cubicBezTo>
                    <a:pt x="16751" y="6225"/>
                    <a:pt x="17466" y="5893"/>
                    <a:pt x="18175" y="5893"/>
                  </a:cubicBezTo>
                  <a:close/>
                  <a:moveTo>
                    <a:pt x="10276" y="1"/>
                  </a:moveTo>
                  <a:cubicBezTo>
                    <a:pt x="9394" y="1"/>
                    <a:pt x="8513" y="137"/>
                    <a:pt x="7668" y="396"/>
                  </a:cubicBezTo>
                  <a:cubicBezTo>
                    <a:pt x="6513" y="777"/>
                    <a:pt x="5418" y="1313"/>
                    <a:pt x="4394" y="1968"/>
                  </a:cubicBezTo>
                  <a:cubicBezTo>
                    <a:pt x="3072" y="2837"/>
                    <a:pt x="1882" y="3992"/>
                    <a:pt x="1203" y="5397"/>
                  </a:cubicBezTo>
                  <a:cubicBezTo>
                    <a:pt x="1" y="9004"/>
                    <a:pt x="941" y="13648"/>
                    <a:pt x="4465" y="15553"/>
                  </a:cubicBezTo>
                  <a:cubicBezTo>
                    <a:pt x="5171" y="15931"/>
                    <a:pt x="5957" y="16130"/>
                    <a:pt x="6748" y="16130"/>
                  </a:cubicBezTo>
                  <a:cubicBezTo>
                    <a:pt x="7052" y="16130"/>
                    <a:pt x="7356" y="16100"/>
                    <a:pt x="7656" y="16041"/>
                  </a:cubicBezTo>
                  <a:cubicBezTo>
                    <a:pt x="8823" y="15827"/>
                    <a:pt x="9895" y="15326"/>
                    <a:pt x="11014" y="14981"/>
                  </a:cubicBezTo>
                  <a:cubicBezTo>
                    <a:pt x="11506" y="14830"/>
                    <a:pt x="11981" y="14737"/>
                    <a:pt x="12446" y="14737"/>
                  </a:cubicBezTo>
                  <a:cubicBezTo>
                    <a:pt x="13004" y="14737"/>
                    <a:pt x="13546" y="14871"/>
                    <a:pt x="14086" y="15196"/>
                  </a:cubicBezTo>
                  <a:cubicBezTo>
                    <a:pt x="14919" y="15707"/>
                    <a:pt x="15622" y="16493"/>
                    <a:pt x="16586" y="16767"/>
                  </a:cubicBezTo>
                  <a:cubicBezTo>
                    <a:pt x="16882" y="16849"/>
                    <a:pt x="17171" y="16887"/>
                    <a:pt x="17452" y="16887"/>
                  </a:cubicBezTo>
                  <a:cubicBezTo>
                    <a:pt x="19331" y="16887"/>
                    <a:pt x="20840" y="15183"/>
                    <a:pt x="21503" y="13505"/>
                  </a:cubicBezTo>
                  <a:cubicBezTo>
                    <a:pt x="22253" y="11576"/>
                    <a:pt x="22337" y="9445"/>
                    <a:pt x="21718" y="7468"/>
                  </a:cubicBezTo>
                  <a:cubicBezTo>
                    <a:pt x="21110" y="5421"/>
                    <a:pt x="19813" y="3658"/>
                    <a:pt x="18062" y="2456"/>
                  </a:cubicBezTo>
                  <a:cubicBezTo>
                    <a:pt x="16122" y="1134"/>
                    <a:pt x="13705" y="360"/>
                    <a:pt x="11395" y="75"/>
                  </a:cubicBezTo>
                  <a:cubicBezTo>
                    <a:pt x="11023" y="25"/>
                    <a:pt x="10650" y="1"/>
                    <a:pt x="10276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52"/>
            <p:cNvSpPr/>
            <p:nvPr/>
          </p:nvSpPr>
          <p:spPr>
            <a:xfrm>
              <a:off x="4382675" y="210025"/>
              <a:ext cx="576600" cy="453975"/>
            </a:xfrm>
            <a:custGeom>
              <a:avLst/>
              <a:gdLst/>
              <a:ahLst/>
              <a:cxnLst/>
              <a:rect l="l" t="t" r="r" b="b"/>
              <a:pathLst>
                <a:path w="23064" h="18159" extrusionOk="0">
                  <a:moveTo>
                    <a:pt x="10286" y="606"/>
                  </a:moveTo>
                  <a:cubicBezTo>
                    <a:pt x="10656" y="606"/>
                    <a:pt x="11026" y="630"/>
                    <a:pt x="11395" y="680"/>
                  </a:cubicBezTo>
                  <a:cubicBezTo>
                    <a:pt x="13717" y="965"/>
                    <a:pt x="16134" y="1739"/>
                    <a:pt x="18062" y="3061"/>
                  </a:cubicBezTo>
                  <a:cubicBezTo>
                    <a:pt x="21634" y="5502"/>
                    <a:pt x="23063" y="10074"/>
                    <a:pt x="21515" y="14110"/>
                  </a:cubicBezTo>
                  <a:cubicBezTo>
                    <a:pt x="20852" y="15788"/>
                    <a:pt x="19343" y="17492"/>
                    <a:pt x="17464" y="17492"/>
                  </a:cubicBezTo>
                  <a:cubicBezTo>
                    <a:pt x="17183" y="17492"/>
                    <a:pt x="16894" y="17454"/>
                    <a:pt x="16598" y="17372"/>
                  </a:cubicBezTo>
                  <a:cubicBezTo>
                    <a:pt x="15634" y="17098"/>
                    <a:pt x="14931" y="16312"/>
                    <a:pt x="14086" y="15801"/>
                  </a:cubicBezTo>
                  <a:cubicBezTo>
                    <a:pt x="13557" y="15471"/>
                    <a:pt x="13017" y="15338"/>
                    <a:pt x="12463" y="15338"/>
                  </a:cubicBezTo>
                  <a:cubicBezTo>
                    <a:pt x="11995" y="15338"/>
                    <a:pt x="11517" y="15433"/>
                    <a:pt x="11026" y="15586"/>
                  </a:cubicBezTo>
                  <a:cubicBezTo>
                    <a:pt x="9907" y="15931"/>
                    <a:pt x="8823" y="16432"/>
                    <a:pt x="7668" y="16646"/>
                  </a:cubicBezTo>
                  <a:cubicBezTo>
                    <a:pt x="7368" y="16705"/>
                    <a:pt x="7064" y="16735"/>
                    <a:pt x="6760" y="16735"/>
                  </a:cubicBezTo>
                  <a:cubicBezTo>
                    <a:pt x="5968" y="16735"/>
                    <a:pt x="5180" y="16536"/>
                    <a:pt x="4466" y="16158"/>
                  </a:cubicBezTo>
                  <a:cubicBezTo>
                    <a:pt x="953" y="14253"/>
                    <a:pt x="1" y="9597"/>
                    <a:pt x="1215" y="6002"/>
                  </a:cubicBezTo>
                  <a:cubicBezTo>
                    <a:pt x="1894" y="4597"/>
                    <a:pt x="3072" y="3442"/>
                    <a:pt x="4406" y="2573"/>
                  </a:cubicBezTo>
                  <a:cubicBezTo>
                    <a:pt x="5418" y="1918"/>
                    <a:pt x="6525" y="1382"/>
                    <a:pt x="7680" y="1013"/>
                  </a:cubicBezTo>
                  <a:cubicBezTo>
                    <a:pt x="8528" y="745"/>
                    <a:pt x="9405" y="606"/>
                    <a:pt x="10286" y="606"/>
                  </a:cubicBezTo>
                  <a:close/>
                  <a:moveTo>
                    <a:pt x="10090" y="1"/>
                  </a:moveTo>
                  <a:cubicBezTo>
                    <a:pt x="9755" y="1"/>
                    <a:pt x="9420" y="19"/>
                    <a:pt x="9085" y="60"/>
                  </a:cubicBezTo>
                  <a:cubicBezTo>
                    <a:pt x="7787" y="215"/>
                    <a:pt x="6561" y="703"/>
                    <a:pt x="5406" y="1299"/>
                  </a:cubicBezTo>
                  <a:cubicBezTo>
                    <a:pt x="3918" y="2085"/>
                    <a:pt x="2489" y="3156"/>
                    <a:pt x="1537" y="4573"/>
                  </a:cubicBezTo>
                  <a:cubicBezTo>
                    <a:pt x="1132" y="5168"/>
                    <a:pt x="822" y="5811"/>
                    <a:pt x="608" y="6490"/>
                  </a:cubicBezTo>
                  <a:cubicBezTo>
                    <a:pt x="453" y="7014"/>
                    <a:pt x="370" y="7550"/>
                    <a:pt x="358" y="8085"/>
                  </a:cubicBezTo>
                  <a:cubicBezTo>
                    <a:pt x="24" y="10788"/>
                    <a:pt x="858" y="13657"/>
                    <a:pt x="2834" y="15550"/>
                  </a:cubicBezTo>
                  <a:cubicBezTo>
                    <a:pt x="3596" y="16312"/>
                    <a:pt x="4549" y="16848"/>
                    <a:pt x="5585" y="17122"/>
                  </a:cubicBezTo>
                  <a:cubicBezTo>
                    <a:pt x="5953" y="17209"/>
                    <a:pt x="6323" y="17246"/>
                    <a:pt x="6691" y="17246"/>
                  </a:cubicBezTo>
                  <a:cubicBezTo>
                    <a:pt x="7490" y="17246"/>
                    <a:pt x="8284" y="17069"/>
                    <a:pt x="9049" y="16824"/>
                  </a:cubicBezTo>
                  <a:cubicBezTo>
                    <a:pt x="9680" y="16634"/>
                    <a:pt x="10288" y="16396"/>
                    <a:pt x="10919" y="16205"/>
                  </a:cubicBezTo>
                  <a:cubicBezTo>
                    <a:pt x="11410" y="16045"/>
                    <a:pt x="11928" y="15884"/>
                    <a:pt x="12447" y="15884"/>
                  </a:cubicBezTo>
                  <a:cubicBezTo>
                    <a:pt x="12621" y="15884"/>
                    <a:pt x="12794" y="15902"/>
                    <a:pt x="12967" y="15943"/>
                  </a:cubicBezTo>
                  <a:cubicBezTo>
                    <a:pt x="14014" y="16193"/>
                    <a:pt x="14741" y="17122"/>
                    <a:pt x="15645" y="17658"/>
                  </a:cubicBezTo>
                  <a:cubicBezTo>
                    <a:pt x="16233" y="18005"/>
                    <a:pt x="16852" y="18158"/>
                    <a:pt x="17465" y="18158"/>
                  </a:cubicBezTo>
                  <a:cubicBezTo>
                    <a:pt x="19039" y="18158"/>
                    <a:pt x="20575" y="17146"/>
                    <a:pt x="21432" y="15801"/>
                  </a:cubicBezTo>
                  <a:cubicBezTo>
                    <a:pt x="22634" y="13919"/>
                    <a:pt x="22932" y="11538"/>
                    <a:pt x="22599" y="9371"/>
                  </a:cubicBezTo>
                  <a:cubicBezTo>
                    <a:pt x="22265" y="7216"/>
                    <a:pt x="21241" y="5216"/>
                    <a:pt x="19682" y="3692"/>
                  </a:cubicBezTo>
                  <a:cubicBezTo>
                    <a:pt x="17896" y="1977"/>
                    <a:pt x="15515" y="989"/>
                    <a:pt x="13133" y="418"/>
                  </a:cubicBezTo>
                  <a:cubicBezTo>
                    <a:pt x="12137" y="175"/>
                    <a:pt x="11114" y="1"/>
                    <a:pt x="1009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52"/>
            <p:cNvSpPr/>
            <p:nvPr/>
          </p:nvSpPr>
          <p:spPr>
            <a:xfrm>
              <a:off x="4735100" y="372400"/>
              <a:ext cx="159875" cy="224800"/>
            </a:xfrm>
            <a:custGeom>
              <a:avLst/>
              <a:gdLst/>
              <a:ahLst/>
              <a:cxnLst/>
              <a:rect l="l" t="t" r="r" b="b"/>
              <a:pathLst>
                <a:path w="6395" h="8992" extrusionOk="0">
                  <a:moveTo>
                    <a:pt x="3948" y="489"/>
                  </a:moveTo>
                  <a:cubicBezTo>
                    <a:pt x="4061" y="489"/>
                    <a:pt x="4175" y="499"/>
                    <a:pt x="4287" y="519"/>
                  </a:cubicBezTo>
                  <a:cubicBezTo>
                    <a:pt x="5192" y="685"/>
                    <a:pt x="5513" y="1662"/>
                    <a:pt x="5680" y="2459"/>
                  </a:cubicBezTo>
                  <a:cubicBezTo>
                    <a:pt x="5847" y="3317"/>
                    <a:pt x="5799" y="4198"/>
                    <a:pt x="5549" y="5019"/>
                  </a:cubicBezTo>
                  <a:cubicBezTo>
                    <a:pt x="5287" y="5853"/>
                    <a:pt x="4882" y="6627"/>
                    <a:pt x="4346" y="7305"/>
                  </a:cubicBezTo>
                  <a:cubicBezTo>
                    <a:pt x="3877" y="7900"/>
                    <a:pt x="3198" y="8549"/>
                    <a:pt x="2396" y="8549"/>
                  </a:cubicBezTo>
                  <a:cubicBezTo>
                    <a:pt x="2283" y="8549"/>
                    <a:pt x="2167" y="8536"/>
                    <a:pt x="2049" y="8508"/>
                  </a:cubicBezTo>
                  <a:cubicBezTo>
                    <a:pt x="572" y="8151"/>
                    <a:pt x="405" y="5960"/>
                    <a:pt x="596" y="4745"/>
                  </a:cubicBezTo>
                  <a:cubicBezTo>
                    <a:pt x="834" y="3114"/>
                    <a:pt x="1739" y="1638"/>
                    <a:pt x="3084" y="685"/>
                  </a:cubicBezTo>
                  <a:cubicBezTo>
                    <a:pt x="3352" y="556"/>
                    <a:pt x="3650" y="489"/>
                    <a:pt x="3948" y="489"/>
                  </a:cubicBezTo>
                  <a:close/>
                  <a:moveTo>
                    <a:pt x="4079" y="1"/>
                  </a:moveTo>
                  <a:cubicBezTo>
                    <a:pt x="3374" y="1"/>
                    <a:pt x="2663" y="326"/>
                    <a:pt x="2168" y="804"/>
                  </a:cubicBezTo>
                  <a:cubicBezTo>
                    <a:pt x="1727" y="1257"/>
                    <a:pt x="1382" y="1781"/>
                    <a:pt x="1144" y="2364"/>
                  </a:cubicBezTo>
                  <a:cubicBezTo>
                    <a:pt x="715" y="3019"/>
                    <a:pt x="417" y="3757"/>
                    <a:pt x="263" y="4543"/>
                  </a:cubicBezTo>
                  <a:cubicBezTo>
                    <a:pt x="1" y="5972"/>
                    <a:pt x="155" y="8234"/>
                    <a:pt x="1751" y="8853"/>
                  </a:cubicBezTo>
                  <a:cubicBezTo>
                    <a:pt x="1995" y="8948"/>
                    <a:pt x="2234" y="8992"/>
                    <a:pt x="2466" y="8992"/>
                  </a:cubicBezTo>
                  <a:cubicBezTo>
                    <a:pt x="4092" y="8992"/>
                    <a:pt x="5394" y="6869"/>
                    <a:pt x="5894" y="5567"/>
                  </a:cubicBezTo>
                  <a:cubicBezTo>
                    <a:pt x="6263" y="4614"/>
                    <a:pt x="6394" y="3579"/>
                    <a:pt x="6251" y="2567"/>
                  </a:cubicBezTo>
                  <a:cubicBezTo>
                    <a:pt x="6120" y="1697"/>
                    <a:pt x="5775" y="543"/>
                    <a:pt x="4894" y="162"/>
                  </a:cubicBezTo>
                  <a:cubicBezTo>
                    <a:pt x="4632" y="51"/>
                    <a:pt x="4356" y="1"/>
                    <a:pt x="4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52"/>
            <p:cNvSpPr/>
            <p:nvPr/>
          </p:nvSpPr>
          <p:spPr>
            <a:xfrm>
              <a:off x="4662775" y="316750"/>
              <a:ext cx="121775" cy="234950"/>
            </a:xfrm>
            <a:custGeom>
              <a:avLst/>
              <a:gdLst/>
              <a:ahLst/>
              <a:cxnLst/>
              <a:rect l="l" t="t" r="r" b="b"/>
              <a:pathLst>
                <a:path w="4871" h="9398" extrusionOk="0">
                  <a:moveTo>
                    <a:pt x="3800" y="373"/>
                  </a:moveTo>
                  <a:cubicBezTo>
                    <a:pt x="4194" y="373"/>
                    <a:pt x="3926" y="798"/>
                    <a:pt x="3846" y="947"/>
                  </a:cubicBezTo>
                  <a:cubicBezTo>
                    <a:pt x="3751" y="1125"/>
                    <a:pt x="3644" y="1292"/>
                    <a:pt x="3537" y="1459"/>
                  </a:cubicBezTo>
                  <a:cubicBezTo>
                    <a:pt x="3156" y="2042"/>
                    <a:pt x="2917" y="2554"/>
                    <a:pt x="3001" y="3269"/>
                  </a:cubicBezTo>
                  <a:cubicBezTo>
                    <a:pt x="3096" y="4090"/>
                    <a:pt x="3144" y="4816"/>
                    <a:pt x="2727" y="5578"/>
                  </a:cubicBezTo>
                  <a:cubicBezTo>
                    <a:pt x="2394" y="6198"/>
                    <a:pt x="1798" y="6543"/>
                    <a:pt x="1405" y="7102"/>
                  </a:cubicBezTo>
                  <a:cubicBezTo>
                    <a:pt x="1227" y="7364"/>
                    <a:pt x="1132" y="7686"/>
                    <a:pt x="1143" y="8007"/>
                  </a:cubicBezTo>
                  <a:cubicBezTo>
                    <a:pt x="1143" y="8210"/>
                    <a:pt x="1155" y="8412"/>
                    <a:pt x="1155" y="8614"/>
                  </a:cubicBezTo>
                  <a:cubicBezTo>
                    <a:pt x="1155" y="8722"/>
                    <a:pt x="1143" y="8829"/>
                    <a:pt x="1120" y="8924"/>
                  </a:cubicBezTo>
                  <a:cubicBezTo>
                    <a:pt x="1084" y="8951"/>
                    <a:pt x="1051" y="8962"/>
                    <a:pt x="1022" y="8962"/>
                  </a:cubicBezTo>
                  <a:cubicBezTo>
                    <a:pt x="934" y="8962"/>
                    <a:pt x="869" y="8864"/>
                    <a:pt x="798" y="8793"/>
                  </a:cubicBezTo>
                  <a:cubicBezTo>
                    <a:pt x="370" y="8353"/>
                    <a:pt x="239" y="7710"/>
                    <a:pt x="441" y="7126"/>
                  </a:cubicBezTo>
                  <a:cubicBezTo>
                    <a:pt x="548" y="6924"/>
                    <a:pt x="679" y="6745"/>
                    <a:pt x="834" y="6579"/>
                  </a:cubicBezTo>
                  <a:cubicBezTo>
                    <a:pt x="1334" y="6055"/>
                    <a:pt x="1989" y="5674"/>
                    <a:pt x="2382" y="5043"/>
                  </a:cubicBezTo>
                  <a:cubicBezTo>
                    <a:pt x="2810" y="4340"/>
                    <a:pt x="2489" y="3733"/>
                    <a:pt x="2394" y="3007"/>
                  </a:cubicBezTo>
                  <a:cubicBezTo>
                    <a:pt x="2286" y="2268"/>
                    <a:pt x="2501" y="1542"/>
                    <a:pt x="2989" y="983"/>
                  </a:cubicBezTo>
                  <a:cubicBezTo>
                    <a:pt x="3144" y="792"/>
                    <a:pt x="3489" y="387"/>
                    <a:pt x="3751" y="375"/>
                  </a:cubicBezTo>
                  <a:cubicBezTo>
                    <a:pt x="3768" y="374"/>
                    <a:pt x="3785" y="373"/>
                    <a:pt x="3800" y="373"/>
                  </a:cubicBezTo>
                  <a:close/>
                  <a:moveTo>
                    <a:pt x="3937" y="0"/>
                  </a:moveTo>
                  <a:cubicBezTo>
                    <a:pt x="3673" y="0"/>
                    <a:pt x="3400" y="211"/>
                    <a:pt x="3215" y="363"/>
                  </a:cubicBezTo>
                  <a:cubicBezTo>
                    <a:pt x="2858" y="649"/>
                    <a:pt x="2572" y="995"/>
                    <a:pt x="2370" y="1387"/>
                  </a:cubicBezTo>
                  <a:cubicBezTo>
                    <a:pt x="1977" y="2149"/>
                    <a:pt x="1977" y="2888"/>
                    <a:pt x="2108" y="3709"/>
                  </a:cubicBezTo>
                  <a:cubicBezTo>
                    <a:pt x="2167" y="4078"/>
                    <a:pt x="2191" y="4412"/>
                    <a:pt x="2001" y="4745"/>
                  </a:cubicBezTo>
                  <a:cubicBezTo>
                    <a:pt x="1834" y="5007"/>
                    <a:pt x="1644" y="5245"/>
                    <a:pt x="1417" y="5459"/>
                  </a:cubicBezTo>
                  <a:cubicBezTo>
                    <a:pt x="1072" y="5817"/>
                    <a:pt x="691" y="6150"/>
                    <a:pt x="405" y="6567"/>
                  </a:cubicBezTo>
                  <a:cubicBezTo>
                    <a:pt x="250" y="6781"/>
                    <a:pt x="143" y="7019"/>
                    <a:pt x="84" y="7281"/>
                  </a:cubicBezTo>
                  <a:cubicBezTo>
                    <a:pt x="0" y="7579"/>
                    <a:pt x="0" y="7900"/>
                    <a:pt x="72" y="8198"/>
                  </a:cubicBezTo>
                  <a:cubicBezTo>
                    <a:pt x="149" y="8496"/>
                    <a:pt x="621" y="9398"/>
                    <a:pt x="1057" y="9398"/>
                  </a:cubicBezTo>
                  <a:cubicBezTo>
                    <a:pt x="1161" y="9398"/>
                    <a:pt x="1263" y="9346"/>
                    <a:pt x="1358" y="9222"/>
                  </a:cubicBezTo>
                  <a:cubicBezTo>
                    <a:pt x="1584" y="8924"/>
                    <a:pt x="1465" y="8472"/>
                    <a:pt x="1453" y="8126"/>
                  </a:cubicBezTo>
                  <a:cubicBezTo>
                    <a:pt x="1417" y="7507"/>
                    <a:pt x="1763" y="7162"/>
                    <a:pt x="2191" y="6769"/>
                  </a:cubicBezTo>
                  <a:cubicBezTo>
                    <a:pt x="2834" y="6174"/>
                    <a:pt x="3287" y="5459"/>
                    <a:pt x="3406" y="4566"/>
                  </a:cubicBezTo>
                  <a:cubicBezTo>
                    <a:pt x="3465" y="4078"/>
                    <a:pt x="3358" y="3626"/>
                    <a:pt x="3322" y="3138"/>
                  </a:cubicBezTo>
                  <a:cubicBezTo>
                    <a:pt x="3275" y="2590"/>
                    <a:pt x="3453" y="2173"/>
                    <a:pt x="3751" y="1721"/>
                  </a:cubicBezTo>
                  <a:cubicBezTo>
                    <a:pt x="3941" y="1423"/>
                    <a:pt x="4870" y="125"/>
                    <a:pt x="4013" y="6"/>
                  </a:cubicBezTo>
                  <a:cubicBezTo>
                    <a:pt x="3988" y="2"/>
                    <a:pt x="3962" y="0"/>
                    <a:pt x="39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52"/>
            <p:cNvSpPr/>
            <p:nvPr/>
          </p:nvSpPr>
          <p:spPr>
            <a:xfrm>
              <a:off x="4448450" y="261075"/>
              <a:ext cx="260475" cy="303450"/>
            </a:xfrm>
            <a:custGeom>
              <a:avLst/>
              <a:gdLst/>
              <a:ahLst/>
              <a:cxnLst/>
              <a:rect l="l" t="t" r="r" b="b"/>
              <a:pathLst>
                <a:path w="10419" h="12138" extrusionOk="0">
                  <a:moveTo>
                    <a:pt x="6779" y="457"/>
                  </a:moveTo>
                  <a:cubicBezTo>
                    <a:pt x="7370" y="457"/>
                    <a:pt x="7953" y="583"/>
                    <a:pt x="8478" y="888"/>
                  </a:cubicBezTo>
                  <a:cubicBezTo>
                    <a:pt x="9609" y="1531"/>
                    <a:pt x="10121" y="2912"/>
                    <a:pt x="9443" y="4079"/>
                  </a:cubicBezTo>
                  <a:cubicBezTo>
                    <a:pt x="8847" y="5067"/>
                    <a:pt x="7823" y="5722"/>
                    <a:pt x="7228" y="6722"/>
                  </a:cubicBezTo>
                  <a:cubicBezTo>
                    <a:pt x="6930" y="7234"/>
                    <a:pt x="6704" y="7794"/>
                    <a:pt x="6573" y="8365"/>
                  </a:cubicBezTo>
                  <a:cubicBezTo>
                    <a:pt x="6442" y="8913"/>
                    <a:pt x="6371" y="9472"/>
                    <a:pt x="6216" y="10020"/>
                  </a:cubicBezTo>
                  <a:cubicBezTo>
                    <a:pt x="6037" y="10580"/>
                    <a:pt x="5752" y="11092"/>
                    <a:pt x="5228" y="11389"/>
                  </a:cubicBezTo>
                  <a:cubicBezTo>
                    <a:pt x="4873" y="11581"/>
                    <a:pt x="4477" y="11682"/>
                    <a:pt x="4079" y="11682"/>
                  </a:cubicBezTo>
                  <a:cubicBezTo>
                    <a:pt x="3836" y="11682"/>
                    <a:pt x="3593" y="11644"/>
                    <a:pt x="3359" y="11568"/>
                  </a:cubicBezTo>
                  <a:cubicBezTo>
                    <a:pt x="2156" y="11234"/>
                    <a:pt x="1192" y="10222"/>
                    <a:pt x="799" y="9067"/>
                  </a:cubicBezTo>
                  <a:cubicBezTo>
                    <a:pt x="370" y="7829"/>
                    <a:pt x="561" y="6448"/>
                    <a:pt x="965" y="5234"/>
                  </a:cubicBezTo>
                  <a:cubicBezTo>
                    <a:pt x="1465" y="3805"/>
                    <a:pt x="2335" y="2531"/>
                    <a:pt x="3489" y="1555"/>
                  </a:cubicBezTo>
                  <a:cubicBezTo>
                    <a:pt x="3847" y="1328"/>
                    <a:pt x="4216" y="1126"/>
                    <a:pt x="4597" y="959"/>
                  </a:cubicBezTo>
                  <a:cubicBezTo>
                    <a:pt x="5269" y="660"/>
                    <a:pt x="6030" y="457"/>
                    <a:pt x="6779" y="457"/>
                  </a:cubicBezTo>
                  <a:close/>
                  <a:moveTo>
                    <a:pt x="6907" y="1"/>
                  </a:moveTo>
                  <a:cubicBezTo>
                    <a:pt x="4973" y="1"/>
                    <a:pt x="2850" y="1285"/>
                    <a:pt x="1894" y="2852"/>
                  </a:cubicBezTo>
                  <a:cubicBezTo>
                    <a:pt x="1489" y="3364"/>
                    <a:pt x="1144" y="3924"/>
                    <a:pt x="870" y="4519"/>
                  </a:cubicBezTo>
                  <a:cubicBezTo>
                    <a:pt x="299" y="5746"/>
                    <a:pt x="1" y="7162"/>
                    <a:pt x="215" y="8508"/>
                  </a:cubicBezTo>
                  <a:cubicBezTo>
                    <a:pt x="441" y="9841"/>
                    <a:pt x="1239" y="10996"/>
                    <a:pt x="2418" y="11675"/>
                  </a:cubicBezTo>
                  <a:cubicBezTo>
                    <a:pt x="2931" y="11965"/>
                    <a:pt x="3548" y="12137"/>
                    <a:pt x="4154" y="12137"/>
                  </a:cubicBezTo>
                  <a:cubicBezTo>
                    <a:pt x="4841" y="12137"/>
                    <a:pt x="5514" y="11915"/>
                    <a:pt x="6002" y="11389"/>
                  </a:cubicBezTo>
                  <a:cubicBezTo>
                    <a:pt x="6907" y="10401"/>
                    <a:pt x="6788" y="8925"/>
                    <a:pt x="7204" y="7734"/>
                  </a:cubicBezTo>
                  <a:cubicBezTo>
                    <a:pt x="7466" y="7020"/>
                    <a:pt x="7871" y="6353"/>
                    <a:pt x="8395" y="5805"/>
                  </a:cubicBezTo>
                  <a:cubicBezTo>
                    <a:pt x="8835" y="5317"/>
                    <a:pt x="9324" y="4888"/>
                    <a:pt x="9693" y="4341"/>
                  </a:cubicBezTo>
                  <a:cubicBezTo>
                    <a:pt x="10419" y="3317"/>
                    <a:pt x="10312" y="1912"/>
                    <a:pt x="9419" y="1007"/>
                  </a:cubicBezTo>
                  <a:cubicBezTo>
                    <a:pt x="8726" y="299"/>
                    <a:pt x="7838" y="1"/>
                    <a:pt x="690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52"/>
            <p:cNvSpPr/>
            <p:nvPr/>
          </p:nvSpPr>
          <p:spPr>
            <a:xfrm>
              <a:off x="4512150" y="298450"/>
              <a:ext cx="152725" cy="123425"/>
            </a:xfrm>
            <a:custGeom>
              <a:avLst/>
              <a:gdLst/>
              <a:ahLst/>
              <a:cxnLst/>
              <a:rect l="l" t="t" r="r" b="b"/>
              <a:pathLst>
                <a:path w="6109" h="4937" extrusionOk="0">
                  <a:moveTo>
                    <a:pt x="3914" y="315"/>
                  </a:moveTo>
                  <a:cubicBezTo>
                    <a:pt x="4347" y="315"/>
                    <a:pt x="4747" y="440"/>
                    <a:pt x="5037" y="786"/>
                  </a:cubicBezTo>
                  <a:cubicBezTo>
                    <a:pt x="5764" y="1655"/>
                    <a:pt x="5180" y="2798"/>
                    <a:pt x="4454" y="3441"/>
                  </a:cubicBezTo>
                  <a:cubicBezTo>
                    <a:pt x="3839" y="3990"/>
                    <a:pt x="2853" y="4547"/>
                    <a:pt x="1946" y="4547"/>
                  </a:cubicBezTo>
                  <a:cubicBezTo>
                    <a:pt x="1693" y="4547"/>
                    <a:pt x="1446" y="4504"/>
                    <a:pt x="1215" y="4405"/>
                  </a:cubicBezTo>
                  <a:cubicBezTo>
                    <a:pt x="715" y="4179"/>
                    <a:pt x="370" y="3691"/>
                    <a:pt x="453" y="3155"/>
                  </a:cubicBezTo>
                  <a:cubicBezTo>
                    <a:pt x="537" y="2608"/>
                    <a:pt x="894" y="2096"/>
                    <a:pt x="1251" y="1691"/>
                  </a:cubicBezTo>
                  <a:cubicBezTo>
                    <a:pt x="1656" y="1238"/>
                    <a:pt x="2132" y="845"/>
                    <a:pt x="2680" y="560"/>
                  </a:cubicBezTo>
                  <a:cubicBezTo>
                    <a:pt x="3081" y="422"/>
                    <a:pt x="3512" y="315"/>
                    <a:pt x="3914" y="315"/>
                  </a:cubicBezTo>
                  <a:close/>
                  <a:moveTo>
                    <a:pt x="4263" y="0"/>
                  </a:moveTo>
                  <a:cubicBezTo>
                    <a:pt x="3025" y="119"/>
                    <a:pt x="1906" y="560"/>
                    <a:pt x="1025" y="1465"/>
                  </a:cubicBezTo>
                  <a:cubicBezTo>
                    <a:pt x="584" y="1929"/>
                    <a:pt x="168" y="2500"/>
                    <a:pt x="72" y="3143"/>
                  </a:cubicBezTo>
                  <a:cubicBezTo>
                    <a:pt x="1" y="3691"/>
                    <a:pt x="239" y="4239"/>
                    <a:pt x="703" y="4560"/>
                  </a:cubicBezTo>
                  <a:cubicBezTo>
                    <a:pt x="1066" y="4828"/>
                    <a:pt x="1482" y="4937"/>
                    <a:pt x="1911" y="4937"/>
                  </a:cubicBezTo>
                  <a:cubicBezTo>
                    <a:pt x="2821" y="4937"/>
                    <a:pt x="3794" y="4447"/>
                    <a:pt x="4466" y="3929"/>
                  </a:cubicBezTo>
                  <a:cubicBezTo>
                    <a:pt x="5383" y="3215"/>
                    <a:pt x="6109" y="2024"/>
                    <a:pt x="5537" y="869"/>
                  </a:cubicBezTo>
                  <a:cubicBezTo>
                    <a:pt x="5319" y="375"/>
                    <a:pt x="4822" y="47"/>
                    <a:pt x="4273" y="47"/>
                  </a:cubicBezTo>
                  <a:cubicBezTo>
                    <a:pt x="4272" y="47"/>
                    <a:pt x="4271" y="47"/>
                    <a:pt x="4269" y="47"/>
                  </a:cubicBezTo>
                  <a:lnTo>
                    <a:pt x="4269" y="47"/>
                  </a:lnTo>
                  <a:cubicBezTo>
                    <a:pt x="4287" y="39"/>
                    <a:pt x="4285" y="0"/>
                    <a:pt x="42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52"/>
            <p:cNvSpPr/>
            <p:nvPr/>
          </p:nvSpPr>
          <p:spPr>
            <a:xfrm>
              <a:off x="4485825" y="433200"/>
              <a:ext cx="90600" cy="67725"/>
            </a:xfrm>
            <a:custGeom>
              <a:avLst/>
              <a:gdLst/>
              <a:ahLst/>
              <a:cxnLst/>
              <a:rect l="l" t="t" r="r" b="b"/>
              <a:pathLst>
                <a:path w="3624" h="2709" extrusionOk="0">
                  <a:moveTo>
                    <a:pt x="1029" y="1"/>
                  </a:moveTo>
                  <a:cubicBezTo>
                    <a:pt x="1018" y="1"/>
                    <a:pt x="1006" y="2"/>
                    <a:pt x="994" y="4"/>
                  </a:cubicBezTo>
                  <a:cubicBezTo>
                    <a:pt x="173" y="206"/>
                    <a:pt x="54" y="1147"/>
                    <a:pt x="6" y="1849"/>
                  </a:cubicBezTo>
                  <a:cubicBezTo>
                    <a:pt x="0" y="1907"/>
                    <a:pt x="37" y="1934"/>
                    <a:pt x="77" y="1934"/>
                  </a:cubicBezTo>
                  <a:cubicBezTo>
                    <a:pt x="120" y="1934"/>
                    <a:pt x="167" y="1904"/>
                    <a:pt x="173" y="1849"/>
                  </a:cubicBezTo>
                  <a:cubicBezTo>
                    <a:pt x="232" y="1290"/>
                    <a:pt x="363" y="551"/>
                    <a:pt x="959" y="325"/>
                  </a:cubicBezTo>
                  <a:cubicBezTo>
                    <a:pt x="1125" y="706"/>
                    <a:pt x="1125" y="1123"/>
                    <a:pt x="1185" y="1516"/>
                  </a:cubicBezTo>
                  <a:cubicBezTo>
                    <a:pt x="1197" y="1730"/>
                    <a:pt x="1244" y="1944"/>
                    <a:pt x="1316" y="2147"/>
                  </a:cubicBezTo>
                  <a:cubicBezTo>
                    <a:pt x="1387" y="2325"/>
                    <a:pt x="1506" y="2563"/>
                    <a:pt x="1685" y="2659"/>
                  </a:cubicBezTo>
                  <a:cubicBezTo>
                    <a:pt x="1747" y="2693"/>
                    <a:pt x="1805" y="2708"/>
                    <a:pt x="1858" y="2708"/>
                  </a:cubicBezTo>
                  <a:cubicBezTo>
                    <a:pt x="2194" y="2708"/>
                    <a:pt x="2363" y="2106"/>
                    <a:pt x="2435" y="1849"/>
                  </a:cubicBezTo>
                  <a:cubicBezTo>
                    <a:pt x="2542" y="1504"/>
                    <a:pt x="2661" y="932"/>
                    <a:pt x="3030" y="766"/>
                  </a:cubicBezTo>
                  <a:cubicBezTo>
                    <a:pt x="3063" y="752"/>
                    <a:pt x="3089" y="746"/>
                    <a:pt x="3111" y="746"/>
                  </a:cubicBezTo>
                  <a:cubicBezTo>
                    <a:pt x="3201" y="746"/>
                    <a:pt x="3207" y="853"/>
                    <a:pt x="3197" y="968"/>
                  </a:cubicBezTo>
                  <a:cubicBezTo>
                    <a:pt x="3185" y="1111"/>
                    <a:pt x="3161" y="1242"/>
                    <a:pt x="3149" y="1385"/>
                  </a:cubicBezTo>
                  <a:cubicBezTo>
                    <a:pt x="3126" y="1706"/>
                    <a:pt x="3137" y="2040"/>
                    <a:pt x="3209" y="2349"/>
                  </a:cubicBezTo>
                  <a:cubicBezTo>
                    <a:pt x="3237" y="2453"/>
                    <a:pt x="3311" y="2497"/>
                    <a:pt x="3387" y="2497"/>
                  </a:cubicBezTo>
                  <a:cubicBezTo>
                    <a:pt x="3503" y="2497"/>
                    <a:pt x="3623" y="2397"/>
                    <a:pt x="3602" y="2254"/>
                  </a:cubicBezTo>
                  <a:cubicBezTo>
                    <a:pt x="3542" y="1956"/>
                    <a:pt x="3518" y="1659"/>
                    <a:pt x="3518" y="1361"/>
                  </a:cubicBezTo>
                  <a:cubicBezTo>
                    <a:pt x="3518" y="1147"/>
                    <a:pt x="3578" y="909"/>
                    <a:pt x="3507" y="694"/>
                  </a:cubicBezTo>
                  <a:cubicBezTo>
                    <a:pt x="3454" y="526"/>
                    <a:pt x="3291" y="414"/>
                    <a:pt x="3114" y="414"/>
                  </a:cubicBezTo>
                  <a:cubicBezTo>
                    <a:pt x="3090" y="414"/>
                    <a:pt x="3066" y="416"/>
                    <a:pt x="3042" y="420"/>
                  </a:cubicBezTo>
                  <a:cubicBezTo>
                    <a:pt x="2840" y="480"/>
                    <a:pt x="2649" y="599"/>
                    <a:pt x="2518" y="789"/>
                  </a:cubicBezTo>
                  <a:cubicBezTo>
                    <a:pt x="2256" y="1123"/>
                    <a:pt x="2149" y="1563"/>
                    <a:pt x="1994" y="1956"/>
                  </a:cubicBezTo>
                  <a:cubicBezTo>
                    <a:pt x="1959" y="2052"/>
                    <a:pt x="1923" y="2147"/>
                    <a:pt x="1875" y="2230"/>
                  </a:cubicBezTo>
                  <a:cubicBezTo>
                    <a:pt x="1852" y="2254"/>
                    <a:pt x="1840" y="2278"/>
                    <a:pt x="1828" y="2302"/>
                  </a:cubicBezTo>
                  <a:cubicBezTo>
                    <a:pt x="1804" y="2290"/>
                    <a:pt x="1733" y="2182"/>
                    <a:pt x="1721" y="2147"/>
                  </a:cubicBezTo>
                  <a:cubicBezTo>
                    <a:pt x="1613" y="1956"/>
                    <a:pt x="1542" y="1742"/>
                    <a:pt x="1506" y="1516"/>
                  </a:cubicBezTo>
                  <a:cubicBezTo>
                    <a:pt x="1423" y="1028"/>
                    <a:pt x="1411" y="516"/>
                    <a:pt x="1161" y="75"/>
                  </a:cubicBezTo>
                  <a:cubicBezTo>
                    <a:pt x="1131" y="25"/>
                    <a:pt x="1085" y="1"/>
                    <a:pt x="10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2" name="Google Shape;2432;p53"/>
          <p:cNvSpPr/>
          <p:nvPr/>
        </p:nvSpPr>
        <p:spPr>
          <a:xfrm>
            <a:off x="1711855" y="2011389"/>
            <a:ext cx="1278990" cy="1277474"/>
          </a:xfrm>
          <a:custGeom>
            <a:avLst/>
            <a:gdLst/>
            <a:ahLst/>
            <a:cxnLst/>
            <a:rect l="l" t="t" r="r" b="b"/>
            <a:pathLst>
              <a:path w="5454" h="5448" extrusionOk="0">
                <a:moveTo>
                  <a:pt x="2720" y="0"/>
                </a:moveTo>
                <a:cubicBezTo>
                  <a:pt x="2376" y="0"/>
                  <a:pt x="2033" y="72"/>
                  <a:pt x="1715" y="215"/>
                </a:cubicBezTo>
                <a:cubicBezTo>
                  <a:pt x="763" y="870"/>
                  <a:pt x="1" y="1858"/>
                  <a:pt x="24" y="3073"/>
                </a:cubicBezTo>
                <a:cubicBezTo>
                  <a:pt x="60" y="4442"/>
                  <a:pt x="1191" y="5382"/>
                  <a:pt x="2513" y="5442"/>
                </a:cubicBezTo>
                <a:cubicBezTo>
                  <a:pt x="2573" y="5446"/>
                  <a:pt x="2633" y="5448"/>
                  <a:pt x="2693" y="5448"/>
                </a:cubicBezTo>
                <a:cubicBezTo>
                  <a:pt x="3194" y="5448"/>
                  <a:pt x="3696" y="5315"/>
                  <a:pt x="4132" y="5049"/>
                </a:cubicBezTo>
                <a:cubicBezTo>
                  <a:pt x="4680" y="4704"/>
                  <a:pt x="4989" y="4132"/>
                  <a:pt x="5132" y="3501"/>
                </a:cubicBezTo>
                <a:cubicBezTo>
                  <a:pt x="5454" y="2204"/>
                  <a:pt x="4906" y="739"/>
                  <a:pt x="3644" y="179"/>
                </a:cubicBezTo>
                <a:cubicBezTo>
                  <a:pt x="3348" y="60"/>
                  <a:pt x="3034" y="0"/>
                  <a:pt x="2720" y="0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3" name="Google Shape;2433;p53"/>
          <p:cNvSpPr/>
          <p:nvPr/>
        </p:nvSpPr>
        <p:spPr>
          <a:xfrm>
            <a:off x="4001419" y="1293484"/>
            <a:ext cx="1279045" cy="1277556"/>
          </a:xfrm>
          <a:custGeom>
            <a:avLst/>
            <a:gdLst/>
            <a:ahLst/>
            <a:cxnLst/>
            <a:rect l="l" t="t" r="r" b="b"/>
            <a:pathLst>
              <a:path w="5454" h="5448" extrusionOk="0">
                <a:moveTo>
                  <a:pt x="2720" y="0"/>
                </a:moveTo>
                <a:cubicBezTo>
                  <a:pt x="2376" y="0"/>
                  <a:pt x="2033" y="72"/>
                  <a:pt x="1715" y="215"/>
                </a:cubicBezTo>
                <a:cubicBezTo>
                  <a:pt x="763" y="870"/>
                  <a:pt x="1" y="1858"/>
                  <a:pt x="24" y="3073"/>
                </a:cubicBezTo>
                <a:cubicBezTo>
                  <a:pt x="60" y="4442"/>
                  <a:pt x="1191" y="5382"/>
                  <a:pt x="2513" y="5442"/>
                </a:cubicBezTo>
                <a:cubicBezTo>
                  <a:pt x="2573" y="5446"/>
                  <a:pt x="2633" y="5448"/>
                  <a:pt x="2693" y="5448"/>
                </a:cubicBezTo>
                <a:cubicBezTo>
                  <a:pt x="3194" y="5448"/>
                  <a:pt x="3696" y="5315"/>
                  <a:pt x="4132" y="5049"/>
                </a:cubicBezTo>
                <a:cubicBezTo>
                  <a:pt x="4680" y="4704"/>
                  <a:pt x="4989" y="4132"/>
                  <a:pt x="5132" y="3501"/>
                </a:cubicBezTo>
                <a:cubicBezTo>
                  <a:pt x="5454" y="2204"/>
                  <a:pt x="4906" y="739"/>
                  <a:pt x="3644" y="179"/>
                </a:cubicBezTo>
                <a:cubicBezTo>
                  <a:pt x="3348" y="60"/>
                  <a:pt x="3034" y="0"/>
                  <a:pt x="2720" y="0"/>
                </a:cubicBezTo>
                <a:close/>
              </a:path>
            </a:pathLst>
          </a:custGeom>
          <a:solidFill>
            <a:schemeClr val="accent4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4" name="Google Shape;2434;p53"/>
          <p:cNvSpPr/>
          <p:nvPr/>
        </p:nvSpPr>
        <p:spPr>
          <a:xfrm>
            <a:off x="6290830" y="2011375"/>
            <a:ext cx="1279018" cy="1277502"/>
          </a:xfrm>
          <a:custGeom>
            <a:avLst/>
            <a:gdLst/>
            <a:ahLst/>
            <a:cxnLst/>
            <a:rect l="l" t="t" r="r" b="b"/>
            <a:pathLst>
              <a:path w="5454" h="5448" extrusionOk="0">
                <a:moveTo>
                  <a:pt x="2720" y="0"/>
                </a:moveTo>
                <a:cubicBezTo>
                  <a:pt x="2376" y="0"/>
                  <a:pt x="2033" y="72"/>
                  <a:pt x="1715" y="215"/>
                </a:cubicBezTo>
                <a:cubicBezTo>
                  <a:pt x="763" y="870"/>
                  <a:pt x="1" y="1858"/>
                  <a:pt x="24" y="3073"/>
                </a:cubicBezTo>
                <a:cubicBezTo>
                  <a:pt x="60" y="4442"/>
                  <a:pt x="1191" y="5382"/>
                  <a:pt x="2513" y="5442"/>
                </a:cubicBezTo>
                <a:cubicBezTo>
                  <a:pt x="2573" y="5446"/>
                  <a:pt x="2633" y="5448"/>
                  <a:pt x="2693" y="5448"/>
                </a:cubicBezTo>
                <a:cubicBezTo>
                  <a:pt x="3194" y="5448"/>
                  <a:pt x="3696" y="5315"/>
                  <a:pt x="4132" y="5049"/>
                </a:cubicBezTo>
                <a:cubicBezTo>
                  <a:pt x="4680" y="4704"/>
                  <a:pt x="4989" y="4132"/>
                  <a:pt x="5132" y="3501"/>
                </a:cubicBezTo>
                <a:cubicBezTo>
                  <a:pt x="5454" y="2204"/>
                  <a:pt x="4906" y="739"/>
                  <a:pt x="3644" y="179"/>
                </a:cubicBezTo>
                <a:cubicBezTo>
                  <a:pt x="3348" y="60"/>
                  <a:pt x="3034" y="0"/>
                  <a:pt x="2720" y="0"/>
                </a:cubicBezTo>
                <a:close/>
              </a:path>
            </a:pathLst>
          </a:custGeom>
          <a:solidFill>
            <a:schemeClr val="accent6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5" name="Google Shape;2435;p53"/>
          <p:cNvSpPr txBox="1">
            <a:spLocks noGrp="1"/>
          </p:cNvSpPr>
          <p:nvPr>
            <p:ph type="title"/>
          </p:nvPr>
        </p:nvSpPr>
        <p:spPr>
          <a:xfrm>
            <a:off x="758775" y="405130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percentages</a:t>
            </a:r>
            <a:endParaRPr/>
          </a:p>
        </p:txBody>
      </p:sp>
      <p:sp>
        <p:nvSpPr>
          <p:cNvPr id="2436" name="Google Shape;2436;p53"/>
          <p:cNvSpPr txBox="1">
            <a:spLocks noGrp="1"/>
          </p:cNvSpPr>
          <p:nvPr>
            <p:ph type="title" idx="2"/>
          </p:nvPr>
        </p:nvSpPr>
        <p:spPr>
          <a:xfrm>
            <a:off x="3769291" y="2851250"/>
            <a:ext cx="1743300" cy="7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</a:t>
            </a:r>
            <a:endParaRPr/>
          </a:p>
        </p:txBody>
      </p:sp>
      <p:sp>
        <p:nvSpPr>
          <p:cNvPr id="2437" name="Google Shape;2437;p53"/>
          <p:cNvSpPr txBox="1">
            <a:spLocks noGrp="1"/>
          </p:cNvSpPr>
          <p:nvPr>
            <p:ph type="title" idx="3"/>
          </p:nvPr>
        </p:nvSpPr>
        <p:spPr>
          <a:xfrm>
            <a:off x="1479700" y="3569125"/>
            <a:ext cx="1743300" cy="7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is an extremely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hot planet</a:t>
            </a:r>
            <a:endParaRPr/>
          </a:p>
        </p:txBody>
      </p:sp>
      <p:sp>
        <p:nvSpPr>
          <p:cNvPr id="2438" name="Google Shape;2438;p53"/>
          <p:cNvSpPr txBox="1">
            <a:spLocks noGrp="1"/>
          </p:cNvSpPr>
          <p:nvPr>
            <p:ph type="title" idx="4"/>
          </p:nvPr>
        </p:nvSpPr>
        <p:spPr>
          <a:xfrm>
            <a:off x="6058688" y="3569125"/>
            <a:ext cx="1743300" cy="7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 is the only planet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rings</a:t>
            </a:r>
            <a:endParaRPr/>
          </a:p>
        </p:txBody>
      </p:sp>
      <p:sp>
        <p:nvSpPr>
          <p:cNvPr id="2439" name="Google Shape;2439;p53"/>
          <p:cNvSpPr txBox="1">
            <a:spLocks noGrp="1"/>
          </p:cNvSpPr>
          <p:nvPr>
            <p:ph type="title" idx="5"/>
          </p:nvPr>
        </p:nvSpPr>
        <p:spPr>
          <a:xfrm>
            <a:off x="1637500" y="2334526"/>
            <a:ext cx="1427700" cy="63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30%</a:t>
            </a:r>
            <a:endParaRPr/>
          </a:p>
        </p:txBody>
      </p:sp>
      <p:sp>
        <p:nvSpPr>
          <p:cNvPr id="2440" name="Google Shape;2440;p53"/>
          <p:cNvSpPr txBox="1">
            <a:spLocks noGrp="1"/>
          </p:cNvSpPr>
          <p:nvPr>
            <p:ph type="title" idx="6"/>
          </p:nvPr>
        </p:nvSpPr>
        <p:spPr>
          <a:xfrm>
            <a:off x="3927091" y="1616662"/>
            <a:ext cx="1427700" cy="63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50%</a:t>
            </a:r>
            <a:endParaRPr/>
          </a:p>
        </p:txBody>
      </p:sp>
      <p:sp>
        <p:nvSpPr>
          <p:cNvPr id="2441" name="Google Shape;2441;p53"/>
          <p:cNvSpPr txBox="1">
            <a:spLocks noGrp="1"/>
          </p:cNvSpPr>
          <p:nvPr>
            <p:ph type="title" idx="7"/>
          </p:nvPr>
        </p:nvSpPr>
        <p:spPr>
          <a:xfrm>
            <a:off x="6216488" y="2334526"/>
            <a:ext cx="1427700" cy="63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20%</a:t>
            </a:r>
            <a:endParaRPr/>
          </a:p>
        </p:txBody>
      </p:sp>
      <p:grpSp>
        <p:nvGrpSpPr>
          <p:cNvPr id="2442" name="Google Shape;2442;p53"/>
          <p:cNvGrpSpPr/>
          <p:nvPr/>
        </p:nvGrpSpPr>
        <p:grpSpPr>
          <a:xfrm rot="-1632512">
            <a:off x="917907" y="585551"/>
            <a:ext cx="632075" cy="849009"/>
            <a:chOff x="138975" y="883050"/>
            <a:chExt cx="577200" cy="775300"/>
          </a:xfrm>
        </p:grpSpPr>
        <p:sp>
          <p:nvSpPr>
            <p:cNvPr id="2443" name="Google Shape;2443;p53"/>
            <p:cNvSpPr/>
            <p:nvPr/>
          </p:nvSpPr>
          <p:spPr>
            <a:xfrm>
              <a:off x="230650" y="1222250"/>
              <a:ext cx="432225" cy="156175"/>
            </a:xfrm>
            <a:custGeom>
              <a:avLst/>
              <a:gdLst/>
              <a:ahLst/>
              <a:cxnLst/>
              <a:rect l="l" t="t" r="r" b="b"/>
              <a:pathLst>
                <a:path w="17289" h="6247" extrusionOk="0">
                  <a:moveTo>
                    <a:pt x="3006" y="0"/>
                  </a:moveTo>
                  <a:cubicBezTo>
                    <a:pt x="2973" y="0"/>
                    <a:pt x="2939" y="1"/>
                    <a:pt x="2906" y="1"/>
                  </a:cubicBezTo>
                  <a:cubicBezTo>
                    <a:pt x="2358" y="13"/>
                    <a:pt x="1823" y="96"/>
                    <a:pt x="1299" y="239"/>
                  </a:cubicBezTo>
                  <a:cubicBezTo>
                    <a:pt x="1025" y="311"/>
                    <a:pt x="775" y="394"/>
                    <a:pt x="513" y="489"/>
                  </a:cubicBezTo>
                  <a:cubicBezTo>
                    <a:pt x="346" y="549"/>
                    <a:pt x="168" y="632"/>
                    <a:pt x="1" y="703"/>
                  </a:cubicBezTo>
                  <a:cubicBezTo>
                    <a:pt x="453" y="1215"/>
                    <a:pt x="965" y="1656"/>
                    <a:pt x="1525" y="2037"/>
                  </a:cubicBezTo>
                  <a:cubicBezTo>
                    <a:pt x="2132" y="2466"/>
                    <a:pt x="2763" y="2870"/>
                    <a:pt x="3406" y="3251"/>
                  </a:cubicBezTo>
                  <a:cubicBezTo>
                    <a:pt x="5728" y="4573"/>
                    <a:pt x="8264" y="5502"/>
                    <a:pt x="10895" y="5990"/>
                  </a:cubicBezTo>
                  <a:cubicBezTo>
                    <a:pt x="11762" y="6147"/>
                    <a:pt x="12663" y="6247"/>
                    <a:pt x="13561" y="6247"/>
                  </a:cubicBezTo>
                  <a:cubicBezTo>
                    <a:pt x="14846" y="6247"/>
                    <a:pt x="16125" y="6041"/>
                    <a:pt x="17289" y="5502"/>
                  </a:cubicBezTo>
                  <a:cubicBezTo>
                    <a:pt x="16729" y="5466"/>
                    <a:pt x="16170" y="5371"/>
                    <a:pt x="15622" y="5204"/>
                  </a:cubicBezTo>
                  <a:cubicBezTo>
                    <a:pt x="14884" y="4990"/>
                    <a:pt x="14169" y="4716"/>
                    <a:pt x="13467" y="4394"/>
                  </a:cubicBezTo>
                  <a:cubicBezTo>
                    <a:pt x="11002" y="3228"/>
                    <a:pt x="8812" y="1489"/>
                    <a:pt x="6216" y="573"/>
                  </a:cubicBezTo>
                  <a:cubicBezTo>
                    <a:pt x="5188" y="191"/>
                    <a:pt x="4103" y="0"/>
                    <a:pt x="300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53"/>
            <p:cNvSpPr/>
            <p:nvPr/>
          </p:nvSpPr>
          <p:spPr>
            <a:xfrm>
              <a:off x="180050" y="1242200"/>
              <a:ext cx="500400" cy="375750"/>
            </a:xfrm>
            <a:custGeom>
              <a:avLst/>
              <a:gdLst/>
              <a:ahLst/>
              <a:cxnLst/>
              <a:rect l="l" t="t" r="r" b="b"/>
              <a:pathLst>
                <a:path w="20016" h="15030" extrusionOk="0">
                  <a:moveTo>
                    <a:pt x="1811" y="1"/>
                  </a:moveTo>
                  <a:cubicBezTo>
                    <a:pt x="1727" y="120"/>
                    <a:pt x="1632" y="251"/>
                    <a:pt x="1537" y="382"/>
                  </a:cubicBezTo>
                  <a:cubicBezTo>
                    <a:pt x="799" y="1370"/>
                    <a:pt x="394" y="2596"/>
                    <a:pt x="203" y="3811"/>
                  </a:cubicBezTo>
                  <a:cubicBezTo>
                    <a:pt x="13" y="5085"/>
                    <a:pt x="1" y="6382"/>
                    <a:pt x="179" y="7668"/>
                  </a:cubicBezTo>
                  <a:cubicBezTo>
                    <a:pt x="358" y="8954"/>
                    <a:pt x="763" y="10192"/>
                    <a:pt x="1549" y="11240"/>
                  </a:cubicBezTo>
                  <a:cubicBezTo>
                    <a:pt x="2299" y="12205"/>
                    <a:pt x="3251" y="13002"/>
                    <a:pt x="4347" y="13574"/>
                  </a:cubicBezTo>
                  <a:cubicBezTo>
                    <a:pt x="6091" y="14529"/>
                    <a:pt x="8043" y="15029"/>
                    <a:pt x="10019" y="15029"/>
                  </a:cubicBezTo>
                  <a:cubicBezTo>
                    <a:pt x="10458" y="15029"/>
                    <a:pt x="10897" y="15005"/>
                    <a:pt x="11336" y="14955"/>
                  </a:cubicBezTo>
                  <a:cubicBezTo>
                    <a:pt x="12514" y="14824"/>
                    <a:pt x="13657" y="14467"/>
                    <a:pt x="14705" y="13895"/>
                  </a:cubicBezTo>
                  <a:cubicBezTo>
                    <a:pt x="15777" y="13288"/>
                    <a:pt x="16717" y="12478"/>
                    <a:pt x="17467" y="11514"/>
                  </a:cubicBezTo>
                  <a:cubicBezTo>
                    <a:pt x="18610" y="10038"/>
                    <a:pt x="19420" y="8335"/>
                    <a:pt x="19861" y="6513"/>
                  </a:cubicBezTo>
                  <a:cubicBezTo>
                    <a:pt x="19991" y="6001"/>
                    <a:pt x="20015" y="5466"/>
                    <a:pt x="19908" y="4942"/>
                  </a:cubicBezTo>
                  <a:lnTo>
                    <a:pt x="19908" y="4942"/>
                  </a:lnTo>
                  <a:cubicBezTo>
                    <a:pt x="18706" y="5525"/>
                    <a:pt x="17384" y="5847"/>
                    <a:pt x="16051" y="5859"/>
                  </a:cubicBezTo>
                  <a:cubicBezTo>
                    <a:pt x="15950" y="5861"/>
                    <a:pt x="15850" y="5862"/>
                    <a:pt x="15750" y="5862"/>
                  </a:cubicBezTo>
                  <a:cubicBezTo>
                    <a:pt x="14648" y="5862"/>
                    <a:pt x="13547" y="5742"/>
                    <a:pt x="12467" y="5501"/>
                  </a:cubicBezTo>
                  <a:cubicBezTo>
                    <a:pt x="11109" y="5228"/>
                    <a:pt x="9788" y="4823"/>
                    <a:pt x="8490" y="4323"/>
                  </a:cubicBezTo>
                  <a:cubicBezTo>
                    <a:pt x="7204" y="3823"/>
                    <a:pt x="5966" y="3215"/>
                    <a:pt x="4787" y="2501"/>
                  </a:cubicBezTo>
                  <a:cubicBezTo>
                    <a:pt x="4204" y="2144"/>
                    <a:pt x="3632" y="1763"/>
                    <a:pt x="3097" y="1346"/>
                  </a:cubicBezTo>
                  <a:cubicBezTo>
                    <a:pt x="2585" y="977"/>
                    <a:pt x="2156" y="525"/>
                    <a:pt x="1811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53"/>
            <p:cNvSpPr/>
            <p:nvPr/>
          </p:nvSpPr>
          <p:spPr>
            <a:xfrm>
              <a:off x="147625" y="890975"/>
              <a:ext cx="560800" cy="754600"/>
            </a:xfrm>
            <a:custGeom>
              <a:avLst/>
              <a:gdLst/>
              <a:ahLst/>
              <a:cxnLst/>
              <a:rect l="l" t="t" r="r" b="b"/>
              <a:pathLst>
                <a:path w="22432" h="30184" extrusionOk="0">
                  <a:moveTo>
                    <a:pt x="13641" y="663"/>
                  </a:moveTo>
                  <a:cubicBezTo>
                    <a:pt x="13713" y="663"/>
                    <a:pt x="13783" y="665"/>
                    <a:pt x="13847" y="667"/>
                  </a:cubicBezTo>
                  <a:cubicBezTo>
                    <a:pt x="14300" y="691"/>
                    <a:pt x="14728" y="786"/>
                    <a:pt x="15133" y="965"/>
                  </a:cubicBezTo>
                  <a:cubicBezTo>
                    <a:pt x="15200" y="987"/>
                    <a:pt x="15162" y="1073"/>
                    <a:pt x="15108" y="1073"/>
                  </a:cubicBezTo>
                  <a:cubicBezTo>
                    <a:pt x="15104" y="1073"/>
                    <a:pt x="15101" y="1073"/>
                    <a:pt x="15097" y="1072"/>
                  </a:cubicBezTo>
                  <a:cubicBezTo>
                    <a:pt x="14741" y="970"/>
                    <a:pt x="14377" y="912"/>
                    <a:pt x="14018" y="912"/>
                  </a:cubicBezTo>
                  <a:cubicBezTo>
                    <a:pt x="13957" y="912"/>
                    <a:pt x="13896" y="914"/>
                    <a:pt x="13835" y="917"/>
                  </a:cubicBezTo>
                  <a:cubicBezTo>
                    <a:pt x="13621" y="929"/>
                    <a:pt x="13418" y="953"/>
                    <a:pt x="13216" y="1012"/>
                  </a:cubicBezTo>
                  <a:cubicBezTo>
                    <a:pt x="13097" y="1036"/>
                    <a:pt x="12871" y="1108"/>
                    <a:pt x="12871" y="1251"/>
                  </a:cubicBezTo>
                  <a:cubicBezTo>
                    <a:pt x="12859" y="1393"/>
                    <a:pt x="13049" y="1501"/>
                    <a:pt x="13157" y="1572"/>
                  </a:cubicBezTo>
                  <a:cubicBezTo>
                    <a:pt x="13299" y="1655"/>
                    <a:pt x="13454" y="1727"/>
                    <a:pt x="13597" y="1798"/>
                  </a:cubicBezTo>
                  <a:cubicBezTo>
                    <a:pt x="13954" y="1941"/>
                    <a:pt x="14311" y="2060"/>
                    <a:pt x="14681" y="2155"/>
                  </a:cubicBezTo>
                  <a:cubicBezTo>
                    <a:pt x="15454" y="2358"/>
                    <a:pt x="16228" y="2501"/>
                    <a:pt x="17014" y="2632"/>
                  </a:cubicBezTo>
                  <a:cubicBezTo>
                    <a:pt x="17407" y="2703"/>
                    <a:pt x="17812" y="2763"/>
                    <a:pt x="18217" y="2810"/>
                  </a:cubicBezTo>
                  <a:cubicBezTo>
                    <a:pt x="18283" y="2819"/>
                    <a:pt x="18395" y="2835"/>
                    <a:pt x="18507" y="2835"/>
                  </a:cubicBezTo>
                  <a:cubicBezTo>
                    <a:pt x="18695" y="2835"/>
                    <a:pt x="18881" y="2790"/>
                    <a:pt x="18836" y="2596"/>
                  </a:cubicBezTo>
                  <a:cubicBezTo>
                    <a:pt x="18764" y="2286"/>
                    <a:pt x="18395" y="2048"/>
                    <a:pt x="18133" y="1917"/>
                  </a:cubicBezTo>
                  <a:cubicBezTo>
                    <a:pt x="17812" y="1763"/>
                    <a:pt x="17478" y="1643"/>
                    <a:pt x="17145" y="1548"/>
                  </a:cubicBezTo>
                  <a:cubicBezTo>
                    <a:pt x="17033" y="1515"/>
                    <a:pt x="17068" y="1356"/>
                    <a:pt x="17171" y="1356"/>
                  </a:cubicBezTo>
                  <a:cubicBezTo>
                    <a:pt x="17178" y="1356"/>
                    <a:pt x="17185" y="1356"/>
                    <a:pt x="17193" y="1358"/>
                  </a:cubicBezTo>
                  <a:cubicBezTo>
                    <a:pt x="17657" y="1453"/>
                    <a:pt x="18098" y="1632"/>
                    <a:pt x="18514" y="1870"/>
                  </a:cubicBezTo>
                  <a:cubicBezTo>
                    <a:pt x="18812" y="2060"/>
                    <a:pt x="19253" y="2405"/>
                    <a:pt x="19122" y="2822"/>
                  </a:cubicBezTo>
                  <a:cubicBezTo>
                    <a:pt x="19010" y="3158"/>
                    <a:pt x="18655" y="3252"/>
                    <a:pt x="18346" y="3252"/>
                  </a:cubicBezTo>
                  <a:cubicBezTo>
                    <a:pt x="18326" y="3252"/>
                    <a:pt x="18307" y="3251"/>
                    <a:pt x="18288" y="3251"/>
                  </a:cubicBezTo>
                  <a:cubicBezTo>
                    <a:pt x="17800" y="3239"/>
                    <a:pt x="17312" y="3191"/>
                    <a:pt x="16836" y="3120"/>
                  </a:cubicBezTo>
                  <a:cubicBezTo>
                    <a:pt x="15859" y="2977"/>
                    <a:pt x="14895" y="2751"/>
                    <a:pt x="13966" y="2417"/>
                  </a:cubicBezTo>
                  <a:cubicBezTo>
                    <a:pt x="13549" y="2286"/>
                    <a:pt x="13145" y="2072"/>
                    <a:pt x="12799" y="1798"/>
                  </a:cubicBezTo>
                  <a:cubicBezTo>
                    <a:pt x="12525" y="1560"/>
                    <a:pt x="12383" y="1143"/>
                    <a:pt x="12716" y="881"/>
                  </a:cubicBezTo>
                  <a:cubicBezTo>
                    <a:pt x="12958" y="697"/>
                    <a:pt x="13326" y="663"/>
                    <a:pt x="13641" y="663"/>
                  </a:cubicBezTo>
                  <a:close/>
                  <a:moveTo>
                    <a:pt x="6501" y="12871"/>
                  </a:moveTo>
                  <a:cubicBezTo>
                    <a:pt x="9096" y="12883"/>
                    <a:pt x="11418" y="14121"/>
                    <a:pt x="13597" y="15407"/>
                  </a:cubicBezTo>
                  <a:cubicBezTo>
                    <a:pt x="14800" y="16110"/>
                    <a:pt x="15978" y="16824"/>
                    <a:pt x="17240" y="17395"/>
                  </a:cubicBezTo>
                  <a:cubicBezTo>
                    <a:pt x="17883" y="17681"/>
                    <a:pt x="18550" y="17919"/>
                    <a:pt x="19229" y="18110"/>
                  </a:cubicBezTo>
                  <a:cubicBezTo>
                    <a:pt x="19884" y="18265"/>
                    <a:pt x="20562" y="18384"/>
                    <a:pt x="21241" y="18455"/>
                  </a:cubicBezTo>
                  <a:cubicBezTo>
                    <a:pt x="21277" y="18455"/>
                    <a:pt x="21312" y="18479"/>
                    <a:pt x="21336" y="18503"/>
                  </a:cubicBezTo>
                  <a:cubicBezTo>
                    <a:pt x="21396" y="18515"/>
                    <a:pt x="21455" y="18562"/>
                    <a:pt x="21479" y="18622"/>
                  </a:cubicBezTo>
                  <a:cubicBezTo>
                    <a:pt x="21610" y="18919"/>
                    <a:pt x="21669" y="19229"/>
                    <a:pt x="21681" y="19550"/>
                  </a:cubicBezTo>
                  <a:cubicBezTo>
                    <a:pt x="21681" y="20217"/>
                    <a:pt x="21574" y="20872"/>
                    <a:pt x="21360" y="21491"/>
                  </a:cubicBezTo>
                  <a:cubicBezTo>
                    <a:pt x="21169" y="22110"/>
                    <a:pt x="20931" y="22717"/>
                    <a:pt x="20657" y="23313"/>
                  </a:cubicBezTo>
                  <a:cubicBezTo>
                    <a:pt x="20122" y="24480"/>
                    <a:pt x="19395" y="25563"/>
                    <a:pt x="18526" y="26504"/>
                  </a:cubicBezTo>
                  <a:cubicBezTo>
                    <a:pt x="17645" y="27444"/>
                    <a:pt x="16597" y="28182"/>
                    <a:pt x="15419" y="28694"/>
                  </a:cubicBezTo>
                  <a:cubicBezTo>
                    <a:pt x="14264" y="29183"/>
                    <a:pt x="13037" y="29444"/>
                    <a:pt x="11787" y="29480"/>
                  </a:cubicBezTo>
                  <a:cubicBezTo>
                    <a:pt x="11654" y="29485"/>
                    <a:pt x="11520" y="29487"/>
                    <a:pt x="11387" y="29487"/>
                  </a:cubicBezTo>
                  <a:cubicBezTo>
                    <a:pt x="8977" y="29487"/>
                    <a:pt x="6616" y="28776"/>
                    <a:pt x="4608" y="27444"/>
                  </a:cubicBezTo>
                  <a:cubicBezTo>
                    <a:pt x="3548" y="26742"/>
                    <a:pt x="2655" y="25801"/>
                    <a:pt x="2024" y="24706"/>
                  </a:cubicBezTo>
                  <a:cubicBezTo>
                    <a:pt x="1357" y="23491"/>
                    <a:pt x="1107" y="22098"/>
                    <a:pt x="1048" y="20729"/>
                  </a:cubicBezTo>
                  <a:cubicBezTo>
                    <a:pt x="965" y="19419"/>
                    <a:pt x="1084" y="18098"/>
                    <a:pt x="1417" y="16812"/>
                  </a:cubicBezTo>
                  <a:cubicBezTo>
                    <a:pt x="1584" y="16193"/>
                    <a:pt x="1822" y="15598"/>
                    <a:pt x="2143" y="15050"/>
                  </a:cubicBezTo>
                  <a:cubicBezTo>
                    <a:pt x="2310" y="14776"/>
                    <a:pt x="2489" y="14514"/>
                    <a:pt x="2691" y="14264"/>
                  </a:cubicBezTo>
                  <a:cubicBezTo>
                    <a:pt x="2786" y="14157"/>
                    <a:pt x="2893" y="14050"/>
                    <a:pt x="3000" y="13954"/>
                  </a:cubicBezTo>
                  <a:cubicBezTo>
                    <a:pt x="3012" y="13943"/>
                    <a:pt x="3012" y="13931"/>
                    <a:pt x="3024" y="13931"/>
                  </a:cubicBezTo>
                  <a:cubicBezTo>
                    <a:pt x="3417" y="13490"/>
                    <a:pt x="4096" y="13240"/>
                    <a:pt x="4655" y="13097"/>
                  </a:cubicBezTo>
                  <a:cubicBezTo>
                    <a:pt x="5263" y="12942"/>
                    <a:pt x="5870" y="12871"/>
                    <a:pt x="6501" y="12871"/>
                  </a:cubicBezTo>
                  <a:close/>
                  <a:moveTo>
                    <a:pt x="13287" y="0"/>
                  </a:moveTo>
                  <a:cubicBezTo>
                    <a:pt x="12371" y="0"/>
                    <a:pt x="11144" y="131"/>
                    <a:pt x="10799" y="1143"/>
                  </a:cubicBezTo>
                  <a:cubicBezTo>
                    <a:pt x="10632" y="1620"/>
                    <a:pt x="10882" y="2048"/>
                    <a:pt x="11228" y="2382"/>
                  </a:cubicBezTo>
                  <a:cubicBezTo>
                    <a:pt x="11644" y="2751"/>
                    <a:pt x="12097" y="3060"/>
                    <a:pt x="12597" y="3287"/>
                  </a:cubicBezTo>
                  <a:cubicBezTo>
                    <a:pt x="12732" y="3359"/>
                    <a:pt x="12649" y="3524"/>
                    <a:pt x="12530" y="3524"/>
                  </a:cubicBezTo>
                  <a:cubicBezTo>
                    <a:pt x="12513" y="3524"/>
                    <a:pt x="12496" y="3520"/>
                    <a:pt x="12478" y="3513"/>
                  </a:cubicBezTo>
                  <a:cubicBezTo>
                    <a:pt x="12121" y="3394"/>
                    <a:pt x="11787" y="3251"/>
                    <a:pt x="11454" y="3084"/>
                  </a:cubicBezTo>
                  <a:lnTo>
                    <a:pt x="11299" y="2989"/>
                  </a:lnTo>
                  <a:cubicBezTo>
                    <a:pt x="11180" y="3632"/>
                    <a:pt x="11061" y="4275"/>
                    <a:pt x="10942" y="4930"/>
                  </a:cubicBezTo>
                  <a:cubicBezTo>
                    <a:pt x="10799" y="5644"/>
                    <a:pt x="10668" y="6370"/>
                    <a:pt x="10525" y="7096"/>
                  </a:cubicBezTo>
                  <a:cubicBezTo>
                    <a:pt x="10442" y="7442"/>
                    <a:pt x="10394" y="7799"/>
                    <a:pt x="10299" y="8132"/>
                  </a:cubicBezTo>
                  <a:cubicBezTo>
                    <a:pt x="10216" y="8430"/>
                    <a:pt x="10013" y="8680"/>
                    <a:pt x="9739" y="8811"/>
                  </a:cubicBezTo>
                  <a:cubicBezTo>
                    <a:pt x="9489" y="8930"/>
                    <a:pt x="9227" y="9013"/>
                    <a:pt x="8954" y="9073"/>
                  </a:cubicBezTo>
                  <a:cubicBezTo>
                    <a:pt x="8692" y="9144"/>
                    <a:pt x="8418" y="9228"/>
                    <a:pt x="8156" y="9323"/>
                  </a:cubicBezTo>
                  <a:cubicBezTo>
                    <a:pt x="7644" y="9502"/>
                    <a:pt x="7132" y="9716"/>
                    <a:pt x="6632" y="9954"/>
                  </a:cubicBezTo>
                  <a:cubicBezTo>
                    <a:pt x="4620" y="10930"/>
                    <a:pt x="2929" y="12442"/>
                    <a:pt x="1727" y="14335"/>
                  </a:cubicBezTo>
                  <a:cubicBezTo>
                    <a:pt x="548" y="16240"/>
                    <a:pt x="0" y="18467"/>
                    <a:pt x="179" y="20693"/>
                  </a:cubicBezTo>
                  <a:cubicBezTo>
                    <a:pt x="333" y="22932"/>
                    <a:pt x="1274" y="25039"/>
                    <a:pt x="2834" y="26647"/>
                  </a:cubicBezTo>
                  <a:cubicBezTo>
                    <a:pt x="4441" y="28278"/>
                    <a:pt x="6596" y="29302"/>
                    <a:pt x="8823" y="29802"/>
                  </a:cubicBezTo>
                  <a:cubicBezTo>
                    <a:pt x="9929" y="30053"/>
                    <a:pt x="11069" y="30183"/>
                    <a:pt x="12199" y="30183"/>
                  </a:cubicBezTo>
                  <a:cubicBezTo>
                    <a:pt x="12248" y="30183"/>
                    <a:pt x="12298" y="30183"/>
                    <a:pt x="12347" y="30183"/>
                  </a:cubicBezTo>
                  <a:cubicBezTo>
                    <a:pt x="12381" y="30183"/>
                    <a:pt x="12415" y="30183"/>
                    <a:pt x="12448" y="30183"/>
                  </a:cubicBezTo>
                  <a:cubicBezTo>
                    <a:pt x="13699" y="30183"/>
                    <a:pt x="14926" y="29969"/>
                    <a:pt x="16097" y="29540"/>
                  </a:cubicBezTo>
                  <a:cubicBezTo>
                    <a:pt x="18193" y="28742"/>
                    <a:pt x="19919" y="27099"/>
                    <a:pt x="20967" y="25134"/>
                  </a:cubicBezTo>
                  <a:cubicBezTo>
                    <a:pt x="22134" y="22979"/>
                    <a:pt x="22431" y="20420"/>
                    <a:pt x="22027" y="18015"/>
                  </a:cubicBezTo>
                  <a:cubicBezTo>
                    <a:pt x="21824" y="16812"/>
                    <a:pt x="21443" y="15657"/>
                    <a:pt x="20907" y="14562"/>
                  </a:cubicBezTo>
                  <a:cubicBezTo>
                    <a:pt x="20396" y="13562"/>
                    <a:pt x="19717" y="12633"/>
                    <a:pt x="18824" y="11942"/>
                  </a:cubicBezTo>
                  <a:cubicBezTo>
                    <a:pt x="18598" y="11776"/>
                    <a:pt x="18360" y="11621"/>
                    <a:pt x="18110" y="11490"/>
                  </a:cubicBezTo>
                  <a:cubicBezTo>
                    <a:pt x="17848" y="11347"/>
                    <a:pt x="17574" y="11216"/>
                    <a:pt x="17455" y="10918"/>
                  </a:cubicBezTo>
                  <a:cubicBezTo>
                    <a:pt x="17336" y="10645"/>
                    <a:pt x="17407" y="10347"/>
                    <a:pt x="17478" y="10085"/>
                  </a:cubicBezTo>
                  <a:cubicBezTo>
                    <a:pt x="17574" y="9740"/>
                    <a:pt x="17669" y="9394"/>
                    <a:pt x="17764" y="9061"/>
                  </a:cubicBezTo>
                  <a:cubicBezTo>
                    <a:pt x="18169" y="7632"/>
                    <a:pt x="18574" y="6227"/>
                    <a:pt x="18967" y="4810"/>
                  </a:cubicBezTo>
                  <a:lnTo>
                    <a:pt x="18967" y="4810"/>
                  </a:lnTo>
                  <a:cubicBezTo>
                    <a:pt x="18847" y="4822"/>
                    <a:pt x="18726" y="4828"/>
                    <a:pt x="18606" y="4828"/>
                  </a:cubicBezTo>
                  <a:cubicBezTo>
                    <a:pt x="18105" y="4828"/>
                    <a:pt x="17606" y="4729"/>
                    <a:pt x="17145" y="4537"/>
                  </a:cubicBezTo>
                  <a:cubicBezTo>
                    <a:pt x="17034" y="4481"/>
                    <a:pt x="17099" y="4344"/>
                    <a:pt x="17194" y="4344"/>
                  </a:cubicBezTo>
                  <a:cubicBezTo>
                    <a:pt x="17202" y="4344"/>
                    <a:pt x="17209" y="4344"/>
                    <a:pt x="17217" y="4346"/>
                  </a:cubicBezTo>
                  <a:cubicBezTo>
                    <a:pt x="17600" y="4420"/>
                    <a:pt x="18012" y="4473"/>
                    <a:pt x="18422" y="4473"/>
                  </a:cubicBezTo>
                  <a:cubicBezTo>
                    <a:pt x="18940" y="4473"/>
                    <a:pt x="19455" y="4388"/>
                    <a:pt x="19907" y="4156"/>
                  </a:cubicBezTo>
                  <a:cubicBezTo>
                    <a:pt x="20205" y="4025"/>
                    <a:pt x="20443" y="3775"/>
                    <a:pt x="20574" y="3477"/>
                  </a:cubicBezTo>
                  <a:cubicBezTo>
                    <a:pt x="20657" y="3144"/>
                    <a:pt x="20598" y="2786"/>
                    <a:pt x="20384" y="2513"/>
                  </a:cubicBezTo>
                  <a:cubicBezTo>
                    <a:pt x="20145" y="2203"/>
                    <a:pt x="19836" y="1953"/>
                    <a:pt x="19467" y="1798"/>
                  </a:cubicBezTo>
                  <a:cubicBezTo>
                    <a:pt x="19098" y="1596"/>
                    <a:pt x="18705" y="1417"/>
                    <a:pt x="18312" y="1262"/>
                  </a:cubicBezTo>
                  <a:cubicBezTo>
                    <a:pt x="16883" y="691"/>
                    <a:pt x="15395" y="262"/>
                    <a:pt x="13871" y="12"/>
                  </a:cubicBezTo>
                  <a:cubicBezTo>
                    <a:pt x="13668" y="0"/>
                    <a:pt x="13478" y="0"/>
                    <a:pt x="132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53"/>
            <p:cNvSpPr/>
            <p:nvPr/>
          </p:nvSpPr>
          <p:spPr>
            <a:xfrm>
              <a:off x="138975" y="885625"/>
              <a:ext cx="577200" cy="772725"/>
            </a:xfrm>
            <a:custGeom>
              <a:avLst/>
              <a:gdLst/>
              <a:ahLst/>
              <a:cxnLst/>
              <a:rect l="l" t="t" r="r" b="b"/>
              <a:pathLst>
                <a:path w="23088" h="30909" extrusionOk="0">
                  <a:moveTo>
                    <a:pt x="14241" y="0"/>
                  </a:moveTo>
                  <a:lnTo>
                    <a:pt x="14205" y="214"/>
                  </a:lnTo>
                  <a:cubicBezTo>
                    <a:pt x="15729" y="476"/>
                    <a:pt x="17229" y="893"/>
                    <a:pt x="18658" y="1476"/>
                  </a:cubicBezTo>
                  <a:cubicBezTo>
                    <a:pt x="19051" y="1631"/>
                    <a:pt x="19444" y="1810"/>
                    <a:pt x="19813" y="2012"/>
                  </a:cubicBezTo>
                  <a:cubicBezTo>
                    <a:pt x="20182" y="2167"/>
                    <a:pt x="20491" y="2417"/>
                    <a:pt x="20730" y="2727"/>
                  </a:cubicBezTo>
                  <a:cubicBezTo>
                    <a:pt x="20944" y="3000"/>
                    <a:pt x="21003" y="3358"/>
                    <a:pt x="20920" y="3691"/>
                  </a:cubicBezTo>
                  <a:cubicBezTo>
                    <a:pt x="20789" y="3989"/>
                    <a:pt x="20551" y="4239"/>
                    <a:pt x="20253" y="4370"/>
                  </a:cubicBezTo>
                  <a:cubicBezTo>
                    <a:pt x="19801" y="4602"/>
                    <a:pt x="19286" y="4687"/>
                    <a:pt x="18768" y="4687"/>
                  </a:cubicBezTo>
                  <a:cubicBezTo>
                    <a:pt x="18358" y="4687"/>
                    <a:pt x="17946" y="4634"/>
                    <a:pt x="17563" y="4560"/>
                  </a:cubicBezTo>
                  <a:cubicBezTo>
                    <a:pt x="17555" y="4558"/>
                    <a:pt x="17548" y="4558"/>
                    <a:pt x="17540" y="4558"/>
                  </a:cubicBezTo>
                  <a:cubicBezTo>
                    <a:pt x="17445" y="4558"/>
                    <a:pt x="17380" y="4695"/>
                    <a:pt x="17491" y="4751"/>
                  </a:cubicBezTo>
                  <a:cubicBezTo>
                    <a:pt x="17952" y="4943"/>
                    <a:pt x="18451" y="5042"/>
                    <a:pt x="18952" y="5042"/>
                  </a:cubicBezTo>
                  <a:cubicBezTo>
                    <a:pt x="19072" y="5042"/>
                    <a:pt x="19193" y="5036"/>
                    <a:pt x="19313" y="5024"/>
                  </a:cubicBezTo>
                  <a:lnTo>
                    <a:pt x="19313" y="5024"/>
                  </a:lnTo>
                  <a:cubicBezTo>
                    <a:pt x="18920" y="6441"/>
                    <a:pt x="18515" y="7858"/>
                    <a:pt x="18110" y="9275"/>
                  </a:cubicBezTo>
                  <a:cubicBezTo>
                    <a:pt x="18027" y="9608"/>
                    <a:pt x="17920" y="9954"/>
                    <a:pt x="17824" y="10287"/>
                  </a:cubicBezTo>
                  <a:cubicBezTo>
                    <a:pt x="17753" y="10561"/>
                    <a:pt x="17694" y="10859"/>
                    <a:pt x="17801" y="11132"/>
                  </a:cubicBezTo>
                  <a:cubicBezTo>
                    <a:pt x="17920" y="11430"/>
                    <a:pt x="18194" y="11549"/>
                    <a:pt x="18456" y="11704"/>
                  </a:cubicBezTo>
                  <a:cubicBezTo>
                    <a:pt x="18706" y="11835"/>
                    <a:pt x="18944" y="11990"/>
                    <a:pt x="19170" y="12156"/>
                  </a:cubicBezTo>
                  <a:cubicBezTo>
                    <a:pt x="20063" y="12847"/>
                    <a:pt x="20742" y="13776"/>
                    <a:pt x="21253" y="14776"/>
                  </a:cubicBezTo>
                  <a:cubicBezTo>
                    <a:pt x="21801" y="15859"/>
                    <a:pt x="22170" y="17026"/>
                    <a:pt x="22373" y="18229"/>
                  </a:cubicBezTo>
                  <a:cubicBezTo>
                    <a:pt x="22777" y="20622"/>
                    <a:pt x="22480" y="23181"/>
                    <a:pt x="21313" y="25348"/>
                  </a:cubicBezTo>
                  <a:cubicBezTo>
                    <a:pt x="20265" y="27313"/>
                    <a:pt x="18539" y="28956"/>
                    <a:pt x="16443" y="29754"/>
                  </a:cubicBezTo>
                  <a:cubicBezTo>
                    <a:pt x="15271" y="30172"/>
                    <a:pt x="14042" y="30397"/>
                    <a:pt x="12789" y="30397"/>
                  </a:cubicBezTo>
                  <a:cubicBezTo>
                    <a:pt x="12757" y="30397"/>
                    <a:pt x="12725" y="30397"/>
                    <a:pt x="12693" y="30397"/>
                  </a:cubicBezTo>
                  <a:cubicBezTo>
                    <a:pt x="12644" y="30397"/>
                    <a:pt x="12594" y="30397"/>
                    <a:pt x="12545" y="30397"/>
                  </a:cubicBezTo>
                  <a:cubicBezTo>
                    <a:pt x="11415" y="30397"/>
                    <a:pt x="10275" y="30267"/>
                    <a:pt x="9169" y="30016"/>
                  </a:cubicBezTo>
                  <a:cubicBezTo>
                    <a:pt x="6942" y="29516"/>
                    <a:pt x="4787" y="28492"/>
                    <a:pt x="3180" y="26861"/>
                  </a:cubicBezTo>
                  <a:cubicBezTo>
                    <a:pt x="1620" y="25241"/>
                    <a:pt x="679" y="23134"/>
                    <a:pt x="525" y="20907"/>
                  </a:cubicBezTo>
                  <a:cubicBezTo>
                    <a:pt x="394" y="19169"/>
                    <a:pt x="691" y="17431"/>
                    <a:pt x="1394" y="15847"/>
                  </a:cubicBezTo>
                  <a:lnTo>
                    <a:pt x="1049" y="15704"/>
                  </a:lnTo>
                  <a:cubicBezTo>
                    <a:pt x="513" y="16919"/>
                    <a:pt x="203" y="18217"/>
                    <a:pt x="120" y="19550"/>
                  </a:cubicBezTo>
                  <a:cubicBezTo>
                    <a:pt x="1" y="21788"/>
                    <a:pt x="572" y="24098"/>
                    <a:pt x="1870" y="25944"/>
                  </a:cubicBezTo>
                  <a:cubicBezTo>
                    <a:pt x="3216" y="27873"/>
                    <a:pt x="5240" y="29218"/>
                    <a:pt x="7430" y="30004"/>
                  </a:cubicBezTo>
                  <a:cubicBezTo>
                    <a:pt x="8538" y="30409"/>
                    <a:pt x="9693" y="30671"/>
                    <a:pt x="10859" y="30801"/>
                  </a:cubicBezTo>
                  <a:cubicBezTo>
                    <a:pt x="11447" y="30872"/>
                    <a:pt x="12037" y="30908"/>
                    <a:pt x="12627" y="30908"/>
                  </a:cubicBezTo>
                  <a:cubicBezTo>
                    <a:pt x="13328" y="30908"/>
                    <a:pt x="14030" y="30857"/>
                    <a:pt x="14729" y="30754"/>
                  </a:cubicBezTo>
                  <a:cubicBezTo>
                    <a:pt x="17086" y="30361"/>
                    <a:pt x="19218" y="29111"/>
                    <a:pt x="20706" y="27230"/>
                  </a:cubicBezTo>
                  <a:cubicBezTo>
                    <a:pt x="22230" y="25289"/>
                    <a:pt x="23063" y="22884"/>
                    <a:pt x="23075" y="20407"/>
                  </a:cubicBezTo>
                  <a:cubicBezTo>
                    <a:pt x="23087" y="19133"/>
                    <a:pt x="22908" y="17848"/>
                    <a:pt x="22539" y="16621"/>
                  </a:cubicBezTo>
                  <a:cubicBezTo>
                    <a:pt x="22218" y="15454"/>
                    <a:pt x="21706" y="14347"/>
                    <a:pt x="21027" y="13359"/>
                  </a:cubicBezTo>
                  <a:cubicBezTo>
                    <a:pt x="20682" y="12871"/>
                    <a:pt x="20301" y="12430"/>
                    <a:pt x="19860" y="12037"/>
                  </a:cubicBezTo>
                  <a:cubicBezTo>
                    <a:pt x="19646" y="11847"/>
                    <a:pt x="19420" y="11680"/>
                    <a:pt x="19182" y="11513"/>
                  </a:cubicBezTo>
                  <a:cubicBezTo>
                    <a:pt x="18932" y="11359"/>
                    <a:pt x="18658" y="11240"/>
                    <a:pt x="18420" y="11085"/>
                  </a:cubicBezTo>
                  <a:cubicBezTo>
                    <a:pt x="18194" y="10930"/>
                    <a:pt x="18253" y="10680"/>
                    <a:pt x="18325" y="10442"/>
                  </a:cubicBezTo>
                  <a:cubicBezTo>
                    <a:pt x="18420" y="10097"/>
                    <a:pt x="18515" y="9751"/>
                    <a:pt x="18610" y="9394"/>
                  </a:cubicBezTo>
                  <a:lnTo>
                    <a:pt x="19206" y="7227"/>
                  </a:lnTo>
                  <a:cubicBezTo>
                    <a:pt x="19396" y="6525"/>
                    <a:pt x="19587" y="5822"/>
                    <a:pt x="19789" y="5132"/>
                  </a:cubicBezTo>
                  <a:cubicBezTo>
                    <a:pt x="19813" y="5060"/>
                    <a:pt x="19801" y="5001"/>
                    <a:pt x="19765" y="4953"/>
                  </a:cubicBezTo>
                  <a:cubicBezTo>
                    <a:pt x="19884" y="4917"/>
                    <a:pt x="19991" y="4894"/>
                    <a:pt x="20110" y="4858"/>
                  </a:cubicBezTo>
                  <a:cubicBezTo>
                    <a:pt x="20872" y="4608"/>
                    <a:pt x="21527" y="4001"/>
                    <a:pt x="21361" y="3131"/>
                  </a:cubicBezTo>
                  <a:cubicBezTo>
                    <a:pt x="21194" y="2238"/>
                    <a:pt x="20337" y="1762"/>
                    <a:pt x="19587" y="1405"/>
                  </a:cubicBezTo>
                  <a:cubicBezTo>
                    <a:pt x="18682" y="976"/>
                    <a:pt x="17741" y="643"/>
                    <a:pt x="16777" y="405"/>
                  </a:cubicBezTo>
                  <a:cubicBezTo>
                    <a:pt x="16074" y="226"/>
                    <a:pt x="15348" y="119"/>
                    <a:pt x="14634" y="60"/>
                  </a:cubicBezTo>
                  <a:cubicBezTo>
                    <a:pt x="14503" y="48"/>
                    <a:pt x="14372" y="24"/>
                    <a:pt x="142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53"/>
            <p:cNvSpPr/>
            <p:nvPr/>
          </p:nvSpPr>
          <p:spPr>
            <a:xfrm>
              <a:off x="456575" y="907650"/>
              <a:ext cx="172075" cy="64400"/>
            </a:xfrm>
            <a:custGeom>
              <a:avLst/>
              <a:gdLst/>
              <a:ahLst/>
              <a:cxnLst/>
              <a:rect l="l" t="t" r="r" b="b"/>
              <a:pathLst>
                <a:path w="6883" h="2576" extrusionOk="0">
                  <a:moveTo>
                    <a:pt x="1378" y="0"/>
                  </a:moveTo>
                  <a:cubicBezTo>
                    <a:pt x="1036" y="0"/>
                    <a:pt x="614" y="10"/>
                    <a:pt x="346" y="203"/>
                  </a:cubicBezTo>
                  <a:cubicBezTo>
                    <a:pt x="1" y="464"/>
                    <a:pt x="156" y="881"/>
                    <a:pt x="429" y="1119"/>
                  </a:cubicBezTo>
                  <a:cubicBezTo>
                    <a:pt x="775" y="1405"/>
                    <a:pt x="1168" y="1607"/>
                    <a:pt x="1596" y="1738"/>
                  </a:cubicBezTo>
                  <a:cubicBezTo>
                    <a:pt x="2525" y="2072"/>
                    <a:pt x="3477" y="2310"/>
                    <a:pt x="4454" y="2441"/>
                  </a:cubicBezTo>
                  <a:cubicBezTo>
                    <a:pt x="4942" y="2512"/>
                    <a:pt x="5430" y="2560"/>
                    <a:pt x="5918" y="2572"/>
                  </a:cubicBezTo>
                  <a:cubicBezTo>
                    <a:pt x="5949" y="2574"/>
                    <a:pt x="5980" y="2575"/>
                    <a:pt x="6011" y="2575"/>
                  </a:cubicBezTo>
                  <a:cubicBezTo>
                    <a:pt x="6314" y="2575"/>
                    <a:pt x="6655" y="2467"/>
                    <a:pt x="6752" y="2143"/>
                  </a:cubicBezTo>
                  <a:cubicBezTo>
                    <a:pt x="6883" y="1738"/>
                    <a:pt x="6442" y="1381"/>
                    <a:pt x="6144" y="1191"/>
                  </a:cubicBezTo>
                  <a:cubicBezTo>
                    <a:pt x="5728" y="953"/>
                    <a:pt x="5287" y="786"/>
                    <a:pt x="4823" y="679"/>
                  </a:cubicBezTo>
                  <a:cubicBezTo>
                    <a:pt x="4819" y="678"/>
                    <a:pt x="4815" y="678"/>
                    <a:pt x="4811" y="678"/>
                  </a:cubicBezTo>
                  <a:cubicBezTo>
                    <a:pt x="4701" y="678"/>
                    <a:pt x="4660" y="835"/>
                    <a:pt x="4775" y="869"/>
                  </a:cubicBezTo>
                  <a:cubicBezTo>
                    <a:pt x="5109" y="965"/>
                    <a:pt x="5442" y="1096"/>
                    <a:pt x="5763" y="1238"/>
                  </a:cubicBezTo>
                  <a:cubicBezTo>
                    <a:pt x="6025" y="1369"/>
                    <a:pt x="6394" y="1607"/>
                    <a:pt x="6466" y="1917"/>
                  </a:cubicBezTo>
                  <a:cubicBezTo>
                    <a:pt x="6518" y="2112"/>
                    <a:pt x="6326" y="2156"/>
                    <a:pt x="6135" y="2156"/>
                  </a:cubicBezTo>
                  <a:cubicBezTo>
                    <a:pt x="6022" y="2156"/>
                    <a:pt x="5909" y="2140"/>
                    <a:pt x="5847" y="2131"/>
                  </a:cubicBezTo>
                  <a:cubicBezTo>
                    <a:pt x="5442" y="2084"/>
                    <a:pt x="5037" y="2024"/>
                    <a:pt x="4644" y="1965"/>
                  </a:cubicBezTo>
                  <a:cubicBezTo>
                    <a:pt x="3858" y="1834"/>
                    <a:pt x="3085" y="1679"/>
                    <a:pt x="2311" y="1477"/>
                  </a:cubicBezTo>
                  <a:cubicBezTo>
                    <a:pt x="1942" y="1393"/>
                    <a:pt x="1584" y="1274"/>
                    <a:pt x="1227" y="1119"/>
                  </a:cubicBezTo>
                  <a:cubicBezTo>
                    <a:pt x="1084" y="1060"/>
                    <a:pt x="929" y="976"/>
                    <a:pt x="787" y="893"/>
                  </a:cubicBezTo>
                  <a:cubicBezTo>
                    <a:pt x="679" y="834"/>
                    <a:pt x="489" y="726"/>
                    <a:pt x="501" y="572"/>
                  </a:cubicBezTo>
                  <a:cubicBezTo>
                    <a:pt x="501" y="417"/>
                    <a:pt x="727" y="357"/>
                    <a:pt x="846" y="334"/>
                  </a:cubicBezTo>
                  <a:cubicBezTo>
                    <a:pt x="1049" y="286"/>
                    <a:pt x="1251" y="250"/>
                    <a:pt x="1465" y="250"/>
                  </a:cubicBezTo>
                  <a:cubicBezTo>
                    <a:pt x="1537" y="246"/>
                    <a:pt x="1608" y="244"/>
                    <a:pt x="1679" y="244"/>
                  </a:cubicBezTo>
                  <a:cubicBezTo>
                    <a:pt x="2036" y="244"/>
                    <a:pt x="2390" y="294"/>
                    <a:pt x="2727" y="393"/>
                  </a:cubicBezTo>
                  <a:cubicBezTo>
                    <a:pt x="2734" y="396"/>
                    <a:pt x="2740" y="397"/>
                    <a:pt x="2746" y="397"/>
                  </a:cubicBezTo>
                  <a:cubicBezTo>
                    <a:pt x="2796" y="397"/>
                    <a:pt x="2827" y="319"/>
                    <a:pt x="2763" y="298"/>
                  </a:cubicBezTo>
                  <a:cubicBezTo>
                    <a:pt x="2358" y="119"/>
                    <a:pt x="1930" y="12"/>
                    <a:pt x="1489" y="0"/>
                  </a:cubicBezTo>
                  <a:cubicBezTo>
                    <a:pt x="1453" y="0"/>
                    <a:pt x="1416" y="0"/>
                    <a:pt x="13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53"/>
            <p:cNvSpPr/>
            <p:nvPr/>
          </p:nvSpPr>
          <p:spPr>
            <a:xfrm>
              <a:off x="401825" y="883050"/>
              <a:ext cx="92875" cy="95725"/>
            </a:xfrm>
            <a:custGeom>
              <a:avLst/>
              <a:gdLst/>
              <a:ahLst/>
              <a:cxnLst/>
              <a:rect l="l" t="t" r="r" b="b"/>
              <a:pathLst>
                <a:path w="3715" h="3829" extrusionOk="0">
                  <a:moveTo>
                    <a:pt x="2459" y="1"/>
                  </a:moveTo>
                  <a:cubicBezTo>
                    <a:pt x="2107" y="1"/>
                    <a:pt x="1753" y="38"/>
                    <a:pt x="1417" y="151"/>
                  </a:cubicBezTo>
                  <a:cubicBezTo>
                    <a:pt x="893" y="317"/>
                    <a:pt x="452" y="698"/>
                    <a:pt x="226" y="1198"/>
                  </a:cubicBezTo>
                  <a:cubicBezTo>
                    <a:pt x="0" y="1722"/>
                    <a:pt x="107" y="2330"/>
                    <a:pt x="488" y="2758"/>
                  </a:cubicBezTo>
                  <a:cubicBezTo>
                    <a:pt x="619" y="2901"/>
                    <a:pt x="762" y="3032"/>
                    <a:pt x="917" y="3151"/>
                  </a:cubicBezTo>
                  <a:lnTo>
                    <a:pt x="893" y="3246"/>
                  </a:lnTo>
                  <a:lnTo>
                    <a:pt x="1131" y="3306"/>
                  </a:lnTo>
                  <a:lnTo>
                    <a:pt x="1274" y="3389"/>
                  </a:lnTo>
                  <a:cubicBezTo>
                    <a:pt x="1607" y="3556"/>
                    <a:pt x="1953" y="3699"/>
                    <a:pt x="2298" y="3818"/>
                  </a:cubicBezTo>
                  <a:cubicBezTo>
                    <a:pt x="2316" y="3825"/>
                    <a:pt x="2334" y="3829"/>
                    <a:pt x="2351" y="3829"/>
                  </a:cubicBezTo>
                  <a:cubicBezTo>
                    <a:pt x="2469" y="3829"/>
                    <a:pt x="2554" y="3666"/>
                    <a:pt x="2429" y="3604"/>
                  </a:cubicBezTo>
                  <a:cubicBezTo>
                    <a:pt x="1929" y="3365"/>
                    <a:pt x="1465" y="3056"/>
                    <a:pt x="1048" y="2699"/>
                  </a:cubicBezTo>
                  <a:cubicBezTo>
                    <a:pt x="703" y="2365"/>
                    <a:pt x="452" y="1937"/>
                    <a:pt x="619" y="1448"/>
                  </a:cubicBezTo>
                  <a:cubicBezTo>
                    <a:pt x="964" y="436"/>
                    <a:pt x="2203" y="305"/>
                    <a:pt x="3108" y="305"/>
                  </a:cubicBezTo>
                  <a:cubicBezTo>
                    <a:pt x="3310" y="305"/>
                    <a:pt x="3500" y="305"/>
                    <a:pt x="3691" y="317"/>
                  </a:cubicBezTo>
                  <a:lnTo>
                    <a:pt x="3715" y="103"/>
                  </a:lnTo>
                  <a:cubicBezTo>
                    <a:pt x="3548" y="79"/>
                    <a:pt x="3370" y="55"/>
                    <a:pt x="3191" y="44"/>
                  </a:cubicBezTo>
                  <a:cubicBezTo>
                    <a:pt x="2951" y="19"/>
                    <a:pt x="2705" y="1"/>
                    <a:pt x="24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53"/>
            <p:cNvSpPr/>
            <p:nvPr/>
          </p:nvSpPr>
          <p:spPr>
            <a:xfrm>
              <a:off x="165475" y="963900"/>
              <a:ext cx="264650" cy="317925"/>
            </a:xfrm>
            <a:custGeom>
              <a:avLst/>
              <a:gdLst/>
              <a:ahLst/>
              <a:cxnLst/>
              <a:rect l="l" t="t" r="r" b="b"/>
              <a:pathLst>
                <a:path w="10586" h="12717" extrusionOk="0">
                  <a:moveTo>
                    <a:pt x="10347" y="0"/>
                  </a:moveTo>
                  <a:cubicBezTo>
                    <a:pt x="10002" y="1393"/>
                    <a:pt x="9656" y="2798"/>
                    <a:pt x="9335" y="4203"/>
                  </a:cubicBezTo>
                  <a:lnTo>
                    <a:pt x="9228" y="4727"/>
                  </a:lnTo>
                  <a:cubicBezTo>
                    <a:pt x="9204" y="4906"/>
                    <a:pt x="9144" y="5084"/>
                    <a:pt x="9073" y="5239"/>
                  </a:cubicBezTo>
                  <a:cubicBezTo>
                    <a:pt x="8930" y="5477"/>
                    <a:pt x="8644" y="5549"/>
                    <a:pt x="8394" y="5608"/>
                  </a:cubicBezTo>
                  <a:cubicBezTo>
                    <a:pt x="7859" y="5751"/>
                    <a:pt x="7323" y="5930"/>
                    <a:pt x="6811" y="6144"/>
                  </a:cubicBezTo>
                  <a:cubicBezTo>
                    <a:pt x="4692" y="7001"/>
                    <a:pt x="2834" y="8394"/>
                    <a:pt x="1417" y="10180"/>
                  </a:cubicBezTo>
                  <a:cubicBezTo>
                    <a:pt x="846" y="10918"/>
                    <a:pt x="370" y="11716"/>
                    <a:pt x="0" y="12561"/>
                  </a:cubicBezTo>
                  <a:lnTo>
                    <a:pt x="334" y="12716"/>
                  </a:lnTo>
                  <a:cubicBezTo>
                    <a:pt x="524" y="12264"/>
                    <a:pt x="751" y="11835"/>
                    <a:pt x="1013" y="11418"/>
                  </a:cubicBezTo>
                  <a:cubicBezTo>
                    <a:pt x="2203" y="9525"/>
                    <a:pt x="3906" y="8001"/>
                    <a:pt x="5918" y="7025"/>
                  </a:cubicBezTo>
                  <a:cubicBezTo>
                    <a:pt x="6418" y="6775"/>
                    <a:pt x="6918" y="6573"/>
                    <a:pt x="7442" y="6394"/>
                  </a:cubicBezTo>
                  <a:cubicBezTo>
                    <a:pt x="7704" y="6299"/>
                    <a:pt x="7966" y="6215"/>
                    <a:pt x="8240" y="6144"/>
                  </a:cubicBezTo>
                  <a:cubicBezTo>
                    <a:pt x="8502" y="6084"/>
                    <a:pt x="8763" y="6001"/>
                    <a:pt x="9025" y="5882"/>
                  </a:cubicBezTo>
                  <a:cubicBezTo>
                    <a:pt x="9299" y="5751"/>
                    <a:pt x="9502" y="5501"/>
                    <a:pt x="9573" y="5203"/>
                  </a:cubicBezTo>
                  <a:cubicBezTo>
                    <a:pt x="9680" y="4870"/>
                    <a:pt x="9728" y="4501"/>
                    <a:pt x="9799" y="4168"/>
                  </a:cubicBezTo>
                  <a:cubicBezTo>
                    <a:pt x="9954" y="3441"/>
                    <a:pt x="10085" y="2715"/>
                    <a:pt x="10216" y="1989"/>
                  </a:cubicBezTo>
                  <a:cubicBezTo>
                    <a:pt x="10347" y="1346"/>
                    <a:pt x="10466" y="703"/>
                    <a:pt x="10585" y="60"/>
                  </a:cubicBezTo>
                  <a:lnTo>
                    <a:pt x="1034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53"/>
            <p:cNvSpPr/>
            <p:nvPr/>
          </p:nvSpPr>
          <p:spPr>
            <a:xfrm>
              <a:off x="171425" y="1212700"/>
              <a:ext cx="518250" cy="415150"/>
            </a:xfrm>
            <a:custGeom>
              <a:avLst/>
              <a:gdLst/>
              <a:ahLst/>
              <a:cxnLst/>
              <a:rect l="l" t="t" r="r" b="b"/>
              <a:pathLst>
                <a:path w="20730" h="16606" extrusionOk="0">
                  <a:moveTo>
                    <a:pt x="5375" y="371"/>
                  </a:moveTo>
                  <a:cubicBezTo>
                    <a:pt x="6472" y="371"/>
                    <a:pt x="7557" y="561"/>
                    <a:pt x="8585" y="943"/>
                  </a:cubicBezTo>
                  <a:cubicBezTo>
                    <a:pt x="11181" y="1859"/>
                    <a:pt x="13371" y="3598"/>
                    <a:pt x="15836" y="4765"/>
                  </a:cubicBezTo>
                  <a:cubicBezTo>
                    <a:pt x="16526" y="5098"/>
                    <a:pt x="17253" y="5372"/>
                    <a:pt x="17991" y="5586"/>
                  </a:cubicBezTo>
                  <a:cubicBezTo>
                    <a:pt x="18527" y="5753"/>
                    <a:pt x="19086" y="5848"/>
                    <a:pt x="19658" y="5884"/>
                  </a:cubicBezTo>
                  <a:cubicBezTo>
                    <a:pt x="18494" y="6423"/>
                    <a:pt x="17215" y="6629"/>
                    <a:pt x="15928" y="6629"/>
                  </a:cubicBezTo>
                  <a:cubicBezTo>
                    <a:pt x="15028" y="6629"/>
                    <a:pt x="14124" y="6529"/>
                    <a:pt x="13252" y="6372"/>
                  </a:cubicBezTo>
                  <a:cubicBezTo>
                    <a:pt x="10621" y="5872"/>
                    <a:pt x="8097" y="4943"/>
                    <a:pt x="5775" y="3622"/>
                  </a:cubicBezTo>
                  <a:cubicBezTo>
                    <a:pt x="5132" y="3252"/>
                    <a:pt x="4501" y="2848"/>
                    <a:pt x="3894" y="2419"/>
                  </a:cubicBezTo>
                  <a:cubicBezTo>
                    <a:pt x="3334" y="2038"/>
                    <a:pt x="2822" y="1586"/>
                    <a:pt x="2370" y="1074"/>
                  </a:cubicBezTo>
                  <a:cubicBezTo>
                    <a:pt x="2537" y="1014"/>
                    <a:pt x="2715" y="931"/>
                    <a:pt x="2882" y="859"/>
                  </a:cubicBezTo>
                  <a:cubicBezTo>
                    <a:pt x="3144" y="764"/>
                    <a:pt x="3394" y="669"/>
                    <a:pt x="3668" y="597"/>
                  </a:cubicBezTo>
                  <a:cubicBezTo>
                    <a:pt x="4192" y="454"/>
                    <a:pt x="4727" y="383"/>
                    <a:pt x="5275" y="371"/>
                  </a:cubicBezTo>
                  <a:cubicBezTo>
                    <a:pt x="5308" y="371"/>
                    <a:pt x="5342" y="371"/>
                    <a:pt x="5375" y="371"/>
                  </a:cubicBezTo>
                  <a:close/>
                  <a:moveTo>
                    <a:pt x="2179" y="1181"/>
                  </a:moveTo>
                  <a:cubicBezTo>
                    <a:pt x="2513" y="1705"/>
                    <a:pt x="2941" y="2157"/>
                    <a:pt x="3453" y="2526"/>
                  </a:cubicBezTo>
                  <a:cubicBezTo>
                    <a:pt x="3989" y="2943"/>
                    <a:pt x="4561" y="3324"/>
                    <a:pt x="5144" y="3669"/>
                  </a:cubicBezTo>
                  <a:cubicBezTo>
                    <a:pt x="6323" y="4395"/>
                    <a:pt x="7561" y="5003"/>
                    <a:pt x="8835" y="5503"/>
                  </a:cubicBezTo>
                  <a:cubicBezTo>
                    <a:pt x="10133" y="6003"/>
                    <a:pt x="11466" y="6396"/>
                    <a:pt x="12824" y="6681"/>
                  </a:cubicBezTo>
                  <a:cubicBezTo>
                    <a:pt x="13911" y="6912"/>
                    <a:pt x="15018" y="7041"/>
                    <a:pt x="16127" y="7041"/>
                  </a:cubicBezTo>
                  <a:cubicBezTo>
                    <a:pt x="16221" y="7041"/>
                    <a:pt x="16314" y="7040"/>
                    <a:pt x="16407" y="7039"/>
                  </a:cubicBezTo>
                  <a:cubicBezTo>
                    <a:pt x="17741" y="7027"/>
                    <a:pt x="19063" y="6705"/>
                    <a:pt x="20253" y="6110"/>
                  </a:cubicBezTo>
                  <a:lnTo>
                    <a:pt x="20253" y="6110"/>
                  </a:lnTo>
                  <a:cubicBezTo>
                    <a:pt x="20360" y="6634"/>
                    <a:pt x="20348" y="7181"/>
                    <a:pt x="20217" y="7693"/>
                  </a:cubicBezTo>
                  <a:cubicBezTo>
                    <a:pt x="19777" y="9503"/>
                    <a:pt x="18967" y="11206"/>
                    <a:pt x="17824" y="12694"/>
                  </a:cubicBezTo>
                  <a:cubicBezTo>
                    <a:pt x="17062" y="13658"/>
                    <a:pt x="16122" y="14468"/>
                    <a:pt x="15062" y="15075"/>
                  </a:cubicBezTo>
                  <a:cubicBezTo>
                    <a:pt x="14014" y="15635"/>
                    <a:pt x="12871" y="16004"/>
                    <a:pt x="11693" y="16135"/>
                  </a:cubicBezTo>
                  <a:cubicBezTo>
                    <a:pt x="11267" y="16181"/>
                    <a:pt x="10840" y="16204"/>
                    <a:pt x="10414" y="16204"/>
                  </a:cubicBezTo>
                  <a:cubicBezTo>
                    <a:pt x="8422" y="16204"/>
                    <a:pt x="6448" y="15703"/>
                    <a:pt x="4692" y="14742"/>
                  </a:cubicBezTo>
                  <a:cubicBezTo>
                    <a:pt x="3608" y="14170"/>
                    <a:pt x="2656" y="13385"/>
                    <a:pt x="1894" y="12408"/>
                  </a:cubicBezTo>
                  <a:cubicBezTo>
                    <a:pt x="1120" y="11372"/>
                    <a:pt x="703" y="10134"/>
                    <a:pt x="536" y="8836"/>
                  </a:cubicBezTo>
                  <a:cubicBezTo>
                    <a:pt x="358" y="7562"/>
                    <a:pt x="358" y="6265"/>
                    <a:pt x="548" y="4991"/>
                  </a:cubicBezTo>
                  <a:cubicBezTo>
                    <a:pt x="739" y="3776"/>
                    <a:pt x="1144" y="2550"/>
                    <a:pt x="1894" y="1562"/>
                  </a:cubicBezTo>
                  <a:cubicBezTo>
                    <a:pt x="1989" y="1431"/>
                    <a:pt x="2084" y="1312"/>
                    <a:pt x="2179" y="1181"/>
                  </a:cubicBezTo>
                  <a:close/>
                  <a:moveTo>
                    <a:pt x="5404" y="1"/>
                  </a:moveTo>
                  <a:cubicBezTo>
                    <a:pt x="4829" y="1"/>
                    <a:pt x="4255" y="73"/>
                    <a:pt x="3692" y="216"/>
                  </a:cubicBezTo>
                  <a:cubicBezTo>
                    <a:pt x="3132" y="359"/>
                    <a:pt x="2465" y="609"/>
                    <a:pt x="2060" y="1050"/>
                  </a:cubicBezTo>
                  <a:cubicBezTo>
                    <a:pt x="2048" y="1062"/>
                    <a:pt x="2048" y="1074"/>
                    <a:pt x="2048" y="1085"/>
                  </a:cubicBezTo>
                  <a:cubicBezTo>
                    <a:pt x="1929" y="1169"/>
                    <a:pt x="1822" y="1276"/>
                    <a:pt x="1727" y="1395"/>
                  </a:cubicBezTo>
                  <a:cubicBezTo>
                    <a:pt x="1525" y="1633"/>
                    <a:pt x="1346" y="1895"/>
                    <a:pt x="1191" y="2169"/>
                  </a:cubicBezTo>
                  <a:cubicBezTo>
                    <a:pt x="870" y="2729"/>
                    <a:pt x="620" y="3324"/>
                    <a:pt x="453" y="3943"/>
                  </a:cubicBezTo>
                  <a:cubicBezTo>
                    <a:pt x="120" y="5217"/>
                    <a:pt x="1" y="6539"/>
                    <a:pt x="84" y="7860"/>
                  </a:cubicBezTo>
                  <a:cubicBezTo>
                    <a:pt x="143" y="9229"/>
                    <a:pt x="405" y="10610"/>
                    <a:pt x="1072" y="11825"/>
                  </a:cubicBezTo>
                  <a:cubicBezTo>
                    <a:pt x="1703" y="12932"/>
                    <a:pt x="2584" y="13861"/>
                    <a:pt x="3644" y="14563"/>
                  </a:cubicBezTo>
                  <a:cubicBezTo>
                    <a:pt x="5652" y="15895"/>
                    <a:pt x="8013" y="16606"/>
                    <a:pt x="10413" y="16606"/>
                  </a:cubicBezTo>
                  <a:cubicBezTo>
                    <a:pt x="10546" y="16606"/>
                    <a:pt x="10679" y="16604"/>
                    <a:pt x="10811" y="16599"/>
                  </a:cubicBezTo>
                  <a:cubicBezTo>
                    <a:pt x="12062" y="16564"/>
                    <a:pt x="13300" y="16302"/>
                    <a:pt x="14455" y="15813"/>
                  </a:cubicBezTo>
                  <a:cubicBezTo>
                    <a:pt x="15622" y="15302"/>
                    <a:pt x="16681" y="14563"/>
                    <a:pt x="17562" y="13623"/>
                  </a:cubicBezTo>
                  <a:cubicBezTo>
                    <a:pt x="18431" y="12682"/>
                    <a:pt x="19158" y="11599"/>
                    <a:pt x="19694" y="10432"/>
                  </a:cubicBezTo>
                  <a:cubicBezTo>
                    <a:pt x="19967" y="9837"/>
                    <a:pt x="20206" y="9229"/>
                    <a:pt x="20396" y="8610"/>
                  </a:cubicBezTo>
                  <a:cubicBezTo>
                    <a:pt x="20622" y="7991"/>
                    <a:pt x="20729" y="7336"/>
                    <a:pt x="20729" y="6681"/>
                  </a:cubicBezTo>
                  <a:cubicBezTo>
                    <a:pt x="20717" y="6360"/>
                    <a:pt x="20646" y="6050"/>
                    <a:pt x="20527" y="5753"/>
                  </a:cubicBezTo>
                  <a:cubicBezTo>
                    <a:pt x="20503" y="5693"/>
                    <a:pt x="20444" y="5646"/>
                    <a:pt x="20372" y="5634"/>
                  </a:cubicBezTo>
                  <a:cubicBezTo>
                    <a:pt x="20360" y="5598"/>
                    <a:pt x="20325" y="5586"/>
                    <a:pt x="20289" y="5586"/>
                  </a:cubicBezTo>
                  <a:cubicBezTo>
                    <a:pt x="19598" y="5515"/>
                    <a:pt x="18932" y="5396"/>
                    <a:pt x="18265" y="5229"/>
                  </a:cubicBezTo>
                  <a:cubicBezTo>
                    <a:pt x="17586" y="5038"/>
                    <a:pt x="16931" y="4800"/>
                    <a:pt x="16288" y="4514"/>
                  </a:cubicBezTo>
                  <a:cubicBezTo>
                    <a:pt x="15026" y="3943"/>
                    <a:pt x="13836" y="3229"/>
                    <a:pt x="12645" y="2526"/>
                  </a:cubicBezTo>
                  <a:cubicBezTo>
                    <a:pt x="10454" y="1252"/>
                    <a:pt x="8133" y="14"/>
                    <a:pt x="5537" y="2"/>
                  </a:cubicBezTo>
                  <a:cubicBezTo>
                    <a:pt x="5493" y="1"/>
                    <a:pt x="5449" y="1"/>
                    <a:pt x="54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51" name="Google Shape;2451;p53"/>
          <p:cNvGrpSpPr/>
          <p:nvPr/>
        </p:nvGrpSpPr>
        <p:grpSpPr>
          <a:xfrm>
            <a:off x="8001480" y="4005068"/>
            <a:ext cx="800935" cy="843462"/>
            <a:chOff x="1364525" y="174250"/>
            <a:chExt cx="513025" cy="540300"/>
          </a:xfrm>
        </p:grpSpPr>
        <p:sp>
          <p:nvSpPr>
            <p:cNvPr id="2452" name="Google Shape;2452;p53"/>
            <p:cNvSpPr/>
            <p:nvPr/>
          </p:nvSpPr>
          <p:spPr>
            <a:xfrm>
              <a:off x="1830350" y="189000"/>
              <a:ext cx="33650" cy="35150"/>
            </a:xfrm>
            <a:custGeom>
              <a:avLst/>
              <a:gdLst/>
              <a:ahLst/>
              <a:cxnLst/>
              <a:rect l="l" t="t" r="r" b="b"/>
              <a:pathLst>
                <a:path w="1346" h="1406" extrusionOk="0">
                  <a:moveTo>
                    <a:pt x="1346" y="1"/>
                  </a:moveTo>
                  <a:lnTo>
                    <a:pt x="1" y="632"/>
                  </a:lnTo>
                  <a:cubicBezTo>
                    <a:pt x="36" y="715"/>
                    <a:pt x="84" y="798"/>
                    <a:pt x="143" y="870"/>
                  </a:cubicBezTo>
                  <a:cubicBezTo>
                    <a:pt x="227" y="953"/>
                    <a:pt x="298" y="1024"/>
                    <a:pt x="393" y="1096"/>
                  </a:cubicBezTo>
                  <a:cubicBezTo>
                    <a:pt x="560" y="1215"/>
                    <a:pt x="739" y="1322"/>
                    <a:pt x="929" y="1405"/>
                  </a:cubicBezTo>
                  <a:cubicBezTo>
                    <a:pt x="1060" y="941"/>
                    <a:pt x="1203" y="477"/>
                    <a:pt x="1346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53"/>
            <p:cNvSpPr/>
            <p:nvPr/>
          </p:nvSpPr>
          <p:spPr>
            <a:xfrm>
              <a:off x="1375225" y="572675"/>
              <a:ext cx="109875" cy="132725"/>
            </a:xfrm>
            <a:custGeom>
              <a:avLst/>
              <a:gdLst/>
              <a:ahLst/>
              <a:cxnLst/>
              <a:rect l="l" t="t" r="r" b="b"/>
              <a:pathLst>
                <a:path w="4395" h="5309" extrusionOk="0">
                  <a:moveTo>
                    <a:pt x="1596" y="1"/>
                  </a:moveTo>
                  <a:cubicBezTo>
                    <a:pt x="1489" y="167"/>
                    <a:pt x="1370" y="322"/>
                    <a:pt x="1251" y="477"/>
                  </a:cubicBezTo>
                  <a:cubicBezTo>
                    <a:pt x="691" y="1251"/>
                    <a:pt x="156" y="2108"/>
                    <a:pt x="72" y="3084"/>
                  </a:cubicBezTo>
                  <a:cubicBezTo>
                    <a:pt x="1" y="3930"/>
                    <a:pt x="322" y="4977"/>
                    <a:pt x="1227" y="5251"/>
                  </a:cubicBezTo>
                  <a:cubicBezTo>
                    <a:pt x="1362" y="5290"/>
                    <a:pt x="1495" y="5308"/>
                    <a:pt x="1628" y="5308"/>
                  </a:cubicBezTo>
                  <a:cubicBezTo>
                    <a:pt x="2421" y="5308"/>
                    <a:pt x="3168" y="4670"/>
                    <a:pt x="3739" y="4180"/>
                  </a:cubicBezTo>
                  <a:cubicBezTo>
                    <a:pt x="3966" y="4001"/>
                    <a:pt x="4180" y="3811"/>
                    <a:pt x="4394" y="3620"/>
                  </a:cubicBezTo>
                  <a:cubicBezTo>
                    <a:pt x="4299" y="3608"/>
                    <a:pt x="4192" y="3596"/>
                    <a:pt x="4109" y="3584"/>
                  </a:cubicBezTo>
                  <a:cubicBezTo>
                    <a:pt x="3870" y="3537"/>
                    <a:pt x="3644" y="3465"/>
                    <a:pt x="3430" y="3370"/>
                  </a:cubicBezTo>
                  <a:cubicBezTo>
                    <a:pt x="2989" y="3168"/>
                    <a:pt x="2596" y="2858"/>
                    <a:pt x="2299" y="2477"/>
                  </a:cubicBezTo>
                  <a:cubicBezTo>
                    <a:pt x="1787" y="1763"/>
                    <a:pt x="1537" y="882"/>
                    <a:pt x="1596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53"/>
            <p:cNvSpPr/>
            <p:nvPr/>
          </p:nvSpPr>
          <p:spPr>
            <a:xfrm>
              <a:off x="1419875" y="548875"/>
              <a:ext cx="89025" cy="105375"/>
            </a:xfrm>
            <a:custGeom>
              <a:avLst/>
              <a:gdLst/>
              <a:ahLst/>
              <a:cxnLst/>
              <a:rect l="l" t="t" r="r" b="b"/>
              <a:pathLst>
                <a:path w="3561" h="4215" extrusionOk="0">
                  <a:moveTo>
                    <a:pt x="537" y="0"/>
                  </a:moveTo>
                  <a:cubicBezTo>
                    <a:pt x="525" y="12"/>
                    <a:pt x="513" y="24"/>
                    <a:pt x="513" y="36"/>
                  </a:cubicBezTo>
                  <a:lnTo>
                    <a:pt x="1" y="703"/>
                  </a:lnTo>
                  <a:cubicBezTo>
                    <a:pt x="1" y="1584"/>
                    <a:pt x="179" y="2500"/>
                    <a:pt x="715" y="3203"/>
                  </a:cubicBezTo>
                  <a:cubicBezTo>
                    <a:pt x="989" y="3548"/>
                    <a:pt x="1334" y="3834"/>
                    <a:pt x="1739" y="4013"/>
                  </a:cubicBezTo>
                  <a:cubicBezTo>
                    <a:pt x="1942" y="4108"/>
                    <a:pt x="2156" y="4167"/>
                    <a:pt x="2370" y="4191"/>
                  </a:cubicBezTo>
                  <a:cubicBezTo>
                    <a:pt x="2422" y="4200"/>
                    <a:pt x="2476" y="4203"/>
                    <a:pt x="2531" y="4203"/>
                  </a:cubicBezTo>
                  <a:cubicBezTo>
                    <a:pt x="2620" y="4203"/>
                    <a:pt x="2711" y="4196"/>
                    <a:pt x="2799" y="4196"/>
                  </a:cubicBezTo>
                  <a:cubicBezTo>
                    <a:pt x="2865" y="4196"/>
                    <a:pt x="2929" y="4200"/>
                    <a:pt x="2989" y="4215"/>
                  </a:cubicBezTo>
                  <a:cubicBezTo>
                    <a:pt x="3180" y="4036"/>
                    <a:pt x="3370" y="3870"/>
                    <a:pt x="3561" y="3691"/>
                  </a:cubicBezTo>
                  <a:lnTo>
                    <a:pt x="3561" y="3691"/>
                  </a:lnTo>
                  <a:cubicBezTo>
                    <a:pt x="3463" y="3707"/>
                    <a:pt x="3367" y="3715"/>
                    <a:pt x="3272" y="3715"/>
                  </a:cubicBezTo>
                  <a:cubicBezTo>
                    <a:pt x="2376" y="3715"/>
                    <a:pt x="1623" y="3035"/>
                    <a:pt x="1084" y="2346"/>
                  </a:cubicBezTo>
                  <a:cubicBezTo>
                    <a:pt x="763" y="1941"/>
                    <a:pt x="429" y="1512"/>
                    <a:pt x="382" y="976"/>
                  </a:cubicBezTo>
                  <a:cubicBezTo>
                    <a:pt x="346" y="643"/>
                    <a:pt x="406" y="310"/>
                    <a:pt x="53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53"/>
            <p:cNvSpPr/>
            <p:nvPr/>
          </p:nvSpPr>
          <p:spPr>
            <a:xfrm>
              <a:off x="1721100" y="206550"/>
              <a:ext cx="129825" cy="131600"/>
            </a:xfrm>
            <a:custGeom>
              <a:avLst/>
              <a:gdLst/>
              <a:ahLst/>
              <a:cxnLst/>
              <a:rect l="l" t="t" r="r" b="b"/>
              <a:pathLst>
                <a:path w="5193" h="5264" extrusionOk="0">
                  <a:moveTo>
                    <a:pt x="4228" y="1"/>
                  </a:moveTo>
                  <a:lnTo>
                    <a:pt x="3037" y="561"/>
                  </a:lnTo>
                  <a:cubicBezTo>
                    <a:pt x="2525" y="811"/>
                    <a:pt x="2001" y="1049"/>
                    <a:pt x="1477" y="1275"/>
                  </a:cubicBezTo>
                  <a:cubicBezTo>
                    <a:pt x="1215" y="1394"/>
                    <a:pt x="953" y="1513"/>
                    <a:pt x="680" y="1620"/>
                  </a:cubicBezTo>
                  <a:cubicBezTo>
                    <a:pt x="572" y="1668"/>
                    <a:pt x="465" y="1715"/>
                    <a:pt x="346" y="1751"/>
                  </a:cubicBezTo>
                  <a:cubicBezTo>
                    <a:pt x="346" y="1751"/>
                    <a:pt x="346" y="1751"/>
                    <a:pt x="346" y="1763"/>
                  </a:cubicBezTo>
                  <a:cubicBezTo>
                    <a:pt x="227" y="2085"/>
                    <a:pt x="1" y="2632"/>
                    <a:pt x="370" y="2882"/>
                  </a:cubicBezTo>
                  <a:cubicBezTo>
                    <a:pt x="467" y="2944"/>
                    <a:pt x="580" y="2968"/>
                    <a:pt x="698" y="2968"/>
                  </a:cubicBezTo>
                  <a:cubicBezTo>
                    <a:pt x="969" y="2968"/>
                    <a:pt x="1270" y="2839"/>
                    <a:pt x="1477" y="2739"/>
                  </a:cubicBezTo>
                  <a:cubicBezTo>
                    <a:pt x="1503" y="2727"/>
                    <a:pt x="1530" y="2721"/>
                    <a:pt x="1557" y="2721"/>
                  </a:cubicBezTo>
                  <a:cubicBezTo>
                    <a:pt x="1629" y="2721"/>
                    <a:pt x="1698" y="2765"/>
                    <a:pt x="1715" y="2835"/>
                  </a:cubicBezTo>
                  <a:cubicBezTo>
                    <a:pt x="1763" y="3001"/>
                    <a:pt x="1787" y="3180"/>
                    <a:pt x="1775" y="3347"/>
                  </a:cubicBezTo>
                  <a:cubicBezTo>
                    <a:pt x="1751" y="3513"/>
                    <a:pt x="1763" y="3692"/>
                    <a:pt x="1799" y="3859"/>
                  </a:cubicBezTo>
                  <a:cubicBezTo>
                    <a:pt x="1859" y="4023"/>
                    <a:pt x="1985" y="4079"/>
                    <a:pt x="2131" y="4079"/>
                  </a:cubicBezTo>
                  <a:cubicBezTo>
                    <a:pt x="2334" y="4079"/>
                    <a:pt x="2575" y="3971"/>
                    <a:pt x="2727" y="3894"/>
                  </a:cubicBezTo>
                  <a:cubicBezTo>
                    <a:pt x="2754" y="3880"/>
                    <a:pt x="2782" y="3873"/>
                    <a:pt x="2810" y="3873"/>
                  </a:cubicBezTo>
                  <a:cubicBezTo>
                    <a:pt x="2914" y="3873"/>
                    <a:pt x="3006" y="3971"/>
                    <a:pt x="2977" y="4085"/>
                  </a:cubicBezTo>
                  <a:cubicBezTo>
                    <a:pt x="2894" y="4656"/>
                    <a:pt x="3347" y="5168"/>
                    <a:pt x="3882" y="5264"/>
                  </a:cubicBezTo>
                  <a:cubicBezTo>
                    <a:pt x="4204" y="4228"/>
                    <a:pt x="4537" y="3192"/>
                    <a:pt x="4859" y="2144"/>
                  </a:cubicBezTo>
                  <a:cubicBezTo>
                    <a:pt x="4966" y="1787"/>
                    <a:pt x="5073" y="1418"/>
                    <a:pt x="5192" y="1061"/>
                  </a:cubicBezTo>
                  <a:cubicBezTo>
                    <a:pt x="4775" y="811"/>
                    <a:pt x="4347" y="489"/>
                    <a:pt x="422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53"/>
            <p:cNvSpPr/>
            <p:nvPr/>
          </p:nvSpPr>
          <p:spPr>
            <a:xfrm>
              <a:off x="1476150" y="319675"/>
              <a:ext cx="339350" cy="312875"/>
            </a:xfrm>
            <a:custGeom>
              <a:avLst/>
              <a:gdLst/>
              <a:ahLst/>
              <a:cxnLst/>
              <a:rect l="l" t="t" r="r" b="b"/>
              <a:pathLst>
                <a:path w="13574" h="12515" extrusionOk="0">
                  <a:moveTo>
                    <a:pt x="12466" y="0"/>
                  </a:moveTo>
                  <a:cubicBezTo>
                    <a:pt x="11609" y="893"/>
                    <a:pt x="10751" y="1774"/>
                    <a:pt x="9858" y="2644"/>
                  </a:cubicBezTo>
                  <a:cubicBezTo>
                    <a:pt x="8251" y="4227"/>
                    <a:pt x="6644" y="5811"/>
                    <a:pt x="5036" y="7394"/>
                  </a:cubicBezTo>
                  <a:lnTo>
                    <a:pt x="191" y="12133"/>
                  </a:lnTo>
                  <a:cubicBezTo>
                    <a:pt x="165" y="12164"/>
                    <a:pt x="130" y="12179"/>
                    <a:pt x="94" y="12179"/>
                  </a:cubicBezTo>
                  <a:cubicBezTo>
                    <a:pt x="62" y="12179"/>
                    <a:pt x="28" y="12167"/>
                    <a:pt x="0" y="12145"/>
                  </a:cubicBezTo>
                  <a:lnTo>
                    <a:pt x="0" y="12157"/>
                  </a:lnTo>
                  <a:cubicBezTo>
                    <a:pt x="298" y="12371"/>
                    <a:pt x="655" y="12502"/>
                    <a:pt x="1036" y="12514"/>
                  </a:cubicBezTo>
                  <a:cubicBezTo>
                    <a:pt x="1046" y="12514"/>
                    <a:pt x="1057" y="12514"/>
                    <a:pt x="1067" y="12514"/>
                  </a:cubicBezTo>
                  <a:cubicBezTo>
                    <a:pt x="1552" y="12514"/>
                    <a:pt x="1936" y="12245"/>
                    <a:pt x="2274" y="11918"/>
                  </a:cubicBezTo>
                  <a:cubicBezTo>
                    <a:pt x="2643" y="11573"/>
                    <a:pt x="3000" y="11192"/>
                    <a:pt x="3370" y="10835"/>
                  </a:cubicBezTo>
                  <a:cubicBezTo>
                    <a:pt x="3751" y="10442"/>
                    <a:pt x="4143" y="10073"/>
                    <a:pt x="4536" y="9704"/>
                  </a:cubicBezTo>
                  <a:cubicBezTo>
                    <a:pt x="6096" y="8228"/>
                    <a:pt x="7692" y="6811"/>
                    <a:pt x="9275" y="5358"/>
                  </a:cubicBezTo>
                  <a:cubicBezTo>
                    <a:pt x="10763" y="3989"/>
                    <a:pt x="12204" y="2584"/>
                    <a:pt x="13573" y="1108"/>
                  </a:cubicBezTo>
                  <a:cubicBezTo>
                    <a:pt x="13026" y="977"/>
                    <a:pt x="12597" y="548"/>
                    <a:pt x="124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53"/>
            <p:cNvSpPr/>
            <p:nvPr/>
          </p:nvSpPr>
          <p:spPr>
            <a:xfrm>
              <a:off x="1450850" y="284250"/>
              <a:ext cx="336375" cy="339350"/>
            </a:xfrm>
            <a:custGeom>
              <a:avLst/>
              <a:gdLst/>
              <a:ahLst/>
              <a:cxnLst/>
              <a:rect l="l" t="t" r="r" b="b"/>
              <a:pathLst>
                <a:path w="13455" h="13574" extrusionOk="0">
                  <a:moveTo>
                    <a:pt x="12252" y="0"/>
                  </a:moveTo>
                  <a:cubicBezTo>
                    <a:pt x="12133" y="48"/>
                    <a:pt x="12013" y="84"/>
                    <a:pt x="11894" y="120"/>
                  </a:cubicBezTo>
                  <a:lnTo>
                    <a:pt x="12002" y="262"/>
                  </a:lnTo>
                  <a:cubicBezTo>
                    <a:pt x="12006" y="260"/>
                    <a:pt x="12010" y="259"/>
                    <a:pt x="12014" y="259"/>
                  </a:cubicBezTo>
                  <a:cubicBezTo>
                    <a:pt x="12033" y="259"/>
                    <a:pt x="12047" y="279"/>
                    <a:pt x="12037" y="298"/>
                  </a:cubicBezTo>
                  <a:cubicBezTo>
                    <a:pt x="11644" y="774"/>
                    <a:pt x="11216" y="1239"/>
                    <a:pt x="10763" y="1667"/>
                  </a:cubicBezTo>
                  <a:lnTo>
                    <a:pt x="9430" y="3013"/>
                  </a:lnTo>
                  <a:cubicBezTo>
                    <a:pt x="7822" y="4620"/>
                    <a:pt x="6215" y="6216"/>
                    <a:pt x="4608" y="7823"/>
                  </a:cubicBezTo>
                  <a:cubicBezTo>
                    <a:pt x="3822" y="8633"/>
                    <a:pt x="3024" y="9430"/>
                    <a:pt x="2227" y="10228"/>
                  </a:cubicBezTo>
                  <a:cubicBezTo>
                    <a:pt x="1476" y="10990"/>
                    <a:pt x="726" y="11740"/>
                    <a:pt x="0" y="12526"/>
                  </a:cubicBezTo>
                  <a:cubicBezTo>
                    <a:pt x="202" y="12812"/>
                    <a:pt x="441" y="13085"/>
                    <a:pt x="703" y="13324"/>
                  </a:cubicBezTo>
                  <a:cubicBezTo>
                    <a:pt x="789" y="13399"/>
                    <a:pt x="884" y="13474"/>
                    <a:pt x="981" y="13549"/>
                  </a:cubicBezTo>
                  <a:lnTo>
                    <a:pt x="981" y="13549"/>
                  </a:lnTo>
                  <a:cubicBezTo>
                    <a:pt x="915" y="13486"/>
                    <a:pt x="914" y="13386"/>
                    <a:pt x="976" y="13324"/>
                  </a:cubicBezTo>
                  <a:lnTo>
                    <a:pt x="3715" y="10668"/>
                  </a:lnTo>
                  <a:cubicBezTo>
                    <a:pt x="5322" y="9097"/>
                    <a:pt x="6953" y="7501"/>
                    <a:pt x="8561" y="5942"/>
                  </a:cubicBezTo>
                  <a:cubicBezTo>
                    <a:pt x="10168" y="4394"/>
                    <a:pt x="11775" y="2846"/>
                    <a:pt x="13406" y="1334"/>
                  </a:cubicBezTo>
                  <a:lnTo>
                    <a:pt x="13454" y="1286"/>
                  </a:lnTo>
                  <a:cubicBezTo>
                    <a:pt x="13442" y="1263"/>
                    <a:pt x="13442" y="1239"/>
                    <a:pt x="13442" y="1203"/>
                  </a:cubicBezTo>
                  <a:cubicBezTo>
                    <a:pt x="13281" y="1264"/>
                    <a:pt x="13110" y="1309"/>
                    <a:pt x="12946" y="1309"/>
                  </a:cubicBezTo>
                  <a:cubicBezTo>
                    <a:pt x="12757" y="1309"/>
                    <a:pt x="12577" y="1249"/>
                    <a:pt x="12430" y="1084"/>
                  </a:cubicBezTo>
                  <a:cubicBezTo>
                    <a:pt x="12156" y="774"/>
                    <a:pt x="12299" y="370"/>
                    <a:pt x="12252" y="0"/>
                  </a:cubicBezTo>
                  <a:close/>
                  <a:moveTo>
                    <a:pt x="981" y="13549"/>
                  </a:moveTo>
                  <a:cubicBezTo>
                    <a:pt x="990" y="13558"/>
                    <a:pt x="1000" y="13566"/>
                    <a:pt x="1012" y="13574"/>
                  </a:cubicBezTo>
                  <a:cubicBezTo>
                    <a:pt x="1002" y="13566"/>
                    <a:pt x="991" y="13558"/>
                    <a:pt x="981" y="135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53"/>
            <p:cNvSpPr/>
            <p:nvPr/>
          </p:nvSpPr>
          <p:spPr>
            <a:xfrm>
              <a:off x="1438325" y="262225"/>
              <a:ext cx="312575" cy="329825"/>
            </a:xfrm>
            <a:custGeom>
              <a:avLst/>
              <a:gdLst/>
              <a:ahLst/>
              <a:cxnLst/>
              <a:rect l="l" t="t" r="r" b="b"/>
              <a:pathLst>
                <a:path w="12503" h="13193" extrusionOk="0">
                  <a:moveTo>
                    <a:pt x="11169" y="0"/>
                  </a:moveTo>
                  <a:lnTo>
                    <a:pt x="11169" y="0"/>
                  </a:lnTo>
                  <a:cubicBezTo>
                    <a:pt x="10562" y="536"/>
                    <a:pt x="9943" y="1060"/>
                    <a:pt x="9347" y="1596"/>
                  </a:cubicBezTo>
                  <a:cubicBezTo>
                    <a:pt x="8026" y="2775"/>
                    <a:pt x="6740" y="3977"/>
                    <a:pt x="5478" y="5215"/>
                  </a:cubicBezTo>
                  <a:cubicBezTo>
                    <a:pt x="4597" y="6085"/>
                    <a:pt x="3716" y="6942"/>
                    <a:pt x="2835" y="7811"/>
                  </a:cubicBezTo>
                  <a:cubicBezTo>
                    <a:pt x="2489" y="8192"/>
                    <a:pt x="2144" y="8597"/>
                    <a:pt x="1835" y="8990"/>
                  </a:cubicBezTo>
                  <a:cubicBezTo>
                    <a:pt x="1525" y="9394"/>
                    <a:pt x="1215" y="9799"/>
                    <a:pt x="930" y="10228"/>
                  </a:cubicBezTo>
                  <a:cubicBezTo>
                    <a:pt x="620" y="10645"/>
                    <a:pt x="358" y="11097"/>
                    <a:pt x="156" y="11573"/>
                  </a:cubicBezTo>
                  <a:cubicBezTo>
                    <a:pt x="49" y="11811"/>
                    <a:pt x="1" y="12073"/>
                    <a:pt x="1" y="12335"/>
                  </a:cubicBezTo>
                  <a:cubicBezTo>
                    <a:pt x="25" y="12585"/>
                    <a:pt x="108" y="12835"/>
                    <a:pt x="263" y="13038"/>
                  </a:cubicBezTo>
                  <a:cubicBezTo>
                    <a:pt x="287" y="13097"/>
                    <a:pt x="334" y="13145"/>
                    <a:pt x="370" y="13193"/>
                  </a:cubicBezTo>
                  <a:cubicBezTo>
                    <a:pt x="1204" y="12347"/>
                    <a:pt x="2013" y="11478"/>
                    <a:pt x="2847" y="10621"/>
                  </a:cubicBezTo>
                  <a:cubicBezTo>
                    <a:pt x="4406" y="8978"/>
                    <a:pt x="6002" y="7358"/>
                    <a:pt x="7609" y="5751"/>
                  </a:cubicBezTo>
                  <a:cubicBezTo>
                    <a:pt x="8407" y="4953"/>
                    <a:pt x="9216" y="4168"/>
                    <a:pt x="10026" y="3394"/>
                  </a:cubicBezTo>
                  <a:cubicBezTo>
                    <a:pt x="10431" y="3001"/>
                    <a:pt x="10836" y="2608"/>
                    <a:pt x="11240" y="2227"/>
                  </a:cubicBezTo>
                  <a:cubicBezTo>
                    <a:pt x="11645" y="1846"/>
                    <a:pt x="12062" y="1477"/>
                    <a:pt x="12503" y="1155"/>
                  </a:cubicBezTo>
                  <a:lnTo>
                    <a:pt x="12395" y="1001"/>
                  </a:lnTo>
                  <a:cubicBezTo>
                    <a:pt x="12284" y="1039"/>
                    <a:pt x="12170" y="1058"/>
                    <a:pt x="12058" y="1058"/>
                  </a:cubicBezTo>
                  <a:cubicBezTo>
                    <a:pt x="11860" y="1058"/>
                    <a:pt x="11665" y="1000"/>
                    <a:pt x="11491" y="893"/>
                  </a:cubicBezTo>
                  <a:cubicBezTo>
                    <a:pt x="11181" y="679"/>
                    <a:pt x="11121" y="346"/>
                    <a:pt x="111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53"/>
            <p:cNvSpPr/>
            <p:nvPr/>
          </p:nvSpPr>
          <p:spPr>
            <a:xfrm>
              <a:off x="1473450" y="317575"/>
              <a:ext cx="314350" cy="306600"/>
            </a:xfrm>
            <a:custGeom>
              <a:avLst/>
              <a:gdLst/>
              <a:ahLst/>
              <a:cxnLst/>
              <a:rect l="l" t="t" r="r" b="b"/>
              <a:pathLst>
                <a:path w="12574" h="12264" extrusionOk="0">
                  <a:moveTo>
                    <a:pt x="12502" y="1"/>
                  </a:moveTo>
                  <a:cubicBezTo>
                    <a:pt x="10859" y="1513"/>
                    <a:pt x="9252" y="3061"/>
                    <a:pt x="7657" y="4609"/>
                  </a:cubicBezTo>
                  <a:cubicBezTo>
                    <a:pt x="6037" y="6180"/>
                    <a:pt x="4418" y="7764"/>
                    <a:pt x="2799" y="9335"/>
                  </a:cubicBezTo>
                  <a:lnTo>
                    <a:pt x="72" y="11991"/>
                  </a:lnTo>
                  <a:cubicBezTo>
                    <a:pt x="1" y="12062"/>
                    <a:pt x="13" y="12181"/>
                    <a:pt x="108" y="12229"/>
                  </a:cubicBezTo>
                  <a:cubicBezTo>
                    <a:pt x="136" y="12251"/>
                    <a:pt x="170" y="12263"/>
                    <a:pt x="202" y="12263"/>
                  </a:cubicBezTo>
                  <a:cubicBezTo>
                    <a:pt x="238" y="12263"/>
                    <a:pt x="273" y="12248"/>
                    <a:pt x="299" y="12217"/>
                  </a:cubicBezTo>
                  <a:lnTo>
                    <a:pt x="5144" y="7478"/>
                  </a:lnTo>
                  <a:cubicBezTo>
                    <a:pt x="6752" y="5895"/>
                    <a:pt x="8359" y="4311"/>
                    <a:pt x="9966" y="2728"/>
                  </a:cubicBezTo>
                  <a:cubicBezTo>
                    <a:pt x="10848" y="1858"/>
                    <a:pt x="11705" y="965"/>
                    <a:pt x="12574" y="72"/>
                  </a:cubicBezTo>
                  <a:lnTo>
                    <a:pt x="125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53"/>
            <p:cNvSpPr/>
            <p:nvPr/>
          </p:nvSpPr>
          <p:spPr>
            <a:xfrm>
              <a:off x="1364525" y="174250"/>
              <a:ext cx="513025" cy="540300"/>
            </a:xfrm>
            <a:custGeom>
              <a:avLst/>
              <a:gdLst/>
              <a:ahLst/>
              <a:cxnLst/>
              <a:rect l="l" t="t" r="r" b="b"/>
              <a:pathLst>
                <a:path w="20521" h="21612" extrusionOk="0">
                  <a:moveTo>
                    <a:pt x="19967" y="591"/>
                  </a:moveTo>
                  <a:lnTo>
                    <a:pt x="19967" y="591"/>
                  </a:lnTo>
                  <a:cubicBezTo>
                    <a:pt x="19836" y="1067"/>
                    <a:pt x="19693" y="1531"/>
                    <a:pt x="19550" y="1995"/>
                  </a:cubicBezTo>
                  <a:cubicBezTo>
                    <a:pt x="19372" y="1912"/>
                    <a:pt x="19193" y="1805"/>
                    <a:pt x="19026" y="1686"/>
                  </a:cubicBezTo>
                  <a:cubicBezTo>
                    <a:pt x="18943" y="1614"/>
                    <a:pt x="18860" y="1543"/>
                    <a:pt x="18788" y="1460"/>
                  </a:cubicBezTo>
                  <a:cubicBezTo>
                    <a:pt x="18729" y="1388"/>
                    <a:pt x="18669" y="1305"/>
                    <a:pt x="18634" y="1222"/>
                  </a:cubicBezTo>
                  <a:lnTo>
                    <a:pt x="19967" y="591"/>
                  </a:lnTo>
                  <a:close/>
                  <a:moveTo>
                    <a:pt x="18491" y="1305"/>
                  </a:moveTo>
                  <a:cubicBezTo>
                    <a:pt x="18610" y="1781"/>
                    <a:pt x="19038" y="2115"/>
                    <a:pt x="19455" y="2353"/>
                  </a:cubicBezTo>
                  <a:cubicBezTo>
                    <a:pt x="19336" y="2722"/>
                    <a:pt x="19229" y="3079"/>
                    <a:pt x="19122" y="3436"/>
                  </a:cubicBezTo>
                  <a:cubicBezTo>
                    <a:pt x="18800" y="4484"/>
                    <a:pt x="18467" y="5520"/>
                    <a:pt x="18145" y="6567"/>
                  </a:cubicBezTo>
                  <a:cubicBezTo>
                    <a:pt x="17610" y="6472"/>
                    <a:pt x="17157" y="5948"/>
                    <a:pt x="17240" y="5389"/>
                  </a:cubicBezTo>
                  <a:cubicBezTo>
                    <a:pt x="17270" y="5272"/>
                    <a:pt x="17171" y="5171"/>
                    <a:pt x="17063" y="5171"/>
                  </a:cubicBezTo>
                  <a:cubicBezTo>
                    <a:pt x="17039" y="5171"/>
                    <a:pt x="17014" y="5176"/>
                    <a:pt x="16990" y="5186"/>
                  </a:cubicBezTo>
                  <a:cubicBezTo>
                    <a:pt x="16845" y="5263"/>
                    <a:pt x="16607" y="5371"/>
                    <a:pt x="16405" y="5371"/>
                  </a:cubicBezTo>
                  <a:cubicBezTo>
                    <a:pt x="16260" y="5371"/>
                    <a:pt x="16133" y="5315"/>
                    <a:pt x="16074" y="5151"/>
                  </a:cubicBezTo>
                  <a:cubicBezTo>
                    <a:pt x="16026" y="4984"/>
                    <a:pt x="16026" y="4817"/>
                    <a:pt x="16038" y="4651"/>
                  </a:cubicBezTo>
                  <a:cubicBezTo>
                    <a:pt x="16050" y="4472"/>
                    <a:pt x="16038" y="4305"/>
                    <a:pt x="15978" y="4139"/>
                  </a:cubicBezTo>
                  <a:cubicBezTo>
                    <a:pt x="15962" y="4063"/>
                    <a:pt x="15898" y="4017"/>
                    <a:pt x="15828" y="4017"/>
                  </a:cubicBezTo>
                  <a:cubicBezTo>
                    <a:pt x="15799" y="4017"/>
                    <a:pt x="15769" y="4026"/>
                    <a:pt x="15740" y="4043"/>
                  </a:cubicBezTo>
                  <a:cubicBezTo>
                    <a:pt x="15534" y="4134"/>
                    <a:pt x="15241" y="4265"/>
                    <a:pt x="14974" y="4265"/>
                  </a:cubicBezTo>
                  <a:cubicBezTo>
                    <a:pt x="14856" y="4265"/>
                    <a:pt x="14743" y="4240"/>
                    <a:pt x="14645" y="4174"/>
                  </a:cubicBezTo>
                  <a:cubicBezTo>
                    <a:pt x="14264" y="3936"/>
                    <a:pt x="14490" y="3377"/>
                    <a:pt x="14621" y="3055"/>
                  </a:cubicBezTo>
                  <a:lnTo>
                    <a:pt x="14609" y="3055"/>
                  </a:lnTo>
                  <a:cubicBezTo>
                    <a:pt x="14728" y="3019"/>
                    <a:pt x="14835" y="2972"/>
                    <a:pt x="14943" y="2924"/>
                  </a:cubicBezTo>
                  <a:cubicBezTo>
                    <a:pt x="15216" y="2817"/>
                    <a:pt x="15478" y="2698"/>
                    <a:pt x="15740" y="2579"/>
                  </a:cubicBezTo>
                  <a:cubicBezTo>
                    <a:pt x="16264" y="2353"/>
                    <a:pt x="16788" y="2115"/>
                    <a:pt x="17300" y="1864"/>
                  </a:cubicBezTo>
                  <a:lnTo>
                    <a:pt x="18491" y="1305"/>
                  </a:lnTo>
                  <a:close/>
                  <a:moveTo>
                    <a:pt x="14121" y="3519"/>
                  </a:moveTo>
                  <a:lnTo>
                    <a:pt x="14121" y="3519"/>
                  </a:lnTo>
                  <a:cubicBezTo>
                    <a:pt x="14073" y="3865"/>
                    <a:pt x="14133" y="4198"/>
                    <a:pt x="14443" y="4412"/>
                  </a:cubicBezTo>
                  <a:cubicBezTo>
                    <a:pt x="14617" y="4518"/>
                    <a:pt x="14810" y="4572"/>
                    <a:pt x="15005" y="4572"/>
                  </a:cubicBezTo>
                  <a:cubicBezTo>
                    <a:pt x="15116" y="4572"/>
                    <a:pt x="15227" y="4554"/>
                    <a:pt x="15335" y="4520"/>
                  </a:cubicBezTo>
                  <a:cubicBezTo>
                    <a:pt x="15455" y="4484"/>
                    <a:pt x="15586" y="4448"/>
                    <a:pt x="15693" y="4400"/>
                  </a:cubicBezTo>
                  <a:lnTo>
                    <a:pt x="15693" y="4400"/>
                  </a:lnTo>
                  <a:cubicBezTo>
                    <a:pt x="15740" y="4770"/>
                    <a:pt x="15609" y="5186"/>
                    <a:pt x="15871" y="5484"/>
                  </a:cubicBezTo>
                  <a:cubicBezTo>
                    <a:pt x="16018" y="5649"/>
                    <a:pt x="16198" y="5709"/>
                    <a:pt x="16387" y="5709"/>
                  </a:cubicBezTo>
                  <a:cubicBezTo>
                    <a:pt x="16552" y="5709"/>
                    <a:pt x="16723" y="5664"/>
                    <a:pt x="16883" y="5603"/>
                  </a:cubicBezTo>
                  <a:cubicBezTo>
                    <a:pt x="16895" y="5639"/>
                    <a:pt x="16895" y="5663"/>
                    <a:pt x="16895" y="5686"/>
                  </a:cubicBezTo>
                  <a:lnTo>
                    <a:pt x="16848" y="5734"/>
                  </a:lnTo>
                  <a:lnTo>
                    <a:pt x="16919" y="5805"/>
                  </a:lnTo>
                  <a:cubicBezTo>
                    <a:pt x="17050" y="6353"/>
                    <a:pt x="17479" y="6782"/>
                    <a:pt x="18026" y="6913"/>
                  </a:cubicBezTo>
                  <a:cubicBezTo>
                    <a:pt x="16657" y="8401"/>
                    <a:pt x="15205" y="9806"/>
                    <a:pt x="13716" y="11175"/>
                  </a:cubicBezTo>
                  <a:cubicBezTo>
                    <a:pt x="12145" y="12628"/>
                    <a:pt x="10537" y="14045"/>
                    <a:pt x="8989" y="15521"/>
                  </a:cubicBezTo>
                  <a:cubicBezTo>
                    <a:pt x="8597" y="15890"/>
                    <a:pt x="8204" y="16259"/>
                    <a:pt x="7811" y="16652"/>
                  </a:cubicBezTo>
                  <a:cubicBezTo>
                    <a:pt x="7454" y="17009"/>
                    <a:pt x="7096" y="17390"/>
                    <a:pt x="6727" y="17735"/>
                  </a:cubicBezTo>
                  <a:cubicBezTo>
                    <a:pt x="6389" y="18062"/>
                    <a:pt x="5994" y="18331"/>
                    <a:pt x="5520" y="18331"/>
                  </a:cubicBezTo>
                  <a:cubicBezTo>
                    <a:pt x="5509" y="18331"/>
                    <a:pt x="5499" y="18331"/>
                    <a:pt x="5489" y="18331"/>
                  </a:cubicBezTo>
                  <a:cubicBezTo>
                    <a:pt x="5108" y="18307"/>
                    <a:pt x="4763" y="18188"/>
                    <a:pt x="4453" y="17962"/>
                  </a:cubicBezTo>
                  <a:cubicBezTo>
                    <a:pt x="4346" y="17890"/>
                    <a:pt x="4251" y="17807"/>
                    <a:pt x="4156" y="17724"/>
                  </a:cubicBezTo>
                  <a:cubicBezTo>
                    <a:pt x="3894" y="17485"/>
                    <a:pt x="3655" y="17212"/>
                    <a:pt x="3453" y="16926"/>
                  </a:cubicBezTo>
                  <a:cubicBezTo>
                    <a:pt x="4179" y="16140"/>
                    <a:pt x="4941" y="15390"/>
                    <a:pt x="5691" y="14628"/>
                  </a:cubicBezTo>
                  <a:cubicBezTo>
                    <a:pt x="6477" y="13830"/>
                    <a:pt x="7275" y="13033"/>
                    <a:pt x="8073" y="12223"/>
                  </a:cubicBezTo>
                  <a:lnTo>
                    <a:pt x="8061" y="12223"/>
                  </a:lnTo>
                  <a:cubicBezTo>
                    <a:pt x="9668" y="10616"/>
                    <a:pt x="11275" y="9020"/>
                    <a:pt x="12871" y="7413"/>
                  </a:cubicBezTo>
                  <a:lnTo>
                    <a:pt x="14216" y="6079"/>
                  </a:lnTo>
                  <a:cubicBezTo>
                    <a:pt x="14657" y="5651"/>
                    <a:pt x="15085" y="5186"/>
                    <a:pt x="15478" y="4698"/>
                  </a:cubicBezTo>
                  <a:cubicBezTo>
                    <a:pt x="15488" y="4689"/>
                    <a:pt x="15474" y="4671"/>
                    <a:pt x="15456" y="4671"/>
                  </a:cubicBezTo>
                  <a:cubicBezTo>
                    <a:pt x="15452" y="4671"/>
                    <a:pt x="15447" y="4672"/>
                    <a:pt x="15443" y="4674"/>
                  </a:cubicBezTo>
                  <a:cubicBezTo>
                    <a:pt x="15002" y="5008"/>
                    <a:pt x="14585" y="5365"/>
                    <a:pt x="14192" y="5746"/>
                  </a:cubicBezTo>
                  <a:cubicBezTo>
                    <a:pt x="13788" y="6127"/>
                    <a:pt x="13383" y="6520"/>
                    <a:pt x="12978" y="6913"/>
                  </a:cubicBezTo>
                  <a:cubicBezTo>
                    <a:pt x="12168" y="7699"/>
                    <a:pt x="11347" y="8484"/>
                    <a:pt x="10549" y="9282"/>
                  </a:cubicBezTo>
                  <a:cubicBezTo>
                    <a:pt x="8942" y="10877"/>
                    <a:pt x="7358" y="12497"/>
                    <a:pt x="5787" y="14140"/>
                  </a:cubicBezTo>
                  <a:cubicBezTo>
                    <a:pt x="4965" y="14997"/>
                    <a:pt x="4144" y="15878"/>
                    <a:pt x="3310" y="16712"/>
                  </a:cubicBezTo>
                  <a:cubicBezTo>
                    <a:pt x="3274" y="16664"/>
                    <a:pt x="3239" y="16616"/>
                    <a:pt x="3203" y="16557"/>
                  </a:cubicBezTo>
                  <a:cubicBezTo>
                    <a:pt x="3060" y="16342"/>
                    <a:pt x="2977" y="16104"/>
                    <a:pt x="2953" y="15854"/>
                  </a:cubicBezTo>
                  <a:cubicBezTo>
                    <a:pt x="2953" y="15592"/>
                    <a:pt x="3001" y="15330"/>
                    <a:pt x="3108" y="15080"/>
                  </a:cubicBezTo>
                  <a:cubicBezTo>
                    <a:pt x="3322" y="14616"/>
                    <a:pt x="3572" y="14164"/>
                    <a:pt x="3882" y="13747"/>
                  </a:cubicBezTo>
                  <a:cubicBezTo>
                    <a:pt x="4167" y="13318"/>
                    <a:pt x="4465" y="12913"/>
                    <a:pt x="4787" y="12509"/>
                  </a:cubicBezTo>
                  <a:cubicBezTo>
                    <a:pt x="5108" y="12104"/>
                    <a:pt x="5441" y="11711"/>
                    <a:pt x="5787" y="11330"/>
                  </a:cubicBezTo>
                  <a:cubicBezTo>
                    <a:pt x="6680" y="10461"/>
                    <a:pt x="7549" y="9604"/>
                    <a:pt x="8430" y="8734"/>
                  </a:cubicBezTo>
                  <a:cubicBezTo>
                    <a:pt x="9692" y="7496"/>
                    <a:pt x="10990" y="6294"/>
                    <a:pt x="12299" y="5115"/>
                  </a:cubicBezTo>
                  <a:cubicBezTo>
                    <a:pt x="12895" y="4579"/>
                    <a:pt x="13502" y="4055"/>
                    <a:pt x="14121" y="3519"/>
                  </a:cubicBezTo>
                  <a:close/>
                  <a:moveTo>
                    <a:pt x="2751" y="14985"/>
                  </a:moveTo>
                  <a:lnTo>
                    <a:pt x="2751" y="14985"/>
                  </a:lnTo>
                  <a:cubicBezTo>
                    <a:pt x="2620" y="15295"/>
                    <a:pt x="2560" y="15628"/>
                    <a:pt x="2596" y="15961"/>
                  </a:cubicBezTo>
                  <a:cubicBezTo>
                    <a:pt x="2643" y="16497"/>
                    <a:pt x="2977" y="16926"/>
                    <a:pt x="3298" y="17331"/>
                  </a:cubicBezTo>
                  <a:cubicBezTo>
                    <a:pt x="3826" y="18020"/>
                    <a:pt x="4588" y="18700"/>
                    <a:pt x="5486" y="18700"/>
                  </a:cubicBezTo>
                  <a:cubicBezTo>
                    <a:pt x="5581" y="18700"/>
                    <a:pt x="5677" y="18692"/>
                    <a:pt x="5775" y="18676"/>
                  </a:cubicBezTo>
                  <a:lnTo>
                    <a:pt x="5775" y="18676"/>
                  </a:lnTo>
                  <a:cubicBezTo>
                    <a:pt x="5596" y="18855"/>
                    <a:pt x="5406" y="19033"/>
                    <a:pt x="5215" y="19200"/>
                  </a:cubicBezTo>
                  <a:cubicBezTo>
                    <a:pt x="5155" y="19189"/>
                    <a:pt x="5095" y="19186"/>
                    <a:pt x="5033" y="19186"/>
                  </a:cubicBezTo>
                  <a:cubicBezTo>
                    <a:pt x="4933" y="19186"/>
                    <a:pt x="4830" y="19195"/>
                    <a:pt x="4730" y="19195"/>
                  </a:cubicBezTo>
                  <a:cubicBezTo>
                    <a:pt x="4685" y="19195"/>
                    <a:pt x="4640" y="19193"/>
                    <a:pt x="4596" y="19188"/>
                  </a:cubicBezTo>
                  <a:cubicBezTo>
                    <a:pt x="4370" y="19152"/>
                    <a:pt x="4156" y="19093"/>
                    <a:pt x="3953" y="18998"/>
                  </a:cubicBezTo>
                  <a:cubicBezTo>
                    <a:pt x="3548" y="18819"/>
                    <a:pt x="3203" y="18545"/>
                    <a:pt x="2929" y="18188"/>
                  </a:cubicBezTo>
                  <a:cubicBezTo>
                    <a:pt x="2381" y="17485"/>
                    <a:pt x="2215" y="16569"/>
                    <a:pt x="2215" y="15700"/>
                  </a:cubicBezTo>
                  <a:lnTo>
                    <a:pt x="2727" y="15021"/>
                  </a:lnTo>
                  <a:cubicBezTo>
                    <a:pt x="2727" y="15009"/>
                    <a:pt x="2739" y="14997"/>
                    <a:pt x="2751" y="14985"/>
                  </a:cubicBezTo>
                  <a:close/>
                  <a:moveTo>
                    <a:pt x="2024" y="15938"/>
                  </a:moveTo>
                  <a:lnTo>
                    <a:pt x="2024" y="15938"/>
                  </a:lnTo>
                  <a:cubicBezTo>
                    <a:pt x="1965" y="16819"/>
                    <a:pt x="2215" y="17700"/>
                    <a:pt x="2727" y="18414"/>
                  </a:cubicBezTo>
                  <a:cubicBezTo>
                    <a:pt x="3024" y="18807"/>
                    <a:pt x="3417" y="19105"/>
                    <a:pt x="3858" y="19307"/>
                  </a:cubicBezTo>
                  <a:cubicBezTo>
                    <a:pt x="4072" y="19414"/>
                    <a:pt x="4298" y="19474"/>
                    <a:pt x="4537" y="19509"/>
                  </a:cubicBezTo>
                  <a:cubicBezTo>
                    <a:pt x="4620" y="19521"/>
                    <a:pt x="4727" y="19545"/>
                    <a:pt x="4822" y="19545"/>
                  </a:cubicBezTo>
                  <a:cubicBezTo>
                    <a:pt x="4608" y="19736"/>
                    <a:pt x="4394" y="19926"/>
                    <a:pt x="4167" y="20117"/>
                  </a:cubicBezTo>
                  <a:cubicBezTo>
                    <a:pt x="3598" y="20594"/>
                    <a:pt x="2855" y="21237"/>
                    <a:pt x="2065" y="21237"/>
                  </a:cubicBezTo>
                  <a:cubicBezTo>
                    <a:pt x="1930" y="21237"/>
                    <a:pt x="1793" y="21218"/>
                    <a:pt x="1655" y="21176"/>
                  </a:cubicBezTo>
                  <a:cubicBezTo>
                    <a:pt x="750" y="20914"/>
                    <a:pt x="429" y="19855"/>
                    <a:pt x="500" y="19009"/>
                  </a:cubicBezTo>
                  <a:cubicBezTo>
                    <a:pt x="584" y="18045"/>
                    <a:pt x="1119" y="17176"/>
                    <a:pt x="1679" y="16414"/>
                  </a:cubicBezTo>
                  <a:cubicBezTo>
                    <a:pt x="1798" y="16247"/>
                    <a:pt x="1917" y="16092"/>
                    <a:pt x="2024" y="15938"/>
                  </a:cubicBezTo>
                  <a:close/>
                  <a:moveTo>
                    <a:pt x="20278" y="0"/>
                  </a:moveTo>
                  <a:cubicBezTo>
                    <a:pt x="20250" y="0"/>
                    <a:pt x="20221" y="6"/>
                    <a:pt x="20193" y="19"/>
                  </a:cubicBezTo>
                  <a:cubicBezTo>
                    <a:pt x="19169" y="519"/>
                    <a:pt x="18157" y="1019"/>
                    <a:pt x="17133" y="1531"/>
                  </a:cubicBezTo>
                  <a:cubicBezTo>
                    <a:pt x="16633" y="1769"/>
                    <a:pt x="16145" y="2019"/>
                    <a:pt x="15645" y="2281"/>
                  </a:cubicBezTo>
                  <a:cubicBezTo>
                    <a:pt x="15395" y="2412"/>
                    <a:pt x="15133" y="2555"/>
                    <a:pt x="14883" y="2686"/>
                  </a:cubicBezTo>
                  <a:cubicBezTo>
                    <a:pt x="14776" y="2746"/>
                    <a:pt x="14669" y="2817"/>
                    <a:pt x="14562" y="2877"/>
                  </a:cubicBezTo>
                  <a:cubicBezTo>
                    <a:pt x="14526" y="2853"/>
                    <a:pt x="14481" y="2841"/>
                    <a:pt x="14437" y="2841"/>
                  </a:cubicBezTo>
                  <a:cubicBezTo>
                    <a:pt x="14392" y="2841"/>
                    <a:pt x="14347" y="2853"/>
                    <a:pt x="14312" y="2877"/>
                  </a:cubicBezTo>
                  <a:cubicBezTo>
                    <a:pt x="12930" y="4008"/>
                    <a:pt x="11609" y="5222"/>
                    <a:pt x="10311" y="6448"/>
                  </a:cubicBezTo>
                  <a:cubicBezTo>
                    <a:pt x="9728" y="7008"/>
                    <a:pt x="9156" y="7568"/>
                    <a:pt x="8585" y="8127"/>
                  </a:cubicBezTo>
                  <a:cubicBezTo>
                    <a:pt x="8061" y="8580"/>
                    <a:pt x="7561" y="9044"/>
                    <a:pt x="7061" y="9520"/>
                  </a:cubicBezTo>
                  <a:cubicBezTo>
                    <a:pt x="6287" y="10258"/>
                    <a:pt x="5560" y="11044"/>
                    <a:pt x="4870" y="11854"/>
                  </a:cubicBezTo>
                  <a:cubicBezTo>
                    <a:pt x="4382" y="12425"/>
                    <a:pt x="3929" y="13021"/>
                    <a:pt x="3513" y="13640"/>
                  </a:cubicBezTo>
                  <a:cubicBezTo>
                    <a:pt x="3358" y="13783"/>
                    <a:pt x="3215" y="13937"/>
                    <a:pt x="3072" y="14104"/>
                  </a:cubicBezTo>
                  <a:cubicBezTo>
                    <a:pt x="2893" y="14330"/>
                    <a:pt x="2691" y="14545"/>
                    <a:pt x="2512" y="14783"/>
                  </a:cubicBezTo>
                  <a:cubicBezTo>
                    <a:pt x="2167" y="15223"/>
                    <a:pt x="1810" y="15652"/>
                    <a:pt x="1477" y="16104"/>
                  </a:cubicBezTo>
                  <a:cubicBezTo>
                    <a:pt x="846" y="16926"/>
                    <a:pt x="262" y="17807"/>
                    <a:pt x="119" y="18855"/>
                  </a:cubicBezTo>
                  <a:cubicBezTo>
                    <a:pt x="0" y="19807"/>
                    <a:pt x="298" y="20891"/>
                    <a:pt x="1167" y="21391"/>
                  </a:cubicBezTo>
                  <a:cubicBezTo>
                    <a:pt x="1439" y="21546"/>
                    <a:pt x="1721" y="21611"/>
                    <a:pt x="2002" y="21611"/>
                  </a:cubicBezTo>
                  <a:cubicBezTo>
                    <a:pt x="2692" y="21611"/>
                    <a:pt x="3380" y="21218"/>
                    <a:pt x="3929" y="20795"/>
                  </a:cubicBezTo>
                  <a:cubicBezTo>
                    <a:pt x="4870" y="20069"/>
                    <a:pt x="5739" y="19248"/>
                    <a:pt x="6525" y="18355"/>
                  </a:cubicBezTo>
                  <a:cubicBezTo>
                    <a:pt x="6727" y="18212"/>
                    <a:pt x="6918" y="18057"/>
                    <a:pt x="7084" y="17890"/>
                  </a:cubicBezTo>
                  <a:cubicBezTo>
                    <a:pt x="7477" y="17497"/>
                    <a:pt x="7858" y="17104"/>
                    <a:pt x="8251" y="16723"/>
                  </a:cubicBezTo>
                  <a:cubicBezTo>
                    <a:pt x="9847" y="15152"/>
                    <a:pt x="11525" y="13664"/>
                    <a:pt x="13180" y="12163"/>
                  </a:cubicBezTo>
                  <a:cubicBezTo>
                    <a:pt x="14824" y="10663"/>
                    <a:pt x="16467" y="9139"/>
                    <a:pt x="17991" y="7496"/>
                  </a:cubicBezTo>
                  <a:cubicBezTo>
                    <a:pt x="18181" y="7294"/>
                    <a:pt x="18360" y="7091"/>
                    <a:pt x="18538" y="6889"/>
                  </a:cubicBezTo>
                  <a:cubicBezTo>
                    <a:pt x="18610" y="6806"/>
                    <a:pt x="18610" y="6698"/>
                    <a:pt x="18538" y="6627"/>
                  </a:cubicBezTo>
                  <a:cubicBezTo>
                    <a:pt x="18848" y="5591"/>
                    <a:pt x="19157" y="4567"/>
                    <a:pt x="19467" y="3531"/>
                  </a:cubicBezTo>
                  <a:cubicBezTo>
                    <a:pt x="19800" y="2436"/>
                    <a:pt x="20146" y="1353"/>
                    <a:pt x="20491" y="257"/>
                  </a:cubicBezTo>
                  <a:cubicBezTo>
                    <a:pt x="20520" y="121"/>
                    <a:pt x="20406" y="0"/>
                    <a:pt x="202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61" name="Google Shape;2461;p53"/>
          <p:cNvGrpSpPr/>
          <p:nvPr/>
        </p:nvGrpSpPr>
        <p:grpSpPr>
          <a:xfrm>
            <a:off x="7607294" y="857672"/>
            <a:ext cx="591238" cy="817458"/>
            <a:chOff x="3016700" y="70950"/>
            <a:chExt cx="334600" cy="462625"/>
          </a:xfrm>
        </p:grpSpPr>
        <p:sp>
          <p:nvSpPr>
            <p:cNvPr id="2462" name="Google Shape;2462;p53"/>
            <p:cNvSpPr/>
            <p:nvPr/>
          </p:nvSpPr>
          <p:spPr>
            <a:xfrm>
              <a:off x="3180125" y="314850"/>
              <a:ext cx="77400" cy="100025"/>
            </a:xfrm>
            <a:custGeom>
              <a:avLst/>
              <a:gdLst/>
              <a:ahLst/>
              <a:cxnLst/>
              <a:rect l="l" t="t" r="r" b="b"/>
              <a:pathLst>
                <a:path w="3096" h="4001" extrusionOk="0">
                  <a:moveTo>
                    <a:pt x="2012" y="0"/>
                  </a:moveTo>
                  <a:cubicBezTo>
                    <a:pt x="1703" y="608"/>
                    <a:pt x="1310" y="1179"/>
                    <a:pt x="965" y="1762"/>
                  </a:cubicBezTo>
                  <a:cubicBezTo>
                    <a:pt x="786" y="2048"/>
                    <a:pt x="619" y="2334"/>
                    <a:pt x="441" y="2620"/>
                  </a:cubicBezTo>
                  <a:cubicBezTo>
                    <a:pt x="310" y="2858"/>
                    <a:pt x="167" y="3096"/>
                    <a:pt x="0" y="3322"/>
                  </a:cubicBezTo>
                  <a:cubicBezTo>
                    <a:pt x="429" y="3453"/>
                    <a:pt x="810" y="3679"/>
                    <a:pt x="1131" y="4001"/>
                  </a:cubicBezTo>
                  <a:cubicBezTo>
                    <a:pt x="1179" y="3894"/>
                    <a:pt x="1227" y="3798"/>
                    <a:pt x="1274" y="3703"/>
                  </a:cubicBezTo>
                  <a:cubicBezTo>
                    <a:pt x="1358" y="3548"/>
                    <a:pt x="1429" y="3405"/>
                    <a:pt x="1512" y="3251"/>
                  </a:cubicBezTo>
                  <a:cubicBezTo>
                    <a:pt x="1691" y="2941"/>
                    <a:pt x="1858" y="2620"/>
                    <a:pt x="2036" y="2310"/>
                  </a:cubicBezTo>
                  <a:cubicBezTo>
                    <a:pt x="2227" y="2001"/>
                    <a:pt x="2405" y="1691"/>
                    <a:pt x="2596" y="1381"/>
                  </a:cubicBezTo>
                  <a:cubicBezTo>
                    <a:pt x="2763" y="1096"/>
                    <a:pt x="2917" y="810"/>
                    <a:pt x="3096" y="536"/>
                  </a:cubicBezTo>
                  <a:cubicBezTo>
                    <a:pt x="2703" y="429"/>
                    <a:pt x="2334" y="250"/>
                    <a:pt x="201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53"/>
            <p:cNvSpPr/>
            <p:nvPr/>
          </p:nvSpPr>
          <p:spPr>
            <a:xfrm>
              <a:off x="3134875" y="162750"/>
              <a:ext cx="96475" cy="74425"/>
            </a:xfrm>
            <a:custGeom>
              <a:avLst/>
              <a:gdLst/>
              <a:ahLst/>
              <a:cxnLst/>
              <a:rect l="l" t="t" r="r" b="b"/>
              <a:pathLst>
                <a:path w="3859" h="2977" extrusionOk="0">
                  <a:moveTo>
                    <a:pt x="739" y="0"/>
                  </a:moveTo>
                  <a:cubicBezTo>
                    <a:pt x="596" y="429"/>
                    <a:pt x="358" y="810"/>
                    <a:pt x="24" y="1119"/>
                  </a:cubicBezTo>
                  <a:lnTo>
                    <a:pt x="1" y="1131"/>
                  </a:lnTo>
                  <a:cubicBezTo>
                    <a:pt x="191" y="1227"/>
                    <a:pt x="370" y="1334"/>
                    <a:pt x="560" y="1441"/>
                  </a:cubicBezTo>
                  <a:cubicBezTo>
                    <a:pt x="834" y="1619"/>
                    <a:pt x="1132" y="1786"/>
                    <a:pt x="1417" y="1953"/>
                  </a:cubicBezTo>
                  <a:cubicBezTo>
                    <a:pt x="1691" y="2131"/>
                    <a:pt x="1977" y="2298"/>
                    <a:pt x="2275" y="2465"/>
                  </a:cubicBezTo>
                  <a:cubicBezTo>
                    <a:pt x="2560" y="2620"/>
                    <a:pt x="2834" y="2786"/>
                    <a:pt x="3096" y="2977"/>
                  </a:cubicBezTo>
                  <a:cubicBezTo>
                    <a:pt x="3144" y="2822"/>
                    <a:pt x="3215" y="2679"/>
                    <a:pt x="3299" y="2536"/>
                  </a:cubicBezTo>
                  <a:cubicBezTo>
                    <a:pt x="3441" y="2262"/>
                    <a:pt x="3632" y="2024"/>
                    <a:pt x="3858" y="1822"/>
                  </a:cubicBezTo>
                  <a:cubicBezTo>
                    <a:pt x="3596" y="1691"/>
                    <a:pt x="3358" y="1512"/>
                    <a:pt x="3120" y="1369"/>
                  </a:cubicBezTo>
                  <a:cubicBezTo>
                    <a:pt x="2834" y="1203"/>
                    <a:pt x="2548" y="1036"/>
                    <a:pt x="2275" y="869"/>
                  </a:cubicBezTo>
                  <a:cubicBezTo>
                    <a:pt x="1989" y="703"/>
                    <a:pt x="1703" y="536"/>
                    <a:pt x="1417" y="381"/>
                  </a:cubicBezTo>
                  <a:cubicBezTo>
                    <a:pt x="1263" y="298"/>
                    <a:pt x="1096" y="215"/>
                    <a:pt x="953" y="119"/>
                  </a:cubicBezTo>
                  <a:cubicBezTo>
                    <a:pt x="882" y="84"/>
                    <a:pt x="810" y="48"/>
                    <a:pt x="73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53"/>
            <p:cNvSpPr/>
            <p:nvPr/>
          </p:nvSpPr>
          <p:spPr>
            <a:xfrm>
              <a:off x="3097675" y="404225"/>
              <a:ext cx="126525" cy="118700"/>
            </a:xfrm>
            <a:custGeom>
              <a:avLst/>
              <a:gdLst/>
              <a:ahLst/>
              <a:cxnLst/>
              <a:rect l="l" t="t" r="r" b="b"/>
              <a:pathLst>
                <a:path w="5061" h="4748" extrusionOk="0">
                  <a:moveTo>
                    <a:pt x="2423" y="1"/>
                  </a:moveTo>
                  <a:cubicBezTo>
                    <a:pt x="1880" y="1"/>
                    <a:pt x="1335" y="168"/>
                    <a:pt x="905" y="497"/>
                  </a:cubicBezTo>
                  <a:cubicBezTo>
                    <a:pt x="691" y="664"/>
                    <a:pt x="500" y="866"/>
                    <a:pt x="357" y="1104"/>
                  </a:cubicBezTo>
                  <a:cubicBezTo>
                    <a:pt x="131" y="1545"/>
                    <a:pt x="0" y="2033"/>
                    <a:pt x="0" y="2521"/>
                  </a:cubicBezTo>
                  <a:cubicBezTo>
                    <a:pt x="0" y="2771"/>
                    <a:pt x="36" y="3009"/>
                    <a:pt x="107" y="3236"/>
                  </a:cubicBezTo>
                  <a:cubicBezTo>
                    <a:pt x="119" y="3248"/>
                    <a:pt x="119" y="3259"/>
                    <a:pt x="119" y="3271"/>
                  </a:cubicBezTo>
                  <a:cubicBezTo>
                    <a:pt x="167" y="3402"/>
                    <a:pt x="238" y="3545"/>
                    <a:pt x="322" y="3664"/>
                  </a:cubicBezTo>
                  <a:cubicBezTo>
                    <a:pt x="548" y="3998"/>
                    <a:pt x="869" y="4260"/>
                    <a:pt x="1227" y="4450"/>
                  </a:cubicBezTo>
                  <a:cubicBezTo>
                    <a:pt x="1599" y="4651"/>
                    <a:pt x="2003" y="4747"/>
                    <a:pt x="2402" y="4747"/>
                  </a:cubicBezTo>
                  <a:cubicBezTo>
                    <a:pt x="3164" y="4747"/>
                    <a:pt x="3909" y="4396"/>
                    <a:pt x="4394" y="3748"/>
                  </a:cubicBezTo>
                  <a:cubicBezTo>
                    <a:pt x="5060" y="2819"/>
                    <a:pt x="4906" y="1450"/>
                    <a:pt x="4096" y="652"/>
                  </a:cubicBezTo>
                  <a:cubicBezTo>
                    <a:pt x="3653" y="216"/>
                    <a:pt x="3039" y="1"/>
                    <a:pt x="24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53"/>
            <p:cNvSpPr/>
            <p:nvPr/>
          </p:nvSpPr>
          <p:spPr>
            <a:xfrm>
              <a:off x="3213750" y="201350"/>
              <a:ext cx="126525" cy="118375"/>
            </a:xfrm>
            <a:custGeom>
              <a:avLst/>
              <a:gdLst/>
              <a:ahLst/>
              <a:cxnLst/>
              <a:rect l="l" t="t" r="r" b="b"/>
              <a:pathLst>
                <a:path w="5061" h="4735" extrusionOk="0">
                  <a:moveTo>
                    <a:pt x="2429" y="1"/>
                  </a:moveTo>
                  <a:cubicBezTo>
                    <a:pt x="1884" y="1"/>
                    <a:pt x="1337" y="167"/>
                    <a:pt x="906" y="492"/>
                  </a:cubicBezTo>
                  <a:cubicBezTo>
                    <a:pt x="691" y="659"/>
                    <a:pt x="501" y="861"/>
                    <a:pt x="358" y="1099"/>
                  </a:cubicBezTo>
                  <a:cubicBezTo>
                    <a:pt x="191" y="1421"/>
                    <a:pt x="84" y="1766"/>
                    <a:pt x="24" y="2123"/>
                  </a:cubicBezTo>
                  <a:cubicBezTo>
                    <a:pt x="13" y="2254"/>
                    <a:pt x="1" y="2385"/>
                    <a:pt x="1" y="2516"/>
                  </a:cubicBezTo>
                  <a:cubicBezTo>
                    <a:pt x="1" y="2754"/>
                    <a:pt x="36" y="2992"/>
                    <a:pt x="108" y="3231"/>
                  </a:cubicBezTo>
                  <a:lnTo>
                    <a:pt x="120" y="3254"/>
                  </a:lnTo>
                  <a:cubicBezTo>
                    <a:pt x="167" y="3397"/>
                    <a:pt x="239" y="3540"/>
                    <a:pt x="322" y="3659"/>
                  </a:cubicBezTo>
                  <a:cubicBezTo>
                    <a:pt x="560" y="3993"/>
                    <a:pt x="870" y="4255"/>
                    <a:pt x="1227" y="4445"/>
                  </a:cubicBezTo>
                  <a:cubicBezTo>
                    <a:pt x="1597" y="4640"/>
                    <a:pt x="1998" y="4734"/>
                    <a:pt x="2394" y="4734"/>
                  </a:cubicBezTo>
                  <a:cubicBezTo>
                    <a:pt x="3159" y="4734"/>
                    <a:pt x="3908" y="4385"/>
                    <a:pt x="4394" y="3743"/>
                  </a:cubicBezTo>
                  <a:cubicBezTo>
                    <a:pt x="5061" y="2814"/>
                    <a:pt x="4906" y="1445"/>
                    <a:pt x="4096" y="647"/>
                  </a:cubicBezTo>
                  <a:cubicBezTo>
                    <a:pt x="3655" y="212"/>
                    <a:pt x="3043" y="1"/>
                    <a:pt x="24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53"/>
            <p:cNvSpPr/>
            <p:nvPr/>
          </p:nvSpPr>
          <p:spPr>
            <a:xfrm>
              <a:off x="3025625" y="80375"/>
              <a:ext cx="126825" cy="118700"/>
            </a:xfrm>
            <a:custGeom>
              <a:avLst/>
              <a:gdLst/>
              <a:ahLst/>
              <a:cxnLst/>
              <a:rect l="l" t="t" r="r" b="b"/>
              <a:pathLst>
                <a:path w="5073" h="4748" extrusionOk="0">
                  <a:moveTo>
                    <a:pt x="2430" y="1"/>
                  </a:moveTo>
                  <a:cubicBezTo>
                    <a:pt x="1886" y="1"/>
                    <a:pt x="1342" y="168"/>
                    <a:pt x="918" y="497"/>
                  </a:cubicBezTo>
                  <a:cubicBezTo>
                    <a:pt x="691" y="664"/>
                    <a:pt x="513" y="866"/>
                    <a:pt x="370" y="1104"/>
                  </a:cubicBezTo>
                  <a:cubicBezTo>
                    <a:pt x="132" y="1545"/>
                    <a:pt x="13" y="2033"/>
                    <a:pt x="13" y="2521"/>
                  </a:cubicBezTo>
                  <a:cubicBezTo>
                    <a:pt x="1" y="2759"/>
                    <a:pt x="49" y="2998"/>
                    <a:pt x="120" y="3236"/>
                  </a:cubicBezTo>
                  <a:lnTo>
                    <a:pt x="120" y="3260"/>
                  </a:lnTo>
                  <a:cubicBezTo>
                    <a:pt x="180" y="3402"/>
                    <a:pt x="239" y="3545"/>
                    <a:pt x="322" y="3664"/>
                  </a:cubicBezTo>
                  <a:cubicBezTo>
                    <a:pt x="561" y="3998"/>
                    <a:pt x="870" y="4260"/>
                    <a:pt x="1227" y="4450"/>
                  </a:cubicBezTo>
                  <a:cubicBezTo>
                    <a:pt x="1600" y="4651"/>
                    <a:pt x="2003" y="4747"/>
                    <a:pt x="2403" y="4747"/>
                  </a:cubicBezTo>
                  <a:cubicBezTo>
                    <a:pt x="3164" y="4747"/>
                    <a:pt x="3910" y="4396"/>
                    <a:pt x="4394" y="3748"/>
                  </a:cubicBezTo>
                  <a:cubicBezTo>
                    <a:pt x="5073" y="2819"/>
                    <a:pt x="4906" y="1450"/>
                    <a:pt x="4097" y="652"/>
                  </a:cubicBezTo>
                  <a:cubicBezTo>
                    <a:pt x="3660" y="216"/>
                    <a:pt x="3046" y="1"/>
                    <a:pt x="24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53"/>
            <p:cNvSpPr/>
            <p:nvPr/>
          </p:nvSpPr>
          <p:spPr>
            <a:xfrm>
              <a:off x="3153325" y="156800"/>
              <a:ext cx="197975" cy="261350"/>
            </a:xfrm>
            <a:custGeom>
              <a:avLst/>
              <a:gdLst/>
              <a:ahLst/>
              <a:cxnLst/>
              <a:rect l="l" t="t" r="r" b="b"/>
              <a:pathLst>
                <a:path w="7919" h="10454" extrusionOk="0">
                  <a:moveTo>
                    <a:pt x="144" y="0"/>
                  </a:moveTo>
                  <a:lnTo>
                    <a:pt x="1" y="238"/>
                  </a:lnTo>
                  <a:cubicBezTo>
                    <a:pt x="60" y="286"/>
                    <a:pt x="144" y="322"/>
                    <a:pt x="215" y="357"/>
                  </a:cubicBezTo>
                  <a:cubicBezTo>
                    <a:pt x="370" y="453"/>
                    <a:pt x="525" y="536"/>
                    <a:pt x="679" y="619"/>
                  </a:cubicBezTo>
                  <a:cubicBezTo>
                    <a:pt x="965" y="786"/>
                    <a:pt x="1251" y="941"/>
                    <a:pt x="1537" y="1107"/>
                  </a:cubicBezTo>
                  <a:cubicBezTo>
                    <a:pt x="1822" y="1274"/>
                    <a:pt x="2108" y="1441"/>
                    <a:pt x="2382" y="1607"/>
                  </a:cubicBezTo>
                  <a:cubicBezTo>
                    <a:pt x="2632" y="1750"/>
                    <a:pt x="2870" y="1929"/>
                    <a:pt x="3120" y="2048"/>
                  </a:cubicBezTo>
                  <a:cubicBezTo>
                    <a:pt x="2894" y="2262"/>
                    <a:pt x="2703" y="2500"/>
                    <a:pt x="2561" y="2762"/>
                  </a:cubicBezTo>
                  <a:lnTo>
                    <a:pt x="2775" y="2881"/>
                  </a:lnTo>
                  <a:cubicBezTo>
                    <a:pt x="2918" y="2643"/>
                    <a:pt x="3108" y="2441"/>
                    <a:pt x="3323" y="2274"/>
                  </a:cubicBezTo>
                  <a:cubicBezTo>
                    <a:pt x="3752" y="1945"/>
                    <a:pt x="4301" y="1781"/>
                    <a:pt x="4847" y="1781"/>
                  </a:cubicBezTo>
                  <a:cubicBezTo>
                    <a:pt x="5467" y="1781"/>
                    <a:pt x="6083" y="1993"/>
                    <a:pt x="6513" y="2417"/>
                  </a:cubicBezTo>
                  <a:cubicBezTo>
                    <a:pt x="7335" y="3215"/>
                    <a:pt x="7490" y="4584"/>
                    <a:pt x="6811" y="5513"/>
                  </a:cubicBezTo>
                  <a:cubicBezTo>
                    <a:pt x="6327" y="6161"/>
                    <a:pt x="5581" y="6512"/>
                    <a:pt x="4819" y="6512"/>
                  </a:cubicBezTo>
                  <a:cubicBezTo>
                    <a:pt x="4420" y="6512"/>
                    <a:pt x="4017" y="6416"/>
                    <a:pt x="3644" y="6215"/>
                  </a:cubicBezTo>
                  <a:cubicBezTo>
                    <a:pt x="3287" y="6037"/>
                    <a:pt x="2977" y="5763"/>
                    <a:pt x="2739" y="5429"/>
                  </a:cubicBezTo>
                  <a:cubicBezTo>
                    <a:pt x="2656" y="5310"/>
                    <a:pt x="2584" y="5179"/>
                    <a:pt x="2537" y="5036"/>
                  </a:cubicBezTo>
                  <a:lnTo>
                    <a:pt x="2537" y="5001"/>
                  </a:lnTo>
                  <a:cubicBezTo>
                    <a:pt x="2465" y="4774"/>
                    <a:pt x="2418" y="4536"/>
                    <a:pt x="2418" y="4298"/>
                  </a:cubicBezTo>
                  <a:cubicBezTo>
                    <a:pt x="2418" y="4167"/>
                    <a:pt x="2430" y="4024"/>
                    <a:pt x="2453" y="3893"/>
                  </a:cubicBezTo>
                  <a:lnTo>
                    <a:pt x="2227" y="3893"/>
                  </a:lnTo>
                  <a:cubicBezTo>
                    <a:pt x="2215" y="3965"/>
                    <a:pt x="2191" y="4036"/>
                    <a:pt x="2180" y="4108"/>
                  </a:cubicBezTo>
                  <a:cubicBezTo>
                    <a:pt x="2060" y="4870"/>
                    <a:pt x="2334" y="5632"/>
                    <a:pt x="2906" y="6144"/>
                  </a:cubicBezTo>
                  <a:cubicBezTo>
                    <a:pt x="2477" y="6691"/>
                    <a:pt x="2096" y="7263"/>
                    <a:pt x="1763" y="7858"/>
                  </a:cubicBezTo>
                  <a:cubicBezTo>
                    <a:pt x="1584" y="8156"/>
                    <a:pt x="1418" y="8454"/>
                    <a:pt x="1263" y="8763"/>
                  </a:cubicBezTo>
                  <a:cubicBezTo>
                    <a:pt x="1179" y="8918"/>
                    <a:pt x="1096" y="9085"/>
                    <a:pt x="1025" y="9239"/>
                  </a:cubicBezTo>
                  <a:cubicBezTo>
                    <a:pt x="977" y="9346"/>
                    <a:pt x="917" y="9466"/>
                    <a:pt x="882" y="9585"/>
                  </a:cubicBezTo>
                  <a:lnTo>
                    <a:pt x="1084" y="9632"/>
                  </a:lnTo>
                  <a:cubicBezTo>
                    <a:pt x="1239" y="9406"/>
                    <a:pt x="1394" y="9168"/>
                    <a:pt x="1525" y="8918"/>
                  </a:cubicBezTo>
                  <a:cubicBezTo>
                    <a:pt x="1703" y="8632"/>
                    <a:pt x="1870" y="8358"/>
                    <a:pt x="2049" y="8073"/>
                  </a:cubicBezTo>
                  <a:cubicBezTo>
                    <a:pt x="2394" y="7477"/>
                    <a:pt x="2787" y="6918"/>
                    <a:pt x="3096" y="6310"/>
                  </a:cubicBezTo>
                  <a:cubicBezTo>
                    <a:pt x="3418" y="6560"/>
                    <a:pt x="3787" y="6739"/>
                    <a:pt x="4180" y="6858"/>
                  </a:cubicBezTo>
                  <a:cubicBezTo>
                    <a:pt x="3989" y="7120"/>
                    <a:pt x="3835" y="7418"/>
                    <a:pt x="3668" y="7692"/>
                  </a:cubicBezTo>
                  <a:cubicBezTo>
                    <a:pt x="3489" y="8001"/>
                    <a:pt x="3299" y="8311"/>
                    <a:pt x="3120" y="8620"/>
                  </a:cubicBezTo>
                  <a:cubicBezTo>
                    <a:pt x="2942" y="8930"/>
                    <a:pt x="2763" y="9251"/>
                    <a:pt x="2596" y="9573"/>
                  </a:cubicBezTo>
                  <a:cubicBezTo>
                    <a:pt x="2501" y="9716"/>
                    <a:pt x="2430" y="9870"/>
                    <a:pt x="2358" y="10013"/>
                  </a:cubicBezTo>
                  <a:cubicBezTo>
                    <a:pt x="2311" y="10108"/>
                    <a:pt x="2251" y="10216"/>
                    <a:pt x="2203" y="10311"/>
                  </a:cubicBezTo>
                  <a:lnTo>
                    <a:pt x="2465" y="10454"/>
                  </a:lnTo>
                  <a:cubicBezTo>
                    <a:pt x="2525" y="10370"/>
                    <a:pt x="2584" y="10275"/>
                    <a:pt x="2644" y="10180"/>
                  </a:cubicBezTo>
                  <a:cubicBezTo>
                    <a:pt x="2727" y="10049"/>
                    <a:pt x="2822" y="9906"/>
                    <a:pt x="2906" y="9751"/>
                  </a:cubicBezTo>
                  <a:cubicBezTo>
                    <a:pt x="3096" y="9454"/>
                    <a:pt x="3287" y="9144"/>
                    <a:pt x="3454" y="8823"/>
                  </a:cubicBezTo>
                  <a:cubicBezTo>
                    <a:pt x="3632" y="8513"/>
                    <a:pt x="3811" y="8203"/>
                    <a:pt x="3989" y="7882"/>
                  </a:cubicBezTo>
                  <a:cubicBezTo>
                    <a:pt x="4156" y="7572"/>
                    <a:pt x="4346" y="7263"/>
                    <a:pt x="4501" y="6930"/>
                  </a:cubicBezTo>
                  <a:cubicBezTo>
                    <a:pt x="4623" y="6947"/>
                    <a:pt x="4739" y="6958"/>
                    <a:pt x="4858" y="6958"/>
                  </a:cubicBezTo>
                  <a:cubicBezTo>
                    <a:pt x="4901" y="6958"/>
                    <a:pt x="4945" y="6957"/>
                    <a:pt x="4989" y="6953"/>
                  </a:cubicBezTo>
                  <a:cubicBezTo>
                    <a:pt x="5668" y="6918"/>
                    <a:pt x="6311" y="6644"/>
                    <a:pt x="6799" y="6191"/>
                  </a:cubicBezTo>
                  <a:cubicBezTo>
                    <a:pt x="7835" y="5251"/>
                    <a:pt x="7918" y="3631"/>
                    <a:pt x="7121" y="2524"/>
                  </a:cubicBezTo>
                  <a:cubicBezTo>
                    <a:pt x="6578" y="1796"/>
                    <a:pt x="5743" y="1400"/>
                    <a:pt x="4890" y="1400"/>
                  </a:cubicBezTo>
                  <a:cubicBezTo>
                    <a:pt x="4434" y="1400"/>
                    <a:pt x="3972" y="1514"/>
                    <a:pt x="3549" y="1750"/>
                  </a:cubicBezTo>
                  <a:lnTo>
                    <a:pt x="3418" y="1834"/>
                  </a:lnTo>
                  <a:cubicBezTo>
                    <a:pt x="3144" y="1631"/>
                    <a:pt x="2858" y="1465"/>
                    <a:pt x="2561" y="1310"/>
                  </a:cubicBezTo>
                  <a:cubicBezTo>
                    <a:pt x="2275" y="1143"/>
                    <a:pt x="1989" y="988"/>
                    <a:pt x="1703" y="822"/>
                  </a:cubicBezTo>
                  <a:cubicBezTo>
                    <a:pt x="1418" y="667"/>
                    <a:pt x="1120" y="500"/>
                    <a:pt x="834" y="345"/>
                  </a:cubicBezTo>
                  <a:cubicBezTo>
                    <a:pt x="679" y="274"/>
                    <a:pt x="525" y="179"/>
                    <a:pt x="370" y="107"/>
                  </a:cubicBezTo>
                  <a:cubicBezTo>
                    <a:pt x="298" y="72"/>
                    <a:pt x="227" y="36"/>
                    <a:pt x="14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53"/>
            <p:cNvSpPr/>
            <p:nvPr/>
          </p:nvSpPr>
          <p:spPr>
            <a:xfrm>
              <a:off x="3088450" y="394900"/>
              <a:ext cx="146750" cy="138675"/>
            </a:xfrm>
            <a:custGeom>
              <a:avLst/>
              <a:gdLst/>
              <a:ahLst/>
              <a:cxnLst/>
              <a:rect l="l" t="t" r="r" b="b"/>
              <a:pathLst>
                <a:path w="5870" h="5547" extrusionOk="0">
                  <a:moveTo>
                    <a:pt x="2777" y="378"/>
                  </a:moveTo>
                  <a:cubicBezTo>
                    <a:pt x="3397" y="378"/>
                    <a:pt x="4015" y="593"/>
                    <a:pt x="4453" y="1025"/>
                  </a:cubicBezTo>
                  <a:cubicBezTo>
                    <a:pt x="5275" y="1823"/>
                    <a:pt x="5429" y="3192"/>
                    <a:pt x="4751" y="4121"/>
                  </a:cubicBezTo>
                  <a:cubicBezTo>
                    <a:pt x="4266" y="4769"/>
                    <a:pt x="3521" y="5120"/>
                    <a:pt x="2759" y="5120"/>
                  </a:cubicBezTo>
                  <a:cubicBezTo>
                    <a:pt x="2360" y="5120"/>
                    <a:pt x="1956" y="5024"/>
                    <a:pt x="1584" y="4823"/>
                  </a:cubicBezTo>
                  <a:cubicBezTo>
                    <a:pt x="1226" y="4633"/>
                    <a:pt x="917" y="4371"/>
                    <a:pt x="679" y="4037"/>
                  </a:cubicBezTo>
                  <a:cubicBezTo>
                    <a:pt x="595" y="3918"/>
                    <a:pt x="524" y="3775"/>
                    <a:pt x="476" y="3644"/>
                  </a:cubicBezTo>
                  <a:cubicBezTo>
                    <a:pt x="476" y="3632"/>
                    <a:pt x="476" y="3621"/>
                    <a:pt x="464" y="3609"/>
                  </a:cubicBezTo>
                  <a:cubicBezTo>
                    <a:pt x="393" y="3382"/>
                    <a:pt x="357" y="3144"/>
                    <a:pt x="357" y="2906"/>
                  </a:cubicBezTo>
                  <a:cubicBezTo>
                    <a:pt x="357" y="2406"/>
                    <a:pt x="476" y="1918"/>
                    <a:pt x="715" y="1477"/>
                  </a:cubicBezTo>
                  <a:cubicBezTo>
                    <a:pt x="857" y="1251"/>
                    <a:pt x="1048" y="1037"/>
                    <a:pt x="1262" y="870"/>
                  </a:cubicBezTo>
                  <a:cubicBezTo>
                    <a:pt x="1690" y="543"/>
                    <a:pt x="2234" y="378"/>
                    <a:pt x="2777" y="378"/>
                  </a:cubicBezTo>
                  <a:close/>
                  <a:moveTo>
                    <a:pt x="2835" y="0"/>
                  </a:moveTo>
                  <a:cubicBezTo>
                    <a:pt x="2369" y="0"/>
                    <a:pt x="1906" y="117"/>
                    <a:pt x="1488" y="346"/>
                  </a:cubicBezTo>
                  <a:cubicBezTo>
                    <a:pt x="726" y="799"/>
                    <a:pt x="226" y="1608"/>
                    <a:pt x="167" y="2501"/>
                  </a:cubicBezTo>
                  <a:cubicBezTo>
                    <a:pt x="155" y="2573"/>
                    <a:pt x="131" y="2644"/>
                    <a:pt x="131" y="2716"/>
                  </a:cubicBezTo>
                  <a:cubicBezTo>
                    <a:pt x="0" y="3490"/>
                    <a:pt x="286" y="4275"/>
                    <a:pt x="881" y="4787"/>
                  </a:cubicBezTo>
                  <a:cubicBezTo>
                    <a:pt x="1423" y="5293"/>
                    <a:pt x="2119" y="5546"/>
                    <a:pt x="2816" y="5546"/>
                  </a:cubicBezTo>
                  <a:cubicBezTo>
                    <a:pt x="3512" y="5546"/>
                    <a:pt x="4209" y="5293"/>
                    <a:pt x="4751" y="4787"/>
                  </a:cubicBezTo>
                  <a:cubicBezTo>
                    <a:pt x="5775" y="3847"/>
                    <a:pt x="5870" y="2228"/>
                    <a:pt x="5072" y="1108"/>
                  </a:cubicBezTo>
                  <a:cubicBezTo>
                    <a:pt x="5048" y="1085"/>
                    <a:pt x="5025" y="1049"/>
                    <a:pt x="5001" y="1013"/>
                  </a:cubicBezTo>
                  <a:cubicBezTo>
                    <a:pt x="5013" y="989"/>
                    <a:pt x="5036" y="965"/>
                    <a:pt x="5060" y="930"/>
                  </a:cubicBezTo>
                  <a:lnTo>
                    <a:pt x="4798" y="799"/>
                  </a:lnTo>
                  <a:cubicBezTo>
                    <a:pt x="4477" y="477"/>
                    <a:pt x="4096" y="251"/>
                    <a:pt x="3667" y="120"/>
                  </a:cubicBezTo>
                  <a:lnTo>
                    <a:pt x="3465" y="73"/>
                  </a:lnTo>
                  <a:cubicBezTo>
                    <a:pt x="3257" y="24"/>
                    <a:pt x="3046" y="0"/>
                    <a:pt x="28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53"/>
            <p:cNvSpPr/>
            <p:nvPr/>
          </p:nvSpPr>
          <p:spPr>
            <a:xfrm>
              <a:off x="3016700" y="70950"/>
              <a:ext cx="206000" cy="183500"/>
            </a:xfrm>
            <a:custGeom>
              <a:avLst/>
              <a:gdLst/>
              <a:ahLst/>
              <a:cxnLst/>
              <a:rect l="l" t="t" r="r" b="b"/>
              <a:pathLst>
                <a:path w="8240" h="7340" extrusionOk="0">
                  <a:moveTo>
                    <a:pt x="2777" y="382"/>
                  </a:moveTo>
                  <a:cubicBezTo>
                    <a:pt x="3398" y="382"/>
                    <a:pt x="4015" y="597"/>
                    <a:pt x="4454" y="1029"/>
                  </a:cubicBezTo>
                  <a:cubicBezTo>
                    <a:pt x="5275" y="1827"/>
                    <a:pt x="5430" y="3196"/>
                    <a:pt x="4751" y="4125"/>
                  </a:cubicBezTo>
                  <a:cubicBezTo>
                    <a:pt x="4267" y="4773"/>
                    <a:pt x="3521" y="5124"/>
                    <a:pt x="2760" y="5124"/>
                  </a:cubicBezTo>
                  <a:cubicBezTo>
                    <a:pt x="2360" y="5124"/>
                    <a:pt x="1957" y="5028"/>
                    <a:pt x="1584" y="4827"/>
                  </a:cubicBezTo>
                  <a:cubicBezTo>
                    <a:pt x="1227" y="4637"/>
                    <a:pt x="918" y="4375"/>
                    <a:pt x="679" y="4041"/>
                  </a:cubicBezTo>
                  <a:cubicBezTo>
                    <a:pt x="596" y="3922"/>
                    <a:pt x="525" y="3779"/>
                    <a:pt x="477" y="3637"/>
                  </a:cubicBezTo>
                  <a:lnTo>
                    <a:pt x="477" y="3613"/>
                  </a:lnTo>
                  <a:cubicBezTo>
                    <a:pt x="394" y="3375"/>
                    <a:pt x="358" y="3136"/>
                    <a:pt x="358" y="2898"/>
                  </a:cubicBezTo>
                  <a:cubicBezTo>
                    <a:pt x="370" y="2410"/>
                    <a:pt x="489" y="1922"/>
                    <a:pt x="727" y="1481"/>
                  </a:cubicBezTo>
                  <a:cubicBezTo>
                    <a:pt x="870" y="1243"/>
                    <a:pt x="1048" y="1041"/>
                    <a:pt x="1263" y="874"/>
                  </a:cubicBezTo>
                  <a:cubicBezTo>
                    <a:pt x="1690" y="547"/>
                    <a:pt x="2235" y="382"/>
                    <a:pt x="2777" y="382"/>
                  </a:cubicBezTo>
                  <a:close/>
                  <a:moveTo>
                    <a:pt x="2843" y="0"/>
                  </a:moveTo>
                  <a:cubicBezTo>
                    <a:pt x="2386" y="0"/>
                    <a:pt x="1925" y="114"/>
                    <a:pt x="1501" y="350"/>
                  </a:cubicBezTo>
                  <a:cubicBezTo>
                    <a:pt x="727" y="803"/>
                    <a:pt x="227" y="1612"/>
                    <a:pt x="167" y="2505"/>
                  </a:cubicBezTo>
                  <a:cubicBezTo>
                    <a:pt x="156" y="2577"/>
                    <a:pt x="144" y="2648"/>
                    <a:pt x="132" y="2720"/>
                  </a:cubicBezTo>
                  <a:cubicBezTo>
                    <a:pt x="1" y="3482"/>
                    <a:pt x="275" y="4268"/>
                    <a:pt x="870" y="4779"/>
                  </a:cubicBezTo>
                  <a:cubicBezTo>
                    <a:pt x="1418" y="5292"/>
                    <a:pt x="2148" y="5566"/>
                    <a:pt x="2894" y="5566"/>
                  </a:cubicBezTo>
                  <a:cubicBezTo>
                    <a:pt x="2910" y="5566"/>
                    <a:pt x="2926" y="5566"/>
                    <a:pt x="2942" y="5565"/>
                  </a:cubicBezTo>
                  <a:cubicBezTo>
                    <a:pt x="3513" y="5530"/>
                    <a:pt x="4061" y="5327"/>
                    <a:pt x="4513" y="4994"/>
                  </a:cubicBezTo>
                  <a:cubicBezTo>
                    <a:pt x="4704" y="5149"/>
                    <a:pt x="4894" y="5291"/>
                    <a:pt x="5109" y="5434"/>
                  </a:cubicBezTo>
                  <a:cubicBezTo>
                    <a:pt x="5382" y="5613"/>
                    <a:pt x="5656" y="5792"/>
                    <a:pt x="5942" y="5970"/>
                  </a:cubicBezTo>
                  <a:cubicBezTo>
                    <a:pt x="6228" y="6149"/>
                    <a:pt x="6513" y="6315"/>
                    <a:pt x="6799" y="6482"/>
                  </a:cubicBezTo>
                  <a:cubicBezTo>
                    <a:pt x="7085" y="6673"/>
                    <a:pt x="7383" y="6827"/>
                    <a:pt x="7692" y="6958"/>
                  </a:cubicBezTo>
                  <a:cubicBezTo>
                    <a:pt x="7704" y="6964"/>
                    <a:pt x="7713" y="6967"/>
                    <a:pt x="7722" y="6967"/>
                  </a:cubicBezTo>
                  <a:cubicBezTo>
                    <a:pt x="7731" y="6967"/>
                    <a:pt x="7740" y="6964"/>
                    <a:pt x="7752" y="6958"/>
                  </a:cubicBezTo>
                  <a:lnTo>
                    <a:pt x="7752" y="6958"/>
                  </a:lnTo>
                  <a:cubicBezTo>
                    <a:pt x="7716" y="7089"/>
                    <a:pt x="7704" y="7208"/>
                    <a:pt x="7692" y="7339"/>
                  </a:cubicBezTo>
                  <a:lnTo>
                    <a:pt x="7906" y="7339"/>
                  </a:lnTo>
                  <a:cubicBezTo>
                    <a:pt x="7966" y="6982"/>
                    <a:pt x="8073" y="6637"/>
                    <a:pt x="8240" y="6315"/>
                  </a:cubicBezTo>
                  <a:lnTo>
                    <a:pt x="8026" y="6208"/>
                  </a:lnTo>
                  <a:cubicBezTo>
                    <a:pt x="7942" y="6351"/>
                    <a:pt x="7883" y="6506"/>
                    <a:pt x="7835" y="6661"/>
                  </a:cubicBezTo>
                  <a:cubicBezTo>
                    <a:pt x="7573" y="6458"/>
                    <a:pt x="7287" y="6292"/>
                    <a:pt x="7002" y="6137"/>
                  </a:cubicBezTo>
                  <a:cubicBezTo>
                    <a:pt x="6716" y="5970"/>
                    <a:pt x="6430" y="5803"/>
                    <a:pt x="6144" y="5625"/>
                  </a:cubicBezTo>
                  <a:cubicBezTo>
                    <a:pt x="5859" y="5458"/>
                    <a:pt x="5573" y="5291"/>
                    <a:pt x="5287" y="5113"/>
                  </a:cubicBezTo>
                  <a:cubicBezTo>
                    <a:pt x="5109" y="5006"/>
                    <a:pt x="4930" y="4899"/>
                    <a:pt x="4739" y="4803"/>
                  </a:cubicBezTo>
                  <a:lnTo>
                    <a:pt x="4751" y="4791"/>
                  </a:lnTo>
                  <a:cubicBezTo>
                    <a:pt x="5085" y="4482"/>
                    <a:pt x="5335" y="4101"/>
                    <a:pt x="5466" y="3672"/>
                  </a:cubicBezTo>
                  <a:lnTo>
                    <a:pt x="5620" y="3434"/>
                  </a:lnTo>
                  <a:lnTo>
                    <a:pt x="5537" y="3398"/>
                  </a:lnTo>
                  <a:cubicBezTo>
                    <a:pt x="5716" y="2613"/>
                    <a:pt x="5549" y="1779"/>
                    <a:pt x="5073" y="1124"/>
                  </a:cubicBezTo>
                  <a:cubicBezTo>
                    <a:pt x="4530" y="396"/>
                    <a:pt x="3695" y="0"/>
                    <a:pt x="284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4" name="Google Shape;2474;p54"/>
          <p:cNvSpPr txBox="1">
            <a:spLocks noGrp="1"/>
          </p:cNvSpPr>
          <p:nvPr>
            <p:ph type="title"/>
          </p:nvPr>
        </p:nvSpPr>
        <p:spPr>
          <a:xfrm>
            <a:off x="758775" y="405130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Some </a:t>
            </a:r>
            <a:r>
              <a:rPr lang="en"/>
              <a:t>tools in the laboratory</a:t>
            </a:r>
            <a:endParaRPr>
              <a:solidFill>
                <a:schemeClr val="accent2"/>
              </a:solidFill>
            </a:endParaRPr>
          </a:p>
        </p:txBody>
      </p:sp>
      <p:grpSp>
        <p:nvGrpSpPr>
          <p:cNvPr id="2475" name="Google Shape;2475;p54"/>
          <p:cNvGrpSpPr/>
          <p:nvPr/>
        </p:nvGrpSpPr>
        <p:grpSpPr>
          <a:xfrm>
            <a:off x="2870029" y="2793788"/>
            <a:ext cx="3460621" cy="1755394"/>
            <a:chOff x="2702559" y="2618355"/>
            <a:chExt cx="3796205" cy="1925619"/>
          </a:xfrm>
        </p:grpSpPr>
        <p:sp>
          <p:nvSpPr>
            <p:cNvPr id="2476" name="Google Shape;2476;p54"/>
            <p:cNvSpPr/>
            <p:nvPr/>
          </p:nvSpPr>
          <p:spPr>
            <a:xfrm>
              <a:off x="3175550" y="4328775"/>
              <a:ext cx="835675" cy="84700"/>
            </a:xfrm>
            <a:custGeom>
              <a:avLst/>
              <a:gdLst/>
              <a:ahLst/>
              <a:cxnLst/>
              <a:rect l="l" t="t" r="r" b="b"/>
              <a:pathLst>
                <a:path w="33427" h="3388" extrusionOk="0">
                  <a:moveTo>
                    <a:pt x="0" y="847"/>
                  </a:moveTo>
                  <a:lnTo>
                    <a:pt x="803" y="3388"/>
                  </a:lnTo>
                  <a:lnTo>
                    <a:pt x="32669" y="3120"/>
                  </a:lnTo>
                  <a:lnTo>
                    <a:pt x="33427" y="1961"/>
                  </a:lnTo>
                  <a:lnTo>
                    <a:pt x="32981" y="714"/>
                  </a:lnTo>
                  <a:lnTo>
                    <a:pt x="31466" y="0"/>
                  </a:lnTo>
                  <a:lnTo>
                    <a:pt x="28837" y="134"/>
                  </a:lnTo>
                  <a:lnTo>
                    <a:pt x="7220" y="62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477" name="Google Shape;2477;p54"/>
            <p:cNvSpPr/>
            <p:nvPr/>
          </p:nvSpPr>
          <p:spPr>
            <a:xfrm>
              <a:off x="2748920" y="3204057"/>
              <a:ext cx="3651725" cy="1228347"/>
            </a:xfrm>
            <a:custGeom>
              <a:avLst/>
              <a:gdLst/>
              <a:ahLst/>
              <a:cxnLst/>
              <a:rect l="l" t="t" r="r" b="b"/>
              <a:pathLst>
                <a:path w="136030" h="45757" extrusionOk="0">
                  <a:moveTo>
                    <a:pt x="63039" y="0"/>
                  </a:moveTo>
                  <a:cubicBezTo>
                    <a:pt x="62743" y="0"/>
                    <a:pt x="62448" y="2"/>
                    <a:pt x="62151" y="5"/>
                  </a:cubicBezTo>
                  <a:cubicBezTo>
                    <a:pt x="61103" y="17"/>
                    <a:pt x="60055" y="41"/>
                    <a:pt x="59008" y="100"/>
                  </a:cubicBezTo>
                  <a:cubicBezTo>
                    <a:pt x="58472" y="124"/>
                    <a:pt x="57960" y="160"/>
                    <a:pt x="57436" y="172"/>
                  </a:cubicBezTo>
                  <a:cubicBezTo>
                    <a:pt x="57397" y="174"/>
                    <a:pt x="57356" y="174"/>
                    <a:pt x="57315" y="174"/>
                  </a:cubicBezTo>
                  <a:cubicBezTo>
                    <a:pt x="57259" y="174"/>
                    <a:pt x="57202" y="173"/>
                    <a:pt x="57145" y="173"/>
                  </a:cubicBezTo>
                  <a:cubicBezTo>
                    <a:pt x="56944" y="173"/>
                    <a:pt x="56738" y="184"/>
                    <a:pt x="56579" y="279"/>
                  </a:cubicBezTo>
                  <a:cubicBezTo>
                    <a:pt x="56043" y="577"/>
                    <a:pt x="56317" y="1351"/>
                    <a:pt x="56388" y="1827"/>
                  </a:cubicBezTo>
                  <a:cubicBezTo>
                    <a:pt x="56531" y="2815"/>
                    <a:pt x="56686" y="3851"/>
                    <a:pt x="57043" y="4791"/>
                  </a:cubicBezTo>
                  <a:cubicBezTo>
                    <a:pt x="56782" y="4777"/>
                    <a:pt x="56449" y="4725"/>
                    <a:pt x="56147" y="4725"/>
                  </a:cubicBezTo>
                  <a:cubicBezTo>
                    <a:pt x="55940" y="4725"/>
                    <a:pt x="55748" y="4750"/>
                    <a:pt x="55603" y="4827"/>
                  </a:cubicBezTo>
                  <a:cubicBezTo>
                    <a:pt x="54745" y="5280"/>
                    <a:pt x="55853" y="6792"/>
                    <a:pt x="56150" y="7292"/>
                  </a:cubicBezTo>
                  <a:cubicBezTo>
                    <a:pt x="56174" y="7339"/>
                    <a:pt x="56210" y="7363"/>
                    <a:pt x="56257" y="7363"/>
                  </a:cubicBezTo>
                  <a:cubicBezTo>
                    <a:pt x="55079" y="12911"/>
                    <a:pt x="54079" y="18507"/>
                    <a:pt x="53043" y="24080"/>
                  </a:cubicBezTo>
                  <a:cubicBezTo>
                    <a:pt x="52912" y="23806"/>
                    <a:pt x="52793" y="23532"/>
                    <a:pt x="52674" y="23258"/>
                  </a:cubicBezTo>
                  <a:cubicBezTo>
                    <a:pt x="52007" y="21770"/>
                    <a:pt x="51114" y="20293"/>
                    <a:pt x="50995" y="18638"/>
                  </a:cubicBezTo>
                  <a:cubicBezTo>
                    <a:pt x="50900" y="17150"/>
                    <a:pt x="51031" y="15626"/>
                    <a:pt x="51066" y="14150"/>
                  </a:cubicBezTo>
                  <a:cubicBezTo>
                    <a:pt x="51078" y="13423"/>
                    <a:pt x="51090" y="12709"/>
                    <a:pt x="51114" y="11983"/>
                  </a:cubicBezTo>
                  <a:cubicBezTo>
                    <a:pt x="51126" y="11661"/>
                    <a:pt x="51209" y="11209"/>
                    <a:pt x="51102" y="10876"/>
                  </a:cubicBezTo>
                  <a:cubicBezTo>
                    <a:pt x="51769" y="10721"/>
                    <a:pt x="52007" y="10078"/>
                    <a:pt x="51757" y="9292"/>
                  </a:cubicBezTo>
                  <a:cubicBezTo>
                    <a:pt x="51562" y="8658"/>
                    <a:pt x="51000" y="8500"/>
                    <a:pt x="50377" y="8500"/>
                  </a:cubicBezTo>
                  <a:cubicBezTo>
                    <a:pt x="49819" y="8500"/>
                    <a:pt x="49213" y="8627"/>
                    <a:pt x="48780" y="8649"/>
                  </a:cubicBezTo>
                  <a:cubicBezTo>
                    <a:pt x="48364" y="8685"/>
                    <a:pt x="47947" y="8709"/>
                    <a:pt x="47518" y="8732"/>
                  </a:cubicBezTo>
                  <a:cubicBezTo>
                    <a:pt x="47418" y="8732"/>
                    <a:pt x="47265" y="8716"/>
                    <a:pt x="47118" y="8716"/>
                  </a:cubicBezTo>
                  <a:cubicBezTo>
                    <a:pt x="46986" y="8716"/>
                    <a:pt x="46859" y="8729"/>
                    <a:pt x="46780" y="8780"/>
                  </a:cubicBezTo>
                  <a:cubicBezTo>
                    <a:pt x="46482" y="8971"/>
                    <a:pt x="46494" y="9471"/>
                    <a:pt x="46494" y="9768"/>
                  </a:cubicBezTo>
                  <a:cubicBezTo>
                    <a:pt x="46494" y="10316"/>
                    <a:pt x="46875" y="10923"/>
                    <a:pt x="47351" y="10923"/>
                  </a:cubicBezTo>
                  <a:lnTo>
                    <a:pt x="47363" y="12650"/>
                  </a:lnTo>
                  <a:cubicBezTo>
                    <a:pt x="47328" y="13483"/>
                    <a:pt x="47292" y="14305"/>
                    <a:pt x="47268" y="15126"/>
                  </a:cubicBezTo>
                  <a:cubicBezTo>
                    <a:pt x="47232" y="16424"/>
                    <a:pt x="47340" y="17829"/>
                    <a:pt x="46982" y="19091"/>
                  </a:cubicBezTo>
                  <a:cubicBezTo>
                    <a:pt x="46649" y="20305"/>
                    <a:pt x="46018" y="21448"/>
                    <a:pt x="45530" y="22603"/>
                  </a:cubicBezTo>
                  <a:cubicBezTo>
                    <a:pt x="45030" y="23794"/>
                    <a:pt x="44554" y="24984"/>
                    <a:pt x="44113" y="26199"/>
                  </a:cubicBezTo>
                  <a:cubicBezTo>
                    <a:pt x="43720" y="27318"/>
                    <a:pt x="43339" y="28437"/>
                    <a:pt x="42994" y="29580"/>
                  </a:cubicBezTo>
                  <a:cubicBezTo>
                    <a:pt x="42315" y="27830"/>
                    <a:pt x="41589" y="26104"/>
                    <a:pt x="40827" y="24401"/>
                  </a:cubicBezTo>
                  <a:cubicBezTo>
                    <a:pt x="40160" y="22913"/>
                    <a:pt x="39255" y="21448"/>
                    <a:pt x="39148" y="19781"/>
                  </a:cubicBezTo>
                  <a:cubicBezTo>
                    <a:pt x="39041" y="18293"/>
                    <a:pt x="39172" y="16781"/>
                    <a:pt x="39208" y="15293"/>
                  </a:cubicBezTo>
                  <a:lnTo>
                    <a:pt x="39255" y="13126"/>
                  </a:lnTo>
                  <a:cubicBezTo>
                    <a:pt x="39255" y="12804"/>
                    <a:pt x="39362" y="12352"/>
                    <a:pt x="39243" y="12019"/>
                  </a:cubicBezTo>
                  <a:cubicBezTo>
                    <a:pt x="39922" y="11864"/>
                    <a:pt x="40148" y="11221"/>
                    <a:pt x="39898" y="10435"/>
                  </a:cubicBezTo>
                  <a:cubicBezTo>
                    <a:pt x="39698" y="9804"/>
                    <a:pt x="39144" y="9645"/>
                    <a:pt x="38531" y="9645"/>
                  </a:cubicBezTo>
                  <a:cubicBezTo>
                    <a:pt x="37975" y="9645"/>
                    <a:pt x="37369" y="9776"/>
                    <a:pt x="36934" y="9804"/>
                  </a:cubicBezTo>
                  <a:cubicBezTo>
                    <a:pt x="36517" y="9828"/>
                    <a:pt x="36088" y="9852"/>
                    <a:pt x="35671" y="9875"/>
                  </a:cubicBezTo>
                  <a:cubicBezTo>
                    <a:pt x="35576" y="9875"/>
                    <a:pt x="35433" y="9861"/>
                    <a:pt x="35292" y="9861"/>
                  </a:cubicBezTo>
                  <a:cubicBezTo>
                    <a:pt x="35151" y="9861"/>
                    <a:pt x="35011" y="9875"/>
                    <a:pt x="34921" y="9935"/>
                  </a:cubicBezTo>
                  <a:cubicBezTo>
                    <a:pt x="34624" y="10114"/>
                    <a:pt x="34624" y="10614"/>
                    <a:pt x="34648" y="10911"/>
                  </a:cubicBezTo>
                  <a:cubicBezTo>
                    <a:pt x="34648" y="11459"/>
                    <a:pt x="35017" y="12066"/>
                    <a:pt x="35493" y="12066"/>
                  </a:cubicBezTo>
                  <a:cubicBezTo>
                    <a:pt x="35493" y="12650"/>
                    <a:pt x="35493" y="13221"/>
                    <a:pt x="35517" y="13804"/>
                  </a:cubicBezTo>
                  <a:cubicBezTo>
                    <a:pt x="35469" y="14626"/>
                    <a:pt x="35433" y="15448"/>
                    <a:pt x="35410" y="16269"/>
                  </a:cubicBezTo>
                  <a:cubicBezTo>
                    <a:pt x="35374" y="17567"/>
                    <a:pt x="35481" y="18972"/>
                    <a:pt x="35136" y="20234"/>
                  </a:cubicBezTo>
                  <a:cubicBezTo>
                    <a:pt x="34802" y="21448"/>
                    <a:pt x="34171" y="22591"/>
                    <a:pt x="33671" y="23746"/>
                  </a:cubicBezTo>
                  <a:cubicBezTo>
                    <a:pt x="33171" y="24937"/>
                    <a:pt x="32707" y="26127"/>
                    <a:pt x="32266" y="27342"/>
                  </a:cubicBezTo>
                  <a:cubicBezTo>
                    <a:pt x="32016" y="28009"/>
                    <a:pt x="31790" y="28687"/>
                    <a:pt x="31576" y="29354"/>
                  </a:cubicBezTo>
                  <a:cubicBezTo>
                    <a:pt x="31576" y="28830"/>
                    <a:pt x="31576" y="28318"/>
                    <a:pt x="31540" y="27794"/>
                  </a:cubicBezTo>
                  <a:cubicBezTo>
                    <a:pt x="31528" y="27532"/>
                    <a:pt x="31564" y="27128"/>
                    <a:pt x="31457" y="26842"/>
                  </a:cubicBezTo>
                  <a:cubicBezTo>
                    <a:pt x="31480" y="26842"/>
                    <a:pt x="31504" y="26842"/>
                    <a:pt x="31516" y="26830"/>
                  </a:cubicBezTo>
                  <a:cubicBezTo>
                    <a:pt x="31897" y="26723"/>
                    <a:pt x="32135" y="26354"/>
                    <a:pt x="32064" y="25961"/>
                  </a:cubicBezTo>
                  <a:cubicBezTo>
                    <a:pt x="31969" y="25484"/>
                    <a:pt x="31516" y="25294"/>
                    <a:pt x="31088" y="25234"/>
                  </a:cubicBezTo>
                  <a:cubicBezTo>
                    <a:pt x="30823" y="25200"/>
                    <a:pt x="30552" y="25188"/>
                    <a:pt x="30279" y="25188"/>
                  </a:cubicBezTo>
                  <a:cubicBezTo>
                    <a:pt x="29705" y="25188"/>
                    <a:pt x="29120" y="25242"/>
                    <a:pt x="28563" y="25258"/>
                  </a:cubicBezTo>
                  <a:cubicBezTo>
                    <a:pt x="27587" y="25294"/>
                    <a:pt x="26611" y="25330"/>
                    <a:pt x="25646" y="25377"/>
                  </a:cubicBezTo>
                  <a:cubicBezTo>
                    <a:pt x="24718" y="25413"/>
                    <a:pt x="23789" y="25473"/>
                    <a:pt x="22860" y="25532"/>
                  </a:cubicBezTo>
                  <a:lnTo>
                    <a:pt x="22479" y="25556"/>
                  </a:lnTo>
                  <a:cubicBezTo>
                    <a:pt x="22717" y="25365"/>
                    <a:pt x="22837" y="25056"/>
                    <a:pt x="22777" y="24746"/>
                  </a:cubicBezTo>
                  <a:cubicBezTo>
                    <a:pt x="22682" y="24210"/>
                    <a:pt x="22158" y="23996"/>
                    <a:pt x="21670" y="23925"/>
                  </a:cubicBezTo>
                  <a:cubicBezTo>
                    <a:pt x="21386" y="23895"/>
                    <a:pt x="21101" y="23874"/>
                    <a:pt x="20811" y="23874"/>
                  </a:cubicBezTo>
                  <a:cubicBezTo>
                    <a:pt x="20748" y="23874"/>
                    <a:pt x="20685" y="23875"/>
                    <a:pt x="20622" y="23877"/>
                  </a:cubicBezTo>
                  <a:cubicBezTo>
                    <a:pt x="20491" y="22853"/>
                    <a:pt x="20348" y="21829"/>
                    <a:pt x="20193" y="20805"/>
                  </a:cubicBezTo>
                  <a:cubicBezTo>
                    <a:pt x="19800" y="18079"/>
                    <a:pt x="19491" y="15162"/>
                    <a:pt x="18574" y="12542"/>
                  </a:cubicBezTo>
                  <a:cubicBezTo>
                    <a:pt x="18848" y="11840"/>
                    <a:pt x="19146" y="11137"/>
                    <a:pt x="19396" y="10411"/>
                  </a:cubicBezTo>
                  <a:cubicBezTo>
                    <a:pt x="19443" y="10221"/>
                    <a:pt x="19288" y="10042"/>
                    <a:pt x="19098" y="10042"/>
                  </a:cubicBezTo>
                  <a:cubicBezTo>
                    <a:pt x="18515" y="10030"/>
                    <a:pt x="17943" y="10018"/>
                    <a:pt x="17360" y="10006"/>
                  </a:cubicBezTo>
                  <a:cubicBezTo>
                    <a:pt x="17419" y="9221"/>
                    <a:pt x="17479" y="8447"/>
                    <a:pt x="17538" y="7661"/>
                  </a:cubicBezTo>
                  <a:cubicBezTo>
                    <a:pt x="17562" y="7280"/>
                    <a:pt x="17836" y="6315"/>
                    <a:pt x="17514" y="6006"/>
                  </a:cubicBezTo>
                  <a:cubicBezTo>
                    <a:pt x="17383" y="5851"/>
                    <a:pt x="17110" y="5887"/>
                    <a:pt x="16919" y="5875"/>
                  </a:cubicBezTo>
                  <a:cubicBezTo>
                    <a:pt x="16479" y="5851"/>
                    <a:pt x="16014" y="5839"/>
                    <a:pt x="15562" y="5815"/>
                  </a:cubicBezTo>
                  <a:cubicBezTo>
                    <a:pt x="14865" y="5798"/>
                    <a:pt x="14167" y="5787"/>
                    <a:pt x="13465" y="5787"/>
                  </a:cubicBezTo>
                  <a:cubicBezTo>
                    <a:pt x="13208" y="5787"/>
                    <a:pt x="12951" y="5788"/>
                    <a:pt x="12692" y="5792"/>
                  </a:cubicBezTo>
                  <a:cubicBezTo>
                    <a:pt x="11788" y="5803"/>
                    <a:pt x="10883" y="5827"/>
                    <a:pt x="9978" y="5875"/>
                  </a:cubicBezTo>
                  <a:cubicBezTo>
                    <a:pt x="9513" y="5899"/>
                    <a:pt x="9061" y="5923"/>
                    <a:pt x="8609" y="5946"/>
                  </a:cubicBezTo>
                  <a:cubicBezTo>
                    <a:pt x="8578" y="5948"/>
                    <a:pt x="8547" y="5948"/>
                    <a:pt x="8514" y="5948"/>
                  </a:cubicBezTo>
                  <a:cubicBezTo>
                    <a:pt x="8451" y="5948"/>
                    <a:pt x="8385" y="5947"/>
                    <a:pt x="8319" y="5947"/>
                  </a:cubicBezTo>
                  <a:cubicBezTo>
                    <a:pt x="8162" y="5947"/>
                    <a:pt x="8001" y="5957"/>
                    <a:pt x="7870" y="6030"/>
                  </a:cubicBezTo>
                  <a:cubicBezTo>
                    <a:pt x="7406" y="6292"/>
                    <a:pt x="7644" y="6970"/>
                    <a:pt x="7704" y="7375"/>
                  </a:cubicBezTo>
                  <a:cubicBezTo>
                    <a:pt x="7835" y="8220"/>
                    <a:pt x="7966" y="9125"/>
                    <a:pt x="8275" y="9923"/>
                  </a:cubicBezTo>
                  <a:cubicBezTo>
                    <a:pt x="8057" y="9916"/>
                    <a:pt x="7780" y="9878"/>
                    <a:pt x="7526" y="9878"/>
                  </a:cubicBezTo>
                  <a:cubicBezTo>
                    <a:pt x="7335" y="9878"/>
                    <a:pt x="7157" y="9899"/>
                    <a:pt x="7025" y="9971"/>
                  </a:cubicBezTo>
                  <a:cubicBezTo>
                    <a:pt x="6275" y="10352"/>
                    <a:pt x="7239" y="11661"/>
                    <a:pt x="7501" y="12102"/>
                  </a:cubicBezTo>
                  <a:cubicBezTo>
                    <a:pt x="7513" y="12138"/>
                    <a:pt x="7549" y="12161"/>
                    <a:pt x="7585" y="12161"/>
                  </a:cubicBezTo>
                  <a:cubicBezTo>
                    <a:pt x="6513" y="17222"/>
                    <a:pt x="5620" y="22341"/>
                    <a:pt x="4656" y="27437"/>
                  </a:cubicBezTo>
                  <a:cubicBezTo>
                    <a:pt x="4168" y="30021"/>
                    <a:pt x="3679" y="32604"/>
                    <a:pt x="3191" y="35200"/>
                  </a:cubicBezTo>
                  <a:cubicBezTo>
                    <a:pt x="3048" y="35986"/>
                    <a:pt x="2620" y="37117"/>
                    <a:pt x="2858" y="37938"/>
                  </a:cubicBezTo>
                  <a:lnTo>
                    <a:pt x="2501" y="37938"/>
                  </a:lnTo>
                  <a:cubicBezTo>
                    <a:pt x="2329" y="37931"/>
                    <a:pt x="2128" y="37867"/>
                    <a:pt x="1935" y="37867"/>
                  </a:cubicBezTo>
                  <a:cubicBezTo>
                    <a:pt x="1833" y="37867"/>
                    <a:pt x="1734" y="37885"/>
                    <a:pt x="1643" y="37938"/>
                  </a:cubicBezTo>
                  <a:cubicBezTo>
                    <a:pt x="1381" y="38081"/>
                    <a:pt x="1298" y="38557"/>
                    <a:pt x="1274" y="39034"/>
                  </a:cubicBezTo>
                  <a:cubicBezTo>
                    <a:pt x="1203" y="40260"/>
                    <a:pt x="1250" y="41498"/>
                    <a:pt x="1381" y="42725"/>
                  </a:cubicBezTo>
                  <a:cubicBezTo>
                    <a:pt x="1227" y="42737"/>
                    <a:pt x="1072" y="42772"/>
                    <a:pt x="917" y="42808"/>
                  </a:cubicBezTo>
                  <a:cubicBezTo>
                    <a:pt x="608" y="42903"/>
                    <a:pt x="250" y="43141"/>
                    <a:pt x="131" y="43784"/>
                  </a:cubicBezTo>
                  <a:cubicBezTo>
                    <a:pt x="0" y="44499"/>
                    <a:pt x="250" y="45213"/>
                    <a:pt x="572" y="45499"/>
                  </a:cubicBezTo>
                  <a:cubicBezTo>
                    <a:pt x="813" y="45704"/>
                    <a:pt x="1089" y="45756"/>
                    <a:pt x="1365" y="45756"/>
                  </a:cubicBezTo>
                  <a:cubicBezTo>
                    <a:pt x="1633" y="45756"/>
                    <a:pt x="1903" y="45707"/>
                    <a:pt x="2143" y="45701"/>
                  </a:cubicBezTo>
                  <a:cubicBezTo>
                    <a:pt x="2715" y="45689"/>
                    <a:pt x="3275" y="45677"/>
                    <a:pt x="3834" y="45666"/>
                  </a:cubicBezTo>
                  <a:cubicBezTo>
                    <a:pt x="6108" y="45618"/>
                    <a:pt x="8382" y="45630"/>
                    <a:pt x="10645" y="45582"/>
                  </a:cubicBezTo>
                  <a:cubicBezTo>
                    <a:pt x="13145" y="45523"/>
                    <a:pt x="15657" y="45380"/>
                    <a:pt x="18157" y="45142"/>
                  </a:cubicBezTo>
                  <a:cubicBezTo>
                    <a:pt x="20539" y="45368"/>
                    <a:pt x="22944" y="45332"/>
                    <a:pt x="25337" y="45380"/>
                  </a:cubicBezTo>
                  <a:cubicBezTo>
                    <a:pt x="27944" y="45436"/>
                    <a:pt x="30563" y="45535"/>
                    <a:pt x="33182" y="45535"/>
                  </a:cubicBezTo>
                  <a:cubicBezTo>
                    <a:pt x="33325" y="45535"/>
                    <a:pt x="33468" y="45535"/>
                    <a:pt x="33612" y="45535"/>
                  </a:cubicBezTo>
                  <a:lnTo>
                    <a:pt x="36136" y="45523"/>
                  </a:lnTo>
                  <a:cubicBezTo>
                    <a:pt x="36475" y="45535"/>
                    <a:pt x="36814" y="45540"/>
                    <a:pt x="37155" y="45540"/>
                  </a:cubicBezTo>
                  <a:cubicBezTo>
                    <a:pt x="37496" y="45540"/>
                    <a:pt x="37838" y="45535"/>
                    <a:pt x="38184" y="45523"/>
                  </a:cubicBezTo>
                  <a:lnTo>
                    <a:pt x="39577" y="45570"/>
                  </a:lnTo>
                  <a:cubicBezTo>
                    <a:pt x="40922" y="45618"/>
                    <a:pt x="42244" y="45618"/>
                    <a:pt x="43577" y="45642"/>
                  </a:cubicBezTo>
                  <a:cubicBezTo>
                    <a:pt x="46208" y="45689"/>
                    <a:pt x="48840" y="45725"/>
                    <a:pt x="51483" y="45737"/>
                  </a:cubicBezTo>
                  <a:cubicBezTo>
                    <a:pt x="51629" y="45738"/>
                    <a:pt x="51774" y="45738"/>
                    <a:pt x="51920" y="45738"/>
                  </a:cubicBezTo>
                  <a:cubicBezTo>
                    <a:pt x="56025" y="45738"/>
                    <a:pt x="60130" y="45424"/>
                    <a:pt x="64235" y="45320"/>
                  </a:cubicBezTo>
                  <a:cubicBezTo>
                    <a:pt x="65008" y="45326"/>
                    <a:pt x="65779" y="45332"/>
                    <a:pt x="66550" y="45332"/>
                  </a:cubicBezTo>
                  <a:cubicBezTo>
                    <a:pt x="67321" y="45332"/>
                    <a:pt x="68092" y="45326"/>
                    <a:pt x="68866" y="45308"/>
                  </a:cubicBezTo>
                  <a:lnTo>
                    <a:pt x="69961" y="45332"/>
                  </a:lnTo>
                  <a:lnTo>
                    <a:pt x="71426" y="45356"/>
                  </a:lnTo>
                  <a:cubicBezTo>
                    <a:pt x="75652" y="45436"/>
                    <a:pt x="79866" y="45738"/>
                    <a:pt x="84081" y="45738"/>
                  </a:cubicBezTo>
                  <a:cubicBezTo>
                    <a:pt x="84236" y="45738"/>
                    <a:pt x="84391" y="45738"/>
                    <a:pt x="84547" y="45737"/>
                  </a:cubicBezTo>
                  <a:cubicBezTo>
                    <a:pt x="87190" y="45737"/>
                    <a:pt x="89821" y="45701"/>
                    <a:pt x="92452" y="45654"/>
                  </a:cubicBezTo>
                  <a:cubicBezTo>
                    <a:pt x="93798" y="45630"/>
                    <a:pt x="95119" y="45630"/>
                    <a:pt x="96453" y="45582"/>
                  </a:cubicBezTo>
                  <a:lnTo>
                    <a:pt x="97846" y="45546"/>
                  </a:lnTo>
                  <a:cubicBezTo>
                    <a:pt x="98191" y="45552"/>
                    <a:pt x="98533" y="45555"/>
                    <a:pt x="98874" y="45555"/>
                  </a:cubicBezTo>
                  <a:cubicBezTo>
                    <a:pt x="99215" y="45555"/>
                    <a:pt x="99554" y="45552"/>
                    <a:pt x="99894" y="45546"/>
                  </a:cubicBezTo>
                  <a:lnTo>
                    <a:pt x="102418" y="45558"/>
                  </a:lnTo>
                  <a:cubicBezTo>
                    <a:pt x="105180" y="45558"/>
                    <a:pt x="107942" y="45463"/>
                    <a:pt x="110693" y="45415"/>
                  </a:cubicBezTo>
                  <a:cubicBezTo>
                    <a:pt x="113086" y="45368"/>
                    <a:pt x="115479" y="45404"/>
                    <a:pt x="117872" y="45201"/>
                  </a:cubicBezTo>
                  <a:cubicBezTo>
                    <a:pt x="120373" y="45415"/>
                    <a:pt x="122885" y="45546"/>
                    <a:pt x="125385" y="45594"/>
                  </a:cubicBezTo>
                  <a:cubicBezTo>
                    <a:pt x="127647" y="45642"/>
                    <a:pt x="129921" y="45630"/>
                    <a:pt x="132195" y="45666"/>
                  </a:cubicBezTo>
                  <a:lnTo>
                    <a:pt x="133886" y="45701"/>
                  </a:lnTo>
                  <a:cubicBezTo>
                    <a:pt x="134130" y="45707"/>
                    <a:pt x="134404" y="45755"/>
                    <a:pt x="134676" y="45755"/>
                  </a:cubicBezTo>
                  <a:cubicBezTo>
                    <a:pt x="134949" y="45755"/>
                    <a:pt x="135220" y="45707"/>
                    <a:pt x="135458" y="45523"/>
                  </a:cubicBezTo>
                  <a:cubicBezTo>
                    <a:pt x="135791" y="45285"/>
                    <a:pt x="136029" y="44642"/>
                    <a:pt x="135910" y="43999"/>
                  </a:cubicBezTo>
                  <a:cubicBezTo>
                    <a:pt x="135851" y="43570"/>
                    <a:pt x="135541" y="43213"/>
                    <a:pt x="135112" y="43118"/>
                  </a:cubicBezTo>
                  <a:cubicBezTo>
                    <a:pt x="134958" y="43070"/>
                    <a:pt x="134803" y="43046"/>
                    <a:pt x="134648" y="43034"/>
                  </a:cubicBezTo>
                  <a:cubicBezTo>
                    <a:pt x="134791" y="41927"/>
                    <a:pt x="134827" y="40820"/>
                    <a:pt x="134767" y="39700"/>
                  </a:cubicBezTo>
                  <a:cubicBezTo>
                    <a:pt x="134731" y="39272"/>
                    <a:pt x="134648" y="38843"/>
                    <a:pt x="134386" y="38712"/>
                  </a:cubicBezTo>
                  <a:cubicBezTo>
                    <a:pt x="134299" y="38667"/>
                    <a:pt x="134202" y="38651"/>
                    <a:pt x="134100" y="38651"/>
                  </a:cubicBezTo>
                  <a:cubicBezTo>
                    <a:pt x="133911" y="38651"/>
                    <a:pt x="133707" y="38705"/>
                    <a:pt x="133529" y="38712"/>
                  </a:cubicBezTo>
                  <a:lnTo>
                    <a:pt x="133184" y="38712"/>
                  </a:lnTo>
                  <a:cubicBezTo>
                    <a:pt x="133422" y="37974"/>
                    <a:pt x="132993" y="36950"/>
                    <a:pt x="132838" y="36236"/>
                  </a:cubicBezTo>
                  <a:cubicBezTo>
                    <a:pt x="132350" y="33890"/>
                    <a:pt x="131862" y="31557"/>
                    <a:pt x="131386" y="29223"/>
                  </a:cubicBezTo>
                  <a:cubicBezTo>
                    <a:pt x="130421" y="24627"/>
                    <a:pt x="129517" y="20008"/>
                    <a:pt x="128445" y="15436"/>
                  </a:cubicBezTo>
                  <a:cubicBezTo>
                    <a:pt x="128481" y="15424"/>
                    <a:pt x="128516" y="15412"/>
                    <a:pt x="128540" y="15376"/>
                  </a:cubicBezTo>
                  <a:cubicBezTo>
                    <a:pt x="128790" y="14983"/>
                    <a:pt x="129755" y="13793"/>
                    <a:pt x="129016" y="13447"/>
                  </a:cubicBezTo>
                  <a:cubicBezTo>
                    <a:pt x="128889" y="13384"/>
                    <a:pt x="128718" y="13364"/>
                    <a:pt x="128535" y="13364"/>
                  </a:cubicBezTo>
                  <a:cubicBezTo>
                    <a:pt x="128270" y="13364"/>
                    <a:pt x="127979" y="13405"/>
                    <a:pt x="127754" y="13412"/>
                  </a:cubicBezTo>
                  <a:cubicBezTo>
                    <a:pt x="128064" y="12685"/>
                    <a:pt x="128207" y="11864"/>
                    <a:pt x="128338" y="11102"/>
                  </a:cubicBezTo>
                  <a:cubicBezTo>
                    <a:pt x="128397" y="10733"/>
                    <a:pt x="128635" y="10125"/>
                    <a:pt x="128171" y="9887"/>
                  </a:cubicBezTo>
                  <a:cubicBezTo>
                    <a:pt x="128041" y="9815"/>
                    <a:pt x="127880" y="9804"/>
                    <a:pt x="127720" y="9804"/>
                  </a:cubicBezTo>
                  <a:cubicBezTo>
                    <a:pt x="127652" y="9804"/>
                    <a:pt x="127585" y="9806"/>
                    <a:pt x="127520" y="9806"/>
                  </a:cubicBezTo>
                  <a:cubicBezTo>
                    <a:pt x="127486" y="9806"/>
                    <a:pt x="127453" y="9806"/>
                    <a:pt x="127421" y="9804"/>
                  </a:cubicBezTo>
                  <a:cubicBezTo>
                    <a:pt x="126980" y="9792"/>
                    <a:pt x="126516" y="9768"/>
                    <a:pt x="126064" y="9744"/>
                  </a:cubicBezTo>
                  <a:cubicBezTo>
                    <a:pt x="125159" y="9709"/>
                    <a:pt x="124242" y="9685"/>
                    <a:pt x="123337" y="9673"/>
                  </a:cubicBezTo>
                  <a:cubicBezTo>
                    <a:pt x="123082" y="9670"/>
                    <a:pt x="122827" y="9668"/>
                    <a:pt x="122571" y="9668"/>
                  </a:cubicBezTo>
                  <a:cubicBezTo>
                    <a:pt x="121874" y="9668"/>
                    <a:pt x="121177" y="9679"/>
                    <a:pt x="120480" y="9697"/>
                  </a:cubicBezTo>
                  <a:cubicBezTo>
                    <a:pt x="120015" y="9709"/>
                    <a:pt x="119563" y="9721"/>
                    <a:pt x="119110" y="9744"/>
                  </a:cubicBezTo>
                  <a:cubicBezTo>
                    <a:pt x="118932" y="9756"/>
                    <a:pt x="118670" y="9733"/>
                    <a:pt x="118515" y="9863"/>
                  </a:cubicBezTo>
                  <a:cubicBezTo>
                    <a:pt x="118194" y="10149"/>
                    <a:pt x="118468" y="11006"/>
                    <a:pt x="118503" y="11352"/>
                  </a:cubicBezTo>
                  <a:cubicBezTo>
                    <a:pt x="118563" y="12054"/>
                    <a:pt x="118622" y="12769"/>
                    <a:pt x="118682" y="13471"/>
                  </a:cubicBezTo>
                  <a:cubicBezTo>
                    <a:pt x="118098" y="13471"/>
                    <a:pt x="117527" y="13483"/>
                    <a:pt x="116944" y="13495"/>
                  </a:cubicBezTo>
                  <a:cubicBezTo>
                    <a:pt x="116753" y="13495"/>
                    <a:pt x="116586" y="13673"/>
                    <a:pt x="116646" y="13840"/>
                  </a:cubicBezTo>
                  <a:cubicBezTo>
                    <a:pt x="116896" y="14495"/>
                    <a:pt x="117182" y="15126"/>
                    <a:pt x="117455" y="15757"/>
                  </a:cubicBezTo>
                  <a:cubicBezTo>
                    <a:pt x="116551" y="18126"/>
                    <a:pt x="116229" y="20758"/>
                    <a:pt x="115836" y="23222"/>
                  </a:cubicBezTo>
                  <a:cubicBezTo>
                    <a:pt x="115693" y="24151"/>
                    <a:pt x="115550" y="25068"/>
                    <a:pt x="115408" y="25996"/>
                  </a:cubicBezTo>
                  <a:cubicBezTo>
                    <a:pt x="115326" y="25994"/>
                    <a:pt x="115244" y="25992"/>
                    <a:pt x="115161" y="25992"/>
                  </a:cubicBezTo>
                  <a:cubicBezTo>
                    <a:pt x="114894" y="25992"/>
                    <a:pt x="114624" y="26008"/>
                    <a:pt x="114360" y="26044"/>
                  </a:cubicBezTo>
                  <a:cubicBezTo>
                    <a:pt x="113872" y="26104"/>
                    <a:pt x="113360" y="26294"/>
                    <a:pt x="113264" y="26782"/>
                  </a:cubicBezTo>
                  <a:cubicBezTo>
                    <a:pt x="113205" y="27068"/>
                    <a:pt x="113324" y="27354"/>
                    <a:pt x="113562" y="27520"/>
                  </a:cubicBezTo>
                  <a:lnTo>
                    <a:pt x="113169" y="27497"/>
                  </a:lnTo>
                  <a:cubicBezTo>
                    <a:pt x="112241" y="27437"/>
                    <a:pt x="111324" y="27389"/>
                    <a:pt x="110395" y="27354"/>
                  </a:cubicBezTo>
                  <a:cubicBezTo>
                    <a:pt x="109419" y="27306"/>
                    <a:pt x="108442" y="27270"/>
                    <a:pt x="107466" y="27247"/>
                  </a:cubicBezTo>
                  <a:cubicBezTo>
                    <a:pt x="106908" y="27230"/>
                    <a:pt x="106323" y="27181"/>
                    <a:pt x="105751" y="27181"/>
                  </a:cubicBezTo>
                  <a:cubicBezTo>
                    <a:pt x="105481" y="27181"/>
                    <a:pt x="105214" y="27192"/>
                    <a:pt x="104954" y="27223"/>
                  </a:cubicBezTo>
                  <a:cubicBezTo>
                    <a:pt x="104513" y="27282"/>
                    <a:pt x="104061" y="27449"/>
                    <a:pt x="103978" y="27878"/>
                  </a:cubicBezTo>
                  <a:cubicBezTo>
                    <a:pt x="103906" y="28247"/>
                    <a:pt x="104144" y="28556"/>
                    <a:pt x="104513" y="28663"/>
                  </a:cubicBezTo>
                  <a:cubicBezTo>
                    <a:pt x="104537" y="28675"/>
                    <a:pt x="104549" y="28675"/>
                    <a:pt x="104573" y="28675"/>
                  </a:cubicBezTo>
                  <a:cubicBezTo>
                    <a:pt x="104478" y="28937"/>
                    <a:pt x="104513" y="29294"/>
                    <a:pt x="104490" y="29533"/>
                  </a:cubicBezTo>
                  <a:cubicBezTo>
                    <a:pt x="104466" y="29997"/>
                    <a:pt x="104454" y="30473"/>
                    <a:pt x="104466" y="30949"/>
                  </a:cubicBezTo>
                  <a:cubicBezTo>
                    <a:pt x="104240" y="30342"/>
                    <a:pt x="104013" y="29735"/>
                    <a:pt x="103775" y="29128"/>
                  </a:cubicBezTo>
                  <a:cubicBezTo>
                    <a:pt x="103335" y="28032"/>
                    <a:pt x="102858" y="26949"/>
                    <a:pt x="102358" y="25877"/>
                  </a:cubicBezTo>
                  <a:cubicBezTo>
                    <a:pt x="101870" y="24842"/>
                    <a:pt x="101239" y="23806"/>
                    <a:pt x="100906" y="22710"/>
                  </a:cubicBezTo>
                  <a:cubicBezTo>
                    <a:pt x="100549" y="21567"/>
                    <a:pt x="100668" y="20305"/>
                    <a:pt x="100620" y="19127"/>
                  </a:cubicBezTo>
                  <a:cubicBezTo>
                    <a:pt x="100596" y="18388"/>
                    <a:pt x="100572" y="17638"/>
                    <a:pt x="100525" y="16900"/>
                  </a:cubicBezTo>
                  <a:cubicBezTo>
                    <a:pt x="100537" y="16376"/>
                    <a:pt x="100537" y="15852"/>
                    <a:pt x="100537" y="15340"/>
                  </a:cubicBezTo>
                  <a:cubicBezTo>
                    <a:pt x="101013" y="15340"/>
                    <a:pt x="101394" y="14793"/>
                    <a:pt x="101394" y="14293"/>
                  </a:cubicBezTo>
                  <a:cubicBezTo>
                    <a:pt x="101394" y="14031"/>
                    <a:pt x="101394" y="13590"/>
                    <a:pt x="101108" y="13400"/>
                  </a:cubicBezTo>
                  <a:cubicBezTo>
                    <a:pt x="101025" y="13355"/>
                    <a:pt x="100900" y="13344"/>
                    <a:pt x="100771" y="13344"/>
                  </a:cubicBezTo>
                  <a:cubicBezTo>
                    <a:pt x="100651" y="13344"/>
                    <a:pt x="100528" y="13354"/>
                    <a:pt x="100431" y="13354"/>
                  </a:cubicBezTo>
                  <a:cubicBezTo>
                    <a:pt x="100409" y="13354"/>
                    <a:pt x="100389" y="13353"/>
                    <a:pt x="100370" y="13352"/>
                  </a:cubicBezTo>
                  <a:cubicBezTo>
                    <a:pt x="99941" y="13340"/>
                    <a:pt x="99525" y="13316"/>
                    <a:pt x="99096" y="13292"/>
                  </a:cubicBezTo>
                  <a:cubicBezTo>
                    <a:pt x="98666" y="13270"/>
                    <a:pt x="98061" y="13153"/>
                    <a:pt x="97504" y="13153"/>
                  </a:cubicBezTo>
                  <a:cubicBezTo>
                    <a:pt x="96889" y="13153"/>
                    <a:pt x="96331" y="13295"/>
                    <a:pt x="96131" y="13864"/>
                  </a:cubicBezTo>
                  <a:cubicBezTo>
                    <a:pt x="95881" y="14578"/>
                    <a:pt x="96119" y="15150"/>
                    <a:pt x="96786" y="15293"/>
                  </a:cubicBezTo>
                  <a:cubicBezTo>
                    <a:pt x="96679" y="15590"/>
                    <a:pt x="96774" y="16007"/>
                    <a:pt x="96774" y="16293"/>
                  </a:cubicBezTo>
                  <a:cubicBezTo>
                    <a:pt x="96798" y="16948"/>
                    <a:pt x="96810" y="17591"/>
                    <a:pt x="96834" y="18245"/>
                  </a:cubicBezTo>
                  <a:cubicBezTo>
                    <a:pt x="96858" y="19591"/>
                    <a:pt x="96989" y="20972"/>
                    <a:pt x="96893" y="22305"/>
                  </a:cubicBezTo>
                  <a:cubicBezTo>
                    <a:pt x="96774" y="23794"/>
                    <a:pt x="95881" y="25139"/>
                    <a:pt x="95215" y="26473"/>
                  </a:cubicBezTo>
                  <a:cubicBezTo>
                    <a:pt x="94453" y="28020"/>
                    <a:pt x="93726" y="29580"/>
                    <a:pt x="93036" y="31152"/>
                  </a:cubicBezTo>
                  <a:cubicBezTo>
                    <a:pt x="92690" y="30128"/>
                    <a:pt x="92321" y="29104"/>
                    <a:pt x="91928" y="28104"/>
                  </a:cubicBezTo>
                  <a:cubicBezTo>
                    <a:pt x="91488" y="26997"/>
                    <a:pt x="91012" y="25925"/>
                    <a:pt x="90512" y="24853"/>
                  </a:cubicBezTo>
                  <a:cubicBezTo>
                    <a:pt x="90023" y="23806"/>
                    <a:pt x="89381" y="22770"/>
                    <a:pt x="89047" y="21686"/>
                  </a:cubicBezTo>
                  <a:cubicBezTo>
                    <a:pt x="88702" y="20543"/>
                    <a:pt x="88809" y="19269"/>
                    <a:pt x="88773" y="18103"/>
                  </a:cubicBezTo>
                  <a:cubicBezTo>
                    <a:pt x="88738" y="17353"/>
                    <a:pt x="88714" y="16614"/>
                    <a:pt x="88666" y="15864"/>
                  </a:cubicBezTo>
                  <a:lnTo>
                    <a:pt x="88690" y="14305"/>
                  </a:lnTo>
                  <a:cubicBezTo>
                    <a:pt x="89166" y="14305"/>
                    <a:pt x="89535" y="13757"/>
                    <a:pt x="89547" y="13257"/>
                  </a:cubicBezTo>
                  <a:cubicBezTo>
                    <a:pt x="89547" y="12995"/>
                    <a:pt x="89547" y="12542"/>
                    <a:pt x="89261" y="12376"/>
                  </a:cubicBezTo>
                  <a:cubicBezTo>
                    <a:pt x="89177" y="12325"/>
                    <a:pt x="89047" y="12312"/>
                    <a:pt x="88913" y="12312"/>
                  </a:cubicBezTo>
                  <a:cubicBezTo>
                    <a:pt x="88765" y="12312"/>
                    <a:pt x="88612" y="12328"/>
                    <a:pt x="88511" y="12328"/>
                  </a:cubicBezTo>
                  <a:cubicBezTo>
                    <a:pt x="88095" y="12304"/>
                    <a:pt x="87666" y="12280"/>
                    <a:pt x="87249" y="12257"/>
                  </a:cubicBezTo>
                  <a:cubicBezTo>
                    <a:pt x="86814" y="12234"/>
                    <a:pt x="86206" y="12117"/>
                    <a:pt x="85647" y="12117"/>
                  </a:cubicBezTo>
                  <a:cubicBezTo>
                    <a:pt x="85030" y="12117"/>
                    <a:pt x="84473" y="12260"/>
                    <a:pt x="84273" y="12828"/>
                  </a:cubicBezTo>
                  <a:cubicBezTo>
                    <a:pt x="84023" y="13543"/>
                    <a:pt x="84261" y="14114"/>
                    <a:pt x="84940" y="14269"/>
                  </a:cubicBezTo>
                  <a:cubicBezTo>
                    <a:pt x="84820" y="14566"/>
                    <a:pt x="84916" y="14971"/>
                    <a:pt x="84928" y="15257"/>
                  </a:cubicBezTo>
                  <a:cubicBezTo>
                    <a:pt x="84940" y="15912"/>
                    <a:pt x="84951" y="16567"/>
                    <a:pt x="84975" y="17222"/>
                  </a:cubicBezTo>
                  <a:cubicBezTo>
                    <a:pt x="85011" y="18555"/>
                    <a:pt x="85142" y="19936"/>
                    <a:pt x="85035" y="21270"/>
                  </a:cubicBezTo>
                  <a:cubicBezTo>
                    <a:pt x="84928" y="22758"/>
                    <a:pt x="84023" y="24103"/>
                    <a:pt x="83356" y="25437"/>
                  </a:cubicBezTo>
                  <a:cubicBezTo>
                    <a:pt x="83237" y="25687"/>
                    <a:pt x="83118" y="25937"/>
                    <a:pt x="82999" y="26187"/>
                  </a:cubicBezTo>
                  <a:cubicBezTo>
                    <a:pt x="81951" y="21151"/>
                    <a:pt x="80963" y="16102"/>
                    <a:pt x="79784" y="11102"/>
                  </a:cubicBezTo>
                  <a:cubicBezTo>
                    <a:pt x="79820" y="11090"/>
                    <a:pt x="79856" y="11066"/>
                    <a:pt x="79879" y="11030"/>
                  </a:cubicBezTo>
                  <a:cubicBezTo>
                    <a:pt x="80177" y="10578"/>
                    <a:pt x="81296" y="9209"/>
                    <a:pt x="80439" y="8804"/>
                  </a:cubicBezTo>
                  <a:cubicBezTo>
                    <a:pt x="80289" y="8734"/>
                    <a:pt x="80088" y="8712"/>
                    <a:pt x="79871" y="8712"/>
                  </a:cubicBezTo>
                  <a:cubicBezTo>
                    <a:pt x="79571" y="8712"/>
                    <a:pt x="79242" y="8754"/>
                    <a:pt x="78986" y="8768"/>
                  </a:cubicBezTo>
                  <a:cubicBezTo>
                    <a:pt x="79344" y="7923"/>
                    <a:pt x="79498" y="6982"/>
                    <a:pt x="79653" y="6089"/>
                  </a:cubicBezTo>
                  <a:cubicBezTo>
                    <a:pt x="79725" y="5661"/>
                    <a:pt x="79987" y="4958"/>
                    <a:pt x="79463" y="4684"/>
                  </a:cubicBezTo>
                  <a:cubicBezTo>
                    <a:pt x="79311" y="4612"/>
                    <a:pt x="79123" y="4601"/>
                    <a:pt x="78941" y="4601"/>
                  </a:cubicBezTo>
                  <a:cubicBezTo>
                    <a:pt x="78864" y="4601"/>
                    <a:pt x="78787" y="4603"/>
                    <a:pt x="78715" y="4603"/>
                  </a:cubicBezTo>
                  <a:cubicBezTo>
                    <a:pt x="78677" y="4603"/>
                    <a:pt x="78641" y="4603"/>
                    <a:pt x="78605" y="4601"/>
                  </a:cubicBezTo>
                  <a:cubicBezTo>
                    <a:pt x="78082" y="4577"/>
                    <a:pt x="77558" y="4553"/>
                    <a:pt x="77034" y="4530"/>
                  </a:cubicBezTo>
                  <a:cubicBezTo>
                    <a:pt x="75986" y="4482"/>
                    <a:pt x="74938" y="4458"/>
                    <a:pt x="73879" y="4446"/>
                  </a:cubicBezTo>
                  <a:cubicBezTo>
                    <a:pt x="73585" y="4443"/>
                    <a:pt x="73291" y="4441"/>
                    <a:pt x="72996" y="4441"/>
                  </a:cubicBezTo>
                  <a:cubicBezTo>
                    <a:pt x="72191" y="4441"/>
                    <a:pt x="71382" y="4453"/>
                    <a:pt x="70581" y="4470"/>
                  </a:cubicBezTo>
                  <a:cubicBezTo>
                    <a:pt x="70045" y="4482"/>
                    <a:pt x="69533" y="4506"/>
                    <a:pt x="69009" y="4530"/>
                  </a:cubicBezTo>
                  <a:cubicBezTo>
                    <a:pt x="68795" y="4541"/>
                    <a:pt x="68485" y="4518"/>
                    <a:pt x="68318" y="4660"/>
                  </a:cubicBezTo>
                  <a:cubicBezTo>
                    <a:pt x="68259" y="4720"/>
                    <a:pt x="68211" y="4803"/>
                    <a:pt x="68199" y="4887"/>
                  </a:cubicBezTo>
                  <a:cubicBezTo>
                    <a:pt x="67973" y="4887"/>
                    <a:pt x="67747" y="4887"/>
                    <a:pt x="67533" y="4875"/>
                  </a:cubicBezTo>
                  <a:cubicBezTo>
                    <a:pt x="67604" y="3970"/>
                    <a:pt x="67664" y="3065"/>
                    <a:pt x="67735" y="2160"/>
                  </a:cubicBezTo>
                  <a:cubicBezTo>
                    <a:pt x="67771" y="1720"/>
                    <a:pt x="68080" y="612"/>
                    <a:pt x="67711" y="243"/>
                  </a:cubicBezTo>
                  <a:cubicBezTo>
                    <a:pt x="67556" y="88"/>
                    <a:pt x="67235" y="112"/>
                    <a:pt x="67033" y="100"/>
                  </a:cubicBezTo>
                  <a:cubicBezTo>
                    <a:pt x="66509" y="65"/>
                    <a:pt x="65985" y="53"/>
                    <a:pt x="65461" y="29"/>
                  </a:cubicBezTo>
                  <a:cubicBezTo>
                    <a:pt x="64650" y="12"/>
                    <a:pt x="63846" y="0"/>
                    <a:pt x="630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54"/>
            <p:cNvSpPr/>
            <p:nvPr/>
          </p:nvSpPr>
          <p:spPr>
            <a:xfrm>
              <a:off x="5097186" y="3951692"/>
              <a:ext cx="483291" cy="460848"/>
            </a:xfrm>
            <a:custGeom>
              <a:avLst/>
              <a:gdLst/>
              <a:ahLst/>
              <a:cxnLst/>
              <a:rect l="l" t="t" r="r" b="b"/>
              <a:pathLst>
                <a:path w="18003" h="17167" extrusionOk="0">
                  <a:moveTo>
                    <a:pt x="5875" y="3139"/>
                  </a:moveTo>
                  <a:cubicBezTo>
                    <a:pt x="6264" y="3139"/>
                    <a:pt x="6653" y="3161"/>
                    <a:pt x="7037" y="3215"/>
                  </a:cubicBezTo>
                  <a:cubicBezTo>
                    <a:pt x="7132" y="3250"/>
                    <a:pt x="7132" y="3393"/>
                    <a:pt x="7037" y="3429"/>
                  </a:cubicBezTo>
                  <a:cubicBezTo>
                    <a:pt x="6652" y="3483"/>
                    <a:pt x="6258" y="3505"/>
                    <a:pt x="5862" y="3505"/>
                  </a:cubicBezTo>
                  <a:cubicBezTo>
                    <a:pt x="5218" y="3505"/>
                    <a:pt x="4568" y="3448"/>
                    <a:pt x="3942" y="3381"/>
                  </a:cubicBezTo>
                  <a:cubicBezTo>
                    <a:pt x="3870" y="3381"/>
                    <a:pt x="3870" y="3274"/>
                    <a:pt x="3942" y="3274"/>
                  </a:cubicBezTo>
                  <a:cubicBezTo>
                    <a:pt x="4574" y="3200"/>
                    <a:pt x="5225" y="3139"/>
                    <a:pt x="5875" y="3139"/>
                  </a:cubicBezTo>
                  <a:close/>
                  <a:moveTo>
                    <a:pt x="5811" y="4380"/>
                  </a:moveTo>
                  <a:cubicBezTo>
                    <a:pt x="6222" y="4380"/>
                    <a:pt x="6632" y="4404"/>
                    <a:pt x="7037" y="4465"/>
                  </a:cubicBezTo>
                  <a:cubicBezTo>
                    <a:pt x="7144" y="4489"/>
                    <a:pt x="7144" y="4632"/>
                    <a:pt x="7037" y="4655"/>
                  </a:cubicBezTo>
                  <a:cubicBezTo>
                    <a:pt x="6637" y="4717"/>
                    <a:pt x="6228" y="4741"/>
                    <a:pt x="5816" y="4741"/>
                  </a:cubicBezTo>
                  <a:cubicBezTo>
                    <a:pt x="5187" y="4741"/>
                    <a:pt x="4553" y="4684"/>
                    <a:pt x="3942" y="4620"/>
                  </a:cubicBezTo>
                  <a:cubicBezTo>
                    <a:pt x="3858" y="4620"/>
                    <a:pt x="3858" y="4501"/>
                    <a:pt x="3942" y="4501"/>
                  </a:cubicBezTo>
                  <a:cubicBezTo>
                    <a:pt x="4553" y="4436"/>
                    <a:pt x="5183" y="4380"/>
                    <a:pt x="5811" y="4380"/>
                  </a:cubicBezTo>
                  <a:close/>
                  <a:moveTo>
                    <a:pt x="5857" y="5615"/>
                  </a:moveTo>
                  <a:cubicBezTo>
                    <a:pt x="6253" y="5615"/>
                    <a:pt x="6647" y="5637"/>
                    <a:pt x="7037" y="5691"/>
                  </a:cubicBezTo>
                  <a:cubicBezTo>
                    <a:pt x="7132" y="5727"/>
                    <a:pt x="7132" y="5870"/>
                    <a:pt x="7037" y="5906"/>
                  </a:cubicBezTo>
                  <a:cubicBezTo>
                    <a:pt x="6652" y="5960"/>
                    <a:pt x="6258" y="5982"/>
                    <a:pt x="5862" y="5982"/>
                  </a:cubicBezTo>
                  <a:cubicBezTo>
                    <a:pt x="5218" y="5982"/>
                    <a:pt x="4568" y="5924"/>
                    <a:pt x="3942" y="5858"/>
                  </a:cubicBezTo>
                  <a:cubicBezTo>
                    <a:pt x="3870" y="5858"/>
                    <a:pt x="3870" y="5739"/>
                    <a:pt x="3942" y="5739"/>
                  </a:cubicBezTo>
                  <a:cubicBezTo>
                    <a:pt x="4568" y="5672"/>
                    <a:pt x="5213" y="5615"/>
                    <a:pt x="5857" y="5615"/>
                  </a:cubicBezTo>
                  <a:close/>
                  <a:moveTo>
                    <a:pt x="5857" y="6853"/>
                  </a:moveTo>
                  <a:cubicBezTo>
                    <a:pt x="6253" y="6853"/>
                    <a:pt x="6647" y="6875"/>
                    <a:pt x="7037" y="6929"/>
                  </a:cubicBezTo>
                  <a:cubicBezTo>
                    <a:pt x="7144" y="6965"/>
                    <a:pt x="7144" y="7108"/>
                    <a:pt x="7037" y="7132"/>
                  </a:cubicBezTo>
                  <a:cubicBezTo>
                    <a:pt x="6632" y="7189"/>
                    <a:pt x="6218" y="7212"/>
                    <a:pt x="5802" y="7212"/>
                  </a:cubicBezTo>
                  <a:cubicBezTo>
                    <a:pt x="5177" y="7212"/>
                    <a:pt x="4549" y="7160"/>
                    <a:pt x="3942" y="7096"/>
                  </a:cubicBezTo>
                  <a:cubicBezTo>
                    <a:pt x="3858" y="7096"/>
                    <a:pt x="3858" y="6977"/>
                    <a:pt x="3942" y="6977"/>
                  </a:cubicBezTo>
                  <a:cubicBezTo>
                    <a:pt x="4568" y="6911"/>
                    <a:pt x="5213" y="6853"/>
                    <a:pt x="5857" y="6853"/>
                  </a:cubicBezTo>
                  <a:close/>
                  <a:moveTo>
                    <a:pt x="5857" y="8092"/>
                  </a:moveTo>
                  <a:cubicBezTo>
                    <a:pt x="6253" y="8092"/>
                    <a:pt x="6647" y="8113"/>
                    <a:pt x="7037" y="8168"/>
                  </a:cubicBezTo>
                  <a:cubicBezTo>
                    <a:pt x="7144" y="8180"/>
                    <a:pt x="7144" y="8370"/>
                    <a:pt x="7037" y="8370"/>
                  </a:cubicBezTo>
                  <a:cubicBezTo>
                    <a:pt x="6643" y="8430"/>
                    <a:pt x="6240" y="8455"/>
                    <a:pt x="5835" y="8455"/>
                  </a:cubicBezTo>
                  <a:cubicBezTo>
                    <a:pt x="5199" y="8455"/>
                    <a:pt x="4559" y="8395"/>
                    <a:pt x="3942" y="8323"/>
                  </a:cubicBezTo>
                  <a:cubicBezTo>
                    <a:pt x="3870" y="8323"/>
                    <a:pt x="3870" y="8215"/>
                    <a:pt x="3942" y="8215"/>
                  </a:cubicBezTo>
                  <a:cubicBezTo>
                    <a:pt x="4568" y="8149"/>
                    <a:pt x="5213" y="8092"/>
                    <a:pt x="5857" y="8092"/>
                  </a:cubicBezTo>
                  <a:close/>
                  <a:moveTo>
                    <a:pt x="5857" y="9330"/>
                  </a:moveTo>
                  <a:cubicBezTo>
                    <a:pt x="6253" y="9330"/>
                    <a:pt x="6647" y="9352"/>
                    <a:pt x="7037" y="9406"/>
                  </a:cubicBezTo>
                  <a:cubicBezTo>
                    <a:pt x="7144" y="9442"/>
                    <a:pt x="7144" y="9573"/>
                    <a:pt x="7037" y="9608"/>
                  </a:cubicBezTo>
                  <a:cubicBezTo>
                    <a:pt x="6639" y="9665"/>
                    <a:pt x="6231" y="9688"/>
                    <a:pt x="5822" y="9688"/>
                  </a:cubicBezTo>
                  <a:cubicBezTo>
                    <a:pt x="5191" y="9688"/>
                    <a:pt x="4555" y="9633"/>
                    <a:pt x="3942" y="9561"/>
                  </a:cubicBezTo>
                  <a:cubicBezTo>
                    <a:pt x="3858" y="9561"/>
                    <a:pt x="3858" y="9454"/>
                    <a:pt x="3942" y="9454"/>
                  </a:cubicBezTo>
                  <a:cubicBezTo>
                    <a:pt x="4568" y="9387"/>
                    <a:pt x="5213" y="9330"/>
                    <a:pt x="5857" y="9330"/>
                  </a:cubicBezTo>
                  <a:close/>
                  <a:moveTo>
                    <a:pt x="5867" y="10563"/>
                  </a:moveTo>
                  <a:cubicBezTo>
                    <a:pt x="6259" y="10563"/>
                    <a:pt x="6651" y="10586"/>
                    <a:pt x="7037" y="10644"/>
                  </a:cubicBezTo>
                  <a:cubicBezTo>
                    <a:pt x="7144" y="10656"/>
                    <a:pt x="7144" y="10835"/>
                    <a:pt x="7037" y="10847"/>
                  </a:cubicBezTo>
                  <a:cubicBezTo>
                    <a:pt x="6652" y="10901"/>
                    <a:pt x="6258" y="10923"/>
                    <a:pt x="5862" y="10923"/>
                  </a:cubicBezTo>
                  <a:cubicBezTo>
                    <a:pt x="5218" y="10923"/>
                    <a:pt x="4568" y="10865"/>
                    <a:pt x="3942" y="10799"/>
                  </a:cubicBezTo>
                  <a:cubicBezTo>
                    <a:pt x="3870" y="10787"/>
                    <a:pt x="3870" y="10704"/>
                    <a:pt x="3942" y="10692"/>
                  </a:cubicBezTo>
                  <a:cubicBezTo>
                    <a:pt x="4572" y="10625"/>
                    <a:pt x="5220" y="10563"/>
                    <a:pt x="5867" y="10563"/>
                  </a:cubicBezTo>
                  <a:close/>
                  <a:moveTo>
                    <a:pt x="5867" y="11801"/>
                  </a:moveTo>
                  <a:cubicBezTo>
                    <a:pt x="6259" y="11801"/>
                    <a:pt x="6651" y="11824"/>
                    <a:pt x="7037" y="11882"/>
                  </a:cubicBezTo>
                  <a:cubicBezTo>
                    <a:pt x="7132" y="11918"/>
                    <a:pt x="7132" y="12049"/>
                    <a:pt x="7037" y="12085"/>
                  </a:cubicBezTo>
                  <a:cubicBezTo>
                    <a:pt x="6639" y="12141"/>
                    <a:pt x="6231" y="12164"/>
                    <a:pt x="5822" y="12164"/>
                  </a:cubicBezTo>
                  <a:cubicBezTo>
                    <a:pt x="5191" y="12164"/>
                    <a:pt x="4555" y="12109"/>
                    <a:pt x="3942" y="12037"/>
                  </a:cubicBezTo>
                  <a:cubicBezTo>
                    <a:pt x="3870" y="12025"/>
                    <a:pt x="3870" y="11930"/>
                    <a:pt x="3942" y="11930"/>
                  </a:cubicBezTo>
                  <a:cubicBezTo>
                    <a:pt x="4572" y="11863"/>
                    <a:pt x="5220" y="11801"/>
                    <a:pt x="5867" y="11801"/>
                  </a:cubicBezTo>
                  <a:close/>
                  <a:moveTo>
                    <a:pt x="5829" y="13036"/>
                  </a:moveTo>
                  <a:cubicBezTo>
                    <a:pt x="6234" y="13036"/>
                    <a:pt x="6638" y="13060"/>
                    <a:pt x="7037" y="13121"/>
                  </a:cubicBezTo>
                  <a:cubicBezTo>
                    <a:pt x="7144" y="13145"/>
                    <a:pt x="7144" y="13287"/>
                    <a:pt x="7037" y="13323"/>
                  </a:cubicBezTo>
                  <a:cubicBezTo>
                    <a:pt x="6652" y="13377"/>
                    <a:pt x="6258" y="13399"/>
                    <a:pt x="5862" y="13399"/>
                  </a:cubicBezTo>
                  <a:cubicBezTo>
                    <a:pt x="5218" y="13399"/>
                    <a:pt x="4568" y="13342"/>
                    <a:pt x="3942" y="13275"/>
                  </a:cubicBezTo>
                  <a:cubicBezTo>
                    <a:pt x="3870" y="13264"/>
                    <a:pt x="3870" y="13168"/>
                    <a:pt x="3942" y="13168"/>
                  </a:cubicBezTo>
                  <a:cubicBezTo>
                    <a:pt x="4559" y="13096"/>
                    <a:pt x="5195" y="13036"/>
                    <a:pt x="5829" y="13036"/>
                  </a:cubicBezTo>
                  <a:close/>
                  <a:moveTo>
                    <a:pt x="5811" y="14274"/>
                  </a:moveTo>
                  <a:cubicBezTo>
                    <a:pt x="6222" y="14274"/>
                    <a:pt x="6632" y="14298"/>
                    <a:pt x="7037" y="14359"/>
                  </a:cubicBezTo>
                  <a:cubicBezTo>
                    <a:pt x="7132" y="14383"/>
                    <a:pt x="7132" y="14526"/>
                    <a:pt x="7037" y="14561"/>
                  </a:cubicBezTo>
                  <a:cubicBezTo>
                    <a:pt x="6652" y="14616"/>
                    <a:pt x="6258" y="14637"/>
                    <a:pt x="5862" y="14637"/>
                  </a:cubicBezTo>
                  <a:cubicBezTo>
                    <a:pt x="5218" y="14637"/>
                    <a:pt x="4568" y="14580"/>
                    <a:pt x="3942" y="14514"/>
                  </a:cubicBezTo>
                  <a:cubicBezTo>
                    <a:pt x="3870" y="14502"/>
                    <a:pt x="3870" y="14407"/>
                    <a:pt x="3942" y="14395"/>
                  </a:cubicBezTo>
                  <a:cubicBezTo>
                    <a:pt x="4553" y="14330"/>
                    <a:pt x="5183" y="14274"/>
                    <a:pt x="5811" y="14274"/>
                  </a:cubicBezTo>
                  <a:close/>
                  <a:moveTo>
                    <a:pt x="15121" y="0"/>
                  </a:moveTo>
                  <a:cubicBezTo>
                    <a:pt x="13216" y="1060"/>
                    <a:pt x="11026" y="1488"/>
                    <a:pt x="8871" y="1584"/>
                  </a:cubicBezTo>
                  <a:cubicBezTo>
                    <a:pt x="8602" y="1595"/>
                    <a:pt x="8325" y="1602"/>
                    <a:pt x="8043" y="1602"/>
                  </a:cubicBezTo>
                  <a:cubicBezTo>
                    <a:pt x="6269" y="1602"/>
                    <a:pt x="4277" y="1337"/>
                    <a:pt x="2870" y="310"/>
                  </a:cubicBezTo>
                  <a:cubicBezTo>
                    <a:pt x="2477" y="2500"/>
                    <a:pt x="2072" y="4691"/>
                    <a:pt x="1679" y="6894"/>
                  </a:cubicBezTo>
                  <a:cubicBezTo>
                    <a:pt x="1286" y="9061"/>
                    <a:pt x="905" y="11240"/>
                    <a:pt x="513" y="13430"/>
                  </a:cubicBezTo>
                  <a:cubicBezTo>
                    <a:pt x="417" y="13978"/>
                    <a:pt x="310" y="14538"/>
                    <a:pt x="215" y="15085"/>
                  </a:cubicBezTo>
                  <a:cubicBezTo>
                    <a:pt x="108" y="15704"/>
                    <a:pt x="1" y="16347"/>
                    <a:pt x="727" y="16574"/>
                  </a:cubicBezTo>
                  <a:cubicBezTo>
                    <a:pt x="1667" y="16859"/>
                    <a:pt x="2810" y="16847"/>
                    <a:pt x="3799" y="16919"/>
                  </a:cubicBezTo>
                  <a:cubicBezTo>
                    <a:pt x="5883" y="17083"/>
                    <a:pt x="7971" y="17166"/>
                    <a:pt x="10058" y="17166"/>
                  </a:cubicBezTo>
                  <a:cubicBezTo>
                    <a:pt x="12358" y="17166"/>
                    <a:pt x="14658" y="17065"/>
                    <a:pt x="16955" y="16859"/>
                  </a:cubicBezTo>
                  <a:cubicBezTo>
                    <a:pt x="17193" y="16835"/>
                    <a:pt x="17788" y="16871"/>
                    <a:pt x="17919" y="16621"/>
                  </a:cubicBezTo>
                  <a:cubicBezTo>
                    <a:pt x="18003" y="16466"/>
                    <a:pt x="17872" y="15954"/>
                    <a:pt x="17848" y="15800"/>
                  </a:cubicBezTo>
                  <a:cubicBezTo>
                    <a:pt x="17765" y="15300"/>
                    <a:pt x="17634" y="14823"/>
                    <a:pt x="17515" y="14347"/>
                  </a:cubicBezTo>
                  <a:cubicBezTo>
                    <a:pt x="17253" y="13347"/>
                    <a:pt x="17038" y="12347"/>
                    <a:pt x="16836" y="11335"/>
                  </a:cubicBezTo>
                  <a:cubicBezTo>
                    <a:pt x="16431" y="9263"/>
                    <a:pt x="16122" y="7180"/>
                    <a:pt x="15836" y="5096"/>
                  </a:cubicBezTo>
                  <a:cubicBezTo>
                    <a:pt x="15598" y="3405"/>
                    <a:pt x="15372" y="1703"/>
                    <a:pt x="15121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54"/>
            <p:cNvSpPr/>
            <p:nvPr/>
          </p:nvSpPr>
          <p:spPr>
            <a:xfrm>
              <a:off x="5176138" y="3914405"/>
              <a:ext cx="300154" cy="67488"/>
            </a:xfrm>
            <a:custGeom>
              <a:avLst/>
              <a:gdLst/>
              <a:ahLst/>
              <a:cxnLst/>
              <a:rect l="l" t="t" r="r" b="b"/>
              <a:pathLst>
                <a:path w="11181" h="2514" extrusionOk="0">
                  <a:moveTo>
                    <a:pt x="4461" y="0"/>
                  </a:moveTo>
                  <a:cubicBezTo>
                    <a:pt x="3817" y="0"/>
                    <a:pt x="3171" y="79"/>
                    <a:pt x="2536" y="234"/>
                  </a:cubicBezTo>
                  <a:cubicBezTo>
                    <a:pt x="1989" y="365"/>
                    <a:pt x="1465" y="568"/>
                    <a:pt x="965" y="829"/>
                  </a:cubicBezTo>
                  <a:cubicBezTo>
                    <a:pt x="631" y="1020"/>
                    <a:pt x="322" y="1258"/>
                    <a:pt x="0" y="1460"/>
                  </a:cubicBezTo>
                  <a:cubicBezTo>
                    <a:pt x="929" y="1782"/>
                    <a:pt x="1798" y="2151"/>
                    <a:pt x="2775" y="2330"/>
                  </a:cubicBezTo>
                  <a:cubicBezTo>
                    <a:pt x="3532" y="2456"/>
                    <a:pt x="4303" y="2514"/>
                    <a:pt x="5072" y="2514"/>
                  </a:cubicBezTo>
                  <a:cubicBezTo>
                    <a:pt x="5319" y="2514"/>
                    <a:pt x="5565" y="2508"/>
                    <a:pt x="5811" y="2496"/>
                  </a:cubicBezTo>
                  <a:cubicBezTo>
                    <a:pt x="7656" y="2425"/>
                    <a:pt x="9513" y="2092"/>
                    <a:pt x="11180" y="1306"/>
                  </a:cubicBezTo>
                  <a:lnTo>
                    <a:pt x="11180" y="1306"/>
                  </a:lnTo>
                  <a:cubicBezTo>
                    <a:pt x="11059" y="1313"/>
                    <a:pt x="10936" y="1317"/>
                    <a:pt x="10814" y="1317"/>
                  </a:cubicBezTo>
                  <a:cubicBezTo>
                    <a:pt x="10373" y="1317"/>
                    <a:pt x="9930" y="1268"/>
                    <a:pt x="9502" y="1175"/>
                  </a:cubicBezTo>
                  <a:cubicBezTo>
                    <a:pt x="8287" y="925"/>
                    <a:pt x="7156" y="365"/>
                    <a:pt x="5930" y="139"/>
                  </a:cubicBezTo>
                  <a:cubicBezTo>
                    <a:pt x="5445" y="46"/>
                    <a:pt x="4954" y="0"/>
                    <a:pt x="4461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54"/>
            <p:cNvSpPr/>
            <p:nvPr/>
          </p:nvSpPr>
          <p:spPr>
            <a:xfrm>
              <a:off x="5177104" y="3692719"/>
              <a:ext cx="322838" cy="251001"/>
            </a:xfrm>
            <a:custGeom>
              <a:avLst/>
              <a:gdLst/>
              <a:ahLst/>
              <a:cxnLst/>
              <a:rect l="l" t="t" r="r" b="b"/>
              <a:pathLst>
                <a:path w="12026" h="9350" extrusionOk="0">
                  <a:moveTo>
                    <a:pt x="1184" y="1"/>
                  </a:moveTo>
                  <a:cubicBezTo>
                    <a:pt x="926" y="1"/>
                    <a:pt x="709" y="23"/>
                    <a:pt x="679" y="98"/>
                  </a:cubicBezTo>
                  <a:cubicBezTo>
                    <a:pt x="584" y="301"/>
                    <a:pt x="1012" y="1158"/>
                    <a:pt x="1119" y="1467"/>
                  </a:cubicBezTo>
                  <a:cubicBezTo>
                    <a:pt x="1226" y="1467"/>
                    <a:pt x="1310" y="1551"/>
                    <a:pt x="1298" y="1658"/>
                  </a:cubicBezTo>
                  <a:cubicBezTo>
                    <a:pt x="905" y="4230"/>
                    <a:pt x="453" y="6790"/>
                    <a:pt x="0" y="9349"/>
                  </a:cubicBezTo>
                  <a:cubicBezTo>
                    <a:pt x="524" y="8873"/>
                    <a:pt x="1262" y="8552"/>
                    <a:pt x="1857" y="8337"/>
                  </a:cubicBezTo>
                  <a:cubicBezTo>
                    <a:pt x="2660" y="8050"/>
                    <a:pt x="3513" y="7903"/>
                    <a:pt x="4367" y="7903"/>
                  </a:cubicBezTo>
                  <a:cubicBezTo>
                    <a:pt x="4538" y="7903"/>
                    <a:pt x="4710" y="7909"/>
                    <a:pt x="4882" y="7921"/>
                  </a:cubicBezTo>
                  <a:cubicBezTo>
                    <a:pt x="6072" y="7968"/>
                    <a:pt x="7168" y="8337"/>
                    <a:pt x="8311" y="8683"/>
                  </a:cubicBezTo>
                  <a:cubicBezTo>
                    <a:pt x="8954" y="8909"/>
                    <a:pt x="9632" y="9052"/>
                    <a:pt x="10311" y="9099"/>
                  </a:cubicBezTo>
                  <a:cubicBezTo>
                    <a:pt x="10327" y="9100"/>
                    <a:pt x="10344" y="9100"/>
                    <a:pt x="10360" y="9100"/>
                  </a:cubicBezTo>
                  <a:cubicBezTo>
                    <a:pt x="10947" y="9100"/>
                    <a:pt x="11469" y="8895"/>
                    <a:pt x="12025" y="8837"/>
                  </a:cubicBezTo>
                  <a:cubicBezTo>
                    <a:pt x="12002" y="8683"/>
                    <a:pt x="11978" y="8528"/>
                    <a:pt x="11954" y="8361"/>
                  </a:cubicBezTo>
                  <a:cubicBezTo>
                    <a:pt x="11633" y="6289"/>
                    <a:pt x="11121" y="4242"/>
                    <a:pt x="10799" y="2170"/>
                  </a:cubicBezTo>
                  <a:cubicBezTo>
                    <a:pt x="10763" y="2027"/>
                    <a:pt x="10847" y="1884"/>
                    <a:pt x="10990" y="1848"/>
                  </a:cubicBezTo>
                  <a:cubicBezTo>
                    <a:pt x="11132" y="1313"/>
                    <a:pt x="11263" y="777"/>
                    <a:pt x="11418" y="241"/>
                  </a:cubicBezTo>
                  <a:cubicBezTo>
                    <a:pt x="9382" y="217"/>
                    <a:pt x="7358" y="158"/>
                    <a:pt x="5334" y="122"/>
                  </a:cubicBezTo>
                  <a:cubicBezTo>
                    <a:pt x="4263" y="86"/>
                    <a:pt x="3179" y="63"/>
                    <a:pt x="2108" y="51"/>
                  </a:cubicBezTo>
                  <a:cubicBezTo>
                    <a:pt x="1976" y="44"/>
                    <a:pt x="1541" y="1"/>
                    <a:pt x="1184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54"/>
            <p:cNvSpPr/>
            <p:nvPr/>
          </p:nvSpPr>
          <p:spPr>
            <a:xfrm>
              <a:off x="5201077" y="4035959"/>
              <a:ext cx="87595" cy="9852"/>
            </a:xfrm>
            <a:custGeom>
              <a:avLst/>
              <a:gdLst/>
              <a:ahLst/>
              <a:cxnLst/>
              <a:rect l="l" t="t" r="r" b="b"/>
              <a:pathLst>
                <a:path w="3263" h="367" extrusionOk="0">
                  <a:moveTo>
                    <a:pt x="2010" y="0"/>
                  </a:moveTo>
                  <a:cubicBezTo>
                    <a:pt x="1360" y="0"/>
                    <a:pt x="704" y="61"/>
                    <a:pt x="72" y="135"/>
                  </a:cubicBezTo>
                  <a:cubicBezTo>
                    <a:pt x="0" y="135"/>
                    <a:pt x="0" y="242"/>
                    <a:pt x="72" y="242"/>
                  </a:cubicBezTo>
                  <a:cubicBezTo>
                    <a:pt x="698" y="309"/>
                    <a:pt x="1343" y="366"/>
                    <a:pt x="1987" y="366"/>
                  </a:cubicBezTo>
                  <a:cubicBezTo>
                    <a:pt x="2383" y="366"/>
                    <a:pt x="2777" y="344"/>
                    <a:pt x="3167" y="290"/>
                  </a:cubicBezTo>
                  <a:cubicBezTo>
                    <a:pt x="3262" y="254"/>
                    <a:pt x="3262" y="111"/>
                    <a:pt x="3167" y="76"/>
                  </a:cubicBezTo>
                  <a:cubicBezTo>
                    <a:pt x="2788" y="22"/>
                    <a:pt x="2400" y="0"/>
                    <a:pt x="20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54"/>
            <p:cNvSpPr/>
            <p:nvPr/>
          </p:nvSpPr>
          <p:spPr>
            <a:xfrm>
              <a:off x="5201077" y="4102427"/>
              <a:ext cx="87595" cy="9852"/>
            </a:xfrm>
            <a:custGeom>
              <a:avLst/>
              <a:gdLst/>
              <a:ahLst/>
              <a:cxnLst/>
              <a:rect l="l" t="t" r="r" b="b"/>
              <a:pathLst>
                <a:path w="3263" h="367" extrusionOk="0">
                  <a:moveTo>
                    <a:pt x="1992" y="0"/>
                  </a:moveTo>
                  <a:cubicBezTo>
                    <a:pt x="1348" y="0"/>
                    <a:pt x="698" y="57"/>
                    <a:pt x="72" y="124"/>
                  </a:cubicBezTo>
                  <a:cubicBezTo>
                    <a:pt x="0" y="124"/>
                    <a:pt x="0" y="243"/>
                    <a:pt x="72" y="243"/>
                  </a:cubicBezTo>
                  <a:cubicBezTo>
                    <a:pt x="698" y="309"/>
                    <a:pt x="1343" y="367"/>
                    <a:pt x="1987" y="367"/>
                  </a:cubicBezTo>
                  <a:cubicBezTo>
                    <a:pt x="2383" y="367"/>
                    <a:pt x="2777" y="345"/>
                    <a:pt x="3167" y="291"/>
                  </a:cubicBezTo>
                  <a:cubicBezTo>
                    <a:pt x="3262" y="255"/>
                    <a:pt x="3262" y="112"/>
                    <a:pt x="3167" y="76"/>
                  </a:cubicBezTo>
                  <a:cubicBezTo>
                    <a:pt x="2782" y="22"/>
                    <a:pt x="2388" y="0"/>
                    <a:pt x="19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54"/>
            <p:cNvSpPr/>
            <p:nvPr/>
          </p:nvSpPr>
          <p:spPr>
            <a:xfrm>
              <a:off x="5201077" y="4168895"/>
              <a:ext cx="87917" cy="9772"/>
            </a:xfrm>
            <a:custGeom>
              <a:avLst/>
              <a:gdLst/>
              <a:ahLst/>
              <a:cxnLst/>
              <a:rect l="l" t="t" r="r" b="b"/>
              <a:pathLst>
                <a:path w="3275" h="364" extrusionOk="0">
                  <a:moveTo>
                    <a:pt x="1992" y="1"/>
                  </a:moveTo>
                  <a:cubicBezTo>
                    <a:pt x="1348" y="1"/>
                    <a:pt x="698" y="58"/>
                    <a:pt x="72" y="124"/>
                  </a:cubicBezTo>
                  <a:cubicBezTo>
                    <a:pt x="0" y="124"/>
                    <a:pt x="0" y="232"/>
                    <a:pt x="72" y="232"/>
                  </a:cubicBezTo>
                  <a:cubicBezTo>
                    <a:pt x="689" y="304"/>
                    <a:pt x="1325" y="364"/>
                    <a:pt x="1959" y="364"/>
                  </a:cubicBezTo>
                  <a:cubicBezTo>
                    <a:pt x="2364" y="364"/>
                    <a:pt x="2768" y="339"/>
                    <a:pt x="3167" y="279"/>
                  </a:cubicBezTo>
                  <a:cubicBezTo>
                    <a:pt x="3274" y="279"/>
                    <a:pt x="3274" y="89"/>
                    <a:pt x="3167" y="77"/>
                  </a:cubicBezTo>
                  <a:cubicBezTo>
                    <a:pt x="2782" y="22"/>
                    <a:pt x="2388" y="1"/>
                    <a:pt x="19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54"/>
            <p:cNvSpPr/>
            <p:nvPr/>
          </p:nvSpPr>
          <p:spPr>
            <a:xfrm>
              <a:off x="5201077" y="4235390"/>
              <a:ext cx="87917" cy="9664"/>
            </a:xfrm>
            <a:custGeom>
              <a:avLst/>
              <a:gdLst/>
              <a:ahLst/>
              <a:cxnLst/>
              <a:rect l="l" t="t" r="r" b="b"/>
              <a:pathLst>
                <a:path w="3275" h="360" extrusionOk="0">
                  <a:moveTo>
                    <a:pt x="1992" y="0"/>
                  </a:moveTo>
                  <a:cubicBezTo>
                    <a:pt x="1348" y="0"/>
                    <a:pt x="698" y="57"/>
                    <a:pt x="72" y="124"/>
                  </a:cubicBezTo>
                  <a:cubicBezTo>
                    <a:pt x="0" y="136"/>
                    <a:pt x="0" y="219"/>
                    <a:pt x="72" y="231"/>
                  </a:cubicBezTo>
                  <a:cubicBezTo>
                    <a:pt x="702" y="298"/>
                    <a:pt x="1350" y="360"/>
                    <a:pt x="1997" y="360"/>
                  </a:cubicBezTo>
                  <a:cubicBezTo>
                    <a:pt x="2389" y="360"/>
                    <a:pt x="2781" y="337"/>
                    <a:pt x="3167" y="279"/>
                  </a:cubicBezTo>
                  <a:cubicBezTo>
                    <a:pt x="3274" y="267"/>
                    <a:pt x="3274" y="88"/>
                    <a:pt x="3167" y="76"/>
                  </a:cubicBezTo>
                  <a:cubicBezTo>
                    <a:pt x="2782" y="22"/>
                    <a:pt x="2388" y="0"/>
                    <a:pt x="19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54"/>
            <p:cNvSpPr/>
            <p:nvPr/>
          </p:nvSpPr>
          <p:spPr>
            <a:xfrm>
              <a:off x="5201077" y="4301644"/>
              <a:ext cx="87917" cy="9772"/>
            </a:xfrm>
            <a:custGeom>
              <a:avLst/>
              <a:gdLst/>
              <a:ahLst/>
              <a:cxnLst/>
              <a:rect l="l" t="t" r="r" b="b"/>
              <a:pathLst>
                <a:path w="3275" h="364" extrusionOk="0">
                  <a:moveTo>
                    <a:pt x="1965" y="0"/>
                  </a:moveTo>
                  <a:cubicBezTo>
                    <a:pt x="1329" y="0"/>
                    <a:pt x="689" y="60"/>
                    <a:pt x="72" y="132"/>
                  </a:cubicBezTo>
                  <a:cubicBezTo>
                    <a:pt x="0" y="132"/>
                    <a:pt x="0" y="228"/>
                    <a:pt x="72" y="239"/>
                  </a:cubicBezTo>
                  <a:cubicBezTo>
                    <a:pt x="698" y="306"/>
                    <a:pt x="1343" y="363"/>
                    <a:pt x="1987" y="363"/>
                  </a:cubicBezTo>
                  <a:cubicBezTo>
                    <a:pt x="2383" y="363"/>
                    <a:pt x="2777" y="341"/>
                    <a:pt x="3167" y="287"/>
                  </a:cubicBezTo>
                  <a:cubicBezTo>
                    <a:pt x="3274" y="251"/>
                    <a:pt x="3274" y="109"/>
                    <a:pt x="3167" y="85"/>
                  </a:cubicBezTo>
                  <a:cubicBezTo>
                    <a:pt x="2773" y="24"/>
                    <a:pt x="2370" y="0"/>
                    <a:pt x="19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54"/>
            <p:cNvSpPr/>
            <p:nvPr/>
          </p:nvSpPr>
          <p:spPr>
            <a:xfrm>
              <a:off x="5201077" y="4268383"/>
              <a:ext cx="87595" cy="9933"/>
            </a:xfrm>
            <a:custGeom>
              <a:avLst/>
              <a:gdLst/>
              <a:ahLst/>
              <a:cxnLst/>
              <a:rect l="l" t="t" r="r" b="b"/>
              <a:pathLst>
                <a:path w="3263" h="370" extrusionOk="0">
                  <a:moveTo>
                    <a:pt x="1946" y="0"/>
                  </a:moveTo>
                  <a:cubicBezTo>
                    <a:pt x="1317" y="0"/>
                    <a:pt x="683" y="56"/>
                    <a:pt x="72" y="121"/>
                  </a:cubicBezTo>
                  <a:cubicBezTo>
                    <a:pt x="0" y="133"/>
                    <a:pt x="0" y="228"/>
                    <a:pt x="72" y="240"/>
                  </a:cubicBezTo>
                  <a:cubicBezTo>
                    <a:pt x="702" y="307"/>
                    <a:pt x="1350" y="369"/>
                    <a:pt x="1997" y="369"/>
                  </a:cubicBezTo>
                  <a:cubicBezTo>
                    <a:pt x="2389" y="369"/>
                    <a:pt x="2781" y="346"/>
                    <a:pt x="3167" y="288"/>
                  </a:cubicBezTo>
                  <a:cubicBezTo>
                    <a:pt x="3262" y="252"/>
                    <a:pt x="3262" y="109"/>
                    <a:pt x="3167" y="85"/>
                  </a:cubicBezTo>
                  <a:cubicBezTo>
                    <a:pt x="2767" y="24"/>
                    <a:pt x="2358" y="0"/>
                    <a:pt x="194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54"/>
            <p:cNvSpPr/>
            <p:nvPr/>
          </p:nvSpPr>
          <p:spPr>
            <a:xfrm>
              <a:off x="5201077" y="4334851"/>
              <a:ext cx="87595" cy="9933"/>
            </a:xfrm>
            <a:custGeom>
              <a:avLst/>
              <a:gdLst/>
              <a:ahLst/>
              <a:cxnLst/>
              <a:rect l="l" t="t" r="r" b="b"/>
              <a:pathLst>
                <a:path w="3263" h="370" extrusionOk="0">
                  <a:moveTo>
                    <a:pt x="1946" y="1"/>
                  </a:moveTo>
                  <a:cubicBezTo>
                    <a:pt x="1317" y="1"/>
                    <a:pt x="683" y="57"/>
                    <a:pt x="72" y="122"/>
                  </a:cubicBezTo>
                  <a:cubicBezTo>
                    <a:pt x="0" y="134"/>
                    <a:pt x="0" y="229"/>
                    <a:pt x="72" y="241"/>
                  </a:cubicBezTo>
                  <a:cubicBezTo>
                    <a:pt x="702" y="307"/>
                    <a:pt x="1350" y="370"/>
                    <a:pt x="1997" y="370"/>
                  </a:cubicBezTo>
                  <a:cubicBezTo>
                    <a:pt x="2389" y="370"/>
                    <a:pt x="2781" y="347"/>
                    <a:pt x="3167" y="288"/>
                  </a:cubicBezTo>
                  <a:cubicBezTo>
                    <a:pt x="3262" y="253"/>
                    <a:pt x="3262" y="110"/>
                    <a:pt x="3167" y="86"/>
                  </a:cubicBezTo>
                  <a:cubicBezTo>
                    <a:pt x="2767" y="25"/>
                    <a:pt x="2358" y="1"/>
                    <a:pt x="19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54"/>
            <p:cNvSpPr/>
            <p:nvPr/>
          </p:nvSpPr>
          <p:spPr>
            <a:xfrm>
              <a:off x="5200754" y="4069247"/>
              <a:ext cx="88240" cy="9798"/>
            </a:xfrm>
            <a:custGeom>
              <a:avLst/>
              <a:gdLst/>
              <a:ahLst/>
              <a:cxnLst/>
              <a:rect l="l" t="t" r="r" b="b"/>
              <a:pathLst>
                <a:path w="3287" h="365" extrusionOk="0">
                  <a:moveTo>
                    <a:pt x="1958" y="1"/>
                  </a:moveTo>
                  <a:cubicBezTo>
                    <a:pt x="1329" y="1"/>
                    <a:pt x="695" y="57"/>
                    <a:pt x="84" y="122"/>
                  </a:cubicBezTo>
                  <a:cubicBezTo>
                    <a:pt x="0" y="122"/>
                    <a:pt x="0" y="241"/>
                    <a:pt x="84" y="241"/>
                  </a:cubicBezTo>
                  <a:cubicBezTo>
                    <a:pt x="710" y="307"/>
                    <a:pt x="1355" y="364"/>
                    <a:pt x="1999" y="364"/>
                  </a:cubicBezTo>
                  <a:cubicBezTo>
                    <a:pt x="2395" y="364"/>
                    <a:pt x="2789" y="343"/>
                    <a:pt x="3179" y="288"/>
                  </a:cubicBezTo>
                  <a:cubicBezTo>
                    <a:pt x="3286" y="253"/>
                    <a:pt x="3286" y="110"/>
                    <a:pt x="3179" y="86"/>
                  </a:cubicBezTo>
                  <a:cubicBezTo>
                    <a:pt x="2779" y="25"/>
                    <a:pt x="2370" y="1"/>
                    <a:pt x="19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54"/>
            <p:cNvSpPr/>
            <p:nvPr/>
          </p:nvSpPr>
          <p:spPr>
            <a:xfrm>
              <a:off x="5200754" y="4135661"/>
              <a:ext cx="88240" cy="9798"/>
            </a:xfrm>
            <a:custGeom>
              <a:avLst/>
              <a:gdLst/>
              <a:ahLst/>
              <a:cxnLst/>
              <a:rect l="l" t="t" r="r" b="b"/>
              <a:pathLst>
                <a:path w="3287" h="365" extrusionOk="0">
                  <a:moveTo>
                    <a:pt x="2004" y="0"/>
                  </a:moveTo>
                  <a:cubicBezTo>
                    <a:pt x="1360" y="0"/>
                    <a:pt x="710" y="58"/>
                    <a:pt x="84" y="124"/>
                  </a:cubicBezTo>
                  <a:cubicBezTo>
                    <a:pt x="0" y="124"/>
                    <a:pt x="0" y="243"/>
                    <a:pt x="84" y="243"/>
                  </a:cubicBezTo>
                  <a:cubicBezTo>
                    <a:pt x="695" y="308"/>
                    <a:pt x="1325" y="364"/>
                    <a:pt x="1953" y="364"/>
                  </a:cubicBezTo>
                  <a:cubicBezTo>
                    <a:pt x="2364" y="364"/>
                    <a:pt x="2774" y="340"/>
                    <a:pt x="3179" y="279"/>
                  </a:cubicBezTo>
                  <a:cubicBezTo>
                    <a:pt x="3286" y="255"/>
                    <a:pt x="3286" y="112"/>
                    <a:pt x="3179" y="76"/>
                  </a:cubicBezTo>
                  <a:cubicBezTo>
                    <a:pt x="2794" y="22"/>
                    <a:pt x="2400" y="0"/>
                    <a:pt x="20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54"/>
            <p:cNvSpPr/>
            <p:nvPr/>
          </p:nvSpPr>
          <p:spPr>
            <a:xfrm>
              <a:off x="5200754" y="4202129"/>
              <a:ext cx="88240" cy="9772"/>
            </a:xfrm>
            <a:custGeom>
              <a:avLst/>
              <a:gdLst/>
              <a:ahLst/>
              <a:cxnLst/>
              <a:rect l="l" t="t" r="r" b="b"/>
              <a:pathLst>
                <a:path w="3287" h="364" extrusionOk="0">
                  <a:moveTo>
                    <a:pt x="2004" y="1"/>
                  </a:moveTo>
                  <a:cubicBezTo>
                    <a:pt x="1360" y="1"/>
                    <a:pt x="710" y="58"/>
                    <a:pt x="84" y="125"/>
                  </a:cubicBezTo>
                  <a:cubicBezTo>
                    <a:pt x="0" y="125"/>
                    <a:pt x="0" y="232"/>
                    <a:pt x="84" y="232"/>
                  </a:cubicBezTo>
                  <a:cubicBezTo>
                    <a:pt x="701" y="304"/>
                    <a:pt x="1337" y="364"/>
                    <a:pt x="1971" y="364"/>
                  </a:cubicBezTo>
                  <a:cubicBezTo>
                    <a:pt x="2376" y="364"/>
                    <a:pt x="2780" y="340"/>
                    <a:pt x="3179" y="279"/>
                  </a:cubicBezTo>
                  <a:cubicBezTo>
                    <a:pt x="3286" y="244"/>
                    <a:pt x="3286" y="113"/>
                    <a:pt x="3179" y="77"/>
                  </a:cubicBezTo>
                  <a:cubicBezTo>
                    <a:pt x="2794" y="23"/>
                    <a:pt x="2400" y="1"/>
                    <a:pt x="20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54"/>
            <p:cNvSpPr/>
            <p:nvPr/>
          </p:nvSpPr>
          <p:spPr>
            <a:xfrm>
              <a:off x="5076408" y="3576641"/>
              <a:ext cx="526779" cy="852248"/>
            </a:xfrm>
            <a:custGeom>
              <a:avLst/>
              <a:gdLst/>
              <a:ahLst/>
              <a:cxnLst/>
              <a:rect l="l" t="t" r="r" b="b"/>
              <a:pathLst>
                <a:path w="19623" h="31747" extrusionOk="0">
                  <a:moveTo>
                    <a:pt x="10340" y="464"/>
                  </a:moveTo>
                  <a:cubicBezTo>
                    <a:pt x="10794" y="464"/>
                    <a:pt x="11246" y="473"/>
                    <a:pt x="11693" y="481"/>
                  </a:cubicBezTo>
                  <a:cubicBezTo>
                    <a:pt x="12038" y="493"/>
                    <a:pt x="12383" y="505"/>
                    <a:pt x="12717" y="529"/>
                  </a:cubicBezTo>
                  <a:cubicBezTo>
                    <a:pt x="12822" y="529"/>
                    <a:pt x="13054" y="508"/>
                    <a:pt x="13255" y="508"/>
                  </a:cubicBezTo>
                  <a:cubicBezTo>
                    <a:pt x="13395" y="508"/>
                    <a:pt x="13520" y="518"/>
                    <a:pt x="13574" y="553"/>
                  </a:cubicBezTo>
                  <a:cubicBezTo>
                    <a:pt x="13602" y="544"/>
                    <a:pt x="13626" y="540"/>
                    <a:pt x="13646" y="540"/>
                  </a:cubicBezTo>
                  <a:cubicBezTo>
                    <a:pt x="13733" y="540"/>
                    <a:pt x="13733" y="626"/>
                    <a:pt x="13645" y="791"/>
                  </a:cubicBezTo>
                  <a:cubicBezTo>
                    <a:pt x="13633" y="946"/>
                    <a:pt x="13633" y="1112"/>
                    <a:pt x="13609" y="1279"/>
                  </a:cubicBezTo>
                  <a:cubicBezTo>
                    <a:pt x="13586" y="1600"/>
                    <a:pt x="13574" y="1934"/>
                    <a:pt x="13550" y="2255"/>
                  </a:cubicBezTo>
                  <a:cubicBezTo>
                    <a:pt x="13502" y="2827"/>
                    <a:pt x="13467" y="3398"/>
                    <a:pt x="13419" y="3970"/>
                  </a:cubicBezTo>
                  <a:cubicBezTo>
                    <a:pt x="11454" y="3946"/>
                    <a:pt x="9490" y="3946"/>
                    <a:pt x="7525" y="3922"/>
                  </a:cubicBezTo>
                  <a:cubicBezTo>
                    <a:pt x="6894" y="3922"/>
                    <a:pt x="6263" y="3910"/>
                    <a:pt x="5632" y="3910"/>
                  </a:cubicBezTo>
                  <a:cubicBezTo>
                    <a:pt x="5644" y="3279"/>
                    <a:pt x="5608" y="2648"/>
                    <a:pt x="5513" y="2041"/>
                  </a:cubicBezTo>
                  <a:cubicBezTo>
                    <a:pt x="5478" y="1767"/>
                    <a:pt x="5406" y="1493"/>
                    <a:pt x="5394" y="1219"/>
                  </a:cubicBezTo>
                  <a:cubicBezTo>
                    <a:pt x="5299" y="1017"/>
                    <a:pt x="5370" y="779"/>
                    <a:pt x="5561" y="660"/>
                  </a:cubicBezTo>
                  <a:cubicBezTo>
                    <a:pt x="5656" y="648"/>
                    <a:pt x="5739" y="636"/>
                    <a:pt x="5811" y="636"/>
                  </a:cubicBezTo>
                  <a:cubicBezTo>
                    <a:pt x="6169" y="524"/>
                    <a:pt x="6594" y="507"/>
                    <a:pt x="7013" y="507"/>
                  </a:cubicBezTo>
                  <a:cubicBezTo>
                    <a:pt x="7197" y="507"/>
                    <a:pt x="7379" y="510"/>
                    <a:pt x="7555" y="510"/>
                  </a:cubicBezTo>
                  <a:cubicBezTo>
                    <a:pt x="7659" y="510"/>
                    <a:pt x="7761" y="509"/>
                    <a:pt x="7859" y="505"/>
                  </a:cubicBezTo>
                  <a:cubicBezTo>
                    <a:pt x="8502" y="481"/>
                    <a:pt x="9145" y="469"/>
                    <a:pt x="9776" y="469"/>
                  </a:cubicBezTo>
                  <a:cubicBezTo>
                    <a:pt x="9964" y="466"/>
                    <a:pt x="10152" y="464"/>
                    <a:pt x="10340" y="464"/>
                  </a:cubicBezTo>
                  <a:close/>
                  <a:moveTo>
                    <a:pt x="4927" y="4325"/>
                  </a:moveTo>
                  <a:cubicBezTo>
                    <a:pt x="5282" y="4325"/>
                    <a:pt x="5710" y="4368"/>
                    <a:pt x="5835" y="4375"/>
                  </a:cubicBezTo>
                  <a:cubicBezTo>
                    <a:pt x="6918" y="4398"/>
                    <a:pt x="7990" y="4410"/>
                    <a:pt x="9061" y="4446"/>
                  </a:cubicBezTo>
                  <a:cubicBezTo>
                    <a:pt x="11085" y="4482"/>
                    <a:pt x="13109" y="4541"/>
                    <a:pt x="15145" y="4565"/>
                  </a:cubicBezTo>
                  <a:cubicBezTo>
                    <a:pt x="14991" y="5101"/>
                    <a:pt x="14860" y="5637"/>
                    <a:pt x="14717" y="6172"/>
                  </a:cubicBezTo>
                  <a:cubicBezTo>
                    <a:pt x="14586" y="6208"/>
                    <a:pt x="14491" y="6351"/>
                    <a:pt x="14526" y="6494"/>
                  </a:cubicBezTo>
                  <a:cubicBezTo>
                    <a:pt x="14860" y="8566"/>
                    <a:pt x="15360" y="10602"/>
                    <a:pt x="15693" y="12685"/>
                  </a:cubicBezTo>
                  <a:cubicBezTo>
                    <a:pt x="15717" y="12852"/>
                    <a:pt x="15741" y="13007"/>
                    <a:pt x="15765" y="13161"/>
                  </a:cubicBezTo>
                  <a:cubicBezTo>
                    <a:pt x="15221" y="13218"/>
                    <a:pt x="14711" y="13425"/>
                    <a:pt x="14140" y="13425"/>
                  </a:cubicBezTo>
                  <a:cubicBezTo>
                    <a:pt x="14110" y="13425"/>
                    <a:pt x="14080" y="13425"/>
                    <a:pt x="14050" y="13423"/>
                  </a:cubicBezTo>
                  <a:cubicBezTo>
                    <a:pt x="13371" y="13376"/>
                    <a:pt x="12693" y="13233"/>
                    <a:pt x="12050" y="13007"/>
                  </a:cubicBezTo>
                  <a:cubicBezTo>
                    <a:pt x="10907" y="12661"/>
                    <a:pt x="9799" y="12304"/>
                    <a:pt x="8609" y="12245"/>
                  </a:cubicBezTo>
                  <a:cubicBezTo>
                    <a:pt x="8437" y="12233"/>
                    <a:pt x="8266" y="12227"/>
                    <a:pt x="8095" y="12227"/>
                  </a:cubicBezTo>
                  <a:cubicBezTo>
                    <a:pt x="7244" y="12227"/>
                    <a:pt x="6399" y="12374"/>
                    <a:pt x="5597" y="12661"/>
                  </a:cubicBezTo>
                  <a:cubicBezTo>
                    <a:pt x="5001" y="12876"/>
                    <a:pt x="4251" y="13197"/>
                    <a:pt x="3739" y="13673"/>
                  </a:cubicBezTo>
                  <a:cubicBezTo>
                    <a:pt x="4192" y="11114"/>
                    <a:pt x="4632" y="8554"/>
                    <a:pt x="5037" y="5982"/>
                  </a:cubicBezTo>
                  <a:cubicBezTo>
                    <a:pt x="5049" y="5875"/>
                    <a:pt x="4966" y="5791"/>
                    <a:pt x="4858" y="5791"/>
                  </a:cubicBezTo>
                  <a:cubicBezTo>
                    <a:pt x="4763" y="5482"/>
                    <a:pt x="4323" y="4625"/>
                    <a:pt x="4418" y="4422"/>
                  </a:cubicBezTo>
                  <a:cubicBezTo>
                    <a:pt x="4453" y="4347"/>
                    <a:pt x="4670" y="4325"/>
                    <a:pt x="4927" y="4325"/>
                  </a:cubicBezTo>
                  <a:close/>
                  <a:moveTo>
                    <a:pt x="8152" y="12593"/>
                  </a:moveTo>
                  <a:cubicBezTo>
                    <a:pt x="8650" y="12593"/>
                    <a:pt x="9150" y="12639"/>
                    <a:pt x="9645" y="12733"/>
                  </a:cubicBezTo>
                  <a:cubicBezTo>
                    <a:pt x="10871" y="12959"/>
                    <a:pt x="12002" y="13519"/>
                    <a:pt x="13217" y="13757"/>
                  </a:cubicBezTo>
                  <a:cubicBezTo>
                    <a:pt x="13661" y="13863"/>
                    <a:pt x="14112" y="13906"/>
                    <a:pt x="14572" y="13906"/>
                  </a:cubicBezTo>
                  <a:cubicBezTo>
                    <a:pt x="14679" y="13906"/>
                    <a:pt x="14787" y="13904"/>
                    <a:pt x="14895" y="13900"/>
                  </a:cubicBezTo>
                  <a:lnTo>
                    <a:pt x="14895" y="13900"/>
                  </a:lnTo>
                  <a:cubicBezTo>
                    <a:pt x="13217" y="14674"/>
                    <a:pt x="11359" y="15007"/>
                    <a:pt x="9514" y="15090"/>
                  </a:cubicBezTo>
                  <a:cubicBezTo>
                    <a:pt x="9289" y="15101"/>
                    <a:pt x="9064" y="15106"/>
                    <a:pt x="8839" y="15106"/>
                  </a:cubicBezTo>
                  <a:cubicBezTo>
                    <a:pt x="8052" y="15106"/>
                    <a:pt x="7267" y="15041"/>
                    <a:pt x="6490" y="14912"/>
                  </a:cubicBezTo>
                  <a:cubicBezTo>
                    <a:pt x="5513" y="14745"/>
                    <a:pt x="4632" y="14376"/>
                    <a:pt x="3703" y="14054"/>
                  </a:cubicBezTo>
                  <a:lnTo>
                    <a:pt x="3715" y="14042"/>
                  </a:lnTo>
                  <a:cubicBezTo>
                    <a:pt x="4037" y="13852"/>
                    <a:pt x="4346" y="13590"/>
                    <a:pt x="4668" y="13411"/>
                  </a:cubicBezTo>
                  <a:cubicBezTo>
                    <a:pt x="5168" y="13150"/>
                    <a:pt x="5704" y="12959"/>
                    <a:pt x="6251" y="12816"/>
                  </a:cubicBezTo>
                  <a:cubicBezTo>
                    <a:pt x="6874" y="12669"/>
                    <a:pt x="7512" y="12593"/>
                    <a:pt x="8152" y="12593"/>
                  </a:cubicBezTo>
                  <a:close/>
                  <a:moveTo>
                    <a:pt x="15895" y="13971"/>
                  </a:moveTo>
                  <a:cubicBezTo>
                    <a:pt x="16146" y="15674"/>
                    <a:pt x="16372" y="17376"/>
                    <a:pt x="16610" y="19067"/>
                  </a:cubicBezTo>
                  <a:cubicBezTo>
                    <a:pt x="16884" y="21151"/>
                    <a:pt x="17193" y="23234"/>
                    <a:pt x="17610" y="25306"/>
                  </a:cubicBezTo>
                  <a:cubicBezTo>
                    <a:pt x="17800" y="26318"/>
                    <a:pt x="18027" y="27318"/>
                    <a:pt x="18277" y="28318"/>
                  </a:cubicBezTo>
                  <a:cubicBezTo>
                    <a:pt x="18408" y="28794"/>
                    <a:pt x="18539" y="29271"/>
                    <a:pt x="18622" y="29771"/>
                  </a:cubicBezTo>
                  <a:cubicBezTo>
                    <a:pt x="18646" y="29925"/>
                    <a:pt x="18777" y="30437"/>
                    <a:pt x="18693" y="30592"/>
                  </a:cubicBezTo>
                  <a:cubicBezTo>
                    <a:pt x="18562" y="30842"/>
                    <a:pt x="17967" y="30818"/>
                    <a:pt x="17729" y="30830"/>
                  </a:cubicBezTo>
                  <a:cubicBezTo>
                    <a:pt x="15432" y="31036"/>
                    <a:pt x="13132" y="31137"/>
                    <a:pt x="10832" y="31137"/>
                  </a:cubicBezTo>
                  <a:cubicBezTo>
                    <a:pt x="8745" y="31137"/>
                    <a:pt x="6657" y="31054"/>
                    <a:pt x="4573" y="30890"/>
                  </a:cubicBezTo>
                  <a:cubicBezTo>
                    <a:pt x="3584" y="30818"/>
                    <a:pt x="2441" y="30830"/>
                    <a:pt x="1501" y="30545"/>
                  </a:cubicBezTo>
                  <a:cubicBezTo>
                    <a:pt x="775" y="30318"/>
                    <a:pt x="882" y="29675"/>
                    <a:pt x="989" y="29068"/>
                  </a:cubicBezTo>
                  <a:cubicBezTo>
                    <a:pt x="1084" y="28509"/>
                    <a:pt x="1191" y="27949"/>
                    <a:pt x="1287" y="27401"/>
                  </a:cubicBezTo>
                  <a:cubicBezTo>
                    <a:pt x="1668" y="25222"/>
                    <a:pt x="2060" y="23055"/>
                    <a:pt x="2453" y="20865"/>
                  </a:cubicBezTo>
                  <a:cubicBezTo>
                    <a:pt x="2846" y="18662"/>
                    <a:pt x="3251" y="16471"/>
                    <a:pt x="3644" y="14281"/>
                  </a:cubicBezTo>
                  <a:cubicBezTo>
                    <a:pt x="5051" y="15308"/>
                    <a:pt x="7043" y="15573"/>
                    <a:pt x="8809" y="15573"/>
                  </a:cubicBezTo>
                  <a:cubicBezTo>
                    <a:pt x="9090" y="15573"/>
                    <a:pt x="9366" y="15566"/>
                    <a:pt x="9633" y="15555"/>
                  </a:cubicBezTo>
                  <a:cubicBezTo>
                    <a:pt x="11800" y="15459"/>
                    <a:pt x="13990" y="15031"/>
                    <a:pt x="15895" y="13971"/>
                  </a:cubicBezTo>
                  <a:close/>
                  <a:moveTo>
                    <a:pt x="10246" y="0"/>
                  </a:moveTo>
                  <a:cubicBezTo>
                    <a:pt x="10005" y="0"/>
                    <a:pt x="9765" y="2"/>
                    <a:pt x="9526" y="5"/>
                  </a:cubicBezTo>
                  <a:cubicBezTo>
                    <a:pt x="8668" y="17"/>
                    <a:pt x="7823" y="41"/>
                    <a:pt x="6966" y="88"/>
                  </a:cubicBezTo>
                  <a:cubicBezTo>
                    <a:pt x="6537" y="112"/>
                    <a:pt x="6120" y="136"/>
                    <a:pt x="5692" y="148"/>
                  </a:cubicBezTo>
                  <a:cubicBezTo>
                    <a:pt x="5663" y="150"/>
                    <a:pt x="5633" y="150"/>
                    <a:pt x="5602" y="150"/>
                  </a:cubicBezTo>
                  <a:cubicBezTo>
                    <a:pt x="5543" y="150"/>
                    <a:pt x="5480" y="148"/>
                    <a:pt x="5417" y="148"/>
                  </a:cubicBezTo>
                  <a:cubicBezTo>
                    <a:pt x="5268" y="148"/>
                    <a:pt x="5117" y="159"/>
                    <a:pt x="5001" y="231"/>
                  </a:cubicBezTo>
                  <a:cubicBezTo>
                    <a:pt x="4561" y="469"/>
                    <a:pt x="4787" y="1100"/>
                    <a:pt x="4835" y="1493"/>
                  </a:cubicBezTo>
                  <a:cubicBezTo>
                    <a:pt x="4966" y="2291"/>
                    <a:pt x="5085" y="3136"/>
                    <a:pt x="5382" y="3898"/>
                  </a:cubicBezTo>
                  <a:cubicBezTo>
                    <a:pt x="5171" y="3884"/>
                    <a:pt x="4897" y="3845"/>
                    <a:pt x="4650" y="3845"/>
                  </a:cubicBezTo>
                  <a:cubicBezTo>
                    <a:pt x="4479" y="3845"/>
                    <a:pt x="4320" y="3864"/>
                    <a:pt x="4204" y="3922"/>
                  </a:cubicBezTo>
                  <a:cubicBezTo>
                    <a:pt x="3501" y="4291"/>
                    <a:pt x="4406" y="5518"/>
                    <a:pt x="4644" y="5934"/>
                  </a:cubicBezTo>
                  <a:cubicBezTo>
                    <a:pt x="4668" y="5958"/>
                    <a:pt x="4692" y="5982"/>
                    <a:pt x="4727" y="5994"/>
                  </a:cubicBezTo>
                  <a:cubicBezTo>
                    <a:pt x="3727" y="10744"/>
                    <a:pt x="2882" y="15543"/>
                    <a:pt x="1977" y="20317"/>
                  </a:cubicBezTo>
                  <a:cubicBezTo>
                    <a:pt x="1525" y="22758"/>
                    <a:pt x="1072" y="25187"/>
                    <a:pt x="608" y="27616"/>
                  </a:cubicBezTo>
                  <a:cubicBezTo>
                    <a:pt x="465" y="28389"/>
                    <a:pt x="1" y="29544"/>
                    <a:pt x="334" y="30330"/>
                  </a:cubicBezTo>
                  <a:cubicBezTo>
                    <a:pt x="608" y="31009"/>
                    <a:pt x="1358" y="31164"/>
                    <a:pt x="2013" y="31247"/>
                  </a:cubicBezTo>
                  <a:cubicBezTo>
                    <a:pt x="4933" y="31581"/>
                    <a:pt x="7871" y="31747"/>
                    <a:pt x="10811" y="31747"/>
                  </a:cubicBezTo>
                  <a:cubicBezTo>
                    <a:pt x="12689" y="31747"/>
                    <a:pt x="14568" y="31679"/>
                    <a:pt x="16443" y="31545"/>
                  </a:cubicBezTo>
                  <a:lnTo>
                    <a:pt x="16455" y="31533"/>
                  </a:lnTo>
                  <a:cubicBezTo>
                    <a:pt x="17050" y="31497"/>
                    <a:pt x="17646" y="31437"/>
                    <a:pt x="18241" y="31378"/>
                  </a:cubicBezTo>
                  <a:cubicBezTo>
                    <a:pt x="18562" y="31354"/>
                    <a:pt x="18932" y="31378"/>
                    <a:pt x="19158" y="31128"/>
                  </a:cubicBezTo>
                  <a:cubicBezTo>
                    <a:pt x="19622" y="30580"/>
                    <a:pt x="19182" y="29282"/>
                    <a:pt x="19039" y="28687"/>
                  </a:cubicBezTo>
                  <a:cubicBezTo>
                    <a:pt x="18503" y="26461"/>
                    <a:pt x="18027" y="24222"/>
                    <a:pt x="17670" y="21960"/>
                  </a:cubicBezTo>
                  <a:cubicBezTo>
                    <a:pt x="17265" y="19341"/>
                    <a:pt x="16943" y="16721"/>
                    <a:pt x="16562" y="14102"/>
                  </a:cubicBezTo>
                  <a:cubicBezTo>
                    <a:pt x="16193" y="11530"/>
                    <a:pt x="15895" y="8804"/>
                    <a:pt x="15050" y="6339"/>
                  </a:cubicBezTo>
                  <a:cubicBezTo>
                    <a:pt x="15300" y="5684"/>
                    <a:pt x="15574" y="5018"/>
                    <a:pt x="15812" y="4351"/>
                  </a:cubicBezTo>
                  <a:cubicBezTo>
                    <a:pt x="15848" y="4160"/>
                    <a:pt x="15717" y="3994"/>
                    <a:pt x="15526" y="3994"/>
                  </a:cubicBezTo>
                  <a:cubicBezTo>
                    <a:pt x="14979" y="3982"/>
                    <a:pt x="14443" y="3970"/>
                    <a:pt x="13895" y="3970"/>
                  </a:cubicBezTo>
                  <a:cubicBezTo>
                    <a:pt x="13955" y="3232"/>
                    <a:pt x="14002" y="2505"/>
                    <a:pt x="14062" y="1755"/>
                  </a:cubicBezTo>
                  <a:cubicBezTo>
                    <a:pt x="14086" y="1398"/>
                    <a:pt x="14348" y="505"/>
                    <a:pt x="14050" y="207"/>
                  </a:cubicBezTo>
                  <a:cubicBezTo>
                    <a:pt x="13952" y="100"/>
                    <a:pt x="13780" y="87"/>
                    <a:pt x="13630" y="87"/>
                  </a:cubicBezTo>
                  <a:cubicBezTo>
                    <a:pt x="13580" y="87"/>
                    <a:pt x="13532" y="88"/>
                    <a:pt x="13490" y="88"/>
                  </a:cubicBezTo>
                  <a:cubicBezTo>
                    <a:pt x="13062" y="65"/>
                    <a:pt x="12645" y="41"/>
                    <a:pt x="12216" y="29"/>
                  </a:cubicBezTo>
                  <a:cubicBezTo>
                    <a:pt x="11563" y="11"/>
                    <a:pt x="10903" y="0"/>
                    <a:pt x="1024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54"/>
            <p:cNvSpPr/>
            <p:nvPr/>
          </p:nvSpPr>
          <p:spPr>
            <a:xfrm>
              <a:off x="5601228" y="4120762"/>
              <a:ext cx="868140" cy="36214"/>
            </a:xfrm>
            <a:custGeom>
              <a:avLst/>
              <a:gdLst/>
              <a:ahLst/>
              <a:cxnLst/>
              <a:rect l="l" t="t" r="r" b="b"/>
              <a:pathLst>
                <a:path w="32339" h="1349" extrusionOk="0">
                  <a:moveTo>
                    <a:pt x="1" y="0"/>
                  </a:moveTo>
                  <a:lnTo>
                    <a:pt x="1" y="0"/>
                  </a:lnTo>
                  <a:cubicBezTo>
                    <a:pt x="84" y="441"/>
                    <a:pt x="191" y="870"/>
                    <a:pt x="322" y="1298"/>
                  </a:cubicBezTo>
                  <a:cubicBezTo>
                    <a:pt x="813" y="1287"/>
                    <a:pt x="1305" y="1283"/>
                    <a:pt x="1796" y="1283"/>
                  </a:cubicBezTo>
                  <a:cubicBezTo>
                    <a:pt x="3691" y="1283"/>
                    <a:pt x="5585" y="1349"/>
                    <a:pt x="7480" y="1349"/>
                  </a:cubicBezTo>
                  <a:cubicBezTo>
                    <a:pt x="7701" y="1349"/>
                    <a:pt x="7923" y="1348"/>
                    <a:pt x="8145" y="1346"/>
                  </a:cubicBezTo>
                  <a:cubicBezTo>
                    <a:pt x="10812" y="1322"/>
                    <a:pt x="13467" y="1239"/>
                    <a:pt x="16122" y="1155"/>
                  </a:cubicBezTo>
                  <a:cubicBezTo>
                    <a:pt x="18789" y="1072"/>
                    <a:pt x="21420" y="965"/>
                    <a:pt x="24099" y="941"/>
                  </a:cubicBezTo>
                  <a:cubicBezTo>
                    <a:pt x="25294" y="925"/>
                    <a:pt x="26504" y="900"/>
                    <a:pt x="27715" y="900"/>
                  </a:cubicBezTo>
                  <a:cubicBezTo>
                    <a:pt x="29218" y="900"/>
                    <a:pt x="30723" y="939"/>
                    <a:pt x="32207" y="1084"/>
                  </a:cubicBezTo>
                  <a:cubicBezTo>
                    <a:pt x="32255" y="786"/>
                    <a:pt x="32302" y="477"/>
                    <a:pt x="32338" y="167"/>
                  </a:cubicBezTo>
                  <a:lnTo>
                    <a:pt x="32302" y="167"/>
                  </a:lnTo>
                  <a:cubicBezTo>
                    <a:pt x="29435" y="337"/>
                    <a:pt x="26550" y="380"/>
                    <a:pt x="23667" y="380"/>
                  </a:cubicBezTo>
                  <a:cubicBezTo>
                    <a:pt x="21079" y="380"/>
                    <a:pt x="18493" y="345"/>
                    <a:pt x="15919" y="334"/>
                  </a:cubicBezTo>
                  <a:cubicBezTo>
                    <a:pt x="13229" y="334"/>
                    <a:pt x="10550" y="298"/>
                    <a:pt x="7871" y="239"/>
                  </a:cubicBezTo>
                  <a:cubicBezTo>
                    <a:pt x="5263" y="179"/>
                    <a:pt x="2596" y="274"/>
                    <a:pt x="1" y="0"/>
                  </a:cubicBezTo>
                  <a:close/>
                </a:path>
              </a:pathLst>
            </a:custGeom>
            <a:solidFill>
              <a:srgbClr val="D3E4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54"/>
            <p:cNvSpPr/>
            <p:nvPr/>
          </p:nvSpPr>
          <p:spPr>
            <a:xfrm>
              <a:off x="5594517" y="4038482"/>
              <a:ext cx="880597" cy="80159"/>
            </a:xfrm>
            <a:custGeom>
              <a:avLst/>
              <a:gdLst/>
              <a:ahLst/>
              <a:cxnLst/>
              <a:rect l="l" t="t" r="r" b="b"/>
              <a:pathLst>
                <a:path w="32803" h="2986" extrusionOk="0">
                  <a:moveTo>
                    <a:pt x="16029" y="1"/>
                  </a:moveTo>
                  <a:cubicBezTo>
                    <a:pt x="14941" y="1"/>
                    <a:pt x="13852" y="6"/>
                    <a:pt x="12764" y="17"/>
                  </a:cubicBezTo>
                  <a:cubicBezTo>
                    <a:pt x="9800" y="53"/>
                    <a:pt x="6835" y="77"/>
                    <a:pt x="3870" y="184"/>
                  </a:cubicBezTo>
                  <a:cubicBezTo>
                    <a:pt x="3096" y="208"/>
                    <a:pt x="2322" y="244"/>
                    <a:pt x="1560" y="315"/>
                  </a:cubicBezTo>
                  <a:cubicBezTo>
                    <a:pt x="1227" y="315"/>
                    <a:pt x="882" y="351"/>
                    <a:pt x="560" y="410"/>
                  </a:cubicBezTo>
                  <a:cubicBezTo>
                    <a:pt x="13" y="529"/>
                    <a:pt x="1" y="601"/>
                    <a:pt x="13" y="1065"/>
                  </a:cubicBezTo>
                  <a:cubicBezTo>
                    <a:pt x="36" y="1672"/>
                    <a:pt x="108" y="2280"/>
                    <a:pt x="215" y="2887"/>
                  </a:cubicBezTo>
                  <a:cubicBezTo>
                    <a:pt x="923" y="2848"/>
                    <a:pt x="1635" y="2834"/>
                    <a:pt x="2349" y="2834"/>
                  </a:cubicBezTo>
                  <a:cubicBezTo>
                    <a:pt x="4273" y="2834"/>
                    <a:pt x="6210" y="2938"/>
                    <a:pt x="8121" y="2946"/>
                  </a:cubicBezTo>
                  <a:cubicBezTo>
                    <a:pt x="10308" y="2966"/>
                    <a:pt x="12495" y="2985"/>
                    <a:pt x="14689" y="2985"/>
                  </a:cubicBezTo>
                  <a:cubicBezTo>
                    <a:pt x="15182" y="2985"/>
                    <a:pt x="15676" y="2984"/>
                    <a:pt x="16169" y="2982"/>
                  </a:cubicBezTo>
                  <a:cubicBezTo>
                    <a:pt x="16303" y="2982"/>
                    <a:pt x="16437" y="2983"/>
                    <a:pt x="16570" y="2983"/>
                  </a:cubicBezTo>
                  <a:cubicBezTo>
                    <a:pt x="20978" y="2983"/>
                    <a:pt x="25400" y="2829"/>
                    <a:pt x="29813" y="2829"/>
                  </a:cubicBezTo>
                  <a:cubicBezTo>
                    <a:pt x="30726" y="2829"/>
                    <a:pt x="31640" y="2835"/>
                    <a:pt x="32552" y="2851"/>
                  </a:cubicBezTo>
                  <a:cubicBezTo>
                    <a:pt x="32576" y="2851"/>
                    <a:pt x="32600" y="2863"/>
                    <a:pt x="32636" y="2863"/>
                  </a:cubicBezTo>
                  <a:cubicBezTo>
                    <a:pt x="32719" y="2065"/>
                    <a:pt x="32767" y="1268"/>
                    <a:pt x="32802" y="446"/>
                  </a:cubicBezTo>
                  <a:cubicBezTo>
                    <a:pt x="30552" y="291"/>
                    <a:pt x="28302" y="184"/>
                    <a:pt x="26052" y="113"/>
                  </a:cubicBezTo>
                  <a:cubicBezTo>
                    <a:pt x="22711" y="50"/>
                    <a:pt x="19370" y="1"/>
                    <a:pt x="16029" y="1"/>
                  </a:cubicBezTo>
                  <a:close/>
                </a:path>
              </a:pathLst>
            </a:custGeom>
            <a:solidFill>
              <a:srgbClr val="8EB2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54"/>
            <p:cNvSpPr/>
            <p:nvPr/>
          </p:nvSpPr>
          <p:spPr>
            <a:xfrm>
              <a:off x="5610812" y="4157057"/>
              <a:ext cx="853107" cy="299402"/>
            </a:xfrm>
            <a:custGeom>
              <a:avLst/>
              <a:gdLst/>
              <a:ahLst/>
              <a:cxnLst/>
              <a:rect l="l" t="t" r="r" b="b"/>
              <a:pathLst>
                <a:path w="31779" h="11153" extrusionOk="0">
                  <a:moveTo>
                    <a:pt x="24651" y="0"/>
                  </a:moveTo>
                  <a:cubicBezTo>
                    <a:pt x="24352" y="0"/>
                    <a:pt x="24053" y="2"/>
                    <a:pt x="23754" y="6"/>
                  </a:cubicBezTo>
                  <a:cubicBezTo>
                    <a:pt x="21039" y="41"/>
                    <a:pt x="18337" y="137"/>
                    <a:pt x="15622" y="208"/>
                  </a:cubicBezTo>
                  <a:cubicBezTo>
                    <a:pt x="12919" y="292"/>
                    <a:pt x="10205" y="375"/>
                    <a:pt x="7502" y="375"/>
                  </a:cubicBezTo>
                  <a:cubicBezTo>
                    <a:pt x="7209" y="375"/>
                    <a:pt x="6915" y="375"/>
                    <a:pt x="6621" y="375"/>
                  </a:cubicBezTo>
                  <a:cubicBezTo>
                    <a:pt x="4415" y="375"/>
                    <a:pt x="2176" y="357"/>
                    <a:pt x="1" y="41"/>
                  </a:cubicBezTo>
                  <a:lnTo>
                    <a:pt x="1" y="77"/>
                  </a:lnTo>
                  <a:cubicBezTo>
                    <a:pt x="1465" y="4828"/>
                    <a:pt x="5168" y="8554"/>
                    <a:pt x="9919" y="10055"/>
                  </a:cubicBezTo>
                  <a:cubicBezTo>
                    <a:pt x="12113" y="10755"/>
                    <a:pt x="14485" y="11153"/>
                    <a:pt x="16850" y="11153"/>
                  </a:cubicBezTo>
                  <a:cubicBezTo>
                    <a:pt x="19951" y="11153"/>
                    <a:pt x="23040" y="10469"/>
                    <a:pt x="25695" y="8888"/>
                  </a:cubicBezTo>
                  <a:cubicBezTo>
                    <a:pt x="27885" y="7614"/>
                    <a:pt x="29647" y="5697"/>
                    <a:pt x="30731" y="3399"/>
                  </a:cubicBezTo>
                  <a:cubicBezTo>
                    <a:pt x="31219" y="2351"/>
                    <a:pt x="31564" y="1244"/>
                    <a:pt x="31779" y="101"/>
                  </a:cubicBezTo>
                  <a:lnTo>
                    <a:pt x="31779" y="101"/>
                  </a:lnTo>
                  <a:cubicBezTo>
                    <a:pt x="31671" y="101"/>
                    <a:pt x="31564" y="102"/>
                    <a:pt x="31457" y="102"/>
                  </a:cubicBezTo>
                  <a:cubicBezTo>
                    <a:pt x="29194" y="102"/>
                    <a:pt x="26923" y="0"/>
                    <a:pt x="24651" y="0"/>
                  </a:cubicBezTo>
                  <a:close/>
                </a:path>
              </a:pathLst>
            </a:custGeom>
            <a:solidFill>
              <a:srgbClr val="8EB2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54"/>
            <p:cNvSpPr/>
            <p:nvPr/>
          </p:nvSpPr>
          <p:spPr>
            <a:xfrm>
              <a:off x="5572477" y="4023664"/>
              <a:ext cx="926287" cy="450056"/>
            </a:xfrm>
            <a:custGeom>
              <a:avLst/>
              <a:gdLst/>
              <a:ahLst/>
              <a:cxnLst/>
              <a:rect l="l" t="t" r="r" b="b"/>
              <a:pathLst>
                <a:path w="34505" h="16765" extrusionOk="0">
                  <a:moveTo>
                    <a:pt x="16850" y="553"/>
                  </a:moveTo>
                  <a:cubicBezTo>
                    <a:pt x="20191" y="553"/>
                    <a:pt x="23532" y="602"/>
                    <a:pt x="26873" y="665"/>
                  </a:cubicBezTo>
                  <a:cubicBezTo>
                    <a:pt x="29123" y="736"/>
                    <a:pt x="31373" y="843"/>
                    <a:pt x="33623" y="998"/>
                  </a:cubicBezTo>
                  <a:cubicBezTo>
                    <a:pt x="33588" y="1820"/>
                    <a:pt x="33540" y="2617"/>
                    <a:pt x="33457" y="3415"/>
                  </a:cubicBezTo>
                  <a:cubicBezTo>
                    <a:pt x="33421" y="3415"/>
                    <a:pt x="33397" y="3403"/>
                    <a:pt x="33373" y="3403"/>
                  </a:cubicBezTo>
                  <a:cubicBezTo>
                    <a:pt x="32425" y="3387"/>
                    <a:pt x="31476" y="3380"/>
                    <a:pt x="30526" y="3380"/>
                  </a:cubicBezTo>
                  <a:cubicBezTo>
                    <a:pt x="26016" y="3380"/>
                    <a:pt x="21495" y="3534"/>
                    <a:pt x="16990" y="3534"/>
                  </a:cubicBezTo>
                  <a:cubicBezTo>
                    <a:pt x="14300" y="3534"/>
                    <a:pt x="11621" y="3522"/>
                    <a:pt x="8942" y="3498"/>
                  </a:cubicBezTo>
                  <a:cubicBezTo>
                    <a:pt x="7031" y="3490"/>
                    <a:pt x="5094" y="3386"/>
                    <a:pt x="3170" y="3386"/>
                  </a:cubicBezTo>
                  <a:cubicBezTo>
                    <a:pt x="2456" y="3386"/>
                    <a:pt x="1744" y="3400"/>
                    <a:pt x="1036" y="3439"/>
                  </a:cubicBezTo>
                  <a:cubicBezTo>
                    <a:pt x="929" y="2832"/>
                    <a:pt x="857" y="2224"/>
                    <a:pt x="834" y="1617"/>
                  </a:cubicBezTo>
                  <a:cubicBezTo>
                    <a:pt x="822" y="1153"/>
                    <a:pt x="834" y="1081"/>
                    <a:pt x="1381" y="962"/>
                  </a:cubicBezTo>
                  <a:cubicBezTo>
                    <a:pt x="1703" y="903"/>
                    <a:pt x="2048" y="867"/>
                    <a:pt x="2381" y="867"/>
                  </a:cubicBezTo>
                  <a:cubicBezTo>
                    <a:pt x="3143" y="796"/>
                    <a:pt x="3917" y="760"/>
                    <a:pt x="4691" y="736"/>
                  </a:cubicBezTo>
                  <a:cubicBezTo>
                    <a:pt x="7656" y="629"/>
                    <a:pt x="10621" y="605"/>
                    <a:pt x="13585" y="569"/>
                  </a:cubicBezTo>
                  <a:cubicBezTo>
                    <a:pt x="14673" y="558"/>
                    <a:pt x="15762" y="553"/>
                    <a:pt x="16850" y="553"/>
                  </a:cubicBezTo>
                  <a:close/>
                  <a:moveTo>
                    <a:pt x="1072" y="3606"/>
                  </a:moveTo>
                  <a:lnTo>
                    <a:pt x="1072" y="3606"/>
                  </a:lnTo>
                  <a:cubicBezTo>
                    <a:pt x="3667" y="3879"/>
                    <a:pt x="6334" y="3796"/>
                    <a:pt x="8942" y="3856"/>
                  </a:cubicBezTo>
                  <a:cubicBezTo>
                    <a:pt x="11621" y="3903"/>
                    <a:pt x="14300" y="3939"/>
                    <a:pt x="16990" y="3951"/>
                  </a:cubicBezTo>
                  <a:cubicBezTo>
                    <a:pt x="19519" y="3962"/>
                    <a:pt x="22060" y="3996"/>
                    <a:pt x="24602" y="3996"/>
                  </a:cubicBezTo>
                  <a:cubicBezTo>
                    <a:pt x="27531" y="3996"/>
                    <a:pt x="30461" y="3951"/>
                    <a:pt x="33373" y="3772"/>
                  </a:cubicBezTo>
                  <a:lnTo>
                    <a:pt x="33409" y="3772"/>
                  </a:lnTo>
                  <a:cubicBezTo>
                    <a:pt x="33373" y="4094"/>
                    <a:pt x="33326" y="4391"/>
                    <a:pt x="33266" y="4701"/>
                  </a:cubicBezTo>
                  <a:cubicBezTo>
                    <a:pt x="31824" y="4553"/>
                    <a:pt x="30354" y="4513"/>
                    <a:pt x="28886" y="4513"/>
                  </a:cubicBezTo>
                  <a:cubicBezTo>
                    <a:pt x="27640" y="4513"/>
                    <a:pt x="26395" y="4542"/>
                    <a:pt x="25170" y="4558"/>
                  </a:cubicBezTo>
                  <a:cubicBezTo>
                    <a:pt x="22515" y="4594"/>
                    <a:pt x="19848" y="4677"/>
                    <a:pt x="17193" y="4772"/>
                  </a:cubicBezTo>
                  <a:cubicBezTo>
                    <a:pt x="14538" y="4856"/>
                    <a:pt x="11883" y="4939"/>
                    <a:pt x="9216" y="4963"/>
                  </a:cubicBezTo>
                  <a:cubicBezTo>
                    <a:pt x="8994" y="4965"/>
                    <a:pt x="8772" y="4966"/>
                    <a:pt x="8551" y="4966"/>
                  </a:cubicBezTo>
                  <a:cubicBezTo>
                    <a:pt x="6655" y="4966"/>
                    <a:pt x="4754" y="4900"/>
                    <a:pt x="2856" y="4900"/>
                  </a:cubicBezTo>
                  <a:cubicBezTo>
                    <a:pt x="2364" y="4900"/>
                    <a:pt x="1873" y="4904"/>
                    <a:pt x="1381" y="4915"/>
                  </a:cubicBezTo>
                  <a:cubicBezTo>
                    <a:pt x="1262" y="4487"/>
                    <a:pt x="1155" y="4046"/>
                    <a:pt x="1072" y="3606"/>
                  </a:cubicBezTo>
                  <a:close/>
                  <a:moveTo>
                    <a:pt x="26122" y="4980"/>
                  </a:moveTo>
                  <a:cubicBezTo>
                    <a:pt x="28480" y="4980"/>
                    <a:pt x="30837" y="5082"/>
                    <a:pt x="33195" y="5082"/>
                  </a:cubicBezTo>
                  <a:cubicBezTo>
                    <a:pt x="32992" y="6213"/>
                    <a:pt x="32635" y="7320"/>
                    <a:pt x="32147" y="8380"/>
                  </a:cubicBezTo>
                  <a:cubicBezTo>
                    <a:pt x="31064" y="10678"/>
                    <a:pt x="29301" y="12583"/>
                    <a:pt x="27111" y="13869"/>
                  </a:cubicBezTo>
                  <a:cubicBezTo>
                    <a:pt x="24467" y="15447"/>
                    <a:pt x="21383" y="16131"/>
                    <a:pt x="18284" y="16131"/>
                  </a:cubicBezTo>
                  <a:cubicBezTo>
                    <a:pt x="15913" y="16131"/>
                    <a:pt x="13534" y="15731"/>
                    <a:pt x="11335" y="15024"/>
                  </a:cubicBezTo>
                  <a:cubicBezTo>
                    <a:pt x="6596" y="13523"/>
                    <a:pt x="2893" y="9809"/>
                    <a:pt x="1417" y="5058"/>
                  </a:cubicBezTo>
                  <a:lnTo>
                    <a:pt x="1417" y="5022"/>
                  </a:lnTo>
                  <a:cubicBezTo>
                    <a:pt x="3734" y="5345"/>
                    <a:pt x="6113" y="5356"/>
                    <a:pt x="8438" y="5356"/>
                  </a:cubicBezTo>
                  <a:cubicBezTo>
                    <a:pt x="8598" y="5356"/>
                    <a:pt x="8758" y="5356"/>
                    <a:pt x="8918" y="5356"/>
                  </a:cubicBezTo>
                  <a:cubicBezTo>
                    <a:pt x="11633" y="5356"/>
                    <a:pt x="14323" y="5284"/>
                    <a:pt x="17026" y="5201"/>
                  </a:cubicBezTo>
                  <a:cubicBezTo>
                    <a:pt x="19741" y="5118"/>
                    <a:pt x="22455" y="5022"/>
                    <a:pt x="25158" y="4987"/>
                  </a:cubicBezTo>
                  <a:cubicBezTo>
                    <a:pt x="25480" y="4982"/>
                    <a:pt x="25801" y="4980"/>
                    <a:pt x="26122" y="4980"/>
                  </a:cubicBezTo>
                  <a:close/>
                  <a:moveTo>
                    <a:pt x="7857" y="1"/>
                  </a:moveTo>
                  <a:cubicBezTo>
                    <a:pt x="6561" y="1"/>
                    <a:pt x="5264" y="15"/>
                    <a:pt x="3965" y="57"/>
                  </a:cubicBezTo>
                  <a:cubicBezTo>
                    <a:pt x="3203" y="93"/>
                    <a:pt x="2429" y="141"/>
                    <a:pt x="1667" y="212"/>
                  </a:cubicBezTo>
                  <a:cubicBezTo>
                    <a:pt x="1226" y="260"/>
                    <a:pt x="524" y="212"/>
                    <a:pt x="250" y="641"/>
                  </a:cubicBezTo>
                  <a:cubicBezTo>
                    <a:pt x="0" y="1010"/>
                    <a:pt x="155" y="1653"/>
                    <a:pt x="191" y="2070"/>
                  </a:cubicBezTo>
                  <a:cubicBezTo>
                    <a:pt x="262" y="2689"/>
                    <a:pt x="369" y="3308"/>
                    <a:pt x="500" y="3915"/>
                  </a:cubicBezTo>
                  <a:cubicBezTo>
                    <a:pt x="1548" y="8749"/>
                    <a:pt x="4953" y="12976"/>
                    <a:pt x="9489" y="14964"/>
                  </a:cubicBezTo>
                  <a:cubicBezTo>
                    <a:pt x="12160" y="16129"/>
                    <a:pt x="15207" y="16765"/>
                    <a:pt x="18233" y="16765"/>
                  </a:cubicBezTo>
                  <a:cubicBezTo>
                    <a:pt x="20929" y="16765"/>
                    <a:pt x="23608" y="16261"/>
                    <a:pt x="25991" y="15178"/>
                  </a:cubicBezTo>
                  <a:cubicBezTo>
                    <a:pt x="28587" y="13988"/>
                    <a:pt x="30861" y="12083"/>
                    <a:pt x="32290" y="9594"/>
                  </a:cubicBezTo>
                  <a:cubicBezTo>
                    <a:pt x="33790" y="6963"/>
                    <a:pt x="34504" y="3689"/>
                    <a:pt x="34326" y="665"/>
                  </a:cubicBezTo>
                  <a:cubicBezTo>
                    <a:pt x="34326" y="474"/>
                    <a:pt x="34171" y="319"/>
                    <a:pt x="33981" y="319"/>
                  </a:cubicBezTo>
                  <a:cubicBezTo>
                    <a:pt x="32716" y="339"/>
                    <a:pt x="31451" y="348"/>
                    <a:pt x="30184" y="348"/>
                  </a:cubicBezTo>
                  <a:cubicBezTo>
                    <a:pt x="29149" y="348"/>
                    <a:pt x="28113" y="342"/>
                    <a:pt x="27075" y="331"/>
                  </a:cubicBezTo>
                  <a:cubicBezTo>
                    <a:pt x="22682" y="177"/>
                    <a:pt x="18276" y="117"/>
                    <a:pt x="13883" y="57"/>
                  </a:cubicBezTo>
                  <a:cubicBezTo>
                    <a:pt x="11872" y="36"/>
                    <a:pt x="9865" y="1"/>
                    <a:pt x="78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54"/>
            <p:cNvSpPr/>
            <p:nvPr/>
          </p:nvSpPr>
          <p:spPr>
            <a:xfrm>
              <a:off x="3432904" y="4220518"/>
              <a:ext cx="39033" cy="37449"/>
            </a:xfrm>
            <a:custGeom>
              <a:avLst/>
              <a:gdLst/>
              <a:ahLst/>
              <a:cxnLst/>
              <a:rect l="l" t="t" r="r" b="b"/>
              <a:pathLst>
                <a:path w="1454" h="1395" extrusionOk="0">
                  <a:moveTo>
                    <a:pt x="747" y="1"/>
                  </a:moveTo>
                  <a:cubicBezTo>
                    <a:pt x="579" y="1"/>
                    <a:pt x="412" y="75"/>
                    <a:pt x="322" y="225"/>
                  </a:cubicBezTo>
                  <a:cubicBezTo>
                    <a:pt x="307" y="248"/>
                    <a:pt x="277" y="262"/>
                    <a:pt x="247" y="262"/>
                  </a:cubicBezTo>
                  <a:cubicBezTo>
                    <a:pt x="231" y="262"/>
                    <a:pt x="216" y="258"/>
                    <a:pt x="203" y="249"/>
                  </a:cubicBezTo>
                  <a:cubicBezTo>
                    <a:pt x="72" y="404"/>
                    <a:pt x="1" y="594"/>
                    <a:pt x="1" y="785"/>
                  </a:cubicBezTo>
                  <a:cubicBezTo>
                    <a:pt x="1" y="1121"/>
                    <a:pt x="250" y="1395"/>
                    <a:pt x="537" y="1395"/>
                  </a:cubicBezTo>
                  <a:cubicBezTo>
                    <a:pt x="627" y="1395"/>
                    <a:pt x="720" y="1368"/>
                    <a:pt x="810" y="1309"/>
                  </a:cubicBezTo>
                  <a:cubicBezTo>
                    <a:pt x="1156" y="1106"/>
                    <a:pt x="1453" y="594"/>
                    <a:pt x="1179" y="213"/>
                  </a:cubicBezTo>
                  <a:cubicBezTo>
                    <a:pt x="1079" y="72"/>
                    <a:pt x="912" y="1"/>
                    <a:pt x="7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54"/>
            <p:cNvSpPr/>
            <p:nvPr/>
          </p:nvSpPr>
          <p:spPr>
            <a:xfrm>
              <a:off x="3403240" y="3368458"/>
              <a:ext cx="72857" cy="82817"/>
            </a:xfrm>
            <a:custGeom>
              <a:avLst/>
              <a:gdLst/>
              <a:ahLst/>
              <a:cxnLst/>
              <a:rect l="l" t="t" r="r" b="b"/>
              <a:pathLst>
                <a:path w="2714" h="3085" extrusionOk="0">
                  <a:moveTo>
                    <a:pt x="1579" y="0"/>
                  </a:moveTo>
                  <a:cubicBezTo>
                    <a:pt x="1452" y="0"/>
                    <a:pt x="1321" y="29"/>
                    <a:pt x="1189" y="92"/>
                  </a:cubicBezTo>
                  <a:cubicBezTo>
                    <a:pt x="879" y="235"/>
                    <a:pt x="629" y="557"/>
                    <a:pt x="415" y="819"/>
                  </a:cubicBezTo>
                  <a:cubicBezTo>
                    <a:pt x="272" y="1093"/>
                    <a:pt x="177" y="1390"/>
                    <a:pt x="129" y="1700"/>
                  </a:cubicBezTo>
                  <a:cubicBezTo>
                    <a:pt x="0" y="2457"/>
                    <a:pt x="515" y="3085"/>
                    <a:pt x="1174" y="3085"/>
                  </a:cubicBezTo>
                  <a:cubicBezTo>
                    <a:pt x="1366" y="3085"/>
                    <a:pt x="1569" y="3032"/>
                    <a:pt x="1772" y="2914"/>
                  </a:cubicBezTo>
                  <a:cubicBezTo>
                    <a:pt x="2475" y="2521"/>
                    <a:pt x="2713" y="1545"/>
                    <a:pt x="2534" y="819"/>
                  </a:cubicBezTo>
                  <a:cubicBezTo>
                    <a:pt x="2405" y="355"/>
                    <a:pt x="2023" y="0"/>
                    <a:pt x="15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54"/>
            <p:cNvSpPr/>
            <p:nvPr/>
          </p:nvSpPr>
          <p:spPr>
            <a:xfrm>
              <a:off x="3492688" y="3819105"/>
              <a:ext cx="426406" cy="121608"/>
            </a:xfrm>
            <a:custGeom>
              <a:avLst/>
              <a:gdLst/>
              <a:ahLst/>
              <a:cxnLst/>
              <a:rect l="l" t="t" r="r" b="b"/>
              <a:pathLst>
                <a:path w="15884" h="4530" extrusionOk="0">
                  <a:moveTo>
                    <a:pt x="15141" y="0"/>
                  </a:moveTo>
                  <a:cubicBezTo>
                    <a:pt x="14965" y="0"/>
                    <a:pt x="14792" y="26"/>
                    <a:pt x="14669" y="46"/>
                  </a:cubicBezTo>
                  <a:cubicBezTo>
                    <a:pt x="14014" y="141"/>
                    <a:pt x="13383" y="319"/>
                    <a:pt x="12752" y="450"/>
                  </a:cubicBezTo>
                  <a:cubicBezTo>
                    <a:pt x="12430" y="534"/>
                    <a:pt x="12109" y="593"/>
                    <a:pt x="11799" y="665"/>
                  </a:cubicBezTo>
                  <a:cubicBezTo>
                    <a:pt x="11799" y="712"/>
                    <a:pt x="11764" y="748"/>
                    <a:pt x="11716" y="748"/>
                  </a:cubicBezTo>
                  <a:cubicBezTo>
                    <a:pt x="8525" y="1534"/>
                    <a:pt x="5310" y="2236"/>
                    <a:pt x="2096" y="2963"/>
                  </a:cubicBezTo>
                  <a:cubicBezTo>
                    <a:pt x="1727" y="3046"/>
                    <a:pt x="1334" y="3129"/>
                    <a:pt x="953" y="3225"/>
                  </a:cubicBezTo>
                  <a:cubicBezTo>
                    <a:pt x="834" y="3236"/>
                    <a:pt x="726" y="3272"/>
                    <a:pt x="607" y="3308"/>
                  </a:cubicBezTo>
                  <a:cubicBezTo>
                    <a:pt x="405" y="3391"/>
                    <a:pt x="0" y="3844"/>
                    <a:pt x="48" y="4106"/>
                  </a:cubicBezTo>
                  <a:cubicBezTo>
                    <a:pt x="109" y="4456"/>
                    <a:pt x="570" y="4529"/>
                    <a:pt x="952" y="4529"/>
                  </a:cubicBezTo>
                  <a:cubicBezTo>
                    <a:pt x="1089" y="4529"/>
                    <a:pt x="1215" y="4520"/>
                    <a:pt x="1310" y="4510"/>
                  </a:cubicBezTo>
                  <a:cubicBezTo>
                    <a:pt x="1667" y="4463"/>
                    <a:pt x="2012" y="4379"/>
                    <a:pt x="2358" y="4308"/>
                  </a:cubicBezTo>
                  <a:cubicBezTo>
                    <a:pt x="3798" y="3998"/>
                    <a:pt x="5239" y="3665"/>
                    <a:pt x="6668" y="3332"/>
                  </a:cubicBezTo>
                  <a:cubicBezTo>
                    <a:pt x="8061" y="2998"/>
                    <a:pt x="9442" y="2677"/>
                    <a:pt x="10835" y="2343"/>
                  </a:cubicBezTo>
                  <a:cubicBezTo>
                    <a:pt x="12156" y="2034"/>
                    <a:pt x="13549" y="1796"/>
                    <a:pt x="14847" y="1379"/>
                  </a:cubicBezTo>
                  <a:cubicBezTo>
                    <a:pt x="15109" y="1308"/>
                    <a:pt x="15359" y="1177"/>
                    <a:pt x="15550" y="986"/>
                  </a:cubicBezTo>
                  <a:cubicBezTo>
                    <a:pt x="15669" y="843"/>
                    <a:pt x="15883" y="462"/>
                    <a:pt x="15764" y="248"/>
                  </a:cubicBezTo>
                  <a:cubicBezTo>
                    <a:pt x="15645" y="52"/>
                    <a:pt x="15391" y="0"/>
                    <a:pt x="15141" y="0"/>
                  </a:cubicBezTo>
                  <a:close/>
                </a:path>
              </a:pathLst>
            </a:custGeom>
            <a:solidFill>
              <a:srgbClr val="F5E3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54"/>
            <p:cNvSpPr/>
            <p:nvPr/>
          </p:nvSpPr>
          <p:spPr>
            <a:xfrm>
              <a:off x="3590162" y="3891264"/>
              <a:ext cx="242625" cy="61421"/>
            </a:xfrm>
            <a:custGeom>
              <a:avLst/>
              <a:gdLst/>
              <a:ahLst/>
              <a:cxnLst/>
              <a:rect l="l" t="t" r="r" b="b"/>
              <a:pathLst>
                <a:path w="9038" h="2288" extrusionOk="0">
                  <a:moveTo>
                    <a:pt x="8537" y="1"/>
                  </a:moveTo>
                  <a:cubicBezTo>
                    <a:pt x="7704" y="167"/>
                    <a:pt x="6882" y="322"/>
                    <a:pt x="6061" y="513"/>
                  </a:cubicBezTo>
                  <a:cubicBezTo>
                    <a:pt x="4239" y="918"/>
                    <a:pt x="2418" y="1322"/>
                    <a:pt x="596" y="1751"/>
                  </a:cubicBezTo>
                  <a:cubicBezTo>
                    <a:pt x="405" y="1799"/>
                    <a:pt x="203" y="1846"/>
                    <a:pt x="1" y="1894"/>
                  </a:cubicBezTo>
                  <a:cubicBezTo>
                    <a:pt x="278" y="2202"/>
                    <a:pt x="690" y="2287"/>
                    <a:pt x="1122" y="2287"/>
                  </a:cubicBezTo>
                  <a:cubicBezTo>
                    <a:pt x="1524" y="2287"/>
                    <a:pt x="1942" y="2214"/>
                    <a:pt x="2287" y="2180"/>
                  </a:cubicBezTo>
                  <a:cubicBezTo>
                    <a:pt x="3037" y="2108"/>
                    <a:pt x="3775" y="2001"/>
                    <a:pt x="4537" y="1882"/>
                  </a:cubicBezTo>
                  <a:cubicBezTo>
                    <a:pt x="5394" y="1739"/>
                    <a:pt x="9037" y="1406"/>
                    <a:pt x="8549" y="84"/>
                  </a:cubicBezTo>
                  <a:lnTo>
                    <a:pt x="853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54"/>
            <p:cNvSpPr/>
            <p:nvPr/>
          </p:nvSpPr>
          <p:spPr>
            <a:xfrm>
              <a:off x="3707797" y="3627915"/>
              <a:ext cx="68723" cy="40294"/>
            </a:xfrm>
            <a:custGeom>
              <a:avLst/>
              <a:gdLst/>
              <a:ahLst/>
              <a:cxnLst/>
              <a:rect l="l" t="t" r="r" b="b"/>
              <a:pathLst>
                <a:path w="2560" h="1501" extrusionOk="0">
                  <a:moveTo>
                    <a:pt x="2215" y="0"/>
                  </a:moveTo>
                  <a:cubicBezTo>
                    <a:pt x="2238" y="36"/>
                    <a:pt x="2227" y="83"/>
                    <a:pt x="2191" y="119"/>
                  </a:cubicBezTo>
                  <a:cubicBezTo>
                    <a:pt x="1476" y="441"/>
                    <a:pt x="726" y="643"/>
                    <a:pt x="0" y="929"/>
                  </a:cubicBezTo>
                  <a:cubicBezTo>
                    <a:pt x="24" y="976"/>
                    <a:pt x="60" y="1036"/>
                    <a:pt x="95" y="1084"/>
                  </a:cubicBezTo>
                  <a:cubicBezTo>
                    <a:pt x="155" y="1203"/>
                    <a:pt x="238" y="1345"/>
                    <a:pt x="310" y="1500"/>
                  </a:cubicBezTo>
                  <a:cubicBezTo>
                    <a:pt x="1048" y="1119"/>
                    <a:pt x="1798" y="762"/>
                    <a:pt x="2560" y="452"/>
                  </a:cubicBezTo>
                  <a:lnTo>
                    <a:pt x="222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54"/>
            <p:cNvSpPr/>
            <p:nvPr/>
          </p:nvSpPr>
          <p:spPr>
            <a:xfrm>
              <a:off x="3590484" y="3670088"/>
              <a:ext cx="92723" cy="43489"/>
            </a:xfrm>
            <a:custGeom>
              <a:avLst/>
              <a:gdLst/>
              <a:ahLst/>
              <a:cxnLst/>
              <a:rect l="l" t="t" r="r" b="b"/>
              <a:pathLst>
                <a:path w="3454" h="1620" extrusionOk="0">
                  <a:moveTo>
                    <a:pt x="3251" y="1"/>
                  </a:moveTo>
                  <a:cubicBezTo>
                    <a:pt x="3251" y="36"/>
                    <a:pt x="3215" y="72"/>
                    <a:pt x="3179" y="84"/>
                  </a:cubicBezTo>
                  <a:cubicBezTo>
                    <a:pt x="2656" y="286"/>
                    <a:pt x="2084" y="394"/>
                    <a:pt x="1536" y="560"/>
                  </a:cubicBezTo>
                  <a:cubicBezTo>
                    <a:pt x="1024" y="715"/>
                    <a:pt x="524" y="917"/>
                    <a:pt x="0" y="1048"/>
                  </a:cubicBezTo>
                  <a:cubicBezTo>
                    <a:pt x="12" y="1239"/>
                    <a:pt x="24" y="1429"/>
                    <a:pt x="48" y="1620"/>
                  </a:cubicBezTo>
                  <a:cubicBezTo>
                    <a:pt x="1155" y="1191"/>
                    <a:pt x="2298" y="822"/>
                    <a:pt x="3453" y="525"/>
                  </a:cubicBezTo>
                  <a:cubicBezTo>
                    <a:pt x="3382" y="346"/>
                    <a:pt x="3322" y="179"/>
                    <a:pt x="3251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54"/>
            <p:cNvSpPr/>
            <p:nvPr/>
          </p:nvSpPr>
          <p:spPr>
            <a:xfrm>
              <a:off x="2942285" y="3528427"/>
              <a:ext cx="404984" cy="766747"/>
            </a:xfrm>
            <a:custGeom>
              <a:avLst/>
              <a:gdLst/>
              <a:ahLst/>
              <a:cxnLst/>
              <a:rect l="l" t="t" r="r" b="b"/>
              <a:pathLst>
                <a:path w="15086" h="28562" extrusionOk="0">
                  <a:moveTo>
                    <a:pt x="12738" y="0"/>
                  </a:moveTo>
                  <a:cubicBezTo>
                    <a:pt x="11572" y="0"/>
                    <a:pt x="10414" y="541"/>
                    <a:pt x="9454" y="1170"/>
                  </a:cubicBezTo>
                  <a:cubicBezTo>
                    <a:pt x="7442" y="2480"/>
                    <a:pt x="5823" y="4480"/>
                    <a:pt x="4549" y="6492"/>
                  </a:cubicBezTo>
                  <a:cubicBezTo>
                    <a:pt x="3263" y="8504"/>
                    <a:pt x="2263" y="10695"/>
                    <a:pt x="1560" y="12969"/>
                  </a:cubicBezTo>
                  <a:cubicBezTo>
                    <a:pt x="667" y="15779"/>
                    <a:pt x="251" y="18648"/>
                    <a:pt x="72" y="21542"/>
                  </a:cubicBezTo>
                  <a:cubicBezTo>
                    <a:pt x="132" y="21553"/>
                    <a:pt x="179" y="21601"/>
                    <a:pt x="179" y="21661"/>
                  </a:cubicBezTo>
                  <a:cubicBezTo>
                    <a:pt x="48" y="23173"/>
                    <a:pt x="1" y="24685"/>
                    <a:pt x="24" y="26209"/>
                  </a:cubicBezTo>
                  <a:cubicBezTo>
                    <a:pt x="36" y="26590"/>
                    <a:pt x="48" y="26971"/>
                    <a:pt x="84" y="27352"/>
                  </a:cubicBezTo>
                  <a:cubicBezTo>
                    <a:pt x="143" y="27983"/>
                    <a:pt x="310" y="28400"/>
                    <a:pt x="965" y="28507"/>
                  </a:cubicBezTo>
                  <a:cubicBezTo>
                    <a:pt x="1211" y="28548"/>
                    <a:pt x="1471" y="28562"/>
                    <a:pt x="1735" y="28562"/>
                  </a:cubicBezTo>
                  <a:cubicBezTo>
                    <a:pt x="2239" y="28562"/>
                    <a:pt x="2759" y="28510"/>
                    <a:pt x="3227" y="28495"/>
                  </a:cubicBezTo>
                  <a:cubicBezTo>
                    <a:pt x="4751" y="28400"/>
                    <a:pt x="6275" y="28185"/>
                    <a:pt x="7763" y="27816"/>
                  </a:cubicBezTo>
                  <a:cubicBezTo>
                    <a:pt x="9252" y="27459"/>
                    <a:pt x="10502" y="26828"/>
                    <a:pt x="11038" y="25292"/>
                  </a:cubicBezTo>
                  <a:cubicBezTo>
                    <a:pt x="11490" y="23982"/>
                    <a:pt x="11323" y="22589"/>
                    <a:pt x="11157" y="21256"/>
                  </a:cubicBezTo>
                  <a:cubicBezTo>
                    <a:pt x="10966" y="20029"/>
                    <a:pt x="10847" y="18791"/>
                    <a:pt x="10800" y="17565"/>
                  </a:cubicBezTo>
                  <a:cubicBezTo>
                    <a:pt x="10692" y="15053"/>
                    <a:pt x="11073" y="12540"/>
                    <a:pt x="11919" y="10171"/>
                  </a:cubicBezTo>
                  <a:cubicBezTo>
                    <a:pt x="12752" y="7814"/>
                    <a:pt x="14086" y="5587"/>
                    <a:pt x="14705" y="3170"/>
                  </a:cubicBezTo>
                  <a:cubicBezTo>
                    <a:pt x="15086" y="1706"/>
                    <a:pt x="14610" y="87"/>
                    <a:pt x="12883" y="3"/>
                  </a:cubicBezTo>
                  <a:cubicBezTo>
                    <a:pt x="12835" y="1"/>
                    <a:pt x="12786" y="0"/>
                    <a:pt x="12738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54"/>
            <p:cNvSpPr/>
            <p:nvPr/>
          </p:nvSpPr>
          <p:spPr>
            <a:xfrm>
              <a:off x="3329980" y="4118105"/>
              <a:ext cx="597409" cy="217310"/>
            </a:xfrm>
            <a:custGeom>
              <a:avLst/>
              <a:gdLst/>
              <a:ahLst/>
              <a:cxnLst/>
              <a:rect l="l" t="t" r="r" b="b"/>
              <a:pathLst>
                <a:path w="22254" h="8095" extrusionOk="0">
                  <a:moveTo>
                    <a:pt x="4574" y="2218"/>
                  </a:moveTo>
                  <a:cubicBezTo>
                    <a:pt x="5638" y="2218"/>
                    <a:pt x="6680" y="3025"/>
                    <a:pt x="6871" y="4124"/>
                  </a:cubicBezTo>
                  <a:cubicBezTo>
                    <a:pt x="7105" y="5573"/>
                    <a:pt x="5810" y="6698"/>
                    <a:pt x="4460" y="6698"/>
                  </a:cubicBezTo>
                  <a:cubicBezTo>
                    <a:pt x="4235" y="6698"/>
                    <a:pt x="4008" y="6667"/>
                    <a:pt x="3787" y="6600"/>
                  </a:cubicBezTo>
                  <a:cubicBezTo>
                    <a:pt x="3049" y="6386"/>
                    <a:pt x="2454" y="5803"/>
                    <a:pt x="2370" y="5017"/>
                  </a:cubicBezTo>
                  <a:cubicBezTo>
                    <a:pt x="2358" y="4814"/>
                    <a:pt x="2358" y="4624"/>
                    <a:pt x="2406" y="4433"/>
                  </a:cubicBezTo>
                  <a:cubicBezTo>
                    <a:pt x="2442" y="3612"/>
                    <a:pt x="2894" y="2874"/>
                    <a:pt x="3597" y="2469"/>
                  </a:cubicBezTo>
                  <a:cubicBezTo>
                    <a:pt x="3908" y="2296"/>
                    <a:pt x="4242" y="2218"/>
                    <a:pt x="4574" y="2218"/>
                  </a:cubicBezTo>
                  <a:close/>
                  <a:moveTo>
                    <a:pt x="21022" y="1"/>
                  </a:moveTo>
                  <a:cubicBezTo>
                    <a:pt x="20712" y="1"/>
                    <a:pt x="20376" y="81"/>
                    <a:pt x="20146" y="99"/>
                  </a:cubicBezTo>
                  <a:cubicBezTo>
                    <a:pt x="19658" y="147"/>
                    <a:pt x="19158" y="195"/>
                    <a:pt x="18670" y="230"/>
                  </a:cubicBezTo>
                  <a:cubicBezTo>
                    <a:pt x="17789" y="314"/>
                    <a:pt x="16896" y="385"/>
                    <a:pt x="16003" y="433"/>
                  </a:cubicBezTo>
                  <a:cubicBezTo>
                    <a:pt x="14181" y="552"/>
                    <a:pt x="12348" y="635"/>
                    <a:pt x="10526" y="683"/>
                  </a:cubicBezTo>
                  <a:cubicBezTo>
                    <a:pt x="8924" y="721"/>
                    <a:pt x="7300" y="767"/>
                    <a:pt x="5675" y="767"/>
                  </a:cubicBezTo>
                  <a:cubicBezTo>
                    <a:pt x="3772" y="767"/>
                    <a:pt x="1869" y="704"/>
                    <a:pt x="1" y="492"/>
                  </a:cubicBezTo>
                  <a:lnTo>
                    <a:pt x="1" y="492"/>
                  </a:lnTo>
                  <a:cubicBezTo>
                    <a:pt x="144" y="3028"/>
                    <a:pt x="310" y="5552"/>
                    <a:pt x="465" y="8089"/>
                  </a:cubicBezTo>
                  <a:cubicBezTo>
                    <a:pt x="1491" y="8061"/>
                    <a:pt x="2518" y="8051"/>
                    <a:pt x="3546" y="8051"/>
                  </a:cubicBezTo>
                  <a:cubicBezTo>
                    <a:pt x="4727" y="8051"/>
                    <a:pt x="5908" y="8064"/>
                    <a:pt x="7085" y="8077"/>
                  </a:cubicBezTo>
                  <a:cubicBezTo>
                    <a:pt x="8122" y="8087"/>
                    <a:pt x="9160" y="8095"/>
                    <a:pt x="10199" y="8095"/>
                  </a:cubicBezTo>
                  <a:cubicBezTo>
                    <a:pt x="12871" y="8095"/>
                    <a:pt x="15548" y="8041"/>
                    <a:pt x="18206" y="7827"/>
                  </a:cubicBezTo>
                  <a:cubicBezTo>
                    <a:pt x="19134" y="7743"/>
                    <a:pt x="20051" y="7648"/>
                    <a:pt x="20968" y="7529"/>
                  </a:cubicBezTo>
                  <a:cubicBezTo>
                    <a:pt x="21420" y="7469"/>
                    <a:pt x="21932" y="7446"/>
                    <a:pt x="22135" y="6946"/>
                  </a:cubicBezTo>
                  <a:cubicBezTo>
                    <a:pt x="22254" y="6636"/>
                    <a:pt x="22206" y="6207"/>
                    <a:pt x="22218" y="5886"/>
                  </a:cubicBezTo>
                  <a:cubicBezTo>
                    <a:pt x="22254" y="4910"/>
                    <a:pt x="22218" y="3945"/>
                    <a:pt x="22123" y="2981"/>
                  </a:cubicBezTo>
                  <a:cubicBezTo>
                    <a:pt x="22075" y="2481"/>
                    <a:pt x="22016" y="1981"/>
                    <a:pt x="21932" y="1492"/>
                  </a:cubicBezTo>
                  <a:cubicBezTo>
                    <a:pt x="21873" y="1159"/>
                    <a:pt x="21873" y="623"/>
                    <a:pt x="21706" y="314"/>
                  </a:cubicBezTo>
                  <a:cubicBezTo>
                    <a:pt x="21569" y="68"/>
                    <a:pt x="21306" y="1"/>
                    <a:pt x="21022" y="1"/>
                  </a:cubicBezTo>
                  <a:close/>
                </a:path>
              </a:pathLst>
            </a:custGeom>
            <a:solidFill>
              <a:srgbClr val="F5E3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54"/>
            <p:cNvSpPr/>
            <p:nvPr/>
          </p:nvSpPr>
          <p:spPr>
            <a:xfrm>
              <a:off x="3489815" y="3506119"/>
              <a:ext cx="283832" cy="149607"/>
            </a:xfrm>
            <a:custGeom>
              <a:avLst/>
              <a:gdLst/>
              <a:ahLst/>
              <a:cxnLst/>
              <a:rect l="l" t="t" r="r" b="b"/>
              <a:pathLst>
                <a:path w="10573" h="5573" extrusionOk="0">
                  <a:moveTo>
                    <a:pt x="10144" y="1"/>
                  </a:moveTo>
                  <a:cubicBezTo>
                    <a:pt x="8370" y="596"/>
                    <a:pt x="6632" y="1263"/>
                    <a:pt x="4905" y="1977"/>
                  </a:cubicBezTo>
                  <a:cubicBezTo>
                    <a:pt x="3274" y="2656"/>
                    <a:pt x="1655" y="3442"/>
                    <a:pt x="0" y="4073"/>
                  </a:cubicBezTo>
                  <a:cubicBezTo>
                    <a:pt x="179" y="4585"/>
                    <a:pt x="381" y="5085"/>
                    <a:pt x="595" y="5573"/>
                  </a:cubicBezTo>
                  <a:cubicBezTo>
                    <a:pt x="3941" y="4442"/>
                    <a:pt x="7239" y="3180"/>
                    <a:pt x="10573" y="1965"/>
                  </a:cubicBezTo>
                  <a:cubicBezTo>
                    <a:pt x="10442" y="1310"/>
                    <a:pt x="10299" y="656"/>
                    <a:pt x="10144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54"/>
            <p:cNvSpPr/>
            <p:nvPr/>
          </p:nvSpPr>
          <p:spPr>
            <a:xfrm>
              <a:off x="3364503" y="2914160"/>
              <a:ext cx="227914" cy="125017"/>
            </a:xfrm>
            <a:custGeom>
              <a:avLst/>
              <a:gdLst/>
              <a:ahLst/>
              <a:cxnLst/>
              <a:rect l="l" t="t" r="r" b="b"/>
              <a:pathLst>
                <a:path w="8490" h="4657" extrusionOk="0">
                  <a:moveTo>
                    <a:pt x="7587" y="1"/>
                  </a:moveTo>
                  <a:cubicBezTo>
                    <a:pt x="7225" y="1"/>
                    <a:pt x="6571" y="275"/>
                    <a:pt x="6323" y="335"/>
                  </a:cubicBezTo>
                  <a:cubicBezTo>
                    <a:pt x="5894" y="442"/>
                    <a:pt x="5490" y="549"/>
                    <a:pt x="5061" y="656"/>
                  </a:cubicBezTo>
                  <a:cubicBezTo>
                    <a:pt x="3370" y="1109"/>
                    <a:pt x="1644" y="1525"/>
                    <a:pt x="1" y="2109"/>
                  </a:cubicBezTo>
                  <a:cubicBezTo>
                    <a:pt x="429" y="2930"/>
                    <a:pt x="798" y="3788"/>
                    <a:pt x="1132" y="4657"/>
                  </a:cubicBezTo>
                  <a:cubicBezTo>
                    <a:pt x="3561" y="3883"/>
                    <a:pt x="6013" y="3204"/>
                    <a:pt x="8490" y="2633"/>
                  </a:cubicBezTo>
                  <a:lnTo>
                    <a:pt x="8145" y="1383"/>
                  </a:lnTo>
                  <a:cubicBezTo>
                    <a:pt x="8085" y="1156"/>
                    <a:pt x="7942" y="132"/>
                    <a:pt x="7764" y="37"/>
                  </a:cubicBezTo>
                  <a:cubicBezTo>
                    <a:pt x="7720" y="11"/>
                    <a:pt x="7659" y="1"/>
                    <a:pt x="7587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54"/>
            <p:cNvSpPr/>
            <p:nvPr/>
          </p:nvSpPr>
          <p:spPr>
            <a:xfrm>
              <a:off x="3340530" y="2990883"/>
              <a:ext cx="414916" cy="590053"/>
            </a:xfrm>
            <a:custGeom>
              <a:avLst/>
              <a:gdLst/>
              <a:ahLst/>
              <a:cxnLst/>
              <a:rect l="l" t="t" r="r" b="b"/>
              <a:pathLst>
                <a:path w="15456" h="21980" extrusionOk="0">
                  <a:moveTo>
                    <a:pt x="11514" y="1"/>
                  </a:moveTo>
                  <a:cubicBezTo>
                    <a:pt x="8466" y="608"/>
                    <a:pt x="5466" y="1394"/>
                    <a:pt x="2513" y="2346"/>
                  </a:cubicBezTo>
                  <a:cubicBezTo>
                    <a:pt x="1894" y="2549"/>
                    <a:pt x="537" y="2763"/>
                    <a:pt x="227" y="3347"/>
                  </a:cubicBezTo>
                  <a:cubicBezTo>
                    <a:pt x="1" y="3763"/>
                    <a:pt x="275" y="4287"/>
                    <a:pt x="394" y="4728"/>
                  </a:cubicBezTo>
                  <a:cubicBezTo>
                    <a:pt x="501" y="5109"/>
                    <a:pt x="596" y="5490"/>
                    <a:pt x="691" y="5883"/>
                  </a:cubicBezTo>
                  <a:cubicBezTo>
                    <a:pt x="1084" y="7419"/>
                    <a:pt x="1489" y="8954"/>
                    <a:pt x="1799" y="10514"/>
                  </a:cubicBezTo>
                  <a:cubicBezTo>
                    <a:pt x="3418" y="9538"/>
                    <a:pt x="5097" y="8681"/>
                    <a:pt x="6847" y="7954"/>
                  </a:cubicBezTo>
                  <a:cubicBezTo>
                    <a:pt x="6882" y="7939"/>
                    <a:pt x="6916" y="7932"/>
                    <a:pt x="6950" y="7932"/>
                  </a:cubicBezTo>
                  <a:cubicBezTo>
                    <a:pt x="7099" y="7932"/>
                    <a:pt x="7227" y="8068"/>
                    <a:pt x="7276" y="8204"/>
                  </a:cubicBezTo>
                  <a:cubicBezTo>
                    <a:pt x="8442" y="11121"/>
                    <a:pt x="9609" y="14038"/>
                    <a:pt x="10788" y="16955"/>
                  </a:cubicBezTo>
                  <a:cubicBezTo>
                    <a:pt x="10824" y="17122"/>
                    <a:pt x="10752" y="17301"/>
                    <a:pt x="10609" y="17384"/>
                  </a:cubicBezTo>
                  <a:cubicBezTo>
                    <a:pt x="8692" y="18670"/>
                    <a:pt x="6966" y="20218"/>
                    <a:pt x="5466" y="21980"/>
                  </a:cubicBezTo>
                  <a:cubicBezTo>
                    <a:pt x="6859" y="21039"/>
                    <a:pt x="8514" y="20372"/>
                    <a:pt x="10038" y="19741"/>
                  </a:cubicBezTo>
                  <a:cubicBezTo>
                    <a:pt x="10966" y="19372"/>
                    <a:pt x="11895" y="19027"/>
                    <a:pt x="12836" y="18718"/>
                  </a:cubicBezTo>
                  <a:cubicBezTo>
                    <a:pt x="13681" y="18432"/>
                    <a:pt x="14562" y="18110"/>
                    <a:pt x="15455" y="18051"/>
                  </a:cubicBezTo>
                  <a:cubicBezTo>
                    <a:pt x="14884" y="15574"/>
                    <a:pt x="14288" y="13086"/>
                    <a:pt x="13753" y="10597"/>
                  </a:cubicBezTo>
                  <a:cubicBezTo>
                    <a:pt x="12967" y="7073"/>
                    <a:pt x="12229" y="3537"/>
                    <a:pt x="11514" y="1"/>
                  </a:cubicBezTo>
                  <a:close/>
                </a:path>
              </a:pathLst>
            </a:custGeom>
            <a:solidFill>
              <a:srgbClr val="F5E3AE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54"/>
            <p:cNvSpPr/>
            <p:nvPr/>
          </p:nvSpPr>
          <p:spPr>
            <a:xfrm>
              <a:off x="2896272" y="3225830"/>
              <a:ext cx="711822" cy="1123168"/>
            </a:xfrm>
            <a:custGeom>
              <a:avLst/>
              <a:gdLst/>
              <a:ahLst/>
              <a:cxnLst/>
              <a:rect l="l" t="t" r="r" b="b"/>
              <a:pathLst>
                <a:path w="26516" h="41839" extrusionOk="0">
                  <a:moveTo>
                    <a:pt x="21098" y="3194"/>
                  </a:moveTo>
                  <a:cubicBezTo>
                    <a:pt x="21946" y="3194"/>
                    <a:pt x="22759" y="3592"/>
                    <a:pt x="23265" y="4298"/>
                  </a:cubicBezTo>
                  <a:cubicBezTo>
                    <a:pt x="25281" y="6909"/>
                    <a:pt x="22799" y="10929"/>
                    <a:pt x="19837" y="10929"/>
                  </a:cubicBezTo>
                  <a:cubicBezTo>
                    <a:pt x="19301" y="10929"/>
                    <a:pt x="18749" y="10797"/>
                    <a:pt x="18205" y="10501"/>
                  </a:cubicBezTo>
                  <a:cubicBezTo>
                    <a:pt x="16550" y="9608"/>
                    <a:pt x="16264" y="7596"/>
                    <a:pt x="17133" y="6036"/>
                  </a:cubicBezTo>
                  <a:cubicBezTo>
                    <a:pt x="17300" y="5727"/>
                    <a:pt x="17502" y="5441"/>
                    <a:pt x="17740" y="5179"/>
                  </a:cubicBezTo>
                  <a:cubicBezTo>
                    <a:pt x="17717" y="5120"/>
                    <a:pt x="17740" y="5072"/>
                    <a:pt x="17776" y="5036"/>
                  </a:cubicBezTo>
                  <a:cubicBezTo>
                    <a:pt x="18633" y="4227"/>
                    <a:pt x="19562" y="3381"/>
                    <a:pt x="20765" y="3215"/>
                  </a:cubicBezTo>
                  <a:cubicBezTo>
                    <a:pt x="20876" y="3201"/>
                    <a:pt x="20987" y="3194"/>
                    <a:pt x="21098" y="3194"/>
                  </a:cubicBezTo>
                  <a:close/>
                  <a:moveTo>
                    <a:pt x="14391" y="10847"/>
                  </a:moveTo>
                  <a:cubicBezTo>
                    <a:pt x="14542" y="10847"/>
                    <a:pt x="14695" y="10855"/>
                    <a:pt x="14847" y="10870"/>
                  </a:cubicBezTo>
                  <a:cubicBezTo>
                    <a:pt x="15835" y="10978"/>
                    <a:pt x="16621" y="11573"/>
                    <a:pt x="16907" y="12537"/>
                  </a:cubicBezTo>
                  <a:cubicBezTo>
                    <a:pt x="17264" y="13728"/>
                    <a:pt x="16788" y="14966"/>
                    <a:pt x="16359" y="16085"/>
                  </a:cubicBezTo>
                  <a:cubicBezTo>
                    <a:pt x="15288" y="18859"/>
                    <a:pt x="13871" y="21503"/>
                    <a:pt x="13311" y="24455"/>
                  </a:cubicBezTo>
                  <a:cubicBezTo>
                    <a:pt x="13037" y="25991"/>
                    <a:pt x="12942" y="27551"/>
                    <a:pt x="13026" y="29111"/>
                  </a:cubicBezTo>
                  <a:cubicBezTo>
                    <a:pt x="13097" y="30659"/>
                    <a:pt x="13383" y="32183"/>
                    <a:pt x="13514" y="33718"/>
                  </a:cubicBezTo>
                  <a:cubicBezTo>
                    <a:pt x="13740" y="36254"/>
                    <a:pt x="12966" y="38624"/>
                    <a:pt x="10359" y="39433"/>
                  </a:cubicBezTo>
                  <a:cubicBezTo>
                    <a:pt x="8966" y="39850"/>
                    <a:pt x="7525" y="40112"/>
                    <a:pt x="6072" y="40243"/>
                  </a:cubicBezTo>
                  <a:cubicBezTo>
                    <a:pt x="5322" y="40314"/>
                    <a:pt x="4560" y="40362"/>
                    <a:pt x="3810" y="40362"/>
                  </a:cubicBezTo>
                  <a:cubicBezTo>
                    <a:pt x="3516" y="40368"/>
                    <a:pt x="3181" y="40396"/>
                    <a:pt x="2851" y="40396"/>
                  </a:cubicBezTo>
                  <a:cubicBezTo>
                    <a:pt x="2539" y="40396"/>
                    <a:pt x="2231" y="40371"/>
                    <a:pt x="1965" y="40279"/>
                  </a:cubicBezTo>
                  <a:cubicBezTo>
                    <a:pt x="1572" y="40148"/>
                    <a:pt x="1393" y="39814"/>
                    <a:pt x="1346" y="39433"/>
                  </a:cubicBezTo>
                  <a:cubicBezTo>
                    <a:pt x="1250" y="38767"/>
                    <a:pt x="1310" y="38017"/>
                    <a:pt x="1310" y="37338"/>
                  </a:cubicBezTo>
                  <a:cubicBezTo>
                    <a:pt x="1310" y="37112"/>
                    <a:pt x="1322" y="36874"/>
                    <a:pt x="1322" y="36635"/>
                  </a:cubicBezTo>
                  <a:cubicBezTo>
                    <a:pt x="1084" y="31159"/>
                    <a:pt x="1869" y="25551"/>
                    <a:pt x="4155" y="20562"/>
                  </a:cubicBezTo>
                  <a:cubicBezTo>
                    <a:pt x="5239" y="18145"/>
                    <a:pt x="6727" y="15954"/>
                    <a:pt x="8561" y="14049"/>
                  </a:cubicBezTo>
                  <a:cubicBezTo>
                    <a:pt x="10045" y="12532"/>
                    <a:pt x="12135" y="10847"/>
                    <a:pt x="14391" y="10847"/>
                  </a:cubicBezTo>
                  <a:close/>
                  <a:moveTo>
                    <a:pt x="23289" y="0"/>
                  </a:moveTo>
                  <a:cubicBezTo>
                    <a:pt x="20086" y="1369"/>
                    <a:pt x="17086" y="3167"/>
                    <a:pt x="14371" y="5334"/>
                  </a:cubicBezTo>
                  <a:cubicBezTo>
                    <a:pt x="6465" y="11644"/>
                    <a:pt x="1476" y="20812"/>
                    <a:pt x="72" y="30635"/>
                  </a:cubicBezTo>
                  <a:cubicBezTo>
                    <a:pt x="83" y="34373"/>
                    <a:pt x="48" y="38100"/>
                    <a:pt x="0" y="41838"/>
                  </a:cubicBezTo>
                  <a:cubicBezTo>
                    <a:pt x="5275" y="41779"/>
                    <a:pt x="10537" y="41529"/>
                    <a:pt x="15788" y="40981"/>
                  </a:cubicBezTo>
                  <a:cubicBezTo>
                    <a:pt x="15597" y="37945"/>
                    <a:pt x="15371" y="34897"/>
                    <a:pt x="15288" y="31849"/>
                  </a:cubicBezTo>
                  <a:cubicBezTo>
                    <a:pt x="15145" y="26944"/>
                    <a:pt x="15812" y="22205"/>
                    <a:pt x="18050" y="17788"/>
                  </a:cubicBezTo>
                  <a:cubicBezTo>
                    <a:pt x="20003" y="13918"/>
                    <a:pt x="22920" y="10597"/>
                    <a:pt x="26515" y="8156"/>
                  </a:cubicBezTo>
                  <a:cubicBezTo>
                    <a:pt x="25444" y="5441"/>
                    <a:pt x="24372" y="2715"/>
                    <a:pt x="23289" y="0"/>
                  </a:cubicBezTo>
                  <a:close/>
                </a:path>
              </a:pathLst>
            </a:custGeom>
            <a:solidFill>
              <a:srgbClr val="F5E3AE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54"/>
            <p:cNvSpPr/>
            <p:nvPr/>
          </p:nvSpPr>
          <p:spPr>
            <a:xfrm>
              <a:off x="3421709" y="4213002"/>
              <a:ext cx="59166" cy="55381"/>
            </a:xfrm>
            <a:custGeom>
              <a:avLst/>
              <a:gdLst/>
              <a:ahLst/>
              <a:cxnLst/>
              <a:rect l="l" t="t" r="r" b="b"/>
              <a:pathLst>
                <a:path w="2204" h="2063" extrusionOk="0">
                  <a:moveTo>
                    <a:pt x="1164" y="281"/>
                  </a:moveTo>
                  <a:cubicBezTo>
                    <a:pt x="1329" y="281"/>
                    <a:pt x="1496" y="352"/>
                    <a:pt x="1596" y="493"/>
                  </a:cubicBezTo>
                  <a:cubicBezTo>
                    <a:pt x="1870" y="874"/>
                    <a:pt x="1573" y="1375"/>
                    <a:pt x="1227" y="1589"/>
                  </a:cubicBezTo>
                  <a:cubicBezTo>
                    <a:pt x="1137" y="1648"/>
                    <a:pt x="1044" y="1675"/>
                    <a:pt x="954" y="1675"/>
                  </a:cubicBezTo>
                  <a:cubicBezTo>
                    <a:pt x="667" y="1675"/>
                    <a:pt x="418" y="1401"/>
                    <a:pt x="418" y="1065"/>
                  </a:cubicBezTo>
                  <a:cubicBezTo>
                    <a:pt x="418" y="874"/>
                    <a:pt x="489" y="684"/>
                    <a:pt x="620" y="529"/>
                  </a:cubicBezTo>
                  <a:cubicBezTo>
                    <a:pt x="633" y="538"/>
                    <a:pt x="648" y="542"/>
                    <a:pt x="664" y="542"/>
                  </a:cubicBezTo>
                  <a:cubicBezTo>
                    <a:pt x="694" y="542"/>
                    <a:pt x="724" y="528"/>
                    <a:pt x="739" y="505"/>
                  </a:cubicBezTo>
                  <a:cubicBezTo>
                    <a:pt x="829" y="355"/>
                    <a:pt x="996" y="281"/>
                    <a:pt x="1164" y="281"/>
                  </a:cubicBezTo>
                  <a:close/>
                  <a:moveTo>
                    <a:pt x="1233" y="1"/>
                  </a:moveTo>
                  <a:cubicBezTo>
                    <a:pt x="1053" y="1"/>
                    <a:pt x="872" y="69"/>
                    <a:pt x="727" y="208"/>
                  </a:cubicBezTo>
                  <a:cubicBezTo>
                    <a:pt x="299" y="434"/>
                    <a:pt x="1" y="886"/>
                    <a:pt x="144" y="1398"/>
                  </a:cubicBezTo>
                  <a:cubicBezTo>
                    <a:pt x="268" y="1809"/>
                    <a:pt x="613" y="2063"/>
                    <a:pt x="980" y="2063"/>
                  </a:cubicBezTo>
                  <a:cubicBezTo>
                    <a:pt x="1178" y="2063"/>
                    <a:pt x="1382" y="1989"/>
                    <a:pt x="1561" y="1827"/>
                  </a:cubicBezTo>
                  <a:cubicBezTo>
                    <a:pt x="1966" y="1446"/>
                    <a:pt x="2204" y="613"/>
                    <a:pt x="1727" y="196"/>
                  </a:cubicBezTo>
                  <a:cubicBezTo>
                    <a:pt x="1586" y="66"/>
                    <a:pt x="1410" y="1"/>
                    <a:pt x="12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54"/>
            <p:cNvSpPr/>
            <p:nvPr/>
          </p:nvSpPr>
          <p:spPr>
            <a:xfrm>
              <a:off x="3390408" y="3357398"/>
              <a:ext cx="103246" cy="105796"/>
            </a:xfrm>
            <a:custGeom>
              <a:avLst/>
              <a:gdLst/>
              <a:ahLst/>
              <a:cxnLst/>
              <a:rect l="l" t="t" r="r" b="b"/>
              <a:pathLst>
                <a:path w="3846" h="3941" extrusionOk="0">
                  <a:moveTo>
                    <a:pt x="2062" y="412"/>
                  </a:moveTo>
                  <a:cubicBezTo>
                    <a:pt x="2507" y="412"/>
                    <a:pt x="2880" y="767"/>
                    <a:pt x="3001" y="1231"/>
                  </a:cubicBezTo>
                  <a:cubicBezTo>
                    <a:pt x="3191" y="1957"/>
                    <a:pt x="2953" y="2933"/>
                    <a:pt x="2250" y="3326"/>
                  </a:cubicBezTo>
                  <a:cubicBezTo>
                    <a:pt x="2047" y="3444"/>
                    <a:pt x="1844" y="3497"/>
                    <a:pt x="1652" y="3497"/>
                  </a:cubicBezTo>
                  <a:cubicBezTo>
                    <a:pt x="993" y="3497"/>
                    <a:pt x="478" y="2869"/>
                    <a:pt x="607" y="2112"/>
                  </a:cubicBezTo>
                  <a:cubicBezTo>
                    <a:pt x="655" y="1802"/>
                    <a:pt x="750" y="1505"/>
                    <a:pt x="893" y="1231"/>
                  </a:cubicBezTo>
                  <a:cubicBezTo>
                    <a:pt x="1107" y="969"/>
                    <a:pt x="1357" y="647"/>
                    <a:pt x="1667" y="504"/>
                  </a:cubicBezTo>
                  <a:cubicBezTo>
                    <a:pt x="1802" y="441"/>
                    <a:pt x="1935" y="412"/>
                    <a:pt x="2062" y="412"/>
                  </a:cubicBezTo>
                  <a:close/>
                  <a:moveTo>
                    <a:pt x="2148" y="1"/>
                  </a:moveTo>
                  <a:cubicBezTo>
                    <a:pt x="2115" y="1"/>
                    <a:pt x="2082" y="2"/>
                    <a:pt x="2048" y="4"/>
                  </a:cubicBezTo>
                  <a:cubicBezTo>
                    <a:pt x="1810" y="28"/>
                    <a:pt x="1584" y="123"/>
                    <a:pt x="1405" y="278"/>
                  </a:cubicBezTo>
                  <a:cubicBezTo>
                    <a:pt x="548" y="743"/>
                    <a:pt x="0" y="1886"/>
                    <a:pt x="214" y="2838"/>
                  </a:cubicBezTo>
                  <a:cubicBezTo>
                    <a:pt x="366" y="3554"/>
                    <a:pt x="1022" y="3940"/>
                    <a:pt x="1693" y="3940"/>
                  </a:cubicBezTo>
                  <a:cubicBezTo>
                    <a:pt x="2026" y="3940"/>
                    <a:pt x="2363" y="3845"/>
                    <a:pt x="2643" y="3648"/>
                  </a:cubicBezTo>
                  <a:cubicBezTo>
                    <a:pt x="3560" y="3017"/>
                    <a:pt x="3846" y="1493"/>
                    <a:pt x="3203" y="564"/>
                  </a:cubicBezTo>
                  <a:cubicBezTo>
                    <a:pt x="2971" y="211"/>
                    <a:pt x="2575" y="1"/>
                    <a:pt x="214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54"/>
            <p:cNvSpPr/>
            <p:nvPr/>
          </p:nvSpPr>
          <p:spPr>
            <a:xfrm>
              <a:off x="3392958" y="4177620"/>
              <a:ext cx="127729" cy="120292"/>
            </a:xfrm>
            <a:custGeom>
              <a:avLst/>
              <a:gdLst/>
              <a:ahLst/>
              <a:cxnLst/>
              <a:rect l="l" t="t" r="r" b="b"/>
              <a:pathLst>
                <a:path w="4758" h="4481" extrusionOk="0">
                  <a:moveTo>
                    <a:pt x="2141" y="483"/>
                  </a:moveTo>
                  <a:cubicBezTo>
                    <a:pt x="3088" y="483"/>
                    <a:pt x="4023" y="1254"/>
                    <a:pt x="4013" y="2252"/>
                  </a:cubicBezTo>
                  <a:cubicBezTo>
                    <a:pt x="4013" y="3304"/>
                    <a:pt x="2993" y="3968"/>
                    <a:pt x="2017" y="3968"/>
                  </a:cubicBezTo>
                  <a:cubicBezTo>
                    <a:pt x="1833" y="3968"/>
                    <a:pt x="1651" y="3944"/>
                    <a:pt x="1477" y="3895"/>
                  </a:cubicBezTo>
                  <a:cubicBezTo>
                    <a:pt x="1322" y="3847"/>
                    <a:pt x="1179" y="3788"/>
                    <a:pt x="1036" y="3716"/>
                  </a:cubicBezTo>
                  <a:cubicBezTo>
                    <a:pt x="1036" y="3669"/>
                    <a:pt x="1012" y="3633"/>
                    <a:pt x="989" y="3597"/>
                  </a:cubicBezTo>
                  <a:cubicBezTo>
                    <a:pt x="643" y="3383"/>
                    <a:pt x="417" y="3038"/>
                    <a:pt x="358" y="2645"/>
                  </a:cubicBezTo>
                  <a:cubicBezTo>
                    <a:pt x="334" y="2276"/>
                    <a:pt x="393" y="1907"/>
                    <a:pt x="524" y="1573"/>
                  </a:cubicBezTo>
                  <a:cubicBezTo>
                    <a:pt x="739" y="1109"/>
                    <a:pt x="1120" y="752"/>
                    <a:pt x="1596" y="573"/>
                  </a:cubicBezTo>
                  <a:cubicBezTo>
                    <a:pt x="1773" y="511"/>
                    <a:pt x="1957" y="483"/>
                    <a:pt x="2141" y="483"/>
                  </a:cubicBezTo>
                  <a:close/>
                  <a:moveTo>
                    <a:pt x="2222" y="1"/>
                  </a:moveTo>
                  <a:cubicBezTo>
                    <a:pt x="1889" y="1"/>
                    <a:pt x="1553" y="79"/>
                    <a:pt x="1239" y="252"/>
                  </a:cubicBezTo>
                  <a:cubicBezTo>
                    <a:pt x="536" y="657"/>
                    <a:pt x="84" y="1395"/>
                    <a:pt x="48" y="2216"/>
                  </a:cubicBezTo>
                  <a:cubicBezTo>
                    <a:pt x="12" y="2407"/>
                    <a:pt x="0" y="2597"/>
                    <a:pt x="12" y="2800"/>
                  </a:cubicBezTo>
                  <a:cubicBezTo>
                    <a:pt x="96" y="3586"/>
                    <a:pt x="691" y="4169"/>
                    <a:pt x="1441" y="4383"/>
                  </a:cubicBezTo>
                  <a:cubicBezTo>
                    <a:pt x="1661" y="4450"/>
                    <a:pt x="1886" y="4481"/>
                    <a:pt x="2111" y="4481"/>
                  </a:cubicBezTo>
                  <a:cubicBezTo>
                    <a:pt x="3455" y="4481"/>
                    <a:pt x="4758" y="3356"/>
                    <a:pt x="4513" y="1907"/>
                  </a:cubicBezTo>
                  <a:cubicBezTo>
                    <a:pt x="4331" y="808"/>
                    <a:pt x="3292" y="1"/>
                    <a:pt x="222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54"/>
            <p:cNvSpPr/>
            <p:nvPr/>
          </p:nvSpPr>
          <p:spPr>
            <a:xfrm>
              <a:off x="3332879" y="3311573"/>
              <a:ext cx="242088" cy="207619"/>
            </a:xfrm>
            <a:custGeom>
              <a:avLst/>
              <a:gdLst/>
              <a:ahLst/>
              <a:cxnLst/>
              <a:rect l="l" t="t" r="r" b="b"/>
              <a:pathLst>
                <a:path w="9018" h="7734" extrusionOk="0">
                  <a:moveTo>
                    <a:pt x="4686" y="554"/>
                  </a:moveTo>
                  <a:cubicBezTo>
                    <a:pt x="4723" y="554"/>
                    <a:pt x="4761" y="555"/>
                    <a:pt x="4798" y="556"/>
                  </a:cubicBezTo>
                  <a:cubicBezTo>
                    <a:pt x="5834" y="604"/>
                    <a:pt x="6668" y="1366"/>
                    <a:pt x="6953" y="2342"/>
                  </a:cubicBezTo>
                  <a:cubicBezTo>
                    <a:pt x="7477" y="4188"/>
                    <a:pt x="6263" y="6462"/>
                    <a:pt x="4405" y="7022"/>
                  </a:cubicBezTo>
                  <a:cubicBezTo>
                    <a:pt x="4117" y="7108"/>
                    <a:pt x="3829" y="7149"/>
                    <a:pt x="3549" y="7149"/>
                  </a:cubicBezTo>
                  <a:cubicBezTo>
                    <a:pt x="1827" y="7149"/>
                    <a:pt x="391" y="5613"/>
                    <a:pt x="893" y="3759"/>
                  </a:cubicBezTo>
                  <a:cubicBezTo>
                    <a:pt x="1155" y="2831"/>
                    <a:pt x="1715" y="2009"/>
                    <a:pt x="2477" y="1426"/>
                  </a:cubicBezTo>
                  <a:lnTo>
                    <a:pt x="2488" y="1426"/>
                  </a:lnTo>
                  <a:cubicBezTo>
                    <a:pt x="2536" y="1390"/>
                    <a:pt x="2572" y="1366"/>
                    <a:pt x="2608" y="1330"/>
                  </a:cubicBezTo>
                  <a:cubicBezTo>
                    <a:pt x="3221" y="899"/>
                    <a:pt x="3921" y="554"/>
                    <a:pt x="4686" y="554"/>
                  </a:cubicBezTo>
                  <a:close/>
                  <a:moveTo>
                    <a:pt x="4827" y="1"/>
                  </a:moveTo>
                  <a:cubicBezTo>
                    <a:pt x="4719" y="1"/>
                    <a:pt x="4610" y="7"/>
                    <a:pt x="4501" y="21"/>
                  </a:cubicBezTo>
                  <a:cubicBezTo>
                    <a:pt x="3298" y="187"/>
                    <a:pt x="2369" y="1033"/>
                    <a:pt x="1512" y="1842"/>
                  </a:cubicBezTo>
                  <a:cubicBezTo>
                    <a:pt x="1476" y="1878"/>
                    <a:pt x="1453" y="1926"/>
                    <a:pt x="1476" y="1985"/>
                  </a:cubicBezTo>
                  <a:cubicBezTo>
                    <a:pt x="1238" y="2247"/>
                    <a:pt x="1036" y="2533"/>
                    <a:pt x="869" y="2842"/>
                  </a:cubicBezTo>
                  <a:cubicBezTo>
                    <a:pt x="0" y="4402"/>
                    <a:pt x="286" y="6402"/>
                    <a:pt x="1941" y="7307"/>
                  </a:cubicBezTo>
                  <a:cubicBezTo>
                    <a:pt x="2484" y="7602"/>
                    <a:pt x="3035" y="7734"/>
                    <a:pt x="3570" y="7734"/>
                  </a:cubicBezTo>
                  <a:cubicBezTo>
                    <a:pt x="6533" y="7734"/>
                    <a:pt x="9018" y="3706"/>
                    <a:pt x="7001" y="1104"/>
                  </a:cubicBezTo>
                  <a:cubicBezTo>
                    <a:pt x="6494" y="407"/>
                    <a:pt x="5678" y="1"/>
                    <a:pt x="482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54"/>
            <p:cNvSpPr/>
            <p:nvPr/>
          </p:nvSpPr>
          <p:spPr>
            <a:xfrm>
              <a:off x="2925023" y="3516991"/>
              <a:ext cx="434406" cy="793189"/>
            </a:xfrm>
            <a:custGeom>
              <a:avLst/>
              <a:gdLst/>
              <a:ahLst/>
              <a:cxnLst/>
              <a:rect l="l" t="t" r="r" b="b"/>
              <a:pathLst>
                <a:path w="16182" h="29547" extrusionOk="0">
                  <a:moveTo>
                    <a:pt x="13369" y="426"/>
                  </a:moveTo>
                  <a:cubicBezTo>
                    <a:pt x="13417" y="426"/>
                    <a:pt x="13466" y="427"/>
                    <a:pt x="13514" y="429"/>
                  </a:cubicBezTo>
                  <a:cubicBezTo>
                    <a:pt x="15253" y="513"/>
                    <a:pt x="15729" y="2132"/>
                    <a:pt x="15348" y="3596"/>
                  </a:cubicBezTo>
                  <a:cubicBezTo>
                    <a:pt x="14729" y="6013"/>
                    <a:pt x="13395" y="8252"/>
                    <a:pt x="12550" y="10609"/>
                  </a:cubicBezTo>
                  <a:cubicBezTo>
                    <a:pt x="11716" y="12966"/>
                    <a:pt x="11335" y="15479"/>
                    <a:pt x="11431" y="17991"/>
                  </a:cubicBezTo>
                  <a:cubicBezTo>
                    <a:pt x="11490" y="19229"/>
                    <a:pt x="11609" y="20455"/>
                    <a:pt x="11788" y="21682"/>
                  </a:cubicBezTo>
                  <a:cubicBezTo>
                    <a:pt x="11978" y="23015"/>
                    <a:pt x="12121" y="24420"/>
                    <a:pt x="11681" y="25718"/>
                  </a:cubicBezTo>
                  <a:cubicBezTo>
                    <a:pt x="11145" y="27254"/>
                    <a:pt x="9907" y="27885"/>
                    <a:pt x="8406" y="28254"/>
                  </a:cubicBezTo>
                  <a:cubicBezTo>
                    <a:pt x="6918" y="28611"/>
                    <a:pt x="5394" y="28837"/>
                    <a:pt x="3870" y="28921"/>
                  </a:cubicBezTo>
                  <a:cubicBezTo>
                    <a:pt x="3406" y="28944"/>
                    <a:pt x="2903" y="28991"/>
                    <a:pt x="2414" y="28991"/>
                  </a:cubicBezTo>
                  <a:cubicBezTo>
                    <a:pt x="2138" y="28991"/>
                    <a:pt x="1866" y="28976"/>
                    <a:pt x="1608" y="28933"/>
                  </a:cubicBezTo>
                  <a:cubicBezTo>
                    <a:pt x="953" y="28826"/>
                    <a:pt x="786" y="28409"/>
                    <a:pt x="703" y="27778"/>
                  </a:cubicBezTo>
                  <a:cubicBezTo>
                    <a:pt x="679" y="27397"/>
                    <a:pt x="667" y="27016"/>
                    <a:pt x="656" y="26635"/>
                  </a:cubicBezTo>
                  <a:cubicBezTo>
                    <a:pt x="620" y="25123"/>
                    <a:pt x="667" y="23599"/>
                    <a:pt x="798" y="22087"/>
                  </a:cubicBezTo>
                  <a:cubicBezTo>
                    <a:pt x="798" y="22027"/>
                    <a:pt x="751" y="21979"/>
                    <a:pt x="691" y="21979"/>
                  </a:cubicBezTo>
                  <a:cubicBezTo>
                    <a:pt x="882" y="19086"/>
                    <a:pt x="1287" y="16205"/>
                    <a:pt x="2180" y="13407"/>
                  </a:cubicBezTo>
                  <a:cubicBezTo>
                    <a:pt x="2894" y="11121"/>
                    <a:pt x="3906" y="8942"/>
                    <a:pt x="5180" y="6918"/>
                  </a:cubicBezTo>
                  <a:cubicBezTo>
                    <a:pt x="6466" y="4906"/>
                    <a:pt x="8097" y="2918"/>
                    <a:pt x="10097" y="1596"/>
                  </a:cubicBezTo>
                  <a:cubicBezTo>
                    <a:pt x="11046" y="967"/>
                    <a:pt x="12203" y="426"/>
                    <a:pt x="13369" y="426"/>
                  </a:cubicBezTo>
                  <a:close/>
                  <a:moveTo>
                    <a:pt x="13310" y="1"/>
                  </a:moveTo>
                  <a:cubicBezTo>
                    <a:pt x="11073" y="1"/>
                    <a:pt x="8973" y="1675"/>
                    <a:pt x="7490" y="3203"/>
                  </a:cubicBezTo>
                  <a:cubicBezTo>
                    <a:pt x="5656" y="5108"/>
                    <a:pt x="4168" y="7299"/>
                    <a:pt x="3072" y="9704"/>
                  </a:cubicBezTo>
                  <a:cubicBezTo>
                    <a:pt x="798" y="14705"/>
                    <a:pt x="1" y="20313"/>
                    <a:pt x="251" y="25789"/>
                  </a:cubicBezTo>
                  <a:cubicBezTo>
                    <a:pt x="239" y="26028"/>
                    <a:pt x="239" y="26266"/>
                    <a:pt x="239" y="26492"/>
                  </a:cubicBezTo>
                  <a:cubicBezTo>
                    <a:pt x="227" y="27171"/>
                    <a:pt x="167" y="27921"/>
                    <a:pt x="263" y="28587"/>
                  </a:cubicBezTo>
                  <a:cubicBezTo>
                    <a:pt x="322" y="28968"/>
                    <a:pt x="501" y="29302"/>
                    <a:pt x="882" y="29433"/>
                  </a:cubicBezTo>
                  <a:cubicBezTo>
                    <a:pt x="1139" y="29522"/>
                    <a:pt x="1439" y="29546"/>
                    <a:pt x="1744" y="29546"/>
                  </a:cubicBezTo>
                  <a:cubicBezTo>
                    <a:pt x="2087" y="29546"/>
                    <a:pt x="2437" y="29516"/>
                    <a:pt x="2739" y="29516"/>
                  </a:cubicBezTo>
                  <a:cubicBezTo>
                    <a:pt x="3489" y="29516"/>
                    <a:pt x="4251" y="29468"/>
                    <a:pt x="4989" y="29397"/>
                  </a:cubicBezTo>
                  <a:cubicBezTo>
                    <a:pt x="6442" y="29278"/>
                    <a:pt x="7883" y="29004"/>
                    <a:pt x="9288" y="28587"/>
                  </a:cubicBezTo>
                  <a:cubicBezTo>
                    <a:pt x="11895" y="27778"/>
                    <a:pt x="12669" y="25408"/>
                    <a:pt x="12431" y="22872"/>
                  </a:cubicBezTo>
                  <a:cubicBezTo>
                    <a:pt x="12300" y="21337"/>
                    <a:pt x="12014" y="19813"/>
                    <a:pt x="11943" y="18265"/>
                  </a:cubicBezTo>
                  <a:cubicBezTo>
                    <a:pt x="11859" y="16705"/>
                    <a:pt x="11955" y="15145"/>
                    <a:pt x="12240" y="13609"/>
                  </a:cubicBezTo>
                  <a:cubicBezTo>
                    <a:pt x="12788" y="10657"/>
                    <a:pt x="14205" y="8013"/>
                    <a:pt x="15276" y="5239"/>
                  </a:cubicBezTo>
                  <a:cubicBezTo>
                    <a:pt x="15705" y="4132"/>
                    <a:pt x="16181" y="2882"/>
                    <a:pt x="15824" y="1691"/>
                  </a:cubicBezTo>
                  <a:cubicBezTo>
                    <a:pt x="15538" y="727"/>
                    <a:pt x="14764" y="132"/>
                    <a:pt x="13764" y="24"/>
                  </a:cubicBezTo>
                  <a:cubicBezTo>
                    <a:pt x="13612" y="9"/>
                    <a:pt x="13461" y="1"/>
                    <a:pt x="133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54"/>
            <p:cNvSpPr/>
            <p:nvPr/>
          </p:nvSpPr>
          <p:spPr>
            <a:xfrm>
              <a:off x="2812516" y="2618355"/>
              <a:ext cx="1208213" cy="1830050"/>
            </a:xfrm>
            <a:custGeom>
              <a:avLst/>
              <a:gdLst/>
              <a:ahLst/>
              <a:cxnLst/>
              <a:rect l="l" t="t" r="r" b="b"/>
              <a:pathLst>
                <a:path w="45007" h="68171" extrusionOk="0">
                  <a:moveTo>
                    <a:pt x="24278" y="555"/>
                  </a:moveTo>
                  <a:cubicBezTo>
                    <a:pt x="24230" y="1091"/>
                    <a:pt x="24027" y="1591"/>
                    <a:pt x="24004" y="2126"/>
                  </a:cubicBezTo>
                  <a:lnTo>
                    <a:pt x="23968" y="2126"/>
                  </a:lnTo>
                  <a:cubicBezTo>
                    <a:pt x="22920" y="2210"/>
                    <a:pt x="21777" y="2734"/>
                    <a:pt x="20849" y="3281"/>
                  </a:cubicBezTo>
                  <a:cubicBezTo>
                    <a:pt x="20789" y="3210"/>
                    <a:pt x="20718" y="3139"/>
                    <a:pt x="20634" y="3079"/>
                  </a:cubicBezTo>
                  <a:cubicBezTo>
                    <a:pt x="20396" y="2877"/>
                    <a:pt x="20110" y="2805"/>
                    <a:pt x="19848" y="2662"/>
                  </a:cubicBezTo>
                  <a:cubicBezTo>
                    <a:pt x="19420" y="2507"/>
                    <a:pt x="19408" y="2210"/>
                    <a:pt x="19836" y="1781"/>
                  </a:cubicBezTo>
                  <a:cubicBezTo>
                    <a:pt x="19979" y="1757"/>
                    <a:pt x="20110" y="1722"/>
                    <a:pt x="20253" y="1686"/>
                  </a:cubicBezTo>
                  <a:cubicBezTo>
                    <a:pt x="21611" y="1364"/>
                    <a:pt x="22956" y="983"/>
                    <a:pt x="24278" y="555"/>
                  </a:cubicBezTo>
                  <a:close/>
                  <a:moveTo>
                    <a:pt x="24004" y="2496"/>
                  </a:moveTo>
                  <a:cubicBezTo>
                    <a:pt x="24016" y="2543"/>
                    <a:pt x="24016" y="2579"/>
                    <a:pt x="24027" y="2638"/>
                  </a:cubicBezTo>
                  <a:cubicBezTo>
                    <a:pt x="24194" y="3567"/>
                    <a:pt x="24563" y="4484"/>
                    <a:pt x="24789" y="5401"/>
                  </a:cubicBezTo>
                  <a:cubicBezTo>
                    <a:pt x="25266" y="7246"/>
                    <a:pt x="25587" y="9115"/>
                    <a:pt x="25897" y="10997"/>
                  </a:cubicBezTo>
                  <a:cubicBezTo>
                    <a:pt x="25087" y="11211"/>
                    <a:pt x="24278" y="11437"/>
                    <a:pt x="23480" y="11663"/>
                  </a:cubicBezTo>
                  <a:cubicBezTo>
                    <a:pt x="23254" y="10413"/>
                    <a:pt x="22658" y="9199"/>
                    <a:pt x="22289" y="7984"/>
                  </a:cubicBezTo>
                  <a:cubicBezTo>
                    <a:pt x="21896" y="6698"/>
                    <a:pt x="21718" y="5317"/>
                    <a:pt x="21265" y="4055"/>
                  </a:cubicBezTo>
                  <a:cubicBezTo>
                    <a:pt x="21194" y="3841"/>
                    <a:pt x="21087" y="3627"/>
                    <a:pt x="20968" y="3448"/>
                  </a:cubicBezTo>
                  <a:cubicBezTo>
                    <a:pt x="21980" y="3222"/>
                    <a:pt x="23123" y="2972"/>
                    <a:pt x="24004" y="2496"/>
                  </a:cubicBezTo>
                  <a:close/>
                  <a:moveTo>
                    <a:pt x="28151" y="11023"/>
                  </a:moveTo>
                  <a:cubicBezTo>
                    <a:pt x="28223" y="11023"/>
                    <a:pt x="28283" y="11033"/>
                    <a:pt x="28326" y="11056"/>
                  </a:cubicBezTo>
                  <a:cubicBezTo>
                    <a:pt x="28492" y="11151"/>
                    <a:pt x="28647" y="12175"/>
                    <a:pt x="28695" y="12402"/>
                  </a:cubicBezTo>
                  <a:lnTo>
                    <a:pt x="29052" y="13652"/>
                  </a:lnTo>
                  <a:cubicBezTo>
                    <a:pt x="26564" y="14223"/>
                    <a:pt x="24111" y="14902"/>
                    <a:pt x="21694" y="15676"/>
                  </a:cubicBezTo>
                  <a:cubicBezTo>
                    <a:pt x="21360" y="14807"/>
                    <a:pt x="20979" y="13949"/>
                    <a:pt x="20563" y="13116"/>
                  </a:cubicBezTo>
                  <a:cubicBezTo>
                    <a:pt x="22206" y="12533"/>
                    <a:pt x="23932" y="12128"/>
                    <a:pt x="25623" y="11675"/>
                  </a:cubicBezTo>
                  <a:cubicBezTo>
                    <a:pt x="26052" y="11568"/>
                    <a:pt x="26456" y="11461"/>
                    <a:pt x="26873" y="11342"/>
                  </a:cubicBezTo>
                  <a:cubicBezTo>
                    <a:pt x="27122" y="11282"/>
                    <a:pt x="27787" y="11023"/>
                    <a:pt x="28151" y="11023"/>
                  </a:cubicBezTo>
                  <a:close/>
                  <a:moveTo>
                    <a:pt x="31183" y="13878"/>
                  </a:moveTo>
                  <a:cubicBezTo>
                    <a:pt x="31898" y="17426"/>
                    <a:pt x="32648" y="20950"/>
                    <a:pt x="33422" y="24486"/>
                  </a:cubicBezTo>
                  <a:cubicBezTo>
                    <a:pt x="33957" y="26975"/>
                    <a:pt x="34553" y="29451"/>
                    <a:pt x="35124" y="31928"/>
                  </a:cubicBezTo>
                  <a:cubicBezTo>
                    <a:pt x="34231" y="31999"/>
                    <a:pt x="33350" y="32309"/>
                    <a:pt x="32505" y="32595"/>
                  </a:cubicBezTo>
                  <a:cubicBezTo>
                    <a:pt x="31564" y="32904"/>
                    <a:pt x="30635" y="33249"/>
                    <a:pt x="29707" y="33630"/>
                  </a:cubicBezTo>
                  <a:cubicBezTo>
                    <a:pt x="28183" y="34249"/>
                    <a:pt x="26528" y="34928"/>
                    <a:pt x="25135" y="35857"/>
                  </a:cubicBezTo>
                  <a:cubicBezTo>
                    <a:pt x="26635" y="34095"/>
                    <a:pt x="28361" y="32547"/>
                    <a:pt x="30278" y="31261"/>
                  </a:cubicBezTo>
                  <a:cubicBezTo>
                    <a:pt x="30433" y="31166"/>
                    <a:pt x="30504" y="30999"/>
                    <a:pt x="30457" y="30832"/>
                  </a:cubicBezTo>
                  <a:cubicBezTo>
                    <a:pt x="29278" y="27915"/>
                    <a:pt x="28111" y="24998"/>
                    <a:pt x="26956" y="22069"/>
                  </a:cubicBezTo>
                  <a:cubicBezTo>
                    <a:pt x="26907" y="21940"/>
                    <a:pt x="26765" y="21802"/>
                    <a:pt x="26609" y="21802"/>
                  </a:cubicBezTo>
                  <a:cubicBezTo>
                    <a:pt x="26578" y="21802"/>
                    <a:pt x="26547" y="21808"/>
                    <a:pt x="26516" y="21819"/>
                  </a:cubicBezTo>
                  <a:cubicBezTo>
                    <a:pt x="24778" y="22558"/>
                    <a:pt x="23087" y="23415"/>
                    <a:pt x="21468" y="24379"/>
                  </a:cubicBezTo>
                  <a:cubicBezTo>
                    <a:pt x="21158" y="22820"/>
                    <a:pt x="20765" y="21284"/>
                    <a:pt x="20360" y="19748"/>
                  </a:cubicBezTo>
                  <a:cubicBezTo>
                    <a:pt x="20265" y="19367"/>
                    <a:pt x="20170" y="18986"/>
                    <a:pt x="20063" y="18605"/>
                  </a:cubicBezTo>
                  <a:cubicBezTo>
                    <a:pt x="19944" y="18152"/>
                    <a:pt x="19682" y="17628"/>
                    <a:pt x="19896" y="17212"/>
                  </a:cubicBezTo>
                  <a:cubicBezTo>
                    <a:pt x="20206" y="16640"/>
                    <a:pt x="21563" y="16426"/>
                    <a:pt x="22182" y="16223"/>
                  </a:cubicBezTo>
                  <a:cubicBezTo>
                    <a:pt x="25135" y="15259"/>
                    <a:pt x="28135" y="14485"/>
                    <a:pt x="31183" y="13878"/>
                  </a:cubicBezTo>
                  <a:close/>
                  <a:moveTo>
                    <a:pt x="35148" y="32059"/>
                  </a:moveTo>
                  <a:cubicBezTo>
                    <a:pt x="35207" y="32309"/>
                    <a:pt x="35267" y="32559"/>
                    <a:pt x="35315" y="32809"/>
                  </a:cubicBezTo>
                  <a:cubicBezTo>
                    <a:pt x="33493" y="33404"/>
                    <a:pt x="31683" y="34011"/>
                    <a:pt x="29897" y="34714"/>
                  </a:cubicBezTo>
                  <a:cubicBezTo>
                    <a:pt x="28302" y="35357"/>
                    <a:pt x="26635" y="36024"/>
                    <a:pt x="25135" y="36905"/>
                  </a:cubicBezTo>
                  <a:cubicBezTo>
                    <a:pt x="25051" y="36678"/>
                    <a:pt x="24968" y="36440"/>
                    <a:pt x="24897" y="36202"/>
                  </a:cubicBezTo>
                  <a:cubicBezTo>
                    <a:pt x="26587" y="35488"/>
                    <a:pt x="28195" y="34559"/>
                    <a:pt x="29921" y="33868"/>
                  </a:cubicBezTo>
                  <a:cubicBezTo>
                    <a:pt x="30790" y="33511"/>
                    <a:pt x="31695" y="33190"/>
                    <a:pt x="32600" y="32904"/>
                  </a:cubicBezTo>
                  <a:cubicBezTo>
                    <a:pt x="33445" y="32630"/>
                    <a:pt x="34338" y="32440"/>
                    <a:pt x="35148" y="32059"/>
                  </a:cubicBezTo>
                  <a:close/>
                  <a:moveTo>
                    <a:pt x="35374" y="33071"/>
                  </a:moveTo>
                  <a:cubicBezTo>
                    <a:pt x="35517" y="33726"/>
                    <a:pt x="35660" y="34380"/>
                    <a:pt x="35803" y="35035"/>
                  </a:cubicBezTo>
                  <a:cubicBezTo>
                    <a:pt x="32469" y="36250"/>
                    <a:pt x="29171" y="37512"/>
                    <a:pt x="25813" y="38643"/>
                  </a:cubicBezTo>
                  <a:cubicBezTo>
                    <a:pt x="25611" y="38155"/>
                    <a:pt x="25409" y="37655"/>
                    <a:pt x="25218" y="37143"/>
                  </a:cubicBezTo>
                  <a:cubicBezTo>
                    <a:pt x="26885" y="36512"/>
                    <a:pt x="28492" y="35726"/>
                    <a:pt x="30135" y="35047"/>
                  </a:cubicBezTo>
                  <a:cubicBezTo>
                    <a:pt x="31862" y="34333"/>
                    <a:pt x="33600" y="33666"/>
                    <a:pt x="35374" y="33071"/>
                  </a:cubicBezTo>
                  <a:close/>
                  <a:moveTo>
                    <a:pt x="34684" y="36262"/>
                  </a:moveTo>
                  <a:cubicBezTo>
                    <a:pt x="34946" y="36726"/>
                    <a:pt x="35255" y="37167"/>
                    <a:pt x="35577" y="37595"/>
                  </a:cubicBezTo>
                  <a:lnTo>
                    <a:pt x="35910" y="38059"/>
                  </a:lnTo>
                  <a:cubicBezTo>
                    <a:pt x="35148" y="38369"/>
                    <a:pt x="34398" y="38726"/>
                    <a:pt x="33660" y="39107"/>
                  </a:cubicBezTo>
                  <a:cubicBezTo>
                    <a:pt x="33576" y="38952"/>
                    <a:pt x="33505" y="38810"/>
                    <a:pt x="33445" y="38691"/>
                  </a:cubicBezTo>
                  <a:cubicBezTo>
                    <a:pt x="33410" y="38643"/>
                    <a:pt x="33374" y="38595"/>
                    <a:pt x="33350" y="38536"/>
                  </a:cubicBezTo>
                  <a:cubicBezTo>
                    <a:pt x="34076" y="38250"/>
                    <a:pt x="34826" y="38048"/>
                    <a:pt x="35541" y="37726"/>
                  </a:cubicBezTo>
                  <a:cubicBezTo>
                    <a:pt x="35577" y="37690"/>
                    <a:pt x="35588" y="37643"/>
                    <a:pt x="35565" y="37607"/>
                  </a:cubicBezTo>
                  <a:cubicBezTo>
                    <a:pt x="35541" y="37595"/>
                    <a:pt x="35529" y="37583"/>
                    <a:pt x="35505" y="37583"/>
                  </a:cubicBezTo>
                  <a:cubicBezTo>
                    <a:pt x="34719" y="37690"/>
                    <a:pt x="33981" y="38071"/>
                    <a:pt x="33314" y="38488"/>
                  </a:cubicBezTo>
                  <a:cubicBezTo>
                    <a:pt x="33041" y="38024"/>
                    <a:pt x="32767" y="37548"/>
                    <a:pt x="32457" y="37107"/>
                  </a:cubicBezTo>
                  <a:cubicBezTo>
                    <a:pt x="33207" y="36833"/>
                    <a:pt x="33945" y="36547"/>
                    <a:pt x="34684" y="36262"/>
                  </a:cubicBezTo>
                  <a:close/>
                  <a:moveTo>
                    <a:pt x="36041" y="38214"/>
                  </a:moveTo>
                  <a:cubicBezTo>
                    <a:pt x="36208" y="38417"/>
                    <a:pt x="36600" y="38821"/>
                    <a:pt x="36565" y="38952"/>
                  </a:cubicBezTo>
                  <a:cubicBezTo>
                    <a:pt x="36529" y="39119"/>
                    <a:pt x="35469" y="39476"/>
                    <a:pt x="35267" y="39572"/>
                  </a:cubicBezTo>
                  <a:cubicBezTo>
                    <a:pt x="35029" y="39667"/>
                    <a:pt x="34791" y="39774"/>
                    <a:pt x="34553" y="39869"/>
                  </a:cubicBezTo>
                  <a:cubicBezTo>
                    <a:pt x="34342" y="39947"/>
                    <a:pt x="34292" y="39983"/>
                    <a:pt x="34273" y="39983"/>
                  </a:cubicBezTo>
                  <a:cubicBezTo>
                    <a:pt x="34253" y="39983"/>
                    <a:pt x="34275" y="39935"/>
                    <a:pt x="34148" y="39845"/>
                  </a:cubicBezTo>
                  <a:cubicBezTo>
                    <a:pt x="33969" y="39714"/>
                    <a:pt x="33826" y="39441"/>
                    <a:pt x="33683" y="39167"/>
                  </a:cubicBezTo>
                  <a:cubicBezTo>
                    <a:pt x="34457" y="38833"/>
                    <a:pt x="35255" y="38536"/>
                    <a:pt x="36041" y="38214"/>
                  </a:cubicBezTo>
                  <a:close/>
                  <a:moveTo>
                    <a:pt x="31386" y="37500"/>
                  </a:moveTo>
                  <a:cubicBezTo>
                    <a:pt x="31659" y="37940"/>
                    <a:pt x="31898" y="38393"/>
                    <a:pt x="32112" y="38869"/>
                  </a:cubicBezTo>
                  <a:cubicBezTo>
                    <a:pt x="32136" y="38929"/>
                    <a:pt x="32171" y="38988"/>
                    <a:pt x="32195" y="39060"/>
                  </a:cubicBezTo>
                  <a:cubicBezTo>
                    <a:pt x="32183" y="39048"/>
                    <a:pt x="32159" y="39048"/>
                    <a:pt x="32136" y="39048"/>
                  </a:cubicBezTo>
                  <a:cubicBezTo>
                    <a:pt x="31016" y="39179"/>
                    <a:pt x="29945" y="39536"/>
                    <a:pt x="28980" y="40095"/>
                  </a:cubicBezTo>
                  <a:cubicBezTo>
                    <a:pt x="28921" y="39524"/>
                    <a:pt x="28885" y="38941"/>
                    <a:pt x="28861" y="38369"/>
                  </a:cubicBezTo>
                  <a:cubicBezTo>
                    <a:pt x="29707" y="38095"/>
                    <a:pt x="30552" y="37798"/>
                    <a:pt x="31386" y="37500"/>
                  </a:cubicBezTo>
                  <a:close/>
                  <a:moveTo>
                    <a:pt x="32231" y="39167"/>
                  </a:moveTo>
                  <a:cubicBezTo>
                    <a:pt x="32302" y="39345"/>
                    <a:pt x="32362" y="39524"/>
                    <a:pt x="32433" y="39703"/>
                  </a:cubicBezTo>
                  <a:cubicBezTo>
                    <a:pt x="31278" y="39988"/>
                    <a:pt x="30135" y="40357"/>
                    <a:pt x="29028" y="40798"/>
                  </a:cubicBezTo>
                  <a:cubicBezTo>
                    <a:pt x="29016" y="40619"/>
                    <a:pt x="28992" y="40417"/>
                    <a:pt x="28980" y="40215"/>
                  </a:cubicBezTo>
                  <a:cubicBezTo>
                    <a:pt x="29504" y="40084"/>
                    <a:pt x="30004" y="39881"/>
                    <a:pt x="30516" y="39726"/>
                  </a:cubicBezTo>
                  <a:cubicBezTo>
                    <a:pt x="31064" y="39560"/>
                    <a:pt x="31636" y="39464"/>
                    <a:pt x="32159" y="39262"/>
                  </a:cubicBezTo>
                  <a:cubicBezTo>
                    <a:pt x="32195" y="39238"/>
                    <a:pt x="32231" y="39214"/>
                    <a:pt x="32231" y="39167"/>
                  </a:cubicBezTo>
                  <a:close/>
                  <a:moveTo>
                    <a:pt x="32505" y="39929"/>
                  </a:moveTo>
                  <a:cubicBezTo>
                    <a:pt x="32517" y="39941"/>
                    <a:pt x="32529" y="39964"/>
                    <a:pt x="32529" y="40000"/>
                  </a:cubicBezTo>
                  <a:cubicBezTo>
                    <a:pt x="32600" y="40191"/>
                    <a:pt x="32826" y="40655"/>
                    <a:pt x="32779" y="40857"/>
                  </a:cubicBezTo>
                  <a:cubicBezTo>
                    <a:pt x="32843" y="40987"/>
                    <a:pt x="32807" y="41052"/>
                    <a:pt x="32671" y="41052"/>
                  </a:cubicBezTo>
                  <a:cubicBezTo>
                    <a:pt x="32631" y="41052"/>
                    <a:pt x="32584" y="41047"/>
                    <a:pt x="32529" y="41036"/>
                  </a:cubicBezTo>
                  <a:cubicBezTo>
                    <a:pt x="32338" y="41096"/>
                    <a:pt x="32148" y="41143"/>
                    <a:pt x="31957" y="41191"/>
                  </a:cubicBezTo>
                  <a:cubicBezTo>
                    <a:pt x="31624" y="41286"/>
                    <a:pt x="31278" y="41369"/>
                    <a:pt x="30945" y="41465"/>
                  </a:cubicBezTo>
                  <a:cubicBezTo>
                    <a:pt x="30350" y="41631"/>
                    <a:pt x="29731" y="41798"/>
                    <a:pt x="29135" y="41965"/>
                  </a:cubicBezTo>
                  <a:cubicBezTo>
                    <a:pt x="29100" y="41619"/>
                    <a:pt x="29076" y="41274"/>
                    <a:pt x="29040" y="40917"/>
                  </a:cubicBezTo>
                  <a:lnTo>
                    <a:pt x="29052" y="40917"/>
                  </a:lnTo>
                  <a:cubicBezTo>
                    <a:pt x="30219" y="40667"/>
                    <a:pt x="31374" y="40334"/>
                    <a:pt x="32493" y="39929"/>
                  </a:cubicBezTo>
                  <a:close/>
                  <a:moveTo>
                    <a:pt x="37613" y="43763"/>
                  </a:moveTo>
                  <a:cubicBezTo>
                    <a:pt x="37696" y="44036"/>
                    <a:pt x="37732" y="44322"/>
                    <a:pt x="37720" y="44620"/>
                  </a:cubicBezTo>
                  <a:cubicBezTo>
                    <a:pt x="34743" y="45310"/>
                    <a:pt x="31778" y="46013"/>
                    <a:pt x="28826" y="46751"/>
                  </a:cubicBezTo>
                  <a:cubicBezTo>
                    <a:pt x="28802" y="46644"/>
                    <a:pt x="28778" y="46549"/>
                    <a:pt x="28766" y="46430"/>
                  </a:cubicBezTo>
                  <a:cubicBezTo>
                    <a:pt x="28707" y="46108"/>
                    <a:pt x="28635" y="46001"/>
                    <a:pt x="28861" y="45822"/>
                  </a:cubicBezTo>
                  <a:cubicBezTo>
                    <a:pt x="29123" y="45608"/>
                    <a:pt x="29802" y="45548"/>
                    <a:pt x="30135" y="45453"/>
                  </a:cubicBezTo>
                  <a:cubicBezTo>
                    <a:pt x="30981" y="45227"/>
                    <a:pt x="31826" y="45013"/>
                    <a:pt x="32683" y="44798"/>
                  </a:cubicBezTo>
                  <a:cubicBezTo>
                    <a:pt x="34326" y="44405"/>
                    <a:pt x="35969" y="44060"/>
                    <a:pt x="37613" y="43763"/>
                  </a:cubicBezTo>
                  <a:close/>
                  <a:moveTo>
                    <a:pt x="40480" y="44724"/>
                  </a:moveTo>
                  <a:cubicBezTo>
                    <a:pt x="40733" y="44724"/>
                    <a:pt x="40988" y="44780"/>
                    <a:pt x="41101" y="44977"/>
                  </a:cubicBezTo>
                  <a:cubicBezTo>
                    <a:pt x="41220" y="45191"/>
                    <a:pt x="41018" y="45572"/>
                    <a:pt x="40887" y="45715"/>
                  </a:cubicBezTo>
                  <a:cubicBezTo>
                    <a:pt x="40696" y="45906"/>
                    <a:pt x="40458" y="46037"/>
                    <a:pt x="40184" y="46108"/>
                  </a:cubicBezTo>
                  <a:cubicBezTo>
                    <a:pt x="38898" y="46525"/>
                    <a:pt x="37505" y="46763"/>
                    <a:pt x="36172" y="47072"/>
                  </a:cubicBezTo>
                  <a:cubicBezTo>
                    <a:pt x="34791" y="47406"/>
                    <a:pt x="33398" y="47727"/>
                    <a:pt x="32017" y="48061"/>
                  </a:cubicBezTo>
                  <a:cubicBezTo>
                    <a:pt x="30564" y="48394"/>
                    <a:pt x="29135" y="48727"/>
                    <a:pt x="27695" y="49037"/>
                  </a:cubicBezTo>
                  <a:cubicBezTo>
                    <a:pt x="27349" y="49108"/>
                    <a:pt x="26992" y="49192"/>
                    <a:pt x="26647" y="49239"/>
                  </a:cubicBezTo>
                  <a:cubicBezTo>
                    <a:pt x="26552" y="49249"/>
                    <a:pt x="26426" y="49258"/>
                    <a:pt x="26289" y="49258"/>
                  </a:cubicBezTo>
                  <a:cubicBezTo>
                    <a:pt x="25908" y="49258"/>
                    <a:pt x="25449" y="49185"/>
                    <a:pt x="25397" y="48835"/>
                  </a:cubicBezTo>
                  <a:cubicBezTo>
                    <a:pt x="25337" y="48573"/>
                    <a:pt x="25754" y="48120"/>
                    <a:pt x="25944" y="48037"/>
                  </a:cubicBezTo>
                  <a:cubicBezTo>
                    <a:pt x="26063" y="48001"/>
                    <a:pt x="26171" y="47965"/>
                    <a:pt x="26290" y="47954"/>
                  </a:cubicBezTo>
                  <a:cubicBezTo>
                    <a:pt x="26683" y="47858"/>
                    <a:pt x="27064" y="47775"/>
                    <a:pt x="27445" y="47692"/>
                  </a:cubicBezTo>
                  <a:cubicBezTo>
                    <a:pt x="30647" y="46965"/>
                    <a:pt x="33874" y="46263"/>
                    <a:pt x="37065" y="45477"/>
                  </a:cubicBezTo>
                  <a:cubicBezTo>
                    <a:pt x="37101" y="45477"/>
                    <a:pt x="37136" y="45441"/>
                    <a:pt x="37136" y="45394"/>
                  </a:cubicBezTo>
                  <a:cubicBezTo>
                    <a:pt x="37458" y="45322"/>
                    <a:pt x="37767" y="45251"/>
                    <a:pt x="38089" y="45179"/>
                  </a:cubicBezTo>
                  <a:cubicBezTo>
                    <a:pt x="38720" y="45048"/>
                    <a:pt x="39363" y="44870"/>
                    <a:pt x="40006" y="44775"/>
                  </a:cubicBezTo>
                  <a:cubicBezTo>
                    <a:pt x="40132" y="44750"/>
                    <a:pt x="40306" y="44724"/>
                    <a:pt x="40480" y="44724"/>
                  </a:cubicBezTo>
                  <a:close/>
                  <a:moveTo>
                    <a:pt x="37493" y="47418"/>
                  </a:moveTo>
                  <a:lnTo>
                    <a:pt x="37517" y="47501"/>
                  </a:lnTo>
                  <a:cubicBezTo>
                    <a:pt x="37994" y="48823"/>
                    <a:pt x="34350" y="49156"/>
                    <a:pt x="33493" y="49299"/>
                  </a:cubicBezTo>
                  <a:cubicBezTo>
                    <a:pt x="32743" y="49418"/>
                    <a:pt x="32005" y="49525"/>
                    <a:pt x="31255" y="49597"/>
                  </a:cubicBezTo>
                  <a:cubicBezTo>
                    <a:pt x="30905" y="49631"/>
                    <a:pt x="30486" y="49704"/>
                    <a:pt x="30086" y="49704"/>
                  </a:cubicBezTo>
                  <a:cubicBezTo>
                    <a:pt x="29655" y="49704"/>
                    <a:pt x="29246" y="49619"/>
                    <a:pt x="28969" y="49311"/>
                  </a:cubicBezTo>
                  <a:cubicBezTo>
                    <a:pt x="29171" y="49263"/>
                    <a:pt x="29361" y="49216"/>
                    <a:pt x="29564" y="49168"/>
                  </a:cubicBezTo>
                  <a:cubicBezTo>
                    <a:pt x="31374" y="48739"/>
                    <a:pt x="33195" y="48335"/>
                    <a:pt x="35017" y="47930"/>
                  </a:cubicBezTo>
                  <a:cubicBezTo>
                    <a:pt x="35838" y="47739"/>
                    <a:pt x="36660" y="47584"/>
                    <a:pt x="37493" y="47418"/>
                  </a:cubicBezTo>
                  <a:close/>
                  <a:moveTo>
                    <a:pt x="36243" y="49275"/>
                  </a:moveTo>
                  <a:cubicBezTo>
                    <a:pt x="36327" y="50228"/>
                    <a:pt x="36648" y="51180"/>
                    <a:pt x="36755" y="52121"/>
                  </a:cubicBezTo>
                  <a:cubicBezTo>
                    <a:pt x="36874" y="53228"/>
                    <a:pt x="36898" y="54347"/>
                    <a:pt x="36851" y="55466"/>
                  </a:cubicBezTo>
                  <a:cubicBezTo>
                    <a:pt x="35493" y="55585"/>
                    <a:pt x="34124" y="55681"/>
                    <a:pt x="32767" y="55764"/>
                  </a:cubicBezTo>
                  <a:cubicBezTo>
                    <a:pt x="32219" y="55800"/>
                    <a:pt x="31671" y="55835"/>
                    <a:pt x="31112" y="55859"/>
                  </a:cubicBezTo>
                  <a:cubicBezTo>
                    <a:pt x="31600" y="55121"/>
                    <a:pt x="31707" y="54014"/>
                    <a:pt x="31802" y="53180"/>
                  </a:cubicBezTo>
                  <a:cubicBezTo>
                    <a:pt x="31909" y="52252"/>
                    <a:pt x="31993" y="51002"/>
                    <a:pt x="31564" y="50120"/>
                  </a:cubicBezTo>
                  <a:cubicBezTo>
                    <a:pt x="32255" y="50025"/>
                    <a:pt x="32957" y="49906"/>
                    <a:pt x="33624" y="49787"/>
                  </a:cubicBezTo>
                  <a:cubicBezTo>
                    <a:pt x="34505" y="49668"/>
                    <a:pt x="35386" y="49489"/>
                    <a:pt x="36243" y="49275"/>
                  </a:cubicBezTo>
                  <a:close/>
                  <a:moveTo>
                    <a:pt x="40298" y="55856"/>
                  </a:moveTo>
                  <a:cubicBezTo>
                    <a:pt x="40582" y="55856"/>
                    <a:pt x="40845" y="55924"/>
                    <a:pt x="40982" y="56169"/>
                  </a:cubicBezTo>
                  <a:cubicBezTo>
                    <a:pt x="41149" y="56478"/>
                    <a:pt x="41149" y="57014"/>
                    <a:pt x="41208" y="57348"/>
                  </a:cubicBezTo>
                  <a:cubicBezTo>
                    <a:pt x="41292" y="57848"/>
                    <a:pt x="41363" y="58336"/>
                    <a:pt x="41399" y="58836"/>
                  </a:cubicBezTo>
                  <a:cubicBezTo>
                    <a:pt x="41494" y="59800"/>
                    <a:pt x="41530" y="60765"/>
                    <a:pt x="41494" y="61741"/>
                  </a:cubicBezTo>
                  <a:cubicBezTo>
                    <a:pt x="41482" y="62062"/>
                    <a:pt x="41530" y="62503"/>
                    <a:pt x="41411" y="62801"/>
                  </a:cubicBezTo>
                  <a:cubicBezTo>
                    <a:pt x="41208" y="63301"/>
                    <a:pt x="40696" y="63324"/>
                    <a:pt x="40244" y="63384"/>
                  </a:cubicBezTo>
                  <a:cubicBezTo>
                    <a:pt x="39327" y="63515"/>
                    <a:pt x="38410" y="63610"/>
                    <a:pt x="37482" y="63682"/>
                  </a:cubicBezTo>
                  <a:cubicBezTo>
                    <a:pt x="34799" y="63906"/>
                    <a:pt x="32110" y="63961"/>
                    <a:pt x="29424" y="63961"/>
                  </a:cubicBezTo>
                  <a:cubicBezTo>
                    <a:pt x="28402" y="63961"/>
                    <a:pt x="27381" y="63953"/>
                    <a:pt x="26361" y="63944"/>
                  </a:cubicBezTo>
                  <a:cubicBezTo>
                    <a:pt x="25184" y="63931"/>
                    <a:pt x="24003" y="63918"/>
                    <a:pt x="22822" y="63918"/>
                  </a:cubicBezTo>
                  <a:cubicBezTo>
                    <a:pt x="21794" y="63918"/>
                    <a:pt x="20767" y="63928"/>
                    <a:pt x="19741" y="63956"/>
                  </a:cubicBezTo>
                  <a:cubicBezTo>
                    <a:pt x="19586" y="61419"/>
                    <a:pt x="19420" y="58895"/>
                    <a:pt x="19277" y="56347"/>
                  </a:cubicBezTo>
                  <a:lnTo>
                    <a:pt x="19277" y="56347"/>
                  </a:lnTo>
                  <a:cubicBezTo>
                    <a:pt x="21145" y="56559"/>
                    <a:pt x="23048" y="56622"/>
                    <a:pt x="24951" y="56622"/>
                  </a:cubicBezTo>
                  <a:cubicBezTo>
                    <a:pt x="26576" y="56622"/>
                    <a:pt x="28200" y="56576"/>
                    <a:pt x="29802" y="56538"/>
                  </a:cubicBezTo>
                  <a:cubicBezTo>
                    <a:pt x="31624" y="56490"/>
                    <a:pt x="33457" y="56407"/>
                    <a:pt x="35279" y="56288"/>
                  </a:cubicBezTo>
                  <a:cubicBezTo>
                    <a:pt x="36172" y="56228"/>
                    <a:pt x="37053" y="56169"/>
                    <a:pt x="37946" y="56086"/>
                  </a:cubicBezTo>
                  <a:cubicBezTo>
                    <a:pt x="38434" y="56050"/>
                    <a:pt x="38934" y="56002"/>
                    <a:pt x="39422" y="55955"/>
                  </a:cubicBezTo>
                  <a:cubicBezTo>
                    <a:pt x="39652" y="55936"/>
                    <a:pt x="39988" y="55856"/>
                    <a:pt x="40298" y="55856"/>
                  </a:cubicBezTo>
                  <a:close/>
                  <a:moveTo>
                    <a:pt x="26409" y="22641"/>
                  </a:moveTo>
                  <a:cubicBezTo>
                    <a:pt x="27480" y="25356"/>
                    <a:pt x="28564" y="28082"/>
                    <a:pt x="29635" y="30797"/>
                  </a:cubicBezTo>
                  <a:cubicBezTo>
                    <a:pt x="26040" y="33237"/>
                    <a:pt x="23123" y="36547"/>
                    <a:pt x="21170" y="40429"/>
                  </a:cubicBezTo>
                  <a:cubicBezTo>
                    <a:pt x="18932" y="44846"/>
                    <a:pt x="18265" y="49585"/>
                    <a:pt x="18408" y="54490"/>
                  </a:cubicBezTo>
                  <a:cubicBezTo>
                    <a:pt x="18491" y="57538"/>
                    <a:pt x="18717" y="60586"/>
                    <a:pt x="18908" y="63622"/>
                  </a:cubicBezTo>
                  <a:cubicBezTo>
                    <a:pt x="13657" y="64170"/>
                    <a:pt x="8395" y="64420"/>
                    <a:pt x="3120" y="64467"/>
                  </a:cubicBezTo>
                  <a:cubicBezTo>
                    <a:pt x="3168" y="60741"/>
                    <a:pt x="3203" y="57002"/>
                    <a:pt x="3192" y="53276"/>
                  </a:cubicBezTo>
                  <a:cubicBezTo>
                    <a:pt x="4596" y="43441"/>
                    <a:pt x="9597" y="34273"/>
                    <a:pt x="17491" y="27975"/>
                  </a:cubicBezTo>
                  <a:cubicBezTo>
                    <a:pt x="20206" y="25808"/>
                    <a:pt x="23206" y="24010"/>
                    <a:pt x="26409" y="22641"/>
                  </a:cubicBezTo>
                  <a:close/>
                  <a:moveTo>
                    <a:pt x="41936" y="63984"/>
                  </a:moveTo>
                  <a:cubicBezTo>
                    <a:pt x="42329" y="63984"/>
                    <a:pt x="42717" y="64036"/>
                    <a:pt x="43077" y="64182"/>
                  </a:cubicBezTo>
                  <a:cubicBezTo>
                    <a:pt x="43756" y="64444"/>
                    <a:pt x="44494" y="65277"/>
                    <a:pt x="43947" y="66015"/>
                  </a:cubicBezTo>
                  <a:cubicBezTo>
                    <a:pt x="43494" y="66611"/>
                    <a:pt x="42042" y="66456"/>
                    <a:pt x="41363" y="66503"/>
                  </a:cubicBezTo>
                  <a:lnTo>
                    <a:pt x="38684" y="66694"/>
                  </a:lnTo>
                  <a:cubicBezTo>
                    <a:pt x="35255" y="66908"/>
                    <a:pt x="31826" y="67099"/>
                    <a:pt x="28385" y="67230"/>
                  </a:cubicBezTo>
                  <a:cubicBezTo>
                    <a:pt x="22975" y="67458"/>
                    <a:pt x="17557" y="67573"/>
                    <a:pt x="12138" y="67573"/>
                  </a:cubicBezTo>
                  <a:cubicBezTo>
                    <a:pt x="10783" y="67573"/>
                    <a:pt x="9428" y="67565"/>
                    <a:pt x="8073" y="67551"/>
                  </a:cubicBezTo>
                  <a:cubicBezTo>
                    <a:pt x="6180" y="67527"/>
                    <a:pt x="4287" y="67492"/>
                    <a:pt x="2394" y="67444"/>
                  </a:cubicBezTo>
                  <a:cubicBezTo>
                    <a:pt x="2377" y="67444"/>
                    <a:pt x="2360" y="67443"/>
                    <a:pt x="2342" y="67443"/>
                  </a:cubicBezTo>
                  <a:cubicBezTo>
                    <a:pt x="2205" y="67443"/>
                    <a:pt x="2018" y="67456"/>
                    <a:pt x="1823" y="67456"/>
                  </a:cubicBezTo>
                  <a:cubicBezTo>
                    <a:pt x="1434" y="67456"/>
                    <a:pt x="1011" y="67406"/>
                    <a:pt x="882" y="67111"/>
                  </a:cubicBezTo>
                  <a:cubicBezTo>
                    <a:pt x="703" y="66682"/>
                    <a:pt x="1156" y="66099"/>
                    <a:pt x="1441" y="65837"/>
                  </a:cubicBezTo>
                  <a:cubicBezTo>
                    <a:pt x="1858" y="65468"/>
                    <a:pt x="2406" y="65313"/>
                    <a:pt x="2977" y="65241"/>
                  </a:cubicBezTo>
                  <a:cubicBezTo>
                    <a:pt x="3207" y="65243"/>
                    <a:pt x="3437" y="65243"/>
                    <a:pt x="3666" y="65243"/>
                  </a:cubicBezTo>
                  <a:cubicBezTo>
                    <a:pt x="8009" y="65243"/>
                    <a:pt x="12350" y="65031"/>
                    <a:pt x="16681" y="64646"/>
                  </a:cubicBezTo>
                  <a:cubicBezTo>
                    <a:pt x="17389" y="64641"/>
                    <a:pt x="18095" y="64639"/>
                    <a:pt x="18802" y="64639"/>
                  </a:cubicBezTo>
                  <a:cubicBezTo>
                    <a:pt x="21318" y="64639"/>
                    <a:pt x="23830" y="64668"/>
                    <a:pt x="26349" y="64706"/>
                  </a:cubicBezTo>
                  <a:cubicBezTo>
                    <a:pt x="27548" y="64720"/>
                    <a:pt x="28749" y="64731"/>
                    <a:pt x="29949" y="64731"/>
                  </a:cubicBezTo>
                  <a:cubicBezTo>
                    <a:pt x="32849" y="64731"/>
                    <a:pt x="35752" y="64662"/>
                    <a:pt x="38648" y="64384"/>
                  </a:cubicBezTo>
                  <a:cubicBezTo>
                    <a:pt x="39351" y="64325"/>
                    <a:pt x="40327" y="64337"/>
                    <a:pt x="41089" y="64051"/>
                  </a:cubicBezTo>
                  <a:cubicBezTo>
                    <a:pt x="41368" y="64011"/>
                    <a:pt x="41653" y="63984"/>
                    <a:pt x="41936" y="63984"/>
                  </a:cubicBezTo>
                  <a:close/>
                  <a:moveTo>
                    <a:pt x="24516" y="0"/>
                  </a:moveTo>
                  <a:cubicBezTo>
                    <a:pt x="24496" y="0"/>
                    <a:pt x="24476" y="3"/>
                    <a:pt x="24456" y="7"/>
                  </a:cubicBezTo>
                  <a:cubicBezTo>
                    <a:pt x="23635" y="281"/>
                    <a:pt x="22801" y="543"/>
                    <a:pt x="21968" y="781"/>
                  </a:cubicBezTo>
                  <a:cubicBezTo>
                    <a:pt x="21158" y="1007"/>
                    <a:pt x="20301" y="1150"/>
                    <a:pt x="19503" y="1412"/>
                  </a:cubicBezTo>
                  <a:cubicBezTo>
                    <a:pt x="18455" y="1769"/>
                    <a:pt x="18896" y="2817"/>
                    <a:pt x="19646" y="3234"/>
                  </a:cubicBezTo>
                  <a:cubicBezTo>
                    <a:pt x="20015" y="3436"/>
                    <a:pt x="20396" y="3591"/>
                    <a:pt x="20598" y="3996"/>
                  </a:cubicBezTo>
                  <a:cubicBezTo>
                    <a:pt x="20777" y="4317"/>
                    <a:pt x="20825" y="4722"/>
                    <a:pt x="20908" y="5079"/>
                  </a:cubicBezTo>
                  <a:cubicBezTo>
                    <a:pt x="21075" y="5889"/>
                    <a:pt x="21277" y="6698"/>
                    <a:pt x="21503" y="7496"/>
                  </a:cubicBezTo>
                  <a:cubicBezTo>
                    <a:pt x="21896" y="8889"/>
                    <a:pt x="22289" y="10532"/>
                    <a:pt x="23123" y="11771"/>
                  </a:cubicBezTo>
                  <a:cubicBezTo>
                    <a:pt x="22087" y="12068"/>
                    <a:pt x="21051" y="12354"/>
                    <a:pt x="20003" y="12604"/>
                  </a:cubicBezTo>
                  <a:cubicBezTo>
                    <a:pt x="19825" y="12652"/>
                    <a:pt x="19717" y="12842"/>
                    <a:pt x="19765" y="13021"/>
                  </a:cubicBezTo>
                  <a:cubicBezTo>
                    <a:pt x="20051" y="13985"/>
                    <a:pt x="20622" y="15069"/>
                    <a:pt x="21372" y="15795"/>
                  </a:cubicBezTo>
                  <a:cubicBezTo>
                    <a:pt x="21087" y="15878"/>
                    <a:pt x="20801" y="15973"/>
                    <a:pt x="20527" y="16057"/>
                  </a:cubicBezTo>
                  <a:cubicBezTo>
                    <a:pt x="20051" y="16223"/>
                    <a:pt x="19301" y="16331"/>
                    <a:pt x="19063" y="16854"/>
                  </a:cubicBezTo>
                  <a:cubicBezTo>
                    <a:pt x="18765" y="17486"/>
                    <a:pt x="19253" y="18474"/>
                    <a:pt x="19432" y="19081"/>
                  </a:cubicBezTo>
                  <a:cubicBezTo>
                    <a:pt x="19944" y="20938"/>
                    <a:pt x="20456" y="22796"/>
                    <a:pt x="21087" y="24617"/>
                  </a:cubicBezTo>
                  <a:cubicBezTo>
                    <a:pt x="11728" y="30392"/>
                    <a:pt x="4930" y="39953"/>
                    <a:pt x="2942" y="50918"/>
                  </a:cubicBezTo>
                  <a:cubicBezTo>
                    <a:pt x="2358" y="54157"/>
                    <a:pt x="2203" y="57455"/>
                    <a:pt x="2465" y="60729"/>
                  </a:cubicBezTo>
                  <a:cubicBezTo>
                    <a:pt x="2430" y="62098"/>
                    <a:pt x="2382" y="63455"/>
                    <a:pt x="2346" y="64813"/>
                  </a:cubicBezTo>
                  <a:cubicBezTo>
                    <a:pt x="1537" y="64920"/>
                    <a:pt x="798" y="65265"/>
                    <a:pt x="370" y="66051"/>
                  </a:cubicBezTo>
                  <a:cubicBezTo>
                    <a:pt x="108" y="66539"/>
                    <a:pt x="1" y="67277"/>
                    <a:pt x="394" y="67730"/>
                  </a:cubicBezTo>
                  <a:cubicBezTo>
                    <a:pt x="636" y="68054"/>
                    <a:pt x="1055" y="68121"/>
                    <a:pt x="1485" y="68121"/>
                  </a:cubicBezTo>
                  <a:cubicBezTo>
                    <a:pt x="1794" y="68121"/>
                    <a:pt x="2108" y="68087"/>
                    <a:pt x="2368" y="68087"/>
                  </a:cubicBezTo>
                  <a:cubicBezTo>
                    <a:pt x="2385" y="68087"/>
                    <a:pt x="2401" y="68087"/>
                    <a:pt x="2418" y="68087"/>
                  </a:cubicBezTo>
                  <a:cubicBezTo>
                    <a:pt x="5296" y="68142"/>
                    <a:pt x="8179" y="68171"/>
                    <a:pt x="11060" y="68171"/>
                  </a:cubicBezTo>
                  <a:cubicBezTo>
                    <a:pt x="12566" y="68171"/>
                    <a:pt x="14071" y="68163"/>
                    <a:pt x="15574" y="68147"/>
                  </a:cubicBezTo>
                  <a:cubicBezTo>
                    <a:pt x="24337" y="68051"/>
                    <a:pt x="33088" y="67777"/>
                    <a:pt x="41839" y="67194"/>
                  </a:cubicBezTo>
                  <a:cubicBezTo>
                    <a:pt x="42649" y="67134"/>
                    <a:pt x="43828" y="67254"/>
                    <a:pt x="44447" y="66599"/>
                  </a:cubicBezTo>
                  <a:cubicBezTo>
                    <a:pt x="44875" y="66111"/>
                    <a:pt x="45006" y="65420"/>
                    <a:pt x="44792" y="64813"/>
                  </a:cubicBezTo>
                  <a:cubicBezTo>
                    <a:pt x="44401" y="63683"/>
                    <a:pt x="43366" y="63376"/>
                    <a:pt x="42310" y="63376"/>
                  </a:cubicBezTo>
                  <a:cubicBezTo>
                    <a:pt x="42209" y="63376"/>
                    <a:pt x="42107" y="63379"/>
                    <a:pt x="42006" y="63384"/>
                  </a:cubicBezTo>
                  <a:cubicBezTo>
                    <a:pt x="42113" y="63205"/>
                    <a:pt x="42196" y="63015"/>
                    <a:pt x="42232" y="62813"/>
                  </a:cubicBezTo>
                  <a:cubicBezTo>
                    <a:pt x="42387" y="61955"/>
                    <a:pt x="42327" y="60991"/>
                    <a:pt x="42292" y="60134"/>
                  </a:cubicBezTo>
                  <a:cubicBezTo>
                    <a:pt x="42244" y="59181"/>
                    <a:pt x="42149" y="58229"/>
                    <a:pt x="41994" y="57276"/>
                  </a:cubicBezTo>
                  <a:cubicBezTo>
                    <a:pt x="41899" y="56681"/>
                    <a:pt x="41875" y="55728"/>
                    <a:pt x="41339" y="55312"/>
                  </a:cubicBezTo>
                  <a:cubicBezTo>
                    <a:pt x="41109" y="55132"/>
                    <a:pt x="40805" y="55073"/>
                    <a:pt x="40481" y="55073"/>
                  </a:cubicBezTo>
                  <a:cubicBezTo>
                    <a:pt x="39968" y="55073"/>
                    <a:pt x="39402" y="55220"/>
                    <a:pt x="38994" y="55264"/>
                  </a:cubicBezTo>
                  <a:cubicBezTo>
                    <a:pt x="38494" y="55312"/>
                    <a:pt x="38005" y="55359"/>
                    <a:pt x="37505" y="55395"/>
                  </a:cubicBezTo>
                  <a:cubicBezTo>
                    <a:pt x="37541" y="54276"/>
                    <a:pt x="37470" y="53145"/>
                    <a:pt x="37303" y="52025"/>
                  </a:cubicBezTo>
                  <a:cubicBezTo>
                    <a:pt x="37172" y="51121"/>
                    <a:pt x="37017" y="50025"/>
                    <a:pt x="36577" y="49168"/>
                  </a:cubicBezTo>
                  <a:cubicBezTo>
                    <a:pt x="36779" y="49097"/>
                    <a:pt x="36970" y="49025"/>
                    <a:pt x="37172" y="48942"/>
                  </a:cubicBezTo>
                  <a:cubicBezTo>
                    <a:pt x="37851" y="48632"/>
                    <a:pt x="38315" y="48085"/>
                    <a:pt x="38136" y="47311"/>
                  </a:cubicBezTo>
                  <a:cubicBezTo>
                    <a:pt x="38136" y="47299"/>
                    <a:pt x="38124" y="47287"/>
                    <a:pt x="38124" y="47275"/>
                  </a:cubicBezTo>
                  <a:cubicBezTo>
                    <a:pt x="38922" y="47120"/>
                    <a:pt x="39708" y="46918"/>
                    <a:pt x="40482" y="46680"/>
                  </a:cubicBezTo>
                  <a:cubicBezTo>
                    <a:pt x="41351" y="46394"/>
                    <a:pt x="42387" y="45322"/>
                    <a:pt x="41518" y="44417"/>
                  </a:cubicBezTo>
                  <a:cubicBezTo>
                    <a:pt x="41240" y="44126"/>
                    <a:pt x="40846" y="44023"/>
                    <a:pt x="40410" y="44023"/>
                  </a:cubicBezTo>
                  <a:cubicBezTo>
                    <a:pt x="39723" y="44023"/>
                    <a:pt x="38931" y="44278"/>
                    <a:pt x="38327" y="44453"/>
                  </a:cubicBezTo>
                  <a:cubicBezTo>
                    <a:pt x="38315" y="44048"/>
                    <a:pt x="38220" y="43655"/>
                    <a:pt x="38029" y="43298"/>
                  </a:cubicBezTo>
                  <a:cubicBezTo>
                    <a:pt x="37980" y="43209"/>
                    <a:pt x="37881" y="43161"/>
                    <a:pt x="37781" y="43161"/>
                  </a:cubicBezTo>
                  <a:cubicBezTo>
                    <a:pt x="37760" y="43161"/>
                    <a:pt x="37740" y="43163"/>
                    <a:pt x="37720" y="43167"/>
                  </a:cubicBezTo>
                  <a:cubicBezTo>
                    <a:pt x="35469" y="43644"/>
                    <a:pt x="33231" y="44155"/>
                    <a:pt x="31005" y="44715"/>
                  </a:cubicBezTo>
                  <a:cubicBezTo>
                    <a:pt x="30481" y="44846"/>
                    <a:pt x="29957" y="44989"/>
                    <a:pt x="29445" y="45120"/>
                  </a:cubicBezTo>
                  <a:cubicBezTo>
                    <a:pt x="29123" y="45203"/>
                    <a:pt x="28588" y="45227"/>
                    <a:pt x="28326" y="45441"/>
                  </a:cubicBezTo>
                  <a:cubicBezTo>
                    <a:pt x="27945" y="45799"/>
                    <a:pt x="28242" y="46406"/>
                    <a:pt x="28516" y="46822"/>
                  </a:cubicBezTo>
                  <a:cubicBezTo>
                    <a:pt x="28052" y="46942"/>
                    <a:pt x="27587" y="47061"/>
                    <a:pt x="27123" y="47180"/>
                  </a:cubicBezTo>
                  <a:cubicBezTo>
                    <a:pt x="26683" y="47275"/>
                    <a:pt x="26242" y="47370"/>
                    <a:pt x="25813" y="47489"/>
                  </a:cubicBezTo>
                  <a:cubicBezTo>
                    <a:pt x="25694" y="47525"/>
                    <a:pt x="25575" y="47561"/>
                    <a:pt x="25468" y="47608"/>
                  </a:cubicBezTo>
                  <a:lnTo>
                    <a:pt x="25290" y="47668"/>
                  </a:lnTo>
                  <a:cubicBezTo>
                    <a:pt x="25266" y="47668"/>
                    <a:pt x="25254" y="47704"/>
                    <a:pt x="25266" y="47727"/>
                  </a:cubicBezTo>
                  <a:cubicBezTo>
                    <a:pt x="24635" y="48144"/>
                    <a:pt x="24361" y="48894"/>
                    <a:pt x="25099" y="49537"/>
                  </a:cubicBezTo>
                  <a:cubicBezTo>
                    <a:pt x="25413" y="49804"/>
                    <a:pt x="25795" y="49895"/>
                    <a:pt x="26183" y="49895"/>
                  </a:cubicBezTo>
                  <a:cubicBezTo>
                    <a:pt x="26383" y="49895"/>
                    <a:pt x="26584" y="49871"/>
                    <a:pt x="26778" y="49835"/>
                  </a:cubicBezTo>
                  <a:cubicBezTo>
                    <a:pt x="27397" y="49728"/>
                    <a:pt x="28004" y="49549"/>
                    <a:pt x="28623" y="49394"/>
                  </a:cubicBezTo>
                  <a:cubicBezTo>
                    <a:pt x="28790" y="50013"/>
                    <a:pt x="29492" y="50204"/>
                    <a:pt x="30135" y="50204"/>
                  </a:cubicBezTo>
                  <a:cubicBezTo>
                    <a:pt x="30516" y="50204"/>
                    <a:pt x="30909" y="50180"/>
                    <a:pt x="31290" y="50132"/>
                  </a:cubicBezTo>
                  <a:lnTo>
                    <a:pt x="31290" y="50132"/>
                  </a:lnTo>
                  <a:cubicBezTo>
                    <a:pt x="31171" y="51037"/>
                    <a:pt x="31338" y="51990"/>
                    <a:pt x="31231" y="52895"/>
                  </a:cubicBezTo>
                  <a:cubicBezTo>
                    <a:pt x="31171" y="53490"/>
                    <a:pt x="31052" y="54073"/>
                    <a:pt x="30885" y="54645"/>
                  </a:cubicBezTo>
                  <a:cubicBezTo>
                    <a:pt x="30766" y="55062"/>
                    <a:pt x="30588" y="55454"/>
                    <a:pt x="30540" y="55883"/>
                  </a:cubicBezTo>
                  <a:cubicBezTo>
                    <a:pt x="28957" y="55955"/>
                    <a:pt x="27385" y="56002"/>
                    <a:pt x="25802" y="56026"/>
                  </a:cubicBezTo>
                  <a:cubicBezTo>
                    <a:pt x="25374" y="56033"/>
                    <a:pt x="24947" y="56035"/>
                    <a:pt x="24519" y="56035"/>
                  </a:cubicBezTo>
                  <a:cubicBezTo>
                    <a:pt x="23559" y="56035"/>
                    <a:pt x="22599" y="56023"/>
                    <a:pt x="21640" y="56023"/>
                  </a:cubicBezTo>
                  <a:cubicBezTo>
                    <a:pt x="20851" y="56023"/>
                    <a:pt x="20063" y="56031"/>
                    <a:pt x="19277" y="56062"/>
                  </a:cubicBezTo>
                  <a:cubicBezTo>
                    <a:pt x="19134" y="53359"/>
                    <a:pt x="19086" y="50621"/>
                    <a:pt x="19515" y="47942"/>
                  </a:cubicBezTo>
                  <a:cubicBezTo>
                    <a:pt x="20194" y="43822"/>
                    <a:pt x="21896" y="39953"/>
                    <a:pt x="24468" y="36666"/>
                  </a:cubicBezTo>
                  <a:cubicBezTo>
                    <a:pt x="24670" y="37548"/>
                    <a:pt x="24956" y="38417"/>
                    <a:pt x="25337" y="39238"/>
                  </a:cubicBezTo>
                  <a:cubicBezTo>
                    <a:pt x="25403" y="39342"/>
                    <a:pt x="25513" y="39408"/>
                    <a:pt x="25633" y="39408"/>
                  </a:cubicBezTo>
                  <a:cubicBezTo>
                    <a:pt x="25665" y="39408"/>
                    <a:pt x="25697" y="39403"/>
                    <a:pt x="25730" y="39393"/>
                  </a:cubicBezTo>
                  <a:cubicBezTo>
                    <a:pt x="26730" y="39072"/>
                    <a:pt x="27730" y="38738"/>
                    <a:pt x="28730" y="38405"/>
                  </a:cubicBezTo>
                  <a:lnTo>
                    <a:pt x="28730" y="38405"/>
                  </a:lnTo>
                  <a:cubicBezTo>
                    <a:pt x="28719" y="39703"/>
                    <a:pt x="28659" y="41048"/>
                    <a:pt x="28576" y="42334"/>
                  </a:cubicBezTo>
                  <a:cubicBezTo>
                    <a:pt x="28576" y="42506"/>
                    <a:pt x="28714" y="42644"/>
                    <a:pt x="28873" y="42644"/>
                  </a:cubicBezTo>
                  <a:cubicBezTo>
                    <a:pt x="28901" y="42644"/>
                    <a:pt x="28929" y="42640"/>
                    <a:pt x="28957" y="42631"/>
                  </a:cubicBezTo>
                  <a:cubicBezTo>
                    <a:pt x="29909" y="42358"/>
                    <a:pt x="30874" y="42084"/>
                    <a:pt x="31826" y="41810"/>
                  </a:cubicBezTo>
                  <a:cubicBezTo>
                    <a:pt x="32255" y="41679"/>
                    <a:pt x="33243" y="41596"/>
                    <a:pt x="33362" y="41084"/>
                  </a:cubicBezTo>
                  <a:cubicBezTo>
                    <a:pt x="33493" y="40560"/>
                    <a:pt x="33112" y="39679"/>
                    <a:pt x="32933" y="39202"/>
                  </a:cubicBezTo>
                  <a:cubicBezTo>
                    <a:pt x="32898" y="39083"/>
                    <a:pt x="32850" y="38976"/>
                    <a:pt x="32814" y="38857"/>
                  </a:cubicBezTo>
                  <a:lnTo>
                    <a:pt x="32814" y="38857"/>
                  </a:lnTo>
                  <a:cubicBezTo>
                    <a:pt x="33064" y="39357"/>
                    <a:pt x="33350" y="39834"/>
                    <a:pt x="33683" y="40274"/>
                  </a:cubicBezTo>
                  <a:cubicBezTo>
                    <a:pt x="33875" y="40510"/>
                    <a:pt x="34094" y="40597"/>
                    <a:pt x="34326" y="40597"/>
                  </a:cubicBezTo>
                  <a:cubicBezTo>
                    <a:pt x="34784" y="40597"/>
                    <a:pt x="35293" y="40257"/>
                    <a:pt x="35743" y="40060"/>
                  </a:cubicBezTo>
                  <a:cubicBezTo>
                    <a:pt x="36267" y="39834"/>
                    <a:pt x="37577" y="39464"/>
                    <a:pt x="37160" y="38655"/>
                  </a:cubicBezTo>
                  <a:cubicBezTo>
                    <a:pt x="36910" y="38202"/>
                    <a:pt x="36434" y="37774"/>
                    <a:pt x="36089" y="37369"/>
                  </a:cubicBezTo>
                  <a:cubicBezTo>
                    <a:pt x="35731" y="36940"/>
                    <a:pt x="35350" y="36535"/>
                    <a:pt x="34957" y="36143"/>
                  </a:cubicBezTo>
                  <a:cubicBezTo>
                    <a:pt x="35410" y="35964"/>
                    <a:pt x="35862" y="35785"/>
                    <a:pt x="36315" y="35595"/>
                  </a:cubicBezTo>
                  <a:cubicBezTo>
                    <a:pt x="36493" y="35535"/>
                    <a:pt x="36600" y="35345"/>
                    <a:pt x="36565" y="35154"/>
                  </a:cubicBezTo>
                  <a:cubicBezTo>
                    <a:pt x="35612" y="31571"/>
                    <a:pt x="34862" y="27927"/>
                    <a:pt x="34064" y="24296"/>
                  </a:cubicBezTo>
                  <a:cubicBezTo>
                    <a:pt x="33279" y="20664"/>
                    <a:pt x="32517" y="17021"/>
                    <a:pt x="31778" y="13378"/>
                  </a:cubicBezTo>
                  <a:cubicBezTo>
                    <a:pt x="31729" y="13238"/>
                    <a:pt x="31595" y="13140"/>
                    <a:pt x="31448" y="13140"/>
                  </a:cubicBezTo>
                  <a:cubicBezTo>
                    <a:pt x="31420" y="13140"/>
                    <a:pt x="31391" y="13144"/>
                    <a:pt x="31362" y="13152"/>
                  </a:cubicBezTo>
                  <a:cubicBezTo>
                    <a:pt x="30802" y="13259"/>
                    <a:pt x="30243" y="13378"/>
                    <a:pt x="29683" y="13509"/>
                  </a:cubicBezTo>
                  <a:cubicBezTo>
                    <a:pt x="29528" y="12997"/>
                    <a:pt x="29361" y="12485"/>
                    <a:pt x="29219" y="11961"/>
                  </a:cubicBezTo>
                  <a:cubicBezTo>
                    <a:pt x="29100" y="11568"/>
                    <a:pt x="29052" y="11009"/>
                    <a:pt x="28814" y="10675"/>
                  </a:cubicBezTo>
                  <a:cubicBezTo>
                    <a:pt x="28675" y="10477"/>
                    <a:pt x="28457" y="10407"/>
                    <a:pt x="28207" y="10407"/>
                  </a:cubicBezTo>
                  <a:cubicBezTo>
                    <a:pt x="27709" y="10407"/>
                    <a:pt x="27087" y="10687"/>
                    <a:pt x="26730" y="10782"/>
                  </a:cubicBezTo>
                  <a:cubicBezTo>
                    <a:pt x="26635" y="10794"/>
                    <a:pt x="26540" y="10830"/>
                    <a:pt x="26456" y="10854"/>
                  </a:cubicBezTo>
                  <a:cubicBezTo>
                    <a:pt x="26147" y="9068"/>
                    <a:pt x="25837" y="7294"/>
                    <a:pt x="25397" y="5532"/>
                  </a:cubicBezTo>
                  <a:cubicBezTo>
                    <a:pt x="25170" y="4674"/>
                    <a:pt x="24885" y="3841"/>
                    <a:pt x="24659" y="2996"/>
                  </a:cubicBezTo>
                  <a:cubicBezTo>
                    <a:pt x="24492" y="2460"/>
                    <a:pt x="24468" y="1900"/>
                    <a:pt x="24575" y="1353"/>
                  </a:cubicBezTo>
                  <a:cubicBezTo>
                    <a:pt x="24659" y="972"/>
                    <a:pt x="24778" y="638"/>
                    <a:pt x="24754" y="233"/>
                  </a:cubicBezTo>
                  <a:cubicBezTo>
                    <a:pt x="24754" y="99"/>
                    <a:pt x="24646" y="0"/>
                    <a:pt x="2451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54"/>
            <p:cNvSpPr/>
            <p:nvPr/>
          </p:nvSpPr>
          <p:spPr>
            <a:xfrm>
              <a:off x="2851200" y="4212975"/>
              <a:ext cx="242625" cy="53878"/>
            </a:xfrm>
            <a:custGeom>
              <a:avLst/>
              <a:gdLst/>
              <a:ahLst/>
              <a:cxnLst/>
              <a:rect l="l" t="t" r="r" b="b"/>
              <a:pathLst>
                <a:path w="9038" h="2007" extrusionOk="0">
                  <a:moveTo>
                    <a:pt x="3203" y="1"/>
                  </a:moveTo>
                  <a:cubicBezTo>
                    <a:pt x="3120" y="1"/>
                    <a:pt x="3037" y="2"/>
                    <a:pt x="2953" y="6"/>
                  </a:cubicBezTo>
                  <a:cubicBezTo>
                    <a:pt x="1905" y="66"/>
                    <a:pt x="953" y="423"/>
                    <a:pt x="12" y="864"/>
                  </a:cubicBezTo>
                  <a:lnTo>
                    <a:pt x="0" y="864"/>
                  </a:lnTo>
                  <a:cubicBezTo>
                    <a:pt x="1643" y="1471"/>
                    <a:pt x="3215" y="1983"/>
                    <a:pt x="4989" y="2007"/>
                  </a:cubicBezTo>
                  <a:cubicBezTo>
                    <a:pt x="5020" y="2007"/>
                    <a:pt x="5052" y="2007"/>
                    <a:pt x="5083" y="2007"/>
                  </a:cubicBezTo>
                  <a:cubicBezTo>
                    <a:pt x="6432" y="2007"/>
                    <a:pt x="7769" y="1757"/>
                    <a:pt x="9037" y="1268"/>
                  </a:cubicBezTo>
                  <a:cubicBezTo>
                    <a:pt x="7966" y="1268"/>
                    <a:pt x="6906" y="875"/>
                    <a:pt x="5870" y="530"/>
                  </a:cubicBezTo>
                  <a:cubicBezTo>
                    <a:pt x="4996" y="235"/>
                    <a:pt x="4122" y="1"/>
                    <a:pt x="3203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54"/>
            <p:cNvSpPr/>
            <p:nvPr/>
          </p:nvSpPr>
          <p:spPr>
            <a:xfrm>
              <a:off x="2808677" y="4239981"/>
              <a:ext cx="387427" cy="194036"/>
            </a:xfrm>
            <a:custGeom>
              <a:avLst/>
              <a:gdLst/>
              <a:ahLst/>
              <a:cxnLst/>
              <a:rect l="l" t="t" r="r" b="b"/>
              <a:pathLst>
                <a:path w="14432" h="7228" extrusionOk="0">
                  <a:moveTo>
                    <a:pt x="1537" y="0"/>
                  </a:moveTo>
                  <a:cubicBezTo>
                    <a:pt x="1299" y="810"/>
                    <a:pt x="1060" y="1620"/>
                    <a:pt x="858" y="2441"/>
                  </a:cubicBezTo>
                  <a:cubicBezTo>
                    <a:pt x="608" y="3429"/>
                    <a:pt x="358" y="4430"/>
                    <a:pt x="156" y="5430"/>
                  </a:cubicBezTo>
                  <a:cubicBezTo>
                    <a:pt x="108" y="5668"/>
                    <a:pt x="1" y="5965"/>
                    <a:pt x="37" y="6204"/>
                  </a:cubicBezTo>
                  <a:cubicBezTo>
                    <a:pt x="156" y="6870"/>
                    <a:pt x="560" y="6799"/>
                    <a:pt x="1049" y="6870"/>
                  </a:cubicBezTo>
                  <a:cubicBezTo>
                    <a:pt x="1549" y="6930"/>
                    <a:pt x="2049" y="6978"/>
                    <a:pt x="2537" y="7001"/>
                  </a:cubicBezTo>
                  <a:cubicBezTo>
                    <a:pt x="4835" y="7156"/>
                    <a:pt x="7121" y="7228"/>
                    <a:pt x="9419" y="7228"/>
                  </a:cubicBezTo>
                  <a:cubicBezTo>
                    <a:pt x="10621" y="7228"/>
                    <a:pt x="11812" y="7192"/>
                    <a:pt x="13002" y="7156"/>
                  </a:cubicBezTo>
                  <a:cubicBezTo>
                    <a:pt x="13024" y="7155"/>
                    <a:pt x="13049" y="7154"/>
                    <a:pt x="13075" y="7154"/>
                  </a:cubicBezTo>
                  <a:cubicBezTo>
                    <a:pt x="13201" y="7154"/>
                    <a:pt x="13370" y="7166"/>
                    <a:pt x="13528" y="7166"/>
                  </a:cubicBezTo>
                  <a:cubicBezTo>
                    <a:pt x="13672" y="7166"/>
                    <a:pt x="13808" y="7156"/>
                    <a:pt x="13895" y="7120"/>
                  </a:cubicBezTo>
                  <a:cubicBezTo>
                    <a:pt x="14431" y="6870"/>
                    <a:pt x="14205" y="6608"/>
                    <a:pt x="14098" y="6216"/>
                  </a:cubicBezTo>
                  <a:cubicBezTo>
                    <a:pt x="13967" y="5739"/>
                    <a:pt x="13812" y="5275"/>
                    <a:pt x="13669" y="4811"/>
                  </a:cubicBezTo>
                  <a:cubicBezTo>
                    <a:pt x="13157" y="3298"/>
                    <a:pt x="12621" y="1786"/>
                    <a:pt x="12050" y="298"/>
                  </a:cubicBezTo>
                  <a:cubicBezTo>
                    <a:pt x="10647" y="1175"/>
                    <a:pt x="8805" y="1629"/>
                    <a:pt x="6962" y="1629"/>
                  </a:cubicBezTo>
                  <a:cubicBezTo>
                    <a:pt x="4973" y="1629"/>
                    <a:pt x="2982" y="1100"/>
                    <a:pt x="1537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54"/>
            <p:cNvSpPr/>
            <p:nvPr/>
          </p:nvSpPr>
          <p:spPr>
            <a:xfrm>
              <a:off x="2933023" y="3714651"/>
              <a:ext cx="120829" cy="41771"/>
            </a:xfrm>
            <a:custGeom>
              <a:avLst/>
              <a:gdLst/>
              <a:ahLst/>
              <a:cxnLst/>
              <a:rect l="l" t="t" r="r" b="b"/>
              <a:pathLst>
                <a:path w="4501" h="1556" extrusionOk="0">
                  <a:moveTo>
                    <a:pt x="3194" y="0"/>
                  </a:moveTo>
                  <a:cubicBezTo>
                    <a:pt x="2864" y="0"/>
                    <a:pt x="2513" y="58"/>
                    <a:pt x="2203" y="67"/>
                  </a:cubicBezTo>
                  <a:cubicBezTo>
                    <a:pt x="2108" y="72"/>
                    <a:pt x="2009" y="73"/>
                    <a:pt x="1909" y="73"/>
                  </a:cubicBezTo>
                  <a:cubicBezTo>
                    <a:pt x="1758" y="73"/>
                    <a:pt x="1603" y="70"/>
                    <a:pt x="1450" y="70"/>
                  </a:cubicBezTo>
                  <a:cubicBezTo>
                    <a:pt x="1194" y="70"/>
                    <a:pt x="941" y="79"/>
                    <a:pt x="715" y="127"/>
                  </a:cubicBezTo>
                  <a:cubicBezTo>
                    <a:pt x="405" y="210"/>
                    <a:pt x="107" y="162"/>
                    <a:pt x="48" y="591"/>
                  </a:cubicBezTo>
                  <a:cubicBezTo>
                    <a:pt x="0" y="936"/>
                    <a:pt x="167" y="1401"/>
                    <a:pt x="512" y="1555"/>
                  </a:cubicBezTo>
                  <a:cubicBezTo>
                    <a:pt x="548" y="1532"/>
                    <a:pt x="584" y="1520"/>
                    <a:pt x="619" y="1520"/>
                  </a:cubicBezTo>
                  <a:cubicBezTo>
                    <a:pt x="1264" y="1457"/>
                    <a:pt x="1917" y="1422"/>
                    <a:pt x="2564" y="1422"/>
                  </a:cubicBezTo>
                  <a:cubicBezTo>
                    <a:pt x="2658" y="1422"/>
                    <a:pt x="2752" y="1423"/>
                    <a:pt x="2846" y="1424"/>
                  </a:cubicBezTo>
                  <a:cubicBezTo>
                    <a:pt x="2916" y="1424"/>
                    <a:pt x="2989" y="1423"/>
                    <a:pt x="3063" y="1423"/>
                  </a:cubicBezTo>
                  <a:cubicBezTo>
                    <a:pt x="3267" y="1423"/>
                    <a:pt x="3478" y="1435"/>
                    <a:pt x="3644" y="1532"/>
                  </a:cubicBezTo>
                  <a:cubicBezTo>
                    <a:pt x="4501" y="1365"/>
                    <a:pt x="4394" y="162"/>
                    <a:pt x="3489" y="19"/>
                  </a:cubicBezTo>
                  <a:cubicBezTo>
                    <a:pt x="3394" y="5"/>
                    <a:pt x="3295" y="0"/>
                    <a:pt x="31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54"/>
            <p:cNvSpPr/>
            <p:nvPr/>
          </p:nvSpPr>
          <p:spPr>
            <a:xfrm>
              <a:off x="2852783" y="3764475"/>
              <a:ext cx="272343" cy="469009"/>
            </a:xfrm>
            <a:custGeom>
              <a:avLst/>
              <a:gdLst/>
              <a:ahLst/>
              <a:cxnLst/>
              <a:rect l="l" t="t" r="r" b="b"/>
              <a:pathLst>
                <a:path w="10145" h="17471" extrusionOk="0">
                  <a:moveTo>
                    <a:pt x="5860" y="1"/>
                  </a:moveTo>
                  <a:cubicBezTo>
                    <a:pt x="5658" y="1"/>
                    <a:pt x="5422" y="33"/>
                    <a:pt x="5287" y="33"/>
                  </a:cubicBezTo>
                  <a:cubicBezTo>
                    <a:pt x="4787" y="45"/>
                    <a:pt x="4299" y="57"/>
                    <a:pt x="3823" y="92"/>
                  </a:cubicBezTo>
                  <a:cubicBezTo>
                    <a:pt x="3787" y="616"/>
                    <a:pt x="3751" y="1152"/>
                    <a:pt x="3704" y="1676"/>
                  </a:cubicBezTo>
                  <a:cubicBezTo>
                    <a:pt x="3728" y="2450"/>
                    <a:pt x="3728" y="3224"/>
                    <a:pt x="3728" y="3997"/>
                  </a:cubicBezTo>
                  <a:cubicBezTo>
                    <a:pt x="3728" y="5140"/>
                    <a:pt x="3835" y="6379"/>
                    <a:pt x="3656" y="7522"/>
                  </a:cubicBezTo>
                  <a:cubicBezTo>
                    <a:pt x="3501" y="8558"/>
                    <a:pt x="2966" y="9510"/>
                    <a:pt x="2549" y="10463"/>
                  </a:cubicBezTo>
                  <a:cubicBezTo>
                    <a:pt x="2037" y="11641"/>
                    <a:pt x="1561" y="12820"/>
                    <a:pt x="1120" y="14023"/>
                  </a:cubicBezTo>
                  <a:cubicBezTo>
                    <a:pt x="715" y="15118"/>
                    <a:pt x="346" y="16237"/>
                    <a:pt x="1" y="17356"/>
                  </a:cubicBezTo>
                  <a:cubicBezTo>
                    <a:pt x="939" y="16650"/>
                    <a:pt x="2131" y="16328"/>
                    <a:pt x="3316" y="16328"/>
                  </a:cubicBezTo>
                  <a:cubicBezTo>
                    <a:pt x="3650" y="16328"/>
                    <a:pt x="3984" y="16354"/>
                    <a:pt x="4311" y="16404"/>
                  </a:cubicBezTo>
                  <a:cubicBezTo>
                    <a:pt x="5938" y="16659"/>
                    <a:pt x="7476" y="17470"/>
                    <a:pt x="9092" y="17470"/>
                  </a:cubicBezTo>
                  <a:cubicBezTo>
                    <a:pt x="9439" y="17470"/>
                    <a:pt x="9789" y="17433"/>
                    <a:pt x="10145" y="17344"/>
                  </a:cubicBezTo>
                  <a:cubicBezTo>
                    <a:pt x="9192" y="14904"/>
                    <a:pt x="8169" y="12487"/>
                    <a:pt x="7097" y="10082"/>
                  </a:cubicBezTo>
                  <a:cubicBezTo>
                    <a:pt x="6704" y="9177"/>
                    <a:pt x="6383" y="8284"/>
                    <a:pt x="6335" y="7284"/>
                  </a:cubicBezTo>
                  <a:cubicBezTo>
                    <a:pt x="6287" y="6224"/>
                    <a:pt x="6359" y="5152"/>
                    <a:pt x="6383" y="4093"/>
                  </a:cubicBezTo>
                  <a:cubicBezTo>
                    <a:pt x="6395" y="3509"/>
                    <a:pt x="6406" y="2926"/>
                    <a:pt x="6418" y="2343"/>
                  </a:cubicBezTo>
                  <a:cubicBezTo>
                    <a:pt x="6430" y="1807"/>
                    <a:pt x="6549" y="1128"/>
                    <a:pt x="6454" y="604"/>
                  </a:cubicBezTo>
                  <a:cubicBezTo>
                    <a:pt x="6383" y="283"/>
                    <a:pt x="6633" y="247"/>
                    <a:pt x="6121" y="33"/>
                  </a:cubicBezTo>
                  <a:cubicBezTo>
                    <a:pt x="6053" y="9"/>
                    <a:pt x="5961" y="1"/>
                    <a:pt x="5860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54"/>
            <p:cNvSpPr/>
            <p:nvPr/>
          </p:nvSpPr>
          <p:spPr>
            <a:xfrm>
              <a:off x="2788865" y="3704665"/>
              <a:ext cx="422245" cy="744251"/>
            </a:xfrm>
            <a:custGeom>
              <a:avLst/>
              <a:gdLst/>
              <a:ahLst/>
              <a:cxnLst/>
              <a:rect l="l" t="t" r="r" b="b"/>
              <a:pathLst>
                <a:path w="15729" h="27724" extrusionOk="0">
                  <a:moveTo>
                    <a:pt x="8526" y="365"/>
                  </a:moveTo>
                  <a:cubicBezTo>
                    <a:pt x="8640" y="365"/>
                    <a:pt x="8752" y="373"/>
                    <a:pt x="8859" y="391"/>
                  </a:cubicBezTo>
                  <a:cubicBezTo>
                    <a:pt x="9764" y="522"/>
                    <a:pt x="9859" y="1725"/>
                    <a:pt x="9014" y="1904"/>
                  </a:cubicBezTo>
                  <a:cubicBezTo>
                    <a:pt x="8844" y="1796"/>
                    <a:pt x="8621" y="1783"/>
                    <a:pt x="8414" y="1783"/>
                  </a:cubicBezTo>
                  <a:cubicBezTo>
                    <a:pt x="8345" y="1783"/>
                    <a:pt x="8278" y="1784"/>
                    <a:pt x="8216" y="1784"/>
                  </a:cubicBezTo>
                  <a:cubicBezTo>
                    <a:pt x="7478" y="1784"/>
                    <a:pt x="6728" y="1820"/>
                    <a:pt x="5989" y="1892"/>
                  </a:cubicBezTo>
                  <a:cubicBezTo>
                    <a:pt x="5954" y="1892"/>
                    <a:pt x="5918" y="1904"/>
                    <a:pt x="5882" y="1915"/>
                  </a:cubicBezTo>
                  <a:cubicBezTo>
                    <a:pt x="5525" y="1761"/>
                    <a:pt x="5370" y="1296"/>
                    <a:pt x="5418" y="963"/>
                  </a:cubicBezTo>
                  <a:cubicBezTo>
                    <a:pt x="5489" y="534"/>
                    <a:pt x="5775" y="570"/>
                    <a:pt x="6085" y="499"/>
                  </a:cubicBezTo>
                  <a:cubicBezTo>
                    <a:pt x="6335" y="447"/>
                    <a:pt x="6610" y="437"/>
                    <a:pt x="6885" y="437"/>
                  </a:cubicBezTo>
                  <a:cubicBezTo>
                    <a:pt x="7054" y="437"/>
                    <a:pt x="7224" y="441"/>
                    <a:pt x="7387" y="441"/>
                  </a:cubicBezTo>
                  <a:cubicBezTo>
                    <a:pt x="7450" y="441"/>
                    <a:pt x="7512" y="441"/>
                    <a:pt x="7573" y="439"/>
                  </a:cubicBezTo>
                  <a:cubicBezTo>
                    <a:pt x="7871" y="422"/>
                    <a:pt x="8207" y="365"/>
                    <a:pt x="8526" y="365"/>
                  </a:cubicBezTo>
                  <a:close/>
                  <a:moveTo>
                    <a:pt x="8217" y="2226"/>
                  </a:moveTo>
                  <a:cubicBezTo>
                    <a:pt x="8327" y="2226"/>
                    <a:pt x="8428" y="2235"/>
                    <a:pt x="8502" y="2261"/>
                  </a:cubicBezTo>
                  <a:cubicBezTo>
                    <a:pt x="9026" y="2475"/>
                    <a:pt x="8776" y="2511"/>
                    <a:pt x="8835" y="2832"/>
                  </a:cubicBezTo>
                  <a:cubicBezTo>
                    <a:pt x="8942" y="3356"/>
                    <a:pt x="8811" y="4035"/>
                    <a:pt x="8799" y="4571"/>
                  </a:cubicBezTo>
                  <a:cubicBezTo>
                    <a:pt x="8787" y="5154"/>
                    <a:pt x="8776" y="5737"/>
                    <a:pt x="8764" y="6321"/>
                  </a:cubicBezTo>
                  <a:cubicBezTo>
                    <a:pt x="8740" y="7380"/>
                    <a:pt x="8668" y="8452"/>
                    <a:pt x="8716" y="9512"/>
                  </a:cubicBezTo>
                  <a:cubicBezTo>
                    <a:pt x="8776" y="10524"/>
                    <a:pt x="9085" y="11405"/>
                    <a:pt x="9478" y="12310"/>
                  </a:cubicBezTo>
                  <a:cubicBezTo>
                    <a:pt x="10550" y="14715"/>
                    <a:pt x="11585" y="17132"/>
                    <a:pt x="12538" y="19572"/>
                  </a:cubicBezTo>
                  <a:cubicBezTo>
                    <a:pt x="12180" y="19661"/>
                    <a:pt x="11828" y="19698"/>
                    <a:pt x="11480" y="19698"/>
                  </a:cubicBezTo>
                  <a:cubicBezTo>
                    <a:pt x="9861" y="19698"/>
                    <a:pt x="8329" y="18887"/>
                    <a:pt x="6692" y="18632"/>
                  </a:cubicBezTo>
                  <a:cubicBezTo>
                    <a:pt x="6360" y="18581"/>
                    <a:pt x="6021" y="18555"/>
                    <a:pt x="5682" y="18555"/>
                  </a:cubicBezTo>
                  <a:cubicBezTo>
                    <a:pt x="4502" y="18555"/>
                    <a:pt x="3316" y="18872"/>
                    <a:pt x="2382" y="19584"/>
                  </a:cubicBezTo>
                  <a:cubicBezTo>
                    <a:pt x="2715" y="18453"/>
                    <a:pt x="3096" y="17346"/>
                    <a:pt x="3501" y="16239"/>
                  </a:cubicBezTo>
                  <a:cubicBezTo>
                    <a:pt x="3942" y="15048"/>
                    <a:pt x="4418" y="13857"/>
                    <a:pt x="4930" y="12691"/>
                  </a:cubicBezTo>
                  <a:cubicBezTo>
                    <a:pt x="5347" y="11738"/>
                    <a:pt x="5882" y="10786"/>
                    <a:pt x="6049" y="9750"/>
                  </a:cubicBezTo>
                  <a:cubicBezTo>
                    <a:pt x="6216" y="8607"/>
                    <a:pt x="6109" y="7380"/>
                    <a:pt x="6109" y="6225"/>
                  </a:cubicBezTo>
                  <a:cubicBezTo>
                    <a:pt x="6109" y="5452"/>
                    <a:pt x="6109" y="4678"/>
                    <a:pt x="6085" y="3904"/>
                  </a:cubicBezTo>
                  <a:cubicBezTo>
                    <a:pt x="6132" y="3380"/>
                    <a:pt x="6168" y="2844"/>
                    <a:pt x="6204" y="2320"/>
                  </a:cubicBezTo>
                  <a:cubicBezTo>
                    <a:pt x="6692" y="2296"/>
                    <a:pt x="7180" y="2261"/>
                    <a:pt x="7668" y="2261"/>
                  </a:cubicBezTo>
                  <a:cubicBezTo>
                    <a:pt x="7805" y="2253"/>
                    <a:pt x="8024" y="2226"/>
                    <a:pt x="8217" y="2226"/>
                  </a:cubicBezTo>
                  <a:close/>
                  <a:moveTo>
                    <a:pt x="5574" y="18944"/>
                  </a:moveTo>
                  <a:cubicBezTo>
                    <a:pt x="6468" y="18944"/>
                    <a:pt x="7335" y="19176"/>
                    <a:pt x="8192" y="19465"/>
                  </a:cubicBezTo>
                  <a:cubicBezTo>
                    <a:pt x="9216" y="19799"/>
                    <a:pt x="10288" y="20191"/>
                    <a:pt x="11359" y="20203"/>
                  </a:cubicBezTo>
                  <a:cubicBezTo>
                    <a:pt x="10091" y="20692"/>
                    <a:pt x="8754" y="20942"/>
                    <a:pt x="7405" y="20942"/>
                  </a:cubicBezTo>
                  <a:cubicBezTo>
                    <a:pt x="7374" y="20942"/>
                    <a:pt x="7342" y="20942"/>
                    <a:pt x="7311" y="20942"/>
                  </a:cubicBezTo>
                  <a:cubicBezTo>
                    <a:pt x="5545" y="20918"/>
                    <a:pt x="3979" y="20398"/>
                    <a:pt x="2343" y="19806"/>
                  </a:cubicBezTo>
                  <a:lnTo>
                    <a:pt x="2343" y="19806"/>
                  </a:lnTo>
                  <a:cubicBezTo>
                    <a:pt x="3281" y="19368"/>
                    <a:pt x="4231" y="19001"/>
                    <a:pt x="5275" y="18953"/>
                  </a:cubicBezTo>
                  <a:cubicBezTo>
                    <a:pt x="5375" y="18947"/>
                    <a:pt x="5475" y="18944"/>
                    <a:pt x="5574" y="18944"/>
                  </a:cubicBezTo>
                  <a:close/>
                  <a:moveTo>
                    <a:pt x="2275" y="19930"/>
                  </a:moveTo>
                  <a:cubicBezTo>
                    <a:pt x="3720" y="21029"/>
                    <a:pt x="5708" y="21558"/>
                    <a:pt x="7695" y="21558"/>
                  </a:cubicBezTo>
                  <a:cubicBezTo>
                    <a:pt x="9537" y="21558"/>
                    <a:pt x="11379" y="21104"/>
                    <a:pt x="12788" y="20227"/>
                  </a:cubicBezTo>
                  <a:lnTo>
                    <a:pt x="12788" y="20239"/>
                  </a:lnTo>
                  <a:cubicBezTo>
                    <a:pt x="13359" y="21727"/>
                    <a:pt x="13895" y="23228"/>
                    <a:pt x="14395" y="24740"/>
                  </a:cubicBezTo>
                  <a:cubicBezTo>
                    <a:pt x="14550" y="25204"/>
                    <a:pt x="14705" y="25680"/>
                    <a:pt x="14836" y="26145"/>
                  </a:cubicBezTo>
                  <a:cubicBezTo>
                    <a:pt x="14943" y="26538"/>
                    <a:pt x="15157" y="26811"/>
                    <a:pt x="14621" y="27049"/>
                  </a:cubicBezTo>
                  <a:cubicBezTo>
                    <a:pt x="14537" y="27092"/>
                    <a:pt x="14398" y="27104"/>
                    <a:pt x="14249" y="27104"/>
                  </a:cubicBezTo>
                  <a:cubicBezTo>
                    <a:pt x="14063" y="27104"/>
                    <a:pt x="13861" y="27085"/>
                    <a:pt x="13729" y="27085"/>
                  </a:cubicBezTo>
                  <a:cubicBezTo>
                    <a:pt x="12538" y="27133"/>
                    <a:pt x="11347" y="27157"/>
                    <a:pt x="10145" y="27157"/>
                  </a:cubicBezTo>
                  <a:cubicBezTo>
                    <a:pt x="7859" y="27157"/>
                    <a:pt x="5561" y="27085"/>
                    <a:pt x="3275" y="26942"/>
                  </a:cubicBezTo>
                  <a:cubicBezTo>
                    <a:pt x="2775" y="26907"/>
                    <a:pt x="2263" y="26871"/>
                    <a:pt x="1787" y="26799"/>
                  </a:cubicBezTo>
                  <a:cubicBezTo>
                    <a:pt x="1310" y="26728"/>
                    <a:pt x="905" y="26811"/>
                    <a:pt x="775" y="26133"/>
                  </a:cubicBezTo>
                  <a:cubicBezTo>
                    <a:pt x="727" y="25906"/>
                    <a:pt x="846" y="25597"/>
                    <a:pt x="894" y="25359"/>
                  </a:cubicBezTo>
                  <a:cubicBezTo>
                    <a:pt x="1096" y="24359"/>
                    <a:pt x="1334" y="23359"/>
                    <a:pt x="1584" y="22370"/>
                  </a:cubicBezTo>
                  <a:cubicBezTo>
                    <a:pt x="1798" y="21549"/>
                    <a:pt x="2025" y="20739"/>
                    <a:pt x="2275" y="19930"/>
                  </a:cubicBezTo>
                  <a:close/>
                  <a:moveTo>
                    <a:pt x="8625" y="0"/>
                  </a:moveTo>
                  <a:cubicBezTo>
                    <a:pt x="8104" y="0"/>
                    <a:pt x="7538" y="119"/>
                    <a:pt x="7132" y="141"/>
                  </a:cubicBezTo>
                  <a:cubicBezTo>
                    <a:pt x="6728" y="165"/>
                    <a:pt x="6335" y="189"/>
                    <a:pt x="5942" y="213"/>
                  </a:cubicBezTo>
                  <a:cubicBezTo>
                    <a:pt x="5926" y="214"/>
                    <a:pt x="5910" y="214"/>
                    <a:pt x="5892" y="214"/>
                  </a:cubicBezTo>
                  <a:cubicBezTo>
                    <a:pt x="5791" y="214"/>
                    <a:pt x="5662" y="200"/>
                    <a:pt x="5539" y="200"/>
                  </a:cubicBezTo>
                  <a:cubicBezTo>
                    <a:pt x="5423" y="200"/>
                    <a:pt x="5314" y="213"/>
                    <a:pt x="5239" y="260"/>
                  </a:cubicBezTo>
                  <a:cubicBezTo>
                    <a:pt x="4966" y="439"/>
                    <a:pt x="4966" y="903"/>
                    <a:pt x="4966" y="1177"/>
                  </a:cubicBezTo>
                  <a:cubicBezTo>
                    <a:pt x="4977" y="1701"/>
                    <a:pt x="5323" y="2273"/>
                    <a:pt x="5763" y="2273"/>
                  </a:cubicBezTo>
                  <a:cubicBezTo>
                    <a:pt x="5775" y="2820"/>
                    <a:pt x="5787" y="3356"/>
                    <a:pt x="5787" y="3892"/>
                  </a:cubicBezTo>
                  <a:cubicBezTo>
                    <a:pt x="5751" y="4666"/>
                    <a:pt x="5716" y="5440"/>
                    <a:pt x="5692" y="6214"/>
                  </a:cubicBezTo>
                  <a:cubicBezTo>
                    <a:pt x="5656" y="7428"/>
                    <a:pt x="5763" y="8750"/>
                    <a:pt x="5430" y="9940"/>
                  </a:cubicBezTo>
                  <a:cubicBezTo>
                    <a:pt x="5120" y="11071"/>
                    <a:pt x="4525" y="12143"/>
                    <a:pt x="4061" y="13226"/>
                  </a:cubicBezTo>
                  <a:cubicBezTo>
                    <a:pt x="3596" y="14346"/>
                    <a:pt x="3144" y="15465"/>
                    <a:pt x="2739" y="16608"/>
                  </a:cubicBezTo>
                  <a:lnTo>
                    <a:pt x="2739" y="16620"/>
                  </a:lnTo>
                  <a:cubicBezTo>
                    <a:pt x="1918" y="18894"/>
                    <a:pt x="1227" y="21215"/>
                    <a:pt x="667" y="23561"/>
                  </a:cubicBezTo>
                  <a:cubicBezTo>
                    <a:pt x="453" y="24418"/>
                    <a:pt x="1" y="25525"/>
                    <a:pt x="167" y="26418"/>
                  </a:cubicBezTo>
                  <a:cubicBezTo>
                    <a:pt x="334" y="27252"/>
                    <a:pt x="1084" y="27323"/>
                    <a:pt x="1787" y="27359"/>
                  </a:cubicBezTo>
                  <a:cubicBezTo>
                    <a:pt x="4382" y="27514"/>
                    <a:pt x="6966" y="27692"/>
                    <a:pt x="9561" y="27716"/>
                  </a:cubicBezTo>
                  <a:cubicBezTo>
                    <a:pt x="10032" y="27721"/>
                    <a:pt x="10504" y="27723"/>
                    <a:pt x="10978" y="27723"/>
                  </a:cubicBezTo>
                  <a:cubicBezTo>
                    <a:pt x="11797" y="27723"/>
                    <a:pt x="12620" y="27715"/>
                    <a:pt x="13443" y="27692"/>
                  </a:cubicBezTo>
                  <a:cubicBezTo>
                    <a:pt x="13460" y="27692"/>
                    <a:pt x="13477" y="27692"/>
                    <a:pt x="13496" y="27692"/>
                  </a:cubicBezTo>
                  <a:cubicBezTo>
                    <a:pt x="13683" y="27692"/>
                    <a:pt x="13938" y="27709"/>
                    <a:pt x="14206" y="27709"/>
                  </a:cubicBezTo>
                  <a:cubicBezTo>
                    <a:pt x="14775" y="27709"/>
                    <a:pt x="15405" y="27631"/>
                    <a:pt x="15586" y="27145"/>
                  </a:cubicBezTo>
                  <a:cubicBezTo>
                    <a:pt x="15729" y="26740"/>
                    <a:pt x="15479" y="26216"/>
                    <a:pt x="15372" y="25847"/>
                  </a:cubicBezTo>
                  <a:cubicBezTo>
                    <a:pt x="15193" y="25240"/>
                    <a:pt x="14991" y="24633"/>
                    <a:pt x="14788" y="24037"/>
                  </a:cubicBezTo>
                  <a:cubicBezTo>
                    <a:pt x="14383" y="22858"/>
                    <a:pt x="13979" y="21692"/>
                    <a:pt x="13526" y="20525"/>
                  </a:cubicBezTo>
                  <a:cubicBezTo>
                    <a:pt x="12681" y="18275"/>
                    <a:pt x="11764" y="16036"/>
                    <a:pt x="10776" y="13845"/>
                  </a:cubicBezTo>
                  <a:cubicBezTo>
                    <a:pt x="10157" y="12452"/>
                    <a:pt x="9311" y="11071"/>
                    <a:pt x="9204" y="9512"/>
                  </a:cubicBezTo>
                  <a:cubicBezTo>
                    <a:pt x="9109" y="8130"/>
                    <a:pt x="9228" y="6690"/>
                    <a:pt x="9264" y="5297"/>
                  </a:cubicBezTo>
                  <a:cubicBezTo>
                    <a:pt x="9276" y="4618"/>
                    <a:pt x="9287" y="3939"/>
                    <a:pt x="9311" y="3261"/>
                  </a:cubicBezTo>
                  <a:cubicBezTo>
                    <a:pt x="9311" y="2963"/>
                    <a:pt x="9395" y="2535"/>
                    <a:pt x="9299" y="2225"/>
                  </a:cubicBezTo>
                  <a:cubicBezTo>
                    <a:pt x="9930" y="2070"/>
                    <a:pt x="10157" y="1475"/>
                    <a:pt x="9919" y="737"/>
                  </a:cubicBezTo>
                  <a:cubicBezTo>
                    <a:pt x="9730" y="147"/>
                    <a:pt x="9205" y="0"/>
                    <a:pt x="86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54"/>
            <p:cNvSpPr/>
            <p:nvPr/>
          </p:nvSpPr>
          <p:spPr>
            <a:xfrm>
              <a:off x="4540394" y="4195445"/>
              <a:ext cx="292798" cy="20912"/>
            </a:xfrm>
            <a:custGeom>
              <a:avLst/>
              <a:gdLst/>
              <a:ahLst/>
              <a:cxnLst/>
              <a:rect l="l" t="t" r="r" b="b"/>
              <a:pathLst>
                <a:path w="10907" h="779" extrusionOk="0">
                  <a:moveTo>
                    <a:pt x="9053" y="0"/>
                  </a:moveTo>
                  <a:cubicBezTo>
                    <a:pt x="8577" y="0"/>
                    <a:pt x="8149" y="28"/>
                    <a:pt x="7966" y="28"/>
                  </a:cubicBezTo>
                  <a:cubicBezTo>
                    <a:pt x="7601" y="23"/>
                    <a:pt x="7236" y="20"/>
                    <a:pt x="6871" y="20"/>
                  </a:cubicBezTo>
                  <a:cubicBezTo>
                    <a:pt x="6355" y="20"/>
                    <a:pt x="5839" y="26"/>
                    <a:pt x="5323" y="40"/>
                  </a:cubicBezTo>
                  <a:cubicBezTo>
                    <a:pt x="4382" y="52"/>
                    <a:pt x="3454" y="88"/>
                    <a:pt x="2525" y="159"/>
                  </a:cubicBezTo>
                  <a:cubicBezTo>
                    <a:pt x="1977" y="195"/>
                    <a:pt x="239" y="124"/>
                    <a:pt x="1" y="778"/>
                  </a:cubicBezTo>
                  <a:cubicBezTo>
                    <a:pt x="3632" y="671"/>
                    <a:pt x="7276" y="528"/>
                    <a:pt x="10907" y="505"/>
                  </a:cubicBezTo>
                  <a:cubicBezTo>
                    <a:pt x="10780" y="79"/>
                    <a:pt x="9850" y="0"/>
                    <a:pt x="90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54"/>
            <p:cNvSpPr/>
            <p:nvPr/>
          </p:nvSpPr>
          <p:spPr>
            <a:xfrm>
              <a:off x="4088459" y="4342448"/>
              <a:ext cx="1080672" cy="72777"/>
            </a:xfrm>
            <a:custGeom>
              <a:avLst/>
              <a:gdLst/>
              <a:ahLst/>
              <a:cxnLst/>
              <a:rect l="l" t="t" r="r" b="b"/>
              <a:pathLst>
                <a:path w="40256" h="2711" extrusionOk="0">
                  <a:moveTo>
                    <a:pt x="25574" y="0"/>
                  </a:moveTo>
                  <a:cubicBezTo>
                    <a:pt x="23142" y="0"/>
                    <a:pt x="20709" y="38"/>
                    <a:pt x="18277" y="89"/>
                  </a:cubicBezTo>
                  <a:cubicBezTo>
                    <a:pt x="14243" y="175"/>
                    <a:pt x="10198" y="322"/>
                    <a:pt x="6153" y="322"/>
                  </a:cubicBezTo>
                  <a:cubicBezTo>
                    <a:pt x="4586" y="322"/>
                    <a:pt x="3019" y="300"/>
                    <a:pt x="1453" y="243"/>
                  </a:cubicBezTo>
                  <a:cubicBezTo>
                    <a:pt x="810" y="505"/>
                    <a:pt x="0" y="886"/>
                    <a:pt x="48" y="1648"/>
                  </a:cubicBezTo>
                  <a:cubicBezTo>
                    <a:pt x="87" y="2198"/>
                    <a:pt x="822" y="2287"/>
                    <a:pt x="1481" y="2287"/>
                  </a:cubicBezTo>
                  <a:cubicBezTo>
                    <a:pt x="1793" y="2287"/>
                    <a:pt x="2089" y="2267"/>
                    <a:pt x="2285" y="2267"/>
                  </a:cubicBezTo>
                  <a:cubicBezTo>
                    <a:pt x="2302" y="2267"/>
                    <a:pt x="2319" y="2267"/>
                    <a:pt x="2334" y="2268"/>
                  </a:cubicBezTo>
                  <a:cubicBezTo>
                    <a:pt x="3977" y="2315"/>
                    <a:pt x="5608" y="2363"/>
                    <a:pt x="7251" y="2422"/>
                  </a:cubicBezTo>
                  <a:cubicBezTo>
                    <a:pt x="13062" y="2601"/>
                    <a:pt x="18884" y="2684"/>
                    <a:pt x="24706" y="2708"/>
                  </a:cubicBezTo>
                  <a:cubicBezTo>
                    <a:pt x="25053" y="2709"/>
                    <a:pt x="25400" y="2710"/>
                    <a:pt x="25747" y="2710"/>
                  </a:cubicBezTo>
                  <a:cubicBezTo>
                    <a:pt x="28338" y="2710"/>
                    <a:pt x="30923" y="2669"/>
                    <a:pt x="33517" y="2553"/>
                  </a:cubicBezTo>
                  <a:cubicBezTo>
                    <a:pt x="34945" y="2482"/>
                    <a:pt x="36398" y="2410"/>
                    <a:pt x="37827" y="2268"/>
                  </a:cubicBezTo>
                  <a:cubicBezTo>
                    <a:pt x="38481" y="2208"/>
                    <a:pt x="39351" y="2148"/>
                    <a:pt x="39815" y="1613"/>
                  </a:cubicBezTo>
                  <a:cubicBezTo>
                    <a:pt x="40113" y="1267"/>
                    <a:pt x="40255" y="458"/>
                    <a:pt x="39720" y="243"/>
                  </a:cubicBezTo>
                  <a:cubicBezTo>
                    <a:pt x="39672" y="208"/>
                    <a:pt x="39624" y="172"/>
                    <a:pt x="39589" y="136"/>
                  </a:cubicBezTo>
                  <a:cubicBezTo>
                    <a:pt x="39541" y="160"/>
                    <a:pt x="39493" y="184"/>
                    <a:pt x="39446" y="208"/>
                  </a:cubicBezTo>
                  <a:cubicBezTo>
                    <a:pt x="38988" y="418"/>
                    <a:pt x="38470" y="486"/>
                    <a:pt x="37934" y="486"/>
                  </a:cubicBezTo>
                  <a:cubicBezTo>
                    <a:pt x="37075" y="486"/>
                    <a:pt x="36172" y="311"/>
                    <a:pt x="35410" y="267"/>
                  </a:cubicBezTo>
                  <a:cubicBezTo>
                    <a:pt x="32134" y="69"/>
                    <a:pt x="28855" y="0"/>
                    <a:pt x="25574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54"/>
            <p:cNvSpPr/>
            <p:nvPr/>
          </p:nvSpPr>
          <p:spPr>
            <a:xfrm>
              <a:off x="4604017" y="3262957"/>
              <a:ext cx="113474" cy="46630"/>
            </a:xfrm>
            <a:custGeom>
              <a:avLst/>
              <a:gdLst/>
              <a:ahLst/>
              <a:cxnLst/>
              <a:rect l="l" t="t" r="r" b="b"/>
              <a:pathLst>
                <a:path w="4227" h="1737" extrusionOk="0">
                  <a:moveTo>
                    <a:pt x="3395" y="0"/>
                  </a:moveTo>
                  <a:cubicBezTo>
                    <a:pt x="3054" y="0"/>
                    <a:pt x="2704" y="48"/>
                    <a:pt x="2370" y="58"/>
                  </a:cubicBezTo>
                  <a:cubicBezTo>
                    <a:pt x="2036" y="70"/>
                    <a:pt x="1691" y="93"/>
                    <a:pt x="1358" y="93"/>
                  </a:cubicBezTo>
                  <a:cubicBezTo>
                    <a:pt x="1119" y="129"/>
                    <a:pt x="881" y="153"/>
                    <a:pt x="643" y="189"/>
                  </a:cubicBezTo>
                  <a:cubicBezTo>
                    <a:pt x="274" y="248"/>
                    <a:pt x="24" y="189"/>
                    <a:pt x="0" y="617"/>
                  </a:cubicBezTo>
                  <a:cubicBezTo>
                    <a:pt x="24" y="855"/>
                    <a:pt x="60" y="1094"/>
                    <a:pt x="107" y="1332"/>
                  </a:cubicBezTo>
                  <a:cubicBezTo>
                    <a:pt x="84" y="1534"/>
                    <a:pt x="167" y="1641"/>
                    <a:pt x="381" y="1641"/>
                  </a:cubicBezTo>
                  <a:cubicBezTo>
                    <a:pt x="520" y="1711"/>
                    <a:pt x="698" y="1737"/>
                    <a:pt x="893" y="1737"/>
                  </a:cubicBezTo>
                  <a:cubicBezTo>
                    <a:pt x="1365" y="1737"/>
                    <a:pt x="1939" y="1585"/>
                    <a:pt x="2310" y="1534"/>
                  </a:cubicBezTo>
                  <a:cubicBezTo>
                    <a:pt x="2905" y="1451"/>
                    <a:pt x="3489" y="1344"/>
                    <a:pt x="4084" y="1272"/>
                  </a:cubicBezTo>
                  <a:cubicBezTo>
                    <a:pt x="4144" y="939"/>
                    <a:pt x="4227" y="308"/>
                    <a:pt x="4096" y="141"/>
                  </a:cubicBezTo>
                  <a:cubicBezTo>
                    <a:pt x="3996" y="25"/>
                    <a:pt x="3930" y="10"/>
                    <a:pt x="3835" y="10"/>
                  </a:cubicBezTo>
                  <a:cubicBezTo>
                    <a:pt x="3800" y="10"/>
                    <a:pt x="3760" y="12"/>
                    <a:pt x="3712" y="12"/>
                  </a:cubicBezTo>
                  <a:cubicBezTo>
                    <a:pt x="3691" y="12"/>
                    <a:pt x="3668" y="11"/>
                    <a:pt x="3644" y="10"/>
                  </a:cubicBezTo>
                  <a:cubicBezTo>
                    <a:pt x="3561" y="3"/>
                    <a:pt x="3479" y="0"/>
                    <a:pt x="3395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54"/>
            <p:cNvSpPr/>
            <p:nvPr/>
          </p:nvSpPr>
          <p:spPr>
            <a:xfrm>
              <a:off x="4037963" y="3272487"/>
              <a:ext cx="1116135" cy="1060861"/>
            </a:xfrm>
            <a:custGeom>
              <a:avLst/>
              <a:gdLst/>
              <a:ahLst/>
              <a:cxnLst/>
              <a:rect l="l" t="t" r="r" b="b"/>
              <a:pathLst>
                <a:path w="41577" h="39518" extrusionOk="0">
                  <a:moveTo>
                    <a:pt x="20539" y="0"/>
                  </a:moveTo>
                  <a:lnTo>
                    <a:pt x="20539" y="0"/>
                  </a:lnTo>
                  <a:cubicBezTo>
                    <a:pt x="19062" y="477"/>
                    <a:pt x="17562" y="810"/>
                    <a:pt x="16121" y="1429"/>
                  </a:cubicBezTo>
                  <a:cubicBezTo>
                    <a:pt x="14716" y="2036"/>
                    <a:pt x="13371" y="2798"/>
                    <a:pt x="12121" y="3679"/>
                  </a:cubicBezTo>
                  <a:cubicBezTo>
                    <a:pt x="7192" y="7156"/>
                    <a:pt x="3905" y="12478"/>
                    <a:pt x="1953" y="18098"/>
                  </a:cubicBezTo>
                  <a:cubicBezTo>
                    <a:pt x="893" y="21170"/>
                    <a:pt x="119" y="24384"/>
                    <a:pt x="48" y="27647"/>
                  </a:cubicBezTo>
                  <a:cubicBezTo>
                    <a:pt x="0" y="29218"/>
                    <a:pt x="155" y="30790"/>
                    <a:pt x="524" y="32326"/>
                  </a:cubicBezTo>
                  <a:cubicBezTo>
                    <a:pt x="703" y="33135"/>
                    <a:pt x="953" y="33921"/>
                    <a:pt x="1274" y="34683"/>
                  </a:cubicBezTo>
                  <a:cubicBezTo>
                    <a:pt x="1631" y="35552"/>
                    <a:pt x="2167" y="36279"/>
                    <a:pt x="2655" y="37064"/>
                  </a:cubicBezTo>
                  <a:cubicBezTo>
                    <a:pt x="3048" y="37684"/>
                    <a:pt x="3382" y="38386"/>
                    <a:pt x="3394" y="39112"/>
                  </a:cubicBezTo>
                  <a:cubicBezTo>
                    <a:pt x="3405" y="39196"/>
                    <a:pt x="3405" y="39291"/>
                    <a:pt x="3477" y="39350"/>
                  </a:cubicBezTo>
                  <a:cubicBezTo>
                    <a:pt x="3524" y="39362"/>
                    <a:pt x="3572" y="39374"/>
                    <a:pt x="3620" y="39374"/>
                  </a:cubicBezTo>
                  <a:cubicBezTo>
                    <a:pt x="6346" y="39434"/>
                    <a:pt x="9073" y="39517"/>
                    <a:pt x="11811" y="39517"/>
                  </a:cubicBezTo>
                  <a:cubicBezTo>
                    <a:pt x="16919" y="39505"/>
                    <a:pt x="22039" y="39303"/>
                    <a:pt x="27158" y="39255"/>
                  </a:cubicBezTo>
                  <a:cubicBezTo>
                    <a:pt x="28224" y="39240"/>
                    <a:pt x="29291" y="39232"/>
                    <a:pt x="30359" y="39232"/>
                  </a:cubicBezTo>
                  <a:cubicBezTo>
                    <a:pt x="31870" y="39232"/>
                    <a:pt x="33384" y="39249"/>
                    <a:pt x="34897" y="39291"/>
                  </a:cubicBezTo>
                  <a:cubicBezTo>
                    <a:pt x="36195" y="39315"/>
                    <a:pt x="37481" y="39362"/>
                    <a:pt x="38767" y="39434"/>
                  </a:cubicBezTo>
                  <a:cubicBezTo>
                    <a:pt x="39144" y="39457"/>
                    <a:pt x="39543" y="39517"/>
                    <a:pt x="39915" y="39517"/>
                  </a:cubicBezTo>
                  <a:cubicBezTo>
                    <a:pt x="40495" y="39517"/>
                    <a:pt x="41011" y="39372"/>
                    <a:pt x="41279" y="38719"/>
                  </a:cubicBezTo>
                  <a:cubicBezTo>
                    <a:pt x="41577" y="37969"/>
                    <a:pt x="41505" y="36981"/>
                    <a:pt x="40779" y="36481"/>
                  </a:cubicBezTo>
                  <a:cubicBezTo>
                    <a:pt x="40172" y="36040"/>
                    <a:pt x="39338" y="36017"/>
                    <a:pt x="38624" y="35957"/>
                  </a:cubicBezTo>
                  <a:cubicBezTo>
                    <a:pt x="37148" y="35826"/>
                    <a:pt x="35683" y="35743"/>
                    <a:pt x="34207" y="35695"/>
                  </a:cubicBezTo>
                  <a:cubicBezTo>
                    <a:pt x="32833" y="35645"/>
                    <a:pt x="31460" y="35626"/>
                    <a:pt x="30086" y="35626"/>
                  </a:cubicBezTo>
                  <a:cubicBezTo>
                    <a:pt x="28507" y="35626"/>
                    <a:pt x="26928" y="35651"/>
                    <a:pt x="25349" y="35683"/>
                  </a:cubicBezTo>
                  <a:cubicBezTo>
                    <a:pt x="23435" y="35715"/>
                    <a:pt x="21484" y="35843"/>
                    <a:pt x="19554" y="35843"/>
                  </a:cubicBezTo>
                  <a:cubicBezTo>
                    <a:pt x="19334" y="35843"/>
                    <a:pt x="19115" y="35842"/>
                    <a:pt x="18895" y="35838"/>
                  </a:cubicBezTo>
                  <a:cubicBezTo>
                    <a:pt x="18084" y="35821"/>
                    <a:pt x="17273" y="35810"/>
                    <a:pt x="16462" y="35810"/>
                  </a:cubicBezTo>
                  <a:cubicBezTo>
                    <a:pt x="15000" y="35810"/>
                    <a:pt x="13540" y="35846"/>
                    <a:pt x="12085" y="35945"/>
                  </a:cubicBezTo>
                  <a:cubicBezTo>
                    <a:pt x="11790" y="35965"/>
                    <a:pt x="11503" y="35980"/>
                    <a:pt x="11224" y="35980"/>
                  </a:cubicBezTo>
                  <a:cubicBezTo>
                    <a:pt x="10307" y="35980"/>
                    <a:pt x="9481" y="35813"/>
                    <a:pt x="8787" y="35064"/>
                  </a:cubicBezTo>
                  <a:cubicBezTo>
                    <a:pt x="8096" y="34326"/>
                    <a:pt x="7489" y="33516"/>
                    <a:pt x="6965" y="32659"/>
                  </a:cubicBezTo>
                  <a:cubicBezTo>
                    <a:pt x="5894" y="30933"/>
                    <a:pt x="5120" y="29040"/>
                    <a:pt x="4679" y="27051"/>
                  </a:cubicBezTo>
                  <a:cubicBezTo>
                    <a:pt x="3417" y="21360"/>
                    <a:pt x="4918" y="15467"/>
                    <a:pt x="8001" y="10597"/>
                  </a:cubicBezTo>
                  <a:cubicBezTo>
                    <a:pt x="10775" y="6192"/>
                    <a:pt x="15240" y="1548"/>
                    <a:pt x="20646" y="822"/>
                  </a:cubicBezTo>
                  <a:cubicBezTo>
                    <a:pt x="20562" y="548"/>
                    <a:pt x="20527" y="274"/>
                    <a:pt x="205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54"/>
            <p:cNvSpPr/>
            <p:nvPr/>
          </p:nvSpPr>
          <p:spPr>
            <a:xfrm>
              <a:off x="4561172" y="4095823"/>
              <a:ext cx="238786" cy="94011"/>
            </a:xfrm>
            <a:custGeom>
              <a:avLst/>
              <a:gdLst/>
              <a:ahLst/>
              <a:cxnLst/>
              <a:rect l="l" t="t" r="r" b="b"/>
              <a:pathLst>
                <a:path w="8895" h="3502" extrusionOk="0">
                  <a:moveTo>
                    <a:pt x="2787" y="1"/>
                  </a:moveTo>
                  <a:cubicBezTo>
                    <a:pt x="2537" y="406"/>
                    <a:pt x="2406" y="882"/>
                    <a:pt x="2418" y="1358"/>
                  </a:cubicBezTo>
                  <a:cubicBezTo>
                    <a:pt x="2418" y="1448"/>
                    <a:pt x="2343" y="1510"/>
                    <a:pt x="2261" y="1510"/>
                  </a:cubicBezTo>
                  <a:cubicBezTo>
                    <a:pt x="2234" y="1510"/>
                    <a:pt x="2206" y="1504"/>
                    <a:pt x="2180" y="1489"/>
                  </a:cubicBezTo>
                  <a:cubicBezTo>
                    <a:pt x="1799" y="1227"/>
                    <a:pt x="1513" y="858"/>
                    <a:pt x="1334" y="441"/>
                  </a:cubicBezTo>
                  <a:cubicBezTo>
                    <a:pt x="548" y="1418"/>
                    <a:pt x="1" y="2477"/>
                    <a:pt x="1108" y="3501"/>
                  </a:cubicBezTo>
                  <a:lnTo>
                    <a:pt x="1465" y="3477"/>
                  </a:lnTo>
                  <a:cubicBezTo>
                    <a:pt x="2251" y="3430"/>
                    <a:pt x="3037" y="3358"/>
                    <a:pt x="3811" y="3323"/>
                  </a:cubicBezTo>
                  <a:cubicBezTo>
                    <a:pt x="5085" y="3257"/>
                    <a:pt x="6360" y="3235"/>
                    <a:pt x="7634" y="3235"/>
                  </a:cubicBezTo>
                  <a:cubicBezTo>
                    <a:pt x="7967" y="3235"/>
                    <a:pt x="8300" y="3237"/>
                    <a:pt x="8633" y="3239"/>
                  </a:cubicBezTo>
                  <a:cubicBezTo>
                    <a:pt x="8633" y="3215"/>
                    <a:pt x="8645" y="3204"/>
                    <a:pt x="8645" y="3180"/>
                  </a:cubicBezTo>
                  <a:cubicBezTo>
                    <a:pt x="8895" y="2132"/>
                    <a:pt x="8633" y="1025"/>
                    <a:pt x="7966" y="179"/>
                  </a:cubicBezTo>
                  <a:cubicBezTo>
                    <a:pt x="7752" y="870"/>
                    <a:pt x="7383" y="1489"/>
                    <a:pt x="6883" y="1989"/>
                  </a:cubicBezTo>
                  <a:cubicBezTo>
                    <a:pt x="6848" y="2023"/>
                    <a:pt x="6805" y="2039"/>
                    <a:pt x="6761" y="2039"/>
                  </a:cubicBezTo>
                  <a:cubicBezTo>
                    <a:pt x="6684" y="2039"/>
                    <a:pt x="6608" y="1990"/>
                    <a:pt x="6585" y="1906"/>
                  </a:cubicBezTo>
                  <a:cubicBezTo>
                    <a:pt x="6454" y="1370"/>
                    <a:pt x="6240" y="858"/>
                    <a:pt x="5942" y="394"/>
                  </a:cubicBezTo>
                  <a:cubicBezTo>
                    <a:pt x="5835" y="965"/>
                    <a:pt x="5632" y="1763"/>
                    <a:pt x="5204" y="1811"/>
                  </a:cubicBezTo>
                  <a:cubicBezTo>
                    <a:pt x="5188" y="1812"/>
                    <a:pt x="5173" y="1813"/>
                    <a:pt x="5159" y="1813"/>
                  </a:cubicBezTo>
                  <a:cubicBezTo>
                    <a:pt x="4963" y="1813"/>
                    <a:pt x="4865" y="1668"/>
                    <a:pt x="4787" y="1513"/>
                  </a:cubicBezTo>
                  <a:cubicBezTo>
                    <a:pt x="4537" y="989"/>
                    <a:pt x="4430" y="537"/>
                    <a:pt x="4061" y="144"/>
                  </a:cubicBezTo>
                  <a:lnTo>
                    <a:pt x="4061" y="144"/>
                  </a:lnTo>
                  <a:cubicBezTo>
                    <a:pt x="4085" y="453"/>
                    <a:pt x="4061" y="763"/>
                    <a:pt x="4013" y="1060"/>
                  </a:cubicBezTo>
                  <a:cubicBezTo>
                    <a:pt x="3991" y="1135"/>
                    <a:pt x="3921" y="1177"/>
                    <a:pt x="3852" y="1177"/>
                  </a:cubicBezTo>
                  <a:cubicBezTo>
                    <a:pt x="3811" y="1177"/>
                    <a:pt x="3770" y="1163"/>
                    <a:pt x="3739" y="1132"/>
                  </a:cubicBezTo>
                  <a:cubicBezTo>
                    <a:pt x="3394" y="775"/>
                    <a:pt x="3073" y="406"/>
                    <a:pt x="2787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54"/>
            <p:cNvSpPr/>
            <p:nvPr/>
          </p:nvSpPr>
          <p:spPr>
            <a:xfrm>
              <a:off x="4750725" y="3576292"/>
              <a:ext cx="87595" cy="78361"/>
            </a:xfrm>
            <a:custGeom>
              <a:avLst/>
              <a:gdLst/>
              <a:ahLst/>
              <a:cxnLst/>
              <a:rect l="l" t="t" r="r" b="b"/>
              <a:pathLst>
                <a:path w="3263" h="2919" extrusionOk="0">
                  <a:moveTo>
                    <a:pt x="1550" y="1"/>
                  </a:moveTo>
                  <a:cubicBezTo>
                    <a:pt x="765" y="1"/>
                    <a:pt x="175" y="662"/>
                    <a:pt x="0" y="1411"/>
                  </a:cubicBezTo>
                  <a:cubicBezTo>
                    <a:pt x="0" y="1625"/>
                    <a:pt x="48" y="1840"/>
                    <a:pt x="143" y="2030"/>
                  </a:cubicBezTo>
                  <a:cubicBezTo>
                    <a:pt x="413" y="2590"/>
                    <a:pt x="973" y="2918"/>
                    <a:pt x="1534" y="2918"/>
                  </a:cubicBezTo>
                  <a:cubicBezTo>
                    <a:pt x="1915" y="2918"/>
                    <a:pt x="2295" y="2767"/>
                    <a:pt x="2584" y="2435"/>
                  </a:cubicBezTo>
                  <a:cubicBezTo>
                    <a:pt x="3262" y="1661"/>
                    <a:pt x="2977" y="328"/>
                    <a:pt x="1941" y="54"/>
                  </a:cubicBezTo>
                  <a:cubicBezTo>
                    <a:pt x="1806" y="18"/>
                    <a:pt x="1676" y="1"/>
                    <a:pt x="1550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54"/>
            <p:cNvSpPr/>
            <p:nvPr/>
          </p:nvSpPr>
          <p:spPr>
            <a:xfrm>
              <a:off x="4573333" y="3620747"/>
              <a:ext cx="135218" cy="119380"/>
            </a:xfrm>
            <a:custGeom>
              <a:avLst/>
              <a:gdLst/>
              <a:ahLst/>
              <a:cxnLst/>
              <a:rect l="l" t="t" r="r" b="b"/>
              <a:pathLst>
                <a:path w="5037" h="4447" extrusionOk="0">
                  <a:moveTo>
                    <a:pt x="2571" y="0"/>
                  </a:moveTo>
                  <a:cubicBezTo>
                    <a:pt x="2520" y="0"/>
                    <a:pt x="2469" y="2"/>
                    <a:pt x="2417" y="5"/>
                  </a:cubicBezTo>
                  <a:cubicBezTo>
                    <a:pt x="1643" y="53"/>
                    <a:pt x="881" y="589"/>
                    <a:pt x="441" y="1220"/>
                  </a:cubicBezTo>
                  <a:cubicBezTo>
                    <a:pt x="238" y="1541"/>
                    <a:pt x="119" y="1898"/>
                    <a:pt x="60" y="2267"/>
                  </a:cubicBezTo>
                  <a:cubicBezTo>
                    <a:pt x="0" y="3005"/>
                    <a:pt x="345" y="3708"/>
                    <a:pt x="965" y="4113"/>
                  </a:cubicBezTo>
                  <a:cubicBezTo>
                    <a:pt x="1329" y="4341"/>
                    <a:pt x="1751" y="4446"/>
                    <a:pt x="2178" y="4446"/>
                  </a:cubicBezTo>
                  <a:cubicBezTo>
                    <a:pt x="3289" y="4446"/>
                    <a:pt x="4437" y="3737"/>
                    <a:pt x="4703" y="2636"/>
                  </a:cubicBezTo>
                  <a:cubicBezTo>
                    <a:pt x="5036" y="1224"/>
                    <a:pt x="3952" y="0"/>
                    <a:pt x="2571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54"/>
            <p:cNvSpPr/>
            <p:nvPr/>
          </p:nvSpPr>
          <p:spPr>
            <a:xfrm>
              <a:off x="4333285" y="3684370"/>
              <a:ext cx="670588" cy="212693"/>
            </a:xfrm>
            <a:custGeom>
              <a:avLst/>
              <a:gdLst/>
              <a:ahLst/>
              <a:cxnLst/>
              <a:rect l="l" t="t" r="r" b="b"/>
              <a:pathLst>
                <a:path w="24980" h="7923" extrusionOk="0">
                  <a:moveTo>
                    <a:pt x="2992" y="0"/>
                  </a:moveTo>
                  <a:cubicBezTo>
                    <a:pt x="1912" y="0"/>
                    <a:pt x="909" y="454"/>
                    <a:pt x="48" y="1112"/>
                  </a:cubicBezTo>
                  <a:cubicBezTo>
                    <a:pt x="36" y="1159"/>
                    <a:pt x="13" y="1207"/>
                    <a:pt x="1" y="1243"/>
                  </a:cubicBezTo>
                  <a:cubicBezTo>
                    <a:pt x="120" y="1202"/>
                    <a:pt x="243" y="1183"/>
                    <a:pt x="367" y="1183"/>
                  </a:cubicBezTo>
                  <a:cubicBezTo>
                    <a:pt x="861" y="1183"/>
                    <a:pt x="1370" y="1477"/>
                    <a:pt x="1751" y="1838"/>
                  </a:cubicBezTo>
                  <a:cubicBezTo>
                    <a:pt x="2596" y="2648"/>
                    <a:pt x="3168" y="3719"/>
                    <a:pt x="3358" y="4886"/>
                  </a:cubicBezTo>
                  <a:cubicBezTo>
                    <a:pt x="3406" y="5350"/>
                    <a:pt x="3442" y="5803"/>
                    <a:pt x="3442" y="6267"/>
                  </a:cubicBezTo>
                  <a:cubicBezTo>
                    <a:pt x="3484" y="7033"/>
                    <a:pt x="3966" y="7174"/>
                    <a:pt x="4515" y="7174"/>
                  </a:cubicBezTo>
                  <a:cubicBezTo>
                    <a:pt x="4742" y="7174"/>
                    <a:pt x="4981" y="7150"/>
                    <a:pt x="5204" y="7136"/>
                  </a:cubicBezTo>
                  <a:cubicBezTo>
                    <a:pt x="5689" y="7098"/>
                    <a:pt x="6175" y="7079"/>
                    <a:pt x="6661" y="7079"/>
                  </a:cubicBezTo>
                  <a:cubicBezTo>
                    <a:pt x="7390" y="7079"/>
                    <a:pt x="8118" y="7122"/>
                    <a:pt x="8847" y="7208"/>
                  </a:cubicBezTo>
                  <a:cubicBezTo>
                    <a:pt x="9502" y="7303"/>
                    <a:pt x="10145" y="7446"/>
                    <a:pt x="10764" y="7660"/>
                  </a:cubicBezTo>
                  <a:cubicBezTo>
                    <a:pt x="11118" y="7786"/>
                    <a:pt x="11352" y="7923"/>
                    <a:pt x="11729" y="7923"/>
                  </a:cubicBezTo>
                  <a:cubicBezTo>
                    <a:pt x="11744" y="7923"/>
                    <a:pt x="11760" y="7923"/>
                    <a:pt x="11776" y="7922"/>
                  </a:cubicBezTo>
                  <a:cubicBezTo>
                    <a:pt x="12181" y="7922"/>
                    <a:pt x="12300" y="7755"/>
                    <a:pt x="12609" y="7529"/>
                  </a:cubicBezTo>
                  <a:cubicBezTo>
                    <a:pt x="13443" y="6922"/>
                    <a:pt x="14407" y="6517"/>
                    <a:pt x="15431" y="6350"/>
                  </a:cubicBezTo>
                  <a:cubicBezTo>
                    <a:pt x="16034" y="6261"/>
                    <a:pt x="16646" y="6216"/>
                    <a:pt x="17256" y="6216"/>
                  </a:cubicBezTo>
                  <a:cubicBezTo>
                    <a:pt x="17705" y="6216"/>
                    <a:pt x="18154" y="6240"/>
                    <a:pt x="18598" y="6291"/>
                  </a:cubicBezTo>
                  <a:cubicBezTo>
                    <a:pt x="18890" y="6316"/>
                    <a:pt x="19183" y="6363"/>
                    <a:pt x="19463" y="6363"/>
                  </a:cubicBezTo>
                  <a:cubicBezTo>
                    <a:pt x="19857" y="6363"/>
                    <a:pt x="20223" y="6269"/>
                    <a:pt x="20515" y="5886"/>
                  </a:cubicBezTo>
                  <a:cubicBezTo>
                    <a:pt x="20777" y="5517"/>
                    <a:pt x="21087" y="5172"/>
                    <a:pt x="21420" y="4874"/>
                  </a:cubicBezTo>
                  <a:cubicBezTo>
                    <a:pt x="21777" y="4565"/>
                    <a:pt x="22182" y="4314"/>
                    <a:pt x="22611" y="4112"/>
                  </a:cubicBezTo>
                  <a:cubicBezTo>
                    <a:pt x="23039" y="3922"/>
                    <a:pt x="23682" y="3922"/>
                    <a:pt x="24016" y="3600"/>
                  </a:cubicBezTo>
                  <a:cubicBezTo>
                    <a:pt x="24349" y="3267"/>
                    <a:pt x="24325" y="2469"/>
                    <a:pt x="24527" y="2029"/>
                  </a:cubicBezTo>
                  <a:cubicBezTo>
                    <a:pt x="24647" y="1778"/>
                    <a:pt x="24789" y="1540"/>
                    <a:pt x="24980" y="1338"/>
                  </a:cubicBezTo>
                  <a:lnTo>
                    <a:pt x="24980" y="1338"/>
                  </a:lnTo>
                  <a:cubicBezTo>
                    <a:pt x="23670" y="1493"/>
                    <a:pt x="22563" y="2302"/>
                    <a:pt x="21789" y="3374"/>
                  </a:cubicBezTo>
                  <a:cubicBezTo>
                    <a:pt x="21347" y="3973"/>
                    <a:pt x="21067" y="4539"/>
                    <a:pt x="20402" y="4539"/>
                  </a:cubicBezTo>
                  <a:cubicBezTo>
                    <a:pt x="20260" y="4539"/>
                    <a:pt x="20101" y="4514"/>
                    <a:pt x="19920" y="4457"/>
                  </a:cubicBezTo>
                  <a:cubicBezTo>
                    <a:pt x="18870" y="4132"/>
                    <a:pt x="17893" y="3749"/>
                    <a:pt x="16824" y="3749"/>
                  </a:cubicBezTo>
                  <a:cubicBezTo>
                    <a:pt x="16523" y="3749"/>
                    <a:pt x="16215" y="3780"/>
                    <a:pt x="15895" y="3850"/>
                  </a:cubicBezTo>
                  <a:cubicBezTo>
                    <a:pt x="14514" y="4160"/>
                    <a:pt x="13538" y="5207"/>
                    <a:pt x="12419" y="5993"/>
                  </a:cubicBezTo>
                  <a:cubicBezTo>
                    <a:pt x="12376" y="6017"/>
                    <a:pt x="12327" y="6030"/>
                    <a:pt x="12277" y="6030"/>
                  </a:cubicBezTo>
                  <a:cubicBezTo>
                    <a:pt x="12204" y="6030"/>
                    <a:pt x="12130" y="6003"/>
                    <a:pt x="12074" y="5946"/>
                  </a:cubicBezTo>
                  <a:cubicBezTo>
                    <a:pt x="11226" y="5001"/>
                    <a:pt x="10043" y="4717"/>
                    <a:pt x="8833" y="4717"/>
                  </a:cubicBezTo>
                  <a:cubicBezTo>
                    <a:pt x="8564" y="4717"/>
                    <a:pt x="8294" y="4731"/>
                    <a:pt x="8025" y="4755"/>
                  </a:cubicBezTo>
                  <a:cubicBezTo>
                    <a:pt x="7821" y="4772"/>
                    <a:pt x="7591" y="4816"/>
                    <a:pt x="7373" y="4816"/>
                  </a:cubicBezTo>
                  <a:cubicBezTo>
                    <a:pt x="7134" y="4816"/>
                    <a:pt x="6907" y="4763"/>
                    <a:pt x="6740" y="4565"/>
                  </a:cubicBezTo>
                  <a:cubicBezTo>
                    <a:pt x="6454" y="4231"/>
                    <a:pt x="6537" y="3743"/>
                    <a:pt x="6537" y="3338"/>
                  </a:cubicBezTo>
                  <a:cubicBezTo>
                    <a:pt x="6525" y="1767"/>
                    <a:pt x="5275" y="374"/>
                    <a:pt x="3751" y="76"/>
                  </a:cubicBezTo>
                  <a:cubicBezTo>
                    <a:pt x="3494" y="25"/>
                    <a:pt x="3241" y="0"/>
                    <a:pt x="2992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54"/>
            <p:cNvSpPr/>
            <p:nvPr/>
          </p:nvSpPr>
          <p:spPr>
            <a:xfrm>
              <a:off x="4294924" y="3721389"/>
              <a:ext cx="742828" cy="331267"/>
            </a:xfrm>
            <a:custGeom>
              <a:avLst/>
              <a:gdLst/>
              <a:ahLst/>
              <a:cxnLst/>
              <a:rect l="l" t="t" r="r" b="b"/>
              <a:pathLst>
                <a:path w="27671" h="12340" extrusionOk="0">
                  <a:moveTo>
                    <a:pt x="1645" y="0"/>
                  </a:moveTo>
                  <a:cubicBezTo>
                    <a:pt x="1551" y="0"/>
                    <a:pt x="1455" y="10"/>
                    <a:pt x="1358" y="30"/>
                  </a:cubicBezTo>
                  <a:cubicBezTo>
                    <a:pt x="715" y="1626"/>
                    <a:pt x="322" y="3305"/>
                    <a:pt x="191" y="5019"/>
                  </a:cubicBezTo>
                  <a:cubicBezTo>
                    <a:pt x="1" y="7377"/>
                    <a:pt x="346" y="9674"/>
                    <a:pt x="644" y="12008"/>
                  </a:cubicBezTo>
                  <a:cubicBezTo>
                    <a:pt x="963" y="12273"/>
                    <a:pt x="1577" y="12340"/>
                    <a:pt x="2177" y="12340"/>
                  </a:cubicBezTo>
                  <a:cubicBezTo>
                    <a:pt x="2764" y="12340"/>
                    <a:pt x="3338" y="12276"/>
                    <a:pt x="3608" y="12270"/>
                  </a:cubicBezTo>
                  <a:cubicBezTo>
                    <a:pt x="4644" y="12258"/>
                    <a:pt x="5692" y="12222"/>
                    <a:pt x="6728" y="12210"/>
                  </a:cubicBezTo>
                  <a:cubicBezTo>
                    <a:pt x="8728" y="12187"/>
                    <a:pt x="10716" y="12175"/>
                    <a:pt x="12717" y="12163"/>
                  </a:cubicBezTo>
                  <a:lnTo>
                    <a:pt x="23492" y="12079"/>
                  </a:lnTo>
                  <a:cubicBezTo>
                    <a:pt x="23842" y="12079"/>
                    <a:pt x="24393" y="12141"/>
                    <a:pt x="24931" y="12141"/>
                  </a:cubicBezTo>
                  <a:cubicBezTo>
                    <a:pt x="25528" y="12141"/>
                    <a:pt x="26110" y="12065"/>
                    <a:pt x="26385" y="11746"/>
                  </a:cubicBezTo>
                  <a:cubicBezTo>
                    <a:pt x="26599" y="11484"/>
                    <a:pt x="26683" y="10817"/>
                    <a:pt x="26778" y="10508"/>
                  </a:cubicBezTo>
                  <a:cubicBezTo>
                    <a:pt x="26897" y="10103"/>
                    <a:pt x="27004" y="9698"/>
                    <a:pt x="27099" y="9293"/>
                  </a:cubicBezTo>
                  <a:cubicBezTo>
                    <a:pt x="27504" y="7603"/>
                    <a:pt x="27671" y="5876"/>
                    <a:pt x="27588" y="4150"/>
                  </a:cubicBezTo>
                  <a:cubicBezTo>
                    <a:pt x="27516" y="2769"/>
                    <a:pt x="27242" y="1400"/>
                    <a:pt x="26790" y="102"/>
                  </a:cubicBezTo>
                  <a:cubicBezTo>
                    <a:pt x="26337" y="614"/>
                    <a:pt x="26230" y="1233"/>
                    <a:pt x="26076" y="1900"/>
                  </a:cubicBezTo>
                  <a:cubicBezTo>
                    <a:pt x="26004" y="2245"/>
                    <a:pt x="25933" y="2543"/>
                    <a:pt x="25599" y="2721"/>
                  </a:cubicBezTo>
                  <a:cubicBezTo>
                    <a:pt x="25099" y="2995"/>
                    <a:pt x="24480" y="3007"/>
                    <a:pt x="23956" y="3293"/>
                  </a:cubicBezTo>
                  <a:cubicBezTo>
                    <a:pt x="23289" y="3650"/>
                    <a:pt x="22813" y="4162"/>
                    <a:pt x="22361" y="4757"/>
                  </a:cubicBezTo>
                  <a:cubicBezTo>
                    <a:pt x="21958" y="5276"/>
                    <a:pt x="21556" y="5432"/>
                    <a:pt x="21022" y="5432"/>
                  </a:cubicBezTo>
                  <a:cubicBezTo>
                    <a:pt x="20845" y="5432"/>
                    <a:pt x="20654" y="5415"/>
                    <a:pt x="20444" y="5388"/>
                  </a:cubicBezTo>
                  <a:cubicBezTo>
                    <a:pt x="19774" y="5291"/>
                    <a:pt x="19101" y="5222"/>
                    <a:pt x="18430" y="5222"/>
                  </a:cubicBezTo>
                  <a:cubicBezTo>
                    <a:pt x="17872" y="5222"/>
                    <a:pt x="17316" y="5269"/>
                    <a:pt x="16765" y="5388"/>
                  </a:cubicBezTo>
                  <a:cubicBezTo>
                    <a:pt x="16158" y="5507"/>
                    <a:pt x="15574" y="5733"/>
                    <a:pt x="15038" y="6055"/>
                  </a:cubicBezTo>
                  <a:cubicBezTo>
                    <a:pt x="14598" y="6317"/>
                    <a:pt x="14253" y="6757"/>
                    <a:pt x="13800" y="6996"/>
                  </a:cubicBezTo>
                  <a:cubicBezTo>
                    <a:pt x="13613" y="7083"/>
                    <a:pt x="13449" y="7122"/>
                    <a:pt x="13286" y="7122"/>
                  </a:cubicBezTo>
                  <a:cubicBezTo>
                    <a:pt x="13116" y="7122"/>
                    <a:pt x="12946" y="7080"/>
                    <a:pt x="12752" y="7007"/>
                  </a:cubicBezTo>
                  <a:cubicBezTo>
                    <a:pt x="12145" y="6805"/>
                    <a:pt x="11598" y="6543"/>
                    <a:pt x="10967" y="6388"/>
                  </a:cubicBezTo>
                  <a:cubicBezTo>
                    <a:pt x="10121" y="6190"/>
                    <a:pt x="9252" y="6129"/>
                    <a:pt x="8379" y="6129"/>
                  </a:cubicBezTo>
                  <a:cubicBezTo>
                    <a:pt x="7888" y="6129"/>
                    <a:pt x="7396" y="6148"/>
                    <a:pt x="6906" y="6174"/>
                  </a:cubicBezTo>
                  <a:cubicBezTo>
                    <a:pt x="6607" y="6189"/>
                    <a:pt x="6238" y="6245"/>
                    <a:pt x="5879" y="6245"/>
                  </a:cubicBezTo>
                  <a:cubicBezTo>
                    <a:pt x="5409" y="6245"/>
                    <a:pt x="4955" y="6150"/>
                    <a:pt x="4692" y="5745"/>
                  </a:cubicBezTo>
                  <a:cubicBezTo>
                    <a:pt x="4478" y="5412"/>
                    <a:pt x="4490" y="4983"/>
                    <a:pt x="4490" y="4602"/>
                  </a:cubicBezTo>
                  <a:cubicBezTo>
                    <a:pt x="4501" y="3995"/>
                    <a:pt x="4418" y="3400"/>
                    <a:pt x="4239" y="2816"/>
                  </a:cubicBezTo>
                  <a:cubicBezTo>
                    <a:pt x="3918" y="1775"/>
                    <a:pt x="2916" y="0"/>
                    <a:pt x="1645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54"/>
            <p:cNvSpPr/>
            <p:nvPr/>
          </p:nvSpPr>
          <p:spPr>
            <a:xfrm>
              <a:off x="4601762" y="3163389"/>
              <a:ext cx="122118" cy="91219"/>
            </a:xfrm>
            <a:custGeom>
              <a:avLst/>
              <a:gdLst/>
              <a:ahLst/>
              <a:cxnLst/>
              <a:rect l="l" t="t" r="r" b="b"/>
              <a:pathLst>
                <a:path w="4549" h="3398" extrusionOk="0">
                  <a:moveTo>
                    <a:pt x="2247" y="0"/>
                  </a:moveTo>
                  <a:cubicBezTo>
                    <a:pt x="1804" y="0"/>
                    <a:pt x="1361" y="18"/>
                    <a:pt x="918" y="64"/>
                  </a:cubicBezTo>
                  <a:cubicBezTo>
                    <a:pt x="739" y="88"/>
                    <a:pt x="334" y="88"/>
                    <a:pt x="191" y="231"/>
                  </a:cubicBezTo>
                  <a:cubicBezTo>
                    <a:pt x="84" y="350"/>
                    <a:pt x="1" y="1147"/>
                    <a:pt x="60" y="1219"/>
                  </a:cubicBezTo>
                  <a:cubicBezTo>
                    <a:pt x="156" y="1338"/>
                    <a:pt x="394" y="1397"/>
                    <a:pt x="525" y="1469"/>
                  </a:cubicBezTo>
                  <a:cubicBezTo>
                    <a:pt x="775" y="1600"/>
                    <a:pt x="977" y="1814"/>
                    <a:pt x="1096" y="2076"/>
                  </a:cubicBezTo>
                  <a:cubicBezTo>
                    <a:pt x="1263" y="2457"/>
                    <a:pt x="1215" y="2909"/>
                    <a:pt x="1203" y="3326"/>
                  </a:cubicBezTo>
                  <a:cubicBezTo>
                    <a:pt x="1203" y="3350"/>
                    <a:pt x="1203" y="3374"/>
                    <a:pt x="1191" y="3398"/>
                  </a:cubicBezTo>
                  <a:cubicBezTo>
                    <a:pt x="1942" y="3279"/>
                    <a:pt x="2692" y="3219"/>
                    <a:pt x="3454" y="3207"/>
                  </a:cubicBezTo>
                  <a:lnTo>
                    <a:pt x="3466" y="2647"/>
                  </a:lnTo>
                  <a:cubicBezTo>
                    <a:pt x="3466" y="2314"/>
                    <a:pt x="3525" y="1981"/>
                    <a:pt x="3656" y="1671"/>
                  </a:cubicBezTo>
                  <a:cubicBezTo>
                    <a:pt x="3823" y="1314"/>
                    <a:pt x="4239" y="1147"/>
                    <a:pt x="4347" y="790"/>
                  </a:cubicBezTo>
                  <a:cubicBezTo>
                    <a:pt x="4548" y="70"/>
                    <a:pt x="3681" y="0"/>
                    <a:pt x="3038" y="0"/>
                  </a:cubicBezTo>
                  <a:cubicBezTo>
                    <a:pt x="2884" y="0"/>
                    <a:pt x="2743" y="4"/>
                    <a:pt x="2632" y="4"/>
                  </a:cubicBezTo>
                  <a:cubicBezTo>
                    <a:pt x="2504" y="2"/>
                    <a:pt x="2375" y="0"/>
                    <a:pt x="22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54"/>
            <p:cNvSpPr/>
            <p:nvPr/>
          </p:nvSpPr>
          <p:spPr>
            <a:xfrm>
              <a:off x="4339030" y="3313721"/>
              <a:ext cx="980970" cy="514619"/>
            </a:xfrm>
            <a:custGeom>
              <a:avLst/>
              <a:gdLst/>
              <a:ahLst/>
              <a:cxnLst/>
              <a:rect l="l" t="t" r="r" b="b"/>
              <a:pathLst>
                <a:path w="36542" h="19170" extrusionOk="0">
                  <a:moveTo>
                    <a:pt x="16987" y="9496"/>
                  </a:moveTo>
                  <a:cubicBezTo>
                    <a:pt x="17164" y="9496"/>
                    <a:pt x="17349" y="9524"/>
                    <a:pt x="17539" y="9585"/>
                  </a:cubicBezTo>
                  <a:cubicBezTo>
                    <a:pt x="18801" y="9990"/>
                    <a:pt x="19063" y="11561"/>
                    <a:pt x="18253" y="12514"/>
                  </a:cubicBezTo>
                  <a:cubicBezTo>
                    <a:pt x="17916" y="12916"/>
                    <a:pt x="17456" y="13098"/>
                    <a:pt x="16992" y="13098"/>
                  </a:cubicBezTo>
                  <a:cubicBezTo>
                    <a:pt x="16275" y="13098"/>
                    <a:pt x="15549" y="12665"/>
                    <a:pt x="15253" y="11942"/>
                  </a:cubicBezTo>
                  <a:cubicBezTo>
                    <a:pt x="15217" y="11859"/>
                    <a:pt x="15181" y="11764"/>
                    <a:pt x="15169" y="11680"/>
                  </a:cubicBezTo>
                  <a:cubicBezTo>
                    <a:pt x="15158" y="11668"/>
                    <a:pt x="15146" y="11656"/>
                    <a:pt x="15146" y="11645"/>
                  </a:cubicBezTo>
                  <a:lnTo>
                    <a:pt x="15146" y="11609"/>
                  </a:lnTo>
                  <a:cubicBezTo>
                    <a:pt x="15062" y="11156"/>
                    <a:pt x="15193" y="10680"/>
                    <a:pt x="15503" y="10335"/>
                  </a:cubicBezTo>
                  <a:cubicBezTo>
                    <a:pt x="15827" y="9843"/>
                    <a:pt x="16362" y="9496"/>
                    <a:pt x="16987" y="9496"/>
                  </a:cubicBezTo>
                  <a:close/>
                  <a:moveTo>
                    <a:pt x="11358" y="10945"/>
                  </a:moveTo>
                  <a:cubicBezTo>
                    <a:pt x="12906" y="10945"/>
                    <a:pt x="14169" y="12386"/>
                    <a:pt x="13919" y="13990"/>
                  </a:cubicBezTo>
                  <a:cubicBezTo>
                    <a:pt x="13706" y="15387"/>
                    <a:pt x="12335" y="16346"/>
                    <a:pt x="10978" y="16346"/>
                  </a:cubicBezTo>
                  <a:cubicBezTo>
                    <a:pt x="10439" y="16346"/>
                    <a:pt x="9903" y="16194"/>
                    <a:pt x="9443" y="15859"/>
                  </a:cubicBezTo>
                  <a:cubicBezTo>
                    <a:pt x="8954" y="15514"/>
                    <a:pt x="8621" y="14978"/>
                    <a:pt x="8550" y="14383"/>
                  </a:cubicBezTo>
                  <a:cubicBezTo>
                    <a:pt x="8145" y="13026"/>
                    <a:pt x="9288" y="11418"/>
                    <a:pt x="10681" y="11037"/>
                  </a:cubicBezTo>
                  <a:cubicBezTo>
                    <a:pt x="10910" y="10975"/>
                    <a:pt x="11137" y="10945"/>
                    <a:pt x="11358" y="10945"/>
                  </a:cubicBezTo>
                  <a:close/>
                  <a:moveTo>
                    <a:pt x="13157" y="0"/>
                  </a:moveTo>
                  <a:cubicBezTo>
                    <a:pt x="12419" y="60"/>
                    <a:pt x="11669" y="84"/>
                    <a:pt x="10931" y="143"/>
                  </a:cubicBezTo>
                  <a:cubicBezTo>
                    <a:pt x="10907" y="1298"/>
                    <a:pt x="10895" y="2477"/>
                    <a:pt x="10859" y="3644"/>
                  </a:cubicBezTo>
                  <a:cubicBezTo>
                    <a:pt x="10836" y="4227"/>
                    <a:pt x="10812" y="4810"/>
                    <a:pt x="10776" y="5394"/>
                  </a:cubicBezTo>
                  <a:cubicBezTo>
                    <a:pt x="10752" y="5739"/>
                    <a:pt x="11086" y="7084"/>
                    <a:pt x="10586" y="7180"/>
                  </a:cubicBezTo>
                  <a:cubicBezTo>
                    <a:pt x="6335" y="7965"/>
                    <a:pt x="2573" y="9906"/>
                    <a:pt x="394" y="13788"/>
                  </a:cubicBezTo>
                  <a:cubicBezTo>
                    <a:pt x="251" y="14038"/>
                    <a:pt x="120" y="14300"/>
                    <a:pt x="1" y="14562"/>
                  </a:cubicBezTo>
                  <a:cubicBezTo>
                    <a:pt x="806" y="13883"/>
                    <a:pt x="1837" y="13523"/>
                    <a:pt x="2860" y="13523"/>
                  </a:cubicBezTo>
                  <a:cubicBezTo>
                    <a:pt x="4062" y="13523"/>
                    <a:pt x="5252" y="14019"/>
                    <a:pt x="6049" y="15074"/>
                  </a:cubicBezTo>
                  <a:cubicBezTo>
                    <a:pt x="6442" y="15585"/>
                    <a:pt x="6680" y="16181"/>
                    <a:pt x="6764" y="16824"/>
                  </a:cubicBezTo>
                  <a:cubicBezTo>
                    <a:pt x="6787" y="17014"/>
                    <a:pt x="6776" y="17217"/>
                    <a:pt x="6776" y="17419"/>
                  </a:cubicBezTo>
                  <a:cubicBezTo>
                    <a:pt x="6799" y="17764"/>
                    <a:pt x="6728" y="17860"/>
                    <a:pt x="7097" y="18014"/>
                  </a:cubicBezTo>
                  <a:cubicBezTo>
                    <a:pt x="7264" y="18079"/>
                    <a:pt x="7439" y="18099"/>
                    <a:pt x="7620" y="18099"/>
                  </a:cubicBezTo>
                  <a:cubicBezTo>
                    <a:pt x="7904" y="18099"/>
                    <a:pt x="8199" y="18050"/>
                    <a:pt x="8490" y="18050"/>
                  </a:cubicBezTo>
                  <a:cubicBezTo>
                    <a:pt x="8517" y="18050"/>
                    <a:pt x="8543" y="18050"/>
                    <a:pt x="8570" y="18050"/>
                  </a:cubicBezTo>
                  <a:cubicBezTo>
                    <a:pt x="9830" y="18050"/>
                    <a:pt x="11118" y="18330"/>
                    <a:pt x="12074" y="19169"/>
                  </a:cubicBezTo>
                  <a:lnTo>
                    <a:pt x="12086" y="19169"/>
                  </a:lnTo>
                  <a:cubicBezTo>
                    <a:pt x="13086" y="18407"/>
                    <a:pt x="14074" y="17550"/>
                    <a:pt x="15312" y="17205"/>
                  </a:cubicBezTo>
                  <a:cubicBezTo>
                    <a:pt x="15760" y="17087"/>
                    <a:pt x="16224" y="17035"/>
                    <a:pt x="16690" y="17035"/>
                  </a:cubicBezTo>
                  <a:cubicBezTo>
                    <a:pt x="17450" y="17035"/>
                    <a:pt x="18216" y="17174"/>
                    <a:pt x="18932" y="17395"/>
                  </a:cubicBezTo>
                  <a:cubicBezTo>
                    <a:pt x="19340" y="17513"/>
                    <a:pt x="19661" y="17700"/>
                    <a:pt x="20079" y="17700"/>
                  </a:cubicBezTo>
                  <a:cubicBezTo>
                    <a:pt x="20124" y="17700"/>
                    <a:pt x="20170" y="17698"/>
                    <a:pt x="20218" y="17693"/>
                  </a:cubicBezTo>
                  <a:cubicBezTo>
                    <a:pt x="20706" y="17645"/>
                    <a:pt x="20777" y="17348"/>
                    <a:pt x="21039" y="16979"/>
                  </a:cubicBezTo>
                  <a:cubicBezTo>
                    <a:pt x="21361" y="16526"/>
                    <a:pt x="21730" y="16133"/>
                    <a:pt x="22158" y="15788"/>
                  </a:cubicBezTo>
                  <a:cubicBezTo>
                    <a:pt x="22944" y="15133"/>
                    <a:pt x="23909" y="14740"/>
                    <a:pt x="24933" y="14681"/>
                  </a:cubicBezTo>
                  <a:cubicBezTo>
                    <a:pt x="24814" y="14371"/>
                    <a:pt x="24683" y="14061"/>
                    <a:pt x="24540" y="13764"/>
                  </a:cubicBezTo>
                  <a:cubicBezTo>
                    <a:pt x="24159" y="13978"/>
                    <a:pt x="23778" y="14192"/>
                    <a:pt x="23397" y="14395"/>
                  </a:cubicBezTo>
                  <a:cubicBezTo>
                    <a:pt x="23373" y="14408"/>
                    <a:pt x="23348" y="14414"/>
                    <a:pt x="23324" y="14414"/>
                  </a:cubicBezTo>
                  <a:cubicBezTo>
                    <a:pt x="23194" y="14414"/>
                    <a:pt x="23086" y="14245"/>
                    <a:pt x="23206" y="14145"/>
                  </a:cubicBezTo>
                  <a:cubicBezTo>
                    <a:pt x="25171" y="12490"/>
                    <a:pt x="27504" y="11299"/>
                    <a:pt x="29707" y="10013"/>
                  </a:cubicBezTo>
                  <a:cubicBezTo>
                    <a:pt x="30898" y="9335"/>
                    <a:pt x="32076" y="8644"/>
                    <a:pt x="33231" y="7918"/>
                  </a:cubicBezTo>
                  <a:cubicBezTo>
                    <a:pt x="33779" y="7584"/>
                    <a:pt x="34315" y="7239"/>
                    <a:pt x="34839" y="6882"/>
                  </a:cubicBezTo>
                  <a:cubicBezTo>
                    <a:pt x="35112" y="6703"/>
                    <a:pt x="35362" y="6513"/>
                    <a:pt x="35624" y="6334"/>
                  </a:cubicBezTo>
                  <a:cubicBezTo>
                    <a:pt x="35827" y="6191"/>
                    <a:pt x="36291" y="5977"/>
                    <a:pt x="36398" y="5775"/>
                  </a:cubicBezTo>
                  <a:cubicBezTo>
                    <a:pt x="36541" y="5537"/>
                    <a:pt x="36410" y="4763"/>
                    <a:pt x="36148" y="4560"/>
                  </a:cubicBezTo>
                  <a:cubicBezTo>
                    <a:pt x="36073" y="4500"/>
                    <a:pt x="35997" y="4475"/>
                    <a:pt x="35922" y="4475"/>
                  </a:cubicBezTo>
                  <a:cubicBezTo>
                    <a:pt x="35703" y="4475"/>
                    <a:pt x="35489" y="4686"/>
                    <a:pt x="35303" y="4810"/>
                  </a:cubicBezTo>
                  <a:cubicBezTo>
                    <a:pt x="34720" y="5191"/>
                    <a:pt x="34136" y="5572"/>
                    <a:pt x="33553" y="5965"/>
                  </a:cubicBezTo>
                  <a:cubicBezTo>
                    <a:pt x="32303" y="6787"/>
                    <a:pt x="31041" y="7608"/>
                    <a:pt x="29778" y="8430"/>
                  </a:cubicBezTo>
                  <a:cubicBezTo>
                    <a:pt x="28612" y="9192"/>
                    <a:pt x="27445" y="9966"/>
                    <a:pt x="26254" y="10716"/>
                  </a:cubicBezTo>
                  <a:cubicBezTo>
                    <a:pt x="25087" y="11442"/>
                    <a:pt x="23897" y="12323"/>
                    <a:pt x="22611" y="12835"/>
                  </a:cubicBezTo>
                  <a:cubicBezTo>
                    <a:pt x="22608" y="12836"/>
                    <a:pt x="22604" y="12837"/>
                    <a:pt x="22601" y="12837"/>
                  </a:cubicBezTo>
                  <a:cubicBezTo>
                    <a:pt x="22569" y="12837"/>
                    <a:pt x="22543" y="12785"/>
                    <a:pt x="22575" y="12764"/>
                  </a:cubicBezTo>
                  <a:cubicBezTo>
                    <a:pt x="22861" y="12466"/>
                    <a:pt x="23170" y="12204"/>
                    <a:pt x="23492" y="11954"/>
                  </a:cubicBezTo>
                  <a:cubicBezTo>
                    <a:pt x="21635" y="9168"/>
                    <a:pt x="18789" y="7144"/>
                    <a:pt x="15277" y="6846"/>
                  </a:cubicBezTo>
                  <a:lnTo>
                    <a:pt x="15098" y="6846"/>
                  </a:lnTo>
                  <a:cubicBezTo>
                    <a:pt x="15029" y="6843"/>
                    <a:pt x="14955" y="6842"/>
                    <a:pt x="14879" y="6842"/>
                  </a:cubicBezTo>
                  <a:cubicBezTo>
                    <a:pt x="14737" y="6842"/>
                    <a:pt x="14585" y="6846"/>
                    <a:pt x="14433" y="6846"/>
                  </a:cubicBezTo>
                  <a:cubicBezTo>
                    <a:pt x="14123" y="6846"/>
                    <a:pt x="13808" y="6829"/>
                    <a:pt x="13550" y="6727"/>
                  </a:cubicBezTo>
                  <a:cubicBezTo>
                    <a:pt x="12776" y="6430"/>
                    <a:pt x="13026" y="5001"/>
                    <a:pt x="13050" y="4358"/>
                  </a:cubicBezTo>
                  <a:cubicBezTo>
                    <a:pt x="13086" y="2905"/>
                    <a:pt x="13122" y="1465"/>
                    <a:pt x="131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54"/>
            <p:cNvSpPr/>
            <p:nvPr/>
          </p:nvSpPr>
          <p:spPr>
            <a:xfrm>
              <a:off x="4743692" y="3568641"/>
              <a:ext cx="107085" cy="96696"/>
            </a:xfrm>
            <a:custGeom>
              <a:avLst/>
              <a:gdLst/>
              <a:ahLst/>
              <a:cxnLst/>
              <a:rect l="l" t="t" r="r" b="b"/>
              <a:pathLst>
                <a:path w="3989" h="3602" extrusionOk="0">
                  <a:moveTo>
                    <a:pt x="1813" y="286"/>
                  </a:moveTo>
                  <a:cubicBezTo>
                    <a:pt x="1938" y="286"/>
                    <a:pt x="2068" y="303"/>
                    <a:pt x="2203" y="339"/>
                  </a:cubicBezTo>
                  <a:cubicBezTo>
                    <a:pt x="3251" y="613"/>
                    <a:pt x="3536" y="1946"/>
                    <a:pt x="2858" y="2732"/>
                  </a:cubicBezTo>
                  <a:cubicBezTo>
                    <a:pt x="2564" y="3064"/>
                    <a:pt x="2181" y="3215"/>
                    <a:pt x="1799" y="3215"/>
                  </a:cubicBezTo>
                  <a:cubicBezTo>
                    <a:pt x="1235" y="3215"/>
                    <a:pt x="675" y="2887"/>
                    <a:pt x="405" y="2327"/>
                  </a:cubicBezTo>
                  <a:cubicBezTo>
                    <a:pt x="310" y="2137"/>
                    <a:pt x="262" y="1922"/>
                    <a:pt x="274" y="1708"/>
                  </a:cubicBezTo>
                  <a:cubicBezTo>
                    <a:pt x="438" y="948"/>
                    <a:pt x="1028" y="286"/>
                    <a:pt x="1813" y="286"/>
                  </a:cubicBezTo>
                  <a:close/>
                  <a:moveTo>
                    <a:pt x="1919" y="0"/>
                  </a:moveTo>
                  <a:cubicBezTo>
                    <a:pt x="1299" y="0"/>
                    <a:pt x="763" y="347"/>
                    <a:pt x="429" y="839"/>
                  </a:cubicBezTo>
                  <a:cubicBezTo>
                    <a:pt x="131" y="1184"/>
                    <a:pt x="0" y="1660"/>
                    <a:pt x="84" y="2113"/>
                  </a:cubicBezTo>
                  <a:lnTo>
                    <a:pt x="84" y="2149"/>
                  </a:lnTo>
                  <a:cubicBezTo>
                    <a:pt x="84" y="2160"/>
                    <a:pt x="84" y="2172"/>
                    <a:pt x="95" y="2184"/>
                  </a:cubicBezTo>
                  <a:cubicBezTo>
                    <a:pt x="119" y="2268"/>
                    <a:pt x="143" y="2363"/>
                    <a:pt x="179" y="2446"/>
                  </a:cubicBezTo>
                  <a:cubicBezTo>
                    <a:pt x="475" y="3169"/>
                    <a:pt x="1201" y="3602"/>
                    <a:pt x="1920" y="3602"/>
                  </a:cubicBezTo>
                  <a:cubicBezTo>
                    <a:pt x="2386" y="3602"/>
                    <a:pt x="2849" y="3420"/>
                    <a:pt x="3191" y="3018"/>
                  </a:cubicBezTo>
                  <a:cubicBezTo>
                    <a:pt x="3989" y="2065"/>
                    <a:pt x="3727" y="494"/>
                    <a:pt x="2465" y="89"/>
                  </a:cubicBezTo>
                  <a:cubicBezTo>
                    <a:pt x="2278" y="28"/>
                    <a:pt x="2095" y="0"/>
                    <a:pt x="19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54"/>
            <p:cNvSpPr/>
            <p:nvPr/>
          </p:nvSpPr>
          <p:spPr>
            <a:xfrm>
              <a:off x="4557656" y="3607539"/>
              <a:ext cx="161768" cy="144990"/>
            </a:xfrm>
            <a:custGeom>
              <a:avLst/>
              <a:gdLst/>
              <a:ahLst/>
              <a:cxnLst/>
              <a:rect l="l" t="t" r="r" b="b"/>
              <a:pathLst>
                <a:path w="6026" h="5401" extrusionOk="0">
                  <a:moveTo>
                    <a:pt x="3155" y="492"/>
                  </a:moveTo>
                  <a:cubicBezTo>
                    <a:pt x="4536" y="492"/>
                    <a:pt x="5620" y="1716"/>
                    <a:pt x="5287" y="3128"/>
                  </a:cubicBezTo>
                  <a:cubicBezTo>
                    <a:pt x="5021" y="4229"/>
                    <a:pt x="3873" y="4938"/>
                    <a:pt x="2762" y="4938"/>
                  </a:cubicBezTo>
                  <a:cubicBezTo>
                    <a:pt x="2335" y="4938"/>
                    <a:pt x="1913" y="4833"/>
                    <a:pt x="1549" y="4605"/>
                  </a:cubicBezTo>
                  <a:cubicBezTo>
                    <a:pt x="929" y="4200"/>
                    <a:pt x="584" y="3497"/>
                    <a:pt x="644" y="2759"/>
                  </a:cubicBezTo>
                  <a:cubicBezTo>
                    <a:pt x="703" y="2390"/>
                    <a:pt x="822" y="2033"/>
                    <a:pt x="1025" y="1712"/>
                  </a:cubicBezTo>
                  <a:cubicBezTo>
                    <a:pt x="1465" y="1081"/>
                    <a:pt x="2227" y="545"/>
                    <a:pt x="3001" y="497"/>
                  </a:cubicBezTo>
                  <a:cubicBezTo>
                    <a:pt x="3053" y="494"/>
                    <a:pt x="3104" y="492"/>
                    <a:pt x="3155" y="492"/>
                  </a:cubicBezTo>
                  <a:close/>
                  <a:moveTo>
                    <a:pt x="3214" y="0"/>
                  </a:moveTo>
                  <a:cubicBezTo>
                    <a:pt x="2993" y="0"/>
                    <a:pt x="2766" y="30"/>
                    <a:pt x="2537" y="92"/>
                  </a:cubicBezTo>
                  <a:cubicBezTo>
                    <a:pt x="1144" y="473"/>
                    <a:pt x="1" y="2081"/>
                    <a:pt x="406" y="3438"/>
                  </a:cubicBezTo>
                  <a:cubicBezTo>
                    <a:pt x="489" y="4033"/>
                    <a:pt x="810" y="4569"/>
                    <a:pt x="1310" y="4914"/>
                  </a:cubicBezTo>
                  <a:cubicBezTo>
                    <a:pt x="1768" y="5249"/>
                    <a:pt x="2302" y="5401"/>
                    <a:pt x="2839" y="5401"/>
                  </a:cubicBezTo>
                  <a:cubicBezTo>
                    <a:pt x="4191" y="5401"/>
                    <a:pt x="5562" y="4442"/>
                    <a:pt x="5775" y="3045"/>
                  </a:cubicBezTo>
                  <a:cubicBezTo>
                    <a:pt x="6025" y="1441"/>
                    <a:pt x="4762" y="0"/>
                    <a:pt x="32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54"/>
            <p:cNvSpPr/>
            <p:nvPr/>
          </p:nvSpPr>
          <p:spPr>
            <a:xfrm>
              <a:off x="4022286" y="3079418"/>
              <a:ext cx="1312721" cy="1352720"/>
            </a:xfrm>
            <a:custGeom>
              <a:avLst/>
              <a:gdLst/>
              <a:ahLst/>
              <a:cxnLst/>
              <a:rect l="l" t="t" r="r" b="b"/>
              <a:pathLst>
                <a:path w="48900" h="50390" extrusionOk="0">
                  <a:moveTo>
                    <a:pt x="22203" y="499"/>
                  </a:moveTo>
                  <a:cubicBezTo>
                    <a:pt x="22992" y="499"/>
                    <a:pt x="23788" y="541"/>
                    <a:pt x="24575" y="572"/>
                  </a:cubicBezTo>
                  <a:cubicBezTo>
                    <a:pt x="25183" y="584"/>
                    <a:pt x="25540" y="561"/>
                    <a:pt x="25421" y="1275"/>
                  </a:cubicBezTo>
                  <a:cubicBezTo>
                    <a:pt x="25325" y="1751"/>
                    <a:pt x="25254" y="2227"/>
                    <a:pt x="25183" y="2692"/>
                  </a:cubicBezTo>
                  <a:cubicBezTo>
                    <a:pt x="24843" y="2662"/>
                    <a:pt x="24502" y="2647"/>
                    <a:pt x="24161" y="2647"/>
                  </a:cubicBezTo>
                  <a:cubicBezTo>
                    <a:pt x="23546" y="2647"/>
                    <a:pt x="22930" y="2695"/>
                    <a:pt x="22325" y="2787"/>
                  </a:cubicBezTo>
                  <a:cubicBezTo>
                    <a:pt x="22337" y="2025"/>
                    <a:pt x="22111" y="1251"/>
                    <a:pt x="21908" y="513"/>
                  </a:cubicBezTo>
                  <a:lnTo>
                    <a:pt x="21920" y="501"/>
                  </a:lnTo>
                  <a:cubicBezTo>
                    <a:pt x="22014" y="500"/>
                    <a:pt x="22109" y="499"/>
                    <a:pt x="22203" y="499"/>
                  </a:cubicBezTo>
                  <a:close/>
                  <a:moveTo>
                    <a:pt x="23822" y="3128"/>
                  </a:moveTo>
                  <a:cubicBezTo>
                    <a:pt x="23950" y="3128"/>
                    <a:pt x="24078" y="3130"/>
                    <a:pt x="24206" y="3132"/>
                  </a:cubicBezTo>
                  <a:cubicBezTo>
                    <a:pt x="24319" y="3132"/>
                    <a:pt x="24462" y="3128"/>
                    <a:pt x="24618" y="3128"/>
                  </a:cubicBezTo>
                  <a:cubicBezTo>
                    <a:pt x="25267" y="3128"/>
                    <a:pt x="26132" y="3198"/>
                    <a:pt x="25921" y="3918"/>
                  </a:cubicBezTo>
                  <a:cubicBezTo>
                    <a:pt x="25825" y="4275"/>
                    <a:pt x="25409" y="4442"/>
                    <a:pt x="25230" y="4787"/>
                  </a:cubicBezTo>
                  <a:cubicBezTo>
                    <a:pt x="25111" y="5109"/>
                    <a:pt x="25052" y="5442"/>
                    <a:pt x="25052" y="5775"/>
                  </a:cubicBezTo>
                  <a:lnTo>
                    <a:pt x="25040" y="6335"/>
                  </a:lnTo>
                  <a:cubicBezTo>
                    <a:pt x="24278" y="6347"/>
                    <a:pt x="23528" y="6407"/>
                    <a:pt x="22789" y="6526"/>
                  </a:cubicBezTo>
                  <a:cubicBezTo>
                    <a:pt x="22789" y="6502"/>
                    <a:pt x="22789" y="6478"/>
                    <a:pt x="22789" y="6454"/>
                  </a:cubicBezTo>
                  <a:cubicBezTo>
                    <a:pt x="22801" y="6037"/>
                    <a:pt x="22849" y="5585"/>
                    <a:pt x="22682" y="5204"/>
                  </a:cubicBezTo>
                  <a:cubicBezTo>
                    <a:pt x="22563" y="4942"/>
                    <a:pt x="22361" y="4728"/>
                    <a:pt x="22111" y="4597"/>
                  </a:cubicBezTo>
                  <a:cubicBezTo>
                    <a:pt x="21980" y="4525"/>
                    <a:pt x="21742" y="4466"/>
                    <a:pt x="21646" y="4347"/>
                  </a:cubicBezTo>
                  <a:cubicBezTo>
                    <a:pt x="21575" y="4275"/>
                    <a:pt x="21658" y="3478"/>
                    <a:pt x="21777" y="3359"/>
                  </a:cubicBezTo>
                  <a:cubicBezTo>
                    <a:pt x="21908" y="3216"/>
                    <a:pt x="22325" y="3204"/>
                    <a:pt x="22504" y="3192"/>
                  </a:cubicBezTo>
                  <a:cubicBezTo>
                    <a:pt x="22947" y="3146"/>
                    <a:pt x="23383" y="3128"/>
                    <a:pt x="23822" y="3128"/>
                  </a:cubicBezTo>
                  <a:close/>
                  <a:moveTo>
                    <a:pt x="25057" y="6837"/>
                  </a:moveTo>
                  <a:cubicBezTo>
                    <a:pt x="25139" y="6837"/>
                    <a:pt x="25221" y="6840"/>
                    <a:pt x="25302" y="6847"/>
                  </a:cubicBezTo>
                  <a:cubicBezTo>
                    <a:pt x="25347" y="6852"/>
                    <a:pt x="25386" y="6853"/>
                    <a:pt x="25421" y="6853"/>
                  </a:cubicBezTo>
                  <a:cubicBezTo>
                    <a:pt x="25444" y="6853"/>
                    <a:pt x="25465" y="6852"/>
                    <a:pt x="25485" y="6852"/>
                  </a:cubicBezTo>
                  <a:cubicBezTo>
                    <a:pt x="25585" y="6852"/>
                    <a:pt x="25651" y="6863"/>
                    <a:pt x="25754" y="6990"/>
                  </a:cubicBezTo>
                  <a:cubicBezTo>
                    <a:pt x="25885" y="7145"/>
                    <a:pt x="25802" y="7776"/>
                    <a:pt x="25742" y="8109"/>
                  </a:cubicBezTo>
                  <a:cubicBezTo>
                    <a:pt x="25147" y="8192"/>
                    <a:pt x="24563" y="8288"/>
                    <a:pt x="23968" y="8371"/>
                  </a:cubicBezTo>
                  <a:cubicBezTo>
                    <a:pt x="23593" y="8422"/>
                    <a:pt x="23011" y="8583"/>
                    <a:pt x="22535" y="8583"/>
                  </a:cubicBezTo>
                  <a:cubicBezTo>
                    <a:pt x="22346" y="8583"/>
                    <a:pt x="22175" y="8558"/>
                    <a:pt x="22039" y="8490"/>
                  </a:cubicBezTo>
                  <a:cubicBezTo>
                    <a:pt x="21825" y="8490"/>
                    <a:pt x="21742" y="8383"/>
                    <a:pt x="21765" y="8169"/>
                  </a:cubicBezTo>
                  <a:cubicBezTo>
                    <a:pt x="21718" y="7931"/>
                    <a:pt x="21682" y="7692"/>
                    <a:pt x="21658" y="7466"/>
                  </a:cubicBezTo>
                  <a:cubicBezTo>
                    <a:pt x="21682" y="7038"/>
                    <a:pt x="21932" y="7085"/>
                    <a:pt x="22301" y="7038"/>
                  </a:cubicBezTo>
                  <a:lnTo>
                    <a:pt x="22313" y="7026"/>
                  </a:lnTo>
                  <a:cubicBezTo>
                    <a:pt x="22551" y="6990"/>
                    <a:pt x="22789" y="6966"/>
                    <a:pt x="23016" y="6942"/>
                  </a:cubicBezTo>
                  <a:cubicBezTo>
                    <a:pt x="23349" y="6930"/>
                    <a:pt x="23694" y="6918"/>
                    <a:pt x="24028" y="6907"/>
                  </a:cubicBezTo>
                  <a:cubicBezTo>
                    <a:pt x="24364" y="6887"/>
                    <a:pt x="24715" y="6837"/>
                    <a:pt x="25057" y="6837"/>
                  </a:cubicBezTo>
                  <a:close/>
                  <a:moveTo>
                    <a:pt x="24968" y="8740"/>
                  </a:moveTo>
                  <a:lnTo>
                    <a:pt x="24968" y="8740"/>
                  </a:lnTo>
                  <a:cubicBezTo>
                    <a:pt x="24933" y="10193"/>
                    <a:pt x="24897" y="11645"/>
                    <a:pt x="24849" y="13098"/>
                  </a:cubicBezTo>
                  <a:cubicBezTo>
                    <a:pt x="24837" y="13729"/>
                    <a:pt x="24575" y="15169"/>
                    <a:pt x="25361" y="15467"/>
                  </a:cubicBezTo>
                  <a:cubicBezTo>
                    <a:pt x="25622" y="15566"/>
                    <a:pt x="25950" y="15577"/>
                    <a:pt x="26272" y="15577"/>
                  </a:cubicBezTo>
                  <a:cubicBezTo>
                    <a:pt x="26365" y="15577"/>
                    <a:pt x="26458" y="15576"/>
                    <a:pt x="26548" y="15576"/>
                  </a:cubicBezTo>
                  <a:cubicBezTo>
                    <a:pt x="26674" y="15576"/>
                    <a:pt x="26796" y="15578"/>
                    <a:pt x="26909" y="15586"/>
                  </a:cubicBezTo>
                  <a:lnTo>
                    <a:pt x="27076" y="15586"/>
                  </a:lnTo>
                  <a:cubicBezTo>
                    <a:pt x="30600" y="15872"/>
                    <a:pt x="33434" y="17896"/>
                    <a:pt x="35303" y="20682"/>
                  </a:cubicBezTo>
                  <a:cubicBezTo>
                    <a:pt x="34969" y="20932"/>
                    <a:pt x="34660" y="21206"/>
                    <a:pt x="34374" y="21492"/>
                  </a:cubicBezTo>
                  <a:cubicBezTo>
                    <a:pt x="34354" y="21512"/>
                    <a:pt x="34368" y="21568"/>
                    <a:pt x="34403" y="21568"/>
                  </a:cubicBezTo>
                  <a:cubicBezTo>
                    <a:pt x="34409" y="21568"/>
                    <a:pt x="34415" y="21566"/>
                    <a:pt x="34422" y="21563"/>
                  </a:cubicBezTo>
                  <a:cubicBezTo>
                    <a:pt x="35696" y="21063"/>
                    <a:pt x="36898" y="20182"/>
                    <a:pt x="38053" y="19444"/>
                  </a:cubicBezTo>
                  <a:cubicBezTo>
                    <a:pt x="39244" y="18694"/>
                    <a:pt x="40411" y="17920"/>
                    <a:pt x="41589" y="17158"/>
                  </a:cubicBezTo>
                  <a:cubicBezTo>
                    <a:pt x="42851" y="16348"/>
                    <a:pt x="44102" y="15527"/>
                    <a:pt x="45352" y="14693"/>
                  </a:cubicBezTo>
                  <a:cubicBezTo>
                    <a:pt x="45947" y="14312"/>
                    <a:pt x="46530" y="13931"/>
                    <a:pt x="47114" y="13538"/>
                  </a:cubicBezTo>
                  <a:cubicBezTo>
                    <a:pt x="47300" y="13423"/>
                    <a:pt x="47506" y="13215"/>
                    <a:pt x="47727" y="13215"/>
                  </a:cubicBezTo>
                  <a:cubicBezTo>
                    <a:pt x="47803" y="13215"/>
                    <a:pt x="47880" y="13240"/>
                    <a:pt x="47959" y="13300"/>
                  </a:cubicBezTo>
                  <a:cubicBezTo>
                    <a:pt x="48221" y="13503"/>
                    <a:pt x="48352" y="14265"/>
                    <a:pt x="48209" y="14515"/>
                  </a:cubicBezTo>
                  <a:cubicBezTo>
                    <a:pt x="48090" y="14717"/>
                    <a:pt x="47626" y="14931"/>
                    <a:pt x="47435" y="15062"/>
                  </a:cubicBezTo>
                  <a:cubicBezTo>
                    <a:pt x="47173" y="15253"/>
                    <a:pt x="46911" y="15431"/>
                    <a:pt x="46650" y="15610"/>
                  </a:cubicBezTo>
                  <a:cubicBezTo>
                    <a:pt x="46114" y="15967"/>
                    <a:pt x="45578" y="16312"/>
                    <a:pt x="45042" y="16658"/>
                  </a:cubicBezTo>
                  <a:cubicBezTo>
                    <a:pt x="43887" y="17372"/>
                    <a:pt x="42709" y="18063"/>
                    <a:pt x="41518" y="18753"/>
                  </a:cubicBezTo>
                  <a:cubicBezTo>
                    <a:pt x="39303" y="20039"/>
                    <a:pt x="36970" y="21218"/>
                    <a:pt x="34993" y="22873"/>
                  </a:cubicBezTo>
                  <a:cubicBezTo>
                    <a:pt x="34873" y="22973"/>
                    <a:pt x="34990" y="23142"/>
                    <a:pt x="35122" y="23142"/>
                  </a:cubicBezTo>
                  <a:cubicBezTo>
                    <a:pt x="35147" y="23142"/>
                    <a:pt x="35172" y="23136"/>
                    <a:pt x="35196" y="23123"/>
                  </a:cubicBezTo>
                  <a:cubicBezTo>
                    <a:pt x="35577" y="22920"/>
                    <a:pt x="35946" y="22706"/>
                    <a:pt x="36327" y="22492"/>
                  </a:cubicBezTo>
                  <a:cubicBezTo>
                    <a:pt x="36470" y="22789"/>
                    <a:pt x="36601" y="23099"/>
                    <a:pt x="36720" y="23409"/>
                  </a:cubicBezTo>
                  <a:cubicBezTo>
                    <a:pt x="35708" y="23468"/>
                    <a:pt x="34731" y="23861"/>
                    <a:pt x="33957" y="24516"/>
                  </a:cubicBezTo>
                  <a:cubicBezTo>
                    <a:pt x="33529" y="24861"/>
                    <a:pt x="33148" y="25266"/>
                    <a:pt x="32826" y="25707"/>
                  </a:cubicBezTo>
                  <a:cubicBezTo>
                    <a:pt x="32564" y="26076"/>
                    <a:pt x="32481" y="26373"/>
                    <a:pt x="32005" y="26421"/>
                  </a:cubicBezTo>
                  <a:cubicBezTo>
                    <a:pt x="31959" y="26426"/>
                    <a:pt x="31913" y="26428"/>
                    <a:pt x="31869" y="26428"/>
                  </a:cubicBezTo>
                  <a:cubicBezTo>
                    <a:pt x="31458" y="26428"/>
                    <a:pt x="31129" y="26241"/>
                    <a:pt x="30731" y="26123"/>
                  </a:cubicBezTo>
                  <a:cubicBezTo>
                    <a:pt x="30015" y="25902"/>
                    <a:pt x="29249" y="25763"/>
                    <a:pt x="28489" y="25763"/>
                  </a:cubicBezTo>
                  <a:cubicBezTo>
                    <a:pt x="28023" y="25763"/>
                    <a:pt x="27559" y="25815"/>
                    <a:pt x="27111" y="25933"/>
                  </a:cubicBezTo>
                  <a:cubicBezTo>
                    <a:pt x="25873" y="26254"/>
                    <a:pt x="24885" y="27135"/>
                    <a:pt x="23885" y="27897"/>
                  </a:cubicBezTo>
                  <a:cubicBezTo>
                    <a:pt x="22918" y="27047"/>
                    <a:pt x="21643" y="26778"/>
                    <a:pt x="20373" y="26778"/>
                  </a:cubicBezTo>
                  <a:cubicBezTo>
                    <a:pt x="20345" y="26778"/>
                    <a:pt x="20317" y="26778"/>
                    <a:pt x="20289" y="26778"/>
                  </a:cubicBezTo>
                  <a:cubicBezTo>
                    <a:pt x="20016" y="26778"/>
                    <a:pt x="19735" y="26819"/>
                    <a:pt x="19459" y="26819"/>
                  </a:cubicBezTo>
                  <a:cubicBezTo>
                    <a:pt x="19267" y="26819"/>
                    <a:pt x="19077" y="26799"/>
                    <a:pt x="18896" y="26730"/>
                  </a:cubicBezTo>
                  <a:cubicBezTo>
                    <a:pt x="18527" y="26588"/>
                    <a:pt x="18586" y="26480"/>
                    <a:pt x="18575" y="26135"/>
                  </a:cubicBezTo>
                  <a:cubicBezTo>
                    <a:pt x="18575" y="25945"/>
                    <a:pt x="18586" y="25742"/>
                    <a:pt x="18575" y="25540"/>
                  </a:cubicBezTo>
                  <a:cubicBezTo>
                    <a:pt x="18491" y="24909"/>
                    <a:pt x="18241" y="24302"/>
                    <a:pt x="17848" y="23790"/>
                  </a:cubicBezTo>
                  <a:cubicBezTo>
                    <a:pt x="17051" y="22735"/>
                    <a:pt x="15864" y="22240"/>
                    <a:pt x="14664" y="22240"/>
                  </a:cubicBezTo>
                  <a:cubicBezTo>
                    <a:pt x="13642" y="22240"/>
                    <a:pt x="12610" y="22599"/>
                    <a:pt x="11800" y="23278"/>
                  </a:cubicBezTo>
                  <a:cubicBezTo>
                    <a:pt x="11919" y="23016"/>
                    <a:pt x="12050" y="22754"/>
                    <a:pt x="12205" y="22504"/>
                  </a:cubicBezTo>
                  <a:cubicBezTo>
                    <a:pt x="14372" y="18634"/>
                    <a:pt x="18146" y="16693"/>
                    <a:pt x="22385" y="15896"/>
                  </a:cubicBezTo>
                  <a:cubicBezTo>
                    <a:pt x="22897" y="15801"/>
                    <a:pt x="22551" y="14455"/>
                    <a:pt x="22575" y="14122"/>
                  </a:cubicBezTo>
                  <a:cubicBezTo>
                    <a:pt x="22623" y="13538"/>
                    <a:pt x="22647" y="12955"/>
                    <a:pt x="22658" y="12372"/>
                  </a:cubicBezTo>
                  <a:cubicBezTo>
                    <a:pt x="22706" y="11205"/>
                    <a:pt x="22718" y="10038"/>
                    <a:pt x="22730" y="8871"/>
                  </a:cubicBezTo>
                  <a:cubicBezTo>
                    <a:pt x="23480" y="8812"/>
                    <a:pt x="24218" y="8788"/>
                    <a:pt x="24968" y="8740"/>
                  </a:cubicBezTo>
                  <a:close/>
                  <a:moveTo>
                    <a:pt x="14599" y="22536"/>
                  </a:moveTo>
                  <a:cubicBezTo>
                    <a:pt x="14845" y="22536"/>
                    <a:pt x="15094" y="22560"/>
                    <a:pt x="15348" y="22611"/>
                  </a:cubicBezTo>
                  <a:cubicBezTo>
                    <a:pt x="16884" y="22897"/>
                    <a:pt x="18122" y="24313"/>
                    <a:pt x="18134" y="25873"/>
                  </a:cubicBezTo>
                  <a:cubicBezTo>
                    <a:pt x="18134" y="26290"/>
                    <a:pt x="18051" y="26766"/>
                    <a:pt x="18348" y="27100"/>
                  </a:cubicBezTo>
                  <a:cubicBezTo>
                    <a:pt x="18516" y="27298"/>
                    <a:pt x="18743" y="27351"/>
                    <a:pt x="18982" y="27351"/>
                  </a:cubicBezTo>
                  <a:cubicBezTo>
                    <a:pt x="19200" y="27351"/>
                    <a:pt x="19429" y="27307"/>
                    <a:pt x="19634" y="27290"/>
                  </a:cubicBezTo>
                  <a:cubicBezTo>
                    <a:pt x="19913" y="27263"/>
                    <a:pt x="20195" y="27247"/>
                    <a:pt x="20475" y="27247"/>
                  </a:cubicBezTo>
                  <a:cubicBezTo>
                    <a:pt x="21669" y="27247"/>
                    <a:pt x="22841" y="27536"/>
                    <a:pt x="23670" y="28481"/>
                  </a:cubicBezTo>
                  <a:cubicBezTo>
                    <a:pt x="23727" y="28538"/>
                    <a:pt x="23801" y="28565"/>
                    <a:pt x="23874" y="28565"/>
                  </a:cubicBezTo>
                  <a:cubicBezTo>
                    <a:pt x="23924" y="28565"/>
                    <a:pt x="23973" y="28552"/>
                    <a:pt x="24016" y="28528"/>
                  </a:cubicBezTo>
                  <a:cubicBezTo>
                    <a:pt x="25147" y="27742"/>
                    <a:pt x="26111" y="26695"/>
                    <a:pt x="27504" y="26385"/>
                  </a:cubicBezTo>
                  <a:cubicBezTo>
                    <a:pt x="27816" y="26316"/>
                    <a:pt x="28118" y="26286"/>
                    <a:pt x="28412" y="26286"/>
                  </a:cubicBezTo>
                  <a:cubicBezTo>
                    <a:pt x="29478" y="26286"/>
                    <a:pt x="30453" y="26678"/>
                    <a:pt x="31517" y="27004"/>
                  </a:cubicBezTo>
                  <a:cubicBezTo>
                    <a:pt x="31693" y="27057"/>
                    <a:pt x="31848" y="27081"/>
                    <a:pt x="31987" y="27081"/>
                  </a:cubicBezTo>
                  <a:cubicBezTo>
                    <a:pt x="32661" y="27081"/>
                    <a:pt x="32941" y="26511"/>
                    <a:pt x="33386" y="25909"/>
                  </a:cubicBezTo>
                  <a:cubicBezTo>
                    <a:pt x="34160" y="24849"/>
                    <a:pt x="35267" y="24028"/>
                    <a:pt x="36577" y="23873"/>
                  </a:cubicBezTo>
                  <a:lnTo>
                    <a:pt x="36577" y="23873"/>
                  </a:lnTo>
                  <a:cubicBezTo>
                    <a:pt x="36386" y="24087"/>
                    <a:pt x="36243" y="24313"/>
                    <a:pt x="36124" y="24564"/>
                  </a:cubicBezTo>
                  <a:cubicBezTo>
                    <a:pt x="35922" y="25016"/>
                    <a:pt x="35934" y="25826"/>
                    <a:pt x="35612" y="26135"/>
                  </a:cubicBezTo>
                  <a:cubicBezTo>
                    <a:pt x="35303" y="26445"/>
                    <a:pt x="34636" y="26469"/>
                    <a:pt x="34207" y="26659"/>
                  </a:cubicBezTo>
                  <a:cubicBezTo>
                    <a:pt x="33779" y="26849"/>
                    <a:pt x="33374" y="27100"/>
                    <a:pt x="33017" y="27409"/>
                  </a:cubicBezTo>
                  <a:cubicBezTo>
                    <a:pt x="32683" y="27707"/>
                    <a:pt x="32374" y="28052"/>
                    <a:pt x="32112" y="28421"/>
                  </a:cubicBezTo>
                  <a:cubicBezTo>
                    <a:pt x="31818" y="28806"/>
                    <a:pt x="31450" y="28903"/>
                    <a:pt x="31054" y="28903"/>
                  </a:cubicBezTo>
                  <a:cubicBezTo>
                    <a:pt x="30776" y="28903"/>
                    <a:pt x="30485" y="28855"/>
                    <a:pt x="30195" y="28826"/>
                  </a:cubicBezTo>
                  <a:cubicBezTo>
                    <a:pt x="29759" y="28776"/>
                    <a:pt x="29318" y="28752"/>
                    <a:pt x="28876" y="28752"/>
                  </a:cubicBezTo>
                  <a:cubicBezTo>
                    <a:pt x="28258" y="28752"/>
                    <a:pt x="27639" y="28800"/>
                    <a:pt x="27028" y="28897"/>
                  </a:cubicBezTo>
                  <a:cubicBezTo>
                    <a:pt x="26004" y="29052"/>
                    <a:pt x="25040" y="29457"/>
                    <a:pt x="24206" y="30064"/>
                  </a:cubicBezTo>
                  <a:cubicBezTo>
                    <a:pt x="23897" y="30302"/>
                    <a:pt x="23754" y="30457"/>
                    <a:pt x="23373" y="30469"/>
                  </a:cubicBezTo>
                  <a:cubicBezTo>
                    <a:pt x="23359" y="30469"/>
                    <a:pt x="23345" y="30470"/>
                    <a:pt x="23332" y="30470"/>
                  </a:cubicBezTo>
                  <a:cubicBezTo>
                    <a:pt x="22973" y="30470"/>
                    <a:pt x="22717" y="30321"/>
                    <a:pt x="22373" y="30195"/>
                  </a:cubicBezTo>
                  <a:cubicBezTo>
                    <a:pt x="21742" y="29993"/>
                    <a:pt x="21099" y="29838"/>
                    <a:pt x="20444" y="29755"/>
                  </a:cubicBezTo>
                  <a:cubicBezTo>
                    <a:pt x="19699" y="29666"/>
                    <a:pt x="18946" y="29623"/>
                    <a:pt x="18191" y="29623"/>
                  </a:cubicBezTo>
                  <a:cubicBezTo>
                    <a:pt x="17727" y="29623"/>
                    <a:pt x="17263" y="29640"/>
                    <a:pt x="16801" y="29671"/>
                  </a:cubicBezTo>
                  <a:cubicBezTo>
                    <a:pt x="16577" y="29685"/>
                    <a:pt x="16339" y="29709"/>
                    <a:pt x="16112" y="29709"/>
                  </a:cubicBezTo>
                  <a:cubicBezTo>
                    <a:pt x="15563" y="29709"/>
                    <a:pt x="15081" y="29568"/>
                    <a:pt x="15038" y="28802"/>
                  </a:cubicBezTo>
                  <a:cubicBezTo>
                    <a:pt x="15038" y="28350"/>
                    <a:pt x="15003" y="27885"/>
                    <a:pt x="14955" y="27421"/>
                  </a:cubicBezTo>
                  <a:cubicBezTo>
                    <a:pt x="14765" y="26254"/>
                    <a:pt x="14193" y="25183"/>
                    <a:pt x="13336" y="24373"/>
                  </a:cubicBezTo>
                  <a:cubicBezTo>
                    <a:pt x="12955" y="24012"/>
                    <a:pt x="12446" y="23718"/>
                    <a:pt x="11958" y="23718"/>
                  </a:cubicBezTo>
                  <a:cubicBezTo>
                    <a:pt x="11836" y="23718"/>
                    <a:pt x="11715" y="23737"/>
                    <a:pt x="11598" y="23778"/>
                  </a:cubicBezTo>
                  <a:cubicBezTo>
                    <a:pt x="11609" y="23742"/>
                    <a:pt x="11633" y="23694"/>
                    <a:pt x="11645" y="23647"/>
                  </a:cubicBezTo>
                  <a:cubicBezTo>
                    <a:pt x="12518" y="22997"/>
                    <a:pt x="13518" y="22536"/>
                    <a:pt x="14599" y="22536"/>
                  </a:cubicBezTo>
                  <a:close/>
                  <a:moveTo>
                    <a:pt x="11789" y="23902"/>
                  </a:moveTo>
                  <a:cubicBezTo>
                    <a:pt x="13058" y="23902"/>
                    <a:pt x="14052" y="25677"/>
                    <a:pt x="14395" y="26719"/>
                  </a:cubicBezTo>
                  <a:cubicBezTo>
                    <a:pt x="14562" y="27302"/>
                    <a:pt x="14646" y="27897"/>
                    <a:pt x="14646" y="28504"/>
                  </a:cubicBezTo>
                  <a:cubicBezTo>
                    <a:pt x="14646" y="28885"/>
                    <a:pt x="14622" y="29314"/>
                    <a:pt x="14836" y="29647"/>
                  </a:cubicBezTo>
                  <a:cubicBezTo>
                    <a:pt x="15096" y="30055"/>
                    <a:pt x="15544" y="30151"/>
                    <a:pt x="16010" y="30151"/>
                  </a:cubicBezTo>
                  <a:cubicBezTo>
                    <a:pt x="16376" y="30151"/>
                    <a:pt x="16754" y="30092"/>
                    <a:pt x="17062" y="30076"/>
                  </a:cubicBezTo>
                  <a:cubicBezTo>
                    <a:pt x="17545" y="30046"/>
                    <a:pt x="18032" y="30026"/>
                    <a:pt x="18519" y="30026"/>
                  </a:cubicBezTo>
                  <a:cubicBezTo>
                    <a:pt x="19390" y="30026"/>
                    <a:pt x="20263" y="30092"/>
                    <a:pt x="21111" y="30290"/>
                  </a:cubicBezTo>
                  <a:cubicBezTo>
                    <a:pt x="21742" y="30433"/>
                    <a:pt x="22289" y="30707"/>
                    <a:pt x="22897" y="30910"/>
                  </a:cubicBezTo>
                  <a:cubicBezTo>
                    <a:pt x="23097" y="30982"/>
                    <a:pt x="23266" y="31024"/>
                    <a:pt x="23434" y="31024"/>
                  </a:cubicBezTo>
                  <a:cubicBezTo>
                    <a:pt x="23596" y="31024"/>
                    <a:pt x="23757" y="30985"/>
                    <a:pt x="23944" y="30898"/>
                  </a:cubicBezTo>
                  <a:cubicBezTo>
                    <a:pt x="24397" y="30659"/>
                    <a:pt x="24742" y="30219"/>
                    <a:pt x="25183" y="29957"/>
                  </a:cubicBezTo>
                  <a:cubicBezTo>
                    <a:pt x="25718" y="29636"/>
                    <a:pt x="26302" y="29409"/>
                    <a:pt x="26909" y="29290"/>
                  </a:cubicBezTo>
                  <a:cubicBezTo>
                    <a:pt x="27456" y="29173"/>
                    <a:pt x="28006" y="29128"/>
                    <a:pt x="28556" y="29128"/>
                  </a:cubicBezTo>
                  <a:cubicBezTo>
                    <a:pt x="29238" y="29128"/>
                    <a:pt x="29921" y="29198"/>
                    <a:pt x="30600" y="29290"/>
                  </a:cubicBezTo>
                  <a:cubicBezTo>
                    <a:pt x="30813" y="29320"/>
                    <a:pt x="31006" y="29339"/>
                    <a:pt x="31184" y="29339"/>
                  </a:cubicBezTo>
                  <a:cubicBezTo>
                    <a:pt x="31711" y="29339"/>
                    <a:pt x="32104" y="29175"/>
                    <a:pt x="32505" y="28659"/>
                  </a:cubicBezTo>
                  <a:cubicBezTo>
                    <a:pt x="32969" y="28064"/>
                    <a:pt x="33445" y="27564"/>
                    <a:pt x="34112" y="27195"/>
                  </a:cubicBezTo>
                  <a:cubicBezTo>
                    <a:pt x="34636" y="26909"/>
                    <a:pt x="35243" y="26885"/>
                    <a:pt x="35755" y="26623"/>
                  </a:cubicBezTo>
                  <a:cubicBezTo>
                    <a:pt x="36089" y="26457"/>
                    <a:pt x="36160" y="26171"/>
                    <a:pt x="36232" y="25826"/>
                  </a:cubicBezTo>
                  <a:cubicBezTo>
                    <a:pt x="36386" y="25159"/>
                    <a:pt x="36505" y="24540"/>
                    <a:pt x="36946" y="24016"/>
                  </a:cubicBezTo>
                  <a:cubicBezTo>
                    <a:pt x="37398" y="25326"/>
                    <a:pt x="37672" y="26683"/>
                    <a:pt x="37744" y="28064"/>
                  </a:cubicBezTo>
                  <a:cubicBezTo>
                    <a:pt x="37827" y="29790"/>
                    <a:pt x="37660" y="31517"/>
                    <a:pt x="37255" y="33196"/>
                  </a:cubicBezTo>
                  <a:cubicBezTo>
                    <a:pt x="37160" y="33600"/>
                    <a:pt x="37053" y="34017"/>
                    <a:pt x="36934" y="34410"/>
                  </a:cubicBezTo>
                  <a:cubicBezTo>
                    <a:pt x="36839" y="34720"/>
                    <a:pt x="36755" y="35386"/>
                    <a:pt x="36541" y="35648"/>
                  </a:cubicBezTo>
                  <a:cubicBezTo>
                    <a:pt x="36260" y="35974"/>
                    <a:pt x="35660" y="36050"/>
                    <a:pt x="35050" y="36050"/>
                  </a:cubicBezTo>
                  <a:cubicBezTo>
                    <a:pt x="34523" y="36050"/>
                    <a:pt x="33990" y="35993"/>
                    <a:pt x="33648" y="35993"/>
                  </a:cubicBezTo>
                  <a:lnTo>
                    <a:pt x="22873" y="36065"/>
                  </a:lnTo>
                  <a:cubicBezTo>
                    <a:pt x="20872" y="36089"/>
                    <a:pt x="18884" y="36089"/>
                    <a:pt x="16884" y="36124"/>
                  </a:cubicBezTo>
                  <a:cubicBezTo>
                    <a:pt x="15848" y="36136"/>
                    <a:pt x="14800" y="36160"/>
                    <a:pt x="13764" y="36184"/>
                  </a:cubicBezTo>
                  <a:cubicBezTo>
                    <a:pt x="13494" y="36190"/>
                    <a:pt x="12920" y="36254"/>
                    <a:pt x="12333" y="36254"/>
                  </a:cubicBezTo>
                  <a:cubicBezTo>
                    <a:pt x="11733" y="36254"/>
                    <a:pt x="11119" y="36187"/>
                    <a:pt x="10800" y="35922"/>
                  </a:cubicBezTo>
                  <a:cubicBezTo>
                    <a:pt x="10502" y="33577"/>
                    <a:pt x="10157" y="31291"/>
                    <a:pt x="10335" y="28921"/>
                  </a:cubicBezTo>
                  <a:cubicBezTo>
                    <a:pt x="10466" y="27207"/>
                    <a:pt x="10859" y="25528"/>
                    <a:pt x="11502" y="23932"/>
                  </a:cubicBezTo>
                  <a:cubicBezTo>
                    <a:pt x="11599" y="23912"/>
                    <a:pt x="11695" y="23902"/>
                    <a:pt x="11789" y="23902"/>
                  </a:cubicBezTo>
                  <a:close/>
                  <a:moveTo>
                    <a:pt x="22861" y="37863"/>
                  </a:moveTo>
                  <a:cubicBezTo>
                    <a:pt x="23158" y="38268"/>
                    <a:pt x="23468" y="38649"/>
                    <a:pt x="23813" y="38994"/>
                  </a:cubicBezTo>
                  <a:cubicBezTo>
                    <a:pt x="23848" y="39029"/>
                    <a:pt x="23890" y="39045"/>
                    <a:pt x="23930" y="39045"/>
                  </a:cubicBezTo>
                  <a:cubicBezTo>
                    <a:pt x="23999" y="39045"/>
                    <a:pt x="24065" y="38998"/>
                    <a:pt x="24087" y="38922"/>
                  </a:cubicBezTo>
                  <a:cubicBezTo>
                    <a:pt x="24147" y="38625"/>
                    <a:pt x="24159" y="38315"/>
                    <a:pt x="24147" y="38006"/>
                  </a:cubicBezTo>
                  <a:lnTo>
                    <a:pt x="24147" y="38006"/>
                  </a:lnTo>
                  <a:cubicBezTo>
                    <a:pt x="24504" y="38399"/>
                    <a:pt x="24611" y="38851"/>
                    <a:pt x="24873" y="39375"/>
                  </a:cubicBezTo>
                  <a:cubicBezTo>
                    <a:pt x="24951" y="39530"/>
                    <a:pt x="25049" y="39675"/>
                    <a:pt x="25245" y="39675"/>
                  </a:cubicBezTo>
                  <a:cubicBezTo>
                    <a:pt x="25259" y="39675"/>
                    <a:pt x="25274" y="39674"/>
                    <a:pt x="25290" y="39673"/>
                  </a:cubicBezTo>
                  <a:cubicBezTo>
                    <a:pt x="25718" y="39625"/>
                    <a:pt x="25921" y="38827"/>
                    <a:pt x="26028" y="38256"/>
                  </a:cubicBezTo>
                  <a:cubicBezTo>
                    <a:pt x="26326" y="38720"/>
                    <a:pt x="26540" y="39232"/>
                    <a:pt x="26659" y="39768"/>
                  </a:cubicBezTo>
                  <a:cubicBezTo>
                    <a:pt x="26689" y="39852"/>
                    <a:pt x="26769" y="39901"/>
                    <a:pt x="26847" y="39901"/>
                  </a:cubicBezTo>
                  <a:cubicBezTo>
                    <a:pt x="26891" y="39901"/>
                    <a:pt x="26934" y="39885"/>
                    <a:pt x="26968" y="39851"/>
                  </a:cubicBezTo>
                  <a:cubicBezTo>
                    <a:pt x="27469" y="39351"/>
                    <a:pt x="27826" y="38732"/>
                    <a:pt x="28028" y="38053"/>
                  </a:cubicBezTo>
                  <a:cubicBezTo>
                    <a:pt x="28707" y="38899"/>
                    <a:pt x="28957" y="39994"/>
                    <a:pt x="28719" y="41054"/>
                  </a:cubicBezTo>
                  <a:cubicBezTo>
                    <a:pt x="28707" y="41066"/>
                    <a:pt x="28707" y="41089"/>
                    <a:pt x="28707" y="41113"/>
                  </a:cubicBezTo>
                  <a:cubicBezTo>
                    <a:pt x="28374" y="41111"/>
                    <a:pt x="28041" y="41109"/>
                    <a:pt x="27708" y="41109"/>
                  </a:cubicBezTo>
                  <a:cubicBezTo>
                    <a:pt x="26433" y="41109"/>
                    <a:pt x="25157" y="41130"/>
                    <a:pt x="23873" y="41197"/>
                  </a:cubicBezTo>
                  <a:cubicBezTo>
                    <a:pt x="23099" y="41232"/>
                    <a:pt x="22313" y="41292"/>
                    <a:pt x="21539" y="41339"/>
                  </a:cubicBezTo>
                  <a:lnTo>
                    <a:pt x="21170" y="41363"/>
                  </a:lnTo>
                  <a:cubicBezTo>
                    <a:pt x="20063" y="40339"/>
                    <a:pt x="20611" y="39292"/>
                    <a:pt x="21396" y="38303"/>
                  </a:cubicBezTo>
                  <a:lnTo>
                    <a:pt x="21408" y="38303"/>
                  </a:lnTo>
                  <a:cubicBezTo>
                    <a:pt x="21587" y="38720"/>
                    <a:pt x="21885" y="39089"/>
                    <a:pt x="22266" y="39351"/>
                  </a:cubicBezTo>
                  <a:cubicBezTo>
                    <a:pt x="22292" y="39366"/>
                    <a:pt x="22320" y="39372"/>
                    <a:pt x="22347" y="39372"/>
                  </a:cubicBezTo>
                  <a:cubicBezTo>
                    <a:pt x="22429" y="39372"/>
                    <a:pt x="22504" y="39310"/>
                    <a:pt x="22504" y="39220"/>
                  </a:cubicBezTo>
                  <a:cubicBezTo>
                    <a:pt x="22492" y="38744"/>
                    <a:pt x="22611" y="38279"/>
                    <a:pt x="22861" y="37863"/>
                  </a:cubicBezTo>
                  <a:close/>
                  <a:moveTo>
                    <a:pt x="28337" y="41574"/>
                  </a:moveTo>
                  <a:cubicBezTo>
                    <a:pt x="29138" y="41574"/>
                    <a:pt x="30079" y="41654"/>
                    <a:pt x="30207" y="42089"/>
                  </a:cubicBezTo>
                  <a:cubicBezTo>
                    <a:pt x="26564" y="42101"/>
                    <a:pt x="22920" y="42256"/>
                    <a:pt x="19289" y="42363"/>
                  </a:cubicBezTo>
                  <a:lnTo>
                    <a:pt x="19301" y="42351"/>
                  </a:lnTo>
                  <a:cubicBezTo>
                    <a:pt x="19539" y="41697"/>
                    <a:pt x="21277" y="41768"/>
                    <a:pt x="21837" y="41732"/>
                  </a:cubicBezTo>
                  <a:cubicBezTo>
                    <a:pt x="22766" y="41661"/>
                    <a:pt x="23694" y="41625"/>
                    <a:pt x="24623" y="41613"/>
                  </a:cubicBezTo>
                  <a:cubicBezTo>
                    <a:pt x="25139" y="41599"/>
                    <a:pt x="25655" y="41593"/>
                    <a:pt x="26171" y="41593"/>
                  </a:cubicBezTo>
                  <a:cubicBezTo>
                    <a:pt x="26536" y="41593"/>
                    <a:pt x="26901" y="41596"/>
                    <a:pt x="27266" y="41601"/>
                  </a:cubicBezTo>
                  <a:cubicBezTo>
                    <a:pt x="27447" y="41601"/>
                    <a:pt x="27868" y="41574"/>
                    <a:pt x="28337" y="41574"/>
                  </a:cubicBezTo>
                  <a:close/>
                  <a:moveTo>
                    <a:pt x="21134" y="7180"/>
                  </a:moveTo>
                  <a:lnTo>
                    <a:pt x="21134" y="7180"/>
                  </a:lnTo>
                  <a:cubicBezTo>
                    <a:pt x="21123" y="7454"/>
                    <a:pt x="21158" y="7740"/>
                    <a:pt x="21230" y="8002"/>
                  </a:cubicBezTo>
                  <a:cubicBezTo>
                    <a:pt x="15836" y="8740"/>
                    <a:pt x="11371" y="13384"/>
                    <a:pt x="8585" y="17777"/>
                  </a:cubicBezTo>
                  <a:cubicBezTo>
                    <a:pt x="5513" y="22647"/>
                    <a:pt x="4001" y="28552"/>
                    <a:pt x="5275" y="34243"/>
                  </a:cubicBezTo>
                  <a:cubicBezTo>
                    <a:pt x="5716" y="36220"/>
                    <a:pt x="6490" y="38125"/>
                    <a:pt x="7561" y="39851"/>
                  </a:cubicBezTo>
                  <a:cubicBezTo>
                    <a:pt x="8085" y="40708"/>
                    <a:pt x="8692" y="41506"/>
                    <a:pt x="9371" y="42244"/>
                  </a:cubicBezTo>
                  <a:cubicBezTo>
                    <a:pt x="10065" y="42993"/>
                    <a:pt x="10891" y="43160"/>
                    <a:pt x="11808" y="43160"/>
                  </a:cubicBezTo>
                  <a:cubicBezTo>
                    <a:pt x="12087" y="43160"/>
                    <a:pt x="12374" y="43145"/>
                    <a:pt x="12669" y="43125"/>
                  </a:cubicBezTo>
                  <a:cubicBezTo>
                    <a:pt x="14124" y="43026"/>
                    <a:pt x="15578" y="42996"/>
                    <a:pt x="17033" y="42996"/>
                  </a:cubicBezTo>
                  <a:cubicBezTo>
                    <a:pt x="17852" y="42996"/>
                    <a:pt x="18672" y="43005"/>
                    <a:pt x="19491" y="43018"/>
                  </a:cubicBezTo>
                  <a:cubicBezTo>
                    <a:pt x="19724" y="43022"/>
                    <a:pt x="19957" y="43024"/>
                    <a:pt x="20191" y="43024"/>
                  </a:cubicBezTo>
                  <a:cubicBezTo>
                    <a:pt x="22098" y="43024"/>
                    <a:pt x="24035" y="42906"/>
                    <a:pt x="25945" y="42863"/>
                  </a:cubicBezTo>
                  <a:cubicBezTo>
                    <a:pt x="27477" y="42832"/>
                    <a:pt x="29010" y="42811"/>
                    <a:pt x="30542" y="42811"/>
                  </a:cubicBezTo>
                  <a:cubicBezTo>
                    <a:pt x="31962" y="42811"/>
                    <a:pt x="33383" y="42829"/>
                    <a:pt x="34803" y="42875"/>
                  </a:cubicBezTo>
                  <a:cubicBezTo>
                    <a:pt x="36279" y="42923"/>
                    <a:pt x="37744" y="43006"/>
                    <a:pt x="39220" y="43137"/>
                  </a:cubicBezTo>
                  <a:cubicBezTo>
                    <a:pt x="39934" y="43197"/>
                    <a:pt x="40768" y="43232"/>
                    <a:pt x="41375" y="43661"/>
                  </a:cubicBezTo>
                  <a:cubicBezTo>
                    <a:pt x="42089" y="44173"/>
                    <a:pt x="42173" y="45149"/>
                    <a:pt x="41863" y="45911"/>
                  </a:cubicBezTo>
                  <a:cubicBezTo>
                    <a:pt x="41602" y="46564"/>
                    <a:pt x="41089" y="46709"/>
                    <a:pt x="40508" y="46709"/>
                  </a:cubicBezTo>
                  <a:cubicBezTo>
                    <a:pt x="40135" y="46709"/>
                    <a:pt x="39733" y="46649"/>
                    <a:pt x="39351" y="46626"/>
                  </a:cubicBezTo>
                  <a:cubicBezTo>
                    <a:pt x="38065" y="46554"/>
                    <a:pt x="36779" y="46507"/>
                    <a:pt x="35481" y="46471"/>
                  </a:cubicBezTo>
                  <a:cubicBezTo>
                    <a:pt x="33874" y="46434"/>
                    <a:pt x="32262" y="46415"/>
                    <a:pt x="30648" y="46415"/>
                  </a:cubicBezTo>
                  <a:cubicBezTo>
                    <a:pt x="29680" y="46415"/>
                    <a:pt x="28711" y="46422"/>
                    <a:pt x="27742" y="46435"/>
                  </a:cubicBezTo>
                  <a:cubicBezTo>
                    <a:pt x="22623" y="46495"/>
                    <a:pt x="17515" y="46697"/>
                    <a:pt x="12395" y="46697"/>
                  </a:cubicBezTo>
                  <a:cubicBezTo>
                    <a:pt x="12237" y="46698"/>
                    <a:pt x="12079" y="46698"/>
                    <a:pt x="11921" y="46698"/>
                  </a:cubicBezTo>
                  <a:cubicBezTo>
                    <a:pt x="9353" y="46698"/>
                    <a:pt x="6784" y="46611"/>
                    <a:pt x="4216" y="46566"/>
                  </a:cubicBezTo>
                  <a:cubicBezTo>
                    <a:pt x="4156" y="46566"/>
                    <a:pt x="4108" y="46554"/>
                    <a:pt x="4061" y="46530"/>
                  </a:cubicBezTo>
                  <a:cubicBezTo>
                    <a:pt x="3989" y="46483"/>
                    <a:pt x="3989" y="46388"/>
                    <a:pt x="3989" y="46304"/>
                  </a:cubicBezTo>
                  <a:lnTo>
                    <a:pt x="3978" y="46304"/>
                  </a:lnTo>
                  <a:cubicBezTo>
                    <a:pt x="3966" y="45566"/>
                    <a:pt x="3632" y="44876"/>
                    <a:pt x="3239" y="44244"/>
                  </a:cubicBezTo>
                  <a:cubicBezTo>
                    <a:pt x="2751" y="43459"/>
                    <a:pt x="2227" y="42732"/>
                    <a:pt x="1858" y="41863"/>
                  </a:cubicBezTo>
                  <a:cubicBezTo>
                    <a:pt x="1549" y="41101"/>
                    <a:pt x="1287" y="40315"/>
                    <a:pt x="1108" y="39518"/>
                  </a:cubicBezTo>
                  <a:cubicBezTo>
                    <a:pt x="739" y="37982"/>
                    <a:pt x="584" y="36410"/>
                    <a:pt x="632" y="34827"/>
                  </a:cubicBezTo>
                  <a:cubicBezTo>
                    <a:pt x="703" y="31576"/>
                    <a:pt x="1489" y="28362"/>
                    <a:pt x="2549" y="25290"/>
                  </a:cubicBezTo>
                  <a:cubicBezTo>
                    <a:pt x="4489" y="19670"/>
                    <a:pt x="7788" y="14348"/>
                    <a:pt x="12705" y="10871"/>
                  </a:cubicBezTo>
                  <a:cubicBezTo>
                    <a:pt x="13967" y="9978"/>
                    <a:pt x="15312" y="9228"/>
                    <a:pt x="16717" y="8609"/>
                  </a:cubicBezTo>
                  <a:cubicBezTo>
                    <a:pt x="18146" y="7990"/>
                    <a:pt x="19658" y="7657"/>
                    <a:pt x="21134" y="7180"/>
                  </a:cubicBezTo>
                  <a:close/>
                  <a:moveTo>
                    <a:pt x="28027" y="47049"/>
                  </a:moveTo>
                  <a:cubicBezTo>
                    <a:pt x="31308" y="47049"/>
                    <a:pt x="34587" y="47118"/>
                    <a:pt x="37863" y="47316"/>
                  </a:cubicBezTo>
                  <a:cubicBezTo>
                    <a:pt x="38624" y="47360"/>
                    <a:pt x="39524" y="47530"/>
                    <a:pt x="40382" y="47530"/>
                  </a:cubicBezTo>
                  <a:cubicBezTo>
                    <a:pt x="40919" y="47530"/>
                    <a:pt x="41440" y="47463"/>
                    <a:pt x="41899" y="47257"/>
                  </a:cubicBezTo>
                  <a:cubicBezTo>
                    <a:pt x="41947" y="47233"/>
                    <a:pt x="41994" y="47209"/>
                    <a:pt x="42042" y="47173"/>
                  </a:cubicBezTo>
                  <a:cubicBezTo>
                    <a:pt x="42078" y="47221"/>
                    <a:pt x="42137" y="47257"/>
                    <a:pt x="42197" y="47281"/>
                  </a:cubicBezTo>
                  <a:cubicBezTo>
                    <a:pt x="42732" y="47507"/>
                    <a:pt x="42589" y="48316"/>
                    <a:pt x="42292" y="48662"/>
                  </a:cubicBezTo>
                  <a:cubicBezTo>
                    <a:pt x="41827" y="49186"/>
                    <a:pt x="40946" y="49257"/>
                    <a:pt x="40303" y="49317"/>
                  </a:cubicBezTo>
                  <a:cubicBezTo>
                    <a:pt x="38863" y="49459"/>
                    <a:pt x="37422" y="49531"/>
                    <a:pt x="35982" y="49602"/>
                  </a:cubicBezTo>
                  <a:cubicBezTo>
                    <a:pt x="33398" y="49718"/>
                    <a:pt x="30806" y="49759"/>
                    <a:pt x="28212" y="49759"/>
                  </a:cubicBezTo>
                  <a:cubicBezTo>
                    <a:pt x="27865" y="49759"/>
                    <a:pt x="27518" y="49758"/>
                    <a:pt x="27171" y="49757"/>
                  </a:cubicBezTo>
                  <a:cubicBezTo>
                    <a:pt x="21361" y="49721"/>
                    <a:pt x="15527" y="49638"/>
                    <a:pt x="9716" y="49459"/>
                  </a:cubicBezTo>
                  <a:cubicBezTo>
                    <a:pt x="8085" y="49412"/>
                    <a:pt x="6442" y="49364"/>
                    <a:pt x="4811" y="49317"/>
                  </a:cubicBezTo>
                  <a:cubicBezTo>
                    <a:pt x="4780" y="49315"/>
                    <a:pt x="4747" y="49315"/>
                    <a:pt x="4710" y="49315"/>
                  </a:cubicBezTo>
                  <a:cubicBezTo>
                    <a:pt x="4515" y="49315"/>
                    <a:pt x="4244" y="49330"/>
                    <a:pt x="3959" y="49330"/>
                  </a:cubicBezTo>
                  <a:cubicBezTo>
                    <a:pt x="3295" y="49330"/>
                    <a:pt x="2557" y="49246"/>
                    <a:pt x="2525" y="48686"/>
                  </a:cubicBezTo>
                  <a:cubicBezTo>
                    <a:pt x="2477" y="47924"/>
                    <a:pt x="3275" y="47554"/>
                    <a:pt x="3930" y="47292"/>
                  </a:cubicBezTo>
                  <a:cubicBezTo>
                    <a:pt x="5493" y="47349"/>
                    <a:pt x="7057" y="47371"/>
                    <a:pt x="8623" y="47371"/>
                  </a:cubicBezTo>
                  <a:cubicBezTo>
                    <a:pt x="12663" y="47371"/>
                    <a:pt x="16708" y="47224"/>
                    <a:pt x="20742" y="47138"/>
                  </a:cubicBezTo>
                  <a:lnTo>
                    <a:pt x="20730" y="47138"/>
                  </a:lnTo>
                  <a:cubicBezTo>
                    <a:pt x="23162" y="47087"/>
                    <a:pt x="25595" y="47049"/>
                    <a:pt x="28027" y="47049"/>
                  </a:cubicBezTo>
                  <a:close/>
                  <a:moveTo>
                    <a:pt x="21599" y="1"/>
                  </a:moveTo>
                  <a:cubicBezTo>
                    <a:pt x="21432" y="1"/>
                    <a:pt x="21301" y="168"/>
                    <a:pt x="21349" y="322"/>
                  </a:cubicBezTo>
                  <a:cubicBezTo>
                    <a:pt x="21539" y="1144"/>
                    <a:pt x="21694" y="2073"/>
                    <a:pt x="22111" y="2811"/>
                  </a:cubicBezTo>
                  <a:cubicBezTo>
                    <a:pt x="21420" y="2930"/>
                    <a:pt x="20646" y="3335"/>
                    <a:pt x="20813" y="4168"/>
                  </a:cubicBezTo>
                  <a:cubicBezTo>
                    <a:pt x="20872" y="4442"/>
                    <a:pt x="21039" y="4668"/>
                    <a:pt x="21265" y="4823"/>
                  </a:cubicBezTo>
                  <a:cubicBezTo>
                    <a:pt x="21444" y="4954"/>
                    <a:pt x="21658" y="5025"/>
                    <a:pt x="21825" y="5180"/>
                  </a:cubicBezTo>
                  <a:cubicBezTo>
                    <a:pt x="22182" y="5478"/>
                    <a:pt x="22182" y="5859"/>
                    <a:pt x="22182" y="6299"/>
                  </a:cubicBezTo>
                  <a:lnTo>
                    <a:pt x="22182" y="6597"/>
                  </a:lnTo>
                  <a:cubicBezTo>
                    <a:pt x="22152" y="6595"/>
                    <a:pt x="22122" y="6595"/>
                    <a:pt x="22091" y="6595"/>
                  </a:cubicBezTo>
                  <a:cubicBezTo>
                    <a:pt x="21884" y="6595"/>
                    <a:pt x="21677" y="6630"/>
                    <a:pt x="21480" y="6692"/>
                  </a:cubicBezTo>
                  <a:cubicBezTo>
                    <a:pt x="21325" y="6752"/>
                    <a:pt x="21206" y="6883"/>
                    <a:pt x="21170" y="7038"/>
                  </a:cubicBezTo>
                  <a:cubicBezTo>
                    <a:pt x="21137" y="7037"/>
                    <a:pt x="21104" y="7037"/>
                    <a:pt x="21072" y="7037"/>
                  </a:cubicBezTo>
                  <a:cubicBezTo>
                    <a:pt x="18314" y="7037"/>
                    <a:pt x="15393" y="8508"/>
                    <a:pt x="13157" y="9966"/>
                  </a:cubicBezTo>
                  <a:cubicBezTo>
                    <a:pt x="10657" y="11633"/>
                    <a:pt x="8466" y="13741"/>
                    <a:pt x="6704" y="16182"/>
                  </a:cubicBezTo>
                  <a:cubicBezTo>
                    <a:pt x="4811" y="18777"/>
                    <a:pt x="3370" y="21682"/>
                    <a:pt x="2263" y="24683"/>
                  </a:cubicBezTo>
                  <a:cubicBezTo>
                    <a:pt x="1072" y="27885"/>
                    <a:pt x="179" y="31267"/>
                    <a:pt x="60" y="34672"/>
                  </a:cubicBezTo>
                  <a:cubicBezTo>
                    <a:pt x="1" y="36482"/>
                    <a:pt x="191" y="38291"/>
                    <a:pt x="644" y="40042"/>
                  </a:cubicBezTo>
                  <a:cubicBezTo>
                    <a:pt x="882" y="40923"/>
                    <a:pt x="1191" y="41780"/>
                    <a:pt x="1561" y="42601"/>
                  </a:cubicBezTo>
                  <a:cubicBezTo>
                    <a:pt x="1858" y="43232"/>
                    <a:pt x="2156" y="43875"/>
                    <a:pt x="2680" y="44340"/>
                  </a:cubicBezTo>
                  <a:cubicBezTo>
                    <a:pt x="3168" y="45054"/>
                    <a:pt x="3370" y="45935"/>
                    <a:pt x="3251" y="46792"/>
                  </a:cubicBezTo>
                  <a:cubicBezTo>
                    <a:pt x="3239" y="46900"/>
                    <a:pt x="3251" y="47007"/>
                    <a:pt x="3311" y="47090"/>
                  </a:cubicBezTo>
                  <a:cubicBezTo>
                    <a:pt x="2632" y="47304"/>
                    <a:pt x="2025" y="47709"/>
                    <a:pt x="1930" y="48495"/>
                  </a:cubicBezTo>
                  <a:cubicBezTo>
                    <a:pt x="1734" y="49900"/>
                    <a:pt x="3032" y="49960"/>
                    <a:pt x="4066" y="49960"/>
                  </a:cubicBezTo>
                  <a:cubicBezTo>
                    <a:pt x="4163" y="49960"/>
                    <a:pt x="4256" y="49959"/>
                    <a:pt x="4347" y="49959"/>
                  </a:cubicBezTo>
                  <a:cubicBezTo>
                    <a:pt x="8121" y="49995"/>
                    <a:pt x="11895" y="50031"/>
                    <a:pt x="15681" y="50114"/>
                  </a:cubicBezTo>
                  <a:cubicBezTo>
                    <a:pt x="20380" y="50225"/>
                    <a:pt x="25093" y="50390"/>
                    <a:pt x="29802" y="50390"/>
                  </a:cubicBezTo>
                  <a:cubicBezTo>
                    <a:pt x="32706" y="50390"/>
                    <a:pt x="35608" y="50327"/>
                    <a:pt x="38506" y="50150"/>
                  </a:cubicBezTo>
                  <a:cubicBezTo>
                    <a:pt x="39851" y="50067"/>
                    <a:pt x="41970" y="50245"/>
                    <a:pt x="42935" y="49067"/>
                  </a:cubicBezTo>
                  <a:cubicBezTo>
                    <a:pt x="43542" y="48305"/>
                    <a:pt x="43423" y="47126"/>
                    <a:pt x="42589" y="46661"/>
                  </a:cubicBezTo>
                  <a:cubicBezTo>
                    <a:pt x="42816" y="46328"/>
                    <a:pt x="42899" y="45923"/>
                    <a:pt x="42792" y="45530"/>
                  </a:cubicBezTo>
                  <a:cubicBezTo>
                    <a:pt x="43197" y="43899"/>
                    <a:pt x="41732" y="42697"/>
                    <a:pt x="40208" y="42470"/>
                  </a:cubicBezTo>
                  <a:cubicBezTo>
                    <a:pt x="37851" y="42125"/>
                    <a:pt x="35410" y="42113"/>
                    <a:pt x="33029" y="42066"/>
                  </a:cubicBezTo>
                  <a:cubicBezTo>
                    <a:pt x="32291" y="42054"/>
                    <a:pt x="31552" y="42054"/>
                    <a:pt x="30814" y="42054"/>
                  </a:cubicBezTo>
                  <a:cubicBezTo>
                    <a:pt x="30743" y="41256"/>
                    <a:pt x="29945" y="41125"/>
                    <a:pt x="29231" y="41089"/>
                  </a:cubicBezTo>
                  <a:cubicBezTo>
                    <a:pt x="29421" y="39756"/>
                    <a:pt x="28993" y="38541"/>
                    <a:pt x="28088" y="37541"/>
                  </a:cubicBezTo>
                  <a:cubicBezTo>
                    <a:pt x="28053" y="37507"/>
                    <a:pt x="28010" y="37491"/>
                    <a:pt x="27966" y="37491"/>
                  </a:cubicBezTo>
                  <a:cubicBezTo>
                    <a:pt x="27889" y="37491"/>
                    <a:pt x="27813" y="37541"/>
                    <a:pt x="27790" y="37625"/>
                  </a:cubicBezTo>
                  <a:cubicBezTo>
                    <a:pt x="27635" y="38256"/>
                    <a:pt x="27338" y="38851"/>
                    <a:pt x="26909" y="39339"/>
                  </a:cubicBezTo>
                  <a:cubicBezTo>
                    <a:pt x="26695" y="38756"/>
                    <a:pt x="26409" y="38196"/>
                    <a:pt x="26052" y="37684"/>
                  </a:cubicBezTo>
                  <a:cubicBezTo>
                    <a:pt x="26015" y="37625"/>
                    <a:pt x="25957" y="37599"/>
                    <a:pt x="25898" y="37599"/>
                  </a:cubicBezTo>
                  <a:cubicBezTo>
                    <a:pt x="25802" y="37599"/>
                    <a:pt x="25706" y="37669"/>
                    <a:pt x="25706" y="37779"/>
                  </a:cubicBezTo>
                  <a:cubicBezTo>
                    <a:pt x="25683" y="37898"/>
                    <a:pt x="25482" y="39232"/>
                    <a:pt x="25280" y="39232"/>
                  </a:cubicBezTo>
                  <a:cubicBezTo>
                    <a:pt x="25280" y="39232"/>
                    <a:pt x="25279" y="39232"/>
                    <a:pt x="25278" y="39232"/>
                  </a:cubicBezTo>
                  <a:cubicBezTo>
                    <a:pt x="25099" y="39220"/>
                    <a:pt x="25016" y="38732"/>
                    <a:pt x="24980" y="38625"/>
                  </a:cubicBezTo>
                  <a:cubicBezTo>
                    <a:pt x="24778" y="38149"/>
                    <a:pt x="24456" y="37720"/>
                    <a:pt x="24040" y="37410"/>
                  </a:cubicBezTo>
                  <a:cubicBezTo>
                    <a:pt x="24004" y="37387"/>
                    <a:pt x="23956" y="37363"/>
                    <a:pt x="23897" y="37363"/>
                  </a:cubicBezTo>
                  <a:cubicBezTo>
                    <a:pt x="23801" y="37363"/>
                    <a:pt x="23718" y="37422"/>
                    <a:pt x="23730" y="37541"/>
                  </a:cubicBezTo>
                  <a:cubicBezTo>
                    <a:pt x="23766" y="37863"/>
                    <a:pt x="23790" y="38172"/>
                    <a:pt x="23778" y="38494"/>
                  </a:cubicBezTo>
                  <a:cubicBezTo>
                    <a:pt x="23480" y="38208"/>
                    <a:pt x="23206" y="37887"/>
                    <a:pt x="22968" y="37541"/>
                  </a:cubicBezTo>
                  <a:cubicBezTo>
                    <a:pt x="22947" y="37492"/>
                    <a:pt x="22900" y="37463"/>
                    <a:pt x="22851" y="37463"/>
                  </a:cubicBezTo>
                  <a:cubicBezTo>
                    <a:pt x="22818" y="37463"/>
                    <a:pt x="22783" y="37477"/>
                    <a:pt x="22754" y="37506"/>
                  </a:cubicBezTo>
                  <a:cubicBezTo>
                    <a:pt x="22432" y="37898"/>
                    <a:pt x="22242" y="38375"/>
                    <a:pt x="22194" y="38875"/>
                  </a:cubicBezTo>
                  <a:cubicBezTo>
                    <a:pt x="21908" y="38625"/>
                    <a:pt x="21706" y="38279"/>
                    <a:pt x="21634" y="37898"/>
                  </a:cubicBezTo>
                  <a:cubicBezTo>
                    <a:pt x="21604" y="37815"/>
                    <a:pt x="21530" y="37770"/>
                    <a:pt x="21456" y="37770"/>
                  </a:cubicBezTo>
                  <a:cubicBezTo>
                    <a:pt x="21414" y="37770"/>
                    <a:pt x="21371" y="37785"/>
                    <a:pt x="21337" y="37815"/>
                  </a:cubicBezTo>
                  <a:cubicBezTo>
                    <a:pt x="20682" y="38446"/>
                    <a:pt x="20015" y="39196"/>
                    <a:pt x="20087" y="40161"/>
                  </a:cubicBezTo>
                  <a:cubicBezTo>
                    <a:pt x="20122" y="40625"/>
                    <a:pt x="20372" y="41185"/>
                    <a:pt x="20825" y="41351"/>
                  </a:cubicBezTo>
                  <a:cubicBezTo>
                    <a:pt x="20408" y="41363"/>
                    <a:pt x="20003" y="41411"/>
                    <a:pt x="19599" y="41494"/>
                  </a:cubicBezTo>
                  <a:cubicBezTo>
                    <a:pt x="19265" y="41577"/>
                    <a:pt x="18801" y="42042"/>
                    <a:pt x="18908" y="42351"/>
                  </a:cubicBezTo>
                  <a:lnTo>
                    <a:pt x="17967" y="42363"/>
                  </a:lnTo>
                  <a:cubicBezTo>
                    <a:pt x="16586" y="42399"/>
                    <a:pt x="15205" y="42435"/>
                    <a:pt x="13824" y="42435"/>
                  </a:cubicBezTo>
                  <a:cubicBezTo>
                    <a:pt x="13323" y="42440"/>
                    <a:pt x="12798" y="42467"/>
                    <a:pt x="12271" y="42467"/>
                  </a:cubicBezTo>
                  <a:cubicBezTo>
                    <a:pt x="11571" y="42467"/>
                    <a:pt x="10869" y="42419"/>
                    <a:pt x="10216" y="42209"/>
                  </a:cubicBezTo>
                  <a:cubicBezTo>
                    <a:pt x="10216" y="42125"/>
                    <a:pt x="10181" y="42042"/>
                    <a:pt x="10121" y="41982"/>
                  </a:cubicBezTo>
                  <a:cubicBezTo>
                    <a:pt x="6347" y="38006"/>
                    <a:pt x="4918" y="32279"/>
                    <a:pt x="5752" y="26921"/>
                  </a:cubicBezTo>
                  <a:cubicBezTo>
                    <a:pt x="6597" y="21468"/>
                    <a:pt x="9597" y="16372"/>
                    <a:pt x="13657" y="12657"/>
                  </a:cubicBezTo>
                  <a:cubicBezTo>
                    <a:pt x="15860" y="10657"/>
                    <a:pt x="18456" y="9145"/>
                    <a:pt x="21277" y="8204"/>
                  </a:cubicBezTo>
                  <a:cubicBezTo>
                    <a:pt x="21428" y="8777"/>
                    <a:pt x="21619" y="8898"/>
                    <a:pt x="22008" y="8898"/>
                  </a:cubicBezTo>
                  <a:cubicBezTo>
                    <a:pt x="22048" y="8898"/>
                    <a:pt x="22090" y="8897"/>
                    <a:pt x="22135" y="8895"/>
                  </a:cubicBezTo>
                  <a:lnTo>
                    <a:pt x="22135" y="8895"/>
                  </a:lnTo>
                  <a:cubicBezTo>
                    <a:pt x="22099" y="11014"/>
                    <a:pt x="22039" y="13134"/>
                    <a:pt x="22170" y="15241"/>
                  </a:cubicBezTo>
                  <a:cubicBezTo>
                    <a:pt x="17944" y="15812"/>
                    <a:pt x="13848" y="18170"/>
                    <a:pt x="11693" y="21908"/>
                  </a:cubicBezTo>
                  <a:cubicBezTo>
                    <a:pt x="9419" y="25885"/>
                    <a:pt x="9085" y="31064"/>
                    <a:pt x="10455" y="35434"/>
                  </a:cubicBezTo>
                  <a:cubicBezTo>
                    <a:pt x="10383" y="35720"/>
                    <a:pt x="10466" y="36029"/>
                    <a:pt x="10681" y="36244"/>
                  </a:cubicBezTo>
                  <a:cubicBezTo>
                    <a:pt x="11073" y="36664"/>
                    <a:pt x="11722" y="36696"/>
                    <a:pt x="12299" y="36696"/>
                  </a:cubicBezTo>
                  <a:cubicBezTo>
                    <a:pt x="12403" y="36696"/>
                    <a:pt x="12504" y="36695"/>
                    <a:pt x="12601" y="36695"/>
                  </a:cubicBezTo>
                  <a:cubicBezTo>
                    <a:pt x="12653" y="36695"/>
                    <a:pt x="12703" y="36695"/>
                    <a:pt x="12752" y="36696"/>
                  </a:cubicBezTo>
                  <a:cubicBezTo>
                    <a:pt x="14931" y="36744"/>
                    <a:pt x="17098" y="36744"/>
                    <a:pt x="19277" y="36744"/>
                  </a:cubicBezTo>
                  <a:lnTo>
                    <a:pt x="23897" y="36744"/>
                  </a:lnTo>
                  <a:cubicBezTo>
                    <a:pt x="26695" y="36732"/>
                    <a:pt x="29505" y="36732"/>
                    <a:pt x="32302" y="36732"/>
                  </a:cubicBezTo>
                  <a:lnTo>
                    <a:pt x="35446" y="36732"/>
                  </a:lnTo>
                  <a:cubicBezTo>
                    <a:pt x="36148" y="36720"/>
                    <a:pt x="36815" y="36708"/>
                    <a:pt x="37196" y="36029"/>
                  </a:cubicBezTo>
                  <a:cubicBezTo>
                    <a:pt x="37625" y="35267"/>
                    <a:pt x="37791" y="34243"/>
                    <a:pt x="37970" y="33398"/>
                  </a:cubicBezTo>
                  <a:cubicBezTo>
                    <a:pt x="38172" y="32457"/>
                    <a:pt x="38303" y="31505"/>
                    <a:pt x="38375" y="30540"/>
                  </a:cubicBezTo>
                  <a:cubicBezTo>
                    <a:pt x="38601" y="27683"/>
                    <a:pt x="38172" y="24730"/>
                    <a:pt x="36946" y="22135"/>
                  </a:cubicBezTo>
                  <a:cubicBezTo>
                    <a:pt x="38446" y="21242"/>
                    <a:pt x="39922" y="20301"/>
                    <a:pt x="41435" y="19408"/>
                  </a:cubicBezTo>
                  <a:cubicBezTo>
                    <a:pt x="43471" y="18206"/>
                    <a:pt x="45518" y="17003"/>
                    <a:pt x="47447" y="15622"/>
                  </a:cubicBezTo>
                  <a:cubicBezTo>
                    <a:pt x="47995" y="15241"/>
                    <a:pt x="48900" y="14848"/>
                    <a:pt x="48757" y="14062"/>
                  </a:cubicBezTo>
                  <a:cubicBezTo>
                    <a:pt x="48663" y="13582"/>
                    <a:pt x="48373" y="12514"/>
                    <a:pt x="47718" y="12514"/>
                  </a:cubicBezTo>
                  <a:cubicBezTo>
                    <a:pt x="47707" y="12514"/>
                    <a:pt x="47696" y="12514"/>
                    <a:pt x="47685" y="12514"/>
                  </a:cubicBezTo>
                  <a:cubicBezTo>
                    <a:pt x="47281" y="12526"/>
                    <a:pt x="46852" y="12919"/>
                    <a:pt x="46530" y="13134"/>
                  </a:cubicBezTo>
                  <a:cubicBezTo>
                    <a:pt x="45947" y="13515"/>
                    <a:pt x="45364" y="13907"/>
                    <a:pt x="44780" y="14288"/>
                  </a:cubicBezTo>
                  <a:cubicBezTo>
                    <a:pt x="43697" y="15003"/>
                    <a:pt x="42601" y="15729"/>
                    <a:pt x="41530" y="16455"/>
                  </a:cubicBezTo>
                  <a:cubicBezTo>
                    <a:pt x="40280" y="17289"/>
                    <a:pt x="39018" y="18110"/>
                    <a:pt x="37779" y="18956"/>
                  </a:cubicBezTo>
                  <a:cubicBezTo>
                    <a:pt x="37160" y="19384"/>
                    <a:pt x="36505" y="19801"/>
                    <a:pt x="35874" y="20253"/>
                  </a:cubicBezTo>
                  <a:cubicBezTo>
                    <a:pt x="35839" y="20206"/>
                    <a:pt x="35803" y="20146"/>
                    <a:pt x="35767" y="20099"/>
                  </a:cubicBezTo>
                  <a:cubicBezTo>
                    <a:pt x="34767" y="18682"/>
                    <a:pt x="33481" y="17491"/>
                    <a:pt x="31993" y="16610"/>
                  </a:cubicBezTo>
                  <a:cubicBezTo>
                    <a:pt x="30636" y="15812"/>
                    <a:pt x="28897" y="15110"/>
                    <a:pt x="27326" y="14943"/>
                  </a:cubicBezTo>
                  <a:cubicBezTo>
                    <a:pt x="27040" y="14919"/>
                    <a:pt x="26766" y="14896"/>
                    <a:pt x="26492" y="14872"/>
                  </a:cubicBezTo>
                  <a:cubicBezTo>
                    <a:pt x="26302" y="14872"/>
                    <a:pt x="26111" y="14860"/>
                    <a:pt x="25933" y="14824"/>
                  </a:cubicBezTo>
                  <a:cubicBezTo>
                    <a:pt x="25564" y="14741"/>
                    <a:pt x="25564" y="14622"/>
                    <a:pt x="25540" y="14265"/>
                  </a:cubicBezTo>
                  <a:cubicBezTo>
                    <a:pt x="25421" y="12955"/>
                    <a:pt x="25492" y="11610"/>
                    <a:pt x="25492" y="10288"/>
                  </a:cubicBezTo>
                  <a:lnTo>
                    <a:pt x="25492" y="8681"/>
                  </a:lnTo>
                  <a:cubicBezTo>
                    <a:pt x="25659" y="8669"/>
                    <a:pt x="25825" y="8657"/>
                    <a:pt x="26004" y="8633"/>
                  </a:cubicBezTo>
                  <a:cubicBezTo>
                    <a:pt x="26159" y="8621"/>
                    <a:pt x="26278" y="8502"/>
                    <a:pt x="26278" y="8347"/>
                  </a:cubicBezTo>
                  <a:cubicBezTo>
                    <a:pt x="26385" y="7573"/>
                    <a:pt x="26504" y="6347"/>
                    <a:pt x="25492" y="6311"/>
                  </a:cubicBezTo>
                  <a:lnTo>
                    <a:pt x="25492" y="6168"/>
                  </a:lnTo>
                  <a:cubicBezTo>
                    <a:pt x="25480" y="5883"/>
                    <a:pt x="25504" y="5609"/>
                    <a:pt x="25552" y="5335"/>
                  </a:cubicBezTo>
                  <a:cubicBezTo>
                    <a:pt x="25635" y="4990"/>
                    <a:pt x="25909" y="4847"/>
                    <a:pt x="26147" y="4632"/>
                  </a:cubicBezTo>
                  <a:cubicBezTo>
                    <a:pt x="26373" y="4418"/>
                    <a:pt x="26540" y="4251"/>
                    <a:pt x="26564" y="3918"/>
                  </a:cubicBezTo>
                  <a:cubicBezTo>
                    <a:pt x="26623" y="3347"/>
                    <a:pt x="26230" y="2918"/>
                    <a:pt x="25730" y="2775"/>
                  </a:cubicBezTo>
                  <a:cubicBezTo>
                    <a:pt x="25849" y="2108"/>
                    <a:pt x="26028" y="1418"/>
                    <a:pt x="26087" y="751"/>
                  </a:cubicBezTo>
                  <a:cubicBezTo>
                    <a:pt x="26099" y="465"/>
                    <a:pt x="26087" y="251"/>
                    <a:pt x="25825" y="108"/>
                  </a:cubicBezTo>
                  <a:cubicBezTo>
                    <a:pt x="25728" y="54"/>
                    <a:pt x="25596" y="39"/>
                    <a:pt x="25461" y="39"/>
                  </a:cubicBezTo>
                  <a:cubicBezTo>
                    <a:pt x="25299" y="39"/>
                    <a:pt x="25133" y="60"/>
                    <a:pt x="25016" y="60"/>
                  </a:cubicBezTo>
                  <a:lnTo>
                    <a:pt x="23873" y="60"/>
                  </a:lnTo>
                  <a:cubicBezTo>
                    <a:pt x="23111" y="49"/>
                    <a:pt x="22349" y="60"/>
                    <a:pt x="215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54"/>
            <p:cNvSpPr/>
            <p:nvPr/>
          </p:nvSpPr>
          <p:spPr>
            <a:xfrm>
              <a:off x="5215761" y="2945676"/>
              <a:ext cx="292476" cy="465868"/>
            </a:xfrm>
            <a:custGeom>
              <a:avLst/>
              <a:gdLst/>
              <a:ahLst/>
              <a:cxnLst/>
              <a:rect l="l" t="t" r="r" b="b"/>
              <a:pathLst>
                <a:path w="10895" h="17354" extrusionOk="0">
                  <a:moveTo>
                    <a:pt x="7516" y="1"/>
                  </a:moveTo>
                  <a:cubicBezTo>
                    <a:pt x="5366" y="1"/>
                    <a:pt x="3311" y="2433"/>
                    <a:pt x="3882" y="4495"/>
                  </a:cubicBezTo>
                  <a:cubicBezTo>
                    <a:pt x="4323" y="6078"/>
                    <a:pt x="5406" y="6114"/>
                    <a:pt x="3894" y="7400"/>
                  </a:cubicBezTo>
                  <a:cubicBezTo>
                    <a:pt x="1596" y="9364"/>
                    <a:pt x="1" y="10984"/>
                    <a:pt x="1703" y="14103"/>
                  </a:cubicBezTo>
                  <a:cubicBezTo>
                    <a:pt x="2322" y="15222"/>
                    <a:pt x="3465" y="16711"/>
                    <a:pt x="4608" y="17354"/>
                  </a:cubicBezTo>
                  <a:cubicBezTo>
                    <a:pt x="4608" y="16592"/>
                    <a:pt x="4347" y="16222"/>
                    <a:pt x="4239" y="15830"/>
                  </a:cubicBezTo>
                  <a:cubicBezTo>
                    <a:pt x="5204" y="15258"/>
                    <a:pt x="6311" y="14234"/>
                    <a:pt x="6597" y="13115"/>
                  </a:cubicBezTo>
                  <a:cubicBezTo>
                    <a:pt x="6775" y="12412"/>
                    <a:pt x="6644" y="11650"/>
                    <a:pt x="6228" y="11055"/>
                  </a:cubicBezTo>
                  <a:cubicBezTo>
                    <a:pt x="6061" y="10781"/>
                    <a:pt x="5585" y="10472"/>
                    <a:pt x="5525" y="10174"/>
                  </a:cubicBezTo>
                  <a:cubicBezTo>
                    <a:pt x="5406" y="9638"/>
                    <a:pt x="5978" y="9364"/>
                    <a:pt x="6323" y="9019"/>
                  </a:cubicBezTo>
                  <a:cubicBezTo>
                    <a:pt x="7311" y="8067"/>
                    <a:pt x="8180" y="7007"/>
                    <a:pt x="8907" y="5852"/>
                  </a:cubicBezTo>
                  <a:cubicBezTo>
                    <a:pt x="9966" y="4150"/>
                    <a:pt x="10895" y="482"/>
                    <a:pt x="7918" y="30"/>
                  </a:cubicBezTo>
                  <a:cubicBezTo>
                    <a:pt x="7784" y="10"/>
                    <a:pt x="7650" y="1"/>
                    <a:pt x="7516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54"/>
            <p:cNvSpPr/>
            <p:nvPr/>
          </p:nvSpPr>
          <p:spPr>
            <a:xfrm>
              <a:off x="2702559" y="4407789"/>
              <a:ext cx="3776716" cy="124668"/>
            </a:xfrm>
            <a:custGeom>
              <a:avLst/>
              <a:gdLst/>
              <a:ahLst/>
              <a:cxnLst/>
              <a:rect l="l" t="t" r="r" b="b"/>
              <a:pathLst>
                <a:path w="140686" h="4644" extrusionOk="0">
                  <a:moveTo>
                    <a:pt x="89845" y="0"/>
                  </a:moveTo>
                  <a:cubicBezTo>
                    <a:pt x="85666" y="0"/>
                    <a:pt x="81475" y="36"/>
                    <a:pt x="77296" y="60"/>
                  </a:cubicBezTo>
                  <a:cubicBezTo>
                    <a:pt x="74868" y="68"/>
                    <a:pt x="72421" y="132"/>
                    <a:pt x="69977" y="132"/>
                  </a:cubicBezTo>
                  <a:cubicBezTo>
                    <a:pt x="69019" y="132"/>
                    <a:pt x="68061" y="122"/>
                    <a:pt x="67105" y="95"/>
                  </a:cubicBezTo>
                  <a:cubicBezTo>
                    <a:pt x="64485" y="238"/>
                    <a:pt x="61854" y="179"/>
                    <a:pt x="59223" y="215"/>
                  </a:cubicBezTo>
                  <a:cubicBezTo>
                    <a:pt x="56639" y="238"/>
                    <a:pt x="54043" y="274"/>
                    <a:pt x="51448" y="286"/>
                  </a:cubicBezTo>
                  <a:cubicBezTo>
                    <a:pt x="42161" y="322"/>
                    <a:pt x="32874" y="346"/>
                    <a:pt x="23587" y="346"/>
                  </a:cubicBezTo>
                  <a:cubicBezTo>
                    <a:pt x="20015" y="346"/>
                    <a:pt x="16443" y="310"/>
                    <a:pt x="12872" y="310"/>
                  </a:cubicBezTo>
                  <a:cubicBezTo>
                    <a:pt x="11800" y="310"/>
                    <a:pt x="10728" y="313"/>
                    <a:pt x="9657" y="322"/>
                  </a:cubicBezTo>
                  <a:cubicBezTo>
                    <a:pt x="7335" y="334"/>
                    <a:pt x="5013" y="322"/>
                    <a:pt x="2692" y="369"/>
                  </a:cubicBezTo>
                  <a:cubicBezTo>
                    <a:pt x="2096" y="381"/>
                    <a:pt x="1501" y="381"/>
                    <a:pt x="906" y="429"/>
                  </a:cubicBezTo>
                  <a:cubicBezTo>
                    <a:pt x="703" y="441"/>
                    <a:pt x="394" y="417"/>
                    <a:pt x="239" y="572"/>
                  </a:cubicBezTo>
                  <a:cubicBezTo>
                    <a:pt x="72" y="738"/>
                    <a:pt x="84" y="1060"/>
                    <a:pt x="72" y="1274"/>
                  </a:cubicBezTo>
                  <a:cubicBezTo>
                    <a:pt x="1" y="2322"/>
                    <a:pt x="1" y="3370"/>
                    <a:pt x="72" y="4429"/>
                  </a:cubicBezTo>
                  <a:cubicBezTo>
                    <a:pt x="608" y="4406"/>
                    <a:pt x="1144" y="4406"/>
                    <a:pt x="1668" y="4394"/>
                  </a:cubicBezTo>
                  <a:cubicBezTo>
                    <a:pt x="2727" y="4358"/>
                    <a:pt x="3775" y="4322"/>
                    <a:pt x="4823" y="4298"/>
                  </a:cubicBezTo>
                  <a:cubicBezTo>
                    <a:pt x="6954" y="4251"/>
                    <a:pt x="9085" y="4239"/>
                    <a:pt x="11217" y="4239"/>
                  </a:cubicBezTo>
                  <a:cubicBezTo>
                    <a:pt x="15074" y="4251"/>
                    <a:pt x="18956" y="4239"/>
                    <a:pt x="22813" y="4465"/>
                  </a:cubicBezTo>
                  <a:cubicBezTo>
                    <a:pt x="24468" y="4406"/>
                    <a:pt x="26135" y="4370"/>
                    <a:pt x="27790" y="4346"/>
                  </a:cubicBezTo>
                  <a:cubicBezTo>
                    <a:pt x="30905" y="4303"/>
                    <a:pt x="34015" y="4282"/>
                    <a:pt x="37124" y="4282"/>
                  </a:cubicBezTo>
                  <a:cubicBezTo>
                    <a:pt x="39196" y="4282"/>
                    <a:pt x="41268" y="4291"/>
                    <a:pt x="43340" y="4310"/>
                  </a:cubicBezTo>
                  <a:cubicBezTo>
                    <a:pt x="45923" y="4334"/>
                    <a:pt x="48519" y="4382"/>
                    <a:pt x="51114" y="4429"/>
                  </a:cubicBezTo>
                  <a:cubicBezTo>
                    <a:pt x="52400" y="4453"/>
                    <a:pt x="53698" y="4537"/>
                    <a:pt x="54996" y="4572"/>
                  </a:cubicBezTo>
                  <a:lnTo>
                    <a:pt x="56377" y="4608"/>
                  </a:lnTo>
                  <a:cubicBezTo>
                    <a:pt x="58008" y="4537"/>
                    <a:pt x="59639" y="4489"/>
                    <a:pt x="61270" y="4441"/>
                  </a:cubicBezTo>
                  <a:cubicBezTo>
                    <a:pt x="64528" y="4358"/>
                    <a:pt x="67785" y="4323"/>
                    <a:pt x="71039" y="4323"/>
                  </a:cubicBezTo>
                  <a:cubicBezTo>
                    <a:pt x="73341" y="4323"/>
                    <a:pt x="75641" y="4340"/>
                    <a:pt x="77939" y="4370"/>
                  </a:cubicBezTo>
                  <a:cubicBezTo>
                    <a:pt x="81630" y="4406"/>
                    <a:pt x="85321" y="4501"/>
                    <a:pt x="89012" y="4644"/>
                  </a:cubicBezTo>
                  <a:cubicBezTo>
                    <a:pt x="91250" y="4620"/>
                    <a:pt x="93477" y="4608"/>
                    <a:pt x="95715" y="4596"/>
                  </a:cubicBezTo>
                  <a:cubicBezTo>
                    <a:pt x="101526" y="4560"/>
                    <a:pt x="107336" y="4548"/>
                    <a:pt x="113146" y="4501"/>
                  </a:cubicBezTo>
                  <a:cubicBezTo>
                    <a:pt x="117569" y="4470"/>
                    <a:pt x="122001" y="4413"/>
                    <a:pt x="126426" y="4413"/>
                  </a:cubicBezTo>
                  <a:cubicBezTo>
                    <a:pt x="127135" y="4413"/>
                    <a:pt x="127844" y="4414"/>
                    <a:pt x="128553" y="4417"/>
                  </a:cubicBezTo>
                  <a:cubicBezTo>
                    <a:pt x="131053" y="4346"/>
                    <a:pt x="133565" y="4286"/>
                    <a:pt x="136066" y="4275"/>
                  </a:cubicBezTo>
                  <a:cubicBezTo>
                    <a:pt x="137590" y="4263"/>
                    <a:pt x="139125" y="4251"/>
                    <a:pt x="140661" y="4239"/>
                  </a:cubicBezTo>
                  <a:cubicBezTo>
                    <a:pt x="140649" y="4215"/>
                    <a:pt x="140649" y="4203"/>
                    <a:pt x="140638" y="4179"/>
                  </a:cubicBezTo>
                  <a:lnTo>
                    <a:pt x="140590" y="1846"/>
                  </a:lnTo>
                  <a:cubicBezTo>
                    <a:pt x="140590" y="1548"/>
                    <a:pt x="140685" y="1000"/>
                    <a:pt x="140507" y="738"/>
                  </a:cubicBezTo>
                  <a:cubicBezTo>
                    <a:pt x="140429" y="631"/>
                    <a:pt x="140233" y="604"/>
                    <a:pt x="140023" y="604"/>
                  </a:cubicBezTo>
                  <a:cubicBezTo>
                    <a:pt x="139813" y="604"/>
                    <a:pt x="139590" y="631"/>
                    <a:pt x="139459" y="631"/>
                  </a:cubicBezTo>
                  <a:cubicBezTo>
                    <a:pt x="136625" y="596"/>
                    <a:pt x="133791" y="572"/>
                    <a:pt x="130958" y="524"/>
                  </a:cubicBezTo>
                  <a:cubicBezTo>
                    <a:pt x="129779" y="500"/>
                    <a:pt x="128612" y="488"/>
                    <a:pt x="127434" y="453"/>
                  </a:cubicBezTo>
                  <a:cubicBezTo>
                    <a:pt x="123219" y="417"/>
                    <a:pt x="119004" y="334"/>
                    <a:pt x="114789" y="250"/>
                  </a:cubicBezTo>
                  <a:cubicBezTo>
                    <a:pt x="106479" y="84"/>
                    <a:pt x="98168" y="0"/>
                    <a:pt x="89845" y="0"/>
                  </a:cubicBezTo>
                  <a:close/>
                </a:path>
              </a:pathLst>
            </a:custGeom>
            <a:solidFill>
              <a:srgbClr val="F5E3AE"/>
            </a:solidFill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54"/>
            <p:cNvSpPr/>
            <p:nvPr/>
          </p:nvSpPr>
          <p:spPr>
            <a:xfrm>
              <a:off x="5292484" y="4542980"/>
              <a:ext cx="6416" cy="993"/>
            </a:xfrm>
            <a:custGeom>
              <a:avLst/>
              <a:gdLst/>
              <a:ahLst/>
              <a:cxnLst/>
              <a:rect l="l" t="t" r="r" b="b"/>
              <a:pathLst>
                <a:path w="239" h="37" extrusionOk="0">
                  <a:moveTo>
                    <a:pt x="24" y="1"/>
                  </a:moveTo>
                  <a:cubicBezTo>
                    <a:pt x="0" y="1"/>
                    <a:pt x="0" y="36"/>
                    <a:pt x="24" y="36"/>
                  </a:cubicBezTo>
                  <a:lnTo>
                    <a:pt x="226" y="36"/>
                  </a:lnTo>
                  <a:cubicBezTo>
                    <a:pt x="238" y="36"/>
                    <a:pt x="238" y="1"/>
                    <a:pt x="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54"/>
            <p:cNvSpPr/>
            <p:nvPr/>
          </p:nvSpPr>
          <p:spPr>
            <a:xfrm>
              <a:off x="6051580" y="3496535"/>
              <a:ext cx="83139" cy="78012"/>
            </a:xfrm>
            <a:custGeom>
              <a:avLst/>
              <a:gdLst/>
              <a:ahLst/>
              <a:cxnLst/>
              <a:rect l="l" t="t" r="r" b="b"/>
              <a:pathLst>
                <a:path w="3097" h="2906" extrusionOk="0">
                  <a:moveTo>
                    <a:pt x="3096" y="1"/>
                  </a:moveTo>
                  <a:cubicBezTo>
                    <a:pt x="2453" y="179"/>
                    <a:pt x="1858" y="513"/>
                    <a:pt x="1358" y="965"/>
                  </a:cubicBezTo>
                  <a:cubicBezTo>
                    <a:pt x="727" y="1513"/>
                    <a:pt x="405" y="2191"/>
                    <a:pt x="1" y="2906"/>
                  </a:cubicBezTo>
                  <a:cubicBezTo>
                    <a:pt x="1013" y="2537"/>
                    <a:pt x="1858" y="1929"/>
                    <a:pt x="2418" y="977"/>
                  </a:cubicBezTo>
                  <a:cubicBezTo>
                    <a:pt x="2632" y="620"/>
                    <a:pt x="2822" y="251"/>
                    <a:pt x="3096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54"/>
            <p:cNvSpPr/>
            <p:nvPr/>
          </p:nvSpPr>
          <p:spPr>
            <a:xfrm>
              <a:off x="5715024" y="3088438"/>
              <a:ext cx="427668" cy="484525"/>
            </a:xfrm>
            <a:custGeom>
              <a:avLst/>
              <a:gdLst/>
              <a:ahLst/>
              <a:cxnLst/>
              <a:rect l="l" t="t" r="r" b="b"/>
              <a:pathLst>
                <a:path w="15931" h="18049" extrusionOk="0">
                  <a:moveTo>
                    <a:pt x="2636" y="1"/>
                  </a:moveTo>
                  <a:cubicBezTo>
                    <a:pt x="2392" y="1"/>
                    <a:pt x="2140" y="41"/>
                    <a:pt x="1882" y="129"/>
                  </a:cubicBezTo>
                  <a:cubicBezTo>
                    <a:pt x="0" y="772"/>
                    <a:pt x="858" y="3034"/>
                    <a:pt x="1536" y="4249"/>
                  </a:cubicBezTo>
                  <a:cubicBezTo>
                    <a:pt x="2393" y="5785"/>
                    <a:pt x="3536" y="7142"/>
                    <a:pt x="4656" y="8487"/>
                  </a:cubicBezTo>
                  <a:cubicBezTo>
                    <a:pt x="5739" y="9785"/>
                    <a:pt x="6811" y="11095"/>
                    <a:pt x="7882" y="12405"/>
                  </a:cubicBezTo>
                  <a:cubicBezTo>
                    <a:pt x="9073" y="13881"/>
                    <a:pt x="10252" y="15357"/>
                    <a:pt x="11418" y="16858"/>
                  </a:cubicBezTo>
                  <a:cubicBezTo>
                    <a:pt x="11728" y="17250"/>
                    <a:pt x="12049" y="17655"/>
                    <a:pt x="12371" y="18048"/>
                  </a:cubicBezTo>
                  <a:cubicBezTo>
                    <a:pt x="12490" y="16298"/>
                    <a:pt x="14324" y="15012"/>
                    <a:pt x="15931" y="14679"/>
                  </a:cubicBezTo>
                  <a:lnTo>
                    <a:pt x="15502" y="14119"/>
                  </a:lnTo>
                  <a:cubicBezTo>
                    <a:pt x="14455" y="12774"/>
                    <a:pt x="13431" y="11440"/>
                    <a:pt x="12371" y="10119"/>
                  </a:cubicBezTo>
                  <a:cubicBezTo>
                    <a:pt x="10252" y="7440"/>
                    <a:pt x="8097" y="4773"/>
                    <a:pt x="5894" y="2153"/>
                  </a:cubicBezTo>
                  <a:cubicBezTo>
                    <a:pt x="5089" y="1188"/>
                    <a:pt x="3970" y="1"/>
                    <a:pt x="2636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54"/>
            <p:cNvSpPr/>
            <p:nvPr/>
          </p:nvSpPr>
          <p:spPr>
            <a:xfrm>
              <a:off x="6051258" y="3500696"/>
              <a:ext cx="196291" cy="195190"/>
            </a:xfrm>
            <a:custGeom>
              <a:avLst/>
              <a:gdLst/>
              <a:ahLst/>
              <a:cxnLst/>
              <a:rect l="l" t="t" r="r" b="b"/>
              <a:pathLst>
                <a:path w="7312" h="7271" extrusionOk="0">
                  <a:moveTo>
                    <a:pt x="3894" y="0"/>
                  </a:moveTo>
                  <a:cubicBezTo>
                    <a:pt x="2965" y="227"/>
                    <a:pt x="2584" y="1441"/>
                    <a:pt x="1906" y="2036"/>
                  </a:cubicBezTo>
                  <a:cubicBezTo>
                    <a:pt x="1358" y="2489"/>
                    <a:pt x="703" y="2786"/>
                    <a:pt x="1" y="2882"/>
                  </a:cubicBezTo>
                  <a:cubicBezTo>
                    <a:pt x="787" y="3846"/>
                    <a:pt x="1525" y="4858"/>
                    <a:pt x="2203" y="5894"/>
                  </a:cubicBezTo>
                  <a:cubicBezTo>
                    <a:pt x="2572" y="5656"/>
                    <a:pt x="3049" y="5477"/>
                    <a:pt x="3358" y="5311"/>
                  </a:cubicBezTo>
                  <a:cubicBezTo>
                    <a:pt x="3361" y="5309"/>
                    <a:pt x="3363" y="5309"/>
                    <a:pt x="3366" y="5309"/>
                  </a:cubicBezTo>
                  <a:cubicBezTo>
                    <a:pt x="3387" y="5309"/>
                    <a:pt x="3403" y="5349"/>
                    <a:pt x="3382" y="5370"/>
                  </a:cubicBezTo>
                  <a:cubicBezTo>
                    <a:pt x="3084" y="5656"/>
                    <a:pt x="2692" y="5930"/>
                    <a:pt x="2430" y="6239"/>
                  </a:cubicBezTo>
                  <a:cubicBezTo>
                    <a:pt x="2215" y="6489"/>
                    <a:pt x="2060" y="6906"/>
                    <a:pt x="2358" y="7156"/>
                  </a:cubicBezTo>
                  <a:cubicBezTo>
                    <a:pt x="2460" y="7239"/>
                    <a:pt x="2560" y="7270"/>
                    <a:pt x="2658" y="7270"/>
                  </a:cubicBezTo>
                  <a:cubicBezTo>
                    <a:pt x="2812" y="7270"/>
                    <a:pt x="2963" y="7193"/>
                    <a:pt x="3108" y="7120"/>
                  </a:cubicBezTo>
                  <a:cubicBezTo>
                    <a:pt x="3870" y="6739"/>
                    <a:pt x="4585" y="5989"/>
                    <a:pt x="5239" y="5442"/>
                  </a:cubicBezTo>
                  <a:cubicBezTo>
                    <a:pt x="5573" y="5168"/>
                    <a:pt x="5894" y="4894"/>
                    <a:pt x="6216" y="4620"/>
                  </a:cubicBezTo>
                  <a:cubicBezTo>
                    <a:pt x="6490" y="4394"/>
                    <a:pt x="7025" y="4072"/>
                    <a:pt x="7192" y="3787"/>
                  </a:cubicBezTo>
                  <a:cubicBezTo>
                    <a:pt x="7311" y="3548"/>
                    <a:pt x="7264" y="3382"/>
                    <a:pt x="7037" y="3179"/>
                  </a:cubicBezTo>
                  <a:cubicBezTo>
                    <a:pt x="6918" y="3065"/>
                    <a:pt x="6803" y="3021"/>
                    <a:pt x="6688" y="3021"/>
                  </a:cubicBezTo>
                  <a:cubicBezTo>
                    <a:pt x="6515" y="3021"/>
                    <a:pt x="6342" y="3120"/>
                    <a:pt x="6156" y="3227"/>
                  </a:cubicBezTo>
                  <a:cubicBezTo>
                    <a:pt x="5763" y="3453"/>
                    <a:pt x="5382" y="3715"/>
                    <a:pt x="5025" y="4001"/>
                  </a:cubicBezTo>
                  <a:cubicBezTo>
                    <a:pt x="5001" y="4018"/>
                    <a:pt x="4976" y="4026"/>
                    <a:pt x="4953" y="4026"/>
                  </a:cubicBezTo>
                  <a:cubicBezTo>
                    <a:pt x="4847" y="4026"/>
                    <a:pt x="4761" y="3876"/>
                    <a:pt x="4858" y="3798"/>
                  </a:cubicBezTo>
                  <a:cubicBezTo>
                    <a:pt x="5216" y="3513"/>
                    <a:pt x="5573" y="3227"/>
                    <a:pt x="5930" y="2929"/>
                  </a:cubicBezTo>
                  <a:cubicBezTo>
                    <a:pt x="5966" y="2905"/>
                    <a:pt x="6025" y="2846"/>
                    <a:pt x="6073" y="2798"/>
                  </a:cubicBezTo>
                  <a:cubicBezTo>
                    <a:pt x="5311" y="1905"/>
                    <a:pt x="4597" y="941"/>
                    <a:pt x="38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54"/>
            <p:cNvSpPr/>
            <p:nvPr/>
          </p:nvSpPr>
          <p:spPr>
            <a:xfrm>
              <a:off x="5709575" y="3071874"/>
              <a:ext cx="554913" cy="644092"/>
            </a:xfrm>
            <a:custGeom>
              <a:avLst/>
              <a:gdLst/>
              <a:ahLst/>
              <a:cxnLst/>
              <a:rect l="l" t="t" r="r" b="b"/>
              <a:pathLst>
                <a:path w="20671" h="23993" extrusionOk="0">
                  <a:moveTo>
                    <a:pt x="2839" y="618"/>
                  </a:moveTo>
                  <a:cubicBezTo>
                    <a:pt x="4173" y="618"/>
                    <a:pt x="5292" y="1805"/>
                    <a:pt x="6097" y="2770"/>
                  </a:cubicBezTo>
                  <a:cubicBezTo>
                    <a:pt x="8300" y="5390"/>
                    <a:pt x="10455" y="8057"/>
                    <a:pt x="12574" y="10736"/>
                  </a:cubicBezTo>
                  <a:cubicBezTo>
                    <a:pt x="13634" y="12057"/>
                    <a:pt x="14658" y="13391"/>
                    <a:pt x="15705" y="14736"/>
                  </a:cubicBezTo>
                  <a:lnTo>
                    <a:pt x="16134" y="15308"/>
                  </a:lnTo>
                  <a:cubicBezTo>
                    <a:pt x="14515" y="15629"/>
                    <a:pt x="12681" y="16915"/>
                    <a:pt x="12574" y="18665"/>
                  </a:cubicBezTo>
                  <a:cubicBezTo>
                    <a:pt x="12252" y="18272"/>
                    <a:pt x="11931" y="17867"/>
                    <a:pt x="11621" y="17475"/>
                  </a:cubicBezTo>
                  <a:cubicBezTo>
                    <a:pt x="10455" y="15974"/>
                    <a:pt x="9276" y="14498"/>
                    <a:pt x="8085" y="13022"/>
                  </a:cubicBezTo>
                  <a:cubicBezTo>
                    <a:pt x="7014" y="11712"/>
                    <a:pt x="5942" y="10402"/>
                    <a:pt x="4859" y="9104"/>
                  </a:cubicBezTo>
                  <a:cubicBezTo>
                    <a:pt x="3739" y="7759"/>
                    <a:pt x="2596" y="6402"/>
                    <a:pt x="1739" y="4866"/>
                  </a:cubicBezTo>
                  <a:cubicBezTo>
                    <a:pt x="1061" y="3651"/>
                    <a:pt x="203" y="1389"/>
                    <a:pt x="2085" y="746"/>
                  </a:cubicBezTo>
                  <a:cubicBezTo>
                    <a:pt x="2343" y="658"/>
                    <a:pt x="2595" y="618"/>
                    <a:pt x="2839" y="618"/>
                  </a:cubicBezTo>
                  <a:close/>
                  <a:moveTo>
                    <a:pt x="15836" y="15820"/>
                  </a:moveTo>
                  <a:cubicBezTo>
                    <a:pt x="15562" y="16070"/>
                    <a:pt x="15372" y="16427"/>
                    <a:pt x="15158" y="16796"/>
                  </a:cubicBezTo>
                  <a:cubicBezTo>
                    <a:pt x="14598" y="17748"/>
                    <a:pt x="13753" y="18356"/>
                    <a:pt x="12741" y="18725"/>
                  </a:cubicBezTo>
                  <a:cubicBezTo>
                    <a:pt x="13145" y="18010"/>
                    <a:pt x="13467" y="17332"/>
                    <a:pt x="14098" y="16784"/>
                  </a:cubicBezTo>
                  <a:cubicBezTo>
                    <a:pt x="14598" y="16332"/>
                    <a:pt x="15193" y="15998"/>
                    <a:pt x="15836" y="15820"/>
                  </a:cubicBezTo>
                  <a:close/>
                  <a:moveTo>
                    <a:pt x="16622" y="15974"/>
                  </a:moveTo>
                  <a:cubicBezTo>
                    <a:pt x="17325" y="16915"/>
                    <a:pt x="18039" y="17879"/>
                    <a:pt x="18801" y="18772"/>
                  </a:cubicBezTo>
                  <a:cubicBezTo>
                    <a:pt x="18753" y="18820"/>
                    <a:pt x="18694" y="18879"/>
                    <a:pt x="18658" y="18903"/>
                  </a:cubicBezTo>
                  <a:cubicBezTo>
                    <a:pt x="18301" y="19201"/>
                    <a:pt x="17944" y="19487"/>
                    <a:pt x="17586" y="19772"/>
                  </a:cubicBezTo>
                  <a:cubicBezTo>
                    <a:pt x="17489" y="19850"/>
                    <a:pt x="17575" y="20000"/>
                    <a:pt x="17681" y="20000"/>
                  </a:cubicBezTo>
                  <a:cubicBezTo>
                    <a:pt x="17704" y="20000"/>
                    <a:pt x="17729" y="19992"/>
                    <a:pt x="17753" y="19975"/>
                  </a:cubicBezTo>
                  <a:cubicBezTo>
                    <a:pt x="18110" y="19689"/>
                    <a:pt x="18491" y="19427"/>
                    <a:pt x="18884" y="19201"/>
                  </a:cubicBezTo>
                  <a:cubicBezTo>
                    <a:pt x="19070" y="19094"/>
                    <a:pt x="19243" y="18995"/>
                    <a:pt x="19418" y="18995"/>
                  </a:cubicBezTo>
                  <a:cubicBezTo>
                    <a:pt x="19535" y="18995"/>
                    <a:pt x="19653" y="19039"/>
                    <a:pt x="19777" y="19153"/>
                  </a:cubicBezTo>
                  <a:cubicBezTo>
                    <a:pt x="19992" y="19356"/>
                    <a:pt x="20051" y="19522"/>
                    <a:pt x="19920" y="19761"/>
                  </a:cubicBezTo>
                  <a:cubicBezTo>
                    <a:pt x="19765" y="20046"/>
                    <a:pt x="19218" y="20368"/>
                    <a:pt x="18956" y="20594"/>
                  </a:cubicBezTo>
                  <a:cubicBezTo>
                    <a:pt x="18634" y="20868"/>
                    <a:pt x="18301" y="21154"/>
                    <a:pt x="17967" y="21416"/>
                  </a:cubicBezTo>
                  <a:cubicBezTo>
                    <a:pt x="17313" y="21963"/>
                    <a:pt x="16598" y="22713"/>
                    <a:pt x="15836" y="23094"/>
                  </a:cubicBezTo>
                  <a:cubicBezTo>
                    <a:pt x="15691" y="23167"/>
                    <a:pt x="15540" y="23244"/>
                    <a:pt x="15386" y="23244"/>
                  </a:cubicBezTo>
                  <a:cubicBezTo>
                    <a:pt x="15288" y="23244"/>
                    <a:pt x="15188" y="23213"/>
                    <a:pt x="15086" y="23130"/>
                  </a:cubicBezTo>
                  <a:cubicBezTo>
                    <a:pt x="14788" y="22880"/>
                    <a:pt x="14943" y="22463"/>
                    <a:pt x="15158" y="22213"/>
                  </a:cubicBezTo>
                  <a:cubicBezTo>
                    <a:pt x="15420" y="21904"/>
                    <a:pt x="15812" y="21630"/>
                    <a:pt x="16110" y="21344"/>
                  </a:cubicBezTo>
                  <a:cubicBezTo>
                    <a:pt x="16131" y="21323"/>
                    <a:pt x="16115" y="21283"/>
                    <a:pt x="16094" y="21283"/>
                  </a:cubicBezTo>
                  <a:cubicBezTo>
                    <a:pt x="16091" y="21283"/>
                    <a:pt x="16089" y="21283"/>
                    <a:pt x="16086" y="21285"/>
                  </a:cubicBezTo>
                  <a:cubicBezTo>
                    <a:pt x="15765" y="21451"/>
                    <a:pt x="15300" y="21630"/>
                    <a:pt x="14931" y="21868"/>
                  </a:cubicBezTo>
                  <a:cubicBezTo>
                    <a:pt x="14253" y="20832"/>
                    <a:pt x="13515" y="19820"/>
                    <a:pt x="12729" y="18856"/>
                  </a:cubicBezTo>
                  <a:cubicBezTo>
                    <a:pt x="13431" y="18760"/>
                    <a:pt x="14086" y="18463"/>
                    <a:pt x="14622" y="18010"/>
                  </a:cubicBezTo>
                  <a:cubicBezTo>
                    <a:pt x="15312" y="17415"/>
                    <a:pt x="15693" y="16201"/>
                    <a:pt x="16622" y="15974"/>
                  </a:cubicBezTo>
                  <a:close/>
                  <a:moveTo>
                    <a:pt x="2789" y="0"/>
                  </a:moveTo>
                  <a:cubicBezTo>
                    <a:pt x="2084" y="0"/>
                    <a:pt x="1391" y="236"/>
                    <a:pt x="906" y="770"/>
                  </a:cubicBezTo>
                  <a:cubicBezTo>
                    <a:pt x="1" y="1758"/>
                    <a:pt x="215" y="3199"/>
                    <a:pt x="715" y="4318"/>
                  </a:cubicBezTo>
                  <a:cubicBezTo>
                    <a:pt x="1406" y="5902"/>
                    <a:pt x="2489" y="7319"/>
                    <a:pt x="3585" y="8640"/>
                  </a:cubicBezTo>
                  <a:cubicBezTo>
                    <a:pt x="4847" y="10152"/>
                    <a:pt x="6156" y="11652"/>
                    <a:pt x="7430" y="13164"/>
                  </a:cubicBezTo>
                  <a:cubicBezTo>
                    <a:pt x="8645" y="14617"/>
                    <a:pt x="9847" y="16070"/>
                    <a:pt x="11062" y="17534"/>
                  </a:cubicBezTo>
                  <a:cubicBezTo>
                    <a:pt x="12276" y="19010"/>
                    <a:pt x="13431" y="20618"/>
                    <a:pt x="14777" y="21987"/>
                  </a:cubicBezTo>
                  <a:cubicBezTo>
                    <a:pt x="14622" y="22094"/>
                    <a:pt x="14491" y="22249"/>
                    <a:pt x="14407" y="22416"/>
                  </a:cubicBezTo>
                  <a:cubicBezTo>
                    <a:pt x="14205" y="22856"/>
                    <a:pt x="14503" y="23451"/>
                    <a:pt x="14800" y="23749"/>
                  </a:cubicBezTo>
                  <a:cubicBezTo>
                    <a:pt x="14967" y="23916"/>
                    <a:pt x="15148" y="23993"/>
                    <a:pt x="15335" y="23993"/>
                  </a:cubicBezTo>
                  <a:cubicBezTo>
                    <a:pt x="15495" y="23993"/>
                    <a:pt x="15660" y="23937"/>
                    <a:pt x="15824" y="23832"/>
                  </a:cubicBezTo>
                  <a:cubicBezTo>
                    <a:pt x="16574" y="23344"/>
                    <a:pt x="17253" y="22654"/>
                    <a:pt x="17944" y="22082"/>
                  </a:cubicBezTo>
                  <a:cubicBezTo>
                    <a:pt x="18682" y="21475"/>
                    <a:pt x="19408" y="20856"/>
                    <a:pt x="20122" y="20225"/>
                  </a:cubicBezTo>
                  <a:cubicBezTo>
                    <a:pt x="20408" y="19963"/>
                    <a:pt x="20670" y="19761"/>
                    <a:pt x="20492" y="19344"/>
                  </a:cubicBezTo>
                  <a:cubicBezTo>
                    <a:pt x="20363" y="19017"/>
                    <a:pt x="19777" y="18438"/>
                    <a:pt x="19372" y="18438"/>
                  </a:cubicBezTo>
                  <a:cubicBezTo>
                    <a:pt x="19364" y="18438"/>
                    <a:pt x="19356" y="18438"/>
                    <a:pt x="19349" y="18439"/>
                  </a:cubicBezTo>
                  <a:cubicBezTo>
                    <a:pt x="19265" y="18451"/>
                    <a:pt x="19182" y="18487"/>
                    <a:pt x="19110" y="18546"/>
                  </a:cubicBezTo>
                  <a:cubicBezTo>
                    <a:pt x="17991" y="16724"/>
                    <a:pt x="16598" y="15022"/>
                    <a:pt x="15300" y="13331"/>
                  </a:cubicBezTo>
                  <a:cubicBezTo>
                    <a:pt x="13967" y="11605"/>
                    <a:pt x="12610" y="9878"/>
                    <a:pt x="11240" y="8164"/>
                  </a:cubicBezTo>
                  <a:cubicBezTo>
                    <a:pt x="10038" y="6652"/>
                    <a:pt x="8812" y="5128"/>
                    <a:pt x="7585" y="3628"/>
                  </a:cubicBezTo>
                  <a:cubicBezTo>
                    <a:pt x="6621" y="2437"/>
                    <a:pt x="5656" y="973"/>
                    <a:pt x="4204" y="318"/>
                  </a:cubicBezTo>
                  <a:cubicBezTo>
                    <a:pt x="3770" y="113"/>
                    <a:pt x="3277" y="0"/>
                    <a:pt x="27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54"/>
            <p:cNvSpPr/>
            <p:nvPr/>
          </p:nvSpPr>
          <p:spPr>
            <a:xfrm>
              <a:off x="6176543" y="3685766"/>
              <a:ext cx="87622" cy="152882"/>
            </a:xfrm>
            <a:custGeom>
              <a:avLst/>
              <a:gdLst/>
              <a:ahLst/>
              <a:cxnLst/>
              <a:rect l="l" t="t" r="r" b="b"/>
              <a:pathLst>
                <a:path w="3264" h="5695" extrusionOk="0">
                  <a:moveTo>
                    <a:pt x="894" y="0"/>
                  </a:moveTo>
                  <a:lnTo>
                    <a:pt x="894" y="0"/>
                  </a:lnTo>
                  <a:cubicBezTo>
                    <a:pt x="1870" y="1655"/>
                    <a:pt x="1" y="2869"/>
                    <a:pt x="144" y="4501"/>
                  </a:cubicBezTo>
                  <a:cubicBezTo>
                    <a:pt x="180" y="4977"/>
                    <a:pt x="358" y="5310"/>
                    <a:pt x="620" y="5501"/>
                  </a:cubicBezTo>
                  <a:cubicBezTo>
                    <a:pt x="790" y="5629"/>
                    <a:pt x="990" y="5694"/>
                    <a:pt x="1200" y="5694"/>
                  </a:cubicBezTo>
                  <a:cubicBezTo>
                    <a:pt x="1592" y="5694"/>
                    <a:pt x="2016" y="5466"/>
                    <a:pt x="2335" y="5001"/>
                  </a:cubicBezTo>
                  <a:cubicBezTo>
                    <a:pt x="3263" y="3679"/>
                    <a:pt x="2585" y="1667"/>
                    <a:pt x="1489" y="536"/>
                  </a:cubicBezTo>
                  <a:cubicBezTo>
                    <a:pt x="1358" y="405"/>
                    <a:pt x="1215" y="286"/>
                    <a:pt x="1073" y="179"/>
                  </a:cubicBezTo>
                  <a:cubicBezTo>
                    <a:pt x="1001" y="131"/>
                    <a:pt x="942" y="60"/>
                    <a:pt x="894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54"/>
            <p:cNvSpPr/>
            <p:nvPr/>
          </p:nvSpPr>
          <p:spPr>
            <a:xfrm>
              <a:off x="6174315" y="3681202"/>
              <a:ext cx="94629" cy="161822"/>
            </a:xfrm>
            <a:custGeom>
              <a:avLst/>
              <a:gdLst/>
              <a:ahLst/>
              <a:cxnLst/>
              <a:rect l="l" t="t" r="r" b="b"/>
              <a:pathLst>
                <a:path w="3525" h="6028" extrusionOk="0">
                  <a:moveTo>
                    <a:pt x="1382" y="765"/>
                  </a:moveTo>
                  <a:lnTo>
                    <a:pt x="1453" y="837"/>
                  </a:lnTo>
                  <a:cubicBezTo>
                    <a:pt x="2525" y="1920"/>
                    <a:pt x="3144" y="3849"/>
                    <a:pt x="2287" y="5087"/>
                  </a:cubicBezTo>
                  <a:cubicBezTo>
                    <a:pt x="2096" y="5397"/>
                    <a:pt x="1787" y="5611"/>
                    <a:pt x="1429" y="5695"/>
                  </a:cubicBezTo>
                  <a:cubicBezTo>
                    <a:pt x="1382" y="5702"/>
                    <a:pt x="1334" y="5706"/>
                    <a:pt x="1287" y="5706"/>
                  </a:cubicBezTo>
                  <a:cubicBezTo>
                    <a:pt x="1110" y="5706"/>
                    <a:pt x="939" y="5652"/>
                    <a:pt x="798" y="5540"/>
                  </a:cubicBezTo>
                  <a:cubicBezTo>
                    <a:pt x="560" y="5373"/>
                    <a:pt x="417" y="5064"/>
                    <a:pt x="382" y="4659"/>
                  </a:cubicBezTo>
                  <a:cubicBezTo>
                    <a:pt x="334" y="4016"/>
                    <a:pt x="620" y="3420"/>
                    <a:pt x="894" y="2849"/>
                  </a:cubicBezTo>
                  <a:cubicBezTo>
                    <a:pt x="1215" y="2194"/>
                    <a:pt x="1537" y="1515"/>
                    <a:pt x="1382" y="765"/>
                  </a:cubicBezTo>
                  <a:close/>
                  <a:moveTo>
                    <a:pt x="977" y="1"/>
                  </a:moveTo>
                  <a:cubicBezTo>
                    <a:pt x="862" y="1"/>
                    <a:pt x="750" y="127"/>
                    <a:pt x="834" y="253"/>
                  </a:cubicBezTo>
                  <a:cubicBezTo>
                    <a:pt x="1358" y="1134"/>
                    <a:pt x="989" y="1896"/>
                    <a:pt x="608" y="2706"/>
                  </a:cubicBezTo>
                  <a:cubicBezTo>
                    <a:pt x="310" y="3325"/>
                    <a:pt x="1" y="3956"/>
                    <a:pt x="60" y="4694"/>
                  </a:cubicBezTo>
                  <a:cubicBezTo>
                    <a:pt x="72" y="5123"/>
                    <a:pt x="274" y="5528"/>
                    <a:pt x="608" y="5802"/>
                  </a:cubicBezTo>
                  <a:cubicBezTo>
                    <a:pt x="810" y="5956"/>
                    <a:pt x="1048" y="6028"/>
                    <a:pt x="1286" y="6028"/>
                  </a:cubicBezTo>
                  <a:cubicBezTo>
                    <a:pt x="1358" y="6028"/>
                    <a:pt x="1417" y="6028"/>
                    <a:pt x="1489" y="6016"/>
                  </a:cubicBezTo>
                  <a:cubicBezTo>
                    <a:pt x="1929" y="5921"/>
                    <a:pt x="2322" y="5659"/>
                    <a:pt x="2560" y="5266"/>
                  </a:cubicBezTo>
                  <a:cubicBezTo>
                    <a:pt x="3525" y="3873"/>
                    <a:pt x="2882" y="1801"/>
                    <a:pt x="1691" y="599"/>
                  </a:cubicBezTo>
                  <a:cubicBezTo>
                    <a:pt x="1548" y="456"/>
                    <a:pt x="1406" y="337"/>
                    <a:pt x="1239" y="218"/>
                  </a:cubicBezTo>
                  <a:cubicBezTo>
                    <a:pt x="1191" y="182"/>
                    <a:pt x="1144" y="134"/>
                    <a:pt x="1108" y="75"/>
                  </a:cubicBezTo>
                  <a:cubicBezTo>
                    <a:pt x="1073" y="23"/>
                    <a:pt x="1025" y="1"/>
                    <a:pt x="9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54"/>
            <p:cNvSpPr/>
            <p:nvPr/>
          </p:nvSpPr>
          <p:spPr>
            <a:xfrm>
              <a:off x="6162503" y="3865708"/>
              <a:ext cx="90065" cy="149258"/>
            </a:xfrm>
            <a:custGeom>
              <a:avLst/>
              <a:gdLst/>
              <a:ahLst/>
              <a:cxnLst/>
              <a:rect l="l" t="t" r="r" b="b"/>
              <a:pathLst>
                <a:path w="3355" h="5560" extrusionOk="0">
                  <a:moveTo>
                    <a:pt x="3024" y="0"/>
                  </a:moveTo>
                  <a:cubicBezTo>
                    <a:pt x="3017" y="9"/>
                    <a:pt x="3009" y="17"/>
                    <a:pt x="3002" y="25"/>
                  </a:cubicBezTo>
                  <a:lnTo>
                    <a:pt x="3002" y="25"/>
                  </a:lnTo>
                  <a:cubicBezTo>
                    <a:pt x="3010" y="17"/>
                    <a:pt x="3017" y="9"/>
                    <a:pt x="3024" y="0"/>
                  </a:cubicBezTo>
                  <a:close/>
                  <a:moveTo>
                    <a:pt x="3002" y="25"/>
                  </a:moveTo>
                  <a:lnTo>
                    <a:pt x="3002" y="25"/>
                  </a:lnTo>
                  <a:cubicBezTo>
                    <a:pt x="2947" y="83"/>
                    <a:pt x="2885" y="124"/>
                    <a:pt x="2822" y="155"/>
                  </a:cubicBezTo>
                  <a:cubicBezTo>
                    <a:pt x="2655" y="238"/>
                    <a:pt x="2488" y="322"/>
                    <a:pt x="2334" y="429"/>
                  </a:cubicBezTo>
                  <a:cubicBezTo>
                    <a:pt x="1036" y="1322"/>
                    <a:pt x="0" y="3167"/>
                    <a:pt x="643" y="4656"/>
                  </a:cubicBezTo>
                  <a:cubicBezTo>
                    <a:pt x="914" y="5252"/>
                    <a:pt x="1383" y="5560"/>
                    <a:pt x="1828" y="5560"/>
                  </a:cubicBezTo>
                  <a:cubicBezTo>
                    <a:pt x="1970" y="5560"/>
                    <a:pt x="2109" y="5529"/>
                    <a:pt x="2238" y="5465"/>
                  </a:cubicBezTo>
                  <a:cubicBezTo>
                    <a:pt x="2536" y="5322"/>
                    <a:pt x="2774" y="5037"/>
                    <a:pt x="2905" y="4572"/>
                  </a:cubicBezTo>
                  <a:cubicBezTo>
                    <a:pt x="3355" y="2998"/>
                    <a:pt x="1757" y="1447"/>
                    <a:pt x="3002" y="25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54"/>
            <p:cNvSpPr/>
            <p:nvPr/>
          </p:nvSpPr>
          <p:spPr>
            <a:xfrm>
              <a:off x="6157376" y="3861064"/>
              <a:ext cx="92400" cy="157849"/>
            </a:xfrm>
            <a:custGeom>
              <a:avLst/>
              <a:gdLst/>
              <a:ahLst/>
              <a:cxnLst/>
              <a:rect l="l" t="t" r="r" b="b"/>
              <a:pathLst>
                <a:path w="3442" h="5880" extrusionOk="0">
                  <a:moveTo>
                    <a:pt x="2691" y="673"/>
                  </a:moveTo>
                  <a:lnTo>
                    <a:pt x="2691" y="673"/>
                  </a:lnTo>
                  <a:cubicBezTo>
                    <a:pt x="2394" y="1388"/>
                    <a:pt x="2584" y="2102"/>
                    <a:pt x="2775" y="2816"/>
                  </a:cubicBezTo>
                  <a:cubicBezTo>
                    <a:pt x="2930" y="3436"/>
                    <a:pt x="3108" y="4079"/>
                    <a:pt x="2930" y="4698"/>
                  </a:cubicBezTo>
                  <a:cubicBezTo>
                    <a:pt x="2822" y="5079"/>
                    <a:pt x="2620" y="5352"/>
                    <a:pt x="2346" y="5483"/>
                  </a:cubicBezTo>
                  <a:cubicBezTo>
                    <a:pt x="2235" y="5536"/>
                    <a:pt x="2116" y="5563"/>
                    <a:pt x="1997" y="5563"/>
                  </a:cubicBezTo>
                  <a:cubicBezTo>
                    <a:pt x="1899" y="5563"/>
                    <a:pt x="1800" y="5545"/>
                    <a:pt x="1703" y="5507"/>
                  </a:cubicBezTo>
                  <a:cubicBezTo>
                    <a:pt x="1370" y="5364"/>
                    <a:pt x="1108" y="5091"/>
                    <a:pt x="977" y="4745"/>
                  </a:cubicBezTo>
                  <a:cubicBezTo>
                    <a:pt x="382" y="3364"/>
                    <a:pt x="1358" y="1590"/>
                    <a:pt x="2620" y="733"/>
                  </a:cubicBezTo>
                  <a:cubicBezTo>
                    <a:pt x="2644" y="709"/>
                    <a:pt x="2668" y="697"/>
                    <a:pt x="2691" y="673"/>
                  </a:cubicBezTo>
                  <a:close/>
                  <a:moveTo>
                    <a:pt x="3209" y="1"/>
                  </a:moveTo>
                  <a:cubicBezTo>
                    <a:pt x="3171" y="1"/>
                    <a:pt x="3131" y="16"/>
                    <a:pt x="3096" y="54"/>
                  </a:cubicBezTo>
                  <a:cubicBezTo>
                    <a:pt x="3049" y="102"/>
                    <a:pt x="2989" y="138"/>
                    <a:pt x="2930" y="161"/>
                  </a:cubicBezTo>
                  <a:cubicBezTo>
                    <a:pt x="2763" y="245"/>
                    <a:pt x="2584" y="352"/>
                    <a:pt x="2429" y="459"/>
                  </a:cubicBezTo>
                  <a:cubicBezTo>
                    <a:pt x="1036" y="1412"/>
                    <a:pt x="1" y="3328"/>
                    <a:pt x="679" y="4876"/>
                  </a:cubicBezTo>
                  <a:cubicBezTo>
                    <a:pt x="846" y="5293"/>
                    <a:pt x="1179" y="5638"/>
                    <a:pt x="1596" y="5805"/>
                  </a:cubicBezTo>
                  <a:cubicBezTo>
                    <a:pt x="1667" y="5829"/>
                    <a:pt x="1727" y="5853"/>
                    <a:pt x="1787" y="5864"/>
                  </a:cubicBezTo>
                  <a:cubicBezTo>
                    <a:pt x="1854" y="5875"/>
                    <a:pt x="1923" y="5880"/>
                    <a:pt x="1991" y="5880"/>
                  </a:cubicBezTo>
                  <a:cubicBezTo>
                    <a:pt x="2164" y="5880"/>
                    <a:pt x="2336" y="5846"/>
                    <a:pt x="2489" y="5769"/>
                  </a:cubicBezTo>
                  <a:cubicBezTo>
                    <a:pt x="2834" y="5603"/>
                    <a:pt x="3108" y="5257"/>
                    <a:pt x="3239" y="4781"/>
                  </a:cubicBezTo>
                  <a:cubicBezTo>
                    <a:pt x="3441" y="4067"/>
                    <a:pt x="3263" y="3388"/>
                    <a:pt x="3084" y="2721"/>
                  </a:cubicBezTo>
                  <a:cubicBezTo>
                    <a:pt x="2858" y="1864"/>
                    <a:pt x="2644" y="1042"/>
                    <a:pt x="3322" y="269"/>
                  </a:cubicBezTo>
                  <a:cubicBezTo>
                    <a:pt x="3430" y="152"/>
                    <a:pt x="3328" y="1"/>
                    <a:pt x="32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44" name="Google Shape;2544;p54"/>
          <p:cNvSpPr txBox="1"/>
          <p:nvPr/>
        </p:nvSpPr>
        <p:spPr>
          <a:xfrm>
            <a:off x="3501477" y="1208450"/>
            <a:ext cx="2141100" cy="3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2"/>
                </a:solidFill>
                <a:latin typeface="Viga"/>
                <a:ea typeface="Viga"/>
                <a:cs typeface="Viga"/>
                <a:sym typeface="Viga"/>
              </a:rPr>
              <a:t>Mixing bottle</a:t>
            </a:r>
            <a:endParaRPr sz="2200">
              <a:solidFill>
                <a:schemeClr val="accent2"/>
              </a:solidFill>
              <a:latin typeface="Viga"/>
              <a:ea typeface="Viga"/>
              <a:cs typeface="Viga"/>
              <a:sym typeface="Viga"/>
            </a:endParaRPr>
          </a:p>
        </p:txBody>
      </p:sp>
      <p:sp>
        <p:nvSpPr>
          <p:cNvPr id="2545" name="Google Shape;2545;p54"/>
          <p:cNvSpPr txBox="1"/>
          <p:nvPr/>
        </p:nvSpPr>
        <p:spPr>
          <a:xfrm>
            <a:off x="3501423" y="1558249"/>
            <a:ext cx="2141100" cy="5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Mercury is the smallest planet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46" name="Google Shape;2546;p54"/>
          <p:cNvSpPr txBox="1"/>
          <p:nvPr/>
        </p:nvSpPr>
        <p:spPr>
          <a:xfrm>
            <a:off x="1075250" y="1513250"/>
            <a:ext cx="2141100" cy="3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2"/>
                </a:solidFill>
                <a:latin typeface="Viga"/>
                <a:ea typeface="Viga"/>
                <a:cs typeface="Viga"/>
                <a:sym typeface="Viga"/>
              </a:rPr>
              <a:t>Bunsen burner</a:t>
            </a:r>
            <a:endParaRPr sz="2200">
              <a:solidFill>
                <a:schemeClr val="accent2"/>
              </a:solidFill>
              <a:latin typeface="Viga"/>
              <a:ea typeface="Viga"/>
              <a:cs typeface="Viga"/>
              <a:sym typeface="Viga"/>
            </a:endParaRPr>
          </a:p>
        </p:txBody>
      </p:sp>
      <p:sp>
        <p:nvSpPr>
          <p:cNvPr id="2547" name="Google Shape;2547;p54"/>
          <p:cNvSpPr txBox="1"/>
          <p:nvPr/>
        </p:nvSpPr>
        <p:spPr>
          <a:xfrm>
            <a:off x="1075250" y="1863049"/>
            <a:ext cx="2141100" cy="5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Neptune is very far from the Sun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48" name="Google Shape;2548;p54"/>
          <p:cNvSpPr txBox="1"/>
          <p:nvPr/>
        </p:nvSpPr>
        <p:spPr>
          <a:xfrm>
            <a:off x="5927512" y="1513250"/>
            <a:ext cx="2141100" cy="3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2"/>
                </a:solidFill>
                <a:latin typeface="Viga"/>
                <a:ea typeface="Viga"/>
                <a:cs typeface="Viga"/>
                <a:sym typeface="Viga"/>
              </a:rPr>
              <a:t>Measuring cup</a:t>
            </a:r>
            <a:endParaRPr sz="2200">
              <a:solidFill>
                <a:schemeClr val="accent2"/>
              </a:solidFill>
              <a:latin typeface="Viga"/>
              <a:ea typeface="Viga"/>
              <a:cs typeface="Viga"/>
              <a:sym typeface="Viga"/>
            </a:endParaRPr>
          </a:p>
        </p:txBody>
      </p:sp>
      <p:sp>
        <p:nvSpPr>
          <p:cNvPr id="2549" name="Google Shape;2549;p54"/>
          <p:cNvSpPr txBox="1"/>
          <p:nvPr/>
        </p:nvSpPr>
        <p:spPr>
          <a:xfrm>
            <a:off x="5927504" y="1863049"/>
            <a:ext cx="2141100" cy="5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Saturn is the only planet with rings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50" name="Google Shape;2550;p54"/>
          <p:cNvSpPr txBox="1"/>
          <p:nvPr/>
        </p:nvSpPr>
        <p:spPr>
          <a:xfrm>
            <a:off x="713400" y="2557697"/>
            <a:ext cx="2141100" cy="3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2"/>
                </a:solidFill>
                <a:latin typeface="Viga"/>
                <a:ea typeface="Viga"/>
                <a:cs typeface="Viga"/>
                <a:sym typeface="Viga"/>
              </a:rPr>
              <a:t>Microscope</a:t>
            </a:r>
            <a:endParaRPr sz="2200">
              <a:solidFill>
                <a:schemeClr val="accent2"/>
              </a:solidFill>
              <a:latin typeface="Viga"/>
              <a:ea typeface="Viga"/>
              <a:cs typeface="Viga"/>
              <a:sym typeface="Viga"/>
            </a:endParaRPr>
          </a:p>
        </p:txBody>
      </p:sp>
      <p:sp>
        <p:nvSpPr>
          <p:cNvPr id="2551" name="Google Shape;2551;p54"/>
          <p:cNvSpPr txBox="1"/>
          <p:nvPr/>
        </p:nvSpPr>
        <p:spPr>
          <a:xfrm>
            <a:off x="713400" y="2907500"/>
            <a:ext cx="2141100" cy="5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Venus has a very toxic atmosphere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52" name="Google Shape;2552;p54"/>
          <p:cNvSpPr txBox="1"/>
          <p:nvPr/>
        </p:nvSpPr>
        <p:spPr>
          <a:xfrm>
            <a:off x="6289501" y="2557697"/>
            <a:ext cx="2141100" cy="3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2"/>
                </a:solidFill>
                <a:latin typeface="Viga"/>
                <a:ea typeface="Viga"/>
                <a:cs typeface="Viga"/>
                <a:sym typeface="Viga"/>
              </a:rPr>
              <a:t>Test tube</a:t>
            </a:r>
            <a:endParaRPr sz="2200">
              <a:solidFill>
                <a:schemeClr val="accent2"/>
              </a:solidFill>
              <a:latin typeface="Viga"/>
              <a:ea typeface="Viga"/>
              <a:cs typeface="Viga"/>
              <a:sym typeface="Viga"/>
            </a:endParaRPr>
          </a:p>
        </p:txBody>
      </p:sp>
      <p:sp>
        <p:nvSpPr>
          <p:cNvPr id="2553" name="Google Shape;2553;p54"/>
          <p:cNvSpPr txBox="1"/>
          <p:nvPr/>
        </p:nvSpPr>
        <p:spPr>
          <a:xfrm>
            <a:off x="6289500" y="2907500"/>
            <a:ext cx="2141100" cy="5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Despite being red, Mars is a cold place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54" name="Google Shape;2554;p54"/>
          <p:cNvSpPr/>
          <p:nvPr/>
        </p:nvSpPr>
        <p:spPr>
          <a:xfrm>
            <a:off x="2727150" y="2755800"/>
            <a:ext cx="687525" cy="252100"/>
          </a:xfrm>
          <a:custGeom>
            <a:avLst/>
            <a:gdLst/>
            <a:ahLst/>
            <a:cxnLst/>
            <a:rect l="l" t="t" r="r" b="b"/>
            <a:pathLst>
              <a:path w="27501" h="10084" extrusionOk="0">
                <a:moveTo>
                  <a:pt x="0" y="0"/>
                </a:moveTo>
                <a:cubicBezTo>
                  <a:pt x="2445" y="382"/>
                  <a:pt x="10084" y="611"/>
                  <a:pt x="14667" y="2292"/>
                </a:cubicBezTo>
                <a:cubicBezTo>
                  <a:pt x="19251" y="3973"/>
                  <a:pt x="25362" y="8785"/>
                  <a:pt x="27501" y="10084"/>
                </a:cubicBezTo>
              </a:path>
            </a:pathLst>
          </a:cu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stealth" w="med" len="med"/>
          </a:ln>
        </p:spPr>
      </p:sp>
      <p:sp>
        <p:nvSpPr>
          <p:cNvPr id="2555" name="Google Shape;2555;p54"/>
          <p:cNvSpPr/>
          <p:nvPr/>
        </p:nvSpPr>
        <p:spPr>
          <a:xfrm>
            <a:off x="5838175" y="2755800"/>
            <a:ext cx="726325" cy="383875"/>
          </a:xfrm>
          <a:custGeom>
            <a:avLst/>
            <a:gdLst/>
            <a:ahLst/>
            <a:cxnLst/>
            <a:rect l="l" t="t" r="r" b="b"/>
            <a:pathLst>
              <a:path w="29053" h="15355" extrusionOk="0">
                <a:moveTo>
                  <a:pt x="29053" y="0"/>
                </a:moveTo>
                <a:cubicBezTo>
                  <a:pt x="26426" y="688"/>
                  <a:pt x="18134" y="1566"/>
                  <a:pt x="13292" y="4125"/>
                </a:cubicBezTo>
                <a:cubicBezTo>
                  <a:pt x="8450" y="6684"/>
                  <a:pt x="2215" y="13483"/>
                  <a:pt x="0" y="15355"/>
                </a:cubicBezTo>
              </a:path>
            </a:pathLst>
          </a:cu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stealth" w="med" len="med"/>
          </a:ln>
        </p:spPr>
      </p:sp>
      <p:sp>
        <p:nvSpPr>
          <p:cNvPr id="2556" name="Google Shape;2556;p54"/>
          <p:cNvSpPr/>
          <p:nvPr/>
        </p:nvSpPr>
        <p:spPr>
          <a:xfrm>
            <a:off x="5408475" y="1735975"/>
            <a:ext cx="532825" cy="1821925"/>
          </a:xfrm>
          <a:custGeom>
            <a:avLst/>
            <a:gdLst/>
            <a:ahLst/>
            <a:cxnLst/>
            <a:rect l="l" t="t" r="r" b="b"/>
            <a:pathLst>
              <a:path w="21313" h="72877" extrusionOk="0">
                <a:moveTo>
                  <a:pt x="21313" y="0"/>
                </a:moveTo>
                <a:cubicBezTo>
                  <a:pt x="19824" y="1070"/>
                  <a:pt x="15012" y="3247"/>
                  <a:pt x="12376" y="6417"/>
                </a:cubicBezTo>
                <a:cubicBezTo>
                  <a:pt x="9741" y="9587"/>
                  <a:pt x="6875" y="14821"/>
                  <a:pt x="5500" y="19022"/>
                </a:cubicBezTo>
                <a:cubicBezTo>
                  <a:pt x="4125" y="23224"/>
                  <a:pt x="4163" y="28074"/>
                  <a:pt x="4125" y="31626"/>
                </a:cubicBezTo>
                <a:cubicBezTo>
                  <a:pt x="4087" y="35178"/>
                  <a:pt x="4965" y="37814"/>
                  <a:pt x="5271" y="40335"/>
                </a:cubicBezTo>
                <a:cubicBezTo>
                  <a:pt x="5577" y="42856"/>
                  <a:pt x="5806" y="44537"/>
                  <a:pt x="5959" y="46752"/>
                </a:cubicBezTo>
                <a:cubicBezTo>
                  <a:pt x="6112" y="48967"/>
                  <a:pt x="6532" y="50915"/>
                  <a:pt x="6188" y="53627"/>
                </a:cubicBezTo>
                <a:cubicBezTo>
                  <a:pt x="5844" y="56339"/>
                  <a:pt x="4927" y="59815"/>
                  <a:pt x="3896" y="63023"/>
                </a:cubicBezTo>
                <a:cubicBezTo>
                  <a:pt x="2865" y="66231"/>
                  <a:pt x="649" y="71235"/>
                  <a:pt x="0" y="72877"/>
                </a:cubicBezTo>
              </a:path>
            </a:pathLst>
          </a:cu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stealth" w="med" len="med"/>
          </a:ln>
        </p:spPr>
      </p:sp>
      <p:sp>
        <p:nvSpPr>
          <p:cNvPr id="2557" name="Google Shape;2557;p54"/>
          <p:cNvSpPr/>
          <p:nvPr/>
        </p:nvSpPr>
        <p:spPr>
          <a:xfrm>
            <a:off x="3219875" y="1747450"/>
            <a:ext cx="1048475" cy="1678675"/>
          </a:xfrm>
          <a:custGeom>
            <a:avLst/>
            <a:gdLst/>
            <a:ahLst/>
            <a:cxnLst/>
            <a:rect l="l" t="t" r="r" b="b"/>
            <a:pathLst>
              <a:path w="41939" h="67147" extrusionOk="0">
                <a:moveTo>
                  <a:pt x="0" y="0"/>
                </a:moveTo>
                <a:cubicBezTo>
                  <a:pt x="1337" y="688"/>
                  <a:pt x="5004" y="2254"/>
                  <a:pt x="8021" y="4125"/>
                </a:cubicBezTo>
                <a:cubicBezTo>
                  <a:pt x="11039" y="5997"/>
                  <a:pt x="15470" y="8785"/>
                  <a:pt x="18105" y="11229"/>
                </a:cubicBezTo>
                <a:cubicBezTo>
                  <a:pt x="20741" y="13674"/>
                  <a:pt x="22115" y="15889"/>
                  <a:pt x="23834" y="18792"/>
                </a:cubicBezTo>
                <a:cubicBezTo>
                  <a:pt x="25553" y="21695"/>
                  <a:pt x="27272" y="25056"/>
                  <a:pt x="28418" y="28646"/>
                </a:cubicBezTo>
                <a:cubicBezTo>
                  <a:pt x="29564" y="32236"/>
                  <a:pt x="29983" y="36400"/>
                  <a:pt x="30709" y="40334"/>
                </a:cubicBezTo>
                <a:cubicBezTo>
                  <a:pt x="31435" y="44268"/>
                  <a:pt x="31588" y="48699"/>
                  <a:pt x="32772" y="52251"/>
                </a:cubicBezTo>
                <a:cubicBezTo>
                  <a:pt x="33956" y="55803"/>
                  <a:pt x="36286" y="59164"/>
                  <a:pt x="37814" y="61647"/>
                </a:cubicBezTo>
                <a:cubicBezTo>
                  <a:pt x="39342" y="64130"/>
                  <a:pt x="41252" y="66230"/>
                  <a:pt x="41939" y="67147"/>
                </a:cubicBezTo>
              </a:path>
            </a:pathLst>
          </a:cu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stealth" w="med" len="med"/>
          </a:ln>
        </p:spPr>
      </p:sp>
      <p:sp>
        <p:nvSpPr>
          <p:cNvPr id="2558" name="Google Shape;2558;p54"/>
          <p:cNvSpPr/>
          <p:nvPr/>
        </p:nvSpPr>
        <p:spPr>
          <a:xfrm>
            <a:off x="4617825" y="2165675"/>
            <a:ext cx="337075" cy="1363600"/>
          </a:xfrm>
          <a:custGeom>
            <a:avLst/>
            <a:gdLst/>
            <a:ahLst/>
            <a:cxnLst/>
            <a:rect l="l" t="t" r="r" b="b"/>
            <a:pathLst>
              <a:path w="13483" h="54544" extrusionOk="0">
                <a:moveTo>
                  <a:pt x="0" y="0"/>
                </a:moveTo>
                <a:cubicBezTo>
                  <a:pt x="306" y="1337"/>
                  <a:pt x="650" y="4851"/>
                  <a:pt x="1834" y="8021"/>
                </a:cubicBezTo>
                <a:cubicBezTo>
                  <a:pt x="3018" y="11191"/>
                  <a:pt x="5577" y="16005"/>
                  <a:pt x="7105" y="19022"/>
                </a:cubicBezTo>
                <a:cubicBezTo>
                  <a:pt x="8633" y="22040"/>
                  <a:pt x="10008" y="23529"/>
                  <a:pt x="11001" y="26126"/>
                </a:cubicBezTo>
                <a:cubicBezTo>
                  <a:pt x="11994" y="28723"/>
                  <a:pt x="12681" y="31779"/>
                  <a:pt x="13063" y="34605"/>
                </a:cubicBezTo>
                <a:cubicBezTo>
                  <a:pt x="13445" y="37432"/>
                  <a:pt x="13598" y="39762"/>
                  <a:pt x="13292" y="43085"/>
                </a:cubicBezTo>
                <a:cubicBezTo>
                  <a:pt x="12987" y="46408"/>
                  <a:pt x="11574" y="52634"/>
                  <a:pt x="11230" y="54544"/>
                </a:cubicBezTo>
              </a:path>
            </a:pathLst>
          </a:cu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stealth" w="med" len="med"/>
          </a:ln>
        </p:spPr>
      </p:sp>
      <p:grpSp>
        <p:nvGrpSpPr>
          <p:cNvPr id="2559" name="Google Shape;2559;p54"/>
          <p:cNvGrpSpPr/>
          <p:nvPr/>
        </p:nvGrpSpPr>
        <p:grpSpPr>
          <a:xfrm>
            <a:off x="8131669" y="4124537"/>
            <a:ext cx="597852" cy="720437"/>
            <a:chOff x="3714650" y="2210825"/>
            <a:chExt cx="343100" cy="413450"/>
          </a:xfrm>
        </p:grpSpPr>
        <p:sp>
          <p:nvSpPr>
            <p:cNvPr id="2560" name="Google Shape;2560;p54"/>
            <p:cNvSpPr/>
            <p:nvPr/>
          </p:nvSpPr>
          <p:spPr>
            <a:xfrm>
              <a:off x="3717025" y="2224200"/>
              <a:ext cx="189025" cy="363150"/>
            </a:xfrm>
            <a:custGeom>
              <a:avLst/>
              <a:gdLst/>
              <a:ahLst/>
              <a:cxnLst/>
              <a:rect l="l" t="t" r="r" b="b"/>
              <a:pathLst>
                <a:path w="7561" h="14526" extrusionOk="0">
                  <a:moveTo>
                    <a:pt x="4334" y="0"/>
                  </a:moveTo>
                  <a:cubicBezTo>
                    <a:pt x="4263" y="203"/>
                    <a:pt x="4180" y="405"/>
                    <a:pt x="4108" y="607"/>
                  </a:cubicBezTo>
                  <a:cubicBezTo>
                    <a:pt x="3989" y="881"/>
                    <a:pt x="3882" y="1155"/>
                    <a:pt x="3763" y="1429"/>
                  </a:cubicBezTo>
                  <a:cubicBezTo>
                    <a:pt x="3525" y="1988"/>
                    <a:pt x="3263" y="2536"/>
                    <a:pt x="3001" y="3072"/>
                  </a:cubicBezTo>
                  <a:cubicBezTo>
                    <a:pt x="2513" y="4048"/>
                    <a:pt x="2013" y="4989"/>
                    <a:pt x="1548" y="5989"/>
                  </a:cubicBezTo>
                  <a:cubicBezTo>
                    <a:pt x="1072" y="6977"/>
                    <a:pt x="608" y="8001"/>
                    <a:pt x="381" y="9096"/>
                  </a:cubicBezTo>
                  <a:cubicBezTo>
                    <a:pt x="0" y="10954"/>
                    <a:pt x="489" y="12764"/>
                    <a:pt x="1072" y="14526"/>
                  </a:cubicBezTo>
                  <a:cubicBezTo>
                    <a:pt x="965" y="13645"/>
                    <a:pt x="1060" y="12740"/>
                    <a:pt x="1334" y="11894"/>
                  </a:cubicBezTo>
                  <a:cubicBezTo>
                    <a:pt x="1834" y="10323"/>
                    <a:pt x="2858" y="9025"/>
                    <a:pt x="4108" y="7965"/>
                  </a:cubicBezTo>
                  <a:cubicBezTo>
                    <a:pt x="4358" y="7168"/>
                    <a:pt x="4406" y="6310"/>
                    <a:pt x="4453" y="5477"/>
                  </a:cubicBezTo>
                  <a:cubicBezTo>
                    <a:pt x="4501" y="4525"/>
                    <a:pt x="4525" y="3584"/>
                    <a:pt x="4489" y="2631"/>
                  </a:cubicBezTo>
                  <a:cubicBezTo>
                    <a:pt x="4489" y="2625"/>
                    <a:pt x="4492" y="2622"/>
                    <a:pt x="4495" y="2622"/>
                  </a:cubicBezTo>
                  <a:cubicBezTo>
                    <a:pt x="4498" y="2622"/>
                    <a:pt x="4501" y="2625"/>
                    <a:pt x="4501" y="2631"/>
                  </a:cubicBezTo>
                  <a:cubicBezTo>
                    <a:pt x="4608" y="3608"/>
                    <a:pt x="4656" y="4584"/>
                    <a:pt x="4656" y="5560"/>
                  </a:cubicBezTo>
                  <a:cubicBezTo>
                    <a:pt x="4656" y="6275"/>
                    <a:pt x="4656" y="7025"/>
                    <a:pt x="4418" y="7703"/>
                  </a:cubicBezTo>
                  <a:cubicBezTo>
                    <a:pt x="4882" y="7346"/>
                    <a:pt x="5370" y="7013"/>
                    <a:pt x="5870" y="6715"/>
                  </a:cubicBezTo>
                  <a:cubicBezTo>
                    <a:pt x="6418" y="6382"/>
                    <a:pt x="6989" y="6096"/>
                    <a:pt x="7561" y="5822"/>
                  </a:cubicBezTo>
                  <a:cubicBezTo>
                    <a:pt x="7430" y="5334"/>
                    <a:pt x="7323" y="4846"/>
                    <a:pt x="7168" y="4370"/>
                  </a:cubicBezTo>
                  <a:cubicBezTo>
                    <a:pt x="6870" y="3489"/>
                    <a:pt x="6466" y="2655"/>
                    <a:pt x="5954" y="1893"/>
                  </a:cubicBezTo>
                  <a:cubicBezTo>
                    <a:pt x="5692" y="1512"/>
                    <a:pt x="5418" y="1143"/>
                    <a:pt x="5120" y="798"/>
                  </a:cubicBezTo>
                  <a:cubicBezTo>
                    <a:pt x="4870" y="512"/>
                    <a:pt x="4620" y="238"/>
                    <a:pt x="4334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54"/>
            <p:cNvSpPr/>
            <p:nvPr/>
          </p:nvSpPr>
          <p:spPr>
            <a:xfrm>
              <a:off x="3738150" y="2324500"/>
              <a:ext cx="306325" cy="288750"/>
            </a:xfrm>
            <a:custGeom>
              <a:avLst/>
              <a:gdLst/>
              <a:ahLst/>
              <a:cxnLst/>
              <a:rect l="l" t="t" r="r" b="b"/>
              <a:pathLst>
                <a:path w="12253" h="11550" extrusionOk="0">
                  <a:moveTo>
                    <a:pt x="12252" y="1"/>
                  </a:moveTo>
                  <a:lnTo>
                    <a:pt x="12252" y="1"/>
                  </a:lnTo>
                  <a:cubicBezTo>
                    <a:pt x="10955" y="501"/>
                    <a:pt x="9669" y="965"/>
                    <a:pt x="8371" y="1477"/>
                  </a:cubicBezTo>
                  <a:cubicBezTo>
                    <a:pt x="6144" y="2358"/>
                    <a:pt x="3906" y="3453"/>
                    <a:pt x="2299" y="5275"/>
                  </a:cubicBezTo>
                  <a:cubicBezTo>
                    <a:pt x="834" y="6930"/>
                    <a:pt x="1" y="9264"/>
                    <a:pt x="596" y="11442"/>
                  </a:cubicBezTo>
                  <a:cubicBezTo>
                    <a:pt x="1049" y="10704"/>
                    <a:pt x="1549" y="9978"/>
                    <a:pt x="2072" y="9287"/>
                  </a:cubicBezTo>
                  <a:cubicBezTo>
                    <a:pt x="3108" y="7918"/>
                    <a:pt x="4275" y="6632"/>
                    <a:pt x="5549" y="5477"/>
                  </a:cubicBezTo>
                  <a:cubicBezTo>
                    <a:pt x="6823" y="4322"/>
                    <a:pt x="8192" y="3299"/>
                    <a:pt x="9633" y="2382"/>
                  </a:cubicBezTo>
                  <a:cubicBezTo>
                    <a:pt x="9641" y="2378"/>
                    <a:pt x="9648" y="2376"/>
                    <a:pt x="9655" y="2376"/>
                  </a:cubicBezTo>
                  <a:cubicBezTo>
                    <a:pt x="9693" y="2376"/>
                    <a:pt x="9721" y="2423"/>
                    <a:pt x="9681" y="2453"/>
                  </a:cubicBezTo>
                  <a:cubicBezTo>
                    <a:pt x="8859" y="2977"/>
                    <a:pt x="8073" y="3560"/>
                    <a:pt x="7335" y="4180"/>
                  </a:cubicBezTo>
                  <a:cubicBezTo>
                    <a:pt x="6025" y="5263"/>
                    <a:pt x="4811" y="6454"/>
                    <a:pt x="3716" y="7740"/>
                  </a:cubicBezTo>
                  <a:cubicBezTo>
                    <a:pt x="2692" y="8930"/>
                    <a:pt x="1775" y="10204"/>
                    <a:pt x="965" y="11550"/>
                  </a:cubicBezTo>
                  <a:cubicBezTo>
                    <a:pt x="2275" y="11347"/>
                    <a:pt x="3561" y="11050"/>
                    <a:pt x="4823" y="10669"/>
                  </a:cubicBezTo>
                  <a:cubicBezTo>
                    <a:pt x="7037" y="9954"/>
                    <a:pt x="9157" y="8716"/>
                    <a:pt x="10514" y="6787"/>
                  </a:cubicBezTo>
                  <a:cubicBezTo>
                    <a:pt x="11181" y="5823"/>
                    <a:pt x="11609" y="4727"/>
                    <a:pt x="11776" y="3572"/>
                  </a:cubicBezTo>
                  <a:cubicBezTo>
                    <a:pt x="11967" y="2382"/>
                    <a:pt x="11990" y="1179"/>
                    <a:pt x="12252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54"/>
            <p:cNvSpPr/>
            <p:nvPr/>
          </p:nvSpPr>
          <p:spPr>
            <a:xfrm>
              <a:off x="3714650" y="2210825"/>
              <a:ext cx="343100" cy="413450"/>
            </a:xfrm>
            <a:custGeom>
              <a:avLst/>
              <a:gdLst/>
              <a:ahLst/>
              <a:cxnLst/>
              <a:rect l="l" t="t" r="r" b="b"/>
              <a:pathLst>
                <a:path w="13724" h="16538" extrusionOk="0">
                  <a:moveTo>
                    <a:pt x="4417" y="523"/>
                  </a:moveTo>
                  <a:cubicBezTo>
                    <a:pt x="4703" y="773"/>
                    <a:pt x="4953" y="1047"/>
                    <a:pt x="5203" y="1333"/>
                  </a:cubicBezTo>
                  <a:cubicBezTo>
                    <a:pt x="5501" y="1678"/>
                    <a:pt x="5775" y="2035"/>
                    <a:pt x="6037" y="2416"/>
                  </a:cubicBezTo>
                  <a:cubicBezTo>
                    <a:pt x="6549" y="3190"/>
                    <a:pt x="6953" y="4024"/>
                    <a:pt x="7251" y="4905"/>
                  </a:cubicBezTo>
                  <a:cubicBezTo>
                    <a:pt x="7418" y="5381"/>
                    <a:pt x="7513" y="5869"/>
                    <a:pt x="7656" y="6357"/>
                  </a:cubicBezTo>
                  <a:cubicBezTo>
                    <a:pt x="7084" y="6631"/>
                    <a:pt x="6513" y="6917"/>
                    <a:pt x="5953" y="7238"/>
                  </a:cubicBezTo>
                  <a:cubicBezTo>
                    <a:pt x="5453" y="7536"/>
                    <a:pt x="4965" y="7869"/>
                    <a:pt x="4501" y="8238"/>
                  </a:cubicBezTo>
                  <a:cubicBezTo>
                    <a:pt x="4739" y="7560"/>
                    <a:pt x="4739" y="6810"/>
                    <a:pt x="4739" y="6095"/>
                  </a:cubicBezTo>
                  <a:cubicBezTo>
                    <a:pt x="4739" y="5119"/>
                    <a:pt x="4691" y="4131"/>
                    <a:pt x="4584" y="3155"/>
                  </a:cubicBezTo>
                  <a:cubicBezTo>
                    <a:pt x="4584" y="3149"/>
                    <a:pt x="4581" y="3146"/>
                    <a:pt x="4578" y="3146"/>
                  </a:cubicBezTo>
                  <a:cubicBezTo>
                    <a:pt x="4575" y="3146"/>
                    <a:pt x="4572" y="3149"/>
                    <a:pt x="4572" y="3155"/>
                  </a:cubicBezTo>
                  <a:cubicBezTo>
                    <a:pt x="4608" y="4107"/>
                    <a:pt x="4584" y="5060"/>
                    <a:pt x="4536" y="6000"/>
                  </a:cubicBezTo>
                  <a:cubicBezTo>
                    <a:pt x="4489" y="6834"/>
                    <a:pt x="4441" y="7703"/>
                    <a:pt x="4191" y="8500"/>
                  </a:cubicBezTo>
                  <a:cubicBezTo>
                    <a:pt x="2941" y="9548"/>
                    <a:pt x="1917" y="10858"/>
                    <a:pt x="1417" y="12418"/>
                  </a:cubicBezTo>
                  <a:cubicBezTo>
                    <a:pt x="1143" y="13275"/>
                    <a:pt x="1048" y="14168"/>
                    <a:pt x="1155" y="15061"/>
                  </a:cubicBezTo>
                  <a:cubicBezTo>
                    <a:pt x="572" y="13299"/>
                    <a:pt x="84" y="11477"/>
                    <a:pt x="476" y="9620"/>
                  </a:cubicBezTo>
                  <a:cubicBezTo>
                    <a:pt x="691" y="8536"/>
                    <a:pt x="1155" y="7488"/>
                    <a:pt x="1631" y="6512"/>
                  </a:cubicBezTo>
                  <a:cubicBezTo>
                    <a:pt x="2096" y="5536"/>
                    <a:pt x="2596" y="4571"/>
                    <a:pt x="3084" y="3607"/>
                  </a:cubicBezTo>
                  <a:cubicBezTo>
                    <a:pt x="3346" y="3059"/>
                    <a:pt x="3608" y="2512"/>
                    <a:pt x="3846" y="1952"/>
                  </a:cubicBezTo>
                  <a:cubicBezTo>
                    <a:pt x="3965" y="1690"/>
                    <a:pt x="4084" y="1416"/>
                    <a:pt x="4191" y="1142"/>
                  </a:cubicBezTo>
                  <a:cubicBezTo>
                    <a:pt x="4275" y="940"/>
                    <a:pt x="4358" y="726"/>
                    <a:pt x="4417" y="523"/>
                  </a:cubicBezTo>
                  <a:close/>
                  <a:moveTo>
                    <a:pt x="13192" y="4548"/>
                  </a:moveTo>
                  <a:lnTo>
                    <a:pt x="13192" y="4548"/>
                  </a:lnTo>
                  <a:cubicBezTo>
                    <a:pt x="12930" y="5726"/>
                    <a:pt x="12907" y="6929"/>
                    <a:pt x="12716" y="8119"/>
                  </a:cubicBezTo>
                  <a:cubicBezTo>
                    <a:pt x="12549" y="9274"/>
                    <a:pt x="12121" y="10370"/>
                    <a:pt x="11454" y="11334"/>
                  </a:cubicBezTo>
                  <a:cubicBezTo>
                    <a:pt x="10097" y="13275"/>
                    <a:pt x="7977" y="14489"/>
                    <a:pt x="5763" y="15204"/>
                  </a:cubicBezTo>
                  <a:cubicBezTo>
                    <a:pt x="4501" y="15597"/>
                    <a:pt x="3215" y="15894"/>
                    <a:pt x="1905" y="16085"/>
                  </a:cubicBezTo>
                  <a:cubicBezTo>
                    <a:pt x="2715" y="14751"/>
                    <a:pt x="3632" y="13477"/>
                    <a:pt x="4656" y="12287"/>
                  </a:cubicBezTo>
                  <a:cubicBezTo>
                    <a:pt x="5751" y="11001"/>
                    <a:pt x="6965" y="9810"/>
                    <a:pt x="8275" y="8739"/>
                  </a:cubicBezTo>
                  <a:cubicBezTo>
                    <a:pt x="9025" y="8107"/>
                    <a:pt x="9811" y="7536"/>
                    <a:pt x="10621" y="7000"/>
                  </a:cubicBezTo>
                  <a:cubicBezTo>
                    <a:pt x="10662" y="6980"/>
                    <a:pt x="10641" y="6924"/>
                    <a:pt x="10604" y="6924"/>
                  </a:cubicBezTo>
                  <a:cubicBezTo>
                    <a:pt x="10598" y="6924"/>
                    <a:pt x="10592" y="6925"/>
                    <a:pt x="10585" y="6929"/>
                  </a:cubicBezTo>
                  <a:cubicBezTo>
                    <a:pt x="9132" y="7846"/>
                    <a:pt x="7763" y="8869"/>
                    <a:pt x="6489" y="10024"/>
                  </a:cubicBezTo>
                  <a:cubicBezTo>
                    <a:pt x="5215" y="11179"/>
                    <a:pt x="4048" y="12453"/>
                    <a:pt x="3012" y="13834"/>
                  </a:cubicBezTo>
                  <a:cubicBezTo>
                    <a:pt x="2489" y="14525"/>
                    <a:pt x="2000" y="15251"/>
                    <a:pt x="1536" y="15989"/>
                  </a:cubicBezTo>
                  <a:cubicBezTo>
                    <a:pt x="941" y="13811"/>
                    <a:pt x="1774" y="11477"/>
                    <a:pt x="3239" y="9822"/>
                  </a:cubicBezTo>
                  <a:cubicBezTo>
                    <a:pt x="4858" y="8000"/>
                    <a:pt x="7084" y="6905"/>
                    <a:pt x="9323" y="6012"/>
                  </a:cubicBezTo>
                  <a:cubicBezTo>
                    <a:pt x="10597" y="5500"/>
                    <a:pt x="11895" y="5036"/>
                    <a:pt x="13192" y="4548"/>
                  </a:cubicBezTo>
                  <a:close/>
                  <a:moveTo>
                    <a:pt x="4326" y="0"/>
                  </a:moveTo>
                  <a:cubicBezTo>
                    <a:pt x="4243" y="0"/>
                    <a:pt x="4162" y="53"/>
                    <a:pt x="4132" y="142"/>
                  </a:cubicBezTo>
                  <a:cubicBezTo>
                    <a:pt x="4025" y="404"/>
                    <a:pt x="3965" y="678"/>
                    <a:pt x="3858" y="940"/>
                  </a:cubicBezTo>
                  <a:cubicBezTo>
                    <a:pt x="3763" y="1190"/>
                    <a:pt x="3667" y="1440"/>
                    <a:pt x="3560" y="1690"/>
                  </a:cubicBezTo>
                  <a:cubicBezTo>
                    <a:pt x="3358" y="2202"/>
                    <a:pt x="3132" y="2702"/>
                    <a:pt x="2893" y="3202"/>
                  </a:cubicBezTo>
                  <a:cubicBezTo>
                    <a:pt x="2417" y="4202"/>
                    <a:pt x="1905" y="5190"/>
                    <a:pt x="1453" y="6179"/>
                  </a:cubicBezTo>
                  <a:cubicBezTo>
                    <a:pt x="988" y="7167"/>
                    <a:pt x="548" y="8179"/>
                    <a:pt x="286" y="9239"/>
                  </a:cubicBezTo>
                  <a:cubicBezTo>
                    <a:pt x="36" y="10322"/>
                    <a:pt x="0" y="11441"/>
                    <a:pt x="203" y="12525"/>
                  </a:cubicBezTo>
                  <a:cubicBezTo>
                    <a:pt x="417" y="13799"/>
                    <a:pt x="857" y="15001"/>
                    <a:pt x="1334" y="16192"/>
                  </a:cubicBezTo>
                  <a:cubicBezTo>
                    <a:pt x="1334" y="16216"/>
                    <a:pt x="1358" y="16228"/>
                    <a:pt x="1381" y="16239"/>
                  </a:cubicBezTo>
                  <a:cubicBezTo>
                    <a:pt x="1290" y="16400"/>
                    <a:pt x="1429" y="16538"/>
                    <a:pt x="1577" y="16538"/>
                  </a:cubicBezTo>
                  <a:cubicBezTo>
                    <a:pt x="1584" y="16538"/>
                    <a:pt x="1590" y="16538"/>
                    <a:pt x="1596" y="16537"/>
                  </a:cubicBezTo>
                  <a:cubicBezTo>
                    <a:pt x="4155" y="16168"/>
                    <a:pt x="6763" y="15573"/>
                    <a:pt x="8966" y="14156"/>
                  </a:cubicBezTo>
                  <a:cubicBezTo>
                    <a:pt x="10894" y="12906"/>
                    <a:pt x="12442" y="11036"/>
                    <a:pt x="12942" y="8762"/>
                  </a:cubicBezTo>
                  <a:cubicBezTo>
                    <a:pt x="13264" y="7286"/>
                    <a:pt x="13252" y="5738"/>
                    <a:pt x="13680" y="4274"/>
                  </a:cubicBezTo>
                  <a:cubicBezTo>
                    <a:pt x="13723" y="4146"/>
                    <a:pt x="13613" y="4018"/>
                    <a:pt x="13479" y="4018"/>
                  </a:cubicBezTo>
                  <a:cubicBezTo>
                    <a:pt x="13463" y="4018"/>
                    <a:pt x="13447" y="4020"/>
                    <a:pt x="13430" y="4024"/>
                  </a:cubicBezTo>
                  <a:cubicBezTo>
                    <a:pt x="12133" y="4512"/>
                    <a:pt x="10847" y="5024"/>
                    <a:pt x="9561" y="5536"/>
                  </a:cubicBezTo>
                  <a:cubicBezTo>
                    <a:pt x="9025" y="5762"/>
                    <a:pt x="8477" y="5988"/>
                    <a:pt x="7942" y="6226"/>
                  </a:cubicBezTo>
                  <a:cubicBezTo>
                    <a:pt x="7870" y="5810"/>
                    <a:pt x="7763" y="5393"/>
                    <a:pt x="7608" y="5000"/>
                  </a:cubicBezTo>
                  <a:cubicBezTo>
                    <a:pt x="7454" y="4548"/>
                    <a:pt x="7275" y="4107"/>
                    <a:pt x="7073" y="3678"/>
                  </a:cubicBezTo>
                  <a:cubicBezTo>
                    <a:pt x="6656" y="2821"/>
                    <a:pt x="6156" y="2012"/>
                    <a:pt x="5560" y="1273"/>
                  </a:cubicBezTo>
                  <a:cubicBezTo>
                    <a:pt x="5215" y="845"/>
                    <a:pt x="4822" y="464"/>
                    <a:pt x="4465" y="59"/>
                  </a:cubicBezTo>
                  <a:cubicBezTo>
                    <a:pt x="4425" y="19"/>
                    <a:pt x="4375" y="0"/>
                    <a:pt x="432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63" name="Google Shape;2563;p54"/>
          <p:cNvGrpSpPr/>
          <p:nvPr/>
        </p:nvGrpSpPr>
        <p:grpSpPr>
          <a:xfrm>
            <a:off x="385742" y="623760"/>
            <a:ext cx="1048515" cy="701237"/>
            <a:chOff x="4353688" y="1857888"/>
            <a:chExt cx="824175" cy="551200"/>
          </a:xfrm>
        </p:grpSpPr>
        <p:sp>
          <p:nvSpPr>
            <p:cNvPr id="2564" name="Google Shape;2564;p54"/>
            <p:cNvSpPr/>
            <p:nvPr/>
          </p:nvSpPr>
          <p:spPr>
            <a:xfrm>
              <a:off x="5118363" y="2351288"/>
              <a:ext cx="50325" cy="50925"/>
            </a:xfrm>
            <a:custGeom>
              <a:avLst/>
              <a:gdLst/>
              <a:ahLst/>
              <a:cxnLst/>
              <a:rect l="l" t="t" r="r" b="b"/>
              <a:pathLst>
                <a:path w="2013" h="2037" extrusionOk="0">
                  <a:moveTo>
                    <a:pt x="798" y="1"/>
                  </a:moveTo>
                  <a:cubicBezTo>
                    <a:pt x="738" y="48"/>
                    <a:pt x="679" y="84"/>
                    <a:pt x="631" y="132"/>
                  </a:cubicBezTo>
                  <a:cubicBezTo>
                    <a:pt x="476" y="263"/>
                    <a:pt x="334" y="406"/>
                    <a:pt x="215" y="584"/>
                  </a:cubicBezTo>
                  <a:cubicBezTo>
                    <a:pt x="72" y="810"/>
                    <a:pt x="0" y="1072"/>
                    <a:pt x="12" y="1346"/>
                  </a:cubicBezTo>
                  <a:lnTo>
                    <a:pt x="429" y="1477"/>
                  </a:lnTo>
                  <a:cubicBezTo>
                    <a:pt x="703" y="1560"/>
                    <a:pt x="977" y="1632"/>
                    <a:pt x="1238" y="1727"/>
                  </a:cubicBezTo>
                  <a:cubicBezTo>
                    <a:pt x="1369" y="1775"/>
                    <a:pt x="1512" y="1822"/>
                    <a:pt x="1631" y="1882"/>
                  </a:cubicBezTo>
                  <a:cubicBezTo>
                    <a:pt x="1762" y="1930"/>
                    <a:pt x="1881" y="2001"/>
                    <a:pt x="2012" y="2037"/>
                  </a:cubicBezTo>
                  <a:cubicBezTo>
                    <a:pt x="1834" y="1727"/>
                    <a:pt x="1655" y="1418"/>
                    <a:pt x="1477" y="1096"/>
                  </a:cubicBezTo>
                  <a:cubicBezTo>
                    <a:pt x="1429" y="1001"/>
                    <a:pt x="1369" y="906"/>
                    <a:pt x="1310" y="822"/>
                  </a:cubicBezTo>
                  <a:cubicBezTo>
                    <a:pt x="1143" y="548"/>
                    <a:pt x="965" y="275"/>
                    <a:pt x="798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54"/>
            <p:cNvSpPr/>
            <p:nvPr/>
          </p:nvSpPr>
          <p:spPr>
            <a:xfrm>
              <a:off x="4996613" y="2246588"/>
              <a:ext cx="141125" cy="136275"/>
            </a:xfrm>
            <a:custGeom>
              <a:avLst/>
              <a:gdLst/>
              <a:ahLst/>
              <a:cxnLst/>
              <a:rect l="l" t="t" r="r" b="b"/>
              <a:pathLst>
                <a:path w="5645" h="5451" extrusionOk="0">
                  <a:moveTo>
                    <a:pt x="2465" y="1"/>
                  </a:moveTo>
                  <a:cubicBezTo>
                    <a:pt x="2343" y="1"/>
                    <a:pt x="2221" y="27"/>
                    <a:pt x="2108" y="81"/>
                  </a:cubicBezTo>
                  <a:cubicBezTo>
                    <a:pt x="1572" y="355"/>
                    <a:pt x="1929" y="950"/>
                    <a:pt x="2191" y="1284"/>
                  </a:cubicBezTo>
                  <a:cubicBezTo>
                    <a:pt x="2282" y="1394"/>
                    <a:pt x="2194" y="1538"/>
                    <a:pt x="2079" y="1538"/>
                  </a:cubicBezTo>
                  <a:cubicBezTo>
                    <a:pt x="2058" y="1538"/>
                    <a:pt x="2035" y="1533"/>
                    <a:pt x="2013" y="1522"/>
                  </a:cubicBezTo>
                  <a:cubicBezTo>
                    <a:pt x="1821" y="1447"/>
                    <a:pt x="1611" y="1363"/>
                    <a:pt x="1398" y="1363"/>
                  </a:cubicBezTo>
                  <a:cubicBezTo>
                    <a:pt x="1373" y="1363"/>
                    <a:pt x="1347" y="1364"/>
                    <a:pt x="1322" y="1367"/>
                  </a:cubicBezTo>
                  <a:cubicBezTo>
                    <a:pt x="1108" y="1379"/>
                    <a:pt x="941" y="1534"/>
                    <a:pt x="917" y="1748"/>
                  </a:cubicBezTo>
                  <a:cubicBezTo>
                    <a:pt x="882" y="2212"/>
                    <a:pt x="1346" y="2498"/>
                    <a:pt x="1513" y="2879"/>
                  </a:cubicBezTo>
                  <a:cubicBezTo>
                    <a:pt x="1542" y="2958"/>
                    <a:pt x="1474" y="3061"/>
                    <a:pt x="1389" y="3061"/>
                  </a:cubicBezTo>
                  <a:cubicBezTo>
                    <a:pt x="1371" y="3061"/>
                    <a:pt x="1353" y="3056"/>
                    <a:pt x="1334" y="3046"/>
                  </a:cubicBezTo>
                  <a:cubicBezTo>
                    <a:pt x="1177" y="2958"/>
                    <a:pt x="965" y="2891"/>
                    <a:pt x="762" y="2891"/>
                  </a:cubicBezTo>
                  <a:cubicBezTo>
                    <a:pt x="551" y="2891"/>
                    <a:pt x="348" y="2964"/>
                    <a:pt x="227" y="3165"/>
                  </a:cubicBezTo>
                  <a:cubicBezTo>
                    <a:pt x="1" y="3546"/>
                    <a:pt x="429" y="3951"/>
                    <a:pt x="691" y="4177"/>
                  </a:cubicBezTo>
                  <a:cubicBezTo>
                    <a:pt x="727" y="4201"/>
                    <a:pt x="739" y="4248"/>
                    <a:pt x="739" y="4296"/>
                  </a:cubicBezTo>
                  <a:lnTo>
                    <a:pt x="3715" y="5189"/>
                  </a:lnTo>
                  <a:lnTo>
                    <a:pt x="4584" y="5451"/>
                  </a:lnTo>
                  <a:cubicBezTo>
                    <a:pt x="4596" y="5153"/>
                    <a:pt x="4692" y="4867"/>
                    <a:pt x="4870" y="4629"/>
                  </a:cubicBezTo>
                  <a:cubicBezTo>
                    <a:pt x="5013" y="4415"/>
                    <a:pt x="5227" y="4260"/>
                    <a:pt x="5466" y="4177"/>
                  </a:cubicBezTo>
                  <a:cubicBezTo>
                    <a:pt x="5525" y="4165"/>
                    <a:pt x="5585" y="4153"/>
                    <a:pt x="5644" y="4153"/>
                  </a:cubicBezTo>
                  <a:cubicBezTo>
                    <a:pt x="5430" y="3808"/>
                    <a:pt x="5204" y="3474"/>
                    <a:pt x="4989" y="3141"/>
                  </a:cubicBezTo>
                  <a:cubicBezTo>
                    <a:pt x="4668" y="2617"/>
                    <a:pt x="4346" y="2117"/>
                    <a:pt x="4025" y="1605"/>
                  </a:cubicBezTo>
                  <a:cubicBezTo>
                    <a:pt x="3739" y="1153"/>
                    <a:pt x="3453" y="700"/>
                    <a:pt x="3191" y="248"/>
                  </a:cubicBezTo>
                  <a:cubicBezTo>
                    <a:pt x="3072" y="188"/>
                    <a:pt x="2941" y="129"/>
                    <a:pt x="2822" y="81"/>
                  </a:cubicBezTo>
                  <a:cubicBezTo>
                    <a:pt x="2709" y="27"/>
                    <a:pt x="2587" y="1"/>
                    <a:pt x="24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54"/>
            <p:cNvSpPr/>
            <p:nvPr/>
          </p:nvSpPr>
          <p:spPr>
            <a:xfrm>
              <a:off x="4561438" y="1969338"/>
              <a:ext cx="511400" cy="305475"/>
            </a:xfrm>
            <a:custGeom>
              <a:avLst/>
              <a:gdLst/>
              <a:ahLst/>
              <a:cxnLst/>
              <a:rect l="l" t="t" r="r" b="b"/>
              <a:pathLst>
                <a:path w="20456" h="12219" extrusionOk="0">
                  <a:moveTo>
                    <a:pt x="1420" y="1"/>
                  </a:moveTo>
                  <a:cubicBezTo>
                    <a:pt x="865" y="1"/>
                    <a:pt x="367" y="412"/>
                    <a:pt x="1" y="813"/>
                  </a:cubicBezTo>
                  <a:lnTo>
                    <a:pt x="13" y="836"/>
                  </a:lnTo>
                  <a:cubicBezTo>
                    <a:pt x="44" y="805"/>
                    <a:pt x="87" y="784"/>
                    <a:pt x="129" y="784"/>
                  </a:cubicBezTo>
                  <a:cubicBezTo>
                    <a:pt x="150" y="784"/>
                    <a:pt x="171" y="789"/>
                    <a:pt x="191" y="801"/>
                  </a:cubicBezTo>
                  <a:cubicBezTo>
                    <a:pt x="1453" y="1479"/>
                    <a:pt x="2680" y="2229"/>
                    <a:pt x="3918" y="2956"/>
                  </a:cubicBezTo>
                  <a:cubicBezTo>
                    <a:pt x="5168" y="3682"/>
                    <a:pt x="6418" y="4408"/>
                    <a:pt x="7656" y="5147"/>
                  </a:cubicBezTo>
                  <a:cubicBezTo>
                    <a:pt x="10121" y="6611"/>
                    <a:pt x="12586" y="8087"/>
                    <a:pt x="15026" y="9588"/>
                  </a:cubicBezTo>
                  <a:cubicBezTo>
                    <a:pt x="16396" y="10421"/>
                    <a:pt x="17789" y="11254"/>
                    <a:pt x="19110" y="12171"/>
                  </a:cubicBezTo>
                  <a:lnTo>
                    <a:pt x="19134" y="12195"/>
                  </a:lnTo>
                  <a:cubicBezTo>
                    <a:pt x="19134" y="12195"/>
                    <a:pt x="19134" y="12207"/>
                    <a:pt x="19134" y="12219"/>
                  </a:cubicBezTo>
                  <a:lnTo>
                    <a:pt x="19146" y="12219"/>
                  </a:lnTo>
                  <a:cubicBezTo>
                    <a:pt x="19063" y="12052"/>
                    <a:pt x="19003" y="11874"/>
                    <a:pt x="18991" y="11695"/>
                  </a:cubicBezTo>
                  <a:cubicBezTo>
                    <a:pt x="18967" y="11421"/>
                    <a:pt x="19098" y="11159"/>
                    <a:pt x="19336" y="11016"/>
                  </a:cubicBezTo>
                  <a:cubicBezTo>
                    <a:pt x="19493" y="10928"/>
                    <a:pt x="19670" y="10883"/>
                    <a:pt x="19848" y="10883"/>
                  </a:cubicBezTo>
                  <a:cubicBezTo>
                    <a:pt x="20007" y="10883"/>
                    <a:pt x="20166" y="10919"/>
                    <a:pt x="20313" y="10992"/>
                  </a:cubicBezTo>
                  <a:cubicBezTo>
                    <a:pt x="20360" y="11016"/>
                    <a:pt x="20408" y="11040"/>
                    <a:pt x="20456" y="11064"/>
                  </a:cubicBezTo>
                  <a:cubicBezTo>
                    <a:pt x="20456" y="11052"/>
                    <a:pt x="20456" y="11028"/>
                    <a:pt x="20456" y="11016"/>
                  </a:cubicBezTo>
                  <a:cubicBezTo>
                    <a:pt x="20146" y="10850"/>
                    <a:pt x="19836" y="10695"/>
                    <a:pt x="19551" y="10528"/>
                  </a:cubicBezTo>
                  <a:cubicBezTo>
                    <a:pt x="19205" y="10326"/>
                    <a:pt x="18860" y="10123"/>
                    <a:pt x="18515" y="9921"/>
                  </a:cubicBezTo>
                  <a:cubicBezTo>
                    <a:pt x="17800" y="9492"/>
                    <a:pt x="17098" y="9064"/>
                    <a:pt x="16396" y="8635"/>
                  </a:cubicBezTo>
                  <a:cubicBezTo>
                    <a:pt x="14967" y="7790"/>
                    <a:pt x="13550" y="6921"/>
                    <a:pt x="12133" y="6075"/>
                  </a:cubicBezTo>
                  <a:cubicBezTo>
                    <a:pt x="9299" y="4385"/>
                    <a:pt x="6466" y="2706"/>
                    <a:pt x="3620" y="1039"/>
                  </a:cubicBezTo>
                  <a:lnTo>
                    <a:pt x="2549" y="420"/>
                  </a:lnTo>
                  <a:cubicBezTo>
                    <a:pt x="2215" y="229"/>
                    <a:pt x="1870" y="27"/>
                    <a:pt x="1489" y="3"/>
                  </a:cubicBezTo>
                  <a:cubicBezTo>
                    <a:pt x="1466" y="2"/>
                    <a:pt x="1443" y="1"/>
                    <a:pt x="1420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54"/>
            <p:cNvSpPr/>
            <p:nvPr/>
          </p:nvSpPr>
          <p:spPr>
            <a:xfrm>
              <a:off x="4540013" y="1989638"/>
              <a:ext cx="498300" cy="324475"/>
            </a:xfrm>
            <a:custGeom>
              <a:avLst/>
              <a:gdLst/>
              <a:ahLst/>
              <a:cxnLst/>
              <a:rect l="l" t="t" r="r" b="b"/>
              <a:pathLst>
                <a:path w="19932" h="12979" extrusionOk="0">
                  <a:moveTo>
                    <a:pt x="858" y="1"/>
                  </a:moveTo>
                  <a:cubicBezTo>
                    <a:pt x="798" y="72"/>
                    <a:pt x="739" y="132"/>
                    <a:pt x="691" y="191"/>
                  </a:cubicBezTo>
                  <a:cubicBezTo>
                    <a:pt x="393" y="548"/>
                    <a:pt x="155" y="965"/>
                    <a:pt x="0" y="1394"/>
                  </a:cubicBezTo>
                  <a:cubicBezTo>
                    <a:pt x="30" y="1376"/>
                    <a:pt x="63" y="1367"/>
                    <a:pt x="96" y="1367"/>
                  </a:cubicBezTo>
                  <a:cubicBezTo>
                    <a:pt x="128" y="1367"/>
                    <a:pt x="161" y="1376"/>
                    <a:pt x="191" y="1394"/>
                  </a:cubicBezTo>
                  <a:cubicBezTo>
                    <a:pt x="2667" y="2858"/>
                    <a:pt x="5156" y="4335"/>
                    <a:pt x="7632" y="5823"/>
                  </a:cubicBezTo>
                  <a:cubicBezTo>
                    <a:pt x="10121" y="7311"/>
                    <a:pt x="12597" y="8811"/>
                    <a:pt x="15062" y="10323"/>
                  </a:cubicBezTo>
                  <a:cubicBezTo>
                    <a:pt x="16443" y="11169"/>
                    <a:pt x="17824" y="12038"/>
                    <a:pt x="19169" y="12931"/>
                  </a:cubicBezTo>
                  <a:cubicBezTo>
                    <a:pt x="19193" y="12943"/>
                    <a:pt x="19181" y="12955"/>
                    <a:pt x="19158" y="12955"/>
                  </a:cubicBezTo>
                  <a:cubicBezTo>
                    <a:pt x="19217" y="12967"/>
                    <a:pt x="19265" y="12978"/>
                    <a:pt x="19312" y="12978"/>
                  </a:cubicBezTo>
                  <a:cubicBezTo>
                    <a:pt x="19050" y="12633"/>
                    <a:pt x="18800" y="12216"/>
                    <a:pt x="18967" y="11800"/>
                  </a:cubicBezTo>
                  <a:cubicBezTo>
                    <a:pt x="19099" y="11479"/>
                    <a:pt x="19387" y="11375"/>
                    <a:pt x="19691" y="11375"/>
                  </a:cubicBezTo>
                  <a:cubicBezTo>
                    <a:pt x="19771" y="11375"/>
                    <a:pt x="19852" y="11382"/>
                    <a:pt x="19931" y="11395"/>
                  </a:cubicBezTo>
                  <a:cubicBezTo>
                    <a:pt x="18693" y="10716"/>
                    <a:pt x="17479" y="9966"/>
                    <a:pt x="16276" y="9240"/>
                  </a:cubicBezTo>
                  <a:cubicBezTo>
                    <a:pt x="15038" y="8502"/>
                    <a:pt x="13800" y="7764"/>
                    <a:pt x="12550" y="7025"/>
                  </a:cubicBezTo>
                  <a:cubicBezTo>
                    <a:pt x="10085" y="5549"/>
                    <a:pt x="7608" y="4108"/>
                    <a:pt x="5132" y="2680"/>
                  </a:cubicBezTo>
                  <a:cubicBezTo>
                    <a:pt x="3727" y="1858"/>
                    <a:pt x="2286" y="1084"/>
                    <a:pt x="893" y="251"/>
                  </a:cubicBezTo>
                  <a:cubicBezTo>
                    <a:pt x="822" y="191"/>
                    <a:pt x="810" y="84"/>
                    <a:pt x="881" y="24"/>
                  </a:cubicBezTo>
                  <a:lnTo>
                    <a:pt x="858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54"/>
            <p:cNvSpPr/>
            <p:nvPr/>
          </p:nvSpPr>
          <p:spPr>
            <a:xfrm>
              <a:off x="4534938" y="2030113"/>
              <a:ext cx="484025" cy="323875"/>
            </a:xfrm>
            <a:custGeom>
              <a:avLst/>
              <a:gdLst/>
              <a:ahLst/>
              <a:cxnLst/>
              <a:rect l="l" t="t" r="r" b="b"/>
              <a:pathLst>
                <a:path w="19361" h="12955" extrusionOk="0">
                  <a:moveTo>
                    <a:pt x="132" y="1"/>
                  </a:moveTo>
                  <a:cubicBezTo>
                    <a:pt x="96" y="132"/>
                    <a:pt x="72" y="263"/>
                    <a:pt x="49" y="394"/>
                  </a:cubicBezTo>
                  <a:cubicBezTo>
                    <a:pt x="1" y="703"/>
                    <a:pt x="49" y="1037"/>
                    <a:pt x="191" y="1322"/>
                  </a:cubicBezTo>
                  <a:cubicBezTo>
                    <a:pt x="334" y="1632"/>
                    <a:pt x="644" y="1834"/>
                    <a:pt x="930" y="2013"/>
                  </a:cubicBezTo>
                  <a:cubicBezTo>
                    <a:pt x="2335" y="2894"/>
                    <a:pt x="3763" y="3739"/>
                    <a:pt x="5168" y="4597"/>
                  </a:cubicBezTo>
                  <a:cubicBezTo>
                    <a:pt x="6597" y="5454"/>
                    <a:pt x="8026" y="6323"/>
                    <a:pt x="9455" y="7192"/>
                  </a:cubicBezTo>
                  <a:cubicBezTo>
                    <a:pt x="12300" y="8942"/>
                    <a:pt x="15146" y="10669"/>
                    <a:pt x="17979" y="12431"/>
                  </a:cubicBezTo>
                  <a:cubicBezTo>
                    <a:pt x="18241" y="12598"/>
                    <a:pt x="18491" y="12776"/>
                    <a:pt x="18753" y="12955"/>
                  </a:cubicBezTo>
                  <a:cubicBezTo>
                    <a:pt x="18765" y="12931"/>
                    <a:pt x="18789" y="12907"/>
                    <a:pt x="18825" y="12895"/>
                  </a:cubicBezTo>
                  <a:cubicBezTo>
                    <a:pt x="18527" y="12574"/>
                    <a:pt x="18253" y="12157"/>
                    <a:pt x="18503" y="11717"/>
                  </a:cubicBezTo>
                  <a:cubicBezTo>
                    <a:pt x="18622" y="11526"/>
                    <a:pt x="18813" y="11395"/>
                    <a:pt x="19039" y="11359"/>
                  </a:cubicBezTo>
                  <a:cubicBezTo>
                    <a:pt x="19105" y="11345"/>
                    <a:pt x="19171" y="11335"/>
                    <a:pt x="19238" y="11335"/>
                  </a:cubicBezTo>
                  <a:cubicBezTo>
                    <a:pt x="19279" y="11335"/>
                    <a:pt x="19320" y="11338"/>
                    <a:pt x="19361" y="11348"/>
                  </a:cubicBezTo>
                  <a:cubicBezTo>
                    <a:pt x="16848" y="9907"/>
                    <a:pt x="14384" y="8395"/>
                    <a:pt x="11895" y="6918"/>
                  </a:cubicBezTo>
                  <a:cubicBezTo>
                    <a:pt x="9395" y="5442"/>
                    <a:pt x="6895" y="3978"/>
                    <a:pt x="4394" y="2501"/>
                  </a:cubicBezTo>
                  <a:cubicBezTo>
                    <a:pt x="3001" y="1680"/>
                    <a:pt x="1596" y="870"/>
                    <a:pt x="191" y="49"/>
                  </a:cubicBezTo>
                  <a:cubicBezTo>
                    <a:pt x="168" y="37"/>
                    <a:pt x="144" y="13"/>
                    <a:pt x="132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54"/>
            <p:cNvSpPr/>
            <p:nvPr/>
          </p:nvSpPr>
          <p:spPr>
            <a:xfrm>
              <a:off x="4460838" y="1917013"/>
              <a:ext cx="139025" cy="155175"/>
            </a:xfrm>
            <a:custGeom>
              <a:avLst/>
              <a:gdLst/>
              <a:ahLst/>
              <a:cxnLst/>
              <a:rect l="l" t="t" r="r" b="b"/>
              <a:pathLst>
                <a:path w="5561" h="6207" extrusionOk="0">
                  <a:moveTo>
                    <a:pt x="2673" y="1"/>
                  </a:moveTo>
                  <a:cubicBezTo>
                    <a:pt x="2563" y="1"/>
                    <a:pt x="2453" y="12"/>
                    <a:pt x="2346" y="36"/>
                  </a:cubicBezTo>
                  <a:cubicBezTo>
                    <a:pt x="1870" y="143"/>
                    <a:pt x="1489" y="453"/>
                    <a:pt x="1167" y="798"/>
                  </a:cubicBezTo>
                  <a:cubicBezTo>
                    <a:pt x="822" y="1167"/>
                    <a:pt x="548" y="1596"/>
                    <a:pt x="346" y="2060"/>
                  </a:cubicBezTo>
                  <a:cubicBezTo>
                    <a:pt x="107" y="2537"/>
                    <a:pt x="0" y="3049"/>
                    <a:pt x="0" y="3572"/>
                  </a:cubicBezTo>
                  <a:cubicBezTo>
                    <a:pt x="12" y="3846"/>
                    <a:pt x="84" y="4108"/>
                    <a:pt x="227" y="4334"/>
                  </a:cubicBezTo>
                  <a:cubicBezTo>
                    <a:pt x="322" y="4489"/>
                    <a:pt x="453" y="4620"/>
                    <a:pt x="608" y="4715"/>
                  </a:cubicBezTo>
                  <a:cubicBezTo>
                    <a:pt x="596" y="4668"/>
                    <a:pt x="596" y="4620"/>
                    <a:pt x="608" y="4573"/>
                  </a:cubicBezTo>
                  <a:cubicBezTo>
                    <a:pt x="631" y="4311"/>
                    <a:pt x="715" y="4072"/>
                    <a:pt x="846" y="3846"/>
                  </a:cubicBezTo>
                  <a:cubicBezTo>
                    <a:pt x="861" y="3827"/>
                    <a:pt x="879" y="3819"/>
                    <a:pt x="898" y="3819"/>
                  </a:cubicBezTo>
                  <a:cubicBezTo>
                    <a:pt x="938" y="3819"/>
                    <a:pt x="977" y="3857"/>
                    <a:pt x="977" y="3906"/>
                  </a:cubicBezTo>
                  <a:cubicBezTo>
                    <a:pt x="977" y="4120"/>
                    <a:pt x="893" y="4322"/>
                    <a:pt x="881" y="4537"/>
                  </a:cubicBezTo>
                  <a:cubicBezTo>
                    <a:pt x="858" y="4739"/>
                    <a:pt x="881" y="4930"/>
                    <a:pt x="953" y="5108"/>
                  </a:cubicBezTo>
                  <a:cubicBezTo>
                    <a:pt x="1108" y="5418"/>
                    <a:pt x="1453" y="5608"/>
                    <a:pt x="1786" y="5680"/>
                  </a:cubicBezTo>
                  <a:lnTo>
                    <a:pt x="1810" y="5692"/>
                  </a:lnTo>
                  <a:cubicBezTo>
                    <a:pt x="1739" y="5465"/>
                    <a:pt x="1703" y="5227"/>
                    <a:pt x="1727" y="5001"/>
                  </a:cubicBezTo>
                  <a:cubicBezTo>
                    <a:pt x="1739" y="4632"/>
                    <a:pt x="1846" y="4287"/>
                    <a:pt x="2012" y="3965"/>
                  </a:cubicBezTo>
                  <a:cubicBezTo>
                    <a:pt x="2029" y="3919"/>
                    <a:pt x="2066" y="3899"/>
                    <a:pt x="2103" y="3899"/>
                  </a:cubicBezTo>
                  <a:cubicBezTo>
                    <a:pt x="2171" y="3899"/>
                    <a:pt x="2241" y="3964"/>
                    <a:pt x="2203" y="4049"/>
                  </a:cubicBezTo>
                  <a:cubicBezTo>
                    <a:pt x="2024" y="4537"/>
                    <a:pt x="1953" y="5144"/>
                    <a:pt x="2143" y="5644"/>
                  </a:cubicBezTo>
                  <a:cubicBezTo>
                    <a:pt x="2203" y="5846"/>
                    <a:pt x="2346" y="6025"/>
                    <a:pt x="2524" y="6132"/>
                  </a:cubicBezTo>
                  <a:cubicBezTo>
                    <a:pt x="2624" y="6182"/>
                    <a:pt x="2739" y="6207"/>
                    <a:pt x="2851" y="6207"/>
                  </a:cubicBezTo>
                  <a:cubicBezTo>
                    <a:pt x="2873" y="6207"/>
                    <a:pt x="2895" y="6206"/>
                    <a:pt x="2917" y="6204"/>
                  </a:cubicBezTo>
                  <a:lnTo>
                    <a:pt x="2953" y="6204"/>
                  </a:lnTo>
                  <a:cubicBezTo>
                    <a:pt x="2846" y="6061"/>
                    <a:pt x="2763" y="5894"/>
                    <a:pt x="2715" y="5727"/>
                  </a:cubicBezTo>
                  <a:cubicBezTo>
                    <a:pt x="2513" y="5084"/>
                    <a:pt x="2703" y="4370"/>
                    <a:pt x="2977" y="3775"/>
                  </a:cubicBezTo>
                  <a:cubicBezTo>
                    <a:pt x="3286" y="3132"/>
                    <a:pt x="3727" y="2572"/>
                    <a:pt x="4287" y="2132"/>
                  </a:cubicBezTo>
                  <a:cubicBezTo>
                    <a:pt x="4548" y="1906"/>
                    <a:pt x="4870" y="1751"/>
                    <a:pt x="5215" y="1667"/>
                  </a:cubicBezTo>
                  <a:cubicBezTo>
                    <a:pt x="5322" y="1644"/>
                    <a:pt x="5441" y="1644"/>
                    <a:pt x="5561" y="1644"/>
                  </a:cubicBezTo>
                  <a:cubicBezTo>
                    <a:pt x="5525" y="1608"/>
                    <a:pt x="5489" y="1584"/>
                    <a:pt x="5453" y="1525"/>
                  </a:cubicBezTo>
                  <a:cubicBezTo>
                    <a:pt x="5346" y="1417"/>
                    <a:pt x="5227" y="1334"/>
                    <a:pt x="5096" y="1263"/>
                  </a:cubicBezTo>
                  <a:cubicBezTo>
                    <a:pt x="5012" y="1217"/>
                    <a:pt x="4926" y="1198"/>
                    <a:pt x="4841" y="1198"/>
                  </a:cubicBezTo>
                  <a:cubicBezTo>
                    <a:pt x="4638" y="1198"/>
                    <a:pt x="4435" y="1305"/>
                    <a:pt x="4251" y="1405"/>
                  </a:cubicBezTo>
                  <a:cubicBezTo>
                    <a:pt x="3727" y="1715"/>
                    <a:pt x="3275" y="2120"/>
                    <a:pt x="2905" y="2596"/>
                  </a:cubicBezTo>
                  <a:cubicBezTo>
                    <a:pt x="2886" y="2623"/>
                    <a:pt x="2861" y="2633"/>
                    <a:pt x="2837" y="2633"/>
                  </a:cubicBezTo>
                  <a:cubicBezTo>
                    <a:pt x="2777" y="2633"/>
                    <a:pt x="2723" y="2561"/>
                    <a:pt x="2774" y="2501"/>
                  </a:cubicBezTo>
                  <a:cubicBezTo>
                    <a:pt x="3155" y="1917"/>
                    <a:pt x="3679" y="1429"/>
                    <a:pt x="4298" y="1096"/>
                  </a:cubicBezTo>
                  <a:cubicBezTo>
                    <a:pt x="4406" y="1036"/>
                    <a:pt x="4513" y="977"/>
                    <a:pt x="4632" y="941"/>
                  </a:cubicBezTo>
                  <a:cubicBezTo>
                    <a:pt x="4501" y="786"/>
                    <a:pt x="4334" y="655"/>
                    <a:pt x="4156" y="560"/>
                  </a:cubicBezTo>
                  <a:cubicBezTo>
                    <a:pt x="4030" y="505"/>
                    <a:pt x="3897" y="477"/>
                    <a:pt x="3767" y="477"/>
                  </a:cubicBezTo>
                  <a:cubicBezTo>
                    <a:pt x="3589" y="477"/>
                    <a:pt x="3414" y="529"/>
                    <a:pt x="3263" y="632"/>
                  </a:cubicBezTo>
                  <a:cubicBezTo>
                    <a:pt x="2751" y="917"/>
                    <a:pt x="2310" y="1322"/>
                    <a:pt x="1977" y="1798"/>
                  </a:cubicBezTo>
                  <a:cubicBezTo>
                    <a:pt x="1953" y="1832"/>
                    <a:pt x="1924" y="1846"/>
                    <a:pt x="1896" y="1846"/>
                  </a:cubicBezTo>
                  <a:cubicBezTo>
                    <a:pt x="1824" y="1846"/>
                    <a:pt x="1759" y="1756"/>
                    <a:pt x="1810" y="1679"/>
                  </a:cubicBezTo>
                  <a:cubicBezTo>
                    <a:pt x="2167" y="1084"/>
                    <a:pt x="2691" y="596"/>
                    <a:pt x="3310" y="286"/>
                  </a:cubicBezTo>
                  <a:cubicBezTo>
                    <a:pt x="3382" y="262"/>
                    <a:pt x="3441" y="227"/>
                    <a:pt x="3513" y="215"/>
                  </a:cubicBezTo>
                  <a:cubicBezTo>
                    <a:pt x="3358" y="120"/>
                    <a:pt x="3179" y="60"/>
                    <a:pt x="3001" y="36"/>
                  </a:cubicBezTo>
                  <a:cubicBezTo>
                    <a:pt x="2894" y="12"/>
                    <a:pt x="2783" y="1"/>
                    <a:pt x="2673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54"/>
            <p:cNvSpPr/>
            <p:nvPr/>
          </p:nvSpPr>
          <p:spPr>
            <a:xfrm>
              <a:off x="4361113" y="1865838"/>
              <a:ext cx="157500" cy="151500"/>
            </a:xfrm>
            <a:custGeom>
              <a:avLst/>
              <a:gdLst/>
              <a:ahLst/>
              <a:cxnLst/>
              <a:rect l="l" t="t" r="r" b="b"/>
              <a:pathLst>
                <a:path w="6300" h="6060" extrusionOk="0">
                  <a:moveTo>
                    <a:pt x="2211" y="1"/>
                  </a:moveTo>
                  <a:cubicBezTo>
                    <a:pt x="1892" y="1"/>
                    <a:pt x="1581" y="59"/>
                    <a:pt x="1298" y="202"/>
                  </a:cubicBezTo>
                  <a:cubicBezTo>
                    <a:pt x="572" y="583"/>
                    <a:pt x="96" y="1428"/>
                    <a:pt x="36" y="2238"/>
                  </a:cubicBezTo>
                  <a:cubicBezTo>
                    <a:pt x="1" y="2655"/>
                    <a:pt x="108" y="3071"/>
                    <a:pt x="358" y="3405"/>
                  </a:cubicBezTo>
                  <a:cubicBezTo>
                    <a:pt x="667" y="3762"/>
                    <a:pt x="1025" y="4095"/>
                    <a:pt x="1406" y="4381"/>
                  </a:cubicBezTo>
                  <a:cubicBezTo>
                    <a:pt x="1846" y="4726"/>
                    <a:pt x="2287" y="5084"/>
                    <a:pt x="2739" y="5405"/>
                  </a:cubicBezTo>
                  <a:cubicBezTo>
                    <a:pt x="3061" y="5631"/>
                    <a:pt x="3370" y="5846"/>
                    <a:pt x="3692" y="6060"/>
                  </a:cubicBezTo>
                  <a:cubicBezTo>
                    <a:pt x="3692" y="6060"/>
                    <a:pt x="3692" y="6060"/>
                    <a:pt x="3692" y="6048"/>
                  </a:cubicBezTo>
                  <a:cubicBezTo>
                    <a:pt x="3561" y="5453"/>
                    <a:pt x="3715" y="4822"/>
                    <a:pt x="3942" y="4262"/>
                  </a:cubicBezTo>
                  <a:cubicBezTo>
                    <a:pt x="4168" y="3726"/>
                    <a:pt x="4477" y="3226"/>
                    <a:pt x="4858" y="2786"/>
                  </a:cubicBezTo>
                  <a:cubicBezTo>
                    <a:pt x="5216" y="2381"/>
                    <a:pt x="5656" y="1988"/>
                    <a:pt x="6168" y="1833"/>
                  </a:cubicBezTo>
                  <a:cubicBezTo>
                    <a:pt x="6216" y="1809"/>
                    <a:pt x="6251" y="1809"/>
                    <a:pt x="6299" y="1798"/>
                  </a:cubicBezTo>
                  <a:cubicBezTo>
                    <a:pt x="5966" y="1595"/>
                    <a:pt x="5656" y="1369"/>
                    <a:pt x="5335" y="1166"/>
                  </a:cubicBezTo>
                  <a:cubicBezTo>
                    <a:pt x="4918" y="905"/>
                    <a:pt x="4489" y="666"/>
                    <a:pt x="4049" y="476"/>
                  </a:cubicBezTo>
                  <a:cubicBezTo>
                    <a:pt x="3510" y="230"/>
                    <a:pt x="2845" y="1"/>
                    <a:pt x="2211" y="1"/>
                  </a:cubicBezTo>
                  <a:close/>
                </a:path>
              </a:pathLst>
            </a:custGeom>
            <a:solidFill>
              <a:schemeClr val="accent6">
                <a:alpha val="656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54"/>
            <p:cNvSpPr/>
            <p:nvPr/>
          </p:nvSpPr>
          <p:spPr>
            <a:xfrm>
              <a:off x="4991563" y="2241238"/>
              <a:ext cx="186300" cy="167850"/>
            </a:xfrm>
            <a:custGeom>
              <a:avLst/>
              <a:gdLst/>
              <a:ahLst/>
              <a:cxnLst/>
              <a:rect l="l" t="t" r="r" b="b"/>
              <a:pathLst>
                <a:path w="7452" h="6714" extrusionOk="0">
                  <a:moveTo>
                    <a:pt x="1929" y="1308"/>
                  </a:moveTo>
                  <a:cubicBezTo>
                    <a:pt x="1933" y="1316"/>
                    <a:pt x="1937" y="1323"/>
                    <a:pt x="1941" y="1331"/>
                  </a:cubicBezTo>
                  <a:lnTo>
                    <a:pt x="1929" y="1331"/>
                  </a:lnTo>
                  <a:cubicBezTo>
                    <a:pt x="1929" y="1319"/>
                    <a:pt x="1929" y="1319"/>
                    <a:pt x="1929" y="1308"/>
                  </a:cubicBezTo>
                  <a:close/>
                  <a:moveTo>
                    <a:pt x="2633" y="0"/>
                  </a:moveTo>
                  <a:cubicBezTo>
                    <a:pt x="2460" y="0"/>
                    <a:pt x="2286" y="42"/>
                    <a:pt x="2131" y="128"/>
                  </a:cubicBezTo>
                  <a:cubicBezTo>
                    <a:pt x="1893" y="271"/>
                    <a:pt x="1762" y="533"/>
                    <a:pt x="1786" y="807"/>
                  </a:cubicBezTo>
                  <a:cubicBezTo>
                    <a:pt x="1797" y="987"/>
                    <a:pt x="1851" y="1157"/>
                    <a:pt x="1928" y="1306"/>
                  </a:cubicBezTo>
                  <a:lnTo>
                    <a:pt x="1928" y="1306"/>
                  </a:lnTo>
                  <a:lnTo>
                    <a:pt x="1905" y="1283"/>
                  </a:lnTo>
                  <a:lnTo>
                    <a:pt x="1881" y="1319"/>
                  </a:lnTo>
                  <a:cubicBezTo>
                    <a:pt x="1800" y="1307"/>
                    <a:pt x="1718" y="1299"/>
                    <a:pt x="1638" y="1299"/>
                  </a:cubicBezTo>
                  <a:cubicBezTo>
                    <a:pt x="1330" y="1299"/>
                    <a:pt x="1047" y="1405"/>
                    <a:pt x="905" y="1736"/>
                  </a:cubicBezTo>
                  <a:cubicBezTo>
                    <a:pt x="738" y="2152"/>
                    <a:pt x="988" y="2569"/>
                    <a:pt x="1250" y="2914"/>
                  </a:cubicBezTo>
                  <a:cubicBezTo>
                    <a:pt x="1203" y="2903"/>
                    <a:pt x="1155" y="2891"/>
                    <a:pt x="1107" y="2891"/>
                  </a:cubicBezTo>
                  <a:cubicBezTo>
                    <a:pt x="1063" y="2886"/>
                    <a:pt x="1017" y="2883"/>
                    <a:pt x="970" y="2883"/>
                  </a:cubicBezTo>
                  <a:cubicBezTo>
                    <a:pt x="904" y="2883"/>
                    <a:pt x="837" y="2889"/>
                    <a:pt x="774" y="2903"/>
                  </a:cubicBezTo>
                  <a:cubicBezTo>
                    <a:pt x="560" y="2950"/>
                    <a:pt x="369" y="3081"/>
                    <a:pt x="250" y="3272"/>
                  </a:cubicBezTo>
                  <a:cubicBezTo>
                    <a:pt x="0" y="3700"/>
                    <a:pt x="262" y="4117"/>
                    <a:pt x="560" y="4450"/>
                  </a:cubicBezTo>
                  <a:cubicBezTo>
                    <a:pt x="536" y="4462"/>
                    <a:pt x="512" y="4474"/>
                    <a:pt x="488" y="4498"/>
                  </a:cubicBezTo>
                  <a:lnTo>
                    <a:pt x="286" y="4641"/>
                  </a:lnTo>
                  <a:cubicBezTo>
                    <a:pt x="1000" y="4927"/>
                    <a:pt x="1727" y="5177"/>
                    <a:pt x="2477" y="5379"/>
                  </a:cubicBezTo>
                  <a:cubicBezTo>
                    <a:pt x="3131" y="5653"/>
                    <a:pt x="3798" y="5891"/>
                    <a:pt x="4489" y="6081"/>
                  </a:cubicBezTo>
                  <a:cubicBezTo>
                    <a:pt x="5417" y="6343"/>
                    <a:pt x="6346" y="6546"/>
                    <a:pt x="7299" y="6713"/>
                  </a:cubicBezTo>
                  <a:cubicBezTo>
                    <a:pt x="7304" y="6713"/>
                    <a:pt x="7309" y="6714"/>
                    <a:pt x="7315" y="6714"/>
                  </a:cubicBezTo>
                  <a:cubicBezTo>
                    <a:pt x="7391" y="6714"/>
                    <a:pt x="7451" y="6636"/>
                    <a:pt x="7418" y="6558"/>
                  </a:cubicBezTo>
                  <a:cubicBezTo>
                    <a:pt x="7132" y="6070"/>
                    <a:pt x="6834" y="5593"/>
                    <a:pt x="6537" y="5117"/>
                  </a:cubicBezTo>
                  <a:lnTo>
                    <a:pt x="6394" y="5212"/>
                  </a:lnTo>
                  <a:cubicBezTo>
                    <a:pt x="6441" y="5308"/>
                    <a:pt x="6501" y="5403"/>
                    <a:pt x="6560" y="5486"/>
                  </a:cubicBezTo>
                  <a:cubicBezTo>
                    <a:pt x="6739" y="5808"/>
                    <a:pt x="6906" y="6117"/>
                    <a:pt x="7096" y="6427"/>
                  </a:cubicBezTo>
                  <a:cubicBezTo>
                    <a:pt x="6965" y="6391"/>
                    <a:pt x="6846" y="6332"/>
                    <a:pt x="6715" y="6272"/>
                  </a:cubicBezTo>
                  <a:cubicBezTo>
                    <a:pt x="6584" y="6212"/>
                    <a:pt x="6453" y="6165"/>
                    <a:pt x="6322" y="6117"/>
                  </a:cubicBezTo>
                  <a:cubicBezTo>
                    <a:pt x="6049" y="6034"/>
                    <a:pt x="5787" y="5951"/>
                    <a:pt x="5513" y="5867"/>
                  </a:cubicBezTo>
                  <a:lnTo>
                    <a:pt x="5096" y="5748"/>
                  </a:lnTo>
                  <a:cubicBezTo>
                    <a:pt x="5084" y="5474"/>
                    <a:pt x="5156" y="5200"/>
                    <a:pt x="5298" y="4974"/>
                  </a:cubicBezTo>
                  <a:cubicBezTo>
                    <a:pt x="5417" y="4796"/>
                    <a:pt x="5548" y="4641"/>
                    <a:pt x="5715" y="4522"/>
                  </a:cubicBezTo>
                  <a:lnTo>
                    <a:pt x="5679" y="4379"/>
                  </a:lnTo>
                  <a:cubicBezTo>
                    <a:pt x="5429" y="4450"/>
                    <a:pt x="5227" y="4617"/>
                    <a:pt x="5084" y="4819"/>
                  </a:cubicBezTo>
                  <a:cubicBezTo>
                    <a:pt x="4906" y="5069"/>
                    <a:pt x="4798" y="5355"/>
                    <a:pt x="4786" y="5653"/>
                  </a:cubicBezTo>
                  <a:lnTo>
                    <a:pt x="3917" y="5391"/>
                  </a:lnTo>
                  <a:lnTo>
                    <a:pt x="941" y="4498"/>
                  </a:lnTo>
                  <a:cubicBezTo>
                    <a:pt x="953" y="4450"/>
                    <a:pt x="929" y="4403"/>
                    <a:pt x="893" y="4367"/>
                  </a:cubicBezTo>
                  <a:cubicBezTo>
                    <a:pt x="643" y="4141"/>
                    <a:pt x="214" y="3736"/>
                    <a:pt x="441" y="3367"/>
                  </a:cubicBezTo>
                  <a:cubicBezTo>
                    <a:pt x="557" y="3170"/>
                    <a:pt x="763" y="3097"/>
                    <a:pt x="979" y="3097"/>
                  </a:cubicBezTo>
                  <a:cubicBezTo>
                    <a:pt x="1181" y="3097"/>
                    <a:pt x="1392" y="3161"/>
                    <a:pt x="1548" y="3248"/>
                  </a:cubicBezTo>
                  <a:cubicBezTo>
                    <a:pt x="1567" y="3258"/>
                    <a:pt x="1585" y="3263"/>
                    <a:pt x="1603" y="3263"/>
                  </a:cubicBezTo>
                  <a:cubicBezTo>
                    <a:pt x="1688" y="3263"/>
                    <a:pt x="1754" y="3160"/>
                    <a:pt x="1715" y="3081"/>
                  </a:cubicBezTo>
                  <a:cubicBezTo>
                    <a:pt x="1548" y="2688"/>
                    <a:pt x="1084" y="2414"/>
                    <a:pt x="1119" y="1938"/>
                  </a:cubicBezTo>
                  <a:cubicBezTo>
                    <a:pt x="1155" y="1736"/>
                    <a:pt x="1322" y="1581"/>
                    <a:pt x="1536" y="1569"/>
                  </a:cubicBezTo>
                  <a:cubicBezTo>
                    <a:pt x="1561" y="1567"/>
                    <a:pt x="1586" y="1565"/>
                    <a:pt x="1612" y="1565"/>
                  </a:cubicBezTo>
                  <a:cubicBezTo>
                    <a:pt x="1822" y="1565"/>
                    <a:pt x="2024" y="1649"/>
                    <a:pt x="2227" y="1724"/>
                  </a:cubicBezTo>
                  <a:cubicBezTo>
                    <a:pt x="2246" y="1732"/>
                    <a:pt x="2265" y="1736"/>
                    <a:pt x="2284" y="1736"/>
                  </a:cubicBezTo>
                  <a:cubicBezTo>
                    <a:pt x="2401" y="1736"/>
                    <a:pt x="2486" y="1588"/>
                    <a:pt x="2393" y="1486"/>
                  </a:cubicBezTo>
                  <a:cubicBezTo>
                    <a:pt x="2143" y="1152"/>
                    <a:pt x="1786" y="557"/>
                    <a:pt x="2322" y="283"/>
                  </a:cubicBezTo>
                  <a:cubicBezTo>
                    <a:pt x="2435" y="230"/>
                    <a:pt x="2557" y="203"/>
                    <a:pt x="2679" y="203"/>
                  </a:cubicBezTo>
                  <a:cubicBezTo>
                    <a:pt x="2801" y="203"/>
                    <a:pt x="2923" y="230"/>
                    <a:pt x="3036" y="283"/>
                  </a:cubicBezTo>
                  <a:lnTo>
                    <a:pt x="3096" y="105"/>
                  </a:lnTo>
                  <a:cubicBezTo>
                    <a:pt x="2953" y="36"/>
                    <a:pt x="2793" y="0"/>
                    <a:pt x="26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54"/>
            <p:cNvSpPr/>
            <p:nvPr/>
          </p:nvSpPr>
          <p:spPr>
            <a:xfrm>
              <a:off x="5067463" y="2242938"/>
              <a:ext cx="87225" cy="128925"/>
            </a:xfrm>
            <a:custGeom>
              <a:avLst/>
              <a:gdLst/>
              <a:ahLst/>
              <a:cxnLst/>
              <a:rect l="l" t="t" r="r" b="b"/>
              <a:pathLst>
                <a:path w="3489" h="5157" extrusionOk="0">
                  <a:moveTo>
                    <a:pt x="274" y="1"/>
                  </a:moveTo>
                  <a:lnTo>
                    <a:pt x="215" y="72"/>
                  </a:lnTo>
                  <a:cubicBezTo>
                    <a:pt x="215" y="84"/>
                    <a:pt x="215" y="108"/>
                    <a:pt x="215" y="120"/>
                  </a:cubicBezTo>
                  <a:cubicBezTo>
                    <a:pt x="167" y="96"/>
                    <a:pt x="119" y="72"/>
                    <a:pt x="60" y="48"/>
                  </a:cubicBezTo>
                  <a:lnTo>
                    <a:pt x="0" y="227"/>
                  </a:lnTo>
                  <a:cubicBezTo>
                    <a:pt x="119" y="263"/>
                    <a:pt x="238" y="322"/>
                    <a:pt x="357" y="382"/>
                  </a:cubicBezTo>
                  <a:cubicBezTo>
                    <a:pt x="619" y="846"/>
                    <a:pt x="917" y="1299"/>
                    <a:pt x="1203" y="1739"/>
                  </a:cubicBezTo>
                  <a:cubicBezTo>
                    <a:pt x="1512" y="2263"/>
                    <a:pt x="1846" y="2763"/>
                    <a:pt x="2167" y="3275"/>
                  </a:cubicBezTo>
                  <a:cubicBezTo>
                    <a:pt x="2381" y="3620"/>
                    <a:pt x="2584" y="3954"/>
                    <a:pt x="2798" y="4299"/>
                  </a:cubicBezTo>
                  <a:cubicBezTo>
                    <a:pt x="2739" y="4299"/>
                    <a:pt x="2691" y="4311"/>
                    <a:pt x="2632" y="4323"/>
                  </a:cubicBezTo>
                  <a:lnTo>
                    <a:pt x="2667" y="4466"/>
                  </a:lnTo>
                  <a:cubicBezTo>
                    <a:pt x="2715" y="4418"/>
                    <a:pt x="2774" y="4382"/>
                    <a:pt x="2834" y="4335"/>
                  </a:cubicBezTo>
                  <a:cubicBezTo>
                    <a:pt x="3001" y="4609"/>
                    <a:pt x="3179" y="4882"/>
                    <a:pt x="3346" y="5156"/>
                  </a:cubicBezTo>
                  <a:lnTo>
                    <a:pt x="3489" y="5061"/>
                  </a:lnTo>
                  <a:cubicBezTo>
                    <a:pt x="3167" y="4418"/>
                    <a:pt x="2822" y="3763"/>
                    <a:pt x="2465" y="3132"/>
                  </a:cubicBezTo>
                  <a:cubicBezTo>
                    <a:pt x="2155" y="2608"/>
                    <a:pt x="1846" y="2073"/>
                    <a:pt x="1524" y="1561"/>
                  </a:cubicBezTo>
                  <a:cubicBezTo>
                    <a:pt x="1179" y="989"/>
                    <a:pt x="762" y="465"/>
                    <a:pt x="2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54"/>
            <p:cNvSpPr/>
            <p:nvPr/>
          </p:nvSpPr>
          <p:spPr>
            <a:xfrm>
              <a:off x="4523038" y="1939713"/>
              <a:ext cx="551300" cy="417850"/>
            </a:xfrm>
            <a:custGeom>
              <a:avLst/>
              <a:gdLst/>
              <a:ahLst/>
              <a:cxnLst/>
              <a:rect l="l" t="t" r="r" b="b"/>
              <a:pathLst>
                <a:path w="22052" h="16714" extrusionOk="0">
                  <a:moveTo>
                    <a:pt x="2391" y="0"/>
                  </a:moveTo>
                  <a:cubicBezTo>
                    <a:pt x="2340" y="0"/>
                    <a:pt x="2289" y="7"/>
                    <a:pt x="2239" y="21"/>
                  </a:cubicBezTo>
                  <a:lnTo>
                    <a:pt x="2108" y="57"/>
                  </a:lnTo>
                  <a:cubicBezTo>
                    <a:pt x="1989" y="93"/>
                    <a:pt x="1882" y="152"/>
                    <a:pt x="1775" y="212"/>
                  </a:cubicBezTo>
                  <a:cubicBezTo>
                    <a:pt x="1156" y="545"/>
                    <a:pt x="632" y="1033"/>
                    <a:pt x="251" y="1617"/>
                  </a:cubicBezTo>
                  <a:cubicBezTo>
                    <a:pt x="199" y="1677"/>
                    <a:pt x="259" y="1749"/>
                    <a:pt x="319" y="1749"/>
                  </a:cubicBezTo>
                  <a:cubicBezTo>
                    <a:pt x="342" y="1749"/>
                    <a:pt x="365" y="1738"/>
                    <a:pt x="382" y="1712"/>
                  </a:cubicBezTo>
                  <a:cubicBezTo>
                    <a:pt x="751" y="1236"/>
                    <a:pt x="1203" y="831"/>
                    <a:pt x="1727" y="521"/>
                  </a:cubicBezTo>
                  <a:cubicBezTo>
                    <a:pt x="1912" y="421"/>
                    <a:pt x="2114" y="314"/>
                    <a:pt x="2317" y="314"/>
                  </a:cubicBezTo>
                  <a:cubicBezTo>
                    <a:pt x="2403" y="314"/>
                    <a:pt x="2488" y="333"/>
                    <a:pt x="2572" y="378"/>
                  </a:cubicBezTo>
                  <a:cubicBezTo>
                    <a:pt x="2703" y="450"/>
                    <a:pt x="2822" y="533"/>
                    <a:pt x="2930" y="640"/>
                  </a:cubicBezTo>
                  <a:cubicBezTo>
                    <a:pt x="2977" y="676"/>
                    <a:pt x="3013" y="712"/>
                    <a:pt x="3049" y="759"/>
                  </a:cubicBezTo>
                  <a:cubicBezTo>
                    <a:pt x="3014" y="756"/>
                    <a:pt x="2979" y="754"/>
                    <a:pt x="2944" y="754"/>
                  </a:cubicBezTo>
                  <a:cubicBezTo>
                    <a:pt x="2861" y="754"/>
                    <a:pt x="2779" y="763"/>
                    <a:pt x="2703" y="771"/>
                  </a:cubicBezTo>
                  <a:cubicBezTo>
                    <a:pt x="2358" y="855"/>
                    <a:pt x="2037" y="1021"/>
                    <a:pt x="1775" y="1248"/>
                  </a:cubicBezTo>
                  <a:cubicBezTo>
                    <a:pt x="1215" y="1676"/>
                    <a:pt x="763" y="2236"/>
                    <a:pt x="465" y="2879"/>
                  </a:cubicBezTo>
                  <a:cubicBezTo>
                    <a:pt x="191" y="3474"/>
                    <a:pt x="1" y="4188"/>
                    <a:pt x="191" y="4831"/>
                  </a:cubicBezTo>
                  <a:cubicBezTo>
                    <a:pt x="251" y="5010"/>
                    <a:pt x="334" y="5165"/>
                    <a:pt x="441" y="5308"/>
                  </a:cubicBezTo>
                  <a:lnTo>
                    <a:pt x="406" y="5308"/>
                  </a:lnTo>
                  <a:lnTo>
                    <a:pt x="417" y="5439"/>
                  </a:lnTo>
                  <a:cubicBezTo>
                    <a:pt x="453" y="5427"/>
                    <a:pt x="477" y="5415"/>
                    <a:pt x="513" y="5391"/>
                  </a:cubicBezTo>
                  <a:cubicBezTo>
                    <a:pt x="822" y="5760"/>
                    <a:pt x="1287" y="6010"/>
                    <a:pt x="1703" y="6260"/>
                  </a:cubicBezTo>
                  <a:cubicBezTo>
                    <a:pt x="4620" y="8070"/>
                    <a:pt x="7561" y="9868"/>
                    <a:pt x="10502" y="11654"/>
                  </a:cubicBezTo>
                  <a:lnTo>
                    <a:pt x="14872" y="14321"/>
                  </a:lnTo>
                  <a:cubicBezTo>
                    <a:pt x="15931" y="14964"/>
                    <a:pt x="16991" y="15618"/>
                    <a:pt x="18051" y="16237"/>
                  </a:cubicBezTo>
                  <a:cubicBezTo>
                    <a:pt x="18360" y="16416"/>
                    <a:pt x="18682" y="16571"/>
                    <a:pt x="19003" y="16714"/>
                  </a:cubicBezTo>
                  <a:lnTo>
                    <a:pt x="19205" y="16571"/>
                  </a:lnTo>
                  <a:cubicBezTo>
                    <a:pt x="18955" y="16404"/>
                    <a:pt x="18694" y="16226"/>
                    <a:pt x="18432" y="16059"/>
                  </a:cubicBezTo>
                  <a:cubicBezTo>
                    <a:pt x="15610" y="14285"/>
                    <a:pt x="12752" y="12558"/>
                    <a:pt x="9907" y="10820"/>
                  </a:cubicBezTo>
                  <a:cubicBezTo>
                    <a:pt x="8490" y="9951"/>
                    <a:pt x="7037" y="9070"/>
                    <a:pt x="5632" y="8213"/>
                  </a:cubicBezTo>
                  <a:cubicBezTo>
                    <a:pt x="4216" y="7355"/>
                    <a:pt x="2787" y="6510"/>
                    <a:pt x="1394" y="5641"/>
                  </a:cubicBezTo>
                  <a:cubicBezTo>
                    <a:pt x="1108" y="5450"/>
                    <a:pt x="810" y="5248"/>
                    <a:pt x="644" y="4938"/>
                  </a:cubicBezTo>
                  <a:cubicBezTo>
                    <a:pt x="501" y="4653"/>
                    <a:pt x="453" y="4331"/>
                    <a:pt x="513" y="4010"/>
                  </a:cubicBezTo>
                  <a:cubicBezTo>
                    <a:pt x="525" y="3879"/>
                    <a:pt x="548" y="3748"/>
                    <a:pt x="584" y="3617"/>
                  </a:cubicBezTo>
                  <a:cubicBezTo>
                    <a:pt x="608" y="3641"/>
                    <a:pt x="620" y="3653"/>
                    <a:pt x="644" y="3665"/>
                  </a:cubicBezTo>
                  <a:cubicBezTo>
                    <a:pt x="2049" y="4486"/>
                    <a:pt x="3454" y="5308"/>
                    <a:pt x="4858" y="6129"/>
                  </a:cubicBezTo>
                  <a:cubicBezTo>
                    <a:pt x="7359" y="7594"/>
                    <a:pt x="9871" y="9070"/>
                    <a:pt x="12347" y="10546"/>
                  </a:cubicBezTo>
                  <a:cubicBezTo>
                    <a:pt x="14836" y="12023"/>
                    <a:pt x="17300" y="13535"/>
                    <a:pt x="19813" y="14964"/>
                  </a:cubicBezTo>
                  <a:lnTo>
                    <a:pt x="19825" y="14964"/>
                  </a:lnTo>
                  <a:cubicBezTo>
                    <a:pt x="19837" y="14964"/>
                    <a:pt x="19860" y="14940"/>
                    <a:pt x="19837" y="14928"/>
                  </a:cubicBezTo>
                  <a:cubicBezTo>
                    <a:pt x="18491" y="14035"/>
                    <a:pt x="17110" y="13166"/>
                    <a:pt x="15729" y="12320"/>
                  </a:cubicBezTo>
                  <a:cubicBezTo>
                    <a:pt x="13240" y="10796"/>
                    <a:pt x="10764" y="9296"/>
                    <a:pt x="8299" y="7808"/>
                  </a:cubicBezTo>
                  <a:cubicBezTo>
                    <a:pt x="5823" y="6332"/>
                    <a:pt x="3346" y="4855"/>
                    <a:pt x="858" y="3391"/>
                  </a:cubicBezTo>
                  <a:cubicBezTo>
                    <a:pt x="828" y="3373"/>
                    <a:pt x="795" y="3364"/>
                    <a:pt x="763" y="3364"/>
                  </a:cubicBezTo>
                  <a:cubicBezTo>
                    <a:pt x="730" y="3364"/>
                    <a:pt x="697" y="3373"/>
                    <a:pt x="667" y="3391"/>
                  </a:cubicBezTo>
                  <a:cubicBezTo>
                    <a:pt x="822" y="2950"/>
                    <a:pt x="1060" y="2545"/>
                    <a:pt x="1358" y="2188"/>
                  </a:cubicBezTo>
                  <a:cubicBezTo>
                    <a:pt x="1406" y="2129"/>
                    <a:pt x="1453" y="2069"/>
                    <a:pt x="1513" y="1998"/>
                  </a:cubicBezTo>
                  <a:cubicBezTo>
                    <a:pt x="1886" y="1602"/>
                    <a:pt x="2388" y="1184"/>
                    <a:pt x="2917" y="1184"/>
                  </a:cubicBezTo>
                  <a:cubicBezTo>
                    <a:pt x="2945" y="1184"/>
                    <a:pt x="2973" y="1186"/>
                    <a:pt x="3001" y="1188"/>
                  </a:cubicBezTo>
                  <a:cubicBezTo>
                    <a:pt x="3394" y="1212"/>
                    <a:pt x="3739" y="1414"/>
                    <a:pt x="4073" y="1605"/>
                  </a:cubicBezTo>
                  <a:lnTo>
                    <a:pt x="5132" y="2224"/>
                  </a:lnTo>
                  <a:cubicBezTo>
                    <a:pt x="7978" y="3891"/>
                    <a:pt x="10823" y="5570"/>
                    <a:pt x="13645" y="7248"/>
                  </a:cubicBezTo>
                  <a:cubicBezTo>
                    <a:pt x="15074" y="8106"/>
                    <a:pt x="16491" y="8963"/>
                    <a:pt x="17908" y="9820"/>
                  </a:cubicBezTo>
                  <a:cubicBezTo>
                    <a:pt x="18622" y="10237"/>
                    <a:pt x="19325" y="10665"/>
                    <a:pt x="20027" y="11094"/>
                  </a:cubicBezTo>
                  <a:cubicBezTo>
                    <a:pt x="20372" y="11308"/>
                    <a:pt x="20729" y="11511"/>
                    <a:pt x="21075" y="11713"/>
                  </a:cubicBezTo>
                  <a:cubicBezTo>
                    <a:pt x="21372" y="11880"/>
                    <a:pt x="21682" y="12035"/>
                    <a:pt x="21992" y="12201"/>
                  </a:cubicBezTo>
                  <a:lnTo>
                    <a:pt x="22051" y="12130"/>
                  </a:lnTo>
                  <a:cubicBezTo>
                    <a:pt x="21777" y="11892"/>
                    <a:pt x="21480" y="11666"/>
                    <a:pt x="21170" y="11475"/>
                  </a:cubicBezTo>
                  <a:cubicBezTo>
                    <a:pt x="19765" y="10546"/>
                    <a:pt x="18324" y="9665"/>
                    <a:pt x="16896" y="8784"/>
                  </a:cubicBezTo>
                  <a:cubicBezTo>
                    <a:pt x="15443" y="7891"/>
                    <a:pt x="14002" y="6998"/>
                    <a:pt x="12550" y="6129"/>
                  </a:cubicBezTo>
                  <a:cubicBezTo>
                    <a:pt x="11097" y="5248"/>
                    <a:pt x="9633" y="4379"/>
                    <a:pt x="8180" y="3522"/>
                  </a:cubicBezTo>
                  <a:cubicBezTo>
                    <a:pt x="7454" y="3081"/>
                    <a:pt x="6728" y="2664"/>
                    <a:pt x="5990" y="2236"/>
                  </a:cubicBezTo>
                  <a:lnTo>
                    <a:pt x="4906" y="1593"/>
                  </a:lnTo>
                  <a:cubicBezTo>
                    <a:pt x="4549" y="1390"/>
                    <a:pt x="4192" y="1164"/>
                    <a:pt x="3823" y="986"/>
                  </a:cubicBezTo>
                  <a:cubicBezTo>
                    <a:pt x="3656" y="890"/>
                    <a:pt x="3477" y="831"/>
                    <a:pt x="3287" y="795"/>
                  </a:cubicBezTo>
                  <a:cubicBezTo>
                    <a:pt x="3287" y="747"/>
                    <a:pt x="3263" y="700"/>
                    <a:pt x="3251" y="664"/>
                  </a:cubicBezTo>
                  <a:cubicBezTo>
                    <a:pt x="3203" y="581"/>
                    <a:pt x="3156" y="509"/>
                    <a:pt x="3108" y="438"/>
                  </a:cubicBezTo>
                  <a:cubicBezTo>
                    <a:pt x="3001" y="307"/>
                    <a:pt x="2882" y="188"/>
                    <a:pt x="2739" y="105"/>
                  </a:cubicBezTo>
                  <a:cubicBezTo>
                    <a:pt x="2631" y="38"/>
                    <a:pt x="2510" y="0"/>
                    <a:pt x="23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54"/>
            <p:cNvSpPr/>
            <p:nvPr/>
          </p:nvSpPr>
          <p:spPr>
            <a:xfrm>
              <a:off x="4560238" y="1988763"/>
              <a:ext cx="478675" cy="285750"/>
            </a:xfrm>
            <a:custGeom>
              <a:avLst/>
              <a:gdLst/>
              <a:ahLst/>
              <a:cxnLst/>
              <a:rect l="l" t="t" r="r" b="b"/>
              <a:pathLst>
                <a:path w="19147" h="11430" extrusionOk="0">
                  <a:moveTo>
                    <a:pt x="169" y="0"/>
                  </a:moveTo>
                  <a:cubicBezTo>
                    <a:pt x="126" y="0"/>
                    <a:pt x="85" y="19"/>
                    <a:pt x="61" y="59"/>
                  </a:cubicBezTo>
                  <a:cubicBezTo>
                    <a:pt x="1" y="119"/>
                    <a:pt x="1" y="226"/>
                    <a:pt x="84" y="286"/>
                  </a:cubicBezTo>
                  <a:cubicBezTo>
                    <a:pt x="1477" y="1119"/>
                    <a:pt x="2906" y="1893"/>
                    <a:pt x="4311" y="2715"/>
                  </a:cubicBezTo>
                  <a:cubicBezTo>
                    <a:pt x="6799" y="4143"/>
                    <a:pt x="9276" y="5584"/>
                    <a:pt x="11741" y="7060"/>
                  </a:cubicBezTo>
                  <a:cubicBezTo>
                    <a:pt x="12979" y="7787"/>
                    <a:pt x="14229" y="8537"/>
                    <a:pt x="15467" y="9275"/>
                  </a:cubicBezTo>
                  <a:cubicBezTo>
                    <a:pt x="16670" y="10001"/>
                    <a:pt x="17884" y="10751"/>
                    <a:pt x="19122" y="11430"/>
                  </a:cubicBezTo>
                  <a:lnTo>
                    <a:pt x="19146" y="11394"/>
                  </a:lnTo>
                  <a:cubicBezTo>
                    <a:pt x="17837" y="10466"/>
                    <a:pt x="16444" y="9644"/>
                    <a:pt x="15074" y="8799"/>
                  </a:cubicBezTo>
                  <a:cubicBezTo>
                    <a:pt x="12622" y="7310"/>
                    <a:pt x="10169" y="5822"/>
                    <a:pt x="7704" y="4370"/>
                  </a:cubicBezTo>
                  <a:cubicBezTo>
                    <a:pt x="6454" y="3631"/>
                    <a:pt x="5204" y="2893"/>
                    <a:pt x="3966" y="2167"/>
                  </a:cubicBezTo>
                  <a:cubicBezTo>
                    <a:pt x="2728" y="1452"/>
                    <a:pt x="1501" y="702"/>
                    <a:pt x="227" y="12"/>
                  </a:cubicBezTo>
                  <a:cubicBezTo>
                    <a:pt x="208" y="4"/>
                    <a:pt x="188" y="0"/>
                    <a:pt x="1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54"/>
            <p:cNvSpPr/>
            <p:nvPr/>
          </p:nvSpPr>
          <p:spPr>
            <a:xfrm>
              <a:off x="4504463" y="1921313"/>
              <a:ext cx="75150" cy="41975"/>
            </a:xfrm>
            <a:custGeom>
              <a:avLst/>
              <a:gdLst/>
              <a:ahLst/>
              <a:cxnLst/>
              <a:rect l="l" t="t" r="r" b="b"/>
              <a:pathLst>
                <a:path w="3006" h="1679" extrusionOk="0">
                  <a:moveTo>
                    <a:pt x="2046" y="1"/>
                  </a:moveTo>
                  <a:cubicBezTo>
                    <a:pt x="1985" y="1"/>
                    <a:pt x="1923" y="7"/>
                    <a:pt x="1863" y="19"/>
                  </a:cubicBezTo>
                  <a:lnTo>
                    <a:pt x="1756" y="43"/>
                  </a:lnTo>
                  <a:cubicBezTo>
                    <a:pt x="1684" y="55"/>
                    <a:pt x="1625" y="90"/>
                    <a:pt x="1553" y="114"/>
                  </a:cubicBezTo>
                  <a:cubicBezTo>
                    <a:pt x="934" y="424"/>
                    <a:pt x="410" y="912"/>
                    <a:pt x="53" y="1507"/>
                  </a:cubicBezTo>
                  <a:cubicBezTo>
                    <a:pt x="0" y="1586"/>
                    <a:pt x="71" y="1678"/>
                    <a:pt x="145" y="1678"/>
                  </a:cubicBezTo>
                  <a:cubicBezTo>
                    <a:pt x="171" y="1678"/>
                    <a:pt x="198" y="1666"/>
                    <a:pt x="220" y="1638"/>
                  </a:cubicBezTo>
                  <a:cubicBezTo>
                    <a:pt x="553" y="1150"/>
                    <a:pt x="994" y="745"/>
                    <a:pt x="1506" y="460"/>
                  </a:cubicBezTo>
                  <a:cubicBezTo>
                    <a:pt x="1657" y="357"/>
                    <a:pt x="1832" y="305"/>
                    <a:pt x="2010" y="305"/>
                  </a:cubicBezTo>
                  <a:cubicBezTo>
                    <a:pt x="2140" y="305"/>
                    <a:pt x="2273" y="333"/>
                    <a:pt x="2399" y="388"/>
                  </a:cubicBezTo>
                  <a:cubicBezTo>
                    <a:pt x="2577" y="483"/>
                    <a:pt x="2732" y="614"/>
                    <a:pt x="2875" y="769"/>
                  </a:cubicBezTo>
                  <a:lnTo>
                    <a:pt x="3006" y="733"/>
                  </a:lnTo>
                  <a:cubicBezTo>
                    <a:pt x="2934" y="483"/>
                    <a:pt x="2768" y="281"/>
                    <a:pt x="2553" y="150"/>
                  </a:cubicBezTo>
                  <a:cubicBezTo>
                    <a:pt x="2402" y="52"/>
                    <a:pt x="2225" y="1"/>
                    <a:pt x="20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54"/>
            <p:cNvSpPr/>
            <p:nvPr/>
          </p:nvSpPr>
          <p:spPr>
            <a:xfrm>
              <a:off x="4353688" y="1857888"/>
              <a:ext cx="197650" cy="203800"/>
            </a:xfrm>
            <a:custGeom>
              <a:avLst/>
              <a:gdLst/>
              <a:ahLst/>
              <a:cxnLst/>
              <a:rect l="l" t="t" r="r" b="b"/>
              <a:pathLst>
                <a:path w="7906" h="8152" extrusionOk="0">
                  <a:moveTo>
                    <a:pt x="2511" y="313"/>
                  </a:moveTo>
                  <a:cubicBezTo>
                    <a:pt x="3144" y="313"/>
                    <a:pt x="3808" y="545"/>
                    <a:pt x="4346" y="782"/>
                  </a:cubicBezTo>
                  <a:cubicBezTo>
                    <a:pt x="4786" y="984"/>
                    <a:pt x="5227" y="1211"/>
                    <a:pt x="5632" y="1484"/>
                  </a:cubicBezTo>
                  <a:cubicBezTo>
                    <a:pt x="5953" y="1687"/>
                    <a:pt x="6263" y="1913"/>
                    <a:pt x="6596" y="2116"/>
                  </a:cubicBezTo>
                  <a:cubicBezTo>
                    <a:pt x="6548" y="2127"/>
                    <a:pt x="6513" y="2127"/>
                    <a:pt x="6465" y="2151"/>
                  </a:cubicBezTo>
                  <a:cubicBezTo>
                    <a:pt x="5953" y="2306"/>
                    <a:pt x="5513" y="2699"/>
                    <a:pt x="5155" y="3104"/>
                  </a:cubicBezTo>
                  <a:cubicBezTo>
                    <a:pt x="4774" y="3544"/>
                    <a:pt x="4465" y="4044"/>
                    <a:pt x="4251" y="4580"/>
                  </a:cubicBezTo>
                  <a:cubicBezTo>
                    <a:pt x="4024" y="5140"/>
                    <a:pt x="3858" y="5771"/>
                    <a:pt x="3989" y="6366"/>
                  </a:cubicBezTo>
                  <a:cubicBezTo>
                    <a:pt x="3989" y="6366"/>
                    <a:pt x="3989" y="6378"/>
                    <a:pt x="3989" y="6378"/>
                  </a:cubicBezTo>
                  <a:cubicBezTo>
                    <a:pt x="3679" y="6164"/>
                    <a:pt x="3358" y="5949"/>
                    <a:pt x="3048" y="5723"/>
                  </a:cubicBezTo>
                  <a:cubicBezTo>
                    <a:pt x="2584" y="5390"/>
                    <a:pt x="2143" y="5044"/>
                    <a:pt x="1703" y="4687"/>
                  </a:cubicBezTo>
                  <a:cubicBezTo>
                    <a:pt x="1322" y="4401"/>
                    <a:pt x="976" y="4080"/>
                    <a:pt x="667" y="3723"/>
                  </a:cubicBezTo>
                  <a:cubicBezTo>
                    <a:pt x="417" y="3378"/>
                    <a:pt x="298" y="2961"/>
                    <a:pt x="333" y="2544"/>
                  </a:cubicBezTo>
                  <a:cubicBezTo>
                    <a:pt x="393" y="1746"/>
                    <a:pt x="869" y="901"/>
                    <a:pt x="1595" y="520"/>
                  </a:cubicBezTo>
                  <a:cubicBezTo>
                    <a:pt x="1879" y="372"/>
                    <a:pt x="2191" y="313"/>
                    <a:pt x="2511" y="313"/>
                  </a:cubicBezTo>
                  <a:close/>
                  <a:moveTo>
                    <a:pt x="2504" y="1"/>
                  </a:moveTo>
                  <a:cubicBezTo>
                    <a:pt x="2015" y="1"/>
                    <a:pt x="1539" y="119"/>
                    <a:pt x="1119" y="437"/>
                  </a:cubicBezTo>
                  <a:cubicBezTo>
                    <a:pt x="417" y="1008"/>
                    <a:pt x="0" y="1865"/>
                    <a:pt x="24" y="2782"/>
                  </a:cubicBezTo>
                  <a:cubicBezTo>
                    <a:pt x="36" y="3235"/>
                    <a:pt x="191" y="3663"/>
                    <a:pt x="476" y="4020"/>
                  </a:cubicBezTo>
                  <a:cubicBezTo>
                    <a:pt x="822" y="4401"/>
                    <a:pt x="1203" y="4759"/>
                    <a:pt x="1619" y="5080"/>
                  </a:cubicBezTo>
                  <a:cubicBezTo>
                    <a:pt x="2036" y="5437"/>
                    <a:pt x="2465" y="5759"/>
                    <a:pt x="2917" y="6068"/>
                  </a:cubicBezTo>
                  <a:cubicBezTo>
                    <a:pt x="3310" y="6354"/>
                    <a:pt x="3727" y="6604"/>
                    <a:pt x="4155" y="6830"/>
                  </a:cubicBezTo>
                  <a:cubicBezTo>
                    <a:pt x="4298" y="7140"/>
                    <a:pt x="4560" y="7378"/>
                    <a:pt x="4894" y="7473"/>
                  </a:cubicBezTo>
                  <a:lnTo>
                    <a:pt x="4941" y="7473"/>
                  </a:lnTo>
                  <a:cubicBezTo>
                    <a:pt x="4953" y="7521"/>
                    <a:pt x="4977" y="7569"/>
                    <a:pt x="5001" y="7616"/>
                  </a:cubicBezTo>
                  <a:cubicBezTo>
                    <a:pt x="5203" y="7997"/>
                    <a:pt x="5632" y="8152"/>
                    <a:pt x="6048" y="8152"/>
                  </a:cubicBezTo>
                  <a:cubicBezTo>
                    <a:pt x="6072" y="8152"/>
                    <a:pt x="6096" y="8128"/>
                    <a:pt x="6108" y="8116"/>
                  </a:cubicBezTo>
                  <a:lnTo>
                    <a:pt x="6084" y="8057"/>
                  </a:lnTo>
                  <a:lnTo>
                    <a:pt x="6060" y="8045"/>
                  </a:lnTo>
                  <a:cubicBezTo>
                    <a:pt x="5739" y="7973"/>
                    <a:pt x="5382" y="7783"/>
                    <a:pt x="5239" y="7473"/>
                  </a:cubicBezTo>
                  <a:cubicBezTo>
                    <a:pt x="5167" y="7295"/>
                    <a:pt x="5132" y="7104"/>
                    <a:pt x="5155" y="6914"/>
                  </a:cubicBezTo>
                  <a:cubicBezTo>
                    <a:pt x="5179" y="6687"/>
                    <a:pt x="5263" y="6485"/>
                    <a:pt x="5263" y="6271"/>
                  </a:cubicBezTo>
                  <a:cubicBezTo>
                    <a:pt x="5263" y="6222"/>
                    <a:pt x="5218" y="6184"/>
                    <a:pt x="5179" y="6184"/>
                  </a:cubicBezTo>
                  <a:cubicBezTo>
                    <a:pt x="5160" y="6184"/>
                    <a:pt x="5143" y="6192"/>
                    <a:pt x="5132" y="6211"/>
                  </a:cubicBezTo>
                  <a:cubicBezTo>
                    <a:pt x="4989" y="6437"/>
                    <a:pt x="4905" y="6676"/>
                    <a:pt x="4882" y="6938"/>
                  </a:cubicBezTo>
                  <a:cubicBezTo>
                    <a:pt x="4882" y="6985"/>
                    <a:pt x="4882" y="7033"/>
                    <a:pt x="4882" y="7092"/>
                  </a:cubicBezTo>
                  <a:cubicBezTo>
                    <a:pt x="4727" y="6985"/>
                    <a:pt x="4608" y="6854"/>
                    <a:pt x="4501" y="6699"/>
                  </a:cubicBezTo>
                  <a:cubicBezTo>
                    <a:pt x="4358" y="6473"/>
                    <a:pt x="4286" y="6211"/>
                    <a:pt x="4274" y="5937"/>
                  </a:cubicBezTo>
                  <a:cubicBezTo>
                    <a:pt x="4274" y="5414"/>
                    <a:pt x="4393" y="4902"/>
                    <a:pt x="4620" y="4425"/>
                  </a:cubicBezTo>
                  <a:cubicBezTo>
                    <a:pt x="4822" y="3961"/>
                    <a:pt x="5108" y="3532"/>
                    <a:pt x="5453" y="3163"/>
                  </a:cubicBezTo>
                  <a:cubicBezTo>
                    <a:pt x="5763" y="2818"/>
                    <a:pt x="6156" y="2508"/>
                    <a:pt x="6620" y="2401"/>
                  </a:cubicBezTo>
                  <a:cubicBezTo>
                    <a:pt x="6727" y="2377"/>
                    <a:pt x="6837" y="2366"/>
                    <a:pt x="6947" y="2366"/>
                  </a:cubicBezTo>
                  <a:cubicBezTo>
                    <a:pt x="7057" y="2366"/>
                    <a:pt x="7168" y="2377"/>
                    <a:pt x="7275" y="2401"/>
                  </a:cubicBezTo>
                  <a:cubicBezTo>
                    <a:pt x="7453" y="2425"/>
                    <a:pt x="7632" y="2485"/>
                    <a:pt x="7787" y="2580"/>
                  </a:cubicBezTo>
                  <a:lnTo>
                    <a:pt x="7906" y="2556"/>
                  </a:lnTo>
                  <a:cubicBezTo>
                    <a:pt x="7763" y="2330"/>
                    <a:pt x="7549" y="2175"/>
                    <a:pt x="7287" y="2104"/>
                  </a:cubicBezTo>
                  <a:cubicBezTo>
                    <a:pt x="7184" y="2078"/>
                    <a:pt x="7075" y="2058"/>
                    <a:pt x="6968" y="2058"/>
                  </a:cubicBezTo>
                  <a:cubicBezTo>
                    <a:pt x="6927" y="2058"/>
                    <a:pt x="6886" y="2061"/>
                    <a:pt x="6846" y="2068"/>
                  </a:cubicBezTo>
                  <a:cubicBezTo>
                    <a:pt x="6656" y="1877"/>
                    <a:pt x="6453" y="1711"/>
                    <a:pt x="6251" y="1556"/>
                  </a:cubicBezTo>
                  <a:cubicBezTo>
                    <a:pt x="6013" y="1377"/>
                    <a:pt x="5763" y="1211"/>
                    <a:pt x="5501" y="1044"/>
                  </a:cubicBezTo>
                  <a:cubicBezTo>
                    <a:pt x="5013" y="722"/>
                    <a:pt x="4489" y="461"/>
                    <a:pt x="3941" y="270"/>
                  </a:cubicBezTo>
                  <a:cubicBezTo>
                    <a:pt x="3480" y="116"/>
                    <a:pt x="2986" y="1"/>
                    <a:pt x="250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54"/>
            <p:cNvSpPr/>
            <p:nvPr/>
          </p:nvSpPr>
          <p:spPr>
            <a:xfrm>
              <a:off x="4503388" y="2014713"/>
              <a:ext cx="31000" cy="62575"/>
            </a:xfrm>
            <a:custGeom>
              <a:avLst/>
              <a:gdLst/>
              <a:ahLst/>
              <a:cxnLst/>
              <a:rect l="l" t="t" r="r" b="b"/>
              <a:pathLst>
                <a:path w="1240" h="2503" extrusionOk="0">
                  <a:moveTo>
                    <a:pt x="405" y="0"/>
                  </a:moveTo>
                  <a:cubicBezTo>
                    <a:pt x="366" y="0"/>
                    <a:pt x="328" y="21"/>
                    <a:pt x="310" y="69"/>
                  </a:cubicBezTo>
                  <a:cubicBezTo>
                    <a:pt x="144" y="391"/>
                    <a:pt x="37" y="736"/>
                    <a:pt x="25" y="1093"/>
                  </a:cubicBezTo>
                  <a:cubicBezTo>
                    <a:pt x="1" y="1331"/>
                    <a:pt x="37" y="1569"/>
                    <a:pt x="96" y="1796"/>
                  </a:cubicBezTo>
                  <a:lnTo>
                    <a:pt x="120" y="1843"/>
                  </a:lnTo>
                  <a:cubicBezTo>
                    <a:pt x="144" y="1903"/>
                    <a:pt x="168" y="1950"/>
                    <a:pt x="191" y="2010"/>
                  </a:cubicBezTo>
                  <a:cubicBezTo>
                    <a:pt x="322" y="2260"/>
                    <a:pt x="560" y="2439"/>
                    <a:pt x="834" y="2498"/>
                  </a:cubicBezTo>
                  <a:cubicBezTo>
                    <a:pt x="866" y="2501"/>
                    <a:pt x="898" y="2502"/>
                    <a:pt x="929" y="2502"/>
                  </a:cubicBezTo>
                  <a:cubicBezTo>
                    <a:pt x="1036" y="2502"/>
                    <a:pt x="1138" y="2485"/>
                    <a:pt x="1239" y="2439"/>
                  </a:cubicBezTo>
                  <a:lnTo>
                    <a:pt x="1215" y="2308"/>
                  </a:lnTo>
                  <a:cubicBezTo>
                    <a:pt x="1194" y="2310"/>
                    <a:pt x="1173" y="2311"/>
                    <a:pt x="1151" y="2311"/>
                  </a:cubicBezTo>
                  <a:cubicBezTo>
                    <a:pt x="1039" y="2311"/>
                    <a:pt x="922" y="2284"/>
                    <a:pt x="822" y="2224"/>
                  </a:cubicBezTo>
                  <a:cubicBezTo>
                    <a:pt x="644" y="2117"/>
                    <a:pt x="501" y="1950"/>
                    <a:pt x="430" y="1748"/>
                  </a:cubicBezTo>
                  <a:cubicBezTo>
                    <a:pt x="239" y="1248"/>
                    <a:pt x="322" y="641"/>
                    <a:pt x="501" y="153"/>
                  </a:cubicBezTo>
                  <a:cubicBezTo>
                    <a:pt x="539" y="62"/>
                    <a:pt x="471" y="0"/>
                    <a:pt x="4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2" name="Google Shape;2582;p55"/>
          <p:cNvSpPr txBox="1">
            <a:spLocks noGrp="1"/>
          </p:cNvSpPr>
          <p:nvPr>
            <p:ph type="title"/>
          </p:nvPr>
        </p:nvSpPr>
        <p:spPr>
          <a:xfrm>
            <a:off x="758775" y="405130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tools</a:t>
            </a:r>
            <a:endParaRPr/>
          </a:p>
        </p:txBody>
      </p:sp>
      <p:graphicFrame>
        <p:nvGraphicFramePr>
          <p:cNvPr id="2583" name="Google Shape;2583;p55"/>
          <p:cNvGraphicFramePr/>
          <p:nvPr/>
        </p:nvGraphicFramePr>
        <p:xfrm>
          <a:off x="834975" y="116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{8C2A73B8-0FD6-4E29-862E-15CFA4E63F9D}</a:tableStyleId>
              </a:tblPr>
              <a:tblGrid>
                <a:gridCol w="1868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8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6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7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accent2"/>
                          </a:solidFill>
                          <a:latin typeface="Viga"/>
                          <a:ea typeface="Viga"/>
                          <a:cs typeface="Viga"/>
                          <a:sym typeface="Viga"/>
                        </a:rPr>
                        <a:t>Tool</a:t>
                      </a:r>
                      <a:endParaRPr sz="2200">
                        <a:solidFill>
                          <a:schemeClr val="accent2"/>
                        </a:solidFill>
                        <a:latin typeface="Viga"/>
                        <a:ea typeface="Viga"/>
                        <a:cs typeface="Viga"/>
                        <a:sym typeface="Vig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accent2"/>
                          </a:solidFill>
                          <a:latin typeface="Viga"/>
                          <a:ea typeface="Viga"/>
                          <a:cs typeface="Viga"/>
                          <a:sym typeface="Viga"/>
                        </a:rPr>
                        <a:t>Type</a:t>
                      </a:r>
                      <a:endParaRPr sz="2200">
                        <a:solidFill>
                          <a:schemeClr val="accent2"/>
                        </a:solidFill>
                        <a:latin typeface="Viga"/>
                        <a:ea typeface="Viga"/>
                        <a:cs typeface="Viga"/>
                        <a:sym typeface="Vig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accent2"/>
                          </a:solidFill>
                          <a:latin typeface="Viga"/>
                          <a:ea typeface="Viga"/>
                          <a:cs typeface="Viga"/>
                          <a:sym typeface="Viga"/>
                        </a:rPr>
                        <a:t>Description</a:t>
                      </a:r>
                      <a:endParaRPr sz="2200">
                        <a:solidFill>
                          <a:schemeClr val="accent2"/>
                        </a:solidFill>
                        <a:latin typeface="Viga"/>
                        <a:ea typeface="Viga"/>
                        <a:cs typeface="Viga"/>
                        <a:sym typeface="Vig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Thermometer</a:t>
                      </a:r>
                      <a:endParaRPr sz="15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Measurement</a:t>
                      </a:r>
                      <a:endParaRPr sz="15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Saturn has several rings</a:t>
                      </a:r>
                      <a:endParaRPr sz="15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Balance</a:t>
                      </a:r>
                      <a:endParaRPr sz="15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Measurement</a:t>
                      </a:r>
                      <a:endParaRPr sz="15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Venus has a beautiful name</a:t>
                      </a:r>
                      <a:endParaRPr sz="15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Magnet</a:t>
                      </a:r>
                      <a:endParaRPr sz="15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General</a:t>
                      </a:r>
                      <a:endParaRPr sz="15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Mercury is the smallest planet</a:t>
                      </a:r>
                      <a:endParaRPr sz="15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Clock</a:t>
                      </a:r>
                      <a:endParaRPr sz="15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Measurement</a:t>
                      </a:r>
                      <a:endParaRPr sz="15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Despite being red, Mars is cold</a:t>
                      </a:r>
                      <a:endParaRPr sz="15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Chart</a:t>
                      </a:r>
                      <a:endParaRPr sz="15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General</a:t>
                      </a:r>
                      <a:endParaRPr sz="15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Earth is the only planet with life</a:t>
                      </a:r>
                      <a:endParaRPr sz="15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0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Notebook</a:t>
                      </a:r>
                      <a:endParaRPr sz="15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General</a:t>
                      </a:r>
                      <a:endParaRPr sz="15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The moon is a satellite</a:t>
                      </a:r>
                      <a:endParaRPr sz="15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84" name="Google Shape;2584;p55"/>
          <p:cNvSpPr/>
          <p:nvPr/>
        </p:nvSpPr>
        <p:spPr>
          <a:xfrm>
            <a:off x="834975" y="1682000"/>
            <a:ext cx="7474225" cy="68750"/>
          </a:xfrm>
          <a:custGeom>
            <a:avLst/>
            <a:gdLst/>
            <a:ahLst/>
            <a:cxnLst/>
            <a:rect l="l" t="t" r="r" b="b"/>
            <a:pathLst>
              <a:path w="298969" h="2750" extrusionOk="0">
                <a:moveTo>
                  <a:pt x="0" y="2750"/>
                </a:moveTo>
                <a:cubicBezTo>
                  <a:pt x="5964" y="2368"/>
                  <a:pt x="18459" y="611"/>
                  <a:pt x="35785" y="458"/>
                </a:cubicBezTo>
                <a:cubicBezTo>
                  <a:pt x="53112" y="305"/>
                  <a:pt x="77371" y="1664"/>
                  <a:pt x="103959" y="1833"/>
                </a:cubicBezTo>
                <a:cubicBezTo>
                  <a:pt x="130548" y="2002"/>
                  <a:pt x="165985" y="1548"/>
                  <a:pt x="195316" y="1472"/>
                </a:cubicBezTo>
                <a:cubicBezTo>
                  <a:pt x="224647" y="1396"/>
                  <a:pt x="262668" y="1620"/>
                  <a:pt x="279943" y="1375"/>
                </a:cubicBezTo>
                <a:cubicBezTo>
                  <a:pt x="297219" y="1130"/>
                  <a:pt x="295798" y="229"/>
                  <a:pt x="298969" y="0"/>
                </a:cubicBezTo>
              </a:path>
            </a:pathLst>
          </a:cu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585" name="Google Shape;2585;p55"/>
          <p:cNvSpPr/>
          <p:nvPr/>
        </p:nvSpPr>
        <p:spPr>
          <a:xfrm>
            <a:off x="834975" y="2153026"/>
            <a:ext cx="7474216" cy="80700"/>
          </a:xfrm>
          <a:custGeom>
            <a:avLst/>
            <a:gdLst/>
            <a:ahLst/>
            <a:cxnLst/>
            <a:rect l="l" t="t" r="r" b="b"/>
            <a:pathLst>
              <a:path w="302508" h="3228" extrusionOk="0">
                <a:moveTo>
                  <a:pt x="0" y="3228"/>
                </a:moveTo>
                <a:cubicBezTo>
                  <a:pt x="6035" y="2846"/>
                  <a:pt x="18677" y="1089"/>
                  <a:pt x="36209" y="936"/>
                </a:cubicBezTo>
                <a:cubicBezTo>
                  <a:pt x="53741" y="783"/>
                  <a:pt x="78300" y="2464"/>
                  <a:pt x="105190" y="2311"/>
                </a:cubicBezTo>
                <a:cubicBezTo>
                  <a:pt x="132080" y="2158"/>
                  <a:pt x="167869" y="95"/>
                  <a:pt x="197547" y="19"/>
                </a:cubicBezTo>
                <a:cubicBezTo>
                  <a:pt x="227225" y="-57"/>
                  <a:pt x="265764" y="1777"/>
                  <a:pt x="283257" y="1853"/>
                </a:cubicBezTo>
                <a:cubicBezTo>
                  <a:pt x="300751" y="1930"/>
                  <a:pt x="299300" y="707"/>
                  <a:pt x="302508" y="478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586" name="Google Shape;2586;p55"/>
          <p:cNvSpPr/>
          <p:nvPr/>
        </p:nvSpPr>
        <p:spPr>
          <a:xfrm>
            <a:off x="834975" y="2589800"/>
            <a:ext cx="7474225" cy="68750"/>
          </a:xfrm>
          <a:custGeom>
            <a:avLst/>
            <a:gdLst/>
            <a:ahLst/>
            <a:cxnLst/>
            <a:rect l="l" t="t" r="r" b="b"/>
            <a:pathLst>
              <a:path w="298969" h="2750" extrusionOk="0">
                <a:moveTo>
                  <a:pt x="298969" y="0"/>
                </a:moveTo>
                <a:cubicBezTo>
                  <a:pt x="293005" y="382"/>
                  <a:pt x="280510" y="2139"/>
                  <a:pt x="263183" y="2292"/>
                </a:cubicBezTo>
                <a:cubicBezTo>
                  <a:pt x="245856" y="2445"/>
                  <a:pt x="221560" y="1197"/>
                  <a:pt x="195009" y="917"/>
                </a:cubicBezTo>
                <a:cubicBezTo>
                  <a:pt x="168458" y="637"/>
                  <a:pt x="133207" y="537"/>
                  <a:pt x="103876" y="613"/>
                </a:cubicBezTo>
                <a:cubicBezTo>
                  <a:pt x="74546" y="689"/>
                  <a:pt x="36339" y="1019"/>
                  <a:pt x="19026" y="1375"/>
                </a:cubicBezTo>
                <a:cubicBezTo>
                  <a:pt x="1713" y="1731"/>
                  <a:pt x="3171" y="2521"/>
                  <a:pt x="0" y="2750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587" name="Google Shape;2587;p55"/>
          <p:cNvSpPr/>
          <p:nvPr/>
        </p:nvSpPr>
        <p:spPr>
          <a:xfrm>
            <a:off x="807825" y="3026581"/>
            <a:ext cx="7501375" cy="57700"/>
          </a:xfrm>
          <a:custGeom>
            <a:avLst/>
            <a:gdLst/>
            <a:ahLst/>
            <a:cxnLst/>
            <a:rect l="l" t="t" r="r" b="b"/>
            <a:pathLst>
              <a:path w="300055" h="2308" extrusionOk="0">
                <a:moveTo>
                  <a:pt x="0" y="2250"/>
                </a:moveTo>
                <a:cubicBezTo>
                  <a:pt x="6145" y="2107"/>
                  <a:pt x="19364" y="1762"/>
                  <a:pt x="36871" y="1389"/>
                </a:cubicBezTo>
                <a:cubicBezTo>
                  <a:pt x="54379" y="1016"/>
                  <a:pt x="78470" y="-139"/>
                  <a:pt x="105045" y="14"/>
                </a:cubicBezTo>
                <a:cubicBezTo>
                  <a:pt x="131620" y="167"/>
                  <a:pt x="166991" y="2230"/>
                  <a:pt x="196322" y="2306"/>
                </a:cubicBezTo>
                <a:cubicBezTo>
                  <a:pt x="225653" y="2382"/>
                  <a:pt x="263740" y="549"/>
                  <a:pt x="281029" y="472"/>
                </a:cubicBezTo>
                <a:cubicBezTo>
                  <a:pt x="298318" y="396"/>
                  <a:pt x="296884" y="1618"/>
                  <a:pt x="300055" y="1847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588" name="Google Shape;2588;p55"/>
          <p:cNvSpPr/>
          <p:nvPr/>
        </p:nvSpPr>
        <p:spPr>
          <a:xfrm>
            <a:off x="842200" y="3463019"/>
            <a:ext cx="7467000" cy="57625"/>
          </a:xfrm>
          <a:custGeom>
            <a:avLst/>
            <a:gdLst/>
            <a:ahLst/>
            <a:cxnLst/>
            <a:rect l="l" t="t" r="r" b="b"/>
            <a:pathLst>
              <a:path w="298680" h="2305" extrusionOk="0">
                <a:moveTo>
                  <a:pt x="298680" y="2305"/>
                </a:moveTo>
                <a:cubicBezTo>
                  <a:pt x="292716" y="1923"/>
                  <a:pt x="280221" y="166"/>
                  <a:pt x="262894" y="13"/>
                </a:cubicBezTo>
                <a:cubicBezTo>
                  <a:pt x="245567" y="-140"/>
                  <a:pt x="225244" y="1075"/>
                  <a:pt x="194720" y="1388"/>
                </a:cubicBezTo>
                <a:cubicBezTo>
                  <a:pt x="164197" y="1701"/>
                  <a:pt x="109084" y="1969"/>
                  <a:pt x="79753" y="1893"/>
                </a:cubicBezTo>
                <a:cubicBezTo>
                  <a:pt x="50423" y="1817"/>
                  <a:pt x="32029" y="1086"/>
                  <a:pt x="18737" y="930"/>
                </a:cubicBezTo>
                <a:cubicBezTo>
                  <a:pt x="5445" y="775"/>
                  <a:pt x="3123" y="955"/>
                  <a:pt x="0" y="960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589" name="Google Shape;2589;p55"/>
          <p:cNvSpPr/>
          <p:nvPr/>
        </p:nvSpPr>
        <p:spPr>
          <a:xfrm>
            <a:off x="834975" y="3888675"/>
            <a:ext cx="7474225" cy="68750"/>
          </a:xfrm>
          <a:custGeom>
            <a:avLst/>
            <a:gdLst/>
            <a:ahLst/>
            <a:cxnLst/>
            <a:rect l="l" t="t" r="r" b="b"/>
            <a:pathLst>
              <a:path w="298969" h="2750" extrusionOk="0">
                <a:moveTo>
                  <a:pt x="0" y="2750"/>
                </a:moveTo>
                <a:cubicBezTo>
                  <a:pt x="5964" y="2368"/>
                  <a:pt x="18459" y="611"/>
                  <a:pt x="35785" y="458"/>
                </a:cubicBezTo>
                <a:cubicBezTo>
                  <a:pt x="53112" y="305"/>
                  <a:pt x="81381" y="1720"/>
                  <a:pt x="103959" y="1833"/>
                </a:cubicBezTo>
                <a:cubicBezTo>
                  <a:pt x="126537" y="1947"/>
                  <a:pt x="141921" y="1215"/>
                  <a:pt x="171252" y="1139"/>
                </a:cubicBezTo>
                <a:cubicBezTo>
                  <a:pt x="200583" y="1063"/>
                  <a:pt x="258657" y="1565"/>
                  <a:pt x="279943" y="1375"/>
                </a:cubicBezTo>
                <a:cubicBezTo>
                  <a:pt x="301229" y="1185"/>
                  <a:pt x="295798" y="229"/>
                  <a:pt x="298969" y="0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590" name="Google Shape;2590;p55"/>
          <p:cNvSpPr/>
          <p:nvPr/>
        </p:nvSpPr>
        <p:spPr>
          <a:xfrm rot="10800000">
            <a:off x="834975" y="4313514"/>
            <a:ext cx="7474216" cy="80700"/>
          </a:xfrm>
          <a:custGeom>
            <a:avLst/>
            <a:gdLst/>
            <a:ahLst/>
            <a:cxnLst/>
            <a:rect l="l" t="t" r="r" b="b"/>
            <a:pathLst>
              <a:path w="302508" h="3228" extrusionOk="0">
                <a:moveTo>
                  <a:pt x="0" y="3228"/>
                </a:moveTo>
                <a:cubicBezTo>
                  <a:pt x="6035" y="2846"/>
                  <a:pt x="18677" y="1089"/>
                  <a:pt x="36209" y="936"/>
                </a:cubicBezTo>
                <a:cubicBezTo>
                  <a:pt x="53741" y="783"/>
                  <a:pt x="78300" y="2464"/>
                  <a:pt x="105190" y="2311"/>
                </a:cubicBezTo>
                <a:cubicBezTo>
                  <a:pt x="132080" y="2158"/>
                  <a:pt x="167869" y="95"/>
                  <a:pt x="197547" y="19"/>
                </a:cubicBezTo>
                <a:cubicBezTo>
                  <a:pt x="227225" y="-57"/>
                  <a:pt x="265764" y="1777"/>
                  <a:pt x="283257" y="1853"/>
                </a:cubicBezTo>
                <a:cubicBezTo>
                  <a:pt x="300751" y="1930"/>
                  <a:pt x="299300" y="707"/>
                  <a:pt x="302508" y="478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2591" name="Google Shape;2591;p55"/>
          <p:cNvGrpSpPr/>
          <p:nvPr/>
        </p:nvGrpSpPr>
        <p:grpSpPr>
          <a:xfrm rot="-4694984">
            <a:off x="463974" y="4449739"/>
            <a:ext cx="498836" cy="473866"/>
            <a:chOff x="4608300" y="2378075"/>
            <a:chExt cx="340550" cy="323525"/>
          </a:xfrm>
        </p:grpSpPr>
        <p:sp>
          <p:nvSpPr>
            <p:cNvPr id="2592" name="Google Shape;2592;p55"/>
            <p:cNvSpPr/>
            <p:nvPr/>
          </p:nvSpPr>
          <p:spPr>
            <a:xfrm>
              <a:off x="4624075" y="2389575"/>
              <a:ext cx="298875" cy="96000"/>
            </a:xfrm>
            <a:custGeom>
              <a:avLst/>
              <a:gdLst/>
              <a:ahLst/>
              <a:cxnLst/>
              <a:rect l="l" t="t" r="r" b="b"/>
              <a:pathLst>
                <a:path w="11955" h="3840" extrusionOk="0">
                  <a:moveTo>
                    <a:pt x="5678" y="1"/>
                  </a:moveTo>
                  <a:cubicBezTo>
                    <a:pt x="4528" y="1"/>
                    <a:pt x="3380" y="9"/>
                    <a:pt x="2227" y="18"/>
                  </a:cubicBezTo>
                  <a:lnTo>
                    <a:pt x="977" y="42"/>
                  </a:lnTo>
                  <a:cubicBezTo>
                    <a:pt x="775" y="42"/>
                    <a:pt x="572" y="53"/>
                    <a:pt x="382" y="53"/>
                  </a:cubicBezTo>
                  <a:cubicBezTo>
                    <a:pt x="334" y="49"/>
                    <a:pt x="286" y="46"/>
                    <a:pt x="238" y="46"/>
                  </a:cubicBezTo>
                  <a:cubicBezTo>
                    <a:pt x="156" y="46"/>
                    <a:pt x="76" y="55"/>
                    <a:pt x="1" y="77"/>
                  </a:cubicBezTo>
                  <a:cubicBezTo>
                    <a:pt x="715" y="685"/>
                    <a:pt x="1417" y="1316"/>
                    <a:pt x="2132" y="1923"/>
                  </a:cubicBezTo>
                  <a:cubicBezTo>
                    <a:pt x="2882" y="2566"/>
                    <a:pt x="3632" y="3268"/>
                    <a:pt x="4442" y="3840"/>
                  </a:cubicBezTo>
                  <a:cubicBezTo>
                    <a:pt x="5692" y="3185"/>
                    <a:pt x="7001" y="2637"/>
                    <a:pt x="8275" y="2042"/>
                  </a:cubicBezTo>
                  <a:cubicBezTo>
                    <a:pt x="9526" y="1458"/>
                    <a:pt x="10728" y="815"/>
                    <a:pt x="11954" y="220"/>
                  </a:cubicBezTo>
                  <a:cubicBezTo>
                    <a:pt x="10347" y="101"/>
                    <a:pt x="8740" y="30"/>
                    <a:pt x="7109" y="6"/>
                  </a:cubicBezTo>
                  <a:cubicBezTo>
                    <a:pt x="6631" y="2"/>
                    <a:pt x="6154" y="1"/>
                    <a:pt x="5678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55"/>
            <p:cNvSpPr/>
            <p:nvPr/>
          </p:nvSpPr>
          <p:spPr>
            <a:xfrm>
              <a:off x="4680325" y="2407275"/>
              <a:ext cx="236075" cy="274150"/>
            </a:xfrm>
            <a:custGeom>
              <a:avLst/>
              <a:gdLst/>
              <a:ahLst/>
              <a:cxnLst/>
              <a:rect l="l" t="t" r="r" b="b"/>
              <a:pathLst>
                <a:path w="9443" h="10966" extrusionOk="0">
                  <a:moveTo>
                    <a:pt x="9443" y="0"/>
                  </a:moveTo>
                  <a:cubicBezTo>
                    <a:pt x="8347" y="548"/>
                    <a:pt x="7204" y="1060"/>
                    <a:pt x="6097" y="1584"/>
                  </a:cubicBezTo>
                  <a:cubicBezTo>
                    <a:pt x="4847" y="2167"/>
                    <a:pt x="3585" y="2774"/>
                    <a:pt x="2275" y="3239"/>
                  </a:cubicBezTo>
                  <a:cubicBezTo>
                    <a:pt x="2275" y="3263"/>
                    <a:pt x="2275" y="3275"/>
                    <a:pt x="2275" y="3286"/>
                  </a:cubicBezTo>
                  <a:cubicBezTo>
                    <a:pt x="1894" y="4560"/>
                    <a:pt x="1513" y="5834"/>
                    <a:pt x="1132" y="7096"/>
                  </a:cubicBezTo>
                  <a:cubicBezTo>
                    <a:pt x="739" y="8370"/>
                    <a:pt x="418" y="9656"/>
                    <a:pt x="13" y="10906"/>
                  </a:cubicBezTo>
                  <a:cubicBezTo>
                    <a:pt x="13" y="10918"/>
                    <a:pt x="1" y="10930"/>
                    <a:pt x="1" y="10942"/>
                  </a:cubicBezTo>
                  <a:lnTo>
                    <a:pt x="25" y="10966"/>
                  </a:lnTo>
                  <a:cubicBezTo>
                    <a:pt x="3120" y="7275"/>
                    <a:pt x="6264" y="3620"/>
                    <a:pt x="9443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55"/>
            <p:cNvSpPr/>
            <p:nvPr/>
          </p:nvSpPr>
          <p:spPr>
            <a:xfrm>
              <a:off x="4621100" y="2392100"/>
              <a:ext cx="109850" cy="295875"/>
            </a:xfrm>
            <a:custGeom>
              <a:avLst/>
              <a:gdLst/>
              <a:ahLst/>
              <a:cxnLst/>
              <a:rect l="l" t="t" r="r" b="b"/>
              <a:pathLst>
                <a:path w="4394" h="11835" extrusionOk="0">
                  <a:moveTo>
                    <a:pt x="84" y="0"/>
                  </a:moveTo>
                  <a:cubicBezTo>
                    <a:pt x="48" y="24"/>
                    <a:pt x="24" y="72"/>
                    <a:pt x="24" y="119"/>
                  </a:cubicBezTo>
                  <a:cubicBezTo>
                    <a:pt x="1" y="322"/>
                    <a:pt x="120" y="643"/>
                    <a:pt x="155" y="834"/>
                  </a:cubicBezTo>
                  <a:cubicBezTo>
                    <a:pt x="191" y="1036"/>
                    <a:pt x="239" y="1226"/>
                    <a:pt x="274" y="1417"/>
                  </a:cubicBezTo>
                  <a:cubicBezTo>
                    <a:pt x="334" y="1798"/>
                    <a:pt x="417" y="2191"/>
                    <a:pt x="489" y="2572"/>
                  </a:cubicBezTo>
                  <a:cubicBezTo>
                    <a:pt x="1072" y="5656"/>
                    <a:pt x="1667" y="8739"/>
                    <a:pt x="2167" y="11835"/>
                  </a:cubicBezTo>
                  <a:lnTo>
                    <a:pt x="2394" y="11573"/>
                  </a:lnTo>
                  <a:lnTo>
                    <a:pt x="2370" y="11549"/>
                  </a:lnTo>
                  <a:cubicBezTo>
                    <a:pt x="2346" y="11580"/>
                    <a:pt x="2315" y="11594"/>
                    <a:pt x="2285" y="11594"/>
                  </a:cubicBezTo>
                  <a:cubicBezTo>
                    <a:pt x="2224" y="11594"/>
                    <a:pt x="2167" y="11538"/>
                    <a:pt x="2191" y="11466"/>
                  </a:cubicBezTo>
                  <a:cubicBezTo>
                    <a:pt x="2787" y="9216"/>
                    <a:pt x="3489" y="6977"/>
                    <a:pt x="4120" y="4751"/>
                  </a:cubicBezTo>
                  <a:cubicBezTo>
                    <a:pt x="4180" y="4548"/>
                    <a:pt x="4394" y="4108"/>
                    <a:pt x="4334" y="3917"/>
                  </a:cubicBezTo>
                  <a:cubicBezTo>
                    <a:pt x="4287" y="3727"/>
                    <a:pt x="3870" y="3477"/>
                    <a:pt x="3727" y="3346"/>
                  </a:cubicBezTo>
                  <a:cubicBezTo>
                    <a:pt x="3322" y="3000"/>
                    <a:pt x="2906" y="2643"/>
                    <a:pt x="2501" y="2274"/>
                  </a:cubicBezTo>
                  <a:cubicBezTo>
                    <a:pt x="1679" y="1536"/>
                    <a:pt x="858" y="786"/>
                    <a:pt x="84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55"/>
            <p:cNvSpPr/>
            <p:nvPr/>
          </p:nvSpPr>
          <p:spPr>
            <a:xfrm>
              <a:off x="4608300" y="2378075"/>
              <a:ext cx="340550" cy="323525"/>
            </a:xfrm>
            <a:custGeom>
              <a:avLst/>
              <a:gdLst/>
              <a:ahLst/>
              <a:cxnLst/>
              <a:rect l="l" t="t" r="r" b="b"/>
              <a:pathLst>
                <a:path w="13622" h="12941" extrusionOk="0">
                  <a:moveTo>
                    <a:pt x="6225" y="456"/>
                  </a:moveTo>
                  <a:cubicBezTo>
                    <a:pt x="6729" y="456"/>
                    <a:pt x="7234" y="458"/>
                    <a:pt x="7740" y="466"/>
                  </a:cubicBezTo>
                  <a:cubicBezTo>
                    <a:pt x="9359" y="478"/>
                    <a:pt x="10978" y="549"/>
                    <a:pt x="12585" y="668"/>
                  </a:cubicBezTo>
                  <a:cubicBezTo>
                    <a:pt x="11359" y="1275"/>
                    <a:pt x="10157" y="1918"/>
                    <a:pt x="8906" y="2490"/>
                  </a:cubicBezTo>
                  <a:lnTo>
                    <a:pt x="8906" y="2502"/>
                  </a:lnTo>
                  <a:cubicBezTo>
                    <a:pt x="7632" y="3097"/>
                    <a:pt x="6323" y="3645"/>
                    <a:pt x="5073" y="4300"/>
                  </a:cubicBezTo>
                  <a:cubicBezTo>
                    <a:pt x="4263" y="3716"/>
                    <a:pt x="3513" y="3026"/>
                    <a:pt x="2763" y="2371"/>
                  </a:cubicBezTo>
                  <a:cubicBezTo>
                    <a:pt x="2048" y="1764"/>
                    <a:pt x="1346" y="1145"/>
                    <a:pt x="632" y="537"/>
                  </a:cubicBezTo>
                  <a:cubicBezTo>
                    <a:pt x="721" y="511"/>
                    <a:pt x="817" y="497"/>
                    <a:pt x="915" y="497"/>
                  </a:cubicBezTo>
                  <a:cubicBezTo>
                    <a:pt x="947" y="497"/>
                    <a:pt x="980" y="499"/>
                    <a:pt x="1013" y="502"/>
                  </a:cubicBezTo>
                  <a:cubicBezTo>
                    <a:pt x="1203" y="490"/>
                    <a:pt x="1406" y="490"/>
                    <a:pt x="1608" y="490"/>
                  </a:cubicBezTo>
                  <a:lnTo>
                    <a:pt x="2858" y="478"/>
                  </a:lnTo>
                  <a:cubicBezTo>
                    <a:pt x="3983" y="470"/>
                    <a:pt x="5103" y="456"/>
                    <a:pt x="6225" y="456"/>
                  </a:cubicBezTo>
                  <a:close/>
                  <a:moveTo>
                    <a:pt x="596" y="549"/>
                  </a:moveTo>
                  <a:cubicBezTo>
                    <a:pt x="1370" y="1347"/>
                    <a:pt x="2191" y="2097"/>
                    <a:pt x="3013" y="2835"/>
                  </a:cubicBezTo>
                  <a:cubicBezTo>
                    <a:pt x="3418" y="3192"/>
                    <a:pt x="3834" y="3550"/>
                    <a:pt x="4239" y="3907"/>
                  </a:cubicBezTo>
                  <a:cubicBezTo>
                    <a:pt x="4394" y="4038"/>
                    <a:pt x="4799" y="4276"/>
                    <a:pt x="4846" y="4478"/>
                  </a:cubicBezTo>
                  <a:cubicBezTo>
                    <a:pt x="4906" y="4669"/>
                    <a:pt x="4704" y="5109"/>
                    <a:pt x="4644" y="5312"/>
                  </a:cubicBezTo>
                  <a:cubicBezTo>
                    <a:pt x="4013" y="7550"/>
                    <a:pt x="3299" y="9777"/>
                    <a:pt x="2703" y="12015"/>
                  </a:cubicBezTo>
                  <a:cubicBezTo>
                    <a:pt x="2687" y="12089"/>
                    <a:pt x="2751" y="12147"/>
                    <a:pt x="2811" y="12147"/>
                  </a:cubicBezTo>
                  <a:cubicBezTo>
                    <a:pt x="2838" y="12147"/>
                    <a:pt x="2864" y="12136"/>
                    <a:pt x="2882" y="12110"/>
                  </a:cubicBezTo>
                  <a:cubicBezTo>
                    <a:pt x="2894" y="12098"/>
                    <a:pt x="2894" y="12086"/>
                    <a:pt x="2906" y="12074"/>
                  </a:cubicBezTo>
                  <a:cubicBezTo>
                    <a:pt x="3299" y="10812"/>
                    <a:pt x="3632" y="9527"/>
                    <a:pt x="4013" y="8264"/>
                  </a:cubicBezTo>
                  <a:cubicBezTo>
                    <a:pt x="4394" y="6990"/>
                    <a:pt x="4775" y="5728"/>
                    <a:pt x="5156" y="4454"/>
                  </a:cubicBezTo>
                  <a:cubicBezTo>
                    <a:pt x="5168" y="4443"/>
                    <a:pt x="5168" y="4419"/>
                    <a:pt x="5156" y="4407"/>
                  </a:cubicBezTo>
                  <a:cubicBezTo>
                    <a:pt x="6466" y="3942"/>
                    <a:pt x="7728" y="3323"/>
                    <a:pt x="8978" y="2740"/>
                  </a:cubicBezTo>
                  <a:cubicBezTo>
                    <a:pt x="10097" y="2228"/>
                    <a:pt x="11228" y="1716"/>
                    <a:pt x="12335" y="1168"/>
                  </a:cubicBezTo>
                  <a:lnTo>
                    <a:pt x="12335" y="1168"/>
                  </a:lnTo>
                  <a:cubicBezTo>
                    <a:pt x="9145" y="4800"/>
                    <a:pt x="6001" y="8443"/>
                    <a:pt x="2906" y="12134"/>
                  </a:cubicBezTo>
                  <a:lnTo>
                    <a:pt x="2679" y="12396"/>
                  </a:lnTo>
                  <a:cubicBezTo>
                    <a:pt x="2191" y="9300"/>
                    <a:pt x="1584" y="6217"/>
                    <a:pt x="1001" y="3133"/>
                  </a:cubicBezTo>
                  <a:cubicBezTo>
                    <a:pt x="929" y="2752"/>
                    <a:pt x="846" y="2359"/>
                    <a:pt x="774" y="1978"/>
                  </a:cubicBezTo>
                  <a:cubicBezTo>
                    <a:pt x="739" y="1787"/>
                    <a:pt x="703" y="1597"/>
                    <a:pt x="667" y="1395"/>
                  </a:cubicBezTo>
                  <a:cubicBezTo>
                    <a:pt x="632" y="1192"/>
                    <a:pt x="501" y="871"/>
                    <a:pt x="536" y="668"/>
                  </a:cubicBezTo>
                  <a:cubicBezTo>
                    <a:pt x="536" y="621"/>
                    <a:pt x="560" y="585"/>
                    <a:pt x="596" y="549"/>
                  </a:cubicBezTo>
                  <a:close/>
                  <a:moveTo>
                    <a:pt x="5977" y="0"/>
                  </a:moveTo>
                  <a:cubicBezTo>
                    <a:pt x="4888" y="0"/>
                    <a:pt x="3801" y="11"/>
                    <a:pt x="2715" y="25"/>
                  </a:cubicBezTo>
                  <a:cubicBezTo>
                    <a:pt x="2298" y="25"/>
                    <a:pt x="1882" y="37"/>
                    <a:pt x="1453" y="37"/>
                  </a:cubicBezTo>
                  <a:cubicBezTo>
                    <a:pt x="1426" y="38"/>
                    <a:pt x="1398" y="39"/>
                    <a:pt x="1370" y="39"/>
                  </a:cubicBezTo>
                  <a:cubicBezTo>
                    <a:pt x="1206" y="39"/>
                    <a:pt x="1027" y="25"/>
                    <a:pt x="852" y="25"/>
                  </a:cubicBezTo>
                  <a:cubicBezTo>
                    <a:pt x="687" y="25"/>
                    <a:pt x="525" y="37"/>
                    <a:pt x="382" y="85"/>
                  </a:cubicBezTo>
                  <a:cubicBezTo>
                    <a:pt x="143" y="168"/>
                    <a:pt x="1" y="394"/>
                    <a:pt x="24" y="644"/>
                  </a:cubicBezTo>
                  <a:cubicBezTo>
                    <a:pt x="72" y="1037"/>
                    <a:pt x="155" y="1430"/>
                    <a:pt x="251" y="1823"/>
                  </a:cubicBezTo>
                  <a:cubicBezTo>
                    <a:pt x="596" y="3526"/>
                    <a:pt x="929" y="5240"/>
                    <a:pt x="1275" y="6955"/>
                  </a:cubicBezTo>
                  <a:cubicBezTo>
                    <a:pt x="1644" y="8860"/>
                    <a:pt x="2025" y="10765"/>
                    <a:pt x="2465" y="12658"/>
                  </a:cubicBezTo>
                  <a:cubicBezTo>
                    <a:pt x="2366" y="12775"/>
                    <a:pt x="2465" y="12941"/>
                    <a:pt x="2587" y="12941"/>
                  </a:cubicBezTo>
                  <a:cubicBezTo>
                    <a:pt x="2625" y="12941"/>
                    <a:pt x="2666" y="12924"/>
                    <a:pt x="2703" y="12884"/>
                  </a:cubicBezTo>
                  <a:cubicBezTo>
                    <a:pt x="6347" y="8860"/>
                    <a:pt x="9930" y="4776"/>
                    <a:pt x="13467" y="656"/>
                  </a:cubicBezTo>
                  <a:cubicBezTo>
                    <a:pt x="13621" y="490"/>
                    <a:pt x="13514" y="216"/>
                    <a:pt x="13276" y="216"/>
                  </a:cubicBezTo>
                  <a:cubicBezTo>
                    <a:pt x="10849" y="51"/>
                    <a:pt x="8411" y="0"/>
                    <a:pt x="59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96" name="Google Shape;2596;p55"/>
          <p:cNvGrpSpPr/>
          <p:nvPr/>
        </p:nvGrpSpPr>
        <p:grpSpPr>
          <a:xfrm>
            <a:off x="8069705" y="489381"/>
            <a:ext cx="565541" cy="759639"/>
            <a:chOff x="138975" y="883050"/>
            <a:chExt cx="577200" cy="775300"/>
          </a:xfrm>
        </p:grpSpPr>
        <p:sp>
          <p:nvSpPr>
            <p:cNvPr id="2597" name="Google Shape;2597;p55"/>
            <p:cNvSpPr/>
            <p:nvPr/>
          </p:nvSpPr>
          <p:spPr>
            <a:xfrm>
              <a:off x="230650" y="1222250"/>
              <a:ext cx="432225" cy="156175"/>
            </a:xfrm>
            <a:custGeom>
              <a:avLst/>
              <a:gdLst/>
              <a:ahLst/>
              <a:cxnLst/>
              <a:rect l="l" t="t" r="r" b="b"/>
              <a:pathLst>
                <a:path w="17289" h="6247" extrusionOk="0">
                  <a:moveTo>
                    <a:pt x="3006" y="0"/>
                  </a:moveTo>
                  <a:cubicBezTo>
                    <a:pt x="2973" y="0"/>
                    <a:pt x="2939" y="1"/>
                    <a:pt x="2906" y="1"/>
                  </a:cubicBezTo>
                  <a:cubicBezTo>
                    <a:pt x="2358" y="13"/>
                    <a:pt x="1823" y="96"/>
                    <a:pt x="1299" y="239"/>
                  </a:cubicBezTo>
                  <a:cubicBezTo>
                    <a:pt x="1025" y="311"/>
                    <a:pt x="775" y="394"/>
                    <a:pt x="513" y="489"/>
                  </a:cubicBezTo>
                  <a:cubicBezTo>
                    <a:pt x="346" y="549"/>
                    <a:pt x="168" y="632"/>
                    <a:pt x="1" y="703"/>
                  </a:cubicBezTo>
                  <a:cubicBezTo>
                    <a:pt x="453" y="1215"/>
                    <a:pt x="965" y="1656"/>
                    <a:pt x="1525" y="2037"/>
                  </a:cubicBezTo>
                  <a:cubicBezTo>
                    <a:pt x="2132" y="2466"/>
                    <a:pt x="2763" y="2870"/>
                    <a:pt x="3406" y="3251"/>
                  </a:cubicBezTo>
                  <a:cubicBezTo>
                    <a:pt x="5728" y="4573"/>
                    <a:pt x="8264" y="5502"/>
                    <a:pt x="10895" y="5990"/>
                  </a:cubicBezTo>
                  <a:cubicBezTo>
                    <a:pt x="11762" y="6147"/>
                    <a:pt x="12663" y="6247"/>
                    <a:pt x="13561" y="6247"/>
                  </a:cubicBezTo>
                  <a:cubicBezTo>
                    <a:pt x="14846" y="6247"/>
                    <a:pt x="16125" y="6041"/>
                    <a:pt x="17289" y="5502"/>
                  </a:cubicBezTo>
                  <a:cubicBezTo>
                    <a:pt x="16729" y="5466"/>
                    <a:pt x="16170" y="5371"/>
                    <a:pt x="15622" y="5204"/>
                  </a:cubicBezTo>
                  <a:cubicBezTo>
                    <a:pt x="14884" y="4990"/>
                    <a:pt x="14169" y="4716"/>
                    <a:pt x="13467" y="4394"/>
                  </a:cubicBezTo>
                  <a:cubicBezTo>
                    <a:pt x="11002" y="3228"/>
                    <a:pt x="8812" y="1489"/>
                    <a:pt x="6216" y="573"/>
                  </a:cubicBezTo>
                  <a:cubicBezTo>
                    <a:pt x="5188" y="191"/>
                    <a:pt x="4103" y="0"/>
                    <a:pt x="3006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55"/>
            <p:cNvSpPr/>
            <p:nvPr/>
          </p:nvSpPr>
          <p:spPr>
            <a:xfrm>
              <a:off x="180050" y="1242200"/>
              <a:ext cx="500400" cy="375750"/>
            </a:xfrm>
            <a:custGeom>
              <a:avLst/>
              <a:gdLst/>
              <a:ahLst/>
              <a:cxnLst/>
              <a:rect l="l" t="t" r="r" b="b"/>
              <a:pathLst>
                <a:path w="20016" h="15030" extrusionOk="0">
                  <a:moveTo>
                    <a:pt x="1811" y="1"/>
                  </a:moveTo>
                  <a:cubicBezTo>
                    <a:pt x="1727" y="120"/>
                    <a:pt x="1632" y="251"/>
                    <a:pt x="1537" y="382"/>
                  </a:cubicBezTo>
                  <a:cubicBezTo>
                    <a:pt x="799" y="1370"/>
                    <a:pt x="394" y="2596"/>
                    <a:pt x="203" y="3811"/>
                  </a:cubicBezTo>
                  <a:cubicBezTo>
                    <a:pt x="13" y="5085"/>
                    <a:pt x="1" y="6382"/>
                    <a:pt x="179" y="7668"/>
                  </a:cubicBezTo>
                  <a:cubicBezTo>
                    <a:pt x="358" y="8954"/>
                    <a:pt x="763" y="10192"/>
                    <a:pt x="1549" y="11240"/>
                  </a:cubicBezTo>
                  <a:cubicBezTo>
                    <a:pt x="2299" y="12205"/>
                    <a:pt x="3251" y="13002"/>
                    <a:pt x="4347" y="13574"/>
                  </a:cubicBezTo>
                  <a:cubicBezTo>
                    <a:pt x="6091" y="14529"/>
                    <a:pt x="8043" y="15029"/>
                    <a:pt x="10019" y="15029"/>
                  </a:cubicBezTo>
                  <a:cubicBezTo>
                    <a:pt x="10458" y="15029"/>
                    <a:pt x="10897" y="15005"/>
                    <a:pt x="11336" y="14955"/>
                  </a:cubicBezTo>
                  <a:cubicBezTo>
                    <a:pt x="12514" y="14824"/>
                    <a:pt x="13657" y="14467"/>
                    <a:pt x="14705" y="13895"/>
                  </a:cubicBezTo>
                  <a:cubicBezTo>
                    <a:pt x="15777" y="13288"/>
                    <a:pt x="16717" y="12478"/>
                    <a:pt x="17467" y="11514"/>
                  </a:cubicBezTo>
                  <a:cubicBezTo>
                    <a:pt x="18610" y="10038"/>
                    <a:pt x="19420" y="8335"/>
                    <a:pt x="19861" y="6513"/>
                  </a:cubicBezTo>
                  <a:cubicBezTo>
                    <a:pt x="19991" y="6001"/>
                    <a:pt x="20015" y="5466"/>
                    <a:pt x="19908" y="4942"/>
                  </a:cubicBezTo>
                  <a:lnTo>
                    <a:pt x="19908" y="4942"/>
                  </a:lnTo>
                  <a:cubicBezTo>
                    <a:pt x="18706" y="5525"/>
                    <a:pt x="17384" y="5847"/>
                    <a:pt x="16051" y="5859"/>
                  </a:cubicBezTo>
                  <a:cubicBezTo>
                    <a:pt x="15950" y="5861"/>
                    <a:pt x="15850" y="5862"/>
                    <a:pt x="15750" y="5862"/>
                  </a:cubicBezTo>
                  <a:cubicBezTo>
                    <a:pt x="14648" y="5862"/>
                    <a:pt x="13547" y="5742"/>
                    <a:pt x="12467" y="5501"/>
                  </a:cubicBezTo>
                  <a:cubicBezTo>
                    <a:pt x="11109" y="5228"/>
                    <a:pt x="9788" y="4823"/>
                    <a:pt x="8490" y="4323"/>
                  </a:cubicBezTo>
                  <a:cubicBezTo>
                    <a:pt x="7204" y="3823"/>
                    <a:pt x="5966" y="3215"/>
                    <a:pt x="4787" y="2501"/>
                  </a:cubicBezTo>
                  <a:cubicBezTo>
                    <a:pt x="4204" y="2144"/>
                    <a:pt x="3632" y="1763"/>
                    <a:pt x="3097" y="1346"/>
                  </a:cubicBezTo>
                  <a:cubicBezTo>
                    <a:pt x="2585" y="977"/>
                    <a:pt x="2156" y="525"/>
                    <a:pt x="1811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55"/>
            <p:cNvSpPr/>
            <p:nvPr/>
          </p:nvSpPr>
          <p:spPr>
            <a:xfrm>
              <a:off x="147625" y="890975"/>
              <a:ext cx="560800" cy="754600"/>
            </a:xfrm>
            <a:custGeom>
              <a:avLst/>
              <a:gdLst/>
              <a:ahLst/>
              <a:cxnLst/>
              <a:rect l="l" t="t" r="r" b="b"/>
              <a:pathLst>
                <a:path w="22432" h="30184" extrusionOk="0">
                  <a:moveTo>
                    <a:pt x="13641" y="663"/>
                  </a:moveTo>
                  <a:cubicBezTo>
                    <a:pt x="13713" y="663"/>
                    <a:pt x="13783" y="665"/>
                    <a:pt x="13847" y="667"/>
                  </a:cubicBezTo>
                  <a:cubicBezTo>
                    <a:pt x="14300" y="691"/>
                    <a:pt x="14728" y="786"/>
                    <a:pt x="15133" y="965"/>
                  </a:cubicBezTo>
                  <a:cubicBezTo>
                    <a:pt x="15200" y="987"/>
                    <a:pt x="15162" y="1073"/>
                    <a:pt x="15108" y="1073"/>
                  </a:cubicBezTo>
                  <a:cubicBezTo>
                    <a:pt x="15104" y="1073"/>
                    <a:pt x="15101" y="1073"/>
                    <a:pt x="15097" y="1072"/>
                  </a:cubicBezTo>
                  <a:cubicBezTo>
                    <a:pt x="14741" y="970"/>
                    <a:pt x="14377" y="912"/>
                    <a:pt x="14018" y="912"/>
                  </a:cubicBezTo>
                  <a:cubicBezTo>
                    <a:pt x="13957" y="912"/>
                    <a:pt x="13896" y="914"/>
                    <a:pt x="13835" y="917"/>
                  </a:cubicBezTo>
                  <a:cubicBezTo>
                    <a:pt x="13621" y="929"/>
                    <a:pt x="13418" y="953"/>
                    <a:pt x="13216" y="1012"/>
                  </a:cubicBezTo>
                  <a:cubicBezTo>
                    <a:pt x="13097" y="1036"/>
                    <a:pt x="12871" y="1108"/>
                    <a:pt x="12871" y="1251"/>
                  </a:cubicBezTo>
                  <a:cubicBezTo>
                    <a:pt x="12859" y="1393"/>
                    <a:pt x="13049" y="1501"/>
                    <a:pt x="13157" y="1572"/>
                  </a:cubicBezTo>
                  <a:cubicBezTo>
                    <a:pt x="13299" y="1655"/>
                    <a:pt x="13454" y="1727"/>
                    <a:pt x="13597" y="1798"/>
                  </a:cubicBezTo>
                  <a:cubicBezTo>
                    <a:pt x="13954" y="1941"/>
                    <a:pt x="14311" y="2060"/>
                    <a:pt x="14681" y="2155"/>
                  </a:cubicBezTo>
                  <a:cubicBezTo>
                    <a:pt x="15454" y="2358"/>
                    <a:pt x="16228" y="2501"/>
                    <a:pt x="17014" y="2632"/>
                  </a:cubicBezTo>
                  <a:cubicBezTo>
                    <a:pt x="17407" y="2703"/>
                    <a:pt x="17812" y="2763"/>
                    <a:pt x="18217" y="2810"/>
                  </a:cubicBezTo>
                  <a:cubicBezTo>
                    <a:pt x="18283" y="2819"/>
                    <a:pt x="18395" y="2835"/>
                    <a:pt x="18507" y="2835"/>
                  </a:cubicBezTo>
                  <a:cubicBezTo>
                    <a:pt x="18695" y="2835"/>
                    <a:pt x="18881" y="2790"/>
                    <a:pt x="18836" y="2596"/>
                  </a:cubicBezTo>
                  <a:cubicBezTo>
                    <a:pt x="18764" y="2286"/>
                    <a:pt x="18395" y="2048"/>
                    <a:pt x="18133" y="1917"/>
                  </a:cubicBezTo>
                  <a:cubicBezTo>
                    <a:pt x="17812" y="1763"/>
                    <a:pt x="17478" y="1643"/>
                    <a:pt x="17145" y="1548"/>
                  </a:cubicBezTo>
                  <a:cubicBezTo>
                    <a:pt x="17033" y="1515"/>
                    <a:pt x="17068" y="1356"/>
                    <a:pt x="17171" y="1356"/>
                  </a:cubicBezTo>
                  <a:cubicBezTo>
                    <a:pt x="17178" y="1356"/>
                    <a:pt x="17185" y="1356"/>
                    <a:pt x="17193" y="1358"/>
                  </a:cubicBezTo>
                  <a:cubicBezTo>
                    <a:pt x="17657" y="1453"/>
                    <a:pt x="18098" y="1632"/>
                    <a:pt x="18514" y="1870"/>
                  </a:cubicBezTo>
                  <a:cubicBezTo>
                    <a:pt x="18812" y="2060"/>
                    <a:pt x="19253" y="2405"/>
                    <a:pt x="19122" y="2822"/>
                  </a:cubicBezTo>
                  <a:cubicBezTo>
                    <a:pt x="19010" y="3158"/>
                    <a:pt x="18655" y="3252"/>
                    <a:pt x="18346" y="3252"/>
                  </a:cubicBezTo>
                  <a:cubicBezTo>
                    <a:pt x="18326" y="3252"/>
                    <a:pt x="18307" y="3251"/>
                    <a:pt x="18288" y="3251"/>
                  </a:cubicBezTo>
                  <a:cubicBezTo>
                    <a:pt x="17800" y="3239"/>
                    <a:pt x="17312" y="3191"/>
                    <a:pt x="16836" y="3120"/>
                  </a:cubicBezTo>
                  <a:cubicBezTo>
                    <a:pt x="15859" y="2977"/>
                    <a:pt x="14895" y="2751"/>
                    <a:pt x="13966" y="2417"/>
                  </a:cubicBezTo>
                  <a:cubicBezTo>
                    <a:pt x="13549" y="2286"/>
                    <a:pt x="13145" y="2072"/>
                    <a:pt x="12799" y="1798"/>
                  </a:cubicBezTo>
                  <a:cubicBezTo>
                    <a:pt x="12525" y="1560"/>
                    <a:pt x="12383" y="1143"/>
                    <a:pt x="12716" y="881"/>
                  </a:cubicBezTo>
                  <a:cubicBezTo>
                    <a:pt x="12958" y="697"/>
                    <a:pt x="13326" y="663"/>
                    <a:pt x="13641" y="663"/>
                  </a:cubicBezTo>
                  <a:close/>
                  <a:moveTo>
                    <a:pt x="6501" y="12871"/>
                  </a:moveTo>
                  <a:cubicBezTo>
                    <a:pt x="9096" y="12883"/>
                    <a:pt x="11418" y="14121"/>
                    <a:pt x="13597" y="15407"/>
                  </a:cubicBezTo>
                  <a:cubicBezTo>
                    <a:pt x="14800" y="16110"/>
                    <a:pt x="15978" y="16824"/>
                    <a:pt x="17240" y="17395"/>
                  </a:cubicBezTo>
                  <a:cubicBezTo>
                    <a:pt x="17883" y="17681"/>
                    <a:pt x="18550" y="17919"/>
                    <a:pt x="19229" y="18110"/>
                  </a:cubicBezTo>
                  <a:cubicBezTo>
                    <a:pt x="19884" y="18265"/>
                    <a:pt x="20562" y="18384"/>
                    <a:pt x="21241" y="18455"/>
                  </a:cubicBezTo>
                  <a:cubicBezTo>
                    <a:pt x="21277" y="18455"/>
                    <a:pt x="21312" y="18479"/>
                    <a:pt x="21336" y="18503"/>
                  </a:cubicBezTo>
                  <a:cubicBezTo>
                    <a:pt x="21396" y="18515"/>
                    <a:pt x="21455" y="18562"/>
                    <a:pt x="21479" y="18622"/>
                  </a:cubicBezTo>
                  <a:cubicBezTo>
                    <a:pt x="21610" y="18919"/>
                    <a:pt x="21669" y="19229"/>
                    <a:pt x="21681" y="19550"/>
                  </a:cubicBezTo>
                  <a:cubicBezTo>
                    <a:pt x="21681" y="20217"/>
                    <a:pt x="21574" y="20872"/>
                    <a:pt x="21360" y="21491"/>
                  </a:cubicBezTo>
                  <a:cubicBezTo>
                    <a:pt x="21169" y="22110"/>
                    <a:pt x="20931" y="22717"/>
                    <a:pt x="20657" y="23313"/>
                  </a:cubicBezTo>
                  <a:cubicBezTo>
                    <a:pt x="20122" y="24480"/>
                    <a:pt x="19395" y="25563"/>
                    <a:pt x="18526" y="26504"/>
                  </a:cubicBezTo>
                  <a:cubicBezTo>
                    <a:pt x="17645" y="27444"/>
                    <a:pt x="16597" y="28182"/>
                    <a:pt x="15419" y="28694"/>
                  </a:cubicBezTo>
                  <a:cubicBezTo>
                    <a:pt x="14264" y="29183"/>
                    <a:pt x="13037" y="29444"/>
                    <a:pt x="11787" y="29480"/>
                  </a:cubicBezTo>
                  <a:cubicBezTo>
                    <a:pt x="11654" y="29485"/>
                    <a:pt x="11520" y="29487"/>
                    <a:pt x="11387" y="29487"/>
                  </a:cubicBezTo>
                  <a:cubicBezTo>
                    <a:pt x="8977" y="29487"/>
                    <a:pt x="6616" y="28776"/>
                    <a:pt x="4608" y="27444"/>
                  </a:cubicBezTo>
                  <a:cubicBezTo>
                    <a:pt x="3548" y="26742"/>
                    <a:pt x="2655" y="25801"/>
                    <a:pt x="2024" y="24706"/>
                  </a:cubicBezTo>
                  <a:cubicBezTo>
                    <a:pt x="1357" y="23491"/>
                    <a:pt x="1107" y="22098"/>
                    <a:pt x="1048" y="20729"/>
                  </a:cubicBezTo>
                  <a:cubicBezTo>
                    <a:pt x="965" y="19419"/>
                    <a:pt x="1084" y="18098"/>
                    <a:pt x="1417" y="16812"/>
                  </a:cubicBezTo>
                  <a:cubicBezTo>
                    <a:pt x="1584" y="16193"/>
                    <a:pt x="1822" y="15598"/>
                    <a:pt x="2143" y="15050"/>
                  </a:cubicBezTo>
                  <a:cubicBezTo>
                    <a:pt x="2310" y="14776"/>
                    <a:pt x="2489" y="14514"/>
                    <a:pt x="2691" y="14264"/>
                  </a:cubicBezTo>
                  <a:cubicBezTo>
                    <a:pt x="2786" y="14157"/>
                    <a:pt x="2893" y="14050"/>
                    <a:pt x="3000" y="13954"/>
                  </a:cubicBezTo>
                  <a:cubicBezTo>
                    <a:pt x="3012" y="13943"/>
                    <a:pt x="3012" y="13931"/>
                    <a:pt x="3024" y="13931"/>
                  </a:cubicBezTo>
                  <a:cubicBezTo>
                    <a:pt x="3417" y="13490"/>
                    <a:pt x="4096" y="13240"/>
                    <a:pt x="4655" y="13097"/>
                  </a:cubicBezTo>
                  <a:cubicBezTo>
                    <a:pt x="5263" y="12942"/>
                    <a:pt x="5870" y="12871"/>
                    <a:pt x="6501" y="12871"/>
                  </a:cubicBezTo>
                  <a:close/>
                  <a:moveTo>
                    <a:pt x="13287" y="0"/>
                  </a:moveTo>
                  <a:cubicBezTo>
                    <a:pt x="12371" y="0"/>
                    <a:pt x="11144" y="131"/>
                    <a:pt x="10799" y="1143"/>
                  </a:cubicBezTo>
                  <a:cubicBezTo>
                    <a:pt x="10632" y="1620"/>
                    <a:pt x="10882" y="2048"/>
                    <a:pt x="11228" y="2382"/>
                  </a:cubicBezTo>
                  <a:cubicBezTo>
                    <a:pt x="11644" y="2751"/>
                    <a:pt x="12097" y="3060"/>
                    <a:pt x="12597" y="3287"/>
                  </a:cubicBezTo>
                  <a:cubicBezTo>
                    <a:pt x="12732" y="3359"/>
                    <a:pt x="12649" y="3524"/>
                    <a:pt x="12530" y="3524"/>
                  </a:cubicBezTo>
                  <a:cubicBezTo>
                    <a:pt x="12513" y="3524"/>
                    <a:pt x="12496" y="3520"/>
                    <a:pt x="12478" y="3513"/>
                  </a:cubicBezTo>
                  <a:cubicBezTo>
                    <a:pt x="12121" y="3394"/>
                    <a:pt x="11787" y="3251"/>
                    <a:pt x="11454" y="3084"/>
                  </a:cubicBezTo>
                  <a:lnTo>
                    <a:pt x="11299" y="2989"/>
                  </a:lnTo>
                  <a:cubicBezTo>
                    <a:pt x="11180" y="3632"/>
                    <a:pt x="11061" y="4275"/>
                    <a:pt x="10942" y="4930"/>
                  </a:cubicBezTo>
                  <a:cubicBezTo>
                    <a:pt x="10799" y="5644"/>
                    <a:pt x="10668" y="6370"/>
                    <a:pt x="10525" y="7096"/>
                  </a:cubicBezTo>
                  <a:cubicBezTo>
                    <a:pt x="10442" y="7442"/>
                    <a:pt x="10394" y="7799"/>
                    <a:pt x="10299" y="8132"/>
                  </a:cubicBezTo>
                  <a:cubicBezTo>
                    <a:pt x="10216" y="8430"/>
                    <a:pt x="10013" y="8680"/>
                    <a:pt x="9739" y="8811"/>
                  </a:cubicBezTo>
                  <a:cubicBezTo>
                    <a:pt x="9489" y="8930"/>
                    <a:pt x="9227" y="9013"/>
                    <a:pt x="8954" y="9073"/>
                  </a:cubicBezTo>
                  <a:cubicBezTo>
                    <a:pt x="8692" y="9144"/>
                    <a:pt x="8418" y="9228"/>
                    <a:pt x="8156" y="9323"/>
                  </a:cubicBezTo>
                  <a:cubicBezTo>
                    <a:pt x="7644" y="9502"/>
                    <a:pt x="7132" y="9716"/>
                    <a:pt x="6632" y="9954"/>
                  </a:cubicBezTo>
                  <a:cubicBezTo>
                    <a:pt x="4620" y="10930"/>
                    <a:pt x="2929" y="12442"/>
                    <a:pt x="1727" y="14335"/>
                  </a:cubicBezTo>
                  <a:cubicBezTo>
                    <a:pt x="548" y="16240"/>
                    <a:pt x="0" y="18467"/>
                    <a:pt x="179" y="20693"/>
                  </a:cubicBezTo>
                  <a:cubicBezTo>
                    <a:pt x="333" y="22932"/>
                    <a:pt x="1274" y="25039"/>
                    <a:pt x="2834" y="26647"/>
                  </a:cubicBezTo>
                  <a:cubicBezTo>
                    <a:pt x="4441" y="28278"/>
                    <a:pt x="6596" y="29302"/>
                    <a:pt x="8823" y="29802"/>
                  </a:cubicBezTo>
                  <a:cubicBezTo>
                    <a:pt x="9929" y="30053"/>
                    <a:pt x="11069" y="30183"/>
                    <a:pt x="12199" y="30183"/>
                  </a:cubicBezTo>
                  <a:cubicBezTo>
                    <a:pt x="12248" y="30183"/>
                    <a:pt x="12298" y="30183"/>
                    <a:pt x="12347" y="30183"/>
                  </a:cubicBezTo>
                  <a:cubicBezTo>
                    <a:pt x="12381" y="30183"/>
                    <a:pt x="12415" y="30183"/>
                    <a:pt x="12448" y="30183"/>
                  </a:cubicBezTo>
                  <a:cubicBezTo>
                    <a:pt x="13699" y="30183"/>
                    <a:pt x="14926" y="29969"/>
                    <a:pt x="16097" y="29540"/>
                  </a:cubicBezTo>
                  <a:cubicBezTo>
                    <a:pt x="18193" y="28742"/>
                    <a:pt x="19919" y="27099"/>
                    <a:pt x="20967" y="25134"/>
                  </a:cubicBezTo>
                  <a:cubicBezTo>
                    <a:pt x="22134" y="22979"/>
                    <a:pt x="22431" y="20420"/>
                    <a:pt x="22027" y="18015"/>
                  </a:cubicBezTo>
                  <a:cubicBezTo>
                    <a:pt x="21824" y="16812"/>
                    <a:pt x="21443" y="15657"/>
                    <a:pt x="20907" y="14562"/>
                  </a:cubicBezTo>
                  <a:cubicBezTo>
                    <a:pt x="20396" y="13562"/>
                    <a:pt x="19717" y="12633"/>
                    <a:pt x="18824" y="11942"/>
                  </a:cubicBezTo>
                  <a:cubicBezTo>
                    <a:pt x="18598" y="11776"/>
                    <a:pt x="18360" y="11621"/>
                    <a:pt x="18110" y="11490"/>
                  </a:cubicBezTo>
                  <a:cubicBezTo>
                    <a:pt x="17848" y="11347"/>
                    <a:pt x="17574" y="11216"/>
                    <a:pt x="17455" y="10918"/>
                  </a:cubicBezTo>
                  <a:cubicBezTo>
                    <a:pt x="17336" y="10645"/>
                    <a:pt x="17407" y="10347"/>
                    <a:pt x="17478" y="10085"/>
                  </a:cubicBezTo>
                  <a:cubicBezTo>
                    <a:pt x="17574" y="9740"/>
                    <a:pt x="17669" y="9394"/>
                    <a:pt x="17764" y="9061"/>
                  </a:cubicBezTo>
                  <a:cubicBezTo>
                    <a:pt x="18169" y="7632"/>
                    <a:pt x="18574" y="6227"/>
                    <a:pt x="18967" y="4810"/>
                  </a:cubicBezTo>
                  <a:lnTo>
                    <a:pt x="18967" y="4810"/>
                  </a:lnTo>
                  <a:cubicBezTo>
                    <a:pt x="18847" y="4822"/>
                    <a:pt x="18726" y="4828"/>
                    <a:pt x="18606" y="4828"/>
                  </a:cubicBezTo>
                  <a:cubicBezTo>
                    <a:pt x="18105" y="4828"/>
                    <a:pt x="17606" y="4729"/>
                    <a:pt x="17145" y="4537"/>
                  </a:cubicBezTo>
                  <a:cubicBezTo>
                    <a:pt x="17034" y="4481"/>
                    <a:pt x="17099" y="4344"/>
                    <a:pt x="17194" y="4344"/>
                  </a:cubicBezTo>
                  <a:cubicBezTo>
                    <a:pt x="17202" y="4344"/>
                    <a:pt x="17209" y="4344"/>
                    <a:pt x="17217" y="4346"/>
                  </a:cubicBezTo>
                  <a:cubicBezTo>
                    <a:pt x="17600" y="4420"/>
                    <a:pt x="18012" y="4473"/>
                    <a:pt x="18422" y="4473"/>
                  </a:cubicBezTo>
                  <a:cubicBezTo>
                    <a:pt x="18940" y="4473"/>
                    <a:pt x="19455" y="4388"/>
                    <a:pt x="19907" y="4156"/>
                  </a:cubicBezTo>
                  <a:cubicBezTo>
                    <a:pt x="20205" y="4025"/>
                    <a:pt x="20443" y="3775"/>
                    <a:pt x="20574" y="3477"/>
                  </a:cubicBezTo>
                  <a:cubicBezTo>
                    <a:pt x="20657" y="3144"/>
                    <a:pt x="20598" y="2786"/>
                    <a:pt x="20384" y="2513"/>
                  </a:cubicBezTo>
                  <a:cubicBezTo>
                    <a:pt x="20145" y="2203"/>
                    <a:pt x="19836" y="1953"/>
                    <a:pt x="19467" y="1798"/>
                  </a:cubicBezTo>
                  <a:cubicBezTo>
                    <a:pt x="19098" y="1596"/>
                    <a:pt x="18705" y="1417"/>
                    <a:pt x="18312" y="1262"/>
                  </a:cubicBezTo>
                  <a:cubicBezTo>
                    <a:pt x="16883" y="691"/>
                    <a:pt x="15395" y="262"/>
                    <a:pt x="13871" y="12"/>
                  </a:cubicBezTo>
                  <a:cubicBezTo>
                    <a:pt x="13668" y="0"/>
                    <a:pt x="13478" y="0"/>
                    <a:pt x="13287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55"/>
            <p:cNvSpPr/>
            <p:nvPr/>
          </p:nvSpPr>
          <p:spPr>
            <a:xfrm>
              <a:off x="138975" y="885625"/>
              <a:ext cx="577200" cy="772725"/>
            </a:xfrm>
            <a:custGeom>
              <a:avLst/>
              <a:gdLst/>
              <a:ahLst/>
              <a:cxnLst/>
              <a:rect l="l" t="t" r="r" b="b"/>
              <a:pathLst>
                <a:path w="23088" h="30909" extrusionOk="0">
                  <a:moveTo>
                    <a:pt x="14241" y="0"/>
                  </a:moveTo>
                  <a:lnTo>
                    <a:pt x="14205" y="214"/>
                  </a:lnTo>
                  <a:cubicBezTo>
                    <a:pt x="15729" y="476"/>
                    <a:pt x="17229" y="893"/>
                    <a:pt x="18658" y="1476"/>
                  </a:cubicBezTo>
                  <a:cubicBezTo>
                    <a:pt x="19051" y="1631"/>
                    <a:pt x="19444" y="1810"/>
                    <a:pt x="19813" y="2012"/>
                  </a:cubicBezTo>
                  <a:cubicBezTo>
                    <a:pt x="20182" y="2167"/>
                    <a:pt x="20491" y="2417"/>
                    <a:pt x="20730" y="2727"/>
                  </a:cubicBezTo>
                  <a:cubicBezTo>
                    <a:pt x="20944" y="3000"/>
                    <a:pt x="21003" y="3358"/>
                    <a:pt x="20920" y="3691"/>
                  </a:cubicBezTo>
                  <a:cubicBezTo>
                    <a:pt x="20789" y="3989"/>
                    <a:pt x="20551" y="4239"/>
                    <a:pt x="20253" y="4370"/>
                  </a:cubicBezTo>
                  <a:cubicBezTo>
                    <a:pt x="19801" y="4602"/>
                    <a:pt x="19286" y="4687"/>
                    <a:pt x="18768" y="4687"/>
                  </a:cubicBezTo>
                  <a:cubicBezTo>
                    <a:pt x="18358" y="4687"/>
                    <a:pt x="17946" y="4634"/>
                    <a:pt x="17563" y="4560"/>
                  </a:cubicBezTo>
                  <a:cubicBezTo>
                    <a:pt x="17555" y="4558"/>
                    <a:pt x="17548" y="4558"/>
                    <a:pt x="17540" y="4558"/>
                  </a:cubicBezTo>
                  <a:cubicBezTo>
                    <a:pt x="17445" y="4558"/>
                    <a:pt x="17380" y="4695"/>
                    <a:pt x="17491" y="4751"/>
                  </a:cubicBezTo>
                  <a:cubicBezTo>
                    <a:pt x="17952" y="4943"/>
                    <a:pt x="18451" y="5042"/>
                    <a:pt x="18952" y="5042"/>
                  </a:cubicBezTo>
                  <a:cubicBezTo>
                    <a:pt x="19072" y="5042"/>
                    <a:pt x="19193" y="5036"/>
                    <a:pt x="19313" y="5024"/>
                  </a:cubicBezTo>
                  <a:lnTo>
                    <a:pt x="19313" y="5024"/>
                  </a:lnTo>
                  <a:cubicBezTo>
                    <a:pt x="18920" y="6441"/>
                    <a:pt x="18515" y="7858"/>
                    <a:pt x="18110" y="9275"/>
                  </a:cubicBezTo>
                  <a:cubicBezTo>
                    <a:pt x="18027" y="9608"/>
                    <a:pt x="17920" y="9954"/>
                    <a:pt x="17824" y="10287"/>
                  </a:cubicBezTo>
                  <a:cubicBezTo>
                    <a:pt x="17753" y="10561"/>
                    <a:pt x="17694" y="10859"/>
                    <a:pt x="17801" y="11132"/>
                  </a:cubicBezTo>
                  <a:cubicBezTo>
                    <a:pt x="17920" y="11430"/>
                    <a:pt x="18194" y="11549"/>
                    <a:pt x="18456" y="11704"/>
                  </a:cubicBezTo>
                  <a:cubicBezTo>
                    <a:pt x="18706" y="11835"/>
                    <a:pt x="18944" y="11990"/>
                    <a:pt x="19170" y="12156"/>
                  </a:cubicBezTo>
                  <a:cubicBezTo>
                    <a:pt x="20063" y="12847"/>
                    <a:pt x="20742" y="13776"/>
                    <a:pt x="21253" y="14776"/>
                  </a:cubicBezTo>
                  <a:cubicBezTo>
                    <a:pt x="21801" y="15859"/>
                    <a:pt x="22170" y="17026"/>
                    <a:pt x="22373" y="18229"/>
                  </a:cubicBezTo>
                  <a:cubicBezTo>
                    <a:pt x="22777" y="20622"/>
                    <a:pt x="22480" y="23181"/>
                    <a:pt x="21313" y="25348"/>
                  </a:cubicBezTo>
                  <a:cubicBezTo>
                    <a:pt x="20265" y="27313"/>
                    <a:pt x="18539" y="28956"/>
                    <a:pt x="16443" y="29754"/>
                  </a:cubicBezTo>
                  <a:cubicBezTo>
                    <a:pt x="15271" y="30172"/>
                    <a:pt x="14042" y="30397"/>
                    <a:pt x="12789" y="30397"/>
                  </a:cubicBezTo>
                  <a:cubicBezTo>
                    <a:pt x="12757" y="30397"/>
                    <a:pt x="12725" y="30397"/>
                    <a:pt x="12693" y="30397"/>
                  </a:cubicBezTo>
                  <a:cubicBezTo>
                    <a:pt x="12644" y="30397"/>
                    <a:pt x="12594" y="30397"/>
                    <a:pt x="12545" y="30397"/>
                  </a:cubicBezTo>
                  <a:cubicBezTo>
                    <a:pt x="11415" y="30397"/>
                    <a:pt x="10275" y="30267"/>
                    <a:pt x="9169" y="30016"/>
                  </a:cubicBezTo>
                  <a:cubicBezTo>
                    <a:pt x="6942" y="29516"/>
                    <a:pt x="4787" y="28492"/>
                    <a:pt x="3180" y="26861"/>
                  </a:cubicBezTo>
                  <a:cubicBezTo>
                    <a:pt x="1620" y="25241"/>
                    <a:pt x="679" y="23134"/>
                    <a:pt x="525" y="20907"/>
                  </a:cubicBezTo>
                  <a:cubicBezTo>
                    <a:pt x="394" y="19169"/>
                    <a:pt x="691" y="17431"/>
                    <a:pt x="1394" y="15847"/>
                  </a:cubicBezTo>
                  <a:lnTo>
                    <a:pt x="1049" y="15704"/>
                  </a:lnTo>
                  <a:cubicBezTo>
                    <a:pt x="513" y="16919"/>
                    <a:pt x="203" y="18217"/>
                    <a:pt x="120" y="19550"/>
                  </a:cubicBezTo>
                  <a:cubicBezTo>
                    <a:pt x="1" y="21788"/>
                    <a:pt x="572" y="24098"/>
                    <a:pt x="1870" y="25944"/>
                  </a:cubicBezTo>
                  <a:cubicBezTo>
                    <a:pt x="3216" y="27873"/>
                    <a:pt x="5240" y="29218"/>
                    <a:pt x="7430" y="30004"/>
                  </a:cubicBezTo>
                  <a:cubicBezTo>
                    <a:pt x="8538" y="30409"/>
                    <a:pt x="9693" y="30671"/>
                    <a:pt x="10859" y="30801"/>
                  </a:cubicBezTo>
                  <a:cubicBezTo>
                    <a:pt x="11447" y="30872"/>
                    <a:pt x="12037" y="30908"/>
                    <a:pt x="12627" y="30908"/>
                  </a:cubicBezTo>
                  <a:cubicBezTo>
                    <a:pt x="13328" y="30908"/>
                    <a:pt x="14030" y="30857"/>
                    <a:pt x="14729" y="30754"/>
                  </a:cubicBezTo>
                  <a:cubicBezTo>
                    <a:pt x="17086" y="30361"/>
                    <a:pt x="19218" y="29111"/>
                    <a:pt x="20706" y="27230"/>
                  </a:cubicBezTo>
                  <a:cubicBezTo>
                    <a:pt x="22230" y="25289"/>
                    <a:pt x="23063" y="22884"/>
                    <a:pt x="23075" y="20407"/>
                  </a:cubicBezTo>
                  <a:cubicBezTo>
                    <a:pt x="23087" y="19133"/>
                    <a:pt x="22908" y="17848"/>
                    <a:pt x="22539" y="16621"/>
                  </a:cubicBezTo>
                  <a:cubicBezTo>
                    <a:pt x="22218" y="15454"/>
                    <a:pt x="21706" y="14347"/>
                    <a:pt x="21027" y="13359"/>
                  </a:cubicBezTo>
                  <a:cubicBezTo>
                    <a:pt x="20682" y="12871"/>
                    <a:pt x="20301" y="12430"/>
                    <a:pt x="19860" y="12037"/>
                  </a:cubicBezTo>
                  <a:cubicBezTo>
                    <a:pt x="19646" y="11847"/>
                    <a:pt x="19420" y="11680"/>
                    <a:pt x="19182" y="11513"/>
                  </a:cubicBezTo>
                  <a:cubicBezTo>
                    <a:pt x="18932" y="11359"/>
                    <a:pt x="18658" y="11240"/>
                    <a:pt x="18420" y="11085"/>
                  </a:cubicBezTo>
                  <a:cubicBezTo>
                    <a:pt x="18194" y="10930"/>
                    <a:pt x="18253" y="10680"/>
                    <a:pt x="18325" y="10442"/>
                  </a:cubicBezTo>
                  <a:cubicBezTo>
                    <a:pt x="18420" y="10097"/>
                    <a:pt x="18515" y="9751"/>
                    <a:pt x="18610" y="9394"/>
                  </a:cubicBezTo>
                  <a:lnTo>
                    <a:pt x="19206" y="7227"/>
                  </a:lnTo>
                  <a:cubicBezTo>
                    <a:pt x="19396" y="6525"/>
                    <a:pt x="19587" y="5822"/>
                    <a:pt x="19789" y="5132"/>
                  </a:cubicBezTo>
                  <a:cubicBezTo>
                    <a:pt x="19813" y="5060"/>
                    <a:pt x="19801" y="5001"/>
                    <a:pt x="19765" y="4953"/>
                  </a:cubicBezTo>
                  <a:cubicBezTo>
                    <a:pt x="19884" y="4917"/>
                    <a:pt x="19991" y="4894"/>
                    <a:pt x="20110" y="4858"/>
                  </a:cubicBezTo>
                  <a:cubicBezTo>
                    <a:pt x="20872" y="4608"/>
                    <a:pt x="21527" y="4001"/>
                    <a:pt x="21361" y="3131"/>
                  </a:cubicBezTo>
                  <a:cubicBezTo>
                    <a:pt x="21194" y="2238"/>
                    <a:pt x="20337" y="1762"/>
                    <a:pt x="19587" y="1405"/>
                  </a:cubicBezTo>
                  <a:cubicBezTo>
                    <a:pt x="18682" y="976"/>
                    <a:pt x="17741" y="643"/>
                    <a:pt x="16777" y="405"/>
                  </a:cubicBezTo>
                  <a:cubicBezTo>
                    <a:pt x="16074" y="226"/>
                    <a:pt x="15348" y="119"/>
                    <a:pt x="14634" y="60"/>
                  </a:cubicBezTo>
                  <a:cubicBezTo>
                    <a:pt x="14503" y="48"/>
                    <a:pt x="14372" y="24"/>
                    <a:pt x="142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55"/>
            <p:cNvSpPr/>
            <p:nvPr/>
          </p:nvSpPr>
          <p:spPr>
            <a:xfrm>
              <a:off x="456575" y="907650"/>
              <a:ext cx="172075" cy="64400"/>
            </a:xfrm>
            <a:custGeom>
              <a:avLst/>
              <a:gdLst/>
              <a:ahLst/>
              <a:cxnLst/>
              <a:rect l="l" t="t" r="r" b="b"/>
              <a:pathLst>
                <a:path w="6883" h="2576" extrusionOk="0">
                  <a:moveTo>
                    <a:pt x="1378" y="0"/>
                  </a:moveTo>
                  <a:cubicBezTo>
                    <a:pt x="1036" y="0"/>
                    <a:pt x="614" y="10"/>
                    <a:pt x="346" y="203"/>
                  </a:cubicBezTo>
                  <a:cubicBezTo>
                    <a:pt x="1" y="464"/>
                    <a:pt x="156" y="881"/>
                    <a:pt x="429" y="1119"/>
                  </a:cubicBezTo>
                  <a:cubicBezTo>
                    <a:pt x="775" y="1405"/>
                    <a:pt x="1168" y="1607"/>
                    <a:pt x="1596" y="1738"/>
                  </a:cubicBezTo>
                  <a:cubicBezTo>
                    <a:pt x="2525" y="2072"/>
                    <a:pt x="3477" y="2310"/>
                    <a:pt x="4454" y="2441"/>
                  </a:cubicBezTo>
                  <a:cubicBezTo>
                    <a:pt x="4942" y="2512"/>
                    <a:pt x="5430" y="2560"/>
                    <a:pt x="5918" y="2572"/>
                  </a:cubicBezTo>
                  <a:cubicBezTo>
                    <a:pt x="5949" y="2574"/>
                    <a:pt x="5980" y="2575"/>
                    <a:pt x="6011" y="2575"/>
                  </a:cubicBezTo>
                  <a:cubicBezTo>
                    <a:pt x="6314" y="2575"/>
                    <a:pt x="6655" y="2467"/>
                    <a:pt x="6752" y="2143"/>
                  </a:cubicBezTo>
                  <a:cubicBezTo>
                    <a:pt x="6883" y="1738"/>
                    <a:pt x="6442" y="1381"/>
                    <a:pt x="6144" y="1191"/>
                  </a:cubicBezTo>
                  <a:cubicBezTo>
                    <a:pt x="5728" y="953"/>
                    <a:pt x="5287" y="786"/>
                    <a:pt x="4823" y="679"/>
                  </a:cubicBezTo>
                  <a:cubicBezTo>
                    <a:pt x="4819" y="678"/>
                    <a:pt x="4815" y="678"/>
                    <a:pt x="4811" y="678"/>
                  </a:cubicBezTo>
                  <a:cubicBezTo>
                    <a:pt x="4701" y="678"/>
                    <a:pt x="4660" y="835"/>
                    <a:pt x="4775" y="869"/>
                  </a:cubicBezTo>
                  <a:cubicBezTo>
                    <a:pt x="5109" y="965"/>
                    <a:pt x="5442" y="1096"/>
                    <a:pt x="5763" y="1238"/>
                  </a:cubicBezTo>
                  <a:cubicBezTo>
                    <a:pt x="6025" y="1369"/>
                    <a:pt x="6394" y="1607"/>
                    <a:pt x="6466" y="1917"/>
                  </a:cubicBezTo>
                  <a:cubicBezTo>
                    <a:pt x="6518" y="2112"/>
                    <a:pt x="6326" y="2156"/>
                    <a:pt x="6135" y="2156"/>
                  </a:cubicBezTo>
                  <a:cubicBezTo>
                    <a:pt x="6022" y="2156"/>
                    <a:pt x="5909" y="2140"/>
                    <a:pt x="5847" y="2131"/>
                  </a:cubicBezTo>
                  <a:cubicBezTo>
                    <a:pt x="5442" y="2084"/>
                    <a:pt x="5037" y="2024"/>
                    <a:pt x="4644" y="1965"/>
                  </a:cubicBezTo>
                  <a:cubicBezTo>
                    <a:pt x="3858" y="1834"/>
                    <a:pt x="3085" y="1679"/>
                    <a:pt x="2311" y="1477"/>
                  </a:cubicBezTo>
                  <a:cubicBezTo>
                    <a:pt x="1942" y="1393"/>
                    <a:pt x="1584" y="1274"/>
                    <a:pt x="1227" y="1119"/>
                  </a:cubicBezTo>
                  <a:cubicBezTo>
                    <a:pt x="1084" y="1060"/>
                    <a:pt x="929" y="976"/>
                    <a:pt x="787" y="893"/>
                  </a:cubicBezTo>
                  <a:cubicBezTo>
                    <a:pt x="679" y="834"/>
                    <a:pt x="489" y="726"/>
                    <a:pt x="501" y="572"/>
                  </a:cubicBezTo>
                  <a:cubicBezTo>
                    <a:pt x="501" y="417"/>
                    <a:pt x="727" y="357"/>
                    <a:pt x="846" y="334"/>
                  </a:cubicBezTo>
                  <a:cubicBezTo>
                    <a:pt x="1049" y="286"/>
                    <a:pt x="1251" y="250"/>
                    <a:pt x="1465" y="250"/>
                  </a:cubicBezTo>
                  <a:cubicBezTo>
                    <a:pt x="1537" y="246"/>
                    <a:pt x="1608" y="244"/>
                    <a:pt x="1679" y="244"/>
                  </a:cubicBezTo>
                  <a:cubicBezTo>
                    <a:pt x="2036" y="244"/>
                    <a:pt x="2390" y="294"/>
                    <a:pt x="2727" y="393"/>
                  </a:cubicBezTo>
                  <a:cubicBezTo>
                    <a:pt x="2734" y="396"/>
                    <a:pt x="2740" y="397"/>
                    <a:pt x="2746" y="397"/>
                  </a:cubicBezTo>
                  <a:cubicBezTo>
                    <a:pt x="2796" y="397"/>
                    <a:pt x="2827" y="319"/>
                    <a:pt x="2763" y="298"/>
                  </a:cubicBezTo>
                  <a:cubicBezTo>
                    <a:pt x="2358" y="119"/>
                    <a:pt x="1930" y="12"/>
                    <a:pt x="1489" y="0"/>
                  </a:cubicBezTo>
                  <a:cubicBezTo>
                    <a:pt x="1453" y="0"/>
                    <a:pt x="1416" y="0"/>
                    <a:pt x="13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55"/>
            <p:cNvSpPr/>
            <p:nvPr/>
          </p:nvSpPr>
          <p:spPr>
            <a:xfrm>
              <a:off x="401825" y="883050"/>
              <a:ext cx="92875" cy="95725"/>
            </a:xfrm>
            <a:custGeom>
              <a:avLst/>
              <a:gdLst/>
              <a:ahLst/>
              <a:cxnLst/>
              <a:rect l="l" t="t" r="r" b="b"/>
              <a:pathLst>
                <a:path w="3715" h="3829" extrusionOk="0">
                  <a:moveTo>
                    <a:pt x="2459" y="1"/>
                  </a:moveTo>
                  <a:cubicBezTo>
                    <a:pt x="2107" y="1"/>
                    <a:pt x="1753" y="38"/>
                    <a:pt x="1417" y="151"/>
                  </a:cubicBezTo>
                  <a:cubicBezTo>
                    <a:pt x="893" y="317"/>
                    <a:pt x="452" y="698"/>
                    <a:pt x="226" y="1198"/>
                  </a:cubicBezTo>
                  <a:cubicBezTo>
                    <a:pt x="0" y="1722"/>
                    <a:pt x="107" y="2330"/>
                    <a:pt x="488" y="2758"/>
                  </a:cubicBezTo>
                  <a:cubicBezTo>
                    <a:pt x="619" y="2901"/>
                    <a:pt x="762" y="3032"/>
                    <a:pt x="917" y="3151"/>
                  </a:cubicBezTo>
                  <a:lnTo>
                    <a:pt x="893" y="3246"/>
                  </a:lnTo>
                  <a:lnTo>
                    <a:pt x="1131" y="3306"/>
                  </a:lnTo>
                  <a:lnTo>
                    <a:pt x="1274" y="3389"/>
                  </a:lnTo>
                  <a:cubicBezTo>
                    <a:pt x="1607" y="3556"/>
                    <a:pt x="1953" y="3699"/>
                    <a:pt x="2298" y="3818"/>
                  </a:cubicBezTo>
                  <a:cubicBezTo>
                    <a:pt x="2316" y="3825"/>
                    <a:pt x="2334" y="3829"/>
                    <a:pt x="2351" y="3829"/>
                  </a:cubicBezTo>
                  <a:cubicBezTo>
                    <a:pt x="2469" y="3829"/>
                    <a:pt x="2554" y="3666"/>
                    <a:pt x="2429" y="3604"/>
                  </a:cubicBezTo>
                  <a:cubicBezTo>
                    <a:pt x="1929" y="3365"/>
                    <a:pt x="1465" y="3056"/>
                    <a:pt x="1048" y="2699"/>
                  </a:cubicBezTo>
                  <a:cubicBezTo>
                    <a:pt x="703" y="2365"/>
                    <a:pt x="452" y="1937"/>
                    <a:pt x="619" y="1448"/>
                  </a:cubicBezTo>
                  <a:cubicBezTo>
                    <a:pt x="964" y="436"/>
                    <a:pt x="2203" y="305"/>
                    <a:pt x="3108" y="305"/>
                  </a:cubicBezTo>
                  <a:cubicBezTo>
                    <a:pt x="3310" y="305"/>
                    <a:pt x="3500" y="305"/>
                    <a:pt x="3691" y="317"/>
                  </a:cubicBezTo>
                  <a:lnTo>
                    <a:pt x="3715" y="103"/>
                  </a:lnTo>
                  <a:cubicBezTo>
                    <a:pt x="3548" y="79"/>
                    <a:pt x="3370" y="55"/>
                    <a:pt x="3191" y="44"/>
                  </a:cubicBezTo>
                  <a:cubicBezTo>
                    <a:pt x="2951" y="19"/>
                    <a:pt x="2705" y="1"/>
                    <a:pt x="24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55"/>
            <p:cNvSpPr/>
            <p:nvPr/>
          </p:nvSpPr>
          <p:spPr>
            <a:xfrm>
              <a:off x="165475" y="963900"/>
              <a:ext cx="264650" cy="317925"/>
            </a:xfrm>
            <a:custGeom>
              <a:avLst/>
              <a:gdLst/>
              <a:ahLst/>
              <a:cxnLst/>
              <a:rect l="l" t="t" r="r" b="b"/>
              <a:pathLst>
                <a:path w="10586" h="12717" extrusionOk="0">
                  <a:moveTo>
                    <a:pt x="10347" y="0"/>
                  </a:moveTo>
                  <a:cubicBezTo>
                    <a:pt x="10002" y="1393"/>
                    <a:pt x="9656" y="2798"/>
                    <a:pt x="9335" y="4203"/>
                  </a:cubicBezTo>
                  <a:lnTo>
                    <a:pt x="9228" y="4727"/>
                  </a:lnTo>
                  <a:cubicBezTo>
                    <a:pt x="9204" y="4906"/>
                    <a:pt x="9144" y="5084"/>
                    <a:pt x="9073" y="5239"/>
                  </a:cubicBezTo>
                  <a:cubicBezTo>
                    <a:pt x="8930" y="5477"/>
                    <a:pt x="8644" y="5549"/>
                    <a:pt x="8394" y="5608"/>
                  </a:cubicBezTo>
                  <a:cubicBezTo>
                    <a:pt x="7859" y="5751"/>
                    <a:pt x="7323" y="5930"/>
                    <a:pt x="6811" y="6144"/>
                  </a:cubicBezTo>
                  <a:cubicBezTo>
                    <a:pt x="4692" y="7001"/>
                    <a:pt x="2834" y="8394"/>
                    <a:pt x="1417" y="10180"/>
                  </a:cubicBezTo>
                  <a:cubicBezTo>
                    <a:pt x="846" y="10918"/>
                    <a:pt x="370" y="11716"/>
                    <a:pt x="0" y="12561"/>
                  </a:cubicBezTo>
                  <a:lnTo>
                    <a:pt x="334" y="12716"/>
                  </a:lnTo>
                  <a:cubicBezTo>
                    <a:pt x="524" y="12264"/>
                    <a:pt x="751" y="11835"/>
                    <a:pt x="1013" y="11418"/>
                  </a:cubicBezTo>
                  <a:cubicBezTo>
                    <a:pt x="2203" y="9525"/>
                    <a:pt x="3906" y="8001"/>
                    <a:pt x="5918" y="7025"/>
                  </a:cubicBezTo>
                  <a:cubicBezTo>
                    <a:pt x="6418" y="6775"/>
                    <a:pt x="6918" y="6573"/>
                    <a:pt x="7442" y="6394"/>
                  </a:cubicBezTo>
                  <a:cubicBezTo>
                    <a:pt x="7704" y="6299"/>
                    <a:pt x="7966" y="6215"/>
                    <a:pt x="8240" y="6144"/>
                  </a:cubicBezTo>
                  <a:cubicBezTo>
                    <a:pt x="8502" y="6084"/>
                    <a:pt x="8763" y="6001"/>
                    <a:pt x="9025" y="5882"/>
                  </a:cubicBezTo>
                  <a:cubicBezTo>
                    <a:pt x="9299" y="5751"/>
                    <a:pt x="9502" y="5501"/>
                    <a:pt x="9573" y="5203"/>
                  </a:cubicBezTo>
                  <a:cubicBezTo>
                    <a:pt x="9680" y="4870"/>
                    <a:pt x="9728" y="4501"/>
                    <a:pt x="9799" y="4168"/>
                  </a:cubicBezTo>
                  <a:cubicBezTo>
                    <a:pt x="9954" y="3441"/>
                    <a:pt x="10085" y="2715"/>
                    <a:pt x="10216" y="1989"/>
                  </a:cubicBezTo>
                  <a:cubicBezTo>
                    <a:pt x="10347" y="1346"/>
                    <a:pt x="10466" y="703"/>
                    <a:pt x="10585" y="60"/>
                  </a:cubicBezTo>
                  <a:lnTo>
                    <a:pt x="103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55"/>
            <p:cNvSpPr/>
            <p:nvPr/>
          </p:nvSpPr>
          <p:spPr>
            <a:xfrm>
              <a:off x="171425" y="1212700"/>
              <a:ext cx="518250" cy="415150"/>
            </a:xfrm>
            <a:custGeom>
              <a:avLst/>
              <a:gdLst/>
              <a:ahLst/>
              <a:cxnLst/>
              <a:rect l="l" t="t" r="r" b="b"/>
              <a:pathLst>
                <a:path w="20730" h="16606" extrusionOk="0">
                  <a:moveTo>
                    <a:pt x="5375" y="371"/>
                  </a:moveTo>
                  <a:cubicBezTo>
                    <a:pt x="6472" y="371"/>
                    <a:pt x="7557" y="561"/>
                    <a:pt x="8585" y="943"/>
                  </a:cubicBezTo>
                  <a:cubicBezTo>
                    <a:pt x="11181" y="1859"/>
                    <a:pt x="13371" y="3598"/>
                    <a:pt x="15836" y="4765"/>
                  </a:cubicBezTo>
                  <a:cubicBezTo>
                    <a:pt x="16526" y="5098"/>
                    <a:pt x="17253" y="5372"/>
                    <a:pt x="17991" y="5586"/>
                  </a:cubicBezTo>
                  <a:cubicBezTo>
                    <a:pt x="18527" y="5753"/>
                    <a:pt x="19086" y="5848"/>
                    <a:pt x="19658" y="5884"/>
                  </a:cubicBezTo>
                  <a:cubicBezTo>
                    <a:pt x="18494" y="6423"/>
                    <a:pt x="17215" y="6629"/>
                    <a:pt x="15928" y="6629"/>
                  </a:cubicBezTo>
                  <a:cubicBezTo>
                    <a:pt x="15028" y="6629"/>
                    <a:pt x="14124" y="6529"/>
                    <a:pt x="13252" y="6372"/>
                  </a:cubicBezTo>
                  <a:cubicBezTo>
                    <a:pt x="10621" y="5872"/>
                    <a:pt x="8097" y="4943"/>
                    <a:pt x="5775" y="3622"/>
                  </a:cubicBezTo>
                  <a:cubicBezTo>
                    <a:pt x="5132" y="3252"/>
                    <a:pt x="4501" y="2848"/>
                    <a:pt x="3894" y="2419"/>
                  </a:cubicBezTo>
                  <a:cubicBezTo>
                    <a:pt x="3334" y="2038"/>
                    <a:pt x="2822" y="1586"/>
                    <a:pt x="2370" y="1074"/>
                  </a:cubicBezTo>
                  <a:cubicBezTo>
                    <a:pt x="2537" y="1014"/>
                    <a:pt x="2715" y="931"/>
                    <a:pt x="2882" y="859"/>
                  </a:cubicBezTo>
                  <a:cubicBezTo>
                    <a:pt x="3144" y="764"/>
                    <a:pt x="3394" y="669"/>
                    <a:pt x="3668" y="597"/>
                  </a:cubicBezTo>
                  <a:cubicBezTo>
                    <a:pt x="4192" y="454"/>
                    <a:pt x="4727" y="383"/>
                    <a:pt x="5275" y="371"/>
                  </a:cubicBezTo>
                  <a:cubicBezTo>
                    <a:pt x="5308" y="371"/>
                    <a:pt x="5342" y="371"/>
                    <a:pt x="5375" y="371"/>
                  </a:cubicBezTo>
                  <a:close/>
                  <a:moveTo>
                    <a:pt x="2179" y="1181"/>
                  </a:moveTo>
                  <a:cubicBezTo>
                    <a:pt x="2513" y="1705"/>
                    <a:pt x="2941" y="2157"/>
                    <a:pt x="3453" y="2526"/>
                  </a:cubicBezTo>
                  <a:cubicBezTo>
                    <a:pt x="3989" y="2943"/>
                    <a:pt x="4561" y="3324"/>
                    <a:pt x="5144" y="3669"/>
                  </a:cubicBezTo>
                  <a:cubicBezTo>
                    <a:pt x="6323" y="4395"/>
                    <a:pt x="7561" y="5003"/>
                    <a:pt x="8835" y="5503"/>
                  </a:cubicBezTo>
                  <a:cubicBezTo>
                    <a:pt x="10133" y="6003"/>
                    <a:pt x="11466" y="6396"/>
                    <a:pt x="12824" y="6681"/>
                  </a:cubicBezTo>
                  <a:cubicBezTo>
                    <a:pt x="13911" y="6912"/>
                    <a:pt x="15018" y="7041"/>
                    <a:pt x="16127" y="7041"/>
                  </a:cubicBezTo>
                  <a:cubicBezTo>
                    <a:pt x="16221" y="7041"/>
                    <a:pt x="16314" y="7040"/>
                    <a:pt x="16407" y="7039"/>
                  </a:cubicBezTo>
                  <a:cubicBezTo>
                    <a:pt x="17741" y="7027"/>
                    <a:pt x="19063" y="6705"/>
                    <a:pt x="20253" y="6110"/>
                  </a:cubicBezTo>
                  <a:lnTo>
                    <a:pt x="20253" y="6110"/>
                  </a:lnTo>
                  <a:cubicBezTo>
                    <a:pt x="20360" y="6634"/>
                    <a:pt x="20348" y="7181"/>
                    <a:pt x="20217" y="7693"/>
                  </a:cubicBezTo>
                  <a:cubicBezTo>
                    <a:pt x="19777" y="9503"/>
                    <a:pt x="18967" y="11206"/>
                    <a:pt x="17824" y="12694"/>
                  </a:cubicBezTo>
                  <a:cubicBezTo>
                    <a:pt x="17062" y="13658"/>
                    <a:pt x="16122" y="14468"/>
                    <a:pt x="15062" y="15075"/>
                  </a:cubicBezTo>
                  <a:cubicBezTo>
                    <a:pt x="14014" y="15635"/>
                    <a:pt x="12871" y="16004"/>
                    <a:pt x="11693" y="16135"/>
                  </a:cubicBezTo>
                  <a:cubicBezTo>
                    <a:pt x="11267" y="16181"/>
                    <a:pt x="10840" y="16204"/>
                    <a:pt x="10414" y="16204"/>
                  </a:cubicBezTo>
                  <a:cubicBezTo>
                    <a:pt x="8422" y="16204"/>
                    <a:pt x="6448" y="15703"/>
                    <a:pt x="4692" y="14742"/>
                  </a:cubicBezTo>
                  <a:cubicBezTo>
                    <a:pt x="3608" y="14170"/>
                    <a:pt x="2656" y="13385"/>
                    <a:pt x="1894" y="12408"/>
                  </a:cubicBezTo>
                  <a:cubicBezTo>
                    <a:pt x="1120" y="11372"/>
                    <a:pt x="703" y="10134"/>
                    <a:pt x="536" y="8836"/>
                  </a:cubicBezTo>
                  <a:cubicBezTo>
                    <a:pt x="358" y="7562"/>
                    <a:pt x="358" y="6265"/>
                    <a:pt x="548" y="4991"/>
                  </a:cubicBezTo>
                  <a:cubicBezTo>
                    <a:pt x="739" y="3776"/>
                    <a:pt x="1144" y="2550"/>
                    <a:pt x="1894" y="1562"/>
                  </a:cubicBezTo>
                  <a:cubicBezTo>
                    <a:pt x="1989" y="1431"/>
                    <a:pt x="2084" y="1312"/>
                    <a:pt x="2179" y="1181"/>
                  </a:cubicBezTo>
                  <a:close/>
                  <a:moveTo>
                    <a:pt x="5404" y="1"/>
                  </a:moveTo>
                  <a:cubicBezTo>
                    <a:pt x="4829" y="1"/>
                    <a:pt x="4255" y="73"/>
                    <a:pt x="3692" y="216"/>
                  </a:cubicBezTo>
                  <a:cubicBezTo>
                    <a:pt x="3132" y="359"/>
                    <a:pt x="2465" y="609"/>
                    <a:pt x="2060" y="1050"/>
                  </a:cubicBezTo>
                  <a:cubicBezTo>
                    <a:pt x="2048" y="1062"/>
                    <a:pt x="2048" y="1074"/>
                    <a:pt x="2048" y="1085"/>
                  </a:cubicBezTo>
                  <a:cubicBezTo>
                    <a:pt x="1929" y="1169"/>
                    <a:pt x="1822" y="1276"/>
                    <a:pt x="1727" y="1395"/>
                  </a:cubicBezTo>
                  <a:cubicBezTo>
                    <a:pt x="1525" y="1633"/>
                    <a:pt x="1346" y="1895"/>
                    <a:pt x="1191" y="2169"/>
                  </a:cubicBezTo>
                  <a:cubicBezTo>
                    <a:pt x="870" y="2729"/>
                    <a:pt x="620" y="3324"/>
                    <a:pt x="453" y="3943"/>
                  </a:cubicBezTo>
                  <a:cubicBezTo>
                    <a:pt x="120" y="5217"/>
                    <a:pt x="1" y="6539"/>
                    <a:pt x="84" y="7860"/>
                  </a:cubicBezTo>
                  <a:cubicBezTo>
                    <a:pt x="143" y="9229"/>
                    <a:pt x="405" y="10610"/>
                    <a:pt x="1072" y="11825"/>
                  </a:cubicBezTo>
                  <a:cubicBezTo>
                    <a:pt x="1703" y="12932"/>
                    <a:pt x="2584" y="13861"/>
                    <a:pt x="3644" y="14563"/>
                  </a:cubicBezTo>
                  <a:cubicBezTo>
                    <a:pt x="5652" y="15895"/>
                    <a:pt x="8013" y="16606"/>
                    <a:pt x="10413" y="16606"/>
                  </a:cubicBezTo>
                  <a:cubicBezTo>
                    <a:pt x="10546" y="16606"/>
                    <a:pt x="10679" y="16604"/>
                    <a:pt x="10811" y="16599"/>
                  </a:cubicBezTo>
                  <a:cubicBezTo>
                    <a:pt x="12062" y="16564"/>
                    <a:pt x="13300" y="16302"/>
                    <a:pt x="14455" y="15813"/>
                  </a:cubicBezTo>
                  <a:cubicBezTo>
                    <a:pt x="15622" y="15302"/>
                    <a:pt x="16681" y="14563"/>
                    <a:pt x="17562" y="13623"/>
                  </a:cubicBezTo>
                  <a:cubicBezTo>
                    <a:pt x="18431" y="12682"/>
                    <a:pt x="19158" y="11599"/>
                    <a:pt x="19694" y="10432"/>
                  </a:cubicBezTo>
                  <a:cubicBezTo>
                    <a:pt x="19967" y="9837"/>
                    <a:pt x="20206" y="9229"/>
                    <a:pt x="20396" y="8610"/>
                  </a:cubicBezTo>
                  <a:cubicBezTo>
                    <a:pt x="20622" y="7991"/>
                    <a:pt x="20729" y="7336"/>
                    <a:pt x="20729" y="6681"/>
                  </a:cubicBezTo>
                  <a:cubicBezTo>
                    <a:pt x="20717" y="6360"/>
                    <a:pt x="20646" y="6050"/>
                    <a:pt x="20527" y="5753"/>
                  </a:cubicBezTo>
                  <a:cubicBezTo>
                    <a:pt x="20503" y="5693"/>
                    <a:pt x="20444" y="5646"/>
                    <a:pt x="20372" y="5634"/>
                  </a:cubicBezTo>
                  <a:cubicBezTo>
                    <a:pt x="20360" y="5598"/>
                    <a:pt x="20325" y="5586"/>
                    <a:pt x="20289" y="5586"/>
                  </a:cubicBezTo>
                  <a:cubicBezTo>
                    <a:pt x="19598" y="5515"/>
                    <a:pt x="18932" y="5396"/>
                    <a:pt x="18265" y="5229"/>
                  </a:cubicBezTo>
                  <a:cubicBezTo>
                    <a:pt x="17586" y="5038"/>
                    <a:pt x="16931" y="4800"/>
                    <a:pt x="16288" y="4514"/>
                  </a:cubicBezTo>
                  <a:cubicBezTo>
                    <a:pt x="15026" y="3943"/>
                    <a:pt x="13836" y="3229"/>
                    <a:pt x="12645" y="2526"/>
                  </a:cubicBezTo>
                  <a:cubicBezTo>
                    <a:pt x="10454" y="1252"/>
                    <a:pt x="8133" y="14"/>
                    <a:pt x="5537" y="2"/>
                  </a:cubicBezTo>
                  <a:cubicBezTo>
                    <a:pt x="5493" y="1"/>
                    <a:pt x="5449" y="1"/>
                    <a:pt x="54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9" name="Google Shape;2609;p56"/>
          <p:cNvSpPr txBox="1">
            <a:spLocks noGrp="1"/>
          </p:cNvSpPr>
          <p:nvPr>
            <p:ph type="title"/>
          </p:nvPr>
        </p:nvSpPr>
        <p:spPr>
          <a:xfrm>
            <a:off x="758775" y="405130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 timeline</a:t>
            </a:r>
            <a:endParaRPr/>
          </a:p>
        </p:txBody>
      </p:sp>
      <p:sp>
        <p:nvSpPr>
          <p:cNvPr id="2610" name="Google Shape;2610;p56"/>
          <p:cNvSpPr/>
          <p:nvPr/>
        </p:nvSpPr>
        <p:spPr>
          <a:xfrm>
            <a:off x="819300" y="2370151"/>
            <a:ext cx="8038394" cy="80700"/>
          </a:xfrm>
          <a:custGeom>
            <a:avLst/>
            <a:gdLst/>
            <a:ahLst/>
            <a:cxnLst/>
            <a:rect l="l" t="t" r="r" b="b"/>
            <a:pathLst>
              <a:path w="302508" h="3228" extrusionOk="0">
                <a:moveTo>
                  <a:pt x="0" y="3228"/>
                </a:moveTo>
                <a:cubicBezTo>
                  <a:pt x="6035" y="2846"/>
                  <a:pt x="18677" y="1089"/>
                  <a:pt x="36209" y="936"/>
                </a:cubicBezTo>
                <a:cubicBezTo>
                  <a:pt x="53741" y="783"/>
                  <a:pt x="78300" y="2464"/>
                  <a:pt x="105190" y="2311"/>
                </a:cubicBezTo>
                <a:cubicBezTo>
                  <a:pt x="132080" y="2158"/>
                  <a:pt x="167869" y="95"/>
                  <a:pt x="197547" y="19"/>
                </a:cubicBezTo>
                <a:cubicBezTo>
                  <a:pt x="227225" y="-57"/>
                  <a:pt x="265764" y="1777"/>
                  <a:pt x="283257" y="1853"/>
                </a:cubicBezTo>
                <a:cubicBezTo>
                  <a:pt x="300751" y="1930"/>
                  <a:pt x="299300" y="707"/>
                  <a:pt x="302508" y="478"/>
                </a:cubicBezTo>
              </a:path>
            </a:pathLst>
          </a:custGeom>
          <a:noFill/>
          <a:ln w="28575" cap="rnd" cmpd="sng">
            <a:solidFill>
              <a:schemeClr val="accent4"/>
            </a:solidFill>
            <a:prstDash val="solid"/>
            <a:round/>
            <a:headEnd type="none" w="med" len="med"/>
            <a:tailEnd type="stealth" w="med" len="med"/>
          </a:ln>
        </p:spPr>
      </p:sp>
      <p:sp>
        <p:nvSpPr>
          <p:cNvPr id="2611" name="Google Shape;2611;p56"/>
          <p:cNvSpPr txBox="1"/>
          <p:nvPr/>
        </p:nvSpPr>
        <p:spPr>
          <a:xfrm>
            <a:off x="3521027" y="2853200"/>
            <a:ext cx="2271900" cy="3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2"/>
                </a:solidFill>
                <a:latin typeface="Viga"/>
                <a:ea typeface="Viga"/>
                <a:cs typeface="Viga"/>
                <a:sym typeface="Viga"/>
              </a:rPr>
              <a:t>Theory</a:t>
            </a:r>
            <a:endParaRPr sz="2200">
              <a:solidFill>
                <a:schemeClr val="accent2"/>
              </a:solidFill>
              <a:latin typeface="Viga"/>
              <a:ea typeface="Viga"/>
              <a:cs typeface="Viga"/>
              <a:sym typeface="Viga"/>
            </a:endParaRPr>
          </a:p>
        </p:txBody>
      </p:sp>
      <p:sp>
        <p:nvSpPr>
          <p:cNvPr id="2612" name="Google Shape;2612;p56"/>
          <p:cNvSpPr txBox="1"/>
          <p:nvPr/>
        </p:nvSpPr>
        <p:spPr>
          <a:xfrm>
            <a:off x="3521027" y="3193700"/>
            <a:ext cx="227190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Mercury is the closest planet to the Sun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13" name="Google Shape;2613;p56"/>
          <p:cNvSpPr txBox="1"/>
          <p:nvPr/>
        </p:nvSpPr>
        <p:spPr>
          <a:xfrm>
            <a:off x="883473" y="2853200"/>
            <a:ext cx="2271900" cy="3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2"/>
                </a:solidFill>
                <a:latin typeface="Viga"/>
                <a:ea typeface="Viga"/>
                <a:cs typeface="Viga"/>
                <a:sym typeface="Viga"/>
              </a:rPr>
              <a:t>Ideation</a:t>
            </a:r>
            <a:endParaRPr sz="2200">
              <a:solidFill>
                <a:schemeClr val="accent2"/>
              </a:solidFill>
              <a:latin typeface="Viga"/>
              <a:ea typeface="Viga"/>
              <a:cs typeface="Viga"/>
              <a:sym typeface="Viga"/>
            </a:endParaRPr>
          </a:p>
        </p:txBody>
      </p:sp>
      <p:sp>
        <p:nvSpPr>
          <p:cNvPr id="2614" name="Google Shape;2614;p56"/>
          <p:cNvSpPr txBox="1"/>
          <p:nvPr/>
        </p:nvSpPr>
        <p:spPr>
          <a:xfrm>
            <a:off x="883473" y="3193700"/>
            <a:ext cx="227190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Venus has a very beautiful name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15" name="Google Shape;2615;p56"/>
          <p:cNvSpPr txBox="1"/>
          <p:nvPr/>
        </p:nvSpPr>
        <p:spPr>
          <a:xfrm>
            <a:off x="6158559" y="2853200"/>
            <a:ext cx="2271900" cy="3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2"/>
                </a:solidFill>
                <a:latin typeface="Viga"/>
                <a:ea typeface="Viga"/>
                <a:cs typeface="Viga"/>
                <a:sym typeface="Viga"/>
              </a:rPr>
              <a:t>Approach</a:t>
            </a:r>
            <a:endParaRPr sz="2200">
              <a:solidFill>
                <a:schemeClr val="accent2"/>
              </a:solidFill>
              <a:latin typeface="Viga"/>
              <a:ea typeface="Viga"/>
              <a:cs typeface="Viga"/>
              <a:sym typeface="Viga"/>
            </a:endParaRPr>
          </a:p>
        </p:txBody>
      </p:sp>
      <p:sp>
        <p:nvSpPr>
          <p:cNvPr id="2616" name="Google Shape;2616;p56"/>
          <p:cNvSpPr txBox="1"/>
          <p:nvPr/>
        </p:nvSpPr>
        <p:spPr>
          <a:xfrm>
            <a:off x="6158620" y="3193700"/>
            <a:ext cx="227190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Saturn is the only planet with rings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17" name="Google Shape;2617;p56"/>
          <p:cNvSpPr txBox="1"/>
          <p:nvPr/>
        </p:nvSpPr>
        <p:spPr>
          <a:xfrm>
            <a:off x="1272873" y="4021975"/>
            <a:ext cx="1493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Phase 1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18" name="Google Shape;2618;p56"/>
          <p:cNvSpPr txBox="1"/>
          <p:nvPr/>
        </p:nvSpPr>
        <p:spPr>
          <a:xfrm>
            <a:off x="3910417" y="4021975"/>
            <a:ext cx="1493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Phase 2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19" name="Google Shape;2619;p56"/>
          <p:cNvSpPr txBox="1"/>
          <p:nvPr/>
        </p:nvSpPr>
        <p:spPr>
          <a:xfrm>
            <a:off x="6548022" y="4021975"/>
            <a:ext cx="1493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Phase 3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20" name="Google Shape;2620;p56"/>
          <p:cNvSpPr/>
          <p:nvPr/>
        </p:nvSpPr>
        <p:spPr>
          <a:xfrm>
            <a:off x="1767338" y="3887021"/>
            <a:ext cx="504175" cy="30075"/>
          </a:xfrm>
          <a:custGeom>
            <a:avLst/>
            <a:gdLst/>
            <a:ahLst/>
            <a:cxnLst/>
            <a:rect l="l" t="t" r="r" b="b"/>
            <a:pathLst>
              <a:path w="20167" h="1203" extrusionOk="0">
                <a:moveTo>
                  <a:pt x="0" y="726"/>
                </a:moveTo>
                <a:cubicBezTo>
                  <a:pt x="955" y="611"/>
                  <a:pt x="3324" y="-38"/>
                  <a:pt x="5730" y="38"/>
                </a:cubicBezTo>
                <a:cubicBezTo>
                  <a:pt x="8136" y="114"/>
                  <a:pt x="12032" y="1146"/>
                  <a:pt x="14438" y="1184"/>
                </a:cubicBezTo>
                <a:cubicBezTo>
                  <a:pt x="16844" y="1222"/>
                  <a:pt x="19212" y="420"/>
                  <a:pt x="20167" y="267"/>
                </a:cubicBezTo>
              </a:path>
            </a:pathLst>
          </a:custGeom>
          <a:noFill/>
          <a:ln w="28575" cap="rnd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621" name="Google Shape;2621;p56"/>
          <p:cNvSpPr/>
          <p:nvPr/>
        </p:nvSpPr>
        <p:spPr>
          <a:xfrm rot="10800000">
            <a:off x="4404900" y="3887021"/>
            <a:ext cx="504175" cy="30075"/>
          </a:xfrm>
          <a:custGeom>
            <a:avLst/>
            <a:gdLst/>
            <a:ahLst/>
            <a:cxnLst/>
            <a:rect l="l" t="t" r="r" b="b"/>
            <a:pathLst>
              <a:path w="20167" h="1203" extrusionOk="0">
                <a:moveTo>
                  <a:pt x="0" y="726"/>
                </a:moveTo>
                <a:cubicBezTo>
                  <a:pt x="955" y="611"/>
                  <a:pt x="3324" y="-38"/>
                  <a:pt x="5730" y="38"/>
                </a:cubicBezTo>
                <a:cubicBezTo>
                  <a:pt x="8136" y="114"/>
                  <a:pt x="12032" y="1146"/>
                  <a:pt x="14438" y="1184"/>
                </a:cubicBezTo>
                <a:cubicBezTo>
                  <a:pt x="16844" y="1222"/>
                  <a:pt x="19212" y="420"/>
                  <a:pt x="20167" y="267"/>
                </a:cubicBezTo>
              </a:path>
            </a:pathLst>
          </a:custGeom>
          <a:noFill/>
          <a:ln w="28575" cap="rnd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622" name="Google Shape;2622;p56"/>
          <p:cNvSpPr/>
          <p:nvPr/>
        </p:nvSpPr>
        <p:spPr>
          <a:xfrm rot="10800000">
            <a:off x="7042425" y="3887021"/>
            <a:ext cx="504175" cy="30075"/>
          </a:xfrm>
          <a:custGeom>
            <a:avLst/>
            <a:gdLst/>
            <a:ahLst/>
            <a:cxnLst/>
            <a:rect l="l" t="t" r="r" b="b"/>
            <a:pathLst>
              <a:path w="20167" h="1203" extrusionOk="0">
                <a:moveTo>
                  <a:pt x="0" y="726"/>
                </a:moveTo>
                <a:cubicBezTo>
                  <a:pt x="955" y="611"/>
                  <a:pt x="3324" y="-38"/>
                  <a:pt x="5730" y="38"/>
                </a:cubicBezTo>
                <a:cubicBezTo>
                  <a:pt x="8136" y="114"/>
                  <a:pt x="12032" y="1146"/>
                  <a:pt x="14438" y="1184"/>
                </a:cubicBezTo>
                <a:cubicBezTo>
                  <a:pt x="16844" y="1222"/>
                  <a:pt x="19212" y="420"/>
                  <a:pt x="20167" y="267"/>
                </a:cubicBezTo>
              </a:path>
            </a:pathLst>
          </a:custGeom>
          <a:noFill/>
          <a:ln w="28575" cap="rnd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623" name="Google Shape;2623;p56"/>
          <p:cNvSpPr/>
          <p:nvPr/>
        </p:nvSpPr>
        <p:spPr>
          <a:xfrm>
            <a:off x="1848991" y="2240265"/>
            <a:ext cx="340889" cy="340473"/>
          </a:xfrm>
          <a:custGeom>
            <a:avLst/>
            <a:gdLst/>
            <a:ahLst/>
            <a:cxnLst/>
            <a:rect l="l" t="t" r="r" b="b"/>
            <a:pathLst>
              <a:path w="5454" h="5448" extrusionOk="0">
                <a:moveTo>
                  <a:pt x="2720" y="0"/>
                </a:moveTo>
                <a:cubicBezTo>
                  <a:pt x="2376" y="0"/>
                  <a:pt x="2033" y="72"/>
                  <a:pt x="1715" y="215"/>
                </a:cubicBezTo>
                <a:cubicBezTo>
                  <a:pt x="763" y="870"/>
                  <a:pt x="1" y="1858"/>
                  <a:pt x="24" y="3073"/>
                </a:cubicBezTo>
                <a:cubicBezTo>
                  <a:pt x="60" y="4442"/>
                  <a:pt x="1191" y="5382"/>
                  <a:pt x="2513" y="5442"/>
                </a:cubicBezTo>
                <a:cubicBezTo>
                  <a:pt x="2573" y="5446"/>
                  <a:pt x="2633" y="5448"/>
                  <a:pt x="2693" y="5448"/>
                </a:cubicBezTo>
                <a:cubicBezTo>
                  <a:pt x="3194" y="5448"/>
                  <a:pt x="3696" y="5315"/>
                  <a:pt x="4132" y="5049"/>
                </a:cubicBezTo>
                <a:cubicBezTo>
                  <a:pt x="4680" y="4704"/>
                  <a:pt x="4989" y="4132"/>
                  <a:pt x="5132" y="3501"/>
                </a:cubicBezTo>
                <a:cubicBezTo>
                  <a:pt x="5454" y="2204"/>
                  <a:pt x="4906" y="739"/>
                  <a:pt x="3644" y="179"/>
                </a:cubicBezTo>
                <a:cubicBezTo>
                  <a:pt x="3348" y="60"/>
                  <a:pt x="3034" y="0"/>
                  <a:pt x="2720" y="0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4" name="Google Shape;2624;p56"/>
          <p:cNvSpPr/>
          <p:nvPr/>
        </p:nvSpPr>
        <p:spPr>
          <a:xfrm>
            <a:off x="4486540" y="2240251"/>
            <a:ext cx="340902" cy="340500"/>
          </a:xfrm>
          <a:custGeom>
            <a:avLst/>
            <a:gdLst/>
            <a:ahLst/>
            <a:cxnLst/>
            <a:rect l="l" t="t" r="r" b="b"/>
            <a:pathLst>
              <a:path w="5454" h="5448" extrusionOk="0">
                <a:moveTo>
                  <a:pt x="2720" y="0"/>
                </a:moveTo>
                <a:cubicBezTo>
                  <a:pt x="2376" y="0"/>
                  <a:pt x="2033" y="72"/>
                  <a:pt x="1715" y="215"/>
                </a:cubicBezTo>
                <a:cubicBezTo>
                  <a:pt x="763" y="870"/>
                  <a:pt x="1" y="1858"/>
                  <a:pt x="24" y="3073"/>
                </a:cubicBezTo>
                <a:cubicBezTo>
                  <a:pt x="60" y="4442"/>
                  <a:pt x="1191" y="5382"/>
                  <a:pt x="2513" y="5442"/>
                </a:cubicBezTo>
                <a:cubicBezTo>
                  <a:pt x="2573" y="5446"/>
                  <a:pt x="2633" y="5448"/>
                  <a:pt x="2693" y="5448"/>
                </a:cubicBezTo>
                <a:cubicBezTo>
                  <a:pt x="3194" y="5448"/>
                  <a:pt x="3696" y="5315"/>
                  <a:pt x="4132" y="5049"/>
                </a:cubicBezTo>
                <a:cubicBezTo>
                  <a:pt x="4680" y="4704"/>
                  <a:pt x="4989" y="4132"/>
                  <a:pt x="5132" y="3501"/>
                </a:cubicBezTo>
                <a:cubicBezTo>
                  <a:pt x="5454" y="2204"/>
                  <a:pt x="4906" y="739"/>
                  <a:pt x="3644" y="179"/>
                </a:cubicBezTo>
                <a:cubicBezTo>
                  <a:pt x="3348" y="60"/>
                  <a:pt x="3034" y="0"/>
                  <a:pt x="2720" y="0"/>
                </a:cubicBezTo>
                <a:close/>
              </a:path>
            </a:pathLst>
          </a:custGeom>
          <a:solidFill>
            <a:schemeClr val="accent4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5" name="Google Shape;2625;p56"/>
          <p:cNvSpPr/>
          <p:nvPr/>
        </p:nvSpPr>
        <p:spPr>
          <a:xfrm>
            <a:off x="7124133" y="2240258"/>
            <a:ext cx="340889" cy="340486"/>
          </a:xfrm>
          <a:custGeom>
            <a:avLst/>
            <a:gdLst/>
            <a:ahLst/>
            <a:cxnLst/>
            <a:rect l="l" t="t" r="r" b="b"/>
            <a:pathLst>
              <a:path w="5454" h="5448" extrusionOk="0">
                <a:moveTo>
                  <a:pt x="2720" y="0"/>
                </a:moveTo>
                <a:cubicBezTo>
                  <a:pt x="2376" y="0"/>
                  <a:pt x="2033" y="72"/>
                  <a:pt x="1715" y="215"/>
                </a:cubicBezTo>
                <a:cubicBezTo>
                  <a:pt x="763" y="870"/>
                  <a:pt x="1" y="1858"/>
                  <a:pt x="24" y="3073"/>
                </a:cubicBezTo>
                <a:cubicBezTo>
                  <a:pt x="60" y="4442"/>
                  <a:pt x="1191" y="5382"/>
                  <a:pt x="2513" y="5442"/>
                </a:cubicBezTo>
                <a:cubicBezTo>
                  <a:pt x="2573" y="5446"/>
                  <a:pt x="2633" y="5448"/>
                  <a:pt x="2693" y="5448"/>
                </a:cubicBezTo>
                <a:cubicBezTo>
                  <a:pt x="3194" y="5448"/>
                  <a:pt x="3696" y="5315"/>
                  <a:pt x="4132" y="5049"/>
                </a:cubicBezTo>
                <a:cubicBezTo>
                  <a:pt x="4680" y="4704"/>
                  <a:pt x="4989" y="4132"/>
                  <a:pt x="5132" y="3501"/>
                </a:cubicBezTo>
                <a:cubicBezTo>
                  <a:pt x="5454" y="2204"/>
                  <a:pt x="4906" y="739"/>
                  <a:pt x="3644" y="179"/>
                </a:cubicBezTo>
                <a:cubicBezTo>
                  <a:pt x="3348" y="60"/>
                  <a:pt x="3034" y="0"/>
                  <a:pt x="2720" y="0"/>
                </a:cubicBezTo>
                <a:close/>
              </a:path>
            </a:pathLst>
          </a:custGeom>
          <a:solidFill>
            <a:schemeClr val="accent6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26" name="Google Shape;2626;p56"/>
          <p:cNvGrpSpPr/>
          <p:nvPr/>
        </p:nvGrpSpPr>
        <p:grpSpPr>
          <a:xfrm>
            <a:off x="4405253" y="1388023"/>
            <a:ext cx="504194" cy="545105"/>
            <a:chOff x="6669633" y="1946643"/>
            <a:chExt cx="387484" cy="418957"/>
          </a:xfrm>
        </p:grpSpPr>
        <p:sp>
          <p:nvSpPr>
            <p:cNvPr id="2627" name="Google Shape;2627;p56"/>
            <p:cNvSpPr/>
            <p:nvPr/>
          </p:nvSpPr>
          <p:spPr>
            <a:xfrm>
              <a:off x="6703351" y="1952360"/>
              <a:ext cx="315266" cy="406560"/>
            </a:xfrm>
            <a:custGeom>
              <a:avLst/>
              <a:gdLst/>
              <a:ahLst/>
              <a:cxnLst/>
              <a:rect l="l" t="t" r="r" b="b"/>
              <a:pathLst>
                <a:path w="11800" h="15217" extrusionOk="0">
                  <a:moveTo>
                    <a:pt x="619" y="0"/>
                  </a:moveTo>
                  <a:cubicBezTo>
                    <a:pt x="274" y="0"/>
                    <a:pt x="0" y="274"/>
                    <a:pt x="0" y="620"/>
                  </a:cubicBezTo>
                  <a:lnTo>
                    <a:pt x="0" y="14609"/>
                  </a:lnTo>
                  <a:cubicBezTo>
                    <a:pt x="0" y="14943"/>
                    <a:pt x="274" y="15217"/>
                    <a:pt x="619" y="15217"/>
                  </a:cubicBezTo>
                  <a:lnTo>
                    <a:pt x="11180" y="15217"/>
                  </a:lnTo>
                  <a:cubicBezTo>
                    <a:pt x="11526" y="15217"/>
                    <a:pt x="11799" y="14943"/>
                    <a:pt x="11799" y="14609"/>
                  </a:cubicBezTo>
                  <a:lnTo>
                    <a:pt x="11799" y="620"/>
                  </a:lnTo>
                  <a:cubicBezTo>
                    <a:pt x="11799" y="274"/>
                    <a:pt x="11526" y="0"/>
                    <a:pt x="11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56"/>
            <p:cNvSpPr/>
            <p:nvPr/>
          </p:nvSpPr>
          <p:spPr>
            <a:xfrm>
              <a:off x="6782862" y="2006436"/>
              <a:ext cx="184217" cy="92309"/>
            </a:xfrm>
            <a:custGeom>
              <a:avLst/>
              <a:gdLst/>
              <a:ahLst/>
              <a:cxnLst/>
              <a:rect l="l" t="t" r="r" b="b"/>
              <a:pathLst>
                <a:path w="6895" h="3455" extrusionOk="0">
                  <a:moveTo>
                    <a:pt x="310" y="1"/>
                  </a:moveTo>
                  <a:cubicBezTo>
                    <a:pt x="144" y="1"/>
                    <a:pt x="1" y="132"/>
                    <a:pt x="1" y="298"/>
                  </a:cubicBezTo>
                  <a:lnTo>
                    <a:pt x="1" y="3156"/>
                  </a:lnTo>
                  <a:cubicBezTo>
                    <a:pt x="1" y="3322"/>
                    <a:pt x="144" y="3453"/>
                    <a:pt x="310" y="3453"/>
                  </a:cubicBezTo>
                  <a:lnTo>
                    <a:pt x="6585" y="3453"/>
                  </a:lnTo>
                  <a:cubicBezTo>
                    <a:pt x="6592" y="3454"/>
                    <a:pt x="6599" y="3454"/>
                    <a:pt x="6606" y="3454"/>
                  </a:cubicBezTo>
                  <a:cubicBezTo>
                    <a:pt x="6774" y="3454"/>
                    <a:pt x="6895" y="3316"/>
                    <a:pt x="6895" y="3156"/>
                  </a:cubicBezTo>
                  <a:lnTo>
                    <a:pt x="6895" y="298"/>
                  </a:lnTo>
                  <a:cubicBezTo>
                    <a:pt x="6895" y="132"/>
                    <a:pt x="6752" y="1"/>
                    <a:pt x="658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56"/>
            <p:cNvSpPr/>
            <p:nvPr/>
          </p:nvSpPr>
          <p:spPr>
            <a:xfrm>
              <a:off x="6841079" y="2176627"/>
              <a:ext cx="207755" cy="182294"/>
            </a:xfrm>
            <a:custGeom>
              <a:avLst/>
              <a:gdLst/>
              <a:ahLst/>
              <a:cxnLst/>
              <a:rect l="l" t="t" r="r" b="b"/>
              <a:pathLst>
                <a:path w="7776" h="6823" extrusionOk="0">
                  <a:moveTo>
                    <a:pt x="2811" y="0"/>
                  </a:moveTo>
                  <a:lnTo>
                    <a:pt x="2811" y="1465"/>
                  </a:lnTo>
                  <a:cubicBezTo>
                    <a:pt x="2811" y="1608"/>
                    <a:pt x="2775" y="1751"/>
                    <a:pt x="2692" y="1882"/>
                  </a:cubicBezTo>
                  <a:lnTo>
                    <a:pt x="298" y="5715"/>
                  </a:lnTo>
                  <a:cubicBezTo>
                    <a:pt x="1" y="6192"/>
                    <a:pt x="346" y="6823"/>
                    <a:pt x="918" y="6823"/>
                  </a:cubicBezTo>
                  <a:lnTo>
                    <a:pt x="6859" y="6823"/>
                  </a:lnTo>
                  <a:cubicBezTo>
                    <a:pt x="7430" y="6823"/>
                    <a:pt x="7776" y="6192"/>
                    <a:pt x="7466" y="5715"/>
                  </a:cubicBezTo>
                  <a:lnTo>
                    <a:pt x="5073" y="1882"/>
                  </a:lnTo>
                  <a:cubicBezTo>
                    <a:pt x="5001" y="1751"/>
                    <a:pt x="4954" y="1608"/>
                    <a:pt x="4954" y="1465"/>
                  </a:cubicBezTo>
                  <a:lnTo>
                    <a:pt x="49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56"/>
            <p:cNvSpPr/>
            <p:nvPr/>
          </p:nvSpPr>
          <p:spPr>
            <a:xfrm>
              <a:off x="6899938" y="2154345"/>
              <a:ext cx="90359" cy="28695"/>
            </a:xfrm>
            <a:custGeom>
              <a:avLst/>
              <a:gdLst/>
              <a:ahLst/>
              <a:cxnLst/>
              <a:rect l="l" t="t" r="r" b="b"/>
              <a:pathLst>
                <a:path w="3382" h="1074" extrusionOk="0">
                  <a:moveTo>
                    <a:pt x="298" y="1"/>
                  </a:moveTo>
                  <a:cubicBezTo>
                    <a:pt x="131" y="1"/>
                    <a:pt x="0" y="132"/>
                    <a:pt x="0" y="299"/>
                  </a:cubicBezTo>
                  <a:lnTo>
                    <a:pt x="0" y="787"/>
                  </a:lnTo>
                  <a:cubicBezTo>
                    <a:pt x="0" y="953"/>
                    <a:pt x="131" y="1073"/>
                    <a:pt x="298" y="1073"/>
                  </a:cubicBezTo>
                  <a:lnTo>
                    <a:pt x="3084" y="1073"/>
                  </a:lnTo>
                  <a:cubicBezTo>
                    <a:pt x="3091" y="1073"/>
                    <a:pt x="3097" y="1073"/>
                    <a:pt x="3104" y="1073"/>
                  </a:cubicBezTo>
                  <a:cubicBezTo>
                    <a:pt x="3250" y="1073"/>
                    <a:pt x="3370" y="946"/>
                    <a:pt x="3382" y="787"/>
                  </a:cubicBezTo>
                  <a:lnTo>
                    <a:pt x="3382" y="299"/>
                  </a:lnTo>
                  <a:cubicBezTo>
                    <a:pt x="3382" y="132"/>
                    <a:pt x="3239" y="1"/>
                    <a:pt x="30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56"/>
            <p:cNvSpPr/>
            <p:nvPr/>
          </p:nvSpPr>
          <p:spPr>
            <a:xfrm>
              <a:off x="6840759" y="2261241"/>
              <a:ext cx="208396" cy="97679"/>
            </a:xfrm>
            <a:custGeom>
              <a:avLst/>
              <a:gdLst/>
              <a:ahLst/>
              <a:cxnLst/>
              <a:rect l="l" t="t" r="r" b="b"/>
              <a:pathLst>
                <a:path w="7800" h="3656" extrusionOk="0">
                  <a:moveTo>
                    <a:pt x="1906" y="0"/>
                  </a:moveTo>
                  <a:lnTo>
                    <a:pt x="310" y="2548"/>
                  </a:lnTo>
                  <a:cubicBezTo>
                    <a:pt x="1" y="3025"/>
                    <a:pt x="358" y="3656"/>
                    <a:pt x="930" y="3656"/>
                  </a:cubicBezTo>
                  <a:lnTo>
                    <a:pt x="6883" y="3656"/>
                  </a:lnTo>
                  <a:cubicBezTo>
                    <a:pt x="7454" y="3656"/>
                    <a:pt x="7799" y="3025"/>
                    <a:pt x="7502" y="2548"/>
                  </a:cubicBezTo>
                  <a:lnTo>
                    <a:pt x="7490" y="2548"/>
                  </a:lnTo>
                  <a:lnTo>
                    <a:pt x="5906" y="0"/>
                  </a:lnTo>
                  <a:cubicBezTo>
                    <a:pt x="5585" y="0"/>
                    <a:pt x="5585" y="167"/>
                    <a:pt x="5252" y="167"/>
                  </a:cubicBezTo>
                  <a:cubicBezTo>
                    <a:pt x="4918" y="167"/>
                    <a:pt x="4918" y="0"/>
                    <a:pt x="4573" y="0"/>
                  </a:cubicBezTo>
                  <a:cubicBezTo>
                    <a:pt x="4239" y="0"/>
                    <a:pt x="4239" y="167"/>
                    <a:pt x="3906" y="167"/>
                  </a:cubicBezTo>
                  <a:cubicBezTo>
                    <a:pt x="3561" y="167"/>
                    <a:pt x="3561" y="0"/>
                    <a:pt x="3227" y="0"/>
                  </a:cubicBezTo>
                  <a:cubicBezTo>
                    <a:pt x="2882" y="0"/>
                    <a:pt x="2882" y="167"/>
                    <a:pt x="2549" y="167"/>
                  </a:cubicBezTo>
                  <a:cubicBezTo>
                    <a:pt x="2215" y="167"/>
                    <a:pt x="2227" y="0"/>
                    <a:pt x="190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56"/>
            <p:cNvSpPr/>
            <p:nvPr/>
          </p:nvSpPr>
          <p:spPr>
            <a:xfrm>
              <a:off x="6676313" y="1997540"/>
              <a:ext cx="55065" cy="29603"/>
            </a:xfrm>
            <a:custGeom>
              <a:avLst/>
              <a:gdLst/>
              <a:ahLst/>
              <a:cxnLst/>
              <a:rect l="l" t="t" r="r" b="b"/>
              <a:pathLst>
                <a:path w="2061" h="1108" extrusionOk="0">
                  <a:moveTo>
                    <a:pt x="560" y="0"/>
                  </a:moveTo>
                  <a:cubicBezTo>
                    <a:pt x="250" y="0"/>
                    <a:pt x="0" y="262"/>
                    <a:pt x="12" y="572"/>
                  </a:cubicBezTo>
                  <a:cubicBezTo>
                    <a:pt x="24" y="869"/>
                    <a:pt x="274" y="1107"/>
                    <a:pt x="572" y="1107"/>
                  </a:cubicBezTo>
                  <a:lnTo>
                    <a:pt x="1501" y="1107"/>
                  </a:lnTo>
                  <a:cubicBezTo>
                    <a:pt x="1810" y="1107"/>
                    <a:pt x="2060" y="846"/>
                    <a:pt x="2048" y="536"/>
                  </a:cubicBezTo>
                  <a:cubicBezTo>
                    <a:pt x="2036" y="226"/>
                    <a:pt x="1786" y="0"/>
                    <a:pt x="14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56"/>
            <p:cNvSpPr/>
            <p:nvPr/>
          </p:nvSpPr>
          <p:spPr>
            <a:xfrm>
              <a:off x="6676313" y="2069410"/>
              <a:ext cx="55065" cy="29309"/>
            </a:xfrm>
            <a:custGeom>
              <a:avLst/>
              <a:gdLst/>
              <a:ahLst/>
              <a:cxnLst/>
              <a:rect l="l" t="t" r="r" b="b"/>
              <a:pathLst>
                <a:path w="2061" h="1097" extrusionOk="0">
                  <a:moveTo>
                    <a:pt x="560" y="1"/>
                  </a:moveTo>
                  <a:cubicBezTo>
                    <a:pt x="250" y="1"/>
                    <a:pt x="0" y="263"/>
                    <a:pt x="12" y="572"/>
                  </a:cubicBezTo>
                  <a:cubicBezTo>
                    <a:pt x="24" y="863"/>
                    <a:pt x="262" y="1097"/>
                    <a:pt x="550" y="1097"/>
                  </a:cubicBezTo>
                  <a:cubicBezTo>
                    <a:pt x="558" y="1097"/>
                    <a:pt x="565" y="1097"/>
                    <a:pt x="572" y="1096"/>
                  </a:cubicBezTo>
                  <a:lnTo>
                    <a:pt x="1501" y="1096"/>
                  </a:lnTo>
                  <a:cubicBezTo>
                    <a:pt x="1810" y="1096"/>
                    <a:pt x="2060" y="846"/>
                    <a:pt x="2048" y="537"/>
                  </a:cubicBezTo>
                  <a:cubicBezTo>
                    <a:pt x="2036" y="227"/>
                    <a:pt x="1786" y="1"/>
                    <a:pt x="14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56"/>
            <p:cNvSpPr/>
            <p:nvPr/>
          </p:nvSpPr>
          <p:spPr>
            <a:xfrm>
              <a:off x="6676313" y="2141306"/>
              <a:ext cx="55065" cy="29630"/>
            </a:xfrm>
            <a:custGeom>
              <a:avLst/>
              <a:gdLst/>
              <a:ahLst/>
              <a:cxnLst/>
              <a:rect l="l" t="t" r="r" b="b"/>
              <a:pathLst>
                <a:path w="2061" h="1109" extrusionOk="0">
                  <a:moveTo>
                    <a:pt x="560" y="1"/>
                  </a:moveTo>
                  <a:cubicBezTo>
                    <a:pt x="250" y="1"/>
                    <a:pt x="0" y="263"/>
                    <a:pt x="12" y="572"/>
                  </a:cubicBezTo>
                  <a:cubicBezTo>
                    <a:pt x="24" y="870"/>
                    <a:pt x="274" y="1108"/>
                    <a:pt x="572" y="1108"/>
                  </a:cubicBezTo>
                  <a:lnTo>
                    <a:pt x="1501" y="1108"/>
                  </a:lnTo>
                  <a:cubicBezTo>
                    <a:pt x="1810" y="1108"/>
                    <a:pt x="2060" y="846"/>
                    <a:pt x="2048" y="537"/>
                  </a:cubicBezTo>
                  <a:cubicBezTo>
                    <a:pt x="2036" y="239"/>
                    <a:pt x="1786" y="1"/>
                    <a:pt x="14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56"/>
            <p:cNvSpPr/>
            <p:nvPr/>
          </p:nvSpPr>
          <p:spPr>
            <a:xfrm>
              <a:off x="6676313" y="2213524"/>
              <a:ext cx="55065" cy="29282"/>
            </a:xfrm>
            <a:custGeom>
              <a:avLst/>
              <a:gdLst/>
              <a:ahLst/>
              <a:cxnLst/>
              <a:rect l="l" t="t" r="r" b="b"/>
              <a:pathLst>
                <a:path w="2061" h="1096" extrusionOk="0">
                  <a:moveTo>
                    <a:pt x="1510" y="0"/>
                  </a:moveTo>
                  <a:cubicBezTo>
                    <a:pt x="1503" y="0"/>
                    <a:pt x="1496" y="0"/>
                    <a:pt x="1489" y="0"/>
                  </a:cubicBezTo>
                  <a:lnTo>
                    <a:pt x="560" y="0"/>
                  </a:lnTo>
                  <a:cubicBezTo>
                    <a:pt x="553" y="0"/>
                    <a:pt x="546" y="0"/>
                    <a:pt x="540" y="0"/>
                  </a:cubicBezTo>
                  <a:cubicBezTo>
                    <a:pt x="240" y="0"/>
                    <a:pt x="1" y="257"/>
                    <a:pt x="12" y="560"/>
                  </a:cubicBezTo>
                  <a:cubicBezTo>
                    <a:pt x="24" y="870"/>
                    <a:pt x="274" y="1096"/>
                    <a:pt x="572" y="1096"/>
                  </a:cubicBezTo>
                  <a:lnTo>
                    <a:pt x="1501" y="1096"/>
                  </a:lnTo>
                  <a:cubicBezTo>
                    <a:pt x="1810" y="1096"/>
                    <a:pt x="2060" y="834"/>
                    <a:pt x="2048" y="524"/>
                  </a:cubicBezTo>
                  <a:cubicBezTo>
                    <a:pt x="2037" y="234"/>
                    <a:pt x="1798" y="0"/>
                    <a:pt x="15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56"/>
            <p:cNvSpPr/>
            <p:nvPr/>
          </p:nvSpPr>
          <p:spPr>
            <a:xfrm>
              <a:off x="6676313" y="2284459"/>
              <a:ext cx="55065" cy="29603"/>
            </a:xfrm>
            <a:custGeom>
              <a:avLst/>
              <a:gdLst/>
              <a:ahLst/>
              <a:cxnLst/>
              <a:rect l="l" t="t" r="r" b="b"/>
              <a:pathLst>
                <a:path w="2061" h="1108" extrusionOk="0">
                  <a:moveTo>
                    <a:pt x="560" y="1"/>
                  </a:moveTo>
                  <a:cubicBezTo>
                    <a:pt x="250" y="1"/>
                    <a:pt x="0" y="263"/>
                    <a:pt x="12" y="572"/>
                  </a:cubicBezTo>
                  <a:cubicBezTo>
                    <a:pt x="24" y="870"/>
                    <a:pt x="274" y="1108"/>
                    <a:pt x="572" y="1108"/>
                  </a:cubicBezTo>
                  <a:lnTo>
                    <a:pt x="1501" y="1108"/>
                  </a:lnTo>
                  <a:cubicBezTo>
                    <a:pt x="1810" y="1108"/>
                    <a:pt x="2060" y="846"/>
                    <a:pt x="2048" y="536"/>
                  </a:cubicBezTo>
                  <a:cubicBezTo>
                    <a:pt x="2036" y="239"/>
                    <a:pt x="1786" y="1"/>
                    <a:pt x="14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56"/>
            <p:cNvSpPr/>
            <p:nvPr/>
          </p:nvSpPr>
          <p:spPr>
            <a:xfrm>
              <a:off x="6808965" y="2029975"/>
              <a:ext cx="132358" cy="12424"/>
            </a:xfrm>
            <a:custGeom>
              <a:avLst/>
              <a:gdLst/>
              <a:ahLst/>
              <a:cxnLst/>
              <a:rect l="l" t="t" r="r" b="b"/>
              <a:pathLst>
                <a:path w="4954" h="465" extrusionOk="0">
                  <a:moveTo>
                    <a:pt x="250" y="1"/>
                  </a:moveTo>
                  <a:cubicBezTo>
                    <a:pt x="131" y="1"/>
                    <a:pt x="36" y="84"/>
                    <a:pt x="12" y="203"/>
                  </a:cubicBezTo>
                  <a:cubicBezTo>
                    <a:pt x="0" y="346"/>
                    <a:pt x="107" y="465"/>
                    <a:pt x="250" y="465"/>
                  </a:cubicBezTo>
                  <a:lnTo>
                    <a:pt x="4691" y="465"/>
                  </a:lnTo>
                  <a:cubicBezTo>
                    <a:pt x="4810" y="465"/>
                    <a:pt x="4918" y="382"/>
                    <a:pt x="4929" y="263"/>
                  </a:cubicBezTo>
                  <a:cubicBezTo>
                    <a:pt x="4953" y="132"/>
                    <a:pt x="4846" y="1"/>
                    <a:pt x="47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56"/>
            <p:cNvSpPr/>
            <p:nvPr/>
          </p:nvSpPr>
          <p:spPr>
            <a:xfrm>
              <a:off x="6808965" y="2062730"/>
              <a:ext cx="132358" cy="12450"/>
            </a:xfrm>
            <a:custGeom>
              <a:avLst/>
              <a:gdLst/>
              <a:ahLst/>
              <a:cxnLst/>
              <a:rect l="l" t="t" r="r" b="b"/>
              <a:pathLst>
                <a:path w="4954" h="466" extrusionOk="0">
                  <a:moveTo>
                    <a:pt x="250" y="1"/>
                  </a:moveTo>
                  <a:cubicBezTo>
                    <a:pt x="131" y="1"/>
                    <a:pt x="36" y="84"/>
                    <a:pt x="12" y="203"/>
                  </a:cubicBezTo>
                  <a:cubicBezTo>
                    <a:pt x="0" y="346"/>
                    <a:pt x="107" y="465"/>
                    <a:pt x="250" y="465"/>
                  </a:cubicBezTo>
                  <a:lnTo>
                    <a:pt x="4691" y="465"/>
                  </a:lnTo>
                  <a:cubicBezTo>
                    <a:pt x="4810" y="465"/>
                    <a:pt x="4918" y="382"/>
                    <a:pt x="4929" y="263"/>
                  </a:cubicBezTo>
                  <a:cubicBezTo>
                    <a:pt x="4953" y="120"/>
                    <a:pt x="4846" y="1"/>
                    <a:pt x="47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56"/>
            <p:cNvSpPr/>
            <p:nvPr/>
          </p:nvSpPr>
          <p:spPr>
            <a:xfrm>
              <a:off x="6777144" y="2000719"/>
              <a:ext cx="196614" cy="105000"/>
            </a:xfrm>
            <a:custGeom>
              <a:avLst/>
              <a:gdLst/>
              <a:ahLst/>
              <a:cxnLst/>
              <a:rect l="l" t="t" r="r" b="b"/>
              <a:pathLst>
                <a:path w="7359" h="3930" extrusionOk="0">
                  <a:moveTo>
                    <a:pt x="251" y="0"/>
                  </a:moveTo>
                  <a:cubicBezTo>
                    <a:pt x="120" y="0"/>
                    <a:pt x="13" y="107"/>
                    <a:pt x="13" y="238"/>
                  </a:cubicBezTo>
                  <a:lnTo>
                    <a:pt x="13" y="1489"/>
                  </a:lnTo>
                  <a:cubicBezTo>
                    <a:pt x="13" y="1512"/>
                    <a:pt x="24" y="1548"/>
                    <a:pt x="48" y="1560"/>
                  </a:cubicBezTo>
                  <a:cubicBezTo>
                    <a:pt x="95" y="1624"/>
                    <a:pt x="163" y="1653"/>
                    <a:pt x="229" y="1653"/>
                  </a:cubicBezTo>
                  <a:cubicBezTo>
                    <a:pt x="348" y="1653"/>
                    <a:pt x="465" y="1562"/>
                    <a:pt x="465" y="1417"/>
                  </a:cubicBezTo>
                  <a:lnTo>
                    <a:pt x="465" y="536"/>
                  </a:lnTo>
                  <a:cubicBezTo>
                    <a:pt x="465" y="488"/>
                    <a:pt x="501" y="465"/>
                    <a:pt x="548" y="465"/>
                  </a:cubicBezTo>
                  <a:lnTo>
                    <a:pt x="6823" y="465"/>
                  </a:lnTo>
                  <a:cubicBezTo>
                    <a:pt x="6871" y="465"/>
                    <a:pt x="6894" y="488"/>
                    <a:pt x="6894" y="536"/>
                  </a:cubicBezTo>
                  <a:lnTo>
                    <a:pt x="6894" y="3382"/>
                  </a:lnTo>
                  <a:cubicBezTo>
                    <a:pt x="6894" y="3429"/>
                    <a:pt x="6871" y="3465"/>
                    <a:pt x="6823" y="3465"/>
                  </a:cubicBezTo>
                  <a:lnTo>
                    <a:pt x="548" y="3465"/>
                  </a:lnTo>
                  <a:cubicBezTo>
                    <a:pt x="501" y="3465"/>
                    <a:pt x="465" y="3429"/>
                    <a:pt x="465" y="3382"/>
                  </a:cubicBezTo>
                  <a:lnTo>
                    <a:pt x="465" y="2489"/>
                  </a:lnTo>
                  <a:cubicBezTo>
                    <a:pt x="465" y="2367"/>
                    <a:pt x="363" y="2276"/>
                    <a:pt x="250" y="2276"/>
                  </a:cubicBezTo>
                  <a:cubicBezTo>
                    <a:pt x="219" y="2276"/>
                    <a:pt x="186" y="2283"/>
                    <a:pt x="155" y="2298"/>
                  </a:cubicBezTo>
                  <a:lnTo>
                    <a:pt x="108" y="2334"/>
                  </a:lnTo>
                  <a:cubicBezTo>
                    <a:pt x="48" y="2370"/>
                    <a:pt x="1" y="2429"/>
                    <a:pt x="1" y="2501"/>
                  </a:cubicBezTo>
                  <a:lnTo>
                    <a:pt x="1" y="3394"/>
                  </a:lnTo>
                  <a:cubicBezTo>
                    <a:pt x="1" y="3679"/>
                    <a:pt x="239" y="3929"/>
                    <a:pt x="536" y="3929"/>
                  </a:cubicBezTo>
                  <a:lnTo>
                    <a:pt x="6823" y="3929"/>
                  </a:lnTo>
                  <a:cubicBezTo>
                    <a:pt x="7121" y="3929"/>
                    <a:pt x="7359" y="3679"/>
                    <a:pt x="7359" y="3394"/>
                  </a:cubicBezTo>
                  <a:lnTo>
                    <a:pt x="7359" y="536"/>
                  </a:lnTo>
                  <a:cubicBezTo>
                    <a:pt x="7359" y="238"/>
                    <a:pt x="7121" y="0"/>
                    <a:pt x="6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56"/>
            <p:cNvSpPr/>
            <p:nvPr/>
          </p:nvSpPr>
          <p:spPr>
            <a:xfrm>
              <a:off x="6833759" y="2148627"/>
              <a:ext cx="223358" cy="216973"/>
            </a:xfrm>
            <a:custGeom>
              <a:avLst/>
              <a:gdLst/>
              <a:ahLst/>
              <a:cxnLst/>
              <a:rect l="l" t="t" r="r" b="b"/>
              <a:pathLst>
                <a:path w="8360" h="8121" extrusionOk="0">
                  <a:moveTo>
                    <a:pt x="5573" y="465"/>
                  </a:moveTo>
                  <a:cubicBezTo>
                    <a:pt x="5609" y="465"/>
                    <a:pt x="5633" y="489"/>
                    <a:pt x="5633" y="525"/>
                  </a:cubicBezTo>
                  <a:lnTo>
                    <a:pt x="5633" y="1013"/>
                  </a:lnTo>
                  <a:cubicBezTo>
                    <a:pt x="5633" y="1048"/>
                    <a:pt x="5609" y="1072"/>
                    <a:pt x="5573" y="1072"/>
                  </a:cubicBezTo>
                  <a:lnTo>
                    <a:pt x="2787" y="1072"/>
                  </a:lnTo>
                  <a:cubicBezTo>
                    <a:pt x="2751" y="1072"/>
                    <a:pt x="2716" y="1048"/>
                    <a:pt x="2716" y="1013"/>
                  </a:cubicBezTo>
                  <a:lnTo>
                    <a:pt x="2716" y="525"/>
                  </a:lnTo>
                  <a:cubicBezTo>
                    <a:pt x="2716" y="489"/>
                    <a:pt x="2751" y="465"/>
                    <a:pt x="2787" y="465"/>
                  </a:cubicBezTo>
                  <a:close/>
                  <a:moveTo>
                    <a:pt x="5013" y="1537"/>
                  </a:moveTo>
                  <a:lnTo>
                    <a:pt x="5013" y="2537"/>
                  </a:lnTo>
                  <a:cubicBezTo>
                    <a:pt x="5013" y="2715"/>
                    <a:pt x="5061" y="2906"/>
                    <a:pt x="5156" y="3072"/>
                  </a:cubicBezTo>
                  <a:lnTo>
                    <a:pt x="5799" y="4084"/>
                  </a:lnTo>
                  <a:cubicBezTo>
                    <a:pt x="5716" y="4144"/>
                    <a:pt x="5609" y="4168"/>
                    <a:pt x="5514" y="4180"/>
                  </a:cubicBezTo>
                  <a:cubicBezTo>
                    <a:pt x="5263" y="4180"/>
                    <a:pt x="5228" y="4013"/>
                    <a:pt x="4835" y="4013"/>
                  </a:cubicBezTo>
                  <a:cubicBezTo>
                    <a:pt x="4454" y="4013"/>
                    <a:pt x="4418" y="4180"/>
                    <a:pt x="4168" y="4180"/>
                  </a:cubicBezTo>
                  <a:cubicBezTo>
                    <a:pt x="3906" y="4180"/>
                    <a:pt x="3882" y="4013"/>
                    <a:pt x="3489" y="4013"/>
                  </a:cubicBezTo>
                  <a:cubicBezTo>
                    <a:pt x="3108" y="4013"/>
                    <a:pt x="3061" y="4180"/>
                    <a:pt x="2811" y="4180"/>
                  </a:cubicBezTo>
                  <a:cubicBezTo>
                    <a:pt x="2716" y="4168"/>
                    <a:pt x="2620" y="4144"/>
                    <a:pt x="2537" y="4084"/>
                  </a:cubicBezTo>
                  <a:lnTo>
                    <a:pt x="3180" y="3072"/>
                  </a:lnTo>
                  <a:cubicBezTo>
                    <a:pt x="3275" y="2906"/>
                    <a:pt x="3335" y="2715"/>
                    <a:pt x="3323" y="2537"/>
                  </a:cubicBezTo>
                  <a:lnTo>
                    <a:pt x="3323" y="1537"/>
                  </a:lnTo>
                  <a:close/>
                  <a:moveTo>
                    <a:pt x="4835" y="4465"/>
                  </a:moveTo>
                  <a:cubicBezTo>
                    <a:pt x="5085" y="4465"/>
                    <a:pt x="5121" y="4632"/>
                    <a:pt x="5514" y="4632"/>
                  </a:cubicBezTo>
                  <a:cubicBezTo>
                    <a:pt x="5692" y="4620"/>
                    <a:pt x="5883" y="4573"/>
                    <a:pt x="6037" y="4477"/>
                  </a:cubicBezTo>
                  <a:lnTo>
                    <a:pt x="7561" y="6894"/>
                  </a:lnTo>
                  <a:cubicBezTo>
                    <a:pt x="7764" y="7228"/>
                    <a:pt x="7526" y="7656"/>
                    <a:pt x="7133" y="7656"/>
                  </a:cubicBezTo>
                  <a:lnTo>
                    <a:pt x="1180" y="7656"/>
                  </a:lnTo>
                  <a:cubicBezTo>
                    <a:pt x="799" y="7656"/>
                    <a:pt x="561" y="7228"/>
                    <a:pt x="763" y="6894"/>
                  </a:cubicBezTo>
                  <a:lnTo>
                    <a:pt x="2275" y="4477"/>
                  </a:lnTo>
                  <a:cubicBezTo>
                    <a:pt x="2442" y="4573"/>
                    <a:pt x="2620" y="4620"/>
                    <a:pt x="2811" y="4632"/>
                  </a:cubicBezTo>
                  <a:cubicBezTo>
                    <a:pt x="3192" y="4632"/>
                    <a:pt x="3239" y="4465"/>
                    <a:pt x="3478" y="4465"/>
                  </a:cubicBezTo>
                  <a:cubicBezTo>
                    <a:pt x="3728" y="4465"/>
                    <a:pt x="3775" y="4632"/>
                    <a:pt x="4156" y="4632"/>
                  </a:cubicBezTo>
                  <a:cubicBezTo>
                    <a:pt x="4537" y="4632"/>
                    <a:pt x="4585" y="4465"/>
                    <a:pt x="4835" y="4465"/>
                  </a:cubicBezTo>
                  <a:close/>
                  <a:moveTo>
                    <a:pt x="2787" y="1"/>
                  </a:moveTo>
                  <a:cubicBezTo>
                    <a:pt x="2489" y="1"/>
                    <a:pt x="2263" y="239"/>
                    <a:pt x="2263" y="525"/>
                  </a:cubicBezTo>
                  <a:lnTo>
                    <a:pt x="2263" y="1013"/>
                  </a:lnTo>
                  <a:cubicBezTo>
                    <a:pt x="2263" y="1298"/>
                    <a:pt x="2489" y="1537"/>
                    <a:pt x="2787" y="1537"/>
                  </a:cubicBezTo>
                  <a:lnTo>
                    <a:pt x="2870" y="1537"/>
                  </a:lnTo>
                  <a:lnTo>
                    <a:pt x="2870" y="2525"/>
                  </a:lnTo>
                  <a:cubicBezTo>
                    <a:pt x="2870" y="2632"/>
                    <a:pt x="2847" y="2739"/>
                    <a:pt x="2787" y="2822"/>
                  </a:cubicBezTo>
                  <a:lnTo>
                    <a:pt x="394" y="6656"/>
                  </a:lnTo>
                  <a:cubicBezTo>
                    <a:pt x="1" y="7287"/>
                    <a:pt x="453" y="8121"/>
                    <a:pt x="1203" y="8121"/>
                  </a:cubicBezTo>
                  <a:lnTo>
                    <a:pt x="7145" y="8121"/>
                  </a:lnTo>
                  <a:cubicBezTo>
                    <a:pt x="7895" y="8121"/>
                    <a:pt x="8359" y="7287"/>
                    <a:pt x="7954" y="6656"/>
                  </a:cubicBezTo>
                  <a:lnTo>
                    <a:pt x="5561" y="2822"/>
                  </a:lnTo>
                  <a:cubicBezTo>
                    <a:pt x="5502" y="2739"/>
                    <a:pt x="5478" y="2632"/>
                    <a:pt x="5478" y="2525"/>
                  </a:cubicBezTo>
                  <a:lnTo>
                    <a:pt x="5478" y="1537"/>
                  </a:lnTo>
                  <a:lnTo>
                    <a:pt x="5573" y="1537"/>
                  </a:lnTo>
                  <a:cubicBezTo>
                    <a:pt x="5859" y="1537"/>
                    <a:pt x="6085" y="1298"/>
                    <a:pt x="6085" y="1013"/>
                  </a:cubicBezTo>
                  <a:lnTo>
                    <a:pt x="6085" y="525"/>
                  </a:lnTo>
                  <a:cubicBezTo>
                    <a:pt x="6085" y="239"/>
                    <a:pt x="5859" y="1"/>
                    <a:pt x="55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56"/>
            <p:cNvSpPr/>
            <p:nvPr/>
          </p:nvSpPr>
          <p:spPr>
            <a:xfrm>
              <a:off x="6669633" y="1946643"/>
              <a:ext cx="355343" cy="418957"/>
            </a:xfrm>
            <a:custGeom>
              <a:avLst/>
              <a:gdLst/>
              <a:ahLst/>
              <a:cxnLst/>
              <a:rect l="l" t="t" r="r" b="b"/>
              <a:pathLst>
                <a:path w="13300" h="15681" extrusionOk="0">
                  <a:moveTo>
                    <a:pt x="1761" y="2143"/>
                  </a:moveTo>
                  <a:cubicBezTo>
                    <a:pt x="1929" y="2143"/>
                    <a:pt x="2061" y="2270"/>
                    <a:pt x="2072" y="2441"/>
                  </a:cubicBezTo>
                  <a:cubicBezTo>
                    <a:pt x="2096" y="2620"/>
                    <a:pt x="1941" y="2786"/>
                    <a:pt x="1751" y="2786"/>
                  </a:cubicBezTo>
                  <a:lnTo>
                    <a:pt x="822" y="2786"/>
                  </a:lnTo>
                  <a:cubicBezTo>
                    <a:pt x="631" y="2786"/>
                    <a:pt x="477" y="2620"/>
                    <a:pt x="500" y="2441"/>
                  </a:cubicBezTo>
                  <a:cubicBezTo>
                    <a:pt x="512" y="2270"/>
                    <a:pt x="643" y="2143"/>
                    <a:pt x="811" y="2143"/>
                  </a:cubicBezTo>
                  <a:cubicBezTo>
                    <a:pt x="819" y="2143"/>
                    <a:pt x="826" y="2143"/>
                    <a:pt x="834" y="2143"/>
                  </a:cubicBezTo>
                  <a:lnTo>
                    <a:pt x="1739" y="2143"/>
                  </a:lnTo>
                  <a:cubicBezTo>
                    <a:pt x="1746" y="2143"/>
                    <a:pt x="1754" y="2143"/>
                    <a:pt x="1761" y="2143"/>
                  </a:cubicBezTo>
                  <a:close/>
                  <a:moveTo>
                    <a:pt x="1739" y="4834"/>
                  </a:moveTo>
                  <a:cubicBezTo>
                    <a:pt x="1917" y="4834"/>
                    <a:pt x="2060" y="4965"/>
                    <a:pt x="2072" y="5132"/>
                  </a:cubicBezTo>
                  <a:cubicBezTo>
                    <a:pt x="2096" y="5322"/>
                    <a:pt x="1941" y="5477"/>
                    <a:pt x="1751" y="5477"/>
                  </a:cubicBezTo>
                  <a:lnTo>
                    <a:pt x="822" y="5477"/>
                  </a:lnTo>
                  <a:cubicBezTo>
                    <a:pt x="631" y="5477"/>
                    <a:pt x="477" y="5322"/>
                    <a:pt x="500" y="5132"/>
                  </a:cubicBezTo>
                  <a:cubicBezTo>
                    <a:pt x="512" y="4965"/>
                    <a:pt x="655" y="4834"/>
                    <a:pt x="834" y="4834"/>
                  </a:cubicBezTo>
                  <a:close/>
                  <a:moveTo>
                    <a:pt x="1739" y="7501"/>
                  </a:moveTo>
                  <a:cubicBezTo>
                    <a:pt x="1917" y="7501"/>
                    <a:pt x="2060" y="7620"/>
                    <a:pt x="2072" y="7799"/>
                  </a:cubicBezTo>
                  <a:cubicBezTo>
                    <a:pt x="2096" y="7989"/>
                    <a:pt x="1941" y="8144"/>
                    <a:pt x="1751" y="8144"/>
                  </a:cubicBezTo>
                  <a:lnTo>
                    <a:pt x="822" y="8144"/>
                  </a:lnTo>
                  <a:cubicBezTo>
                    <a:pt x="631" y="8144"/>
                    <a:pt x="477" y="7989"/>
                    <a:pt x="500" y="7799"/>
                  </a:cubicBezTo>
                  <a:cubicBezTo>
                    <a:pt x="512" y="7620"/>
                    <a:pt x="655" y="7501"/>
                    <a:pt x="834" y="7501"/>
                  </a:cubicBezTo>
                  <a:close/>
                  <a:moveTo>
                    <a:pt x="1739" y="10192"/>
                  </a:moveTo>
                  <a:cubicBezTo>
                    <a:pt x="1917" y="10192"/>
                    <a:pt x="2060" y="10323"/>
                    <a:pt x="2072" y="10490"/>
                  </a:cubicBezTo>
                  <a:cubicBezTo>
                    <a:pt x="2096" y="10680"/>
                    <a:pt x="1941" y="10835"/>
                    <a:pt x="1751" y="10847"/>
                  </a:cubicBezTo>
                  <a:lnTo>
                    <a:pt x="822" y="10847"/>
                  </a:lnTo>
                  <a:cubicBezTo>
                    <a:pt x="631" y="10835"/>
                    <a:pt x="477" y="10680"/>
                    <a:pt x="500" y="10490"/>
                  </a:cubicBezTo>
                  <a:cubicBezTo>
                    <a:pt x="512" y="10323"/>
                    <a:pt x="655" y="10192"/>
                    <a:pt x="834" y="10192"/>
                  </a:cubicBezTo>
                  <a:close/>
                  <a:moveTo>
                    <a:pt x="1739" y="12883"/>
                  </a:moveTo>
                  <a:cubicBezTo>
                    <a:pt x="1917" y="12883"/>
                    <a:pt x="2060" y="13014"/>
                    <a:pt x="2072" y="13180"/>
                  </a:cubicBezTo>
                  <a:cubicBezTo>
                    <a:pt x="2096" y="13371"/>
                    <a:pt x="1941" y="13538"/>
                    <a:pt x="1751" y="13538"/>
                  </a:cubicBezTo>
                  <a:lnTo>
                    <a:pt x="822" y="13538"/>
                  </a:lnTo>
                  <a:cubicBezTo>
                    <a:pt x="631" y="13538"/>
                    <a:pt x="477" y="13371"/>
                    <a:pt x="500" y="13180"/>
                  </a:cubicBezTo>
                  <a:cubicBezTo>
                    <a:pt x="512" y="13014"/>
                    <a:pt x="655" y="12883"/>
                    <a:pt x="834" y="12883"/>
                  </a:cubicBezTo>
                  <a:close/>
                  <a:moveTo>
                    <a:pt x="1893" y="0"/>
                  </a:moveTo>
                  <a:cubicBezTo>
                    <a:pt x="1429" y="0"/>
                    <a:pt x="1048" y="381"/>
                    <a:pt x="1048" y="846"/>
                  </a:cubicBezTo>
                  <a:lnTo>
                    <a:pt x="1048" y="1691"/>
                  </a:lnTo>
                  <a:lnTo>
                    <a:pt x="822" y="1691"/>
                  </a:lnTo>
                  <a:cubicBezTo>
                    <a:pt x="815" y="1691"/>
                    <a:pt x="808" y="1691"/>
                    <a:pt x="802" y="1691"/>
                  </a:cubicBezTo>
                  <a:cubicBezTo>
                    <a:pt x="359" y="1691"/>
                    <a:pt x="1" y="2079"/>
                    <a:pt x="24" y="2524"/>
                  </a:cubicBezTo>
                  <a:cubicBezTo>
                    <a:pt x="60" y="2929"/>
                    <a:pt x="393" y="3251"/>
                    <a:pt x="810" y="3251"/>
                  </a:cubicBezTo>
                  <a:lnTo>
                    <a:pt x="1048" y="3251"/>
                  </a:lnTo>
                  <a:lnTo>
                    <a:pt x="1048" y="4382"/>
                  </a:lnTo>
                  <a:lnTo>
                    <a:pt x="822" y="4382"/>
                  </a:lnTo>
                  <a:cubicBezTo>
                    <a:pt x="369" y="4382"/>
                    <a:pt x="0" y="4763"/>
                    <a:pt x="24" y="5227"/>
                  </a:cubicBezTo>
                  <a:cubicBezTo>
                    <a:pt x="60" y="5632"/>
                    <a:pt x="393" y="5941"/>
                    <a:pt x="810" y="5941"/>
                  </a:cubicBezTo>
                  <a:lnTo>
                    <a:pt x="1048" y="5941"/>
                  </a:lnTo>
                  <a:lnTo>
                    <a:pt x="1048" y="7049"/>
                  </a:lnTo>
                  <a:lnTo>
                    <a:pt x="822" y="7049"/>
                  </a:lnTo>
                  <a:cubicBezTo>
                    <a:pt x="369" y="7049"/>
                    <a:pt x="0" y="7430"/>
                    <a:pt x="24" y="7882"/>
                  </a:cubicBezTo>
                  <a:cubicBezTo>
                    <a:pt x="60" y="8299"/>
                    <a:pt x="393" y="8608"/>
                    <a:pt x="810" y="8608"/>
                  </a:cubicBezTo>
                  <a:lnTo>
                    <a:pt x="1048" y="8608"/>
                  </a:lnTo>
                  <a:lnTo>
                    <a:pt x="1048" y="9739"/>
                  </a:lnTo>
                  <a:lnTo>
                    <a:pt x="822" y="9739"/>
                  </a:lnTo>
                  <a:cubicBezTo>
                    <a:pt x="369" y="9739"/>
                    <a:pt x="0" y="10120"/>
                    <a:pt x="24" y="10585"/>
                  </a:cubicBezTo>
                  <a:cubicBezTo>
                    <a:pt x="60" y="10990"/>
                    <a:pt x="393" y="11299"/>
                    <a:pt x="810" y="11311"/>
                  </a:cubicBezTo>
                  <a:lnTo>
                    <a:pt x="1048" y="11311"/>
                  </a:lnTo>
                  <a:lnTo>
                    <a:pt x="1048" y="12442"/>
                  </a:lnTo>
                  <a:lnTo>
                    <a:pt x="822" y="12442"/>
                  </a:lnTo>
                  <a:cubicBezTo>
                    <a:pt x="815" y="12442"/>
                    <a:pt x="808" y="12442"/>
                    <a:pt x="802" y="12442"/>
                  </a:cubicBezTo>
                  <a:cubicBezTo>
                    <a:pt x="359" y="12442"/>
                    <a:pt x="1" y="12830"/>
                    <a:pt x="24" y="13276"/>
                  </a:cubicBezTo>
                  <a:cubicBezTo>
                    <a:pt x="60" y="13680"/>
                    <a:pt x="393" y="14002"/>
                    <a:pt x="810" y="14002"/>
                  </a:cubicBezTo>
                  <a:lnTo>
                    <a:pt x="1048" y="14002"/>
                  </a:lnTo>
                  <a:lnTo>
                    <a:pt x="1048" y="15443"/>
                  </a:lnTo>
                  <a:cubicBezTo>
                    <a:pt x="1048" y="15574"/>
                    <a:pt x="1155" y="15681"/>
                    <a:pt x="1286" y="15681"/>
                  </a:cubicBezTo>
                  <a:lnTo>
                    <a:pt x="5953" y="15681"/>
                  </a:lnTo>
                  <a:cubicBezTo>
                    <a:pt x="5977" y="15681"/>
                    <a:pt x="5989" y="15681"/>
                    <a:pt x="6001" y="15669"/>
                  </a:cubicBezTo>
                  <a:cubicBezTo>
                    <a:pt x="6215" y="15466"/>
                    <a:pt x="6072" y="15216"/>
                    <a:pt x="5882" y="15216"/>
                  </a:cubicBezTo>
                  <a:lnTo>
                    <a:pt x="1620" y="15216"/>
                  </a:lnTo>
                  <a:cubicBezTo>
                    <a:pt x="1560" y="15216"/>
                    <a:pt x="1512" y="15169"/>
                    <a:pt x="1512" y="15109"/>
                  </a:cubicBezTo>
                  <a:lnTo>
                    <a:pt x="1512" y="14002"/>
                  </a:lnTo>
                  <a:lnTo>
                    <a:pt x="1739" y="14002"/>
                  </a:lnTo>
                  <a:cubicBezTo>
                    <a:pt x="2191" y="14002"/>
                    <a:pt x="2560" y="13621"/>
                    <a:pt x="2536" y="13157"/>
                  </a:cubicBezTo>
                  <a:cubicBezTo>
                    <a:pt x="2501" y="12752"/>
                    <a:pt x="2167" y="12430"/>
                    <a:pt x="1751" y="12430"/>
                  </a:cubicBezTo>
                  <a:lnTo>
                    <a:pt x="1512" y="12430"/>
                  </a:lnTo>
                  <a:lnTo>
                    <a:pt x="1512" y="11299"/>
                  </a:lnTo>
                  <a:lnTo>
                    <a:pt x="1739" y="11299"/>
                  </a:lnTo>
                  <a:cubicBezTo>
                    <a:pt x="2191" y="11299"/>
                    <a:pt x="2560" y="10918"/>
                    <a:pt x="2536" y="10466"/>
                  </a:cubicBezTo>
                  <a:cubicBezTo>
                    <a:pt x="2501" y="10049"/>
                    <a:pt x="2167" y="9739"/>
                    <a:pt x="1751" y="9739"/>
                  </a:cubicBezTo>
                  <a:lnTo>
                    <a:pt x="1512" y="9739"/>
                  </a:lnTo>
                  <a:lnTo>
                    <a:pt x="1512" y="8608"/>
                  </a:lnTo>
                  <a:lnTo>
                    <a:pt x="1739" y="8608"/>
                  </a:lnTo>
                  <a:cubicBezTo>
                    <a:pt x="2191" y="8608"/>
                    <a:pt x="2560" y="8227"/>
                    <a:pt x="2536" y="7763"/>
                  </a:cubicBezTo>
                  <a:cubicBezTo>
                    <a:pt x="2501" y="7358"/>
                    <a:pt x="2167" y="7049"/>
                    <a:pt x="1751" y="7049"/>
                  </a:cubicBezTo>
                  <a:lnTo>
                    <a:pt x="1512" y="7049"/>
                  </a:lnTo>
                  <a:lnTo>
                    <a:pt x="1512" y="5941"/>
                  </a:lnTo>
                  <a:lnTo>
                    <a:pt x="1739" y="5941"/>
                  </a:lnTo>
                  <a:cubicBezTo>
                    <a:pt x="2191" y="5941"/>
                    <a:pt x="2560" y="5560"/>
                    <a:pt x="2536" y="5108"/>
                  </a:cubicBezTo>
                  <a:cubicBezTo>
                    <a:pt x="2501" y="4691"/>
                    <a:pt x="2167" y="4382"/>
                    <a:pt x="1751" y="4382"/>
                  </a:cubicBezTo>
                  <a:lnTo>
                    <a:pt x="1512" y="4382"/>
                  </a:lnTo>
                  <a:lnTo>
                    <a:pt x="1512" y="3251"/>
                  </a:lnTo>
                  <a:lnTo>
                    <a:pt x="1739" y="3251"/>
                  </a:lnTo>
                  <a:cubicBezTo>
                    <a:pt x="2191" y="3251"/>
                    <a:pt x="2560" y="2870"/>
                    <a:pt x="2536" y="2405"/>
                  </a:cubicBezTo>
                  <a:cubicBezTo>
                    <a:pt x="2501" y="2000"/>
                    <a:pt x="2167" y="1691"/>
                    <a:pt x="1751" y="1679"/>
                  </a:cubicBezTo>
                  <a:lnTo>
                    <a:pt x="1512" y="1679"/>
                  </a:lnTo>
                  <a:lnTo>
                    <a:pt x="1512" y="846"/>
                  </a:lnTo>
                  <a:cubicBezTo>
                    <a:pt x="1512" y="631"/>
                    <a:pt x="1679" y="465"/>
                    <a:pt x="1893" y="465"/>
                  </a:cubicBezTo>
                  <a:lnTo>
                    <a:pt x="12597" y="465"/>
                  </a:lnTo>
                  <a:cubicBezTo>
                    <a:pt x="12728" y="465"/>
                    <a:pt x="12847" y="572"/>
                    <a:pt x="12835" y="703"/>
                  </a:cubicBezTo>
                  <a:lnTo>
                    <a:pt x="12835" y="11787"/>
                  </a:lnTo>
                  <a:cubicBezTo>
                    <a:pt x="12835" y="11835"/>
                    <a:pt x="12859" y="11871"/>
                    <a:pt x="12895" y="11906"/>
                  </a:cubicBezTo>
                  <a:cubicBezTo>
                    <a:pt x="12941" y="11953"/>
                    <a:pt x="13001" y="11974"/>
                    <a:pt x="13060" y="11974"/>
                  </a:cubicBezTo>
                  <a:cubicBezTo>
                    <a:pt x="13181" y="11974"/>
                    <a:pt x="13300" y="11884"/>
                    <a:pt x="13300" y="11740"/>
                  </a:cubicBezTo>
                  <a:lnTo>
                    <a:pt x="13300" y="846"/>
                  </a:lnTo>
                  <a:cubicBezTo>
                    <a:pt x="13300" y="381"/>
                    <a:pt x="12919" y="0"/>
                    <a:pt x="124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42" name="Google Shape;2642;p56"/>
          <p:cNvGrpSpPr/>
          <p:nvPr/>
        </p:nvGrpSpPr>
        <p:grpSpPr>
          <a:xfrm>
            <a:off x="1767340" y="1408665"/>
            <a:ext cx="504173" cy="503819"/>
            <a:chOff x="2072700" y="3248319"/>
            <a:chExt cx="418957" cy="418663"/>
          </a:xfrm>
        </p:grpSpPr>
        <p:sp>
          <p:nvSpPr>
            <p:cNvPr id="2643" name="Google Shape;2643;p56"/>
            <p:cNvSpPr/>
            <p:nvPr/>
          </p:nvSpPr>
          <p:spPr>
            <a:xfrm>
              <a:off x="2359299" y="3443624"/>
              <a:ext cx="26744" cy="26744"/>
            </a:xfrm>
            <a:custGeom>
              <a:avLst/>
              <a:gdLst/>
              <a:ahLst/>
              <a:cxnLst/>
              <a:rect l="l" t="t" r="r" b="b"/>
              <a:pathLst>
                <a:path w="1001" h="1001" extrusionOk="0">
                  <a:moveTo>
                    <a:pt x="501" y="1"/>
                  </a:moveTo>
                  <a:cubicBezTo>
                    <a:pt x="227" y="1"/>
                    <a:pt x="1" y="215"/>
                    <a:pt x="1" y="501"/>
                  </a:cubicBezTo>
                  <a:cubicBezTo>
                    <a:pt x="1" y="775"/>
                    <a:pt x="227" y="1001"/>
                    <a:pt x="501" y="1001"/>
                  </a:cubicBezTo>
                  <a:cubicBezTo>
                    <a:pt x="786" y="1001"/>
                    <a:pt x="1001" y="775"/>
                    <a:pt x="1001" y="501"/>
                  </a:cubicBezTo>
                  <a:cubicBezTo>
                    <a:pt x="1001" y="215"/>
                    <a:pt x="786" y="1"/>
                    <a:pt x="50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56"/>
            <p:cNvSpPr/>
            <p:nvPr/>
          </p:nvSpPr>
          <p:spPr>
            <a:xfrm>
              <a:off x="2257505" y="3254357"/>
              <a:ext cx="228755" cy="168320"/>
            </a:xfrm>
            <a:custGeom>
              <a:avLst/>
              <a:gdLst/>
              <a:ahLst/>
              <a:cxnLst/>
              <a:rect l="l" t="t" r="r" b="b"/>
              <a:pathLst>
                <a:path w="8562" h="6300" extrusionOk="0">
                  <a:moveTo>
                    <a:pt x="8070" y="0"/>
                  </a:moveTo>
                  <a:cubicBezTo>
                    <a:pt x="8063" y="0"/>
                    <a:pt x="8056" y="0"/>
                    <a:pt x="8049" y="1"/>
                  </a:cubicBezTo>
                  <a:lnTo>
                    <a:pt x="501" y="1"/>
                  </a:lnTo>
                  <a:cubicBezTo>
                    <a:pt x="227" y="1"/>
                    <a:pt x="1" y="215"/>
                    <a:pt x="1" y="501"/>
                  </a:cubicBezTo>
                  <a:lnTo>
                    <a:pt x="1" y="5799"/>
                  </a:lnTo>
                  <a:cubicBezTo>
                    <a:pt x="1" y="6073"/>
                    <a:pt x="227" y="6299"/>
                    <a:pt x="501" y="6299"/>
                  </a:cubicBezTo>
                  <a:lnTo>
                    <a:pt x="8049" y="6299"/>
                  </a:lnTo>
                  <a:cubicBezTo>
                    <a:pt x="8323" y="6299"/>
                    <a:pt x="8549" y="6085"/>
                    <a:pt x="8561" y="5811"/>
                  </a:cubicBezTo>
                  <a:lnTo>
                    <a:pt x="8561" y="501"/>
                  </a:lnTo>
                  <a:cubicBezTo>
                    <a:pt x="8561" y="222"/>
                    <a:pt x="8335" y="0"/>
                    <a:pt x="80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56"/>
            <p:cNvSpPr/>
            <p:nvPr/>
          </p:nvSpPr>
          <p:spPr>
            <a:xfrm>
              <a:off x="2188467" y="3434086"/>
              <a:ext cx="132065" cy="84320"/>
            </a:xfrm>
            <a:custGeom>
              <a:avLst/>
              <a:gdLst/>
              <a:ahLst/>
              <a:cxnLst/>
              <a:rect l="l" t="t" r="r" b="b"/>
              <a:pathLst>
                <a:path w="4943" h="3156" extrusionOk="0">
                  <a:moveTo>
                    <a:pt x="1239" y="1"/>
                  </a:moveTo>
                  <a:lnTo>
                    <a:pt x="1239" y="1608"/>
                  </a:lnTo>
                  <a:cubicBezTo>
                    <a:pt x="1239" y="1787"/>
                    <a:pt x="1108" y="1929"/>
                    <a:pt x="930" y="1953"/>
                  </a:cubicBezTo>
                  <a:cubicBezTo>
                    <a:pt x="763" y="1977"/>
                    <a:pt x="1" y="3156"/>
                    <a:pt x="1" y="3156"/>
                  </a:cubicBezTo>
                  <a:lnTo>
                    <a:pt x="4942" y="3156"/>
                  </a:lnTo>
                  <a:lnTo>
                    <a:pt x="4001" y="1953"/>
                  </a:lnTo>
                  <a:cubicBezTo>
                    <a:pt x="3823" y="1929"/>
                    <a:pt x="3692" y="1787"/>
                    <a:pt x="3692" y="1608"/>
                  </a:cubicBezTo>
                  <a:lnTo>
                    <a:pt x="3692" y="1"/>
                  </a:lnTo>
                  <a:close/>
                </a:path>
              </a:pathLst>
            </a:custGeom>
            <a:solidFill>
              <a:srgbClr val="F5DB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56"/>
            <p:cNvSpPr/>
            <p:nvPr/>
          </p:nvSpPr>
          <p:spPr>
            <a:xfrm>
              <a:off x="2128032" y="3482445"/>
              <a:ext cx="251652" cy="167038"/>
            </a:xfrm>
            <a:custGeom>
              <a:avLst/>
              <a:gdLst/>
              <a:ahLst/>
              <a:cxnLst/>
              <a:rect l="l" t="t" r="r" b="b"/>
              <a:pathLst>
                <a:path w="9419" h="6252" extrusionOk="0">
                  <a:moveTo>
                    <a:pt x="3430" y="0"/>
                  </a:moveTo>
                  <a:cubicBezTo>
                    <a:pt x="3370" y="84"/>
                    <a:pt x="3287" y="143"/>
                    <a:pt x="3180" y="155"/>
                  </a:cubicBezTo>
                  <a:cubicBezTo>
                    <a:pt x="2656" y="215"/>
                    <a:pt x="1596" y="381"/>
                    <a:pt x="1037" y="631"/>
                  </a:cubicBezTo>
                  <a:cubicBezTo>
                    <a:pt x="406" y="905"/>
                    <a:pt x="1" y="1524"/>
                    <a:pt x="13" y="2203"/>
                  </a:cubicBezTo>
                  <a:lnTo>
                    <a:pt x="13" y="6251"/>
                  </a:lnTo>
                  <a:lnTo>
                    <a:pt x="9419" y="6251"/>
                  </a:lnTo>
                  <a:lnTo>
                    <a:pt x="9419" y="2203"/>
                  </a:lnTo>
                  <a:cubicBezTo>
                    <a:pt x="9419" y="1524"/>
                    <a:pt x="9014" y="905"/>
                    <a:pt x="8395" y="631"/>
                  </a:cubicBezTo>
                  <a:cubicBezTo>
                    <a:pt x="7835" y="381"/>
                    <a:pt x="6775" y="227"/>
                    <a:pt x="6252" y="155"/>
                  </a:cubicBezTo>
                  <a:cubicBezTo>
                    <a:pt x="6144" y="143"/>
                    <a:pt x="6049" y="84"/>
                    <a:pt x="6002" y="0"/>
                  </a:cubicBezTo>
                  <a:cubicBezTo>
                    <a:pt x="5615" y="274"/>
                    <a:pt x="5165" y="411"/>
                    <a:pt x="4716" y="411"/>
                  </a:cubicBezTo>
                  <a:cubicBezTo>
                    <a:pt x="4266" y="411"/>
                    <a:pt x="3817" y="274"/>
                    <a:pt x="343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56"/>
            <p:cNvSpPr/>
            <p:nvPr/>
          </p:nvSpPr>
          <p:spPr>
            <a:xfrm>
              <a:off x="2289646" y="3484021"/>
              <a:ext cx="90038" cy="165461"/>
            </a:xfrm>
            <a:custGeom>
              <a:avLst/>
              <a:gdLst/>
              <a:ahLst/>
              <a:cxnLst/>
              <a:rect l="l" t="t" r="r" b="b"/>
              <a:pathLst>
                <a:path w="3370" h="6193" extrusionOk="0">
                  <a:moveTo>
                    <a:pt x="0" y="1"/>
                  </a:moveTo>
                  <a:lnTo>
                    <a:pt x="0" y="6192"/>
                  </a:lnTo>
                  <a:lnTo>
                    <a:pt x="3370" y="6192"/>
                  </a:lnTo>
                  <a:lnTo>
                    <a:pt x="3370" y="2144"/>
                  </a:lnTo>
                  <a:cubicBezTo>
                    <a:pt x="3358" y="1465"/>
                    <a:pt x="2965" y="846"/>
                    <a:pt x="2346" y="572"/>
                  </a:cubicBezTo>
                  <a:cubicBezTo>
                    <a:pt x="1786" y="322"/>
                    <a:pt x="715" y="168"/>
                    <a:pt x="191" y="96"/>
                  </a:cubicBezTo>
                  <a:cubicBezTo>
                    <a:pt x="119" y="84"/>
                    <a:pt x="48" y="49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56"/>
            <p:cNvSpPr/>
            <p:nvPr/>
          </p:nvSpPr>
          <p:spPr>
            <a:xfrm>
              <a:off x="2128353" y="3484342"/>
              <a:ext cx="89744" cy="165141"/>
            </a:xfrm>
            <a:custGeom>
              <a:avLst/>
              <a:gdLst/>
              <a:ahLst/>
              <a:cxnLst/>
              <a:rect l="l" t="t" r="r" b="b"/>
              <a:pathLst>
                <a:path w="3359" h="6181" extrusionOk="0">
                  <a:moveTo>
                    <a:pt x="3358" y="1"/>
                  </a:moveTo>
                  <a:cubicBezTo>
                    <a:pt x="3311" y="48"/>
                    <a:pt x="3239" y="72"/>
                    <a:pt x="3168" y="84"/>
                  </a:cubicBezTo>
                  <a:lnTo>
                    <a:pt x="3180" y="84"/>
                  </a:lnTo>
                  <a:cubicBezTo>
                    <a:pt x="2656" y="156"/>
                    <a:pt x="1584" y="310"/>
                    <a:pt x="1025" y="560"/>
                  </a:cubicBezTo>
                  <a:cubicBezTo>
                    <a:pt x="394" y="834"/>
                    <a:pt x="1" y="1453"/>
                    <a:pt x="1" y="2132"/>
                  </a:cubicBezTo>
                  <a:lnTo>
                    <a:pt x="1" y="6180"/>
                  </a:lnTo>
                  <a:lnTo>
                    <a:pt x="3358" y="6180"/>
                  </a:lnTo>
                  <a:lnTo>
                    <a:pt x="33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56"/>
            <p:cNvSpPr/>
            <p:nvPr/>
          </p:nvSpPr>
          <p:spPr>
            <a:xfrm>
              <a:off x="2287082" y="3473227"/>
              <a:ext cx="37885" cy="147935"/>
            </a:xfrm>
            <a:custGeom>
              <a:avLst/>
              <a:gdLst/>
              <a:ahLst/>
              <a:cxnLst/>
              <a:rect l="l" t="t" r="r" b="b"/>
              <a:pathLst>
                <a:path w="1418" h="5537" extrusionOk="0">
                  <a:moveTo>
                    <a:pt x="13" y="0"/>
                  </a:moveTo>
                  <a:lnTo>
                    <a:pt x="13" y="488"/>
                  </a:lnTo>
                  <a:cubicBezTo>
                    <a:pt x="1" y="524"/>
                    <a:pt x="13" y="572"/>
                    <a:pt x="25" y="607"/>
                  </a:cubicBezTo>
                  <a:cubicBezTo>
                    <a:pt x="72" y="750"/>
                    <a:pt x="108" y="905"/>
                    <a:pt x="132" y="1072"/>
                  </a:cubicBezTo>
                  <a:lnTo>
                    <a:pt x="132" y="5537"/>
                  </a:lnTo>
                  <a:lnTo>
                    <a:pt x="822" y="3405"/>
                  </a:lnTo>
                  <a:cubicBezTo>
                    <a:pt x="846" y="3334"/>
                    <a:pt x="882" y="3262"/>
                    <a:pt x="941" y="3203"/>
                  </a:cubicBezTo>
                  <a:lnTo>
                    <a:pt x="1203" y="2905"/>
                  </a:lnTo>
                  <a:cubicBezTo>
                    <a:pt x="1394" y="2691"/>
                    <a:pt x="1418" y="2369"/>
                    <a:pt x="1251" y="2119"/>
                  </a:cubicBezTo>
                  <a:cubicBezTo>
                    <a:pt x="1096" y="1905"/>
                    <a:pt x="1096" y="1619"/>
                    <a:pt x="1251" y="1405"/>
                  </a:cubicBezTo>
                  <a:lnTo>
                    <a:pt x="1239" y="1405"/>
                  </a:lnTo>
                  <a:cubicBezTo>
                    <a:pt x="1382" y="1203"/>
                    <a:pt x="1334" y="917"/>
                    <a:pt x="1120" y="786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56"/>
            <p:cNvSpPr/>
            <p:nvPr/>
          </p:nvSpPr>
          <p:spPr>
            <a:xfrm>
              <a:off x="2182750" y="3473227"/>
              <a:ext cx="38847" cy="147935"/>
            </a:xfrm>
            <a:custGeom>
              <a:avLst/>
              <a:gdLst/>
              <a:ahLst/>
              <a:cxnLst/>
              <a:rect l="l" t="t" r="r" b="b"/>
              <a:pathLst>
                <a:path w="1454" h="5537" extrusionOk="0">
                  <a:moveTo>
                    <a:pt x="1453" y="0"/>
                  </a:moveTo>
                  <a:lnTo>
                    <a:pt x="298" y="786"/>
                  </a:lnTo>
                  <a:cubicBezTo>
                    <a:pt x="84" y="929"/>
                    <a:pt x="36" y="1203"/>
                    <a:pt x="179" y="1405"/>
                  </a:cubicBezTo>
                  <a:cubicBezTo>
                    <a:pt x="322" y="1619"/>
                    <a:pt x="322" y="1905"/>
                    <a:pt x="179" y="2131"/>
                  </a:cubicBezTo>
                  <a:cubicBezTo>
                    <a:pt x="1" y="2369"/>
                    <a:pt x="24" y="2703"/>
                    <a:pt x="239" y="2929"/>
                  </a:cubicBezTo>
                  <a:lnTo>
                    <a:pt x="489" y="3215"/>
                  </a:lnTo>
                  <a:cubicBezTo>
                    <a:pt x="548" y="3274"/>
                    <a:pt x="584" y="3334"/>
                    <a:pt x="620" y="3405"/>
                  </a:cubicBezTo>
                  <a:lnTo>
                    <a:pt x="1334" y="5537"/>
                  </a:lnTo>
                  <a:lnTo>
                    <a:pt x="1334" y="1072"/>
                  </a:lnTo>
                  <a:cubicBezTo>
                    <a:pt x="1334" y="917"/>
                    <a:pt x="1358" y="774"/>
                    <a:pt x="1417" y="631"/>
                  </a:cubicBezTo>
                  <a:cubicBezTo>
                    <a:pt x="1441" y="584"/>
                    <a:pt x="1453" y="536"/>
                    <a:pt x="1453" y="488"/>
                  </a:cubicBezTo>
                  <a:lnTo>
                    <a:pt x="14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56"/>
            <p:cNvSpPr/>
            <p:nvPr/>
          </p:nvSpPr>
          <p:spPr>
            <a:xfrm>
              <a:off x="2170994" y="3316395"/>
              <a:ext cx="62359" cy="91962"/>
            </a:xfrm>
            <a:custGeom>
              <a:avLst/>
              <a:gdLst/>
              <a:ahLst/>
              <a:cxnLst/>
              <a:rect l="l" t="t" r="r" b="b"/>
              <a:pathLst>
                <a:path w="2334" h="3442" extrusionOk="0">
                  <a:moveTo>
                    <a:pt x="1488" y="0"/>
                  </a:moveTo>
                  <a:cubicBezTo>
                    <a:pt x="667" y="0"/>
                    <a:pt x="0" y="667"/>
                    <a:pt x="0" y="1489"/>
                  </a:cubicBezTo>
                  <a:lnTo>
                    <a:pt x="0" y="2084"/>
                  </a:lnTo>
                  <a:cubicBezTo>
                    <a:pt x="0" y="2727"/>
                    <a:pt x="322" y="3072"/>
                    <a:pt x="857" y="3441"/>
                  </a:cubicBezTo>
                  <a:lnTo>
                    <a:pt x="2334" y="3025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56"/>
            <p:cNvSpPr/>
            <p:nvPr/>
          </p:nvSpPr>
          <p:spPr>
            <a:xfrm>
              <a:off x="2274685" y="3316395"/>
              <a:ext cx="62065" cy="91962"/>
            </a:xfrm>
            <a:custGeom>
              <a:avLst/>
              <a:gdLst/>
              <a:ahLst/>
              <a:cxnLst/>
              <a:rect l="l" t="t" r="r" b="b"/>
              <a:pathLst>
                <a:path w="2323" h="3442" extrusionOk="0">
                  <a:moveTo>
                    <a:pt x="12" y="0"/>
                  </a:moveTo>
                  <a:lnTo>
                    <a:pt x="1" y="3025"/>
                  </a:lnTo>
                  <a:lnTo>
                    <a:pt x="1465" y="3441"/>
                  </a:lnTo>
                  <a:cubicBezTo>
                    <a:pt x="2001" y="3072"/>
                    <a:pt x="2322" y="2727"/>
                    <a:pt x="2322" y="2084"/>
                  </a:cubicBezTo>
                  <a:lnTo>
                    <a:pt x="2322" y="1489"/>
                  </a:lnTo>
                  <a:cubicBezTo>
                    <a:pt x="2322" y="667"/>
                    <a:pt x="1656" y="0"/>
                    <a:pt x="8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56"/>
            <p:cNvSpPr/>
            <p:nvPr/>
          </p:nvSpPr>
          <p:spPr>
            <a:xfrm>
              <a:off x="2181494" y="3303999"/>
              <a:ext cx="145717" cy="160652"/>
            </a:xfrm>
            <a:custGeom>
              <a:avLst/>
              <a:gdLst/>
              <a:ahLst/>
              <a:cxnLst/>
              <a:rect l="l" t="t" r="r" b="b"/>
              <a:pathLst>
                <a:path w="5454" h="6013" extrusionOk="0">
                  <a:moveTo>
                    <a:pt x="2727" y="0"/>
                  </a:moveTo>
                  <a:cubicBezTo>
                    <a:pt x="2194" y="0"/>
                    <a:pt x="1661" y="191"/>
                    <a:pt x="1238" y="572"/>
                  </a:cubicBezTo>
                  <a:cubicBezTo>
                    <a:pt x="798" y="964"/>
                    <a:pt x="548" y="1524"/>
                    <a:pt x="548" y="2107"/>
                  </a:cubicBezTo>
                  <a:lnTo>
                    <a:pt x="548" y="2560"/>
                  </a:lnTo>
                  <a:cubicBezTo>
                    <a:pt x="548" y="2643"/>
                    <a:pt x="488" y="2703"/>
                    <a:pt x="405" y="2703"/>
                  </a:cubicBezTo>
                  <a:cubicBezTo>
                    <a:pt x="179" y="2715"/>
                    <a:pt x="0" y="2893"/>
                    <a:pt x="0" y="3108"/>
                  </a:cubicBezTo>
                  <a:lnTo>
                    <a:pt x="0" y="3548"/>
                  </a:lnTo>
                  <a:cubicBezTo>
                    <a:pt x="0" y="3762"/>
                    <a:pt x="179" y="3941"/>
                    <a:pt x="405" y="3941"/>
                  </a:cubicBezTo>
                  <a:cubicBezTo>
                    <a:pt x="488" y="3941"/>
                    <a:pt x="548" y="4012"/>
                    <a:pt x="560" y="4096"/>
                  </a:cubicBezTo>
                  <a:cubicBezTo>
                    <a:pt x="595" y="4620"/>
                    <a:pt x="845" y="5096"/>
                    <a:pt x="1238" y="5441"/>
                  </a:cubicBezTo>
                  <a:cubicBezTo>
                    <a:pt x="1661" y="5822"/>
                    <a:pt x="2194" y="6013"/>
                    <a:pt x="2728" y="6013"/>
                  </a:cubicBezTo>
                  <a:cubicBezTo>
                    <a:pt x="3262" y="6013"/>
                    <a:pt x="3798" y="5822"/>
                    <a:pt x="4227" y="5441"/>
                  </a:cubicBezTo>
                  <a:cubicBezTo>
                    <a:pt x="4620" y="5096"/>
                    <a:pt x="4858" y="4620"/>
                    <a:pt x="4905" y="4096"/>
                  </a:cubicBezTo>
                  <a:cubicBezTo>
                    <a:pt x="4905" y="4012"/>
                    <a:pt x="4977" y="3941"/>
                    <a:pt x="5060" y="3941"/>
                  </a:cubicBezTo>
                  <a:cubicBezTo>
                    <a:pt x="5274" y="3941"/>
                    <a:pt x="5453" y="3762"/>
                    <a:pt x="5453" y="3548"/>
                  </a:cubicBezTo>
                  <a:lnTo>
                    <a:pt x="5453" y="3119"/>
                  </a:lnTo>
                  <a:cubicBezTo>
                    <a:pt x="5453" y="2893"/>
                    <a:pt x="5263" y="2715"/>
                    <a:pt x="5048" y="2715"/>
                  </a:cubicBezTo>
                  <a:cubicBezTo>
                    <a:pt x="4965" y="2715"/>
                    <a:pt x="4905" y="2643"/>
                    <a:pt x="4905" y="2560"/>
                  </a:cubicBezTo>
                  <a:lnTo>
                    <a:pt x="4905" y="2119"/>
                  </a:lnTo>
                  <a:cubicBezTo>
                    <a:pt x="4905" y="1524"/>
                    <a:pt x="4655" y="964"/>
                    <a:pt x="4215" y="572"/>
                  </a:cubicBezTo>
                  <a:cubicBezTo>
                    <a:pt x="3792" y="191"/>
                    <a:pt x="3259" y="0"/>
                    <a:pt x="2727" y="0"/>
                  </a:cubicBezTo>
                  <a:close/>
                </a:path>
              </a:pathLst>
            </a:custGeom>
            <a:solidFill>
              <a:srgbClr val="F5DB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56"/>
            <p:cNvSpPr/>
            <p:nvPr/>
          </p:nvSpPr>
          <p:spPr>
            <a:xfrm>
              <a:off x="2214250" y="3420086"/>
              <a:ext cx="79217" cy="44324"/>
            </a:xfrm>
            <a:custGeom>
              <a:avLst/>
              <a:gdLst/>
              <a:ahLst/>
              <a:cxnLst/>
              <a:rect l="l" t="t" r="r" b="b"/>
              <a:pathLst>
                <a:path w="2965" h="1659" extrusionOk="0">
                  <a:moveTo>
                    <a:pt x="250" y="1"/>
                  </a:moveTo>
                  <a:cubicBezTo>
                    <a:pt x="108" y="1"/>
                    <a:pt x="0" y="120"/>
                    <a:pt x="0" y="251"/>
                  </a:cubicBezTo>
                  <a:lnTo>
                    <a:pt x="0" y="1096"/>
                  </a:lnTo>
                  <a:cubicBezTo>
                    <a:pt x="423" y="1471"/>
                    <a:pt x="953" y="1659"/>
                    <a:pt x="1483" y="1659"/>
                  </a:cubicBezTo>
                  <a:cubicBezTo>
                    <a:pt x="2013" y="1659"/>
                    <a:pt x="2542" y="1471"/>
                    <a:pt x="2965" y="1096"/>
                  </a:cubicBezTo>
                  <a:lnTo>
                    <a:pt x="2965" y="251"/>
                  </a:lnTo>
                  <a:cubicBezTo>
                    <a:pt x="2965" y="108"/>
                    <a:pt x="2858" y="1"/>
                    <a:pt x="27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56"/>
            <p:cNvSpPr/>
            <p:nvPr/>
          </p:nvSpPr>
          <p:spPr>
            <a:xfrm>
              <a:off x="2088918" y="3533021"/>
              <a:ext cx="105641" cy="99923"/>
            </a:xfrm>
            <a:custGeom>
              <a:avLst/>
              <a:gdLst/>
              <a:ahLst/>
              <a:cxnLst/>
              <a:rect l="l" t="t" r="r" b="b"/>
              <a:pathLst>
                <a:path w="3954" h="3740" extrusionOk="0">
                  <a:moveTo>
                    <a:pt x="1358" y="1"/>
                  </a:moveTo>
                  <a:lnTo>
                    <a:pt x="1358" y="929"/>
                  </a:lnTo>
                  <a:cubicBezTo>
                    <a:pt x="1358" y="965"/>
                    <a:pt x="1346" y="1013"/>
                    <a:pt x="1322" y="1048"/>
                  </a:cubicBezTo>
                  <a:lnTo>
                    <a:pt x="0" y="3739"/>
                  </a:lnTo>
                  <a:lnTo>
                    <a:pt x="3953" y="3739"/>
                  </a:lnTo>
                  <a:lnTo>
                    <a:pt x="2632" y="1036"/>
                  </a:lnTo>
                  <a:cubicBezTo>
                    <a:pt x="2620" y="1001"/>
                    <a:pt x="2608" y="965"/>
                    <a:pt x="2608" y="929"/>
                  </a:cubicBezTo>
                  <a:lnTo>
                    <a:pt x="260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56"/>
            <p:cNvSpPr/>
            <p:nvPr/>
          </p:nvSpPr>
          <p:spPr>
            <a:xfrm>
              <a:off x="2117853" y="3533021"/>
              <a:ext cx="77027" cy="99923"/>
            </a:xfrm>
            <a:custGeom>
              <a:avLst/>
              <a:gdLst/>
              <a:ahLst/>
              <a:cxnLst/>
              <a:rect l="l" t="t" r="r" b="b"/>
              <a:pathLst>
                <a:path w="2883" h="3740" extrusionOk="0">
                  <a:moveTo>
                    <a:pt x="275" y="1"/>
                  </a:moveTo>
                  <a:lnTo>
                    <a:pt x="275" y="929"/>
                  </a:lnTo>
                  <a:cubicBezTo>
                    <a:pt x="275" y="965"/>
                    <a:pt x="263" y="1013"/>
                    <a:pt x="239" y="1048"/>
                  </a:cubicBezTo>
                  <a:lnTo>
                    <a:pt x="96" y="1346"/>
                  </a:lnTo>
                  <a:cubicBezTo>
                    <a:pt x="1" y="1536"/>
                    <a:pt x="1" y="1751"/>
                    <a:pt x="96" y="1953"/>
                  </a:cubicBezTo>
                  <a:lnTo>
                    <a:pt x="989" y="3739"/>
                  </a:lnTo>
                  <a:lnTo>
                    <a:pt x="2882" y="3739"/>
                  </a:lnTo>
                  <a:lnTo>
                    <a:pt x="1549" y="1036"/>
                  </a:lnTo>
                  <a:cubicBezTo>
                    <a:pt x="1537" y="1001"/>
                    <a:pt x="1525" y="965"/>
                    <a:pt x="1525" y="929"/>
                  </a:cubicBezTo>
                  <a:lnTo>
                    <a:pt x="152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56"/>
            <p:cNvSpPr/>
            <p:nvPr/>
          </p:nvSpPr>
          <p:spPr>
            <a:xfrm>
              <a:off x="2117532" y="3524124"/>
              <a:ext cx="48385" cy="20385"/>
            </a:xfrm>
            <a:custGeom>
              <a:avLst/>
              <a:gdLst/>
              <a:ahLst/>
              <a:cxnLst/>
              <a:rect l="l" t="t" r="r" b="b"/>
              <a:pathLst>
                <a:path w="1811" h="763" extrusionOk="0">
                  <a:moveTo>
                    <a:pt x="203" y="0"/>
                  </a:moveTo>
                  <a:cubicBezTo>
                    <a:pt x="96" y="0"/>
                    <a:pt x="1" y="83"/>
                    <a:pt x="1" y="203"/>
                  </a:cubicBezTo>
                  <a:lnTo>
                    <a:pt x="1" y="560"/>
                  </a:lnTo>
                  <a:cubicBezTo>
                    <a:pt x="1" y="679"/>
                    <a:pt x="96" y="762"/>
                    <a:pt x="203" y="762"/>
                  </a:cubicBezTo>
                  <a:lnTo>
                    <a:pt x="1608" y="762"/>
                  </a:lnTo>
                  <a:cubicBezTo>
                    <a:pt x="1727" y="762"/>
                    <a:pt x="1811" y="679"/>
                    <a:pt x="1811" y="560"/>
                  </a:cubicBezTo>
                  <a:lnTo>
                    <a:pt x="1811" y="203"/>
                  </a:lnTo>
                  <a:cubicBezTo>
                    <a:pt x="1811" y="83"/>
                    <a:pt x="1727" y="0"/>
                    <a:pt x="16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56"/>
            <p:cNvSpPr/>
            <p:nvPr/>
          </p:nvSpPr>
          <p:spPr>
            <a:xfrm>
              <a:off x="2089559" y="3586777"/>
              <a:ext cx="105000" cy="46168"/>
            </a:xfrm>
            <a:custGeom>
              <a:avLst/>
              <a:gdLst/>
              <a:ahLst/>
              <a:cxnLst/>
              <a:rect l="l" t="t" r="r" b="b"/>
              <a:pathLst>
                <a:path w="3930" h="1728" extrusionOk="0">
                  <a:moveTo>
                    <a:pt x="845" y="1"/>
                  </a:moveTo>
                  <a:lnTo>
                    <a:pt x="0" y="1727"/>
                  </a:lnTo>
                  <a:lnTo>
                    <a:pt x="3929" y="1727"/>
                  </a:lnTo>
                  <a:lnTo>
                    <a:pt x="3084" y="1"/>
                  </a:lnTo>
                  <a:cubicBezTo>
                    <a:pt x="2893" y="1"/>
                    <a:pt x="2905" y="96"/>
                    <a:pt x="2715" y="96"/>
                  </a:cubicBezTo>
                  <a:cubicBezTo>
                    <a:pt x="2524" y="96"/>
                    <a:pt x="2524" y="1"/>
                    <a:pt x="2334" y="1"/>
                  </a:cubicBezTo>
                  <a:cubicBezTo>
                    <a:pt x="2155" y="1"/>
                    <a:pt x="2155" y="96"/>
                    <a:pt x="1965" y="96"/>
                  </a:cubicBezTo>
                  <a:cubicBezTo>
                    <a:pt x="1774" y="96"/>
                    <a:pt x="1774" y="1"/>
                    <a:pt x="1596" y="1"/>
                  </a:cubicBezTo>
                  <a:cubicBezTo>
                    <a:pt x="1405" y="1"/>
                    <a:pt x="1405" y="96"/>
                    <a:pt x="1215" y="96"/>
                  </a:cubicBezTo>
                  <a:cubicBezTo>
                    <a:pt x="1024" y="96"/>
                    <a:pt x="1036" y="1"/>
                    <a:pt x="8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56"/>
            <p:cNvSpPr/>
            <p:nvPr/>
          </p:nvSpPr>
          <p:spPr>
            <a:xfrm>
              <a:off x="2079380" y="3625570"/>
              <a:ext cx="406560" cy="35027"/>
            </a:xfrm>
            <a:custGeom>
              <a:avLst/>
              <a:gdLst/>
              <a:ahLst/>
              <a:cxnLst/>
              <a:rect l="l" t="t" r="r" b="b"/>
              <a:pathLst>
                <a:path w="15217" h="1311" extrusionOk="0">
                  <a:moveTo>
                    <a:pt x="350" y="1"/>
                  </a:moveTo>
                  <a:cubicBezTo>
                    <a:pt x="156" y="1"/>
                    <a:pt x="0" y="174"/>
                    <a:pt x="0" y="370"/>
                  </a:cubicBezTo>
                  <a:lnTo>
                    <a:pt x="0" y="942"/>
                  </a:lnTo>
                  <a:cubicBezTo>
                    <a:pt x="0" y="1144"/>
                    <a:pt x="167" y="1311"/>
                    <a:pt x="369" y="1311"/>
                  </a:cubicBezTo>
                  <a:lnTo>
                    <a:pt x="14835" y="1311"/>
                  </a:lnTo>
                  <a:cubicBezTo>
                    <a:pt x="15050" y="1311"/>
                    <a:pt x="15216" y="1144"/>
                    <a:pt x="15216" y="942"/>
                  </a:cubicBezTo>
                  <a:lnTo>
                    <a:pt x="15216" y="370"/>
                  </a:lnTo>
                  <a:cubicBezTo>
                    <a:pt x="15216" y="168"/>
                    <a:pt x="15050" y="1"/>
                    <a:pt x="14835" y="1"/>
                  </a:cubicBezTo>
                  <a:lnTo>
                    <a:pt x="369" y="1"/>
                  </a:lnTo>
                  <a:cubicBezTo>
                    <a:pt x="363" y="1"/>
                    <a:pt x="356" y="1"/>
                    <a:pt x="35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56"/>
            <p:cNvSpPr/>
            <p:nvPr/>
          </p:nvSpPr>
          <p:spPr>
            <a:xfrm>
              <a:off x="2330364" y="3292537"/>
              <a:ext cx="124717" cy="12424"/>
            </a:xfrm>
            <a:custGeom>
              <a:avLst/>
              <a:gdLst/>
              <a:ahLst/>
              <a:cxnLst/>
              <a:rect l="l" t="t" r="r" b="b"/>
              <a:pathLst>
                <a:path w="4668" h="465" extrusionOk="0">
                  <a:moveTo>
                    <a:pt x="262" y="0"/>
                  </a:moveTo>
                  <a:cubicBezTo>
                    <a:pt x="143" y="0"/>
                    <a:pt x="36" y="84"/>
                    <a:pt x="24" y="203"/>
                  </a:cubicBezTo>
                  <a:cubicBezTo>
                    <a:pt x="0" y="334"/>
                    <a:pt x="107" y="465"/>
                    <a:pt x="250" y="465"/>
                  </a:cubicBezTo>
                  <a:lnTo>
                    <a:pt x="4417" y="465"/>
                  </a:lnTo>
                  <a:cubicBezTo>
                    <a:pt x="4536" y="465"/>
                    <a:pt x="4644" y="381"/>
                    <a:pt x="4655" y="262"/>
                  </a:cubicBezTo>
                  <a:cubicBezTo>
                    <a:pt x="4667" y="119"/>
                    <a:pt x="4560" y="0"/>
                    <a:pt x="44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56"/>
            <p:cNvSpPr/>
            <p:nvPr/>
          </p:nvSpPr>
          <p:spPr>
            <a:xfrm>
              <a:off x="2373299" y="3332613"/>
              <a:ext cx="81782" cy="12424"/>
            </a:xfrm>
            <a:custGeom>
              <a:avLst/>
              <a:gdLst/>
              <a:ahLst/>
              <a:cxnLst/>
              <a:rect l="l" t="t" r="r" b="b"/>
              <a:pathLst>
                <a:path w="3061" h="465" extrusionOk="0">
                  <a:moveTo>
                    <a:pt x="262" y="1"/>
                  </a:moveTo>
                  <a:cubicBezTo>
                    <a:pt x="143" y="1"/>
                    <a:pt x="36" y="84"/>
                    <a:pt x="24" y="203"/>
                  </a:cubicBezTo>
                  <a:cubicBezTo>
                    <a:pt x="0" y="334"/>
                    <a:pt x="108" y="465"/>
                    <a:pt x="251" y="465"/>
                  </a:cubicBezTo>
                  <a:lnTo>
                    <a:pt x="2810" y="465"/>
                  </a:lnTo>
                  <a:cubicBezTo>
                    <a:pt x="2929" y="465"/>
                    <a:pt x="3037" y="382"/>
                    <a:pt x="3048" y="263"/>
                  </a:cubicBezTo>
                  <a:cubicBezTo>
                    <a:pt x="3060" y="120"/>
                    <a:pt x="2953" y="1"/>
                    <a:pt x="28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56"/>
            <p:cNvSpPr/>
            <p:nvPr/>
          </p:nvSpPr>
          <p:spPr>
            <a:xfrm>
              <a:off x="2373299" y="3372021"/>
              <a:ext cx="81782" cy="12156"/>
            </a:xfrm>
            <a:custGeom>
              <a:avLst/>
              <a:gdLst/>
              <a:ahLst/>
              <a:cxnLst/>
              <a:rect l="l" t="t" r="r" b="b"/>
              <a:pathLst>
                <a:path w="3061" h="455" extrusionOk="0">
                  <a:moveTo>
                    <a:pt x="242" y="1"/>
                  </a:moveTo>
                  <a:cubicBezTo>
                    <a:pt x="131" y="1"/>
                    <a:pt x="36" y="91"/>
                    <a:pt x="24" y="192"/>
                  </a:cubicBezTo>
                  <a:cubicBezTo>
                    <a:pt x="0" y="335"/>
                    <a:pt x="108" y="454"/>
                    <a:pt x="251" y="454"/>
                  </a:cubicBezTo>
                  <a:lnTo>
                    <a:pt x="2810" y="454"/>
                  </a:lnTo>
                  <a:cubicBezTo>
                    <a:pt x="2929" y="454"/>
                    <a:pt x="3037" y="371"/>
                    <a:pt x="3048" y="252"/>
                  </a:cubicBezTo>
                  <a:cubicBezTo>
                    <a:pt x="3060" y="121"/>
                    <a:pt x="2953" y="2"/>
                    <a:pt x="2822" y="2"/>
                  </a:cubicBezTo>
                  <a:lnTo>
                    <a:pt x="262" y="2"/>
                  </a:lnTo>
                  <a:cubicBezTo>
                    <a:pt x="256" y="1"/>
                    <a:pt x="249" y="1"/>
                    <a:pt x="2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56"/>
            <p:cNvSpPr/>
            <p:nvPr/>
          </p:nvSpPr>
          <p:spPr>
            <a:xfrm>
              <a:off x="2327184" y="3571521"/>
              <a:ext cx="35321" cy="12424"/>
            </a:xfrm>
            <a:custGeom>
              <a:avLst/>
              <a:gdLst/>
              <a:ahLst/>
              <a:cxnLst/>
              <a:rect l="l" t="t" r="r" b="b"/>
              <a:pathLst>
                <a:path w="1322" h="465" extrusionOk="0">
                  <a:moveTo>
                    <a:pt x="262" y="0"/>
                  </a:moveTo>
                  <a:cubicBezTo>
                    <a:pt x="143" y="0"/>
                    <a:pt x="36" y="84"/>
                    <a:pt x="24" y="203"/>
                  </a:cubicBezTo>
                  <a:cubicBezTo>
                    <a:pt x="0" y="345"/>
                    <a:pt x="107" y="465"/>
                    <a:pt x="250" y="465"/>
                  </a:cubicBezTo>
                  <a:lnTo>
                    <a:pt x="1060" y="465"/>
                  </a:lnTo>
                  <a:cubicBezTo>
                    <a:pt x="1179" y="465"/>
                    <a:pt x="1286" y="381"/>
                    <a:pt x="1298" y="262"/>
                  </a:cubicBezTo>
                  <a:cubicBezTo>
                    <a:pt x="1322" y="119"/>
                    <a:pt x="1215" y="0"/>
                    <a:pt x="10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56"/>
            <p:cNvSpPr/>
            <p:nvPr/>
          </p:nvSpPr>
          <p:spPr>
            <a:xfrm>
              <a:off x="2072700" y="3298548"/>
              <a:ext cx="418957" cy="368434"/>
            </a:xfrm>
            <a:custGeom>
              <a:avLst/>
              <a:gdLst/>
              <a:ahLst/>
              <a:cxnLst/>
              <a:rect l="l" t="t" r="r" b="b"/>
              <a:pathLst>
                <a:path w="15681" h="13790" extrusionOk="0">
                  <a:moveTo>
                    <a:pt x="4822" y="954"/>
                  </a:moveTo>
                  <a:lnTo>
                    <a:pt x="4822" y="954"/>
                  </a:lnTo>
                  <a:cubicBezTo>
                    <a:pt x="4524" y="1359"/>
                    <a:pt x="4370" y="1835"/>
                    <a:pt x="4370" y="2323"/>
                  </a:cubicBezTo>
                  <a:lnTo>
                    <a:pt x="4370" y="2692"/>
                  </a:lnTo>
                  <a:cubicBezTo>
                    <a:pt x="4191" y="2716"/>
                    <a:pt x="4024" y="2823"/>
                    <a:pt x="3929" y="2978"/>
                  </a:cubicBezTo>
                  <a:cubicBezTo>
                    <a:pt x="3917" y="2907"/>
                    <a:pt x="3917" y="2835"/>
                    <a:pt x="3917" y="2776"/>
                  </a:cubicBezTo>
                  <a:lnTo>
                    <a:pt x="3917" y="2169"/>
                  </a:lnTo>
                  <a:cubicBezTo>
                    <a:pt x="3917" y="1609"/>
                    <a:pt x="4286" y="1121"/>
                    <a:pt x="4822" y="954"/>
                  </a:cubicBezTo>
                  <a:close/>
                  <a:moveTo>
                    <a:pt x="8739" y="954"/>
                  </a:moveTo>
                  <a:lnTo>
                    <a:pt x="8739" y="954"/>
                  </a:lnTo>
                  <a:cubicBezTo>
                    <a:pt x="9275" y="1109"/>
                    <a:pt x="9644" y="1609"/>
                    <a:pt x="9644" y="2169"/>
                  </a:cubicBezTo>
                  <a:lnTo>
                    <a:pt x="9644" y="2764"/>
                  </a:lnTo>
                  <a:cubicBezTo>
                    <a:pt x="9644" y="2835"/>
                    <a:pt x="9644" y="2907"/>
                    <a:pt x="9632" y="2978"/>
                  </a:cubicBezTo>
                  <a:cubicBezTo>
                    <a:pt x="9537" y="2812"/>
                    <a:pt x="9370" y="2716"/>
                    <a:pt x="9192" y="2692"/>
                  </a:cubicBezTo>
                  <a:lnTo>
                    <a:pt x="9192" y="2323"/>
                  </a:lnTo>
                  <a:cubicBezTo>
                    <a:pt x="9192" y="1823"/>
                    <a:pt x="9025" y="1347"/>
                    <a:pt x="8739" y="954"/>
                  </a:cubicBezTo>
                  <a:close/>
                  <a:moveTo>
                    <a:pt x="6787" y="442"/>
                  </a:moveTo>
                  <a:cubicBezTo>
                    <a:pt x="7787" y="454"/>
                    <a:pt x="8727" y="1192"/>
                    <a:pt x="8727" y="2323"/>
                  </a:cubicBezTo>
                  <a:lnTo>
                    <a:pt x="8727" y="2764"/>
                  </a:lnTo>
                  <a:cubicBezTo>
                    <a:pt x="8727" y="2978"/>
                    <a:pt x="8906" y="3145"/>
                    <a:pt x="9108" y="3145"/>
                  </a:cubicBezTo>
                  <a:cubicBezTo>
                    <a:pt x="9204" y="3145"/>
                    <a:pt x="9275" y="3216"/>
                    <a:pt x="9275" y="3312"/>
                  </a:cubicBezTo>
                  <a:lnTo>
                    <a:pt x="9275" y="3907"/>
                  </a:lnTo>
                  <a:cubicBezTo>
                    <a:pt x="9275" y="3926"/>
                    <a:pt x="9259" y="3946"/>
                    <a:pt x="9240" y="3946"/>
                  </a:cubicBezTo>
                  <a:cubicBezTo>
                    <a:pt x="9236" y="3946"/>
                    <a:pt x="9232" y="3945"/>
                    <a:pt x="9227" y="3943"/>
                  </a:cubicBezTo>
                  <a:cubicBezTo>
                    <a:pt x="9188" y="3931"/>
                    <a:pt x="9148" y="3925"/>
                    <a:pt x="9109" y="3925"/>
                  </a:cubicBezTo>
                  <a:cubicBezTo>
                    <a:pt x="8913" y="3925"/>
                    <a:pt x="8735" y="4067"/>
                    <a:pt x="8715" y="4276"/>
                  </a:cubicBezTo>
                  <a:cubicBezTo>
                    <a:pt x="8692" y="4550"/>
                    <a:pt x="8608" y="4800"/>
                    <a:pt x="8477" y="5038"/>
                  </a:cubicBezTo>
                  <a:lnTo>
                    <a:pt x="8477" y="4443"/>
                  </a:lnTo>
                  <a:cubicBezTo>
                    <a:pt x="8477" y="4383"/>
                    <a:pt x="8430" y="4336"/>
                    <a:pt x="8370" y="4336"/>
                  </a:cubicBezTo>
                  <a:lnTo>
                    <a:pt x="5560" y="4336"/>
                  </a:lnTo>
                  <a:cubicBezTo>
                    <a:pt x="5298" y="4336"/>
                    <a:pt x="5084" y="4550"/>
                    <a:pt x="5084" y="4812"/>
                  </a:cubicBezTo>
                  <a:lnTo>
                    <a:pt x="5084" y="5026"/>
                  </a:lnTo>
                  <a:cubicBezTo>
                    <a:pt x="4953" y="4800"/>
                    <a:pt x="4870" y="4538"/>
                    <a:pt x="4846" y="4276"/>
                  </a:cubicBezTo>
                  <a:cubicBezTo>
                    <a:pt x="4834" y="4081"/>
                    <a:pt x="4668" y="3930"/>
                    <a:pt x="4475" y="3930"/>
                  </a:cubicBezTo>
                  <a:cubicBezTo>
                    <a:pt x="4468" y="3930"/>
                    <a:pt x="4460" y="3930"/>
                    <a:pt x="4453" y="3931"/>
                  </a:cubicBezTo>
                  <a:cubicBezTo>
                    <a:pt x="4358" y="3931"/>
                    <a:pt x="4286" y="3847"/>
                    <a:pt x="4286" y="3764"/>
                  </a:cubicBezTo>
                  <a:lnTo>
                    <a:pt x="4286" y="3312"/>
                  </a:lnTo>
                  <a:cubicBezTo>
                    <a:pt x="4286" y="3216"/>
                    <a:pt x="4358" y="3145"/>
                    <a:pt x="4453" y="3145"/>
                  </a:cubicBezTo>
                  <a:cubicBezTo>
                    <a:pt x="4667" y="3145"/>
                    <a:pt x="4834" y="2978"/>
                    <a:pt x="4834" y="2764"/>
                  </a:cubicBezTo>
                  <a:lnTo>
                    <a:pt x="4834" y="2323"/>
                  </a:lnTo>
                  <a:cubicBezTo>
                    <a:pt x="4834" y="1192"/>
                    <a:pt x="5775" y="454"/>
                    <a:pt x="6787" y="442"/>
                  </a:cubicBezTo>
                  <a:close/>
                  <a:moveTo>
                    <a:pt x="8037" y="4788"/>
                  </a:moveTo>
                  <a:cubicBezTo>
                    <a:pt x="8037" y="4788"/>
                    <a:pt x="8049" y="4800"/>
                    <a:pt x="8049" y="4812"/>
                  </a:cubicBezTo>
                  <a:lnTo>
                    <a:pt x="8049" y="5550"/>
                  </a:lnTo>
                  <a:cubicBezTo>
                    <a:pt x="7680" y="5848"/>
                    <a:pt x="7236" y="5996"/>
                    <a:pt x="6793" y="5996"/>
                  </a:cubicBezTo>
                  <a:cubicBezTo>
                    <a:pt x="6349" y="5996"/>
                    <a:pt x="5906" y="5848"/>
                    <a:pt x="5536" y="5550"/>
                  </a:cubicBezTo>
                  <a:lnTo>
                    <a:pt x="5548" y="5550"/>
                  </a:lnTo>
                  <a:lnTo>
                    <a:pt x="5548" y="4812"/>
                  </a:lnTo>
                  <a:cubicBezTo>
                    <a:pt x="5536" y="4800"/>
                    <a:pt x="5548" y="4788"/>
                    <a:pt x="5560" y="4788"/>
                  </a:cubicBezTo>
                  <a:close/>
                  <a:moveTo>
                    <a:pt x="7775" y="6229"/>
                  </a:moveTo>
                  <a:lnTo>
                    <a:pt x="7775" y="6800"/>
                  </a:lnTo>
                  <a:cubicBezTo>
                    <a:pt x="7471" y="6979"/>
                    <a:pt x="7129" y="7068"/>
                    <a:pt x="6785" y="7068"/>
                  </a:cubicBezTo>
                  <a:cubicBezTo>
                    <a:pt x="6441" y="7068"/>
                    <a:pt x="6096" y="6979"/>
                    <a:pt x="5787" y="6800"/>
                  </a:cubicBezTo>
                  <a:lnTo>
                    <a:pt x="5787" y="6229"/>
                  </a:lnTo>
                  <a:cubicBezTo>
                    <a:pt x="6102" y="6371"/>
                    <a:pt x="6441" y="6443"/>
                    <a:pt x="6781" y="6443"/>
                  </a:cubicBezTo>
                  <a:cubicBezTo>
                    <a:pt x="7120" y="6443"/>
                    <a:pt x="7459" y="6371"/>
                    <a:pt x="7775" y="6229"/>
                  </a:cubicBezTo>
                  <a:close/>
                  <a:moveTo>
                    <a:pt x="3274" y="8669"/>
                  </a:moveTo>
                  <a:lnTo>
                    <a:pt x="3274" y="8967"/>
                  </a:lnTo>
                  <a:lnTo>
                    <a:pt x="1929" y="8967"/>
                  </a:lnTo>
                  <a:lnTo>
                    <a:pt x="1929" y="8669"/>
                  </a:lnTo>
                  <a:close/>
                  <a:moveTo>
                    <a:pt x="8239" y="6967"/>
                  </a:moveTo>
                  <a:lnTo>
                    <a:pt x="9025" y="7514"/>
                  </a:lnTo>
                  <a:cubicBezTo>
                    <a:pt x="9108" y="7574"/>
                    <a:pt x="9144" y="7705"/>
                    <a:pt x="9073" y="7812"/>
                  </a:cubicBezTo>
                  <a:cubicBezTo>
                    <a:pt x="8870" y="8098"/>
                    <a:pt x="8870" y="8491"/>
                    <a:pt x="9073" y="8788"/>
                  </a:cubicBezTo>
                  <a:cubicBezTo>
                    <a:pt x="9335" y="9158"/>
                    <a:pt x="8870" y="9443"/>
                    <a:pt x="8775" y="9586"/>
                  </a:cubicBezTo>
                  <a:cubicBezTo>
                    <a:pt x="8573" y="9812"/>
                    <a:pt x="8584" y="10015"/>
                    <a:pt x="8358" y="10634"/>
                  </a:cubicBezTo>
                  <a:lnTo>
                    <a:pt x="8358" y="7598"/>
                  </a:lnTo>
                  <a:cubicBezTo>
                    <a:pt x="8346" y="7407"/>
                    <a:pt x="8323" y="7229"/>
                    <a:pt x="8251" y="7050"/>
                  </a:cubicBezTo>
                  <a:cubicBezTo>
                    <a:pt x="8251" y="7038"/>
                    <a:pt x="8239" y="7026"/>
                    <a:pt x="8239" y="7014"/>
                  </a:cubicBezTo>
                  <a:lnTo>
                    <a:pt x="8239" y="6967"/>
                  </a:lnTo>
                  <a:close/>
                  <a:moveTo>
                    <a:pt x="3000" y="9419"/>
                  </a:moveTo>
                  <a:lnTo>
                    <a:pt x="3000" y="9717"/>
                  </a:lnTo>
                  <a:cubicBezTo>
                    <a:pt x="3000" y="9789"/>
                    <a:pt x="3012" y="9860"/>
                    <a:pt x="3048" y="9920"/>
                  </a:cubicBezTo>
                  <a:lnTo>
                    <a:pt x="3405" y="10646"/>
                  </a:lnTo>
                  <a:cubicBezTo>
                    <a:pt x="3390" y="10650"/>
                    <a:pt x="3375" y="10652"/>
                    <a:pt x="3362" y="10652"/>
                  </a:cubicBezTo>
                  <a:cubicBezTo>
                    <a:pt x="3270" y="10652"/>
                    <a:pt x="3204" y="10562"/>
                    <a:pt x="2977" y="10562"/>
                  </a:cubicBezTo>
                  <a:cubicBezTo>
                    <a:pt x="2750" y="10562"/>
                    <a:pt x="2703" y="10646"/>
                    <a:pt x="2608" y="10646"/>
                  </a:cubicBezTo>
                  <a:cubicBezTo>
                    <a:pt x="2512" y="10646"/>
                    <a:pt x="2453" y="10562"/>
                    <a:pt x="2227" y="10562"/>
                  </a:cubicBezTo>
                  <a:cubicBezTo>
                    <a:pt x="1999" y="10562"/>
                    <a:pt x="1933" y="10652"/>
                    <a:pt x="1841" y="10652"/>
                  </a:cubicBezTo>
                  <a:cubicBezTo>
                    <a:pt x="1828" y="10652"/>
                    <a:pt x="1813" y="10650"/>
                    <a:pt x="1798" y="10646"/>
                  </a:cubicBezTo>
                  <a:lnTo>
                    <a:pt x="2155" y="9920"/>
                  </a:lnTo>
                  <a:cubicBezTo>
                    <a:pt x="2191" y="9860"/>
                    <a:pt x="2203" y="9789"/>
                    <a:pt x="2203" y="9717"/>
                  </a:cubicBezTo>
                  <a:lnTo>
                    <a:pt x="2203" y="9419"/>
                  </a:lnTo>
                  <a:close/>
                  <a:moveTo>
                    <a:pt x="4024" y="7503"/>
                  </a:moveTo>
                  <a:lnTo>
                    <a:pt x="4024" y="7503"/>
                  </a:lnTo>
                  <a:cubicBezTo>
                    <a:pt x="3965" y="7705"/>
                    <a:pt x="3989" y="7919"/>
                    <a:pt x="4108" y="8098"/>
                  </a:cubicBezTo>
                  <a:cubicBezTo>
                    <a:pt x="4203" y="8229"/>
                    <a:pt x="4203" y="8407"/>
                    <a:pt x="4108" y="8550"/>
                  </a:cubicBezTo>
                  <a:cubicBezTo>
                    <a:pt x="3882" y="8872"/>
                    <a:pt x="3905" y="9312"/>
                    <a:pt x="4167" y="9622"/>
                  </a:cubicBezTo>
                  <a:lnTo>
                    <a:pt x="4429" y="9920"/>
                  </a:lnTo>
                  <a:cubicBezTo>
                    <a:pt x="4524" y="10039"/>
                    <a:pt x="4477" y="10015"/>
                    <a:pt x="5132" y="12027"/>
                  </a:cubicBezTo>
                  <a:lnTo>
                    <a:pt x="4548" y="12027"/>
                  </a:lnTo>
                  <a:lnTo>
                    <a:pt x="3465" y="9741"/>
                  </a:lnTo>
                  <a:lnTo>
                    <a:pt x="3465" y="9729"/>
                  </a:lnTo>
                  <a:lnTo>
                    <a:pt x="3465" y="9408"/>
                  </a:lnTo>
                  <a:cubicBezTo>
                    <a:pt x="3631" y="9348"/>
                    <a:pt x="3739" y="9181"/>
                    <a:pt x="3739" y="9003"/>
                  </a:cubicBezTo>
                  <a:lnTo>
                    <a:pt x="3739" y="8669"/>
                  </a:lnTo>
                  <a:cubicBezTo>
                    <a:pt x="3739" y="8419"/>
                    <a:pt x="3548" y="8229"/>
                    <a:pt x="3310" y="8229"/>
                  </a:cubicBezTo>
                  <a:lnTo>
                    <a:pt x="2643" y="8229"/>
                  </a:lnTo>
                  <a:cubicBezTo>
                    <a:pt x="2786" y="8026"/>
                    <a:pt x="2989" y="7860"/>
                    <a:pt x="3215" y="7753"/>
                  </a:cubicBezTo>
                  <a:cubicBezTo>
                    <a:pt x="3477" y="7645"/>
                    <a:pt x="3751" y="7562"/>
                    <a:pt x="4024" y="7503"/>
                  </a:cubicBezTo>
                  <a:close/>
                  <a:moveTo>
                    <a:pt x="5334" y="6979"/>
                  </a:moveTo>
                  <a:lnTo>
                    <a:pt x="5334" y="7026"/>
                  </a:lnTo>
                  <a:cubicBezTo>
                    <a:pt x="5334" y="7050"/>
                    <a:pt x="5334" y="7050"/>
                    <a:pt x="5310" y="7086"/>
                  </a:cubicBezTo>
                  <a:cubicBezTo>
                    <a:pt x="5251" y="7253"/>
                    <a:pt x="5215" y="7431"/>
                    <a:pt x="5203" y="7610"/>
                  </a:cubicBezTo>
                  <a:lnTo>
                    <a:pt x="5203" y="8276"/>
                  </a:lnTo>
                  <a:cubicBezTo>
                    <a:pt x="5203" y="8407"/>
                    <a:pt x="5310" y="8515"/>
                    <a:pt x="5429" y="8515"/>
                  </a:cubicBezTo>
                  <a:cubicBezTo>
                    <a:pt x="5560" y="8515"/>
                    <a:pt x="5667" y="8407"/>
                    <a:pt x="5667" y="8276"/>
                  </a:cubicBezTo>
                  <a:lnTo>
                    <a:pt x="5667" y="7610"/>
                  </a:lnTo>
                  <a:cubicBezTo>
                    <a:pt x="5667" y="7503"/>
                    <a:pt x="5691" y="7395"/>
                    <a:pt x="5727" y="7288"/>
                  </a:cubicBezTo>
                  <a:cubicBezTo>
                    <a:pt x="6060" y="7449"/>
                    <a:pt x="6423" y="7529"/>
                    <a:pt x="6787" y="7529"/>
                  </a:cubicBezTo>
                  <a:cubicBezTo>
                    <a:pt x="7150" y="7529"/>
                    <a:pt x="7513" y="7449"/>
                    <a:pt x="7846" y="7288"/>
                  </a:cubicBezTo>
                  <a:cubicBezTo>
                    <a:pt x="7882" y="7395"/>
                    <a:pt x="7894" y="7503"/>
                    <a:pt x="7894" y="7610"/>
                  </a:cubicBezTo>
                  <a:lnTo>
                    <a:pt x="7894" y="12027"/>
                  </a:lnTo>
                  <a:lnTo>
                    <a:pt x="5667" y="12027"/>
                  </a:lnTo>
                  <a:lnTo>
                    <a:pt x="5667" y="9348"/>
                  </a:lnTo>
                  <a:cubicBezTo>
                    <a:pt x="5667" y="9229"/>
                    <a:pt x="5560" y="9122"/>
                    <a:pt x="5441" y="9122"/>
                  </a:cubicBezTo>
                  <a:cubicBezTo>
                    <a:pt x="5435" y="9121"/>
                    <a:pt x="5429" y="9121"/>
                    <a:pt x="5423" y="9121"/>
                  </a:cubicBezTo>
                  <a:cubicBezTo>
                    <a:pt x="5311" y="9121"/>
                    <a:pt x="5214" y="9224"/>
                    <a:pt x="5203" y="9348"/>
                  </a:cubicBezTo>
                  <a:lnTo>
                    <a:pt x="5203" y="10634"/>
                  </a:lnTo>
                  <a:cubicBezTo>
                    <a:pt x="4965" y="10003"/>
                    <a:pt x="4977" y="9812"/>
                    <a:pt x="4763" y="9598"/>
                  </a:cubicBezTo>
                  <a:cubicBezTo>
                    <a:pt x="4667" y="9443"/>
                    <a:pt x="4191" y="9169"/>
                    <a:pt x="4453" y="8788"/>
                  </a:cubicBezTo>
                  <a:cubicBezTo>
                    <a:pt x="4667" y="8503"/>
                    <a:pt x="4667" y="8110"/>
                    <a:pt x="4453" y="7812"/>
                  </a:cubicBezTo>
                  <a:cubicBezTo>
                    <a:pt x="4393" y="7717"/>
                    <a:pt x="4417" y="7574"/>
                    <a:pt x="4513" y="7514"/>
                  </a:cubicBezTo>
                  <a:lnTo>
                    <a:pt x="5334" y="6979"/>
                  </a:lnTo>
                  <a:close/>
                  <a:moveTo>
                    <a:pt x="9549" y="7491"/>
                  </a:moveTo>
                  <a:lnTo>
                    <a:pt x="9549" y="7491"/>
                  </a:lnTo>
                  <a:cubicBezTo>
                    <a:pt x="9835" y="7538"/>
                    <a:pt x="10120" y="7622"/>
                    <a:pt x="10394" y="7741"/>
                  </a:cubicBezTo>
                  <a:cubicBezTo>
                    <a:pt x="10930" y="7979"/>
                    <a:pt x="11275" y="8515"/>
                    <a:pt x="11275" y="9098"/>
                  </a:cubicBezTo>
                  <a:lnTo>
                    <a:pt x="11275" y="12027"/>
                  </a:lnTo>
                  <a:lnTo>
                    <a:pt x="8394" y="12027"/>
                  </a:lnTo>
                  <a:cubicBezTo>
                    <a:pt x="9073" y="10003"/>
                    <a:pt x="9025" y="10027"/>
                    <a:pt x="9132" y="9908"/>
                  </a:cubicBezTo>
                  <a:lnTo>
                    <a:pt x="9394" y="9610"/>
                  </a:lnTo>
                  <a:cubicBezTo>
                    <a:pt x="9656" y="9312"/>
                    <a:pt x="9692" y="8872"/>
                    <a:pt x="9466" y="8538"/>
                  </a:cubicBezTo>
                  <a:cubicBezTo>
                    <a:pt x="9370" y="8396"/>
                    <a:pt x="9370" y="8217"/>
                    <a:pt x="9466" y="8086"/>
                  </a:cubicBezTo>
                  <a:cubicBezTo>
                    <a:pt x="9573" y="7907"/>
                    <a:pt x="9608" y="7681"/>
                    <a:pt x="9549" y="7491"/>
                  </a:cubicBezTo>
                  <a:close/>
                  <a:moveTo>
                    <a:pt x="2977" y="11027"/>
                  </a:moveTo>
                  <a:cubicBezTo>
                    <a:pt x="3046" y="11027"/>
                    <a:pt x="3178" y="11128"/>
                    <a:pt x="3364" y="11128"/>
                  </a:cubicBezTo>
                  <a:cubicBezTo>
                    <a:pt x="3434" y="11128"/>
                    <a:pt x="3511" y="11113"/>
                    <a:pt x="3596" y="11074"/>
                  </a:cubicBezTo>
                  <a:lnTo>
                    <a:pt x="4060" y="12039"/>
                  </a:lnTo>
                  <a:lnTo>
                    <a:pt x="1131" y="12039"/>
                  </a:lnTo>
                  <a:lnTo>
                    <a:pt x="1596" y="11074"/>
                  </a:lnTo>
                  <a:cubicBezTo>
                    <a:pt x="1680" y="11113"/>
                    <a:pt x="1758" y="11128"/>
                    <a:pt x="1829" y="11128"/>
                  </a:cubicBezTo>
                  <a:cubicBezTo>
                    <a:pt x="2019" y="11128"/>
                    <a:pt x="2157" y="11027"/>
                    <a:pt x="2227" y="11027"/>
                  </a:cubicBezTo>
                  <a:cubicBezTo>
                    <a:pt x="2322" y="11027"/>
                    <a:pt x="2369" y="11122"/>
                    <a:pt x="2596" y="11122"/>
                  </a:cubicBezTo>
                  <a:cubicBezTo>
                    <a:pt x="2822" y="11122"/>
                    <a:pt x="2881" y="11027"/>
                    <a:pt x="2977" y="11027"/>
                  </a:cubicBezTo>
                  <a:close/>
                  <a:moveTo>
                    <a:pt x="15073" y="12479"/>
                  </a:moveTo>
                  <a:cubicBezTo>
                    <a:pt x="15157" y="12479"/>
                    <a:pt x="15228" y="12551"/>
                    <a:pt x="15228" y="12634"/>
                  </a:cubicBezTo>
                  <a:lnTo>
                    <a:pt x="15228" y="13194"/>
                  </a:lnTo>
                  <a:lnTo>
                    <a:pt x="15216" y="13194"/>
                  </a:lnTo>
                  <a:cubicBezTo>
                    <a:pt x="15216" y="13277"/>
                    <a:pt x="15157" y="13349"/>
                    <a:pt x="15073" y="13349"/>
                  </a:cubicBezTo>
                  <a:lnTo>
                    <a:pt x="607" y="13349"/>
                  </a:lnTo>
                  <a:cubicBezTo>
                    <a:pt x="524" y="13349"/>
                    <a:pt x="453" y="13277"/>
                    <a:pt x="453" y="13194"/>
                  </a:cubicBezTo>
                  <a:lnTo>
                    <a:pt x="453" y="12634"/>
                  </a:lnTo>
                  <a:cubicBezTo>
                    <a:pt x="453" y="12551"/>
                    <a:pt x="524" y="12479"/>
                    <a:pt x="607" y="12479"/>
                  </a:cubicBezTo>
                  <a:close/>
                  <a:moveTo>
                    <a:pt x="6843" y="1"/>
                  </a:moveTo>
                  <a:cubicBezTo>
                    <a:pt x="6824" y="1"/>
                    <a:pt x="6805" y="1"/>
                    <a:pt x="6787" y="2"/>
                  </a:cubicBezTo>
                  <a:cubicBezTo>
                    <a:pt x="6263" y="2"/>
                    <a:pt x="5358" y="454"/>
                    <a:pt x="5358" y="454"/>
                  </a:cubicBezTo>
                  <a:lnTo>
                    <a:pt x="5191" y="454"/>
                  </a:lnTo>
                  <a:cubicBezTo>
                    <a:pt x="4239" y="454"/>
                    <a:pt x="3465" y="1228"/>
                    <a:pt x="3465" y="2180"/>
                  </a:cubicBezTo>
                  <a:lnTo>
                    <a:pt x="3465" y="2788"/>
                  </a:lnTo>
                  <a:cubicBezTo>
                    <a:pt x="3453" y="3169"/>
                    <a:pt x="3584" y="3550"/>
                    <a:pt x="3846" y="3847"/>
                  </a:cubicBezTo>
                  <a:cubicBezTo>
                    <a:pt x="3882" y="4133"/>
                    <a:pt x="4108" y="4359"/>
                    <a:pt x="4393" y="4383"/>
                  </a:cubicBezTo>
                  <a:cubicBezTo>
                    <a:pt x="4453" y="4943"/>
                    <a:pt x="4727" y="5467"/>
                    <a:pt x="5155" y="5836"/>
                  </a:cubicBezTo>
                  <a:cubicBezTo>
                    <a:pt x="5203" y="5883"/>
                    <a:pt x="5275" y="5943"/>
                    <a:pt x="5334" y="5990"/>
                  </a:cubicBezTo>
                  <a:lnTo>
                    <a:pt x="5334" y="6431"/>
                  </a:lnTo>
                  <a:lnTo>
                    <a:pt x="4620" y="6931"/>
                  </a:lnTo>
                  <a:cubicBezTo>
                    <a:pt x="4072" y="6991"/>
                    <a:pt x="3524" y="7133"/>
                    <a:pt x="3012" y="7324"/>
                  </a:cubicBezTo>
                  <a:cubicBezTo>
                    <a:pt x="2596" y="7503"/>
                    <a:pt x="2262" y="7824"/>
                    <a:pt x="2072" y="8217"/>
                  </a:cubicBezTo>
                  <a:lnTo>
                    <a:pt x="1905" y="8217"/>
                  </a:lnTo>
                  <a:cubicBezTo>
                    <a:pt x="1667" y="8217"/>
                    <a:pt x="1465" y="8407"/>
                    <a:pt x="1465" y="8646"/>
                  </a:cubicBezTo>
                  <a:lnTo>
                    <a:pt x="1465" y="8991"/>
                  </a:lnTo>
                  <a:cubicBezTo>
                    <a:pt x="1465" y="9169"/>
                    <a:pt x="1584" y="9336"/>
                    <a:pt x="1750" y="9396"/>
                  </a:cubicBezTo>
                  <a:lnTo>
                    <a:pt x="1750" y="9717"/>
                  </a:lnTo>
                  <a:lnTo>
                    <a:pt x="1750" y="9729"/>
                  </a:lnTo>
                  <a:lnTo>
                    <a:pt x="655" y="12015"/>
                  </a:lnTo>
                  <a:lnTo>
                    <a:pt x="607" y="12015"/>
                  </a:lnTo>
                  <a:cubicBezTo>
                    <a:pt x="274" y="12015"/>
                    <a:pt x="0" y="12289"/>
                    <a:pt x="0" y="12622"/>
                  </a:cubicBezTo>
                  <a:lnTo>
                    <a:pt x="0" y="13182"/>
                  </a:lnTo>
                  <a:cubicBezTo>
                    <a:pt x="0" y="13515"/>
                    <a:pt x="274" y="13789"/>
                    <a:pt x="607" y="13789"/>
                  </a:cubicBezTo>
                  <a:lnTo>
                    <a:pt x="15073" y="13789"/>
                  </a:lnTo>
                  <a:cubicBezTo>
                    <a:pt x="15407" y="13789"/>
                    <a:pt x="15681" y="13515"/>
                    <a:pt x="15681" y="13182"/>
                  </a:cubicBezTo>
                  <a:lnTo>
                    <a:pt x="15681" y="12622"/>
                  </a:lnTo>
                  <a:cubicBezTo>
                    <a:pt x="15681" y="12289"/>
                    <a:pt x="15407" y="12015"/>
                    <a:pt x="15073" y="12015"/>
                  </a:cubicBezTo>
                  <a:lnTo>
                    <a:pt x="15073" y="12027"/>
                  </a:lnTo>
                  <a:lnTo>
                    <a:pt x="11728" y="12027"/>
                  </a:lnTo>
                  <a:lnTo>
                    <a:pt x="11728" y="9098"/>
                  </a:lnTo>
                  <a:cubicBezTo>
                    <a:pt x="11728" y="8336"/>
                    <a:pt x="11275" y="7634"/>
                    <a:pt x="10585" y="7324"/>
                  </a:cubicBezTo>
                  <a:cubicBezTo>
                    <a:pt x="10061" y="7122"/>
                    <a:pt x="9525" y="6991"/>
                    <a:pt x="8965" y="6919"/>
                  </a:cubicBezTo>
                  <a:lnTo>
                    <a:pt x="8263" y="6431"/>
                  </a:lnTo>
                  <a:lnTo>
                    <a:pt x="8263" y="5967"/>
                  </a:lnTo>
                  <a:lnTo>
                    <a:pt x="8430" y="5824"/>
                  </a:lnTo>
                  <a:cubicBezTo>
                    <a:pt x="8858" y="5455"/>
                    <a:pt x="9120" y="4931"/>
                    <a:pt x="9180" y="4371"/>
                  </a:cubicBezTo>
                  <a:cubicBezTo>
                    <a:pt x="9477" y="4347"/>
                    <a:pt x="9704" y="4121"/>
                    <a:pt x="9739" y="3835"/>
                  </a:cubicBezTo>
                  <a:cubicBezTo>
                    <a:pt x="10001" y="3538"/>
                    <a:pt x="10132" y="3157"/>
                    <a:pt x="10108" y="2776"/>
                  </a:cubicBezTo>
                  <a:lnTo>
                    <a:pt x="10108" y="2180"/>
                  </a:lnTo>
                  <a:cubicBezTo>
                    <a:pt x="10120" y="1228"/>
                    <a:pt x="9346" y="454"/>
                    <a:pt x="8394" y="454"/>
                  </a:cubicBezTo>
                  <a:lnTo>
                    <a:pt x="8227" y="454"/>
                  </a:lnTo>
                  <a:cubicBezTo>
                    <a:pt x="7825" y="156"/>
                    <a:pt x="7346" y="1"/>
                    <a:pt x="68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56"/>
            <p:cNvSpPr/>
            <p:nvPr/>
          </p:nvSpPr>
          <p:spPr>
            <a:xfrm>
              <a:off x="2251146" y="3248319"/>
              <a:ext cx="240511" cy="228114"/>
            </a:xfrm>
            <a:custGeom>
              <a:avLst/>
              <a:gdLst/>
              <a:ahLst/>
              <a:cxnLst/>
              <a:rect l="l" t="t" r="r" b="b"/>
              <a:pathLst>
                <a:path w="9002" h="8538" extrusionOk="0">
                  <a:moveTo>
                    <a:pt x="4549" y="7531"/>
                  </a:moveTo>
                  <a:cubicBezTo>
                    <a:pt x="4690" y="7531"/>
                    <a:pt x="4823" y="7641"/>
                    <a:pt x="4823" y="7811"/>
                  </a:cubicBezTo>
                  <a:cubicBezTo>
                    <a:pt x="4823" y="7954"/>
                    <a:pt x="4703" y="8073"/>
                    <a:pt x="4549" y="8073"/>
                  </a:cubicBezTo>
                  <a:cubicBezTo>
                    <a:pt x="4311" y="8073"/>
                    <a:pt x="4191" y="7787"/>
                    <a:pt x="4358" y="7609"/>
                  </a:cubicBezTo>
                  <a:cubicBezTo>
                    <a:pt x="4415" y="7555"/>
                    <a:pt x="4483" y="7531"/>
                    <a:pt x="4549" y="7531"/>
                  </a:cubicBezTo>
                  <a:close/>
                  <a:moveTo>
                    <a:pt x="727" y="0"/>
                  </a:moveTo>
                  <a:cubicBezTo>
                    <a:pt x="322" y="0"/>
                    <a:pt x="0" y="334"/>
                    <a:pt x="0" y="727"/>
                  </a:cubicBezTo>
                  <a:lnTo>
                    <a:pt x="0" y="1024"/>
                  </a:lnTo>
                  <a:cubicBezTo>
                    <a:pt x="0" y="1143"/>
                    <a:pt x="96" y="1251"/>
                    <a:pt x="227" y="1251"/>
                  </a:cubicBezTo>
                  <a:cubicBezTo>
                    <a:pt x="358" y="1251"/>
                    <a:pt x="465" y="1143"/>
                    <a:pt x="465" y="1024"/>
                  </a:cubicBezTo>
                  <a:lnTo>
                    <a:pt x="465" y="727"/>
                  </a:lnTo>
                  <a:cubicBezTo>
                    <a:pt x="465" y="584"/>
                    <a:pt x="584" y="465"/>
                    <a:pt x="727" y="465"/>
                  </a:cubicBezTo>
                  <a:lnTo>
                    <a:pt x="8275" y="465"/>
                  </a:lnTo>
                  <a:cubicBezTo>
                    <a:pt x="8418" y="465"/>
                    <a:pt x="8549" y="584"/>
                    <a:pt x="8549" y="727"/>
                  </a:cubicBezTo>
                  <a:lnTo>
                    <a:pt x="8549" y="6037"/>
                  </a:lnTo>
                  <a:cubicBezTo>
                    <a:pt x="8549" y="6192"/>
                    <a:pt x="8418" y="6311"/>
                    <a:pt x="8275" y="6311"/>
                  </a:cubicBezTo>
                  <a:lnTo>
                    <a:pt x="3299" y="6311"/>
                  </a:lnTo>
                  <a:cubicBezTo>
                    <a:pt x="3179" y="6311"/>
                    <a:pt x="3072" y="6394"/>
                    <a:pt x="3060" y="6513"/>
                  </a:cubicBezTo>
                  <a:cubicBezTo>
                    <a:pt x="3048" y="6644"/>
                    <a:pt x="3156" y="6775"/>
                    <a:pt x="3287" y="6775"/>
                  </a:cubicBezTo>
                  <a:lnTo>
                    <a:pt x="4311" y="6775"/>
                  </a:lnTo>
                  <a:lnTo>
                    <a:pt x="4311" y="7120"/>
                  </a:lnTo>
                  <a:cubicBezTo>
                    <a:pt x="3537" y="7382"/>
                    <a:pt x="3715" y="8537"/>
                    <a:pt x="4549" y="8537"/>
                  </a:cubicBezTo>
                  <a:cubicBezTo>
                    <a:pt x="5370" y="8537"/>
                    <a:pt x="5561" y="7382"/>
                    <a:pt x="4775" y="7120"/>
                  </a:cubicBezTo>
                  <a:lnTo>
                    <a:pt x="4775" y="6763"/>
                  </a:lnTo>
                  <a:lnTo>
                    <a:pt x="8275" y="6763"/>
                  </a:lnTo>
                  <a:cubicBezTo>
                    <a:pt x="8668" y="6763"/>
                    <a:pt x="9002" y="6442"/>
                    <a:pt x="9002" y="6037"/>
                  </a:cubicBezTo>
                  <a:lnTo>
                    <a:pt x="9002" y="727"/>
                  </a:lnTo>
                  <a:cubicBezTo>
                    <a:pt x="9002" y="334"/>
                    <a:pt x="8668" y="0"/>
                    <a:pt x="82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66" name="Google Shape;2666;p56"/>
          <p:cNvGrpSpPr/>
          <p:nvPr/>
        </p:nvGrpSpPr>
        <p:grpSpPr>
          <a:xfrm>
            <a:off x="7007475" y="1408676"/>
            <a:ext cx="579208" cy="503797"/>
            <a:chOff x="5339823" y="3918555"/>
            <a:chExt cx="423553" cy="368408"/>
          </a:xfrm>
        </p:grpSpPr>
        <p:sp>
          <p:nvSpPr>
            <p:cNvPr id="2667" name="Google Shape;2667;p56"/>
            <p:cNvSpPr/>
            <p:nvPr/>
          </p:nvSpPr>
          <p:spPr>
            <a:xfrm>
              <a:off x="5347892" y="4090134"/>
              <a:ext cx="181038" cy="177725"/>
            </a:xfrm>
            <a:custGeom>
              <a:avLst/>
              <a:gdLst/>
              <a:ahLst/>
              <a:cxnLst/>
              <a:rect l="l" t="t" r="r" b="b"/>
              <a:pathLst>
                <a:path w="6776" h="6652" extrusionOk="0">
                  <a:moveTo>
                    <a:pt x="444" y="1"/>
                  </a:moveTo>
                  <a:cubicBezTo>
                    <a:pt x="420" y="1"/>
                    <a:pt x="395" y="3"/>
                    <a:pt x="370" y="8"/>
                  </a:cubicBezTo>
                  <a:cubicBezTo>
                    <a:pt x="144" y="44"/>
                    <a:pt x="1" y="270"/>
                    <a:pt x="72" y="496"/>
                  </a:cubicBezTo>
                  <a:lnTo>
                    <a:pt x="298" y="1211"/>
                  </a:lnTo>
                  <a:cubicBezTo>
                    <a:pt x="441" y="1639"/>
                    <a:pt x="668" y="2044"/>
                    <a:pt x="965" y="2401"/>
                  </a:cubicBezTo>
                  <a:lnTo>
                    <a:pt x="1441" y="2973"/>
                  </a:lnTo>
                  <a:cubicBezTo>
                    <a:pt x="1763" y="3342"/>
                    <a:pt x="2168" y="3652"/>
                    <a:pt x="2620" y="3866"/>
                  </a:cubicBezTo>
                  <a:cubicBezTo>
                    <a:pt x="3132" y="4092"/>
                    <a:pt x="3668" y="4390"/>
                    <a:pt x="4037" y="4806"/>
                  </a:cubicBezTo>
                  <a:cubicBezTo>
                    <a:pt x="4442" y="5235"/>
                    <a:pt x="4275" y="5854"/>
                    <a:pt x="4061" y="6402"/>
                  </a:cubicBezTo>
                  <a:lnTo>
                    <a:pt x="3966" y="6652"/>
                  </a:lnTo>
                  <a:lnTo>
                    <a:pt x="6775" y="6652"/>
                  </a:lnTo>
                  <a:lnTo>
                    <a:pt x="6752" y="4616"/>
                  </a:lnTo>
                  <a:cubicBezTo>
                    <a:pt x="6740" y="3866"/>
                    <a:pt x="6275" y="3187"/>
                    <a:pt x="5573" y="2913"/>
                  </a:cubicBezTo>
                  <a:lnTo>
                    <a:pt x="5513" y="2890"/>
                  </a:lnTo>
                  <a:lnTo>
                    <a:pt x="4478" y="2520"/>
                  </a:lnTo>
                  <a:cubicBezTo>
                    <a:pt x="4323" y="2473"/>
                    <a:pt x="4180" y="2378"/>
                    <a:pt x="4061" y="2259"/>
                  </a:cubicBezTo>
                  <a:lnTo>
                    <a:pt x="3025" y="1175"/>
                  </a:lnTo>
                  <a:cubicBezTo>
                    <a:pt x="2947" y="1097"/>
                    <a:pt x="2844" y="1055"/>
                    <a:pt x="2739" y="1055"/>
                  </a:cubicBezTo>
                  <a:cubicBezTo>
                    <a:pt x="2683" y="1055"/>
                    <a:pt x="2626" y="1067"/>
                    <a:pt x="2573" y="1092"/>
                  </a:cubicBezTo>
                  <a:cubicBezTo>
                    <a:pt x="2382" y="1187"/>
                    <a:pt x="2299" y="1425"/>
                    <a:pt x="2406" y="1616"/>
                  </a:cubicBezTo>
                  <a:lnTo>
                    <a:pt x="2739" y="2223"/>
                  </a:lnTo>
                  <a:lnTo>
                    <a:pt x="2584" y="2151"/>
                  </a:lnTo>
                  <a:cubicBezTo>
                    <a:pt x="2120" y="1925"/>
                    <a:pt x="1703" y="1604"/>
                    <a:pt x="1370" y="1199"/>
                  </a:cubicBezTo>
                  <a:cubicBezTo>
                    <a:pt x="1156" y="937"/>
                    <a:pt x="977" y="663"/>
                    <a:pt x="846" y="365"/>
                  </a:cubicBezTo>
                  <a:lnTo>
                    <a:pt x="787" y="234"/>
                  </a:lnTo>
                  <a:cubicBezTo>
                    <a:pt x="725" y="91"/>
                    <a:pt x="594" y="1"/>
                    <a:pt x="444" y="1"/>
                  </a:cubicBezTo>
                  <a:close/>
                </a:path>
              </a:pathLst>
            </a:custGeom>
            <a:solidFill>
              <a:srgbClr val="F5DB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56"/>
            <p:cNvSpPr/>
            <p:nvPr/>
          </p:nvSpPr>
          <p:spPr>
            <a:xfrm>
              <a:off x="5447788" y="4245897"/>
              <a:ext cx="92603" cy="35027"/>
            </a:xfrm>
            <a:custGeom>
              <a:avLst/>
              <a:gdLst/>
              <a:ahLst/>
              <a:cxnLst/>
              <a:rect l="l" t="t" r="r" b="b"/>
              <a:pathLst>
                <a:path w="3466" h="1311" extrusionOk="0">
                  <a:moveTo>
                    <a:pt x="346" y="0"/>
                  </a:moveTo>
                  <a:cubicBezTo>
                    <a:pt x="155" y="0"/>
                    <a:pt x="0" y="143"/>
                    <a:pt x="0" y="346"/>
                  </a:cubicBezTo>
                  <a:lnTo>
                    <a:pt x="0" y="965"/>
                  </a:lnTo>
                  <a:cubicBezTo>
                    <a:pt x="0" y="1155"/>
                    <a:pt x="155" y="1310"/>
                    <a:pt x="346" y="1310"/>
                  </a:cubicBezTo>
                  <a:lnTo>
                    <a:pt x="3120" y="1310"/>
                  </a:lnTo>
                  <a:cubicBezTo>
                    <a:pt x="3310" y="1310"/>
                    <a:pt x="3465" y="1155"/>
                    <a:pt x="3465" y="965"/>
                  </a:cubicBezTo>
                  <a:lnTo>
                    <a:pt x="3465" y="346"/>
                  </a:lnTo>
                  <a:cubicBezTo>
                    <a:pt x="3465" y="143"/>
                    <a:pt x="3310" y="0"/>
                    <a:pt x="31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56"/>
            <p:cNvSpPr/>
            <p:nvPr/>
          </p:nvSpPr>
          <p:spPr>
            <a:xfrm>
              <a:off x="5576300" y="4090241"/>
              <a:ext cx="181038" cy="177618"/>
            </a:xfrm>
            <a:custGeom>
              <a:avLst/>
              <a:gdLst/>
              <a:ahLst/>
              <a:cxnLst/>
              <a:rect l="l" t="t" r="r" b="b"/>
              <a:pathLst>
                <a:path w="6776" h="6648" extrusionOk="0">
                  <a:moveTo>
                    <a:pt x="6352" y="1"/>
                  </a:moveTo>
                  <a:cubicBezTo>
                    <a:pt x="6194" y="1"/>
                    <a:pt x="6053" y="92"/>
                    <a:pt x="5989" y="230"/>
                  </a:cubicBezTo>
                  <a:lnTo>
                    <a:pt x="5930" y="361"/>
                  </a:lnTo>
                  <a:cubicBezTo>
                    <a:pt x="5573" y="1147"/>
                    <a:pt x="4954" y="1778"/>
                    <a:pt x="4180" y="2159"/>
                  </a:cubicBezTo>
                  <a:lnTo>
                    <a:pt x="4037" y="2231"/>
                  </a:lnTo>
                  <a:lnTo>
                    <a:pt x="4037" y="2231"/>
                  </a:lnTo>
                  <a:lnTo>
                    <a:pt x="4370" y="1612"/>
                  </a:lnTo>
                  <a:cubicBezTo>
                    <a:pt x="4477" y="1421"/>
                    <a:pt x="4394" y="1183"/>
                    <a:pt x="4203" y="1088"/>
                  </a:cubicBezTo>
                  <a:cubicBezTo>
                    <a:pt x="4150" y="1063"/>
                    <a:pt x="4093" y="1051"/>
                    <a:pt x="4037" y="1051"/>
                  </a:cubicBezTo>
                  <a:cubicBezTo>
                    <a:pt x="3932" y="1051"/>
                    <a:pt x="3829" y="1093"/>
                    <a:pt x="3751" y="1171"/>
                  </a:cubicBezTo>
                  <a:lnTo>
                    <a:pt x="2715" y="2255"/>
                  </a:lnTo>
                  <a:cubicBezTo>
                    <a:pt x="2596" y="2374"/>
                    <a:pt x="2453" y="2469"/>
                    <a:pt x="2298" y="2516"/>
                  </a:cubicBezTo>
                  <a:lnTo>
                    <a:pt x="1251" y="2886"/>
                  </a:lnTo>
                  <a:lnTo>
                    <a:pt x="1191" y="2909"/>
                  </a:lnTo>
                  <a:cubicBezTo>
                    <a:pt x="489" y="3183"/>
                    <a:pt x="24" y="3862"/>
                    <a:pt x="24" y="4612"/>
                  </a:cubicBezTo>
                  <a:lnTo>
                    <a:pt x="1" y="6648"/>
                  </a:lnTo>
                  <a:lnTo>
                    <a:pt x="2810" y="6648"/>
                  </a:lnTo>
                  <a:lnTo>
                    <a:pt x="2715" y="6410"/>
                  </a:lnTo>
                  <a:cubicBezTo>
                    <a:pt x="2501" y="5862"/>
                    <a:pt x="2334" y="5231"/>
                    <a:pt x="2739" y="4802"/>
                  </a:cubicBezTo>
                  <a:cubicBezTo>
                    <a:pt x="3108" y="4398"/>
                    <a:pt x="3644" y="4100"/>
                    <a:pt x="4156" y="3862"/>
                  </a:cubicBezTo>
                  <a:cubicBezTo>
                    <a:pt x="4608" y="3659"/>
                    <a:pt x="5001" y="3350"/>
                    <a:pt x="5335" y="2969"/>
                  </a:cubicBezTo>
                  <a:lnTo>
                    <a:pt x="5811" y="2397"/>
                  </a:lnTo>
                  <a:cubicBezTo>
                    <a:pt x="6108" y="2052"/>
                    <a:pt x="6335" y="1647"/>
                    <a:pt x="6478" y="1207"/>
                  </a:cubicBezTo>
                  <a:lnTo>
                    <a:pt x="6704" y="492"/>
                  </a:lnTo>
                  <a:cubicBezTo>
                    <a:pt x="6775" y="278"/>
                    <a:pt x="6632" y="40"/>
                    <a:pt x="6406" y="4"/>
                  </a:cubicBezTo>
                  <a:cubicBezTo>
                    <a:pt x="6388" y="2"/>
                    <a:pt x="6370" y="1"/>
                    <a:pt x="6352" y="1"/>
                  </a:cubicBezTo>
                  <a:close/>
                </a:path>
              </a:pathLst>
            </a:custGeom>
            <a:solidFill>
              <a:srgbClr val="F5DB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56"/>
            <p:cNvSpPr/>
            <p:nvPr/>
          </p:nvSpPr>
          <p:spPr>
            <a:xfrm>
              <a:off x="5564838" y="4245871"/>
              <a:ext cx="92603" cy="35053"/>
            </a:xfrm>
            <a:custGeom>
              <a:avLst/>
              <a:gdLst/>
              <a:ahLst/>
              <a:cxnLst/>
              <a:rect l="l" t="t" r="r" b="b"/>
              <a:pathLst>
                <a:path w="3466" h="1312" extrusionOk="0">
                  <a:moveTo>
                    <a:pt x="3140" y="1"/>
                  </a:moveTo>
                  <a:cubicBezTo>
                    <a:pt x="3133" y="1"/>
                    <a:pt x="3127" y="1"/>
                    <a:pt x="3120" y="1"/>
                  </a:cubicBezTo>
                  <a:lnTo>
                    <a:pt x="346" y="1"/>
                  </a:lnTo>
                  <a:cubicBezTo>
                    <a:pt x="156" y="1"/>
                    <a:pt x="1" y="144"/>
                    <a:pt x="1" y="347"/>
                  </a:cubicBezTo>
                  <a:lnTo>
                    <a:pt x="1" y="966"/>
                  </a:lnTo>
                  <a:cubicBezTo>
                    <a:pt x="1" y="1156"/>
                    <a:pt x="156" y="1311"/>
                    <a:pt x="346" y="1311"/>
                  </a:cubicBezTo>
                  <a:lnTo>
                    <a:pt x="3120" y="1311"/>
                  </a:lnTo>
                  <a:cubicBezTo>
                    <a:pt x="3311" y="1311"/>
                    <a:pt x="3466" y="1156"/>
                    <a:pt x="3466" y="966"/>
                  </a:cubicBezTo>
                  <a:lnTo>
                    <a:pt x="3466" y="347"/>
                  </a:lnTo>
                  <a:cubicBezTo>
                    <a:pt x="3466" y="163"/>
                    <a:pt x="3321" y="1"/>
                    <a:pt x="31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56"/>
            <p:cNvSpPr/>
            <p:nvPr/>
          </p:nvSpPr>
          <p:spPr>
            <a:xfrm>
              <a:off x="5535262" y="4018451"/>
              <a:ext cx="34706" cy="34706"/>
            </a:xfrm>
            <a:custGeom>
              <a:avLst/>
              <a:gdLst/>
              <a:ahLst/>
              <a:cxnLst/>
              <a:rect l="l" t="t" r="r" b="b"/>
              <a:pathLst>
                <a:path w="1299" h="1299" extrusionOk="0">
                  <a:moveTo>
                    <a:pt x="644" y="0"/>
                  </a:moveTo>
                  <a:cubicBezTo>
                    <a:pt x="286" y="0"/>
                    <a:pt x="1" y="298"/>
                    <a:pt x="1" y="655"/>
                  </a:cubicBezTo>
                  <a:cubicBezTo>
                    <a:pt x="1" y="1012"/>
                    <a:pt x="286" y="1298"/>
                    <a:pt x="644" y="1298"/>
                  </a:cubicBezTo>
                  <a:cubicBezTo>
                    <a:pt x="1013" y="1298"/>
                    <a:pt x="1298" y="1012"/>
                    <a:pt x="1298" y="655"/>
                  </a:cubicBezTo>
                  <a:cubicBezTo>
                    <a:pt x="1298" y="298"/>
                    <a:pt x="1013" y="0"/>
                    <a:pt x="6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56"/>
            <p:cNvSpPr/>
            <p:nvPr/>
          </p:nvSpPr>
          <p:spPr>
            <a:xfrm>
              <a:off x="5443327" y="3918555"/>
              <a:ext cx="221435" cy="234793"/>
            </a:xfrm>
            <a:custGeom>
              <a:avLst/>
              <a:gdLst/>
              <a:ahLst/>
              <a:cxnLst/>
              <a:rect l="l" t="t" r="r" b="b"/>
              <a:pathLst>
                <a:path w="8288" h="8788" extrusionOk="0">
                  <a:moveTo>
                    <a:pt x="4096" y="465"/>
                  </a:moveTo>
                  <a:cubicBezTo>
                    <a:pt x="4632" y="465"/>
                    <a:pt x="5025" y="1263"/>
                    <a:pt x="5204" y="1787"/>
                  </a:cubicBezTo>
                  <a:cubicBezTo>
                    <a:pt x="4823" y="1882"/>
                    <a:pt x="4454" y="2013"/>
                    <a:pt x="4096" y="2180"/>
                  </a:cubicBezTo>
                  <a:cubicBezTo>
                    <a:pt x="3727" y="2025"/>
                    <a:pt x="3358" y="1882"/>
                    <a:pt x="2977" y="1787"/>
                  </a:cubicBezTo>
                  <a:cubicBezTo>
                    <a:pt x="3156" y="1275"/>
                    <a:pt x="3549" y="465"/>
                    <a:pt x="4096" y="465"/>
                  </a:cubicBezTo>
                  <a:close/>
                  <a:moveTo>
                    <a:pt x="2834" y="2227"/>
                  </a:moveTo>
                  <a:cubicBezTo>
                    <a:pt x="3073" y="2287"/>
                    <a:pt x="3299" y="2358"/>
                    <a:pt x="3525" y="2454"/>
                  </a:cubicBezTo>
                  <a:cubicBezTo>
                    <a:pt x="3243" y="2594"/>
                    <a:pt x="2985" y="2747"/>
                    <a:pt x="2693" y="2933"/>
                  </a:cubicBezTo>
                  <a:lnTo>
                    <a:pt x="2693" y="2933"/>
                  </a:lnTo>
                  <a:cubicBezTo>
                    <a:pt x="2728" y="2686"/>
                    <a:pt x="2776" y="2451"/>
                    <a:pt x="2834" y="2227"/>
                  </a:cubicBezTo>
                  <a:close/>
                  <a:moveTo>
                    <a:pt x="5347" y="2227"/>
                  </a:moveTo>
                  <a:cubicBezTo>
                    <a:pt x="5406" y="2454"/>
                    <a:pt x="5454" y="2692"/>
                    <a:pt x="5489" y="2942"/>
                  </a:cubicBezTo>
                  <a:cubicBezTo>
                    <a:pt x="5204" y="2751"/>
                    <a:pt x="4942" y="2596"/>
                    <a:pt x="4656" y="2454"/>
                  </a:cubicBezTo>
                  <a:lnTo>
                    <a:pt x="4644" y="2454"/>
                  </a:lnTo>
                  <a:cubicBezTo>
                    <a:pt x="4870" y="2358"/>
                    <a:pt x="5108" y="2287"/>
                    <a:pt x="5347" y="2227"/>
                  </a:cubicBezTo>
                  <a:close/>
                  <a:moveTo>
                    <a:pt x="1672" y="2051"/>
                  </a:moveTo>
                  <a:cubicBezTo>
                    <a:pt x="1929" y="2051"/>
                    <a:pt x="2188" y="2084"/>
                    <a:pt x="2394" y="2120"/>
                  </a:cubicBezTo>
                  <a:cubicBezTo>
                    <a:pt x="2287" y="2501"/>
                    <a:pt x="2215" y="2894"/>
                    <a:pt x="2180" y="3287"/>
                  </a:cubicBezTo>
                  <a:cubicBezTo>
                    <a:pt x="1858" y="3513"/>
                    <a:pt x="1560" y="3775"/>
                    <a:pt x="1275" y="4049"/>
                  </a:cubicBezTo>
                  <a:cubicBezTo>
                    <a:pt x="1215" y="3989"/>
                    <a:pt x="1156" y="3918"/>
                    <a:pt x="1108" y="3847"/>
                  </a:cubicBezTo>
                  <a:cubicBezTo>
                    <a:pt x="656" y="3263"/>
                    <a:pt x="501" y="2739"/>
                    <a:pt x="691" y="2430"/>
                  </a:cubicBezTo>
                  <a:cubicBezTo>
                    <a:pt x="853" y="2136"/>
                    <a:pt x="1259" y="2051"/>
                    <a:pt x="1672" y="2051"/>
                  </a:cubicBezTo>
                  <a:close/>
                  <a:moveTo>
                    <a:pt x="6506" y="2051"/>
                  </a:moveTo>
                  <a:cubicBezTo>
                    <a:pt x="6917" y="2051"/>
                    <a:pt x="7321" y="2136"/>
                    <a:pt x="7490" y="2430"/>
                  </a:cubicBezTo>
                  <a:cubicBezTo>
                    <a:pt x="7764" y="2894"/>
                    <a:pt x="7264" y="3632"/>
                    <a:pt x="6906" y="4049"/>
                  </a:cubicBezTo>
                  <a:cubicBezTo>
                    <a:pt x="6621" y="3775"/>
                    <a:pt x="6323" y="3513"/>
                    <a:pt x="6001" y="3287"/>
                  </a:cubicBezTo>
                  <a:cubicBezTo>
                    <a:pt x="5966" y="2894"/>
                    <a:pt x="5894" y="2501"/>
                    <a:pt x="5787" y="2120"/>
                  </a:cubicBezTo>
                  <a:cubicBezTo>
                    <a:pt x="5993" y="2084"/>
                    <a:pt x="6250" y="2051"/>
                    <a:pt x="6506" y="2051"/>
                  </a:cubicBezTo>
                  <a:close/>
                  <a:moveTo>
                    <a:pt x="2132" y="3918"/>
                  </a:moveTo>
                  <a:cubicBezTo>
                    <a:pt x="2108" y="4239"/>
                    <a:pt x="2108" y="4561"/>
                    <a:pt x="2132" y="4882"/>
                  </a:cubicBezTo>
                  <a:cubicBezTo>
                    <a:pt x="1930" y="4716"/>
                    <a:pt x="1751" y="4561"/>
                    <a:pt x="1584" y="4394"/>
                  </a:cubicBezTo>
                  <a:cubicBezTo>
                    <a:pt x="1751" y="4228"/>
                    <a:pt x="1941" y="4061"/>
                    <a:pt x="2132" y="3918"/>
                  </a:cubicBezTo>
                  <a:close/>
                  <a:moveTo>
                    <a:pt x="6049" y="3906"/>
                  </a:moveTo>
                  <a:lnTo>
                    <a:pt x="6049" y="3906"/>
                  </a:lnTo>
                  <a:cubicBezTo>
                    <a:pt x="6240" y="4061"/>
                    <a:pt x="6418" y="4216"/>
                    <a:pt x="6597" y="4394"/>
                  </a:cubicBezTo>
                  <a:cubicBezTo>
                    <a:pt x="6418" y="4561"/>
                    <a:pt x="6240" y="4728"/>
                    <a:pt x="6049" y="4882"/>
                  </a:cubicBezTo>
                  <a:cubicBezTo>
                    <a:pt x="6061" y="4549"/>
                    <a:pt x="6061" y="4228"/>
                    <a:pt x="6049" y="3906"/>
                  </a:cubicBezTo>
                  <a:close/>
                  <a:moveTo>
                    <a:pt x="4096" y="2692"/>
                  </a:moveTo>
                  <a:cubicBezTo>
                    <a:pt x="4608" y="2930"/>
                    <a:pt x="5097" y="3216"/>
                    <a:pt x="5573" y="3549"/>
                  </a:cubicBezTo>
                  <a:cubicBezTo>
                    <a:pt x="5620" y="4109"/>
                    <a:pt x="5620" y="4680"/>
                    <a:pt x="5573" y="5252"/>
                  </a:cubicBezTo>
                  <a:cubicBezTo>
                    <a:pt x="5097" y="5585"/>
                    <a:pt x="4608" y="5859"/>
                    <a:pt x="4096" y="6109"/>
                  </a:cubicBezTo>
                  <a:cubicBezTo>
                    <a:pt x="3573" y="5859"/>
                    <a:pt x="3084" y="5585"/>
                    <a:pt x="2608" y="5252"/>
                  </a:cubicBezTo>
                  <a:cubicBezTo>
                    <a:pt x="2561" y="4680"/>
                    <a:pt x="2561" y="4109"/>
                    <a:pt x="2608" y="3549"/>
                  </a:cubicBezTo>
                  <a:cubicBezTo>
                    <a:pt x="3084" y="3216"/>
                    <a:pt x="3573" y="2930"/>
                    <a:pt x="4096" y="2692"/>
                  </a:cubicBezTo>
                  <a:close/>
                  <a:moveTo>
                    <a:pt x="5489" y="5847"/>
                  </a:moveTo>
                  <a:lnTo>
                    <a:pt x="5489" y="5847"/>
                  </a:lnTo>
                  <a:cubicBezTo>
                    <a:pt x="5454" y="6097"/>
                    <a:pt x="5406" y="6335"/>
                    <a:pt x="5347" y="6561"/>
                  </a:cubicBezTo>
                  <a:cubicBezTo>
                    <a:pt x="5120" y="6502"/>
                    <a:pt x="4882" y="6418"/>
                    <a:pt x="4656" y="6335"/>
                  </a:cubicBezTo>
                  <a:cubicBezTo>
                    <a:pt x="4942" y="6180"/>
                    <a:pt x="5204" y="6037"/>
                    <a:pt x="5489" y="5847"/>
                  </a:cubicBezTo>
                  <a:close/>
                  <a:moveTo>
                    <a:pt x="2692" y="5859"/>
                  </a:moveTo>
                  <a:lnTo>
                    <a:pt x="2692" y="5859"/>
                  </a:lnTo>
                  <a:cubicBezTo>
                    <a:pt x="2977" y="6037"/>
                    <a:pt x="3251" y="6192"/>
                    <a:pt x="3525" y="6335"/>
                  </a:cubicBezTo>
                  <a:lnTo>
                    <a:pt x="3525" y="6347"/>
                  </a:lnTo>
                  <a:cubicBezTo>
                    <a:pt x="3299" y="6430"/>
                    <a:pt x="3061" y="6502"/>
                    <a:pt x="2834" y="6573"/>
                  </a:cubicBezTo>
                  <a:cubicBezTo>
                    <a:pt x="2775" y="6347"/>
                    <a:pt x="2727" y="6109"/>
                    <a:pt x="2692" y="5859"/>
                  </a:cubicBezTo>
                  <a:close/>
                  <a:moveTo>
                    <a:pt x="1275" y="4728"/>
                  </a:moveTo>
                  <a:cubicBezTo>
                    <a:pt x="1560" y="5001"/>
                    <a:pt x="1858" y="5263"/>
                    <a:pt x="2180" y="5490"/>
                  </a:cubicBezTo>
                  <a:cubicBezTo>
                    <a:pt x="2215" y="5883"/>
                    <a:pt x="2287" y="6275"/>
                    <a:pt x="2394" y="6656"/>
                  </a:cubicBezTo>
                  <a:cubicBezTo>
                    <a:pt x="2182" y="6693"/>
                    <a:pt x="1918" y="6727"/>
                    <a:pt x="1659" y="6727"/>
                  </a:cubicBezTo>
                  <a:cubicBezTo>
                    <a:pt x="1249" y="6727"/>
                    <a:pt x="852" y="6643"/>
                    <a:pt x="691" y="6359"/>
                  </a:cubicBezTo>
                  <a:cubicBezTo>
                    <a:pt x="501" y="6037"/>
                    <a:pt x="656" y="5525"/>
                    <a:pt x="1108" y="4930"/>
                  </a:cubicBezTo>
                  <a:cubicBezTo>
                    <a:pt x="1156" y="4859"/>
                    <a:pt x="1215" y="4799"/>
                    <a:pt x="1275" y="4728"/>
                  </a:cubicBezTo>
                  <a:close/>
                  <a:moveTo>
                    <a:pt x="6906" y="4740"/>
                  </a:moveTo>
                  <a:cubicBezTo>
                    <a:pt x="7264" y="5144"/>
                    <a:pt x="7764" y="5894"/>
                    <a:pt x="7490" y="6359"/>
                  </a:cubicBezTo>
                  <a:cubicBezTo>
                    <a:pt x="7326" y="6649"/>
                    <a:pt x="6915" y="6735"/>
                    <a:pt x="6497" y="6735"/>
                  </a:cubicBezTo>
                  <a:cubicBezTo>
                    <a:pt x="6246" y="6735"/>
                    <a:pt x="5992" y="6704"/>
                    <a:pt x="5787" y="6668"/>
                  </a:cubicBezTo>
                  <a:cubicBezTo>
                    <a:pt x="5894" y="6287"/>
                    <a:pt x="5966" y="5894"/>
                    <a:pt x="6001" y="5502"/>
                  </a:cubicBezTo>
                  <a:cubicBezTo>
                    <a:pt x="6323" y="5263"/>
                    <a:pt x="6621" y="5013"/>
                    <a:pt x="6906" y="4740"/>
                  </a:cubicBezTo>
                  <a:close/>
                  <a:moveTo>
                    <a:pt x="4085" y="6597"/>
                  </a:moveTo>
                  <a:cubicBezTo>
                    <a:pt x="4454" y="6752"/>
                    <a:pt x="4823" y="6895"/>
                    <a:pt x="5204" y="7002"/>
                  </a:cubicBezTo>
                  <a:cubicBezTo>
                    <a:pt x="5025" y="7514"/>
                    <a:pt x="4632" y="8323"/>
                    <a:pt x="4096" y="8323"/>
                  </a:cubicBezTo>
                  <a:lnTo>
                    <a:pt x="4085" y="8323"/>
                  </a:lnTo>
                  <a:cubicBezTo>
                    <a:pt x="3549" y="8323"/>
                    <a:pt x="3156" y="7514"/>
                    <a:pt x="2977" y="7002"/>
                  </a:cubicBezTo>
                  <a:cubicBezTo>
                    <a:pt x="3358" y="6895"/>
                    <a:pt x="3727" y="6752"/>
                    <a:pt x="4085" y="6597"/>
                  </a:cubicBezTo>
                  <a:close/>
                  <a:moveTo>
                    <a:pt x="4096" y="1"/>
                  </a:moveTo>
                  <a:cubicBezTo>
                    <a:pt x="3299" y="1"/>
                    <a:pt x="2787" y="918"/>
                    <a:pt x="2525" y="1680"/>
                  </a:cubicBezTo>
                  <a:cubicBezTo>
                    <a:pt x="2266" y="1633"/>
                    <a:pt x="1979" y="1598"/>
                    <a:pt x="1696" y="1598"/>
                  </a:cubicBezTo>
                  <a:cubicBezTo>
                    <a:pt x="1119" y="1598"/>
                    <a:pt x="558" y="1740"/>
                    <a:pt x="286" y="2204"/>
                  </a:cubicBezTo>
                  <a:cubicBezTo>
                    <a:pt x="13" y="2692"/>
                    <a:pt x="167" y="3370"/>
                    <a:pt x="739" y="4132"/>
                  </a:cubicBezTo>
                  <a:cubicBezTo>
                    <a:pt x="810" y="4216"/>
                    <a:pt x="882" y="4311"/>
                    <a:pt x="953" y="4394"/>
                  </a:cubicBezTo>
                  <a:cubicBezTo>
                    <a:pt x="882" y="4490"/>
                    <a:pt x="798" y="4573"/>
                    <a:pt x="739" y="4656"/>
                  </a:cubicBezTo>
                  <a:cubicBezTo>
                    <a:pt x="167" y="5418"/>
                    <a:pt x="1" y="6097"/>
                    <a:pt x="286" y="6597"/>
                  </a:cubicBezTo>
                  <a:cubicBezTo>
                    <a:pt x="555" y="7054"/>
                    <a:pt x="1105" y="7198"/>
                    <a:pt x="1675" y="7198"/>
                  </a:cubicBezTo>
                  <a:cubicBezTo>
                    <a:pt x="1965" y="7198"/>
                    <a:pt x="2260" y="7161"/>
                    <a:pt x="2525" y="7109"/>
                  </a:cubicBezTo>
                  <a:cubicBezTo>
                    <a:pt x="2787" y="7871"/>
                    <a:pt x="3299" y="8788"/>
                    <a:pt x="4096" y="8788"/>
                  </a:cubicBezTo>
                  <a:cubicBezTo>
                    <a:pt x="4882" y="8788"/>
                    <a:pt x="5394" y="7871"/>
                    <a:pt x="5656" y="7109"/>
                  </a:cubicBezTo>
                  <a:cubicBezTo>
                    <a:pt x="5915" y="7156"/>
                    <a:pt x="6202" y="7190"/>
                    <a:pt x="6485" y="7190"/>
                  </a:cubicBezTo>
                  <a:cubicBezTo>
                    <a:pt x="7062" y="7190"/>
                    <a:pt x="7623" y="7048"/>
                    <a:pt x="7895" y="6585"/>
                  </a:cubicBezTo>
                  <a:cubicBezTo>
                    <a:pt x="8287" y="5894"/>
                    <a:pt x="7752" y="5001"/>
                    <a:pt x="7216" y="4394"/>
                  </a:cubicBezTo>
                  <a:cubicBezTo>
                    <a:pt x="7752" y="3787"/>
                    <a:pt x="8287" y="2882"/>
                    <a:pt x="7895" y="2204"/>
                  </a:cubicBezTo>
                  <a:cubicBezTo>
                    <a:pt x="7623" y="1740"/>
                    <a:pt x="7062" y="1593"/>
                    <a:pt x="6485" y="1593"/>
                  </a:cubicBezTo>
                  <a:cubicBezTo>
                    <a:pt x="6202" y="1593"/>
                    <a:pt x="5915" y="1629"/>
                    <a:pt x="5656" y="1680"/>
                  </a:cubicBezTo>
                  <a:cubicBezTo>
                    <a:pt x="5394" y="918"/>
                    <a:pt x="4882" y="1"/>
                    <a:pt x="40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56"/>
            <p:cNvSpPr/>
            <p:nvPr/>
          </p:nvSpPr>
          <p:spPr>
            <a:xfrm>
              <a:off x="5521262" y="4012413"/>
              <a:ext cx="54744" cy="47130"/>
            </a:xfrm>
            <a:custGeom>
              <a:avLst/>
              <a:gdLst/>
              <a:ahLst/>
              <a:cxnLst/>
              <a:rect l="l" t="t" r="r" b="b"/>
              <a:pathLst>
                <a:path w="2049" h="1764" extrusionOk="0">
                  <a:moveTo>
                    <a:pt x="1173" y="460"/>
                  </a:moveTo>
                  <a:cubicBezTo>
                    <a:pt x="1391" y="460"/>
                    <a:pt x="1596" y="624"/>
                    <a:pt x="1596" y="881"/>
                  </a:cubicBezTo>
                  <a:cubicBezTo>
                    <a:pt x="1584" y="1107"/>
                    <a:pt x="1406" y="1298"/>
                    <a:pt x="1179" y="1298"/>
                  </a:cubicBezTo>
                  <a:cubicBezTo>
                    <a:pt x="798" y="1298"/>
                    <a:pt x="608" y="846"/>
                    <a:pt x="870" y="584"/>
                  </a:cubicBezTo>
                  <a:cubicBezTo>
                    <a:pt x="959" y="498"/>
                    <a:pt x="1067" y="460"/>
                    <a:pt x="1173" y="460"/>
                  </a:cubicBezTo>
                  <a:close/>
                  <a:moveTo>
                    <a:pt x="1179" y="0"/>
                  </a:moveTo>
                  <a:cubicBezTo>
                    <a:pt x="394" y="0"/>
                    <a:pt x="1" y="941"/>
                    <a:pt x="548" y="1500"/>
                  </a:cubicBezTo>
                  <a:cubicBezTo>
                    <a:pt x="730" y="1682"/>
                    <a:pt x="952" y="1763"/>
                    <a:pt x="1169" y="1763"/>
                  </a:cubicBezTo>
                  <a:cubicBezTo>
                    <a:pt x="1620" y="1763"/>
                    <a:pt x="2049" y="1412"/>
                    <a:pt x="2049" y="881"/>
                  </a:cubicBezTo>
                  <a:cubicBezTo>
                    <a:pt x="2049" y="393"/>
                    <a:pt x="1656" y="0"/>
                    <a:pt x="11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56"/>
            <p:cNvSpPr/>
            <p:nvPr/>
          </p:nvSpPr>
          <p:spPr>
            <a:xfrm>
              <a:off x="5339823" y="4083642"/>
              <a:ext cx="206286" cy="203320"/>
            </a:xfrm>
            <a:custGeom>
              <a:avLst/>
              <a:gdLst/>
              <a:ahLst/>
              <a:cxnLst/>
              <a:rect l="l" t="t" r="r" b="b"/>
              <a:pathLst>
                <a:path w="7721" h="7610" extrusionOk="0">
                  <a:moveTo>
                    <a:pt x="7137" y="6288"/>
                  </a:moveTo>
                  <a:cubicBezTo>
                    <a:pt x="7208" y="6288"/>
                    <a:pt x="7256" y="6335"/>
                    <a:pt x="7256" y="6407"/>
                  </a:cubicBezTo>
                  <a:lnTo>
                    <a:pt x="7256" y="7026"/>
                  </a:lnTo>
                  <a:cubicBezTo>
                    <a:pt x="7256" y="7097"/>
                    <a:pt x="7208" y="7145"/>
                    <a:pt x="7149" y="7145"/>
                  </a:cubicBezTo>
                  <a:lnTo>
                    <a:pt x="4375" y="7145"/>
                  </a:lnTo>
                  <a:cubicBezTo>
                    <a:pt x="4303" y="7145"/>
                    <a:pt x="4256" y="7097"/>
                    <a:pt x="4256" y="7026"/>
                  </a:cubicBezTo>
                  <a:lnTo>
                    <a:pt x="4256" y="6407"/>
                  </a:lnTo>
                  <a:cubicBezTo>
                    <a:pt x="4256" y="6335"/>
                    <a:pt x="4303" y="6288"/>
                    <a:pt x="4375" y="6288"/>
                  </a:cubicBezTo>
                  <a:close/>
                  <a:moveTo>
                    <a:pt x="752" y="1"/>
                  </a:moveTo>
                  <a:cubicBezTo>
                    <a:pt x="378" y="1"/>
                    <a:pt x="1" y="341"/>
                    <a:pt x="160" y="811"/>
                  </a:cubicBezTo>
                  <a:cubicBezTo>
                    <a:pt x="339" y="1299"/>
                    <a:pt x="422" y="2013"/>
                    <a:pt x="1089" y="2787"/>
                  </a:cubicBezTo>
                  <a:cubicBezTo>
                    <a:pt x="1410" y="3133"/>
                    <a:pt x="1827" y="3847"/>
                    <a:pt x="2827" y="4323"/>
                  </a:cubicBezTo>
                  <a:lnTo>
                    <a:pt x="3077" y="4442"/>
                  </a:lnTo>
                  <a:cubicBezTo>
                    <a:pt x="3108" y="4460"/>
                    <a:pt x="3143" y="4468"/>
                    <a:pt x="3177" y="4468"/>
                  </a:cubicBezTo>
                  <a:cubicBezTo>
                    <a:pt x="3260" y="4468"/>
                    <a:pt x="3344" y="4419"/>
                    <a:pt x="3387" y="4335"/>
                  </a:cubicBezTo>
                  <a:cubicBezTo>
                    <a:pt x="3446" y="4228"/>
                    <a:pt x="3398" y="4085"/>
                    <a:pt x="3279" y="4026"/>
                  </a:cubicBezTo>
                  <a:cubicBezTo>
                    <a:pt x="3196" y="3990"/>
                    <a:pt x="3113" y="3942"/>
                    <a:pt x="3017" y="3906"/>
                  </a:cubicBezTo>
                  <a:cubicBezTo>
                    <a:pt x="2124" y="3490"/>
                    <a:pt x="1779" y="2859"/>
                    <a:pt x="1434" y="2490"/>
                  </a:cubicBezTo>
                  <a:cubicBezTo>
                    <a:pt x="839" y="1799"/>
                    <a:pt x="779" y="1168"/>
                    <a:pt x="589" y="668"/>
                  </a:cubicBezTo>
                  <a:cubicBezTo>
                    <a:pt x="543" y="548"/>
                    <a:pt x="641" y="461"/>
                    <a:pt x="736" y="461"/>
                  </a:cubicBezTo>
                  <a:cubicBezTo>
                    <a:pt x="792" y="461"/>
                    <a:pt x="848" y="490"/>
                    <a:pt x="874" y="561"/>
                  </a:cubicBezTo>
                  <a:cubicBezTo>
                    <a:pt x="1029" y="930"/>
                    <a:pt x="1232" y="1275"/>
                    <a:pt x="1493" y="1585"/>
                  </a:cubicBezTo>
                  <a:cubicBezTo>
                    <a:pt x="1886" y="2061"/>
                    <a:pt x="2375" y="2430"/>
                    <a:pt x="2934" y="2680"/>
                  </a:cubicBezTo>
                  <a:cubicBezTo>
                    <a:pt x="2968" y="2696"/>
                    <a:pt x="3002" y="2703"/>
                    <a:pt x="3035" y="2703"/>
                  </a:cubicBezTo>
                  <a:cubicBezTo>
                    <a:pt x="3196" y="2703"/>
                    <a:pt x="3321" y="2527"/>
                    <a:pt x="3232" y="2359"/>
                  </a:cubicBezTo>
                  <a:lnTo>
                    <a:pt x="2898" y="1751"/>
                  </a:lnTo>
                  <a:cubicBezTo>
                    <a:pt x="2863" y="1668"/>
                    <a:pt x="2886" y="1573"/>
                    <a:pt x="2970" y="1537"/>
                  </a:cubicBezTo>
                  <a:cubicBezTo>
                    <a:pt x="2989" y="1530"/>
                    <a:pt x="3009" y="1526"/>
                    <a:pt x="3029" y="1526"/>
                  </a:cubicBezTo>
                  <a:cubicBezTo>
                    <a:pt x="3072" y="1526"/>
                    <a:pt x="3116" y="1544"/>
                    <a:pt x="3148" y="1585"/>
                  </a:cubicBezTo>
                  <a:lnTo>
                    <a:pt x="4184" y="2656"/>
                  </a:lnTo>
                  <a:cubicBezTo>
                    <a:pt x="4530" y="3013"/>
                    <a:pt x="4863" y="3013"/>
                    <a:pt x="5792" y="3359"/>
                  </a:cubicBezTo>
                  <a:cubicBezTo>
                    <a:pt x="6399" y="3597"/>
                    <a:pt x="6827" y="4859"/>
                    <a:pt x="6827" y="4859"/>
                  </a:cubicBezTo>
                  <a:lnTo>
                    <a:pt x="6839" y="5823"/>
                  </a:lnTo>
                  <a:lnTo>
                    <a:pt x="4815" y="5823"/>
                  </a:lnTo>
                  <a:cubicBezTo>
                    <a:pt x="4851" y="5490"/>
                    <a:pt x="4744" y="5145"/>
                    <a:pt x="4518" y="4895"/>
                  </a:cubicBezTo>
                  <a:cubicBezTo>
                    <a:pt x="4434" y="4799"/>
                    <a:pt x="4339" y="4716"/>
                    <a:pt x="4244" y="4633"/>
                  </a:cubicBezTo>
                  <a:cubicBezTo>
                    <a:pt x="4200" y="4595"/>
                    <a:pt x="4147" y="4578"/>
                    <a:pt x="4092" y="4578"/>
                  </a:cubicBezTo>
                  <a:cubicBezTo>
                    <a:pt x="4042" y="4578"/>
                    <a:pt x="3992" y="4592"/>
                    <a:pt x="3946" y="4621"/>
                  </a:cubicBezTo>
                  <a:cubicBezTo>
                    <a:pt x="3839" y="4716"/>
                    <a:pt x="3839" y="4895"/>
                    <a:pt x="3946" y="4978"/>
                  </a:cubicBezTo>
                  <a:cubicBezTo>
                    <a:pt x="4029" y="5049"/>
                    <a:pt x="4113" y="5121"/>
                    <a:pt x="4184" y="5204"/>
                  </a:cubicBezTo>
                  <a:cubicBezTo>
                    <a:pt x="4327" y="5371"/>
                    <a:pt x="4387" y="5609"/>
                    <a:pt x="4351" y="5823"/>
                  </a:cubicBezTo>
                  <a:cubicBezTo>
                    <a:pt x="4053" y="5859"/>
                    <a:pt x="3827" y="6097"/>
                    <a:pt x="3827" y="6395"/>
                  </a:cubicBezTo>
                  <a:lnTo>
                    <a:pt x="3827" y="7026"/>
                  </a:lnTo>
                  <a:cubicBezTo>
                    <a:pt x="3827" y="7347"/>
                    <a:pt x="4077" y="7609"/>
                    <a:pt x="4399" y="7609"/>
                  </a:cubicBezTo>
                  <a:lnTo>
                    <a:pt x="7137" y="7609"/>
                  </a:lnTo>
                  <a:cubicBezTo>
                    <a:pt x="7458" y="7597"/>
                    <a:pt x="7720" y="7347"/>
                    <a:pt x="7720" y="7026"/>
                  </a:cubicBezTo>
                  <a:lnTo>
                    <a:pt x="7720" y="6395"/>
                  </a:lnTo>
                  <a:cubicBezTo>
                    <a:pt x="7720" y="6133"/>
                    <a:pt x="7542" y="5907"/>
                    <a:pt x="7292" y="5835"/>
                  </a:cubicBezTo>
                  <a:lnTo>
                    <a:pt x="7292" y="4859"/>
                  </a:lnTo>
                  <a:cubicBezTo>
                    <a:pt x="7292" y="4859"/>
                    <a:pt x="6732" y="3204"/>
                    <a:pt x="5899" y="2906"/>
                  </a:cubicBezTo>
                  <a:cubicBezTo>
                    <a:pt x="4958" y="2561"/>
                    <a:pt x="4756" y="2573"/>
                    <a:pt x="4518" y="2335"/>
                  </a:cubicBezTo>
                  <a:lnTo>
                    <a:pt x="3482" y="1263"/>
                  </a:lnTo>
                  <a:cubicBezTo>
                    <a:pt x="3351" y="1122"/>
                    <a:pt x="3193" y="1062"/>
                    <a:pt x="3039" y="1062"/>
                  </a:cubicBezTo>
                  <a:cubicBezTo>
                    <a:pt x="2659" y="1062"/>
                    <a:pt x="2305" y="1430"/>
                    <a:pt x="2458" y="1870"/>
                  </a:cubicBezTo>
                  <a:cubicBezTo>
                    <a:pt x="2232" y="1704"/>
                    <a:pt x="2029" y="1513"/>
                    <a:pt x="1839" y="1299"/>
                  </a:cubicBezTo>
                  <a:cubicBezTo>
                    <a:pt x="1613" y="1013"/>
                    <a:pt x="1434" y="704"/>
                    <a:pt x="1291" y="370"/>
                  </a:cubicBezTo>
                  <a:cubicBezTo>
                    <a:pt x="1179" y="111"/>
                    <a:pt x="966" y="1"/>
                    <a:pt x="7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56"/>
            <p:cNvSpPr/>
            <p:nvPr/>
          </p:nvSpPr>
          <p:spPr>
            <a:xfrm>
              <a:off x="5558158" y="4083802"/>
              <a:ext cx="205217" cy="203160"/>
            </a:xfrm>
            <a:custGeom>
              <a:avLst/>
              <a:gdLst/>
              <a:ahLst/>
              <a:cxnLst/>
              <a:rect l="l" t="t" r="r" b="b"/>
              <a:pathLst>
                <a:path w="7681" h="7604" extrusionOk="0">
                  <a:moveTo>
                    <a:pt x="7017" y="464"/>
                  </a:moveTo>
                  <a:cubicBezTo>
                    <a:pt x="7031" y="464"/>
                    <a:pt x="7046" y="466"/>
                    <a:pt x="7061" y="471"/>
                  </a:cubicBezTo>
                  <a:cubicBezTo>
                    <a:pt x="7145" y="495"/>
                    <a:pt x="7192" y="579"/>
                    <a:pt x="7168" y="662"/>
                  </a:cubicBezTo>
                  <a:lnTo>
                    <a:pt x="6942" y="1376"/>
                  </a:lnTo>
                  <a:cubicBezTo>
                    <a:pt x="6668" y="2245"/>
                    <a:pt x="6168" y="2626"/>
                    <a:pt x="5835" y="3055"/>
                  </a:cubicBezTo>
                  <a:cubicBezTo>
                    <a:pt x="4990" y="4055"/>
                    <a:pt x="4132" y="3924"/>
                    <a:pt x="3251" y="4889"/>
                  </a:cubicBezTo>
                  <a:cubicBezTo>
                    <a:pt x="3025" y="5139"/>
                    <a:pt x="2918" y="5484"/>
                    <a:pt x="2954" y="5817"/>
                  </a:cubicBezTo>
                  <a:lnTo>
                    <a:pt x="918" y="5817"/>
                  </a:lnTo>
                  <a:lnTo>
                    <a:pt x="930" y="4853"/>
                  </a:lnTo>
                  <a:cubicBezTo>
                    <a:pt x="941" y="4174"/>
                    <a:pt x="1370" y="3567"/>
                    <a:pt x="2013" y="3341"/>
                  </a:cubicBezTo>
                  <a:cubicBezTo>
                    <a:pt x="2882" y="3007"/>
                    <a:pt x="3227" y="3007"/>
                    <a:pt x="3561" y="2650"/>
                  </a:cubicBezTo>
                  <a:lnTo>
                    <a:pt x="4609" y="1567"/>
                  </a:lnTo>
                  <a:cubicBezTo>
                    <a:pt x="4640" y="1535"/>
                    <a:pt x="4683" y="1519"/>
                    <a:pt x="4725" y="1519"/>
                  </a:cubicBezTo>
                  <a:cubicBezTo>
                    <a:pt x="4746" y="1519"/>
                    <a:pt x="4767" y="1523"/>
                    <a:pt x="4787" y="1531"/>
                  </a:cubicBezTo>
                  <a:cubicBezTo>
                    <a:pt x="4859" y="1567"/>
                    <a:pt x="4894" y="1662"/>
                    <a:pt x="4847" y="1734"/>
                  </a:cubicBezTo>
                  <a:lnTo>
                    <a:pt x="4525" y="2353"/>
                  </a:lnTo>
                  <a:cubicBezTo>
                    <a:pt x="4436" y="2521"/>
                    <a:pt x="4561" y="2697"/>
                    <a:pt x="4722" y="2697"/>
                  </a:cubicBezTo>
                  <a:cubicBezTo>
                    <a:pt x="4755" y="2697"/>
                    <a:pt x="4789" y="2690"/>
                    <a:pt x="4823" y="2674"/>
                  </a:cubicBezTo>
                  <a:cubicBezTo>
                    <a:pt x="5382" y="2424"/>
                    <a:pt x="5883" y="2055"/>
                    <a:pt x="6275" y="1579"/>
                  </a:cubicBezTo>
                  <a:cubicBezTo>
                    <a:pt x="6525" y="1269"/>
                    <a:pt x="6740" y="924"/>
                    <a:pt x="6895" y="555"/>
                  </a:cubicBezTo>
                  <a:cubicBezTo>
                    <a:pt x="6913" y="498"/>
                    <a:pt x="6962" y="464"/>
                    <a:pt x="7017" y="464"/>
                  </a:cubicBezTo>
                  <a:close/>
                  <a:moveTo>
                    <a:pt x="7009" y="1"/>
                  </a:moveTo>
                  <a:cubicBezTo>
                    <a:pt x="6773" y="1"/>
                    <a:pt x="6551" y="138"/>
                    <a:pt x="6442" y="364"/>
                  </a:cubicBezTo>
                  <a:cubicBezTo>
                    <a:pt x="6311" y="698"/>
                    <a:pt x="6121" y="1007"/>
                    <a:pt x="5894" y="1281"/>
                  </a:cubicBezTo>
                  <a:cubicBezTo>
                    <a:pt x="5716" y="1495"/>
                    <a:pt x="5513" y="1698"/>
                    <a:pt x="5275" y="1864"/>
                  </a:cubicBezTo>
                  <a:cubicBezTo>
                    <a:pt x="5429" y="1421"/>
                    <a:pt x="5076" y="1052"/>
                    <a:pt x="4697" y="1052"/>
                  </a:cubicBezTo>
                  <a:cubicBezTo>
                    <a:pt x="4547" y="1052"/>
                    <a:pt x="4392" y="1110"/>
                    <a:pt x="4263" y="1245"/>
                  </a:cubicBezTo>
                  <a:lnTo>
                    <a:pt x="3216" y="2329"/>
                  </a:lnTo>
                  <a:cubicBezTo>
                    <a:pt x="2977" y="2579"/>
                    <a:pt x="2727" y="2567"/>
                    <a:pt x="1787" y="2924"/>
                  </a:cubicBezTo>
                  <a:cubicBezTo>
                    <a:pt x="989" y="3234"/>
                    <a:pt x="477" y="3996"/>
                    <a:pt x="465" y="4841"/>
                  </a:cubicBezTo>
                  <a:lnTo>
                    <a:pt x="453" y="5829"/>
                  </a:lnTo>
                  <a:cubicBezTo>
                    <a:pt x="191" y="5889"/>
                    <a:pt x="13" y="6127"/>
                    <a:pt x="13" y="6389"/>
                  </a:cubicBezTo>
                  <a:lnTo>
                    <a:pt x="13" y="7353"/>
                  </a:lnTo>
                  <a:cubicBezTo>
                    <a:pt x="1" y="7484"/>
                    <a:pt x="120" y="7603"/>
                    <a:pt x="251" y="7603"/>
                  </a:cubicBezTo>
                  <a:lnTo>
                    <a:pt x="2144" y="7603"/>
                  </a:lnTo>
                  <a:cubicBezTo>
                    <a:pt x="2168" y="7603"/>
                    <a:pt x="2192" y="7591"/>
                    <a:pt x="2215" y="7568"/>
                  </a:cubicBezTo>
                  <a:cubicBezTo>
                    <a:pt x="2394" y="7425"/>
                    <a:pt x="2299" y="7139"/>
                    <a:pt x="2073" y="7139"/>
                  </a:cubicBezTo>
                  <a:lnTo>
                    <a:pt x="608" y="7139"/>
                  </a:lnTo>
                  <a:cubicBezTo>
                    <a:pt x="537" y="7139"/>
                    <a:pt x="489" y="7091"/>
                    <a:pt x="489" y="7020"/>
                  </a:cubicBezTo>
                  <a:lnTo>
                    <a:pt x="489" y="6401"/>
                  </a:lnTo>
                  <a:cubicBezTo>
                    <a:pt x="489" y="6329"/>
                    <a:pt x="537" y="6282"/>
                    <a:pt x="608" y="6282"/>
                  </a:cubicBezTo>
                  <a:lnTo>
                    <a:pt x="3370" y="6282"/>
                  </a:lnTo>
                  <a:cubicBezTo>
                    <a:pt x="3442" y="6282"/>
                    <a:pt x="3489" y="6329"/>
                    <a:pt x="3489" y="6401"/>
                  </a:cubicBezTo>
                  <a:lnTo>
                    <a:pt x="3489" y="7020"/>
                  </a:lnTo>
                  <a:cubicBezTo>
                    <a:pt x="3489" y="7091"/>
                    <a:pt x="3442" y="7139"/>
                    <a:pt x="3370" y="7139"/>
                  </a:cubicBezTo>
                  <a:lnTo>
                    <a:pt x="3108" y="7139"/>
                  </a:lnTo>
                  <a:cubicBezTo>
                    <a:pt x="2989" y="7139"/>
                    <a:pt x="2894" y="7222"/>
                    <a:pt x="2882" y="7341"/>
                  </a:cubicBezTo>
                  <a:cubicBezTo>
                    <a:pt x="2858" y="7472"/>
                    <a:pt x="2966" y="7603"/>
                    <a:pt x="3108" y="7603"/>
                  </a:cubicBezTo>
                  <a:lnTo>
                    <a:pt x="3347" y="7603"/>
                  </a:lnTo>
                  <a:cubicBezTo>
                    <a:pt x="3656" y="7591"/>
                    <a:pt x="3918" y="7341"/>
                    <a:pt x="3918" y="7020"/>
                  </a:cubicBezTo>
                  <a:lnTo>
                    <a:pt x="3918" y="6389"/>
                  </a:lnTo>
                  <a:cubicBezTo>
                    <a:pt x="3918" y="6091"/>
                    <a:pt x="3692" y="5841"/>
                    <a:pt x="3394" y="5817"/>
                  </a:cubicBezTo>
                  <a:cubicBezTo>
                    <a:pt x="3347" y="5591"/>
                    <a:pt x="3418" y="5365"/>
                    <a:pt x="3561" y="5186"/>
                  </a:cubicBezTo>
                  <a:cubicBezTo>
                    <a:pt x="4359" y="4329"/>
                    <a:pt x="5240" y="4424"/>
                    <a:pt x="6156" y="3353"/>
                  </a:cubicBezTo>
                  <a:cubicBezTo>
                    <a:pt x="6478" y="2936"/>
                    <a:pt x="7037" y="2496"/>
                    <a:pt x="7347" y="1507"/>
                  </a:cubicBezTo>
                  <a:lnTo>
                    <a:pt x="7573" y="793"/>
                  </a:lnTo>
                  <a:cubicBezTo>
                    <a:pt x="7680" y="460"/>
                    <a:pt x="7490" y="114"/>
                    <a:pt x="7157" y="19"/>
                  </a:cubicBezTo>
                  <a:cubicBezTo>
                    <a:pt x="7107" y="7"/>
                    <a:pt x="7058" y="1"/>
                    <a:pt x="70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0" name="Google Shape;2680;p57"/>
          <p:cNvSpPr/>
          <p:nvPr/>
        </p:nvSpPr>
        <p:spPr>
          <a:xfrm>
            <a:off x="819300" y="2370151"/>
            <a:ext cx="8038394" cy="80700"/>
          </a:xfrm>
          <a:custGeom>
            <a:avLst/>
            <a:gdLst/>
            <a:ahLst/>
            <a:cxnLst/>
            <a:rect l="l" t="t" r="r" b="b"/>
            <a:pathLst>
              <a:path w="302508" h="3228" extrusionOk="0">
                <a:moveTo>
                  <a:pt x="0" y="3228"/>
                </a:moveTo>
                <a:cubicBezTo>
                  <a:pt x="6035" y="2846"/>
                  <a:pt x="18677" y="1089"/>
                  <a:pt x="36209" y="936"/>
                </a:cubicBezTo>
                <a:cubicBezTo>
                  <a:pt x="53741" y="783"/>
                  <a:pt x="78300" y="2464"/>
                  <a:pt x="105190" y="2311"/>
                </a:cubicBezTo>
                <a:cubicBezTo>
                  <a:pt x="132080" y="2158"/>
                  <a:pt x="167869" y="95"/>
                  <a:pt x="197547" y="19"/>
                </a:cubicBezTo>
                <a:cubicBezTo>
                  <a:pt x="227225" y="-57"/>
                  <a:pt x="265764" y="1777"/>
                  <a:pt x="283257" y="1853"/>
                </a:cubicBezTo>
                <a:cubicBezTo>
                  <a:pt x="300751" y="1930"/>
                  <a:pt x="299300" y="707"/>
                  <a:pt x="302508" y="478"/>
                </a:cubicBezTo>
              </a:path>
            </a:pathLst>
          </a:custGeom>
          <a:noFill/>
          <a:ln w="28575" cap="rnd" cmpd="sng">
            <a:solidFill>
              <a:schemeClr val="accent4"/>
            </a:solidFill>
            <a:prstDash val="solid"/>
            <a:round/>
            <a:headEnd type="none" w="med" len="med"/>
            <a:tailEnd type="oval" w="med" len="med"/>
          </a:ln>
        </p:spPr>
      </p:sp>
      <p:sp>
        <p:nvSpPr>
          <p:cNvPr id="2681" name="Google Shape;2681;p57"/>
          <p:cNvSpPr txBox="1">
            <a:spLocks noGrp="1"/>
          </p:cNvSpPr>
          <p:nvPr>
            <p:ph type="title"/>
          </p:nvPr>
        </p:nvSpPr>
        <p:spPr>
          <a:xfrm>
            <a:off x="758775" y="405130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 timeline</a:t>
            </a:r>
            <a:endParaRPr/>
          </a:p>
        </p:txBody>
      </p:sp>
      <p:sp>
        <p:nvSpPr>
          <p:cNvPr id="2682" name="Google Shape;2682;p57"/>
          <p:cNvSpPr txBox="1"/>
          <p:nvPr/>
        </p:nvSpPr>
        <p:spPr>
          <a:xfrm>
            <a:off x="3521027" y="2853200"/>
            <a:ext cx="2271900" cy="3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2"/>
                </a:solidFill>
                <a:latin typeface="Viga"/>
                <a:ea typeface="Viga"/>
                <a:cs typeface="Viga"/>
                <a:sym typeface="Viga"/>
              </a:rPr>
              <a:t>Recording data</a:t>
            </a:r>
            <a:endParaRPr sz="2200">
              <a:solidFill>
                <a:schemeClr val="accent2"/>
              </a:solidFill>
              <a:latin typeface="Viga"/>
              <a:ea typeface="Viga"/>
              <a:cs typeface="Viga"/>
              <a:sym typeface="Viga"/>
            </a:endParaRPr>
          </a:p>
        </p:txBody>
      </p:sp>
      <p:sp>
        <p:nvSpPr>
          <p:cNvPr id="2683" name="Google Shape;2683;p57"/>
          <p:cNvSpPr txBox="1"/>
          <p:nvPr/>
        </p:nvSpPr>
        <p:spPr>
          <a:xfrm>
            <a:off x="3521027" y="3193700"/>
            <a:ext cx="227190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Despite being red, Mars is a cold place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84" name="Google Shape;2684;p57"/>
          <p:cNvSpPr txBox="1"/>
          <p:nvPr/>
        </p:nvSpPr>
        <p:spPr>
          <a:xfrm>
            <a:off x="883473" y="2853200"/>
            <a:ext cx="2271900" cy="3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2"/>
                </a:solidFill>
                <a:latin typeface="Viga"/>
                <a:ea typeface="Viga"/>
                <a:cs typeface="Viga"/>
                <a:sym typeface="Viga"/>
              </a:rPr>
              <a:t>Testing</a:t>
            </a:r>
            <a:endParaRPr sz="2200">
              <a:solidFill>
                <a:schemeClr val="accent2"/>
              </a:solidFill>
              <a:latin typeface="Viga"/>
              <a:ea typeface="Viga"/>
              <a:cs typeface="Viga"/>
              <a:sym typeface="Viga"/>
            </a:endParaRPr>
          </a:p>
        </p:txBody>
      </p:sp>
      <p:sp>
        <p:nvSpPr>
          <p:cNvPr id="2685" name="Google Shape;2685;p57"/>
          <p:cNvSpPr txBox="1"/>
          <p:nvPr/>
        </p:nvSpPr>
        <p:spPr>
          <a:xfrm>
            <a:off x="883473" y="3193700"/>
            <a:ext cx="227190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Neptune is very far from the Sun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86" name="Google Shape;2686;p57"/>
          <p:cNvSpPr txBox="1"/>
          <p:nvPr/>
        </p:nvSpPr>
        <p:spPr>
          <a:xfrm>
            <a:off x="6158559" y="2853200"/>
            <a:ext cx="2271900" cy="3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2"/>
                </a:solidFill>
                <a:latin typeface="Viga"/>
                <a:ea typeface="Viga"/>
                <a:cs typeface="Viga"/>
                <a:sym typeface="Viga"/>
              </a:rPr>
              <a:t>Analysis</a:t>
            </a:r>
            <a:endParaRPr sz="2200">
              <a:solidFill>
                <a:schemeClr val="accent2"/>
              </a:solidFill>
              <a:latin typeface="Viga"/>
              <a:ea typeface="Viga"/>
              <a:cs typeface="Viga"/>
              <a:sym typeface="Viga"/>
            </a:endParaRPr>
          </a:p>
        </p:txBody>
      </p:sp>
      <p:sp>
        <p:nvSpPr>
          <p:cNvPr id="2687" name="Google Shape;2687;p57"/>
          <p:cNvSpPr txBox="1"/>
          <p:nvPr/>
        </p:nvSpPr>
        <p:spPr>
          <a:xfrm>
            <a:off x="6158620" y="3193700"/>
            <a:ext cx="227190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Jupiter is the biggest planet of them all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88" name="Google Shape;2688;p57"/>
          <p:cNvSpPr txBox="1"/>
          <p:nvPr/>
        </p:nvSpPr>
        <p:spPr>
          <a:xfrm>
            <a:off x="1272873" y="4021975"/>
            <a:ext cx="1493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Phase 4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89" name="Google Shape;2689;p57"/>
          <p:cNvSpPr txBox="1"/>
          <p:nvPr/>
        </p:nvSpPr>
        <p:spPr>
          <a:xfrm>
            <a:off x="3910417" y="4021975"/>
            <a:ext cx="1493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Phase 5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90" name="Google Shape;2690;p57"/>
          <p:cNvSpPr txBox="1"/>
          <p:nvPr/>
        </p:nvSpPr>
        <p:spPr>
          <a:xfrm>
            <a:off x="6548022" y="4021975"/>
            <a:ext cx="1493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Phase 6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91" name="Google Shape;2691;p57"/>
          <p:cNvSpPr/>
          <p:nvPr/>
        </p:nvSpPr>
        <p:spPr>
          <a:xfrm>
            <a:off x="1767338" y="3887021"/>
            <a:ext cx="504175" cy="30075"/>
          </a:xfrm>
          <a:custGeom>
            <a:avLst/>
            <a:gdLst/>
            <a:ahLst/>
            <a:cxnLst/>
            <a:rect l="l" t="t" r="r" b="b"/>
            <a:pathLst>
              <a:path w="20167" h="1203" extrusionOk="0">
                <a:moveTo>
                  <a:pt x="0" y="726"/>
                </a:moveTo>
                <a:cubicBezTo>
                  <a:pt x="955" y="611"/>
                  <a:pt x="3324" y="-38"/>
                  <a:pt x="5730" y="38"/>
                </a:cubicBezTo>
                <a:cubicBezTo>
                  <a:pt x="8136" y="114"/>
                  <a:pt x="12032" y="1146"/>
                  <a:pt x="14438" y="1184"/>
                </a:cubicBezTo>
                <a:cubicBezTo>
                  <a:pt x="16844" y="1222"/>
                  <a:pt x="19212" y="420"/>
                  <a:pt x="20167" y="267"/>
                </a:cubicBezTo>
              </a:path>
            </a:pathLst>
          </a:custGeom>
          <a:noFill/>
          <a:ln w="28575" cap="rnd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692" name="Google Shape;2692;p57"/>
          <p:cNvSpPr/>
          <p:nvPr/>
        </p:nvSpPr>
        <p:spPr>
          <a:xfrm rot="10800000">
            <a:off x="4404900" y="3887021"/>
            <a:ext cx="504175" cy="30075"/>
          </a:xfrm>
          <a:custGeom>
            <a:avLst/>
            <a:gdLst/>
            <a:ahLst/>
            <a:cxnLst/>
            <a:rect l="l" t="t" r="r" b="b"/>
            <a:pathLst>
              <a:path w="20167" h="1203" extrusionOk="0">
                <a:moveTo>
                  <a:pt x="0" y="726"/>
                </a:moveTo>
                <a:cubicBezTo>
                  <a:pt x="955" y="611"/>
                  <a:pt x="3324" y="-38"/>
                  <a:pt x="5730" y="38"/>
                </a:cubicBezTo>
                <a:cubicBezTo>
                  <a:pt x="8136" y="114"/>
                  <a:pt x="12032" y="1146"/>
                  <a:pt x="14438" y="1184"/>
                </a:cubicBezTo>
                <a:cubicBezTo>
                  <a:pt x="16844" y="1222"/>
                  <a:pt x="19212" y="420"/>
                  <a:pt x="20167" y="267"/>
                </a:cubicBezTo>
              </a:path>
            </a:pathLst>
          </a:custGeom>
          <a:noFill/>
          <a:ln w="28575" cap="rnd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693" name="Google Shape;2693;p57"/>
          <p:cNvSpPr/>
          <p:nvPr/>
        </p:nvSpPr>
        <p:spPr>
          <a:xfrm rot="10800000">
            <a:off x="7042425" y="3887021"/>
            <a:ext cx="504175" cy="30075"/>
          </a:xfrm>
          <a:custGeom>
            <a:avLst/>
            <a:gdLst/>
            <a:ahLst/>
            <a:cxnLst/>
            <a:rect l="l" t="t" r="r" b="b"/>
            <a:pathLst>
              <a:path w="20167" h="1203" extrusionOk="0">
                <a:moveTo>
                  <a:pt x="0" y="726"/>
                </a:moveTo>
                <a:cubicBezTo>
                  <a:pt x="955" y="611"/>
                  <a:pt x="3324" y="-38"/>
                  <a:pt x="5730" y="38"/>
                </a:cubicBezTo>
                <a:cubicBezTo>
                  <a:pt x="8136" y="114"/>
                  <a:pt x="12032" y="1146"/>
                  <a:pt x="14438" y="1184"/>
                </a:cubicBezTo>
                <a:cubicBezTo>
                  <a:pt x="16844" y="1222"/>
                  <a:pt x="19212" y="420"/>
                  <a:pt x="20167" y="267"/>
                </a:cubicBezTo>
              </a:path>
            </a:pathLst>
          </a:custGeom>
          <a:noFill/>
          <a:ln w="28575" cap="rnd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694" name="Google Shape;2694;p57"/>
          <p:cNvSpPr/>
          <p:nvPr/>
        </p:nvSpPr>
        <p:spPr>
          <a:xfrm>
            <a:off x="1848991" y="2240265"/>
            <a:ext cx="340889" cy="340473"/>
          </a:xfrm>
          <a:custGeom>
            <a:avLst/>
            <a:gdLst/>
            <a:ahLst/>
            <a:cxnLst/>
            <a:rect l="l" t="t" r="r" b="b"/>
            <a:pathLst>
              <a:path w="5454" h="5448" extrusionOk="0">
                <a:moveTo>
                  <a:pt x="2720" y="0"/>
                </a:moveTo>
                <a:cubicBezTo>
                  <a:pt x="2376" y="0"/>
                  <a:pt x="2033" y="72"/>
                  <a:pt x="1715" y="215"/>
                </a:cubicBezTo>
                <a:cubicBezTo>
                  <a:pt x="763" y="870"/>
                  <a:pt x="1" y="1858"/>
                  <a:pt x="24" y="3073"/>
                </a:cubicBezTo>
                <a:cubicBezTo>
                  <a:pt x="60" y="4442"/>
                  <a:pt x="1191" y="5382"/>
                  <a:pt x="2513" y="5442"/>
                </a:cubicBezTo>
                <a:cubicBezTo>
                  <a:pt x="2573" y="5446"/>
                  <a:pt x="2633" y="5448"/>
                  <a:pt x="2693" y="5448"/>
                </a:cubicBezTo>
                <a:cubicBezTo>
                  <a:pt x="3194" y="5448"/>
                  <a:pt x="3696" y="5315"/>
                  <a:pt x="4132" y="5049"/>
                </a:cubicBezTo>
                <a:cubicBezTo>
                  <a:pt x="4680" y="4704"/>
                  <a:pt x="4989" y="4132"/>
                  <a:pt x="5132" y="3501"/>
                </a:cubicBezTo>
                <a:cubicBezTo>
                  <a:pt x="5454" y="2204"/>
                  <a:pt x="4906" y="739"/>
                  <a:pt x="3644" y="179"/>
                </a:cubicBezTo>
                <a:cubicBezTo>
                  <a:pt x="3348" y="60"/>
                  <a:pt x="3034" y="0"/>
                  <a:pt x="2720" y="0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5" name="Google Shape;2695;p57"/>
          <p:cNvSpPr/>
          <p:nvPr/>
        </p:nvSpPr>
        <p:spPr>
          <a:xfrm>
            <a:off x="4486540" y="2240251"/>
            <a:ext cx="340902" cy="340500"/>
          </a:xfrm>
          <a:custGeom>
            <a:avLst/>
            <a:gdLst/>
            <a:ahLst/>
            <a:cxnLst/>
            <a:rect l="l" t="t" r="r" b="b"/>
            <a:pathLst>
              <a:path w="5454" h="5448" extrusionOk="0">
                <a:moveTo>
                  <a:pt x="2720" y="0"/>
                </a:moveTo>
                <a:cubicBezTo>
                  <a:pt x="2376" y="0"/>
                  <a:pt x="2033" y="72"/>
                  <a:pt x="1715" y="215"/>
                </a:cubicBezTo>
                <a:cubicBezTo>
                  <a:pt x="763" y="870"/>
                  <a:pt x="1" y="1858"/>
                  <a:pt x="24" y="3073"/>
                </a:cubicBezTo>
                <a:cubicBezTo>
                  <a:pt x="60" y="4442"/>
                  <a:pt x="1191" y="5382"/>
                  <a:pt x="2513" y="5442"/>
                </a:cubicBezTo>
                <a:cubicBezTo>
                  <a:pt x="2573" y="5446"/>
                  <a:pt x="2633" y="5448"/>
                  <a:pt x="2693" y="5448"/>
                </a:cubicBezTo>
                <a:cubicBezTo>
                  <a:pt x="3194" y="5448"/>
                  <a:pt x="3696" y="5315"/>
                  <a:pt x="4132" y="5049"/>
                </a:cubicBezTo>
                <a:cubicBezTo>
                  <a:pt x="4680" y="4704"/>
                  <a:pt x="4989" y="4132"/>
                  <a:pt x="5132" y="3501"/>
                </a:cubicBezTo>
                <a:cubicBezTo>
                  <a:pt x="5454" y="2204"/>
                  <a:pt x="4906" y="739"/>
                  <a:pt x="3644" y="179"/>
                </a:cubicBezTo>
                <a:cubicBezTo>
                  <a:pt x="3348" y="60"/>
                  <a:pt x="3034" y="0"/>
                  <a:pt x="2720" y="0"/>
                </a:cubicBezTo>
                <a:close/>
              </a:path>
            </a:pathLst>
          </a:custGeom>
          <a:solidFill>
            <a:schemeClr val="accent4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6" name="Google Shape;2696;p57"/>
          <p:cNvSpPr/>
          <p:nvPr/>
        </p:nvSpPr>
        <p:spPr>
          <a:xfrm>
            <a:off x="7124133" y="2240258"/>
            <a:ext cx="340889" cy="340486"/>
          </a:xfrm>
          <a:custGeom>
            <a:avLst/>
            <a:gdLst/>
            <a:ahLst/>
            <a:cxnLst/>
            <a:rect l="l" t="t" r="r" b="b"/>
            <a:pathLst>
              <a:path w="5454" h="5448" extrusionOk="0">
                <a:moveTo>
                  <a:pt x="2720" y="0"/>
                </a:moveTo>
                <a:cubicBezTo>
                  <a:pt x="2376" y="0"/>
                  <a:pt x="2033" y="72"/>
                  <a:pt x="1715" y="215"/>
                </a:cubicBezTo>
                <a:cubicBezTo>
                  <a:pt x="763" y="870"/>
                  <a:pt x="1" y="1858"/>
                  <a:pt x="24" y="3073"/>
                </a:cubicBezTo>
                <a:cubicBezTo>
                  <a:pt x="60" y="4442"/>
                  <a:pt x="1191" y="5382"/>
                  <a:pt x="2513" y="5442"/>
                </a:cubicBezTo>
                <a:cubicBezTo>
                  <a:pt x="2573" y="5446"/>
                  <a:pt x="2633" y="5448"/>
                  <a:pt x="2693" y="5448"/>
                </a:cubicBezTo>
                <a:cubicBezTo>
                  <a:pt x="3194" y="5448"/>
                  <a:pt x="3696" y="5315"/>
                  <a:pt x="4132" y="5049"/>
                </a:cubicBezTo>
                <a:cubicBezTo>
                  <a:pt x="4680" y="4704"/>
                  <a:pt x="4989" y="4132"/>
                  <a:pt x="5132" y="3501"/>
                </a:cubicBezTo>
                <a:cubicBezTo>
                  <a:pt x="5454" y="2204"/>
                  <a:pt x="4906" y="739"/>
                  <a:pt x="3644" y="179"/>
                </a:cubicBezTo>
                <a:cubicBezTo>
                  <a:pt x="3348" y="60"/>
                  <a:pt x="3034" y="0"/>
                  <a:pt x="2720" y="0"/>
                </a:cubicBezTo>
                <a:close/>
              </a:path>
            </a:pathLst>
          </a:custGeom>
          <a:solidFill>
            <a:schemeClr val="accent6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97" name="Google Shape;2697;p57"/>
          <p:cNvGrpSpPr/>
          <p:nvPr/>
        </p:nvGrpSpPr>
        <p:grpSpPr>
          <a:xfrm>
            <a:off x="1780076" y="1412196"/>
            <a:ext cx="478703" cy="503803"/>
            <a:chOff x="2734039" y="1946776"/>
            <a:chExt cx="397957" cy="418824"/>
          </a:xfrm>
        </p:grpSpPr>
        <p:sp>
          <p:nvSpPr>
            <p:cNvPr id="2698" name="Google Shape;2698;p57"/>
            <p:cNvSpPr/>
            <p:nvPr/>
          </p:nvSpPr>
          <p:spPr>
            <a:xfrm>
              <a:off x="2882908" y="1966360"/>
              <a:ext cx="162897" cy="29603"/>
            </a:xfrm>
            <a:custGeom>
              <a:avLst/>
              <a:gdLst/>
              <a:ahLst/>
              <a:cxnLst/>
              <a:rect l="l" t="t" r="r" b="b"/>
              <a:pathLst>
                <a:path w="6097" h="1108" extrusionOk="0">
                  <a:moveTo>
                    <a:pt x="1203" y="0"/>
                  </a:moveTo>
                  <a:cubicBezTo>
                    <a:pt x="1048" y="0"/>
                    <a:pt x="893" y="36"/>
                    <a:pt x="750" y="108"/>
                  </a:cubicBezTo>
                  <a:lnTo>
                    <a:pt x="48" y="441"/>
                  </a:lnTo>
                  <a:cubicBezTo>
                    <a:pt x="24" y="453"/>
                    <a:pt x="0" y="477"/>
                    <a:pt x="0" y="500"/>
                  </a:cubicBezTo>
                  <a:lnTo>
                    <a:pt x="0" y="608"/>
                  </a:lnTo>
                  <a:cubicBezTo>
                    <a:pt x="12" y="631"/>
                    <a:pt x="24" y="655"/>
                    <a:pt x="48" y="667"/>
                  </a:cubicBezTo>
                  <a:lnTo>
                    <a:pt x="750" y="1000"/>
                  </a:lnTo>
                  <a:cubicBezTo>
                    <a:pt x="893" y="1072"/>
                    <a:pt x="1048" y="1108"/>
                    <a:pt x="1203" y="1108"/>
                  </a:cubicBezTo>
                  <a:lnTo>
                    <a:pt x="6096" y="1108"/>
                  </a:lnTo>
                  <a:lnTo>
                    <a:pt x="609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57"/>
            <p:cNvSpPr/>
            <p:nvPr/>
          </p:nvSpPr>
          <p:spPr>
            <a:xfrm>
              <a:off x="3042920" y="1952574"/>
              <a:ext cx="89076" cy="56107"/>
            </a:xfrm>
            <a:custGeom>
              <a:avLst/>
              <a:gdLst/>
              <a:ahLst/>
              <a:cxnLst/>
              <a:rect l="l" t="t" r="r" b="b"/>
              <a:pathLst>
                <a:path w="3334" h="2100" extrusionOk="0">
                  <a:moveTo>
                    <a:pt x="1908" y="1"/>
                  </a:moveTo>
                  <a:cubicBezTo>
                    <a:pt x="1581" y="1"/>
                    <a:pt x="1288" y="151"/>
                    <a:pt x="1096" y="385"/>
                  </a:cubicBezTo>
                  <a:cubicBezTo>
                    <a:pt x="1016" y="485"/>
                    <a:pt x="904" y="534"/>
                    <a:pt x="786" y="534"/>
                  </a:cubicBezTo>
                  <a:cubicBezTo>
                    <a:pt x="762" y="534"/>
                    <a:pt x="738" y="532"/>
                    <a:pt x="715" y="528"/>
                  </a:cubicBezTo>
                  <a:lnTo>
                    <a:pt x="0" y="397"/>
                  </a:lnTo>
                  <a:lnTo>
                    <a:pt x="0" y="1707"/>
                  </a:lnTo>
                  <a:lnTo>
                    <a:pt x="810" y="1707"/>
                  </a:lnTo>
                  <a:cubicBezTo>
                    <a:pt x="965" y="1719"/>
                    <a:pt x="1131" y="1767"/>
                    <a:pt x="1250" y="1874"/>
                  </a:cubicBezTo>
                  <a:cubicBezTo>
                    <a:pt x="1441" y="2028"/>
                    <a:pt x="1667" y="2100"/>
                    <a:pt x="1905" y="2100"/>
                  </a:cubicBezTo>
                  <a:cubicBezTo>
                    <a:pt x="2727" y="2100"/>
                    <a:pt x="3334" y="1171"/>
                    <a:pt x="2703" y="314"/>
                  </a:cubicBezTo>
                  <a:cubicBezTo>
                    <a:pt x="2691" y="290"/>
                    <a:pt x="2667" y="278"/>
                    <a:pt x="2655" y="266"/>
                  </a:cubicBezTo>
                  <a:cubicBezTo>
                    <a:pt x="2404" y="81"/>
                    <a:pt x="2147" y="1"/>
                    <a:pt x="19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57"/>
            <p:cNvSpPr/>
            <p:nvPr/>
          </p:nvSpPr>
          <p:spPr>
            <a:xfrm>
              <a:off x="3031778" y="1954898"/>
              <a:ext cx="22603" cy="52527"/>
            </a:xfrm>
            <a:custGeom>
              <a:avLst/>
              <a:gdLst/>
              <a:ahLst/>
              <a:cxnLst/>
              <a:rect l="l" t="t" r="r" b="b"/>
              <a:pathLst>
                <a:path w="846" h="1966" extrusionOk="0">
                  <a:moveTo>
                    <a:pt x="310" y="1"/>
                  </a:moveTo>
                  <a:cubicBezTo>
                    <a:pt x="143" y="1"/>
                    <a:pt x="12" y="132"/>
                    <a:pt x="12" y="286"/>
                  </a:cubicBezTo>
                  <a:lnTo>
                    <a:pt x="12" y="1668"/>
                  </a:lnTo>
                  <a:cubicBezTo>
                    <a:pt x="0" y="1834"/>
                    <a:pt x="143" y="1965"/>
                    <a:pt x="310" y="1965"/>
                  </a:cubicBezTo>
                  <a:lnTo>
                    <a:pt x="548" y="1965"/>
                  </a:lnTo>
                  <a:cubicBezTo>
                    <a:pt x="715" y="1965"/>
                    <a:pt x="846" y="1834"/>
                    <a:pt x="846" y="1668"/>
                  </a:cubicBezTo>
                  <a:lnTo>
                    <a:pt x="846" y="286"/>
                  </a:lnTo>
                  <a:cubicBezTo>
                    <a:pt x="846" y="132"/>
                    <a:pt x="715" y="1"/>
                    <a:pt x="5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57"/>
            <p:cNvSpPr/>
            <p:nvPr/>
          </p:nvSpPr>
          <p:spPr>
            <a:xfrm>
              <a:off x="2740718" y="2111730"/>
              <a:ext cx="285610" cy="247511"/>
            </a:xfrm>
            <a:custGeom>
              <a:avLst/>
              <a:gdLst/>
              <a:ahLst/>
              <a:cxnLst/>
              <a:rect l="l" t="t" r="r" b="b"/>
              <a:pathLst>
                <a:path w="10690" h="9264" extrusionOk="0">
                  <a:moveTo>
                    <a:pt x="3822" y="1"/>
                  </a:moveTo>
                  <a:lnTo>
                    <a:pt x="3822" y="2084"/>
                  </a:lnTo>
                  <a:cubicBezTo>
                    <a:pt x="3822" y="2287"/>
                    <a:pt x="3774" y="2477"/>
                    <a:pt x="3667" y="2644"/>
                  </a:cubicBezTo>
                  <a:lnTo>
                    <a:pt x="524" y="7394"/>
                  </a:lnTo>
                  <a:cubicBezTo>
                    <a:pt x="0" y="8204"/>
                    <a:pt x="572" y="9264"/>
                    <a:pt x="1536" y="9264"/>
                  </a:cubicBezTo>
                  <a:lnTo>
                    <a:pt x="9144" y="9264"/>
                  </a:lnTo>
                  <a:cubicBezTo>
                    <a:pt x="9150" y="9264"/>
                    <a:pt x="9155" y="9264"/>
                    <a:pt x="9160" y="9264"/>
                  </a:cubicBezTo>
                  <a:cubicBezTo>
                    <a:pt x="10115" y="9264"/>
                    <a:pt x="10689" y="8199"/>
                    <a:pt x="10156" y="7394"/>
                  </a:cubicBezTo>
                  <a:lnTo>
                    <a:pt x="7025" y="2632"/>
                  </a:lnTo>
                  <a:cubicBezTo>
                    <a:pt x="6918" y="2465"/>
                    <a:pt x="6858" y="2275"/>
                    <a:pt x="6858" y="2084"/>
                  </a:cubicBezTo>
                  <a:lnTo>
                    <a:pt x="6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57"/>
            <p:cNvSpPr/>
            <p:nvPr/>
          </p:nvSpPr>
          <p:spPr>
            <a:xfrm>
              <a:off x="2824050" y="2093268"/>
              <a:ext cx="118038" cy="36950"/>
            </a:xfrm>
            <a:custGeom>
              <a:avLst/>
              <a:gdLst/>
              <a:ahLst/>
              <a:cxnLst/>
              <a:rect l="l" t="t" r="r" b="b"/>
              <a:pathLst>
                <a:path w="4418" h="1383" extrusionOk="0">
                  <a:moveTo>
                    <a:pt x="382" y="1"/>
                  </a:moveTo>
                  <a:cubicBezTo>
                    <a:pt x="179" y="1"/>
                    <a:pt x="1" y="168"/>
                    <a:pt x="1" y="382"/>
                  </a:cubicBezTo>
                  <a:lnTo>
                    <a:pt x="1" y="1001"/>
                  </a:lnTo>
                  <a:cubicBezTo>
                    <a:pt x="1" y="1203"/>
                    <a:pt x="179" y="1382"/>
                    <a:pt x="382" y="1382"/>
                  </a:cubicBezTo>
                  <a:lnTo>
                    <a:pt x="4037" y="1382"/>
                  </a:lnTo>
                  <a:cubicBezTo>
                    <a:pt x="4239" y="1382"/>
                    <a:pt x="4418" y="1203"/>
                    <a:pt x="4418" y="1001"/>
                  </a:cubicBezTo>
                  <a:lnTo>
                    <a:pt x="4418" y="382"/>
                  </a:lnTo>
                  <a:cubicBezTo>
                    <a:pt x="4418" y="168"/>
                    <a:pt x="4239" y="1"/>
                    <a:pt x="40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57"/>
            <p:cNvSpPr/>
            <p:nvPr/>
          </p:nvSpPr>
          <p:spPr>
            <a:xfrm>
              <a:off x="2740718" y="2227524"/>
              <a:ext cx="285049" cy="131717"/>
            </a:xfrm>
            <a:custGeom>
              <a:avLst/>
              <a:gdLst/>
              <a:ahLst/>
              <a:cxnLst/>
              <a:rect l="l" t="t" r="r" b="b"/>
              <a:pathLst>
                <a:path w="10669" h="4930" extrusionOk="0">
                  <a:moveTo>
                    <a:pt x="2536" y="0"/>
                  </a:moveTo>
                  <a:lnTo>
                    <a:pt x="536" y="3048"/>
                  </a:lnTo>
                  <a:cubicBezTo>
                    <a:pt x="0" y="3858"/>
                    <a:pt x="572" y="4930"/>
                    <a:pt x="1536" y="4930"/>
                  </a:cubicBezTo>
                  <a:lnTo>
                    <a:pt x="9132" y="4930"/>
                  </a:lnTo>
                  <a:cubicBezTo>
                    <a:pt x="10097" y="4930"/>
                    <a:pt x="10668" y="3858"/>
                    <a:pt x="10144" y="3048"/>
                  </a:cubicBezTo>
                  <a:lnTo>
                    <a:pt x="8132" y="0"/>
                  </a:lnTo>
                  <a:cubicBezTo>
                    <a:pt x="7668" y="0"/>
                    <a:pt x="7692" y="238"/>
                    <a:pt x="7215" y="238"/>
                  </a:cubicBezTo>
                  <a:lnTo>
                    <a:pt x="7203" y="238"/>
                  </a:lnTo>
                  <a:cubicBezTo>
                    <a:pt x="6739" y="238"/>
                    <a:pt x="6739" y="0"/>
                    <a:pt x="6275" y="0"/>
                  </a:cubicBezTo>
                  <a:cubicBezTo>
                    <a:pt x="5799" y="0"/>
                    <a:pt x="5799" y="238"/>
                    <a:pt x="5334" y="238"/>
                  </a:cubicBezTo>
                  <a:cubicBezTo>
                    <a:pt x="4870" y="238"/>
                    <a:pt x="4858" y="0"/>
                    <a:pt x="4394" y="0"/>
                  </a:cubicBezTo>
                  <a:cubicBezTo>
                    <a:pt x="3929" y="0"/>
                    <a:pt x="3929" y="238"/>
                    <a:pt x="3453" y="238"/>
                  </a:cubicBezTo>
                  <a:cubicBezTo>
                    <a:pt x="2989" y="238"/>
                    <a:pt x="3012" y="0"/>
                    <a:pt x="25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57"/>
            <p:cNvSpPr/>
            <p:nvPr/>
          </p:nvSpPr>
          <p:spPr>
            <a:xfrm>
              <a:off x="2865729" y="2013837"/>
              <a:ext cx="34706" cy="51805"/>
            </a:xfrm>
            <a:custGeom>
              <a:avLst/>
              <a:gdLst/>
              <a:ahLst/>
              <a:cxnLst/>
              <a:rect l="l" t="t" r="r" b="b"/>
              <a:pathLst>
                <a:path w="1299" h="1939" extrusionOk="0">
                  <a:moveTo>
                    <a:pt x="654" y="0"/>
                  </a:moveTo>
                  <a:cubicBezTo>
                    <a:pt x="616" y="0"/>
                    <a:pt x="578" y="15"/>
                    <a:pt x="548" y="45"/>
                  </a:cubicBezTo>
                  <a:cubicBezTo>
                    <a:pt x="381" y="247"/>
                    <a:pt x="24" y="724"/>
                    <a:pt x="12" y="1259"/>
                  </a:cubicBezTo>
                  <a:cubicBezTo>
                    <a:pt x="0" y="1617"/>
                    <a:pt x="274" y="1926"/>
                    <a:pt x="631" y="1938"/>
                  </a:cubicBezTo>
                  <a:cubicBezTo>
                    <a:pt x="639" y="1938"/>
                    <a:pt x="646" y="1938"/>
                    <a:pt x="654" y="1938"/>
                  </a:cubicBezTo>
                  <a:cubicBezTo>
                    <a:pt x="1012" y="1938"/>
                    <a:pt x="1298" y="1657"/>
                    <a:pt x="1298" y="1295"/>
                  </a:cubicBezTo>
                  <a:cubicBezTo>
                    <a:pt x="1298" y="736"/>
                    <a:pt x="929" y="247"/>
                    <a:pt x="750" y="45"/>
                  </a:cubicBezTo>
                  <a:cubicBezTo>
                    <a:pt x="727" y="15"/>
                    <a:pt x="691" y="0"/>
                    <a:pt x="65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57"/>
            <p:cNvSpPr/>
            <p:nvPr/>
          </p:nvSpPr>
          <p:spPr>
            <a:xfrm>
              <a:off x="2734039" y="2087551"/>
              <a:ext cx="298728" cy="278049"/>
            </a:xfrm>
            <a:custGeom>
              <a:avLst/>
              <a:gdLst/>
              <a:ahLst/>
              <a:cxnLst/>
              <a:rect l="l" t="t" r="r" b="b"/>
              <a:pathLst>
                <a:path w="11181" h="10407" extrusionOk="0">
                  <a:moveTo>
                    <a:pt x="7418" y="453"/>
                  </a:moveTo>
                  <a:cubicBezTo>
                    <a:pt x="7501" y="453"/>
                    <a:pt x="7573" y="525"/>
                    <a:pt x="7573" y="608"/>
                  </a:cubicBezTo>
                  <a:lnTo>
                    <a:pt x="7573" y="1227"/>
                  </a:lnTo>
                  <a:cubicBezTo>
                    <a:pt x="7573" y="1310"/>
                    <a:pt x="7501" y="1370"/>
                    <a:pt x="7418" y="1370"/>
                  </a:cubicBezTo>
                  <a:lnTo>
                    <a:pt x="3763" y="1370"/>
                  </a:lnTo>
                  <a:cubicBezTo>
                    <a:pt x="3679" y="1370"/>
                    <a:pt x="3620" y="1310"/>
                    <a:pt x="3620" y="1227"/>
                  </a:cubicBezTo>
                  <a:lnTo>
                    <a:pt x="3620" y="608"/>
                  </a:lnTo>
                  <a:cubicBezTo>
                    <a:pt x="3620" y="525"/>
                    <a:pt x="3679" y="453"/>
                    <a:pt x="3763" y="453"/>
                  </a:cubicBezTo>
                  <a:close/>
                  <a:moveTo>
                    <a:pt x="6858" y="1834"/>
                  </a:moveTo>
                  <a:lnTo>
                    <a:pt x="6858" y="2989"/>
                  </a:lnTo>
                  <a:cubicBezTo>
                    <a:pt x="6858" y="3227"/>
                    <a:pt x="6930" y="3465"/>
                    <a:pt x="7061" y="3668"/>
                  </a:cubicBezTo>
                  <a:lnTo>
                    <a:pt x="8001" y="5073"/>
                  </a:lnTo>
                  <a:cubicBezTo>
                    <a:pt x="7775" y="5156"/>
                    <a:pt x="7727" y="5239"/>
                    <a:pt x="7453" y="5239"/>
                  </a:cubicBezTo>
                  <a:cubicBezTo>
                    <a:pt x="7072" y="5239"/>
                    <a:pt x="7037" y="5013"/>
                    <a:pt x="6513" y="5013"/>
                  </a:cubicBezTo>
                  <a:cubicBezTo>
                    <a:pt x="5989" y="5013"/>
                    <a:pt x="5953" y="5239"/>
                    <a:pt x="5572" y="5239"/>
                  </a:cubicBezTo>
                  <a:cubicBezTo>
                    <a:pt x="5191" y="5239"/>
                    <a:pt x="5156" y="5013"/>
                    <a:pt x="4632" y="5013"/>
                  </a:cubicBezTo>
                  <a:cubicBezTo>
                    <a:pt x="4120" y="5013"/>
                    <a:pt x="4072" y="5239"/>
                    <a:pt x="3691" y="5239"/>
                  </a:cubicBezTo>
                  <a:cubicBezTo>
                    <a:pt x="3417" y="5239"/>
                    <a:pt x="3382" y="5156"/>
                    <a:pt x="3155" y="5073"/>
                  </a:cubicBezTo>
                  <a:lnTo>
                    <a:pt x="4084" y="3668"/>
                  </a:lnTo>
                  <a:cubicBezTo>
                    <a:pt x="4215" y="3465"/>
                    <a:pt x="4286" y="3227"/>
                    <a:pt x="4286" y="2989"/>
                  </a:cubicBezTo>
                  <a:lnTo>
                    <a:pt x="4286" y="1834"/>
                  </a:lnTo>
                  <a:close/>
                  <a:moveTo>
                    <a:pt x="3763" y="1"/>
                  </a:moveTo>
                  <a:cubicBezTo>
                    <a:pt x="3429" y="1"/>
                    <a:pt x="3155" y="274"/>
                    <a:pt x="3155" y="608"/>
                  </a:cubicBezTo>
                  <a:lnTo>
                    <a:pt x="3155" y="1227"/>
                  </a:lnTo>
                  <a:cubicBezTo>
                    <a:pt x="3155" y="1560"/>
                    <a:pt x="3429" y="1834"/>
                    <a:pt x="3763" y="1834"/>
                  </a:cubicBezTo>
                  <a:lnTo>
                    <a:pt x="3858" y="1834"/>
                  </a:lnTo>
                  <a:lnTo>
                    <a:pt x="3858" y="3001"/>
                  </a:lnTo>
                  <a:cubicBezTo>
                    <a:pt x="3858" y="3156"/>
                    <a:pt x="3822" y="3299"/>
                    <a:pt x="3739" y="3430"/>
                  </a:cubicBezTo>
                  <a:lnTo>
                    <a:pt x="2631" y="5132"/>
                  </a:lnTo>
                  <a:lnTo>
                    <a:pt x="1858" y="6299"/>
                  </a:lnTo>
                  <a:cubicBezTo>
                    <a:pt x="1786" y="6406"/>
                    <a:pt x="1822" y="6549"/>
                    <a:pt x="1929" y="6620"/>
                  </a:cubicBezTo>
                  <a:cubicBezTo>
                    <a:pt x="1964" y="6646"/>
                    <a:pt x="2004" y="6658"/>
                    <a:pt x="2046" y="6658"/>
                  </a:cubicBezTo>
                  <a:cubicBezTo>
                    <a:pt x="2118" y="6658"/>
                    <a:pt x="2193" y="6622"/>
                    <a:pt x="2239" y="6561"/>
                  </a:cubicBezTo>
                  <a:lnTo>
                    <a:pt x="2929" y="5489"/>
                  </a:lnTo>
                  <a:cubicBezTo>
                    <a:pt x="3191" y="5525"/>
                    <a:pt x="3274" y="5716"/>
                    <a:pt x="3727" y="5716"/>
                  </a:cubicBezTo>
                  <a:cubicBezTo>
                    <a:pt x="4239" y="5716"/>
                    <a:pt x="4286" y="5489"/>
                    <a:pt x="4667" y="5489"/>
                  </a:cubicBezTo>
                  <a:cubicBezTo>
                    <a:pt x="5037" y="5489"/>
                    <a:pt x="5072" y="5716"/>
                    <a:pt x="5596" y="5716"/>
                  </a:cubicBezTo>
                  <a:cubicBezTo>
                    <a:pt x="6108" y="5716"/>
                    <a:pt x="6156" y="5489"/>
                    <a:pt x="6525" y="5489"/>
                  </a:cubicBezTo>
                  <a:cubicBezTo>
                    <a:pt x="6894" y="5489"/>
                    <a:pt x="6942" y="5716"/>
                    <a:pt x="7453" y="5716"/>
                  </a:cubicBezTo>
                  <a:cubicBezTo>
                    <a:pt x="7918" y="5716"/>
                    <a:pt x="8001" y="5525"/>
                    <a:pt x="8251" y="5489"/>
                  </a:cubicBezTo>
                  <a:lnTo>
                    <a:pt x="10180" y="8430"/>
                  </a:lnTo>
                  <a:cubicBezTo>
                    <a:pt x="10609" y="9085"/>
                    <a:pt x="10144" y="9942"/>
                    <a:pt x="9358" y="9954"/>
                  </a:cubicBezTo>
                  <a:lnTo>
                    <a:pt x="1822" y="9954"/>
                  </a:lnTo>
                  <a:cubicBezTo>
                    <a:pt x="1048" y="9942"/>
                    <a:pt x="584" y="9085"/>
                    <a:pt x="1012" y="8430"/>
                  </a:cubicBezTo>
                  <a:lnTo>
                    <a:pt x="1631" y="7478"/>
                  </a:lnTo>
                  <a:cubicBezTo>
                    <a:pt x="1703" y="7371"/>
                    <a:pt x="1679" y="7228"/>
                    <a:pt x="1572" y="7156"/>
                  </a:cubicBezTo>
                  <a:cubicBezTo>
                    <a:pt x="1534" y="7131"/>
                    <a:pt x="1491" y="7119"/>
                    <a:pt x="1449" y="7119"/>
                  </a:cubicBezTo>
                  <a:cubicBezTo>
                    <a:pt x="1372" y="7119"/>
                    <a:pt x="1296" y="7159"/>
                    <a:pt x="1250" y="7228"/>
                  </a:cubicBezTo>
                  <a:lnTo>
                    <a:pt x="631" y="8180"/>
                  </a:lnTo>
                  <a:cubicBezTo>
                    <a:pt x="0" y="9133"/>
                    <a:pt x="679" y="10407"/>
                    <a:pt x="1822" y="10407"/>
                  </a:cubicBezTo>
                  <a:lnTo>
                    <a:pt x="9358" y="10407"/>
                  </a:lnTo>
                  <a:cubicBezTo>
                    <a:pt x="10501" y="10407"/>
                    <a:pt x="11180" y="9133"/>
                    <a:pt x="10549" y="8180"/>
                  </a:cubicBezTo>
                  <a:lnTo>
                    <a:pt x="7453" y="3430"/>
                  </a:lnTo>
                  <a:cubicBezTo>
                    <a:pt x="7370" y="3299"/>
                    <a:pt x="7323" y="3156"/>
                    <a:pt x="7323" y="3001"/>
                  </a:cubicBezTo>
                  <a:lnTo>
                    <a:pt x="7323" y="1834"/>
                  </a:lnTo>
                  <a:lnTo>
                    <a:pt x="7418" y="1834"/>
                  </a:lnTo>
                  <a:cubicBezTo>
                    <a:pt x="7751" y="1834"/>
                    <a:pt x="8025" y="1560"/>
                    <a:pt x="8025" y="1227"/>
                  </a:cubicBezTo>
                  <a:lnTo>
                    <a:pt x="8025" y="608"/>
                  </a:lnTo>
                  <a:cubicBezTo>
                    <a:pt x="8025" y="274"/>
                    <a:pt x="7751" y="1"/>
                    <a:pt x="74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57"/>
            <p:cNvSpPr/>
            <p:nvPr/>
          </p:nvSpPr>
          <p:spPr>
            <a:xfrm>
              <a:off x="2860012" y="2007398"/>
              <a:ext cx="46462" cy="64282"/>
            </a:xfrm>
            <a:custGeom>
              <a:avLst/>
              <a:gdLst/>
              <a:ahLst/>
              <a:cxnLst/>
              <a:rect l="l" t="t" r="r" b="b"/>
              <a:pathLst>
                <a:path w="1739" h="2406" extrusionOk="0">
                  <a:moveTo>
                    <a:pt x="869" y="524"/>
                  </a:moveTo>
                  <a:cubicBezTo>
                    <a:pt x="1036" y="727"/>
                    <a:pt x="1286" y="1119"/>
                    <a:pt x="1286" y="1536"/>
                  </a:cubicBezTo>
                  <a:cubicBezTo>
                    <a:pt x="1286" y="1767"/>
                    <a:pt x="1095" y="1953"/>
                    <a:pt x="877" y="1953"/>
                  </a:cubicBezTo>
                  <a:cubicBezTo>
                    <a:pt x="871" y="1953"/>
                    <a:pt x="864" y="1953"/>
                    <a:pt x="857" y="1953"/>
                  </a:cubicBezTo>
                  <a:cubicBezTo>
                    <a:pt x="619" y="1941"/>
                    <a:pt x="441" y="1739"/>
                    <a:pt x="452" y="1512"/>
                  </a:cubicBezTo>
                  <a:cubicBezTo>
                    <a:pt x="488" y="1143"/>
                    <a:pt x="631" y="798"/>
                    <a:pt x="869" y="524"/>
                  </a:cubicBezTo>
                  <a:close/>
                  <a:moveTo>
                    <a:pt x="869" y="0"/>
                  </a:moveTo>
                  <a:cubicBezTo>
                    <a:pt x="774" y="0"/>
                    <a:pt x="667" y="36"/>
                    <a:pt x="607" y="119"/>
                  </a:cubicBezTo>
                  <a:cubicBezTo>
                    <a:pt x="381" y="369"/>
                    <a:pt x="12" y="881"/>
                    <a:pt x="12" y="1489"/>
                  </a:cubicBezTo>
                  <a:cubicBezTo>
                    <a:pt x="0" y="1965"/>
                    <a:pt x="357" y="2370"/>
                    <a:pt x="833" y="2405"/>
                  </a:cubicBezTo>
                  <a:cubicBezTo>
                    <a:pt x="841" y="2405"/>
                    <a:pt x="848" y="2406"/>
                    <a:pt x="856" y="2406"/>
                  </a:cubicBezTo>
                  <a:cubicBezTo>
                    <a:pt x="1345" y="2406"/>
                    <a:pt x="1738" y="2017"/>
                    <a:pt x="1738" y="1536"/>
                  </a:cubicBezTo>
                  <a:cubicBezTo>
                    <a:pt x="1738" y="905"/>
                    <a:pt x="1357" y="381"/>
                    <a:pt x="1143" y="119"/>
                  </a:cubicBezTo>
                  <a:cubicBezTo>
                    <a:pt x="1072" y="36"/>
                    <a:pt x="976" y="0"/>
                    <a:pt x="8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57"/>
            <p:cNvSpPr/>
            <p:nvPr/>
          </p:nvSpPr>
          <p:spPr>
            <a:xfrm>
              <a:off x="2876550" y="1946776"/>
              <a:ext cx="252080" cy="68049"/>
            </a:xfrm>
            <a:custGeom>
              <a:avLst/>
              <a:gdLst/>
              <a:ahLst/>
              <a:cxnLst/>
              <a:rect l="l" t="t" r="r" b="b"/>
              <a:pathLst>
                <a:path w="9435" h="2547" extrusionOk="0">
                  <a:moveTo>
                    <a:pt x="6370" y="519"/>
                  </a:moveTo>
                  <a:cubicBezTo>
                    <a:pt x="6406" y="519"/>
                    <a:pt x="6430" y="555"/>
                    <a:pt x="6430" y="579"/>
                  </a:cubicBezTo>
                  <a:lnTo>
                    <a:pt x="6430" y="602"/>
                  </a:lnTo>
                  <a:lnTo>
                    <a:pt x="6430" y="1948"/>
                  </a:lnTo>
                  <a:lnTo>
                    <a:pt x="6430" y="1972"/>
                  </a:lnTo>
                  <a:cubicBezTo>
                    <a:pt x="6430" y="1995"/>
                    <a:pt x="6406" y="2031"/>
                    <a:pt x="6370" y="2031"/>
                  </a:cubicBezTo>
                  <a:lnTo>
                    <a:pt x="6120" y="2031"/>
                  </a:lnTo>
                  <a:cubicBezTo>
                    <a:pt x="6084" y="2019"/>
                    <a:pt x="6060" y="1995"/>
                    <a:pt x="6060" y="1972"/>
                  </a:cubicBezTo>
                  <a:lnTo>
                    <a:pt x="6060" y="579"/>
                  </a:lnTo>
                  <a:cubicBezTo>
                    <a:pt x="6060" y="555"/>
                    <a:pt x="6084" y="519"/>
                    <a:pt x="6120" y="519"/>
                  </a:cubicBezTo>
                  <a:close/>
                  <a:moveTo>
                    <a:pt x="8134" y="444"/>
                  </a:moveTo>
                  <a:cubicBezTo>
                    <a:pt x="8563" y="444"/>
                    <a:pt x="8954" y="796"/>
                    <a:pt x="8954" y="1269"/>
                  </a:cubicBezTo>
                  <a:cubicBezTo>
                    <a:pt x="8954" y="1742"/>
                    <a:pt x="8563" y="2094"/>
                    <a:pt x="8134" y="2094"/>
                  </a:cubicBezTo>
                  <a:cubicBezTo>
                    <a:pt x="8023" y="2094"/>
                    <a:pt x="7909" y="2071"/>
                    <a:pt x="7799" y="2019"/>
                  </a:cubicBezTo>
                  <a:lnTo>
                    <a:pt x="7787" y="2031"/>
                  </a:lnTo>
                  <a:cubicBezTo>
                    <a:pt x="7501" y="1900"/>
                    <a:pt x="7192" y="1805"/>
                    <a:pt x="6882" y="1757"/>
                  </a:cubicBezTo>
                  <a:lnTo>
                    <a:pt x="6882" y="781"/>
                  </a:lnTo>
                  <a:cubicBezTo>
                    <a:pt x="7203" y="733"/>
                    <a:pt x="7501" y="650"/>
                    <a:pt x="7799" y="519"/>
                  </a:cubicBezTo>
                  <a:cubicBezTo>
                    <a:pt x="7909" y="468"/>
                    <a:pt x="8023" y="444"/>
                    <a:pt x="8134" y="444"/>
                  </a:cubicBezTo>
                  <a:close/>
                  <a:moveTo>
                    <a:pt x="8120" y="0"/>
                  </a:moveTo>
                  <a:cubicBezTo>
                    <a:pt x="7955" y="0"/>
                    <a:pt x="7786" y="33"/>
                    <a:pt x="7620" y="102"/>
                  </a:cubicBezTo>
                  <a:cubicBezTo>
                    <a:pt x="7370" y="221"/>
                    <a:pt x="7108" y="293"/>
                    <a:pt x="6834" y="340"/>
                  </a:cubicBezTo>
                  <a:cubicBezTo>
                    <a:pt x="6751" y="174"/>
                    <a:pt x="6572" y="67"/>
                    <a:pt x="6382" y="67"/>
                  </a:cubicBezTo>
                  <a:lnTo>
                    <a:pt x="6025" y="67"/>
                  </a:lnTo>
                  <a:cubicBezTo>
                    <a:pt x="5775" y="67"/>
                    <a:pt x="5560" y="245"/>
                    <a:pt x="5525" y="495"/>
                  </a:cubicBezTo>
                  <a:lnTo>
                    <a:pt x="1417" y="495"/>
                  </a:lnTo>
                  <a:cubicBezTo>
                    <a:pt x="965" y="495"/>
                    <a:pt x="738" y="710"/>
                    <a:pt x="167" y="948"/>
                  </a:cubicBezTo>
                  <a:cubicBezTo>
                    <a:pt x="60" y="995"/>
                    <a:pt x="0" y="1091"/>
                    <a:pt x="0" y="1210"/>
                  </a:cubicBezTo>
                  <a:lnTo>
                    <a:pt x="0" y="1329"/>
                  </a:lnTo>
                  <a:cubicBezTo>
                    <a:pt x="0" y="1436"/>
                    <a:pt x="60" y="1543"/>
                    <a:pt x="167" y="1591"/>
                  </a:cubicBezTo>
                  <a:cubicBezTo>
                    <a:pt x="738" y="1841"/>
                    <a:pt x="976" y="2055"/>
                    <a:pt x="1429" y="2055"/>
                  </a:cubicBezTo>
                  <a:lnTo>
                    <a:pt x="3703" y="2055"/>
                  </a:lnTo>
                  <a:cubicBezTo>
                    <a:pt x="3822" y="2055"/>
                    <a:pt x="3929" y="1972"/>
                    <a:pt x="3941" y="1853"/>
                  </a:cubicBezTo>
                  <a:cubicBezTo>
                    <a:pt x="3953" y="1710"/>
                    <a:pt x="3846" y="1591"/>
                    <a:pt x="3715" y="1591"/>
                  </a:cubicBezTo>
                  <a:lnTo>
                    <a:pt x="1441" y="1591"/>
                  </a:lnTo>
                  <a:cubicBezTo>
                    <a:pt x="1143" y="1591"/>
                    <a:pt x="1000" y="1460"/>
                    <a:pt x="572" y="1269"/>
                  </a:cubicBezTo>
                  <a:cubicBezTo>
                    <a:pt x="988" y="1091"/>
                    <a:pt x="1143" y="948"/>
                    <a:pt x="1441" y="948"/>
                  </a:cubicBezTo>
                  <a:lnTo>
                    <a:pt x="5608" y="948"/>
                  </a:lnTo>
                  <a:lnTo>
                    <a:pt x="5608" y="1591"/>
                  </a:lnTo>
                  <a:lnTo>
                    <a:pt x="4810" y="1591"/>
                  </a:lnTo>
                  <a:cubicBezTo>
                    <a:pt x="4691" y="1591"/>
                    <a:pt x="4584" y="1674"/>
                    <a:pt x="4572" y="1793"/>
                  </a:cubicBezTo>
                  <a:cubicBezTo>
                    <a:pt x="4560" y="1936"/>
                    <a:pt x="4667" y="2055"/>
                    <a:pt x="4798" y="2055"/>
                  </a:cubicBezTo>
                  <a:lnTo>
                    <a:pt x="5608" y="2055"/>
                  </a:lnTo>
                  <a:cubicBezTo>
                    <a:pt x="5644" y="2293"/>
                    <a:pt x="5858" y="2484"/>
                    <a:pt x="6108" y="2484"/>
                  </a:cubicBezTo>
                  <a:lnTo>
                    <a:pt x="6382" y="2484"/>
                  </a:lnTo>
                  <a:cubicBezTo>
                    <a:pt x="6572" y="2484"/>
                    <a:pt x="6751" y="2376"/>
                    <a:pt x="6846" y="2210"/>
                  </a:cubicBezTo>
                  <a:cubicBezTo>
                    <a:pt x="7108" y="2245"/>
                    <a:pt x="7370" y="2329"/>
                    <a:pt x="7608" y="2436"/>
                  </a:cubicBezTo>
                  <a:cubicBezTo>
                    <a:pt x="7780" y="2511"/>
                    <a:pt x="7956" y="2546"/>
                    <a:pt x="8128" y="2546"/>
                  </a:cubicBezTo>
                  <a:cubicBezTo>
                    <a:pt x="8820" y="2546"/>
                    <a:pt x="9435" y="1976"/>
                    <a:pt x="9406" y="1222"/>
                  </a:cubicBezTo>
                  <a:cubicBezTo>
                    <a:pt x="9368" y="508"/>
                    <a:pt x="8776" y="0"/>
                    <a:pt x="81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08" name="Google Shape;2708;p57"/>
          <p:cNvGrpSpPr/>
          <p:nvPr/>
        </p:nvGrpSpPr>
        <p:grpSpPr>
          <a:xfrm>
            <a:off x="4404906" y="1395043"/>
            <a:ext cx="504204" cy="538109"/>
            <a:chOff x="2744218" y="2597481"/>
            <a:chExt cx="392560" cy="418957"/>
          </a:xfrm>
        </p:grpSpPr>
        <p:sp>
          <p:nvSpPr>
            <p:cNvPr id="2709" name="Google Shape;2709;p57"/>
            <p:cNvSpPr/>
            <p:nvPr/>
          </p:nvSpPr>
          <p:spPr>
            <a:xfrm>
              <a:off x="2750897" y="2636916"/>
              <a:ext cx="288549" cy="372843"/>
            </a:xfrm>
            <a:custGeom>
              <a:avLst/>
              <a:gdLst/>
              <a:ahLst/>
              <a:cxnLst/>
              <a:rect l="l" t="t" r="r" b="b"/>
              <a:pathLst>
                <a:path w="10800" h="13955" extrusionOk="0">
                  <a:moveTo>
                    <a:pt x="10260" y="0"/>
                  </a:moveTo>
                  <a:cubicBezTo>
                    <a:pt x="10253" y="0"/>
                    <a:pt x="10246" y="0"/>
                    <a:pt x="10240" y="1"/>
                  </a:cubicBezTo>
                  <a:lnTo>
                    <a:pt x="560" y="1"/>
                  </a:lnTo>
                  <a:cubicBezTo>
                    <a:pt x="250" y="1"/>
                    <a:pt x="0" y="251"/>
                    <a:pt x="0" y="560"/>
                  </a:cubicBezTo>
                  <a:lnTo>
                    <a:pt x="0" y="13395"/>
                  </a:lnTo>
                  <a:cubicBezTo>
                    <a:pt x="0" y="13705"/>
                    <a:pt x="250" y="13955"/>
                    <a:pt x="560" y="13955"/>
                  </a:cubicBezTo>
                  <a:lnTo>
                    <a:pt x="10240" y="13955"/>
                  </a:lnTo>
                  <a:cubicBezTo>
                    <a:pt x="10549" y="13955"/>
                    <a:pt x="10799" y="13705"/>
                    <a:pt x="10799" y="13395"/>
                  </a:cubicBezTo>
                  <a:lnTo>
                    <a:pt x="10799" y="560"/>
                  </a:lnTo>
                  <a:cubicBezTo>
                    <a:pt x="10799" y="258"/>
                    <a:pt x="10560" y="0"/>
                    <a:pt x="1026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57"/>
            <p:cNvSpPr/>
            <p:nvPr/>
          </p:nvSpPr>
          <p:spPr>
            <a:xfrm>
              <a:off x="2775371" y="2661416"/>
              <a:ext cx="239576" cy="323843"/>
            </a:xfrm>
            <a:custGeom>
              <a:avLst/>
              <a:gdLst/>
              <a:ahLst/>
              <a:cxnLst/>
              <a:rect l="l" t="t" r="r" b="b"/>
              <a:pathLst>
                <a:path w="8967" h="12121" extrusionOk="0">
                  <a:moveTo>
                    <a:pt x="203" y="0"/>
                  </a:moveTo>
                  <a:cubicBezTo>
                    <a:pt x="84" y="0"/>
                    <a:pt x="1" y="84"/>
                    <a:pt x="1" y="203"/>
                  </a:cubicBezTo>
                  <a:lnTo>
                    <a:pt x="1" y="11919"/>
                  </a:lnTo>
                  <a:cubicBezTo>
                    <a:pt x="1" y="12038"/>
                    <a:pt x="84" y="12121"/>
                    <a:pt x="203" y="12121"/>
                  </a:cubicBezTo>
                  <a:lnTo>
                    <a:pt x="8764" y="12121"/>
                  </a:lnTo>
                  <a:cubicBezTo>
                    <a:pt x="8883" y="12121"/>
                    <a:pt x="8966" y="12038"/>
                    <a:pt x="8966" y="11919"/>
                  </a:cubicBezTo>
                  <a:lnTo>
                    <a:pt x="8966" y="203"/>
                  </a:lnTo>
                  <a:cubicBezTo>
                    <a:pt x="8966" y="84"/>
                    <a:pt x="8883" y="0"/>
                    <a:pt x="876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57"/>
            <p:cNvSpPr/>
            <p:nvPr/>
          </p:nvSpPr>
          <p:spPr>
            <a:xfrm>
              <a:off x="2830088" y="2604160"/>
              <a:ext cx="129179" cy="57924"/>
            </a:xfrm>
            <a:custGeom>
              <a:avLst/>
              <a:gdLst/>
              <a:ahLst/>
              <a:cxnLst/>
              <a:rect l="l" t="t" r="r" b="b"/>
              <a:pathLst>
                <a:path w="4835" h="2168" extrusionOk="0">
                  <a:moveTo>
                    <a:pt x="1632" y="0"/>
                  </a:moveTo>
                  <a:cubicBezTo>
                    <a:pt x="1406" y="0"/>
                    <a:pt x="1227" y="179"/>
                    <a:pt x="1227" y="405"/>
                  </a:cubicBezTo>
                  <a:lnTo>
                    <a:pt x="1227" y="691"/>
                  </a:lnTo>
                  <a:cubicBezTo>
                    <a:pt x="1227" y="774"/>
                    <a:pt x="1156" y="858"/>
                    <a:pt x="1061" y="858"/>
                  </a:cubicBezTo>
                  <a:lnTo>
                    <a:pt x="394" y="858"/>
                  </a:lnTo>
                  <a:cubicBezTo>
                    <a:pt x="179" y="858"/>
                    <a:pt x="1" y="1036"/>
                    <a:pt x="1" y="1250"/>
                  </a:cubicBezTo>
                  <a:lnTo>
                    <a:pt x="1" y="2167"/>
                  </a:lnTo>
                  <a:lnTo>
                    <a:pt x="4835" y="2167"/>
                  </a:lnTo>
                  <a:lnTo>
                    <a:pt x="4835" y="1250"/>
                  </a:lnTo>
                  <a:cubicBezTo>
                    <a:pt x="4835" y="1036"/>
                    <a:pt x="4656" y="858"/>
                    <a:pt x="4442" y="858"/>
                  </a:cubicBezTo>
                  <a:lnTo>
                    <a:pt x="3775" y="858"/>
                  </a:lnTo>
                  <a:cubicBezTo>
                    <a:pt x="3680" y="858"/>
                    <a:pt x="3608" y="786"/>
                    <a:pt x="3608" y="691"/>
                  </a:cubicBezTo>
                  <a:lnTo>
                    <a:pt x="3608" y="405"/>
                  </a:lnTo>
                  <a:cubicBezTo>
                    <a:pt x="3620" y="179"/>
                    <a:pt x="3430" y="0"/>
                    <a:pt x="32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57"/>
            <p:cNvSpPr/>
            <p:nvPr/>
          </p:nvSpPr>
          <p:spPr>
            <a:xfrm>
              <a:off x="2900729" y="2811889"/>
              <a:ext cx="227767" cy="198190"/>
            </a:xfrm>
            <a:custGeom>
              <a:avLst/>
              <a:gdLst/>
              <a:ahLst/>
              <a:cxnLst/>
              <a:rect l="l" t="t" r="r" b="b"/>
              <a:pathLst>
                <a:path w="8525" h="7418" extrusionOk="0">
                  <a:moveTo>
                    <a:pt x="3048" y="0"/>
                  </a:moveTo>
                  <a:lnTo>
                    <a:pt x="3048" y="1667"/>
                  </a:lnTo>
                  <a:cubicBezTo>
                    <a:pt x="3048" y="1822"/>
                    <a:pt x="3012" y="1977"/>
                    <a:pt x="2917" y="2108"/>
                  </a:cubicBezTo>
                  <a:lnTo>
                    <a:pt x="417" y="5918"/>
                  </a:lnTo>
                  <a:cubicBezTo>
                    <a:pt x="0" y="6560"/>
                    <a:pt x="452" y="7418"/>
                    <a:pt x="1226" y="7418"/>
                  </a:cubicBezTo>
                  <a:lnTo>
                    <a:pt x="7299" y="7418"/>
                  </a:lnTo>
                  <a:cubicBezTo>
                    <a:pt x="8061" y="7418"/>
                    <a:pt x="8525" y="6560"/>
                    <a:pt x="8108" y="5918"/>
                  </a:cubicBezTo>
                  <a:lnTo>
                    <a:pt x="5608" y="2108"/>
                  </a:lnTo>
                  <a:cubicBezTo>
                    <a:pt x="5513" y="1977"/>
                    <a:pt x="5465" y="1822"/>
                    <a:pt x="5477" y="1667"/>
                  </a:cubicBezTo>
                  <a:lnTo>
                    <a:pt x="54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57"/>
            <p:cNvSpPr/>
            <p:nvPr/>
          </p:nvSpPr>
          <p:spPr>
            <a:xfrm>
              <a:off x="2967843" y="2797568"/>
              <a:ext cx="93538" cy="28962"/>
            </a:xfrm>
            <a:custGeom>
              <a:avLst/>
              <a:gdLst/>
              <a:ahLst/>
              <a:cxnLst/>
              <a:rect l="l" t="t" r="r" b="b"/>
              <a:pathLst>
                <a:path w="3501" h="1084" extrusionOk="0">
                  <a:moveTo>
                    <a:pt x="298" y="0"/>
                  </a:moveTo>
                  <a:cubicBezTo>
                    <a:pt x="131" y="0"/>
                    <a:pt x="0" y="131"/>
                    <a:pt x="0" y="298"/>
                  </a:cubicBezTo>
                  <a:lnTo>
                    <a:pt x="0" y="786"/>
                  </a:lnTo>
                  <a:cubicBezTo>
                    <a:pt x="0" y="953"/>
                    <a:pt x="131" y="1084"/>
                    <a:pt x="298" y="1084"/>
                  </a:cubicBezTo>
                  <a:lnTo>
                    <a:pt x="3203" y="1084"/>
                  </a:lnTo>
                  <a:cubicBezTo>
                    <a:pt x="3370" y="1084"/>
                    <a:pt x="3501" y="953"/>
                    <a:pt x="3501" y="786"/>
                  </a:cubicBezTo>
                  <a:lnTo>
                    <a:pt x="3501" y="298"/>
                  </a:lnTo>
                  <a:cubicBezTo>
                    <a:pt x="3501" y="131"/>
                    <a:pt x="3370" y="0"/>
                    <a:pt x="32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57"/>
            <p:cNvSpPr/>
            <p:nvPr/>
          </p:nvSpPr>
          <p:spPr>
            <a:xfrm>
              <a:off x="2900729" y="2905080"/>
              <a:ext cx="228408" cy="105641"/>
            </a:xfrm>
            <a:custGeom>
              <a:avLst/>
              <a:gdLst/>
              <a:ahLst/>
              <a:cxnLst/>
              <a:rect l="l" t="t" r="r" b="b"/>
              <a:pathLst>
                <a:path w="8549" h="3954" extrusionOk="0">
                  <a:moveTo>
                    <a:pt x="2036" y="1"/>
                  </a:moveTo>
                  <a:lnTo>
                    <a:pt x="417" y="2453"/>
                  </a:lnTo>
                  <a:cubicBezTo>
                    <a:pt x="0" y="3096"/>
                    <a:pt x="464" y="3953"/>
                    <a:pt x="1226" y="3953"/>
                  </a:cubicBezTo>
                  <a:lnTo>
                    <a:pt x="7310" y="3953"/>
                  </a:lnTo>
                  <a:cubicBezTo>
                    <a:pt x="8084" y="3953"/>
                    <a:pt x="8549" y="3096"/>
                    <a:pt x="8120" y="2453"/>
                  </a:cubicBezTo>
                  <a:lnTo>
                    <a:pt x="6513" y="1"/>
                  </a:lnTo>
                  <a:cubicBezTo>
                    <a:pt x="6144" y="1"/>
                    <a:pt x="6156" y="191"/>
                    <a:pt x="5775" y="191"/>
                  </a:cubicBezTo>
                  <a:cubicBezTo>
                    <a:pt x="5394" y="191"/>
                    <a:pt x="5394" y="1"/>
                    <a:pt x="5024" y="1"/>
                  </a:cubicBezTo>
                  <a:cubicBezTo>
                    <a:pt x="4643" y="1"/>
                    <a:pt x="4643" y="191"/>
                    <a:pt x="4274" y="191"/>
                  </a:cubicBezTo>
                  <a:cubicBezTo>
                    <a:pt x="3905" y="191"/>
                    <a:pt x="3905" y="1"/>
                    <a:pt x="3524" y="1"/>
                  </a:cubicBezTo>
                  <a:cubicBezTo>
                    <a:pt x="3143" y="1"/>
                    <a:pt x="3143" y="191"/>
                    <a:pt x="2786" y="191"/>
                  </a:cubicBezTo>
                  <a:cubicBezTo>
                    <a:pt x="2417" y="191"/>
                    <a:pt x="2417" y="1"/>
                    <a:pt x="203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57"/>
            <p:cNvSpPr/>
            <p:nvPr/>
          </p:nvSpPr>
          <p:spPr>
            <a:xfrm>
              <a:off x="2805615" y="2707210"/>
              <a:ext cx="44859" cy="44885"/>
            </a:xfrm>
            <a:custGeom>
              <a:avLst/>
              <a:gdLst/>
              <a:ahLst/>
              <a:cxnLst/>
              <a:rect l="l" t="t" r="r" b="b"/>
              <a:pathLst>
                <a:path w="1679" h="1680" extrusionOk="0">
                  <a:moveTo>
                    <a:pt x="310" y="1"/>
                  </a:moveTo>
                  <a:cubicBezTo>
                    <a:pt x="131" y="1"/>
                    <a:pt x="0" y="132"/>
                    <a:pt x="0" y="311"/>
                  </a:cubicBezTo>
                  <a:lnTo>
                    <a:pt x="0" y="1370"/>
                  </a:lnTo>
                  <a:cubicBezTo>
                    <a:pt x="0" y="1549"/>
                    <a:pt x="131" y="1680"/>
                    <a:pt x="310" y="1680"/>
                  </a:cubicBezTo>
                  <a:lnTo>
                    <a:pt x="1369" y="1680"/>
                  </a:lnTo>
                  <a:cubicBezTo>
                    <a:pt x="1548" y="1680"/>
                    <a:pt x="1679" y="1549"/>
                    <a:pt x="1679" y="1370"/>
                  </a:cubicBezTo>
                  <a:lnTo>
                    <a:pt x="1679" y="311"/>
                  </a:lnTo>
                  <a:cubicBezTo>
                    <a:pt x="1679" y="132"/>
                    <a:pt x="1548" y="1"/>
                    <a:pt x="13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57"/>
            <p:cNvSpPr/>
            <p:nvPr/>
          </p:nvSpPr>
          <p:spPr>
            <a:xfrm>
              <a:off x="2805615" y="2804568"/>
              <a:ext cx="44859" cy="44885"/>
            </a:xfrm>
            <a:custGeom>
              <a:avLst/>
              <a:gdLst/>
              <a:ahLst/>
              <a:cxnLst/>
              <a:rect l="l" t="t" r="r" b="b"/>
              <a:pathLst>
                <a:path w="1679" h="1680" extrusionOk="0">
                  <a:moveTo>
                    <a:pt x="310" y="0"/>
                  </a:moveTo>
                  <a:cubicBezTo>
                    <a:pt x="131" y="0"/>
                    <a:pt x="0" y="131"/>
                    <a:pt x="0" y="310"/>
                  </a:cubicBezTo>
                  <a:lnTo>
                    <a:pt x="0" y="1369"/>
                  </a:lnTo>
                  <a:cubicBezTo>
                    <a:pt x="0" y="1548"/>
                    <a:pt x="131" y="1679"/>
                    <a:pt x="310" y="1679"/>
                  </a:cubicBezTo>
                  <a:lnTo>
                    <a:pt x="1369" y="1679"/>
                  </a:lnTo>
                  <a:cubicBezTo>
                    <a:pt x="1548" y="1679"/>
                    <a:pt x="1679" y="1548"/>
                    <a:pt x="1679" y="1369"/>
                  </a:cubicBezTo>
                  <a:lnTo>
                    <a:pt x="1679" y="310"/>
                  </a:lnTo>
                  <a:cubicBezTo>
                    <a:pt x="1679" y="131"/>
                    <a:pt x="1548" y="0"/>
                    <a:pt x="13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57"/>
            <p:cNvSpPr/>
            <p:nvPr/>
          </p:nvSpPr>
          <p:spPr>
            <a:xfrm>
              <a:off x="2805615" y="2901900"/>
              <a:ext cx="44859" cy="44885"/>
            </a:xfrm>
            <a:custGeom>
              <a:avLst/>
              <a:gdLst/>
              <a:ahLst/>
              <a:cxnLst/>
              <a:rect l="l" t="t" r="r" b="b"/>
              <a:pathLst>
                <a:path w="1679" h="1680" extrusionOk="0">
                  <a:moveTo>
                    <a:pt x="310" y="1"/>
                  </a:moveTo>
                  <a:cubicBezTo>
                    <a:pt x="131" y="1"/>
                    <a:pt x="0" y="143"/>
                    <a:pt x="0" y="310"/>
                  </a:cubicBezTo>
                  <a:lnTo>
                    <a:pt x="0" y="1370"/>
                  </a:lnTo>
                  <a:cubicBezTo>
                    <a:pt x="0" y="1548"/>
                    <a:pt x="131" y="1679"/>
                    <a:pt x="310" y="1679"/>
                  </a:cubicBezTo>
                  <a:lnTo>
                    <a:pt x="1369" y="1679"/>
                  </a:lnTo>
                  <a:cubicBezTo>
                    <a:pt x="1548" y="1679"/>
                    <a:pt x="1679" y="1548"/>
                    <a:pt x="1679" y="1370"/>
                  </a:cubicBezTo>
                  <a:lnTo>
                    <a:pt x="1679" y="310"/>
                  </a:lnTo>
                  <a:cubicBezTo>
                    <a:pt x="1679" y="143"/>
                    <a:pt x="1548" y="1"/>
                    <a:pt x="13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57"/>
            <p:cNvSpPr/>
            <p:nvPr/>
          </p:nvSpPr>
          <p:spPr>
            <a:xfrm>
              <a:off x="2872088" y="2709454"/>
              <a:ext cx="118679" cy="12424"/>
            </a:xfrm>
            <a:custGeom>
              <a:avLst/>
              <a:gdLst/>
              <a:ahLst/>
              <a:cxnLst/>
              <a:rect l="l" t="t" r="r" b="b"/>
              <a:pathLst>
                <a:path w="4442" h="465" extrusionOk="0">
                  <a:moveTo>
                    <a:pt x="262" y="0"/>
                  </a:moveTo>
                  <a:cubicBezTo>
                    <a:pt x="143" y="0"/>
                    <a:pt x="36" y="96"/>
                    <a:pt x="24" y="203"/>
                  </a:cubicBezTo>
                  <a:cubicBezTo>
                    <a:pt x="0" y="346"/>
                    <a:pt x="108" y="465"/>
                    <a:pt x="251" y="465"/>
                  </a:cubicBezTo>
                  <a:lnTo>
                    <a:pt x="4203" y="465"/>
                  </a:lnTo>
                  <a:cubicBezTo>
                    <a:pt x="4334" y="465"/>
                    <a:pt x="4442" y="346"/>
                    <a:pt x="4430" y="203"/>
                  </a:cubicBezTo>
                  <a:cubicBezTo>
                    <a:pt x="4406" y="96"/>
                    <a:pt x="4311" y="0"/>
                    <a:pt x="41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57"/>
            <p:cNvSpPr/>
            <p:nvPr/>
          </p:nvSpPr>
          <p:spPr>
            <a:xfrm>
              <a:off x="2872088" y="2737454"/>
              <a:ext cx="51565" cy="12424"/>
            </a:xfrm>
            <a:custGeom>
              <a:avLst/>
              <a:gdLst/>
              <a:ahLst/>
              <a:cxnLst/>
              <a:rect l="l" t="t" r="r" b="b"/>
              <a:pathLst>
                <a:path w="1930" h="465" extrusionOk="0">
                  <a:moveTo>
                    <a:pt x="262" y="0"/>
                  </a:moveTo>
                  <a:cubicBezTo>
                    <a:pt x="143" y="0"/>
                    <a:pt x="36" y="83"/>
                    <a:pt x="24" y="202"/>
                  </a:cubicBezTo>
                  <a:cubicBezTo>
                    <a:pt x="0" y="333"/>
                    <a:pt x="108" y="452"/>
                    <a:pt x="251" y="464"/>
                  </a:cubicBezTo>
                  <a:lnTo>
                    <a:pt x="1679" y="464"/>
                  </a:lnTo>
                  <a:cubicBezTo>
                    <a:pt x="1798" y="464"/>
                    <a:pt x="1894" y="369"/>
                    <a:pt x="1917" y="262"/>
                  </a:cubicBezTo>
                  <a:cubicBezTo>
                    <a:pt x="1929" y="119"/>
                    <a:pt x="1822" y="0"/>
                    <a:pt x="1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57"/>
            <p:cNvSpPr/>
            <p:nvPr/>
          </p:nvSpPr>
          <p:spPr>
            <a:xfrm>
              <a:off x="2872088" y="2807080"/>
              <a:ext cx="80500" cy="12130"/>
            </a:xfrm>
            <a:custGeom>
              <a:avLst/>
              <a:gdLst/>
              <a:ahLst/>
              <a:cxnLst/>
              <a:rect l="l" t="t" r="r" b="b"/>
              <a:pathLst>
                <a:path w="3013" h="454" extrusionOk="0">
                  <a:moveTo>
                    <a:pt x="242" y="1"/>
                  </a:moveTo>
                  <a:cubicBezTo>
                    <a:pt x="131" y="1"/>
                    <a:pt x="36" y="91"/>
                    <a:pt x="24" y="192"/>
                  </a:cubicBezTo>
                  <a:cubicBezTo>
                    <a:pt x="0" y="335"/>
                    <a:pt x="108" y="454"/>
                    <a:pt x="251" y="454"/>
                  </a:cubicBezTo>
                  <a:lnTo>
                    <a:pt x="2763" y="454"/>
                  </a:lnTo>
                  <a:cubicBezTo>
                    <a:pt x="2906" y="454"/>
                    <a:pt x="3013" y="335"/>
                    <a:pt x="2989" y="192"/>
                  </a:cubicBezTo>
                  <a:cubicBezTo>
                    <a:pt x="2978" y="91"/>
                    <a:pt x="2882" y="1"/>
                    <a:pt x="2771" y="1"/>
                  </a:cubicBezTo>
                  <a:cubicBezTo>
                    <a:pt x="2764" y="1"/>
                    <a:pt x="2758" y="1"/>
                    <a:pt x="2751" y="2"/>
                  </a:cubicBezTo>
                  <a:lnTo>
                    <a:pt x="262" y="2"/>
                  </a:lnTo>
                  <a:cubicBezTo>
                    <a:pt x="256" y="1"/>
                    <a:pt x="249" y="1"/>
                    <a:pt x="2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57"/>
            <p:cNvSpPr/>
            <p:nvPr/>
          </p:nvSpPr>
          <p:spPr>
            <a:xfrm>
              <a:off x="2872088" y="2834786"/>
              <a:ext cx="51565" cy="12424"/>
            </a:xfrm>
            <a:custGeom>
              <a:avLst/>
              <a:gdLst/>
              <a:ahLst/>
              <a:cxnLst/>
              <a:rect l="l" t="t" r="r" b="b"/>
              <a:pathLst>
                <a:path w="1930" h="465" extrusionOk="0">
                  <a:moveTo>
                    <a:pt x="262" y="0"/>
                  </a:moveTo>
                  <a:cubicBezTo>
                    <a:pt x="143" y="0"/>
                    <a:pt x="36" y="84"/>
                    <a:pt x="24" y="203"/>
                  </a:cubicBezTo>
                  <a:cubicBezTo>
                    <a:pt x="0" y="334"/>
                    <a:pt x="108" y="465"/>
                    <a:pt x="251" y="465"/>
                  </a:cubicBezTo>
                  <a:lnTo>
                    <a:pt x="1679" y="465"/>
                  </a:lnTo>
                  <a:cubicBezTo>
                    <a:pt x="1798" y="465"/>
                    <a:pt x="1894" y="369"/>
                    <a:pt x="1917" y="262"/>
                  </a:cubicBezTo>
                  <a:cubicBezTo>
                    <a:pt x="1929" y="119"/>
                    <a:pt x="1822" y="0"/>
                    <a:pt x="1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57"/>
            <p:cNvSpPr/>
            <p:nvPr/>
          </p:nvSpPr>
          <p:spPr>
            <a:xfrm>
              <a:off x="2872088" y="2904412"/>
              <a:ext cx="58885" cy="12156"/>
            </a:xfrm>
            <a:custGeom>
              <a:avLst/>
              <a:gdLst/>
              <a:ahLst/>
              <a:cxnLst/>
              <a:rect l="l" t="t" r="r" b="b"/>
              <a:pathLst>
                <a:path w="2204" h="455" extrusionOk="0">
                  <a:moveTo>
                    <a:pt x="242" y="1"/>
                  </a:moveTo>
                  <a:cubicBezTo>
                    <a:pt x="131" y="1"/>
                    <a:pt x="36" y="92"/>
                    <a:pt x="24" y="204"/>
                  </a:cubicBezTo>
                  <a:cubicBezTo>
                    <a:pt x="0" y="335"/>
                    <a:pt x="108" y="454"/>
                    <a:pt x="251" y="454"/>
                  </a:cubicBezTo>
                  <a:lnTo>
                    <a:pt x="1977" y="454"/>
                  </a:lnTo>
                  <a:cubicBezTo>
                    <a:pt x="2108" y="454"/>
                    <a:pt x="2203" y="359"/>
                    <a:pt x="2203" y="228"/>
                  </a:cubicBezTo>
                  <a:cubicBezTo>
                    <a:pt x="2203" y="97"/>
                    <a:pt x="2108" y="2"/>
                    <a:pt x="1977" y="2"/>
                  </a:cubicBezTo>
                  <a:lnTo>
                    <a:pt x="262" y="2"/>
                  </a:lnTo>
                  <a:cubicBezTo>
                    <a:pt x="256" y="1"/>
                    <a:pt x="249" y="1"/>
                    <a:pt x="2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57"/>
            <p:cNvSpPr/>
            <p:nvPr/>
          </p:nvSpPr>
          <p:spPr>
            <a:xfrm>
              <a:off x="2872088" y="2932118"/>
              <a:ext cx="37885" cy="12424"/>
            </a:xfrm>
            <a:custGeom>
              <a:avLst/>
              <a:gdLst/>
              <a:ahLst/>
              <a:cxnLst/>
              <a:rect l="l" t="t" r="r" b="b"/>
              <a:pathLst>
                <a:path w="1418" h="465" extrusionOk="0">
                  <a:moveTo>
                    <a:pt x="251" y="1"/>
                  </a:moveTo>
                  <a:cubicBezTo>
                    <a:pt x="108" y="1"/>
                    <a:pt x="0" y="120"/>
                    <a:pt x="24" y="263"/>
                  </a:cubicBezTo>
                  <a:cubicBezTo>
                    <a:pt x="36" y="382"/>
                    <a:pt x="143" y="465"/>
                    <a:pt x="262" y="465"/>
                  </a:cubicBezTo>
                  <a:lnTo>
                    <a:pt x="1167" y="465"/>
                  </a:lnTo>
                  <a:cubicBezTo>
                    <a:pt x="1286" y="465"/>
                    <a:pt x="1382" y="382"/>
                    <a:pt x="1405" y="263"/>
                  </a:cubicBezTo>
                  <a:cubicBezTo>
                    <a:pt x="1417" y="120"/>
                    <a:pt x="1310" y="1"/>
                    <a:pt x="11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57"/>
            <p:cNvSpPr/>
            <p:nvPr/>
          </p:nvSpPr>
          <p:spPr>
            <a:xfrm>
              <a:off x="2744218" y="2597481"/>
              <a:ext cx="301267" cy="418957"/>
            </a:xfrm>
            <a:custGeom>
              <a:avLst/>
              <a:gdLst/>
              <a:ahLst/>
              <a:cxnLst/>
              <a:rect l="l" t="t" r="r" b="b"/>
              <a:pathLst>
                <a:path w="11276" h="15681" extrusionOk="0">
                  <a:moveTo>
                    <a:pt x="6501" y="465"/>
                  </a:moveTo>
                  <a:cubicBezTo>
                    <a:pt x="6561" y="465"/>
                    <a:pt x="6620" y="512"/>
                    <a:pt x="6620" y="572"/>
                  </a:cubicBezTo>
                  <a:lnTo>
                    <a:pt x="6620" y="1060"/>
                  </a:lnTo>
                  <a:cubicBezTo>
                    <a:pt x="6620" y="1203"/>
                    <a:pt x="6727" y="1322"/>
                    <a:pt x="6882" y="1322"/>
                  </a:cubicBezTo>
                  <a:lnTo>
                    <a:pt x="7668" y="1322"/>
                  </a:lnTo>
                  <a:cubicBezTo>
                    <a:pt x="7763" y="1322"/>
                    <a:pt x="7834" y="1393"/>
                    <a:pt x="7834" y="1477"/>
                  </a:cubicBezTo>
                  <a:lnTo>
                    <a:pt x="7834" y="2179"/>
                  </a:lnTo>
                  <a:lnTo>
                    <a:pt x="3465" y="2179"/>
                  </a:lnTo>
                  <a:lnTo>
                    <a:pt x="3465" y="1489"/>
                  </a:lnTo>
                  <a:cubicBezTo>
                    <a:pt x="3465" y="1405"/>
                    <a:pt x="3536" y="1334"/>
                    <a:pt x="3632" y="1334"/>
                  </a:cubicBezTo>
                  <a:lnTo>
                    <a:pt x="3632" y="1322"/>
                  </a:lnTo>
                  <a:lnTo>
                    <a:pt x="4417" y="1322"/>
                  </a:lnTo>
                  <a:cubicBezTo>
                    <a:pt x="4572" y="1322"/>
                    <a:pt x="4679" y="1203"/>
                    <a:pt x="4679" y="1060"/>
                  </a:cubicBezTo>
                  <a:lnTo>
                    <a:pt x="4679" y="572"/>
                  </a:lnTo>
                  <a:cubicBezTo>
                    <a:pt x="4679" y="512"/>
                    <a:pt x="4739" y="465"/>
                    <a:pt x="4798" y="465"/>
                  </a:cubicBezTo>
                  <a:close/>
                  <a:moveTo>
                    <a:pt x="4858" y="0"/>
                  </a:moveTo>
                  <a:cubicBezTo>
                    <a:pt x="4513" y="0"/>
                    <a:pt x="4227" y="286"/>
                    <a:pt x="4227" y="631"/>
                  </a:cubicBezTo>
                  <a:lnTo>
                    <a:pt x="4227" y="858"/>
                  </a:lnTo>
                  <a:lnTo>
                    <a:pt x="3632" y="858"/>
                  </a:lnTo>
                  <a:cubicBezTo>
                    <a:pt x="3370" y="858"/>
                    <a:pt x="3143" y="1012"/>
                    <a:pt x="3048" y="1262"/>
                  </a:cubicBezTo>
                  <a:lnTo>
                    <a:pt x="786" y="1262"/>
                  </a:lnTo>
                  <a:cubicBezTo>
                    <a:pt x="357" y="1262"/>
                    <a:pt x="0" y="1608"/>
                    <a:pt x="0" y="2048"/>
                  </a:cubicBezTo>
                  <a:lnTo>
                    <a:pt x="0" y="15443"/>
                  </a:lnTo>
                  <a:cubicBezTo>
                    <a:pt x="0" y="15574"/>
                    <a:pt x="107" y="15681"/>
                    <a:pt x="238" y="15681"/>
                  </a:cubicBezTo>
                  <a:lnTo>
                    <a:pt x="5406" y="15681"/>
                  </a:lnTo>
                  <a:cubicBezTo>
                    <a:pt x="5429" y="15681"/>
                    <a:pt x="5441" y="15681"/>
                    <a:pt x="5465" y="15657"/>
                  </a:cubicBezTo>
                  <a:cubicBezTo>
                    <a:pt x="5656" y="15455"/>
                    <a:pt x="5525" y="15216"/>
                    <a:pt x="5322" y="15216"/>
                  </a:cubicBezTo>
                  <a:lnTo>
                    <a:pt x="786" y="15216"/>
                  </a:lnTo>
                  <a:cubicBezTo>
                    <a:pt x="607" y="15216"/>
                    <a:pt x="465" y="15074"/>
                    <a:pt x="465" y="14895"/>
                  </a:cubicBezTo>
                  <a:lnTo>
                    <a:pt x="465" y="2048"/>
                  </a:lnTo>
                  <a:cubicBezTo>
                    <a:pt x="465" y="1870"/>
                    <a:pt x="607" y="1715"/>
                    <a:pt x="786" y="1715"/>
                  </a:cubicBezTo>
                  <a:lnTo>
                    <a:pt x="3001" y="1715"/>
                  </a:lnTo>
                  <a:lnTo>
                    <a:pt x="3001" y="2179"/>
                  </a:lnTo>
                  <a:lnTo>
                    <a:pt x="1357" y="2179"/>
                  </a:lnTo>
                  <a:cubicBezTo>
                    <a:pt x="1119" y="2179"/>
                    <a:pt x="917" y="2370"/>
                    <a:pt x="917" y="2608"/>
                  </a:cubicBezTo>
                  <a:lnTo>
                    <a:pt x="917" y="14526"/>
                  </a:lnTo>
                  <a:cubicBezTo>
                    <a:pt x="917" y="14657"/>
                    <a:pt x="1024" y="14764"/>
                    <a:pt x="1167" y="14764"/>
                  </a:cubicBezTo>
                  <a:lnTo>
                    <a:pt x="5132" y="14764"/>
                  </a:lnTo>
                  <a:cubicBezTo>
                    <a:pt x="5167" y="14764"/>
                    <a:pt x="5203" y="14740"/>
                    <a:pt x="5239" y="14716"/>
                  </a:cubicBezTo>
                  <a:cubicBezTo>
                    <a:pt x="5394" y="14574"/>
                    <a:pt x="5298" y="14312"/>
                    <a:pt x="5084" y="14300"/>
                  </a:cubicBezTo>
                  <a:lnTo>
                    <a:pt x="1381" y="14300"/>
                  </a:lnTo>
                  <a:lnTo>
                    <a:pt x="1381" y="2632"/>
                  </a:lnTo>
                  <a:lnTo>
                    <a:pt x="9894" y="2632"/>
                  </a:lnTo>
                  <a:lnTo>
                    <a:pt x="9894" y="6418"/>
                  </a:lnTo>
                  <a:cubicBezTo>
                    <a:pt x="9882" y="6537"/>
                    <a:pt x="9978" y="6632"/>
                    <a:pt x="10097" y="6656"/>
                  </a:cubicBezTo>
                  <a:cubicBezTo>
                    <a:pt x="10103" y="6656"/>
                    <a:pt x="10110" y="6657"/>
                    <a:pt x="10117" y="6657"/>
                  </a:cubicBezTo>
                  <a:cubicBezTo>
                    <a:pt x="10239" y="6657"/>
                    <a:pt x="10347" y="6554"/>
                    <a:pt x="10347" y="6430"/>
                  </a:cubicBezTo>
                  <a:lnTo>
                    <a:pt x="10347" y="2608"/>
                  </a:lnTo>
                  <a:cubicBezTo>
                    <a:pt x="10347" y="2370"/>
                    <a:pt x="10156" y="2179"/>
                    <a:pt x="9918" y="2179"/>
                  </a:cubicBezTo>
                  <a:lnTo>
                    <a:pt x="8263" y="2179"/>
                  </a:lnTo>
                  <a:lnTo>
                    <a:pt x="8263" y="1715"/>
                  </a:lnTo>
                  <a:lnTo>
                    <a:pt x="10478" y="1715"/>
                  </a:lnTo>
                  <a:cubicBezTo>
                    <a:pt x="10656" y="1715"/>
                    <a:pt x="10811" y="1858"/>
                    <a:pt x="10811" y="2048"/>
                  </a:cubicBezTo>
                  <a:lnTo>
                    <a:pt x="10811" y="6430"/>
                  </a:lnTo>
                  <a:cubicBezTo>
                    <a:pt x="10811" y="6430"/>
                    <a:pt x="10918" y="6656"/>
                    <a:pt x="11049" y="6656"/>
                  </a:cubicBezTo>
                  <a:cubicBezTo>
                    <a:pt x="11180" y="6656"/>
                    <a:pt x="11275" y="6549"/>
                    <a:pt x="11263" y="6430"/>
                  </a:cubicBezTo>
                  <a:lnTo>
                    <a:pt x="11263" y="2048"/>
                  </a:lnTo>
                  <a:cubicBezTo>
                    <a:pt x="11275" y="1615"/>
                    <a:pt x="10930" y="1262"/>
                    <a:pt x="10510" y="1262"/>
                  </a:cubicBezTo>
                  <a:cubicBezTo>
                    <a:pt x="10503" y="1262"/>
                    <a:pt x="10497" y="1262"/>
                    <a:pt x="10490" y="1262"/>
                  </a:cubicBezTo>
                  <a:lnTo>
                    <a:pt x="8239" y="1262"/>
                  </a:lnTo>
                  <a:cubicBezTo>
                    <a:pt x="8144" y="1024"/>
                    <a:pt x="7656" y="858"/>
                    <a:pt x="7656" y="858"/>
                  </a:cubicBezTo>
                  <a:lnTo>
                    <a:pt x="7072" y="858"/>
                  </a:lnTo>
                  <a:lnTo>
                    <a:pt x="7072" y="631"/>
                  </a:lnTo>
                  <a:cubicBezTo>
                    <a:pt x="7072" y="286"/>
                    <a:pt x="6787" y="0"/>
                    <a:pt x="64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57"/>
            <p:cNvSpPr/>
            <p:nvPr/>
          </p:nvSpPr>
          <p:spPr>
            <a:xfrm>
              <a:off x="2798935" y="2700530"/>
              <a:ext cx="57282" cy="57309"/>
            </a:xfrm>
            <a:custGeom>
              <a:avLst/>
              <a:gdLst/>
              <a:ahLst/>
              <a:cxnLst/>
              <a:rect l="l" t="t" r="r" b="b"/>
              <a:pathLst>
                <a:path w="2144" h="2145" extrusionOk="0">
                  <a:moveTo>
                    <a:pt x="1607" y="453"/>
                  </a:moveTo>
                  <a:cubicBezTo>
                    <a:pt x="1655" y="453"/>
                    <a:pt x="1691" y="489"/>
                    <a:pt x="1691" y="537"/>
                  </a:cubicBezTo>
                  <a:lnTo>
                    <a:pt x="1691" y="1608"/>
                  </a:lnTo>
                  <a:cubicBezTo>
                    <a:pt x="1691" y="1644"/>
                    <a:pt x="1655" y="1692"/>
                    <a:pt x="1607" y="1692"/>
                  </a:cubicBezTo>
                  <a:lnTo>
                    <a:pt x="548" y="1692"/>
                  </a:lnTo>
                  <a:cubicBezTo>
                    <a:pt x="500" y="1692"/>
                    <a:pt x="464" y="1656"/>
                    <a:pt x="464" y="1608"/>
                  </a:cubicBezTo>
                  <a:lnTo>
                    <a:pt x="464" y="537"/>
                  </a:lnTo>
                  <a:cubicBezTo>
                    <a:pt x="464" y="489"/>
                    <a:pt x="500" y="453"/>
                    <a:pt x="548" y="453"/>
                  </a:cubicBezTo>
                  <a:close/>
                  <a:moveTo>
                    <a:pt x="548" y="1"/>
                  </a:moveTo>
                  <a:cubicBezTo>
                    <a:pt x="250" y="1"/>
                    <a:pt x="0" y="239"/>
                    <a:pt x="0" y="537"/>
                  </a:cubicBezTo>
                  <a:lnTo>
                    <a:pt x="0" y="1608"/>
                  </a:lnTo>
                  <a:cubicBezTo>
                    <a:pt x="0" y="1906"/>
                    <a:pt x="250" y="2144"/>
                    <a:pt x="548" y="2144"/>
                  </a:cubicBezTo>
                  <a:lnTo>
                    <a:pt x="1607" y="2144"/>
                  </a:lnTo>
                  <a:cubicBezTo>
                    <a:pt x="1905" y="2144"/>
                    <a:pt x="2143" y="1906"/>
                    <a:pt x="2143" y="1608"/>
                  </a:cubicBezTo>
                  <a:lnTo>
                    <a:pt x="2143" y="537"/>
                  </a:lnTo>
                  <a:cubicBezTo>
                    <a:pt x="2143" y="239"/>
                    <a:pt x="1905" y="1"/>
                    <a:pt x="16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57"/>
            <p:cNvSpPr/>
            <p:nvPr/>
          </p:nvSpPr>
          <p:spPr>
            <a:xfrm>
              <a:off x="2798935" y="2797889"/>
              <a:ext cx="57282" cy="57282"/>
            </a:xfrm>
            <a:custGeom>
              <a:avLst/>
              <a:gdLst/>
              <a:ahLst/>
              <a:cxnLst/>
              <a:rect l="l" t="t" r="r" b="b"/>
              <a:pathLst>
                <a:path w="2144" h="2144" extrusionOk="0">
                  <a:moveTo>
                    <a:pt x="1607" y="465"/>
                  </a:moveTo>
                  <a:cubicBezTo>
                    <a:pt x="1655" y="465"/>
                    <a:pt x="1691" y="500"/>
                    <a:pt x="1691" y="548"/>
                  </a:cubicBezTo>
                  <a:lnTo>
                    <a:pt x="1691" y="1608"/>
                  </a:lnTo>
                  <a:cubicBezTo>
                    <a:pt x="1691" y="1655"/>
                    <a:pt x="1655" y="1691"/>
                    <a:pt x="1607" y="1691"/>
                  </a:cubicBezTo>
                  <a:lnTo>
                    <a:pt x="548" y="1691"/>
                  </a:lnTo>
                  <a:cubicBezTo>
                    <a:pt x="500" y="1691"/>
                    <a:pt x="464" y="1655"/>
                    <a:pt x="464" y="1608"/>
                  </a:cubicBezTo>
                  <a:lnTo>
                    <a:pt x="464" y="548"/>
                  </a:lnTo>
                  <a:cubicBezTo>
                    <a:pt x="464" y="500"/>
                    <a:pt x="500" y="465"/>
                    <a:pt x="548" y="465"/>
                  </a:cubicBezTo>
                  <a:close/>
                  <a:moveTo>
                    <a:pt x="548" y="0"/>
                  </a:moveTo>
                  <a:cubicBezTo>
                    <a:pt x="250" y="0"/>
                    <a:pt x="0" y="250"/>
                    <a:pt x="0" y="548"/>
                  </a:cubicBezTo>
                  <a:lnTo>
                    <a:pt x="0" y="1608"/>
                  </a:lnTo>
                  <a:cubicBezTo>
                    <a:pt x="0" y="1905"/>
                    <a:pt x="250" y="2143"/>
                    <a:pt x="548" y="2143"/>
                  </a:cubicBezTo>
                  <a:lnTo>
                    <a:pt x="1607" y="2143"/>
                  </a:lnTo>
                  <a:cubicBezTo>
                    <a:pt x="1905" y="2143"/>
                    <a:pt x="2143" y="1905"/>
                    <a:pt x="2143" y="1608"/>
                  </a:cubicBezTo>
                  <a:lnTo>
                    <a:pt x="2143" y="548"/>
                  </a:lnTo>
                  <a:cubicBezTo>
                    <a:pt x="2143" y="250"/>
                    <a:pt x="1905" y="0"/>
                    <a:pt x="16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57"/>
            <p:cNvSpPr/>
            <p:nvPr/>
          </p:nvSpPr>
          <p:spPr>
            <a:xfrm>
              <a:off x="2798935" y="2895221"/>
              <a:ext cx="57282" cy="57282"/>
            </a:xfrm>
            <a:custGeom>
              <a:avLst/>
              <a:gdLst/>
              <a:ahLst/>
              <a:cxnLst/>
              <a:rect l="l" t="t" r="r" b="b"/>
              <a:pathLst>
                <a:path w="2144" h="2144" extrusionOk="0">
                  <a:moveTo>
                    <a:pt x="1607" y="465"/>
                  </a:moveTo>
                  <a:cubicBezTo>
                    <a:pt x="1655" y="465"/>
                    <a:pt x="1691" y="501"/>
                    <a:pt x="1691" y="548"/>
                  </a:cubicBezTo>
                  <a:lnTo>
                    <a:pt x="1691" y="1608"/>
                  </a:lnTo>
                  <a:cubicBezTo>
                    <a:pt x="1691" y="1656"/>
                    <a:pt x="1655" y="1691"/>
                    <a:pt x="1607" y="1691"/>
                  </a:cubicBezTo>
                  <a:lnTo>
                    <a:pt x="548" y="1691"/>
                  </a:lnTo>
                  <a:cubicBezTo>
                    <a:pt x="500" y="1691"/>
                    <a:pt x="464" y="1656"/>
                    <a:pt x="464" y="1608"/>
                  </a:cubicBezTo>
                  <a:lnTo>
                    <a:pt x="464" y="548"/>
                  </a:lnTo>
                  <a:cubicBezTo>
                    <a:pt x="464" y="501"/>
                    <a:pt x="500" y="465"/>
                    <a:pt x="548" y="465"/>
                  </a:cubicBezTo>
                  <a:close/>
                  <a:moveTo>
                    <a:pt x="548" y="1"/>
                  </a:moveTo>
                  <a:cubicBezTo>
                    <a:pt x="250" y="1"/>
                    <a:pt x="0" y="251"/>
                    <a:pt x="0" y="548"/>
                  </a:cubicBezTo>
                  <a:lnTo>
                    <a:pt x="0" y="1608"/>
                  </a:lnTo>
                  <a:cubicBezTo>
                    <a:pt x="0" y="1906"/>
                    <a:pt x="250" y="2144"/>
                    <a:pt x="548" y="2144"/>
                  </a:cubicBezTo>
                  <a:lnTo>
                    <a:pt x="1607" y="2144"/>
                  </a:lnTo>
                  <a:cubicBezTo>
                    <a:pt x="1905" y="2144"/>
                    <a:pt x="2143" y="1906"/>
                    <a:pt x="2143" y="1608"/>
                  </a:cubicBezTo>
                  <a:lnTo>
                    <a:pt x="2143" y="548"/>
                  </a:lnTo>
                  <a:cubicBezTo>
                    <a:pt x="2143" y="251"/>
                    <a:pt x="1905" y="1"/>
                    <a:pt x="16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57"/>
            <p:cNvSpPr/>
            <p:nvPr/>
          </p:nvSpPr>
          <p:spPr>
            <a:xfrm>
              <a:off x="2893088" y="2791530"/>
              <a:ext cx="243690" cy="224908"/>
            </a:xfrm>
            <a:custGeom>
              <a:avLst/>
              <a:gdLst/>
              <a:ahLst/>
              <a:cxnLst/>
              <a:rect l="l" t="t" r="r" b="b"/>
              <a:pathLst>
                <a:path w="9121" h="8418" extrusionOk="0">
                  <a:moveTo>
                    <a:pt x="6025" y="453"/>
                  </a:moveTo>
                  <a:cubicBezTo>
                    <a:pt x="6061" y="453"/>
                    <a:pt x="6096" y="488"/>
                    <a:pt x="6096" y="524"/>
                  </a:cubicBezTo>
                  <a:lnTo>
                    <a:pt x="6096" y="1024"/>
                  </a:lnTo>
                  <a:cubicBezTo>
                    <a:pt x="6096" y="1060"/>
                    <a:pt x="6061" y="1095"/>
                    <a:pt x="6025" y="1095"/>
                  </a:cubicBezTo>
                  <a:lnTo>
                    <a:pt x="3108" y="1095"/>
                  </a:lnTo>
                  <a:cubicBezTo>
                    <a:pt x="3060" y="1095"/>
                    <a:pt x="3036" y="1060"/>
                    <a:pt x="3036" y="1024"/>
                  </a:cubicBezTo>
                  <a:lnTo>
                    <a:pt x="3036" y="524"/>
                  </a:lnTo>
                  <a:cubicBezTo>
                    <a:pt x="3036" y="488"/>
                    <a:pt x="3060" y="453"/>
                    <a:pt x="3108" y="453"/>
                  </a:cubicBezTo>
                  <a:close/>
                  <a:moveTo>
                    <a:pt x="5549" y="1560"/>
                  </a:moveTo>
                  <a:lnTo>
                    <a:pt x="5549" y="2441"/>
                  </a:lnTo>
                  <a:cubicBezTo>
                    <a:pt x="5549" y="2643"/>
                    <a:pt x="5596" y="2834"/>
                    <a:pt x="5715" y="3000"/>
                  </a:cubicBezTo>
                  <a:lnTo>
                    <a:pt x="6418" y="4084"/>
                  </a:lnTo>
                  <a:cubicBezTo>
                    <a:pt x="6311" y="4155"/>
                    <a:pt x="6192" y="4203"/>
                    <a:pt x="6061" y="4203"/>
                  </a:cubicBezTo>
                  <a:cubicBezTo>
                    <a:pt x="5775" y="4203"/>
                    <a:pt x="5739" y="4013"/>
                    <a:pt x="5322" y="4013"/>
                  </a:cubicBezTo>
                  <a:cubicBezTo>
                    <a:pt x="4906" y="4013"/>
                    <a:pt x="4858" y="4203"/>
                    <a:pt x="4572" y="4203"/>
                  </a:cubicBezTo>
                  <a:cubicBezTo>
                    <a:pt x="4298" y="4203"/>
                    <a:pt x="4251" y="4013"/>
                    <a:pt x="3834" y="4013"/>
                  </a:cubicBezTo>
                  <a:cubicBezTo>
                    <a:pt x="3417" y="4013"/>
                    <a:pt x="3370" y="4203"/>
                    <a:pt x="3084" y="4203"/>
                  </a:cubicBezTo>
                  <a:cubicBezTo>
                    <a:pt x="2953" y="4203"/>
                    <a:pt x="2834" y="4155"/>
                    <a:pt x="2727" y="4084"/>
                  </a:cubicBezTo>
                  <a:lnTo>
                    <a:pt x="3417" y="3000"/>
                  </a:lnTo>
                  <a:cubicBezTo>
                    <a:pt x="3525" y="2834"/>
                    <a:pt x="3584" y="2643"/>
                    <a:pt x="3584" y="2441"/>
                  </a:cubicBezTo>
                  <a:lnTo>
                    <a:pt x="3584" y="1560"/>
                  </a:lnTo>
                  <a:close/>
                  <a:moveTo>
                    <a:pt x="5299" y="4465"/>
                  </a:moveTo>
                  <a:cubicBezTo>
                    <a:pt x="5572" y="4465"/>
                    <a:pt x="5620" y="4655"/>
                    <a:pt x="6049" y="4655"/>
                  </a:cubicBezTo>
                  <a:cubicBezTo>
                    <a:pt x="6418" y="4655"/>
                    <a:pt x="6501" y="4501"/>
                    <a:pt x="6668" y="4477"/>
                  </a:cubicBezTo>
                  <a:lnTo>
                    <a:pt x="8216" y="6810"/>
                  </a:lnTo>
                  <a:cubicBezTo>
                    <a:pt x="8537" y="7299"/>
                    <a:pt x="8180" y="7942"/>
                    <a:pt x="7596" y="7953"/>
                  </a:cubicBezTo>
                  <a:lnTo>
                    <a:pt x="1512" y="7953"/>
                  </a:lnTo>
                  <a:cubicBezTo>
                    <a:pt x="929" y="7953"/>
                    <a:pt x="584" y="7299"/>
                    <a:pt x="893" y="6810"/>
                  </a:cubicBezTo>
                  <a:lnTo>
                    <a:pt x="2429" y="4477"/>
                  </a:lnTo>
                  <a:cubicBezTo>
                    <a:pt x="2596" y="4513"/>
                    <a:pt x="2691" y="4655"/>
                    <a:pt x="3048" y="4655"/>
                  </a:cubicBezTo>
                  <a:cubicBezTo>
                    <a:pt x="3477" y="4655"/>
                    <a:pt x="3513" y="4465"/>
                    <a:pt x="3798" y="4465"/>
                  </a:cubicBezTo>
                  <a:cubicBezTo>
                    <a:pt x="4072" y="4465"/>
                    <a:pt x="4132" y="4655"/>
                    <a:pt x="4548" y="4655"/>
                  </a:cubicBezTo>
                  <a:cubicBezTo>
                    <a:pt x="4977" y="4655"/>
                    <a:pt x="5013" y="4465"/>
                    <a:pt x="5299" y="4465"/>
                  </a:cubicBezTo>
                  <a:close/>
                  <a:moveTo>
                    <a:pt x="3108" y="0"/>
                  </a:moveTo>
                  <a:cubicBezTo>
                    <a:pt x="2810" y="0"/>
                    <a:pt x="2572" y="238"/>
                    <a:pt x="2572" y="524"/>
                  </a:cubicBezTo>
                  <a:lnTo>
                    <a:pt x="2572" y="1024"/>
                  </a:lnTo>
                  <a:cubicBezTo>
                    <a:pt x="2572" y="1322"/>
                    <a:pt x="2810" y="1560"/>
                    <a:pt x="3108" y="1560"/>
                  </a:cubicBezTo>
                  <a:lnTo>
                    <a:pt x="3120" y="1560"/>
                  </a:lnTo>
                  <a:lnTo>
                    <a:pt x="3120" y="2441"/>
                  </a:lnTo>
                  <a:cubicBezTo>
                    <a:pt x="3120" y="2548"/>
                    <a:pt x="3096" y="2655"/>
                    <a:pt x="3036" y="2750"/>
                  </a:cubicBezTo>
                  <a:lnTo>
                    <a:pt x="524" y="6560"/>
                  </a:lnTo>
                  <a:cubicBezTo>
                    <a:pt x="0" y="7358"/>
                    <a:pt x="572" y="8418"/>
                    <a:pt x="1524" y="8418"/>
                  </a:cubicBezTo>
                  <a:lnTo>
                    <a:pt x="7596" y="8418"/>
                  </a:lnTo>
                  <a:cubicBezTo>
                    <a:pt x="8549" y="8418"/>
                    <a:pt x="9120" y="7358"/>
                    <a:pt x="8597" y="6560"/>
                  </a:cubicBezTo>
                  <a:lnTo>
                    <a:pt x="6096" y="2750"/>
                  </a:lnTo>
                  <a:cubicBezTo>
                    <a:pt x="6037" y="2655"/>
                    <a:pt x="6001" y="2548"/>
                    <a:pt x="6001" y="2441"/>
                  </a:cubicBezTo>
                  <a:lnTo>
                    <a:pt x="6001" y="1560"/>
                  </a:lnTo>
                  <a:lnTo>
                    <a:pt x="6025" y="1560"/>
                  </a:lnTo>
                  <a:cubicBezTo>
                    <a:pt x="6311" y="1560"/>
                    <a:pt x="6561" y="1322"/>
                    <a:pt x="6561" y="1024"/>
                  </a:cubicBezTo>
                  <a:lnTo>
                    <a:pt x="6561" y="524"/>
                  </a:lnTo>
                  <a:cubicBezTo>
                    <a:pt x="6561" y="238"/>
                    <a:pt x="6311" y="0"/>
                    <a:pt x="60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29" name="Google Shape;2729;p57"/>
          <p:cNvGrpSpPr/>
          <p:nvPr/>
        </p:nvGrpSpPr>
        <p:grpSpPr>
          <a:xfrm>
            <a:off x="7020021" y="1438572"/>
            <a:ext cx="548954" cy="417290"/>
            <a:chOff x="3380736" y="2644183"/>
            <a:chExt cx="428201" cy="325499"/>
          </a:xfrm>
        </p:grpSpPr>
        <p:sp>
          <p:nvSpPr>
            <p:cNvPr id="2730" name="Google Shape;2730;p57"/>
            <p:cNvSpPr/>
            <p:nvPr/>
          </p:nvSpPr>
          <p:spPr>
            <a:xfrm>
              <a:off x="3445312" y="2683030"/>
              <a:ext cx="157179" cy="119026"/>
            </a:xfrm>
            <a:custGeom>
              <a:avLst/>
              <a:gdLst/>
              <a:ahLst/>
              <a:cxnLst/>
              <a:rect l="l" t="t" r="r" b="b"/>
              <a:pathLst>
                <a:path w="5883" h="4455" extrusionOk="0">
                  <a:moveTo>
                    <a:pt x="1599" y="1"/>
                  </a:moveTo>
                  <a:cubicBezTo>
                    <a:pt x="692" y="1"/>
                    <a:pt x="1" y="770"/>
                    <a:pt x="1" y="1692"/>
                  </a:cubicBezTo>
                  <a:cubicBezTo>
                    <a:pt x="1" y="3299"/>
                    <a:pt x="1298" y="4454"/>
                    <a:pt x="2941" y="4454"/>
                  </a:cubicBezTo>
                  <a:cubicBezTo>
                    <a:pt x="4584" y="4454"/>
                    <a:pt x="5882" y="3299"/>
                    <a:pt x="5882" y="1692"/>
                  </a:cubicBezTo>
                  <a:cubicBezTo>
                    <a:pt x="5882" y="782"/>
                    <a:pt x="5190" y="1"/>
                    <a:pt x="4284" y="1"/>
                  </a:cubicBezTo>
                  <a:cubicBezTo>
                    <a:pt x="4277" y="1"/>
                    <a:pt x="4270" y="1"/>
                    <a:pt x="4263" y="1"/>
                  </a:cubicBezTo>
                  <a:cubicBezTo>
                    <a:pt x="3965" y="1"/>
                    <a:pt x="3668" y="96"/>
                    <a:pt x="3418" y="263"/>
                  </a:cubicBezTo>
                  <a:cubicBezTo>
                    <a:pt x="3275" y="358"/>
                    <a:pt x="3111" y="406"/>
                    <a:pt x="2947" y="406"/>
                  </a:cubicBezTo>
                  <a:cubicBezTo>
                    <a:pt x="2784" y="406"/>
                    <a:pt x="2620" y="358"/>
                    <a:pt x="2477" y="263"/>
                  </a:cubicBezTo>
                  <a:cubicBezTo>
                    <a:pt x="2215" y="96"/>
                    <a:pt x="1929" y="1"/>
                    <a:pt x="1620" y="1"/>
                  </a:cubicBezTo>
                  <a:cubicBezTo>
                    <a:pt x="1613" y="1"/>
                    <a:pt x="1606" y="1"/>
                    <a:pt x="159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57"/>
            <p:cNvSpPr/>
            <p:nvPr/>
          </p:nvSpPr>
          <p:spPr>
            <a:xfrm>
              <a:off x="3387094" y="2792145"/>
              <a:ext cx="314331" cy="85923"/>
            </a:xfrm>
            <a:custGeom>
              <a:avLst/>
              <a:gdLst/>
              <a:ahLst/>
              <a:cxnLst/>
              <a:rect l="l" t="t" r="r" b="b"/>
              <a:pathLst>
                <a:path w="11765" h="3216" extrusionOk="0">
                  <a:moveTo>
                    <a:pt x="191" y="1"/>
                  </a:moveTo>
                  <a:cubicBezTo>
                    <a:pt x="84" y="1"/>
                    <a:pt x="1" y="84"/>
                    <a:pt x="13" y="191"/>
                  </a:cubicBezTo>
                  <a:lnTo>
                    <a:pt x="13" y="3037"/>
                  </a:lnTo>
                  <a:cubicBezTo>
                    <a:pt x="13" y="3132"/>
                    <a:pt x="84" y="3216"/>
                    <a:pt x="191" y="3216"/>
                  </a:cubicBezTo>
                  <a:lnTo>
                    <a:pt x="11740" y="3216"/>
                  </a:lnTo>
                  <a:cubicBezTo>
                    <a:pt x="11752" y="3216"/>
                    <a:pt x="11764" y="3204"/>
                    <a:pt x="11764" y="3192"/>
                  </a:cubicBezTo>
                  <a:lnTo>
                    <a:pt x="11764" y="2692"/>
                  </a:lnTo>
                  <a:cubicBezTo>
                    <a:pt x="11764" y="2680"/>
                    <a:pt x="11764" y="2668"/>
                    <a:pt x="11752" y="2668"/>
                  </a:cubicBezTo>
                  <a:cubicBezTo>
                    <a:pt x="11026" y="2168"/>
                    <a:pt x="11026" y="1096"/>
                    <a:pt x="11752" y="608"/>
                  </a:cubicBezTo>
                  <a:cubicBezTo>
                    <a:pt x="11764" y="596"/>
                    <a:pt x="11764" y="596"/>
                    <a:pt x="11764" y="584"/>
                  </a:cubicBezTo>
                  <a:lnTo>
                    <a:pt x="11764" y="191"/>
                  </a:lnTo>
                  <a:lnTo>
                    <a:pt x="11764" y="37"/>
                  </a:lnTo>
                  <a:cubicBezTo>
                    <a:pt x="11764" y="13"/>
                    <a:pt x="11752" y="1"/>
                    <a:pt x="1174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57"/>
            <p:cNvSpPr/>
            <p:nvPr/>
          </p:nvSpPr>
          <p:spPr>
            <a:xfrm>
              <a:off x="3409377" y="2815068"/>
              <a:ext cx="284087" cy="40103"/>
            </a:xfrm>
            <a:custGeom>
              <a:avLst/>
              <a:gdLst/>
              <a:ahLst/>
              <a:cxnLst/>
              <a:rect l="l" t="t" r="r" b="b"/>
              <a:pathLst>
                <a:path w="10633" h="1501" extrusionOk="0">
                  <a:moveTo>
                    <a:pt x="334" y="0"/>
                  </a:moveTo>
                  <a:cubicBezTo>
                    <a:pt x="155" y="0"/>
                    <a:pt x="0" y="143"/>
                    <a:pt x="12" y="322"/>
                  </a:cubicBezTo>
                  <a:lnTo>
                    <a:pt x="12" y="1179"/>
                  </a:lnTo>
                  <a:cubicBezTo>
                    <a:pt x="0" y="1357"/>
                    <a:pt x="155" y="1500"/>
                    <a:pt x="334" y="1500"/>
                  </a:cubicBezTo>
                  <a:lnTo>
                    <a:pt x="10597" y="1500"/>
                  </a:lnTo>
                  <a:cubicBezTo>
                    <a:pt x="10275" y="1048"/>
                    <a:pt x="10287" y="441"/>
                    <a:pt x="106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57"/>
            <p:cNvSpPr/>
            <p:nvPr/>
          </p:nvSpPr>
          <p:spPr>
            <a:xfrm>
              <a:off x="3387415" y="2878362"/>
              <a:ext cx="314011" cy="85603"/>
            </a:xfrm>
            <a:custGeom>
              <a:avLst/>
              <a:gdLst/>
              <a:ahLst/>
              <a:cxnLst/>
              <a:rect l="l" t="t" r="r" b="b"/>
              <a:pathLst>
                <a:path w="11753" h="3204" extrusionOk="0">
                  <a:moveTo>
                    <a:pt x="36" y="1"/>
                  </a:moveTo>
                  <a:cubicBezTo>
                    <a:pt x="13" y="1"/>
                    <a:pt x="1" y="12"/>
                    <a:pt x="1" y="36"/>
                  </a:cubicBezTo>
                  <a:lnTo>
                    <a:pt x="1" y="179"/>
                  </a:lnTo>
                  <a:lnTo>
                    <a:pt x="1" y="572"/>
                  </a:lnTo>
                  <a:cubicBezTo>
                    <a:pt x="1" y="584"/>
                    <a:pt x="1" y="596"/>
                    <a:pt x="13" y="596"/>
                  </a:cubicBezTo>
                  <a:cubicBezTo>
                    <a:pt x="739" y="1084"/>
                    <a:pt x="739" y="2156"/>
                    <a:pt x="13" y="2656"/>
                  </a:cubicBezTo>
                  <a:cubicBezTo>
                    <a:pt x="1" y="2656"/>
                    <a:pt x="1" y="2668"/>
                    <a:pt x="1" y="2679"/>
                  </a:cubicBezTo>
                  <a:lnTo>
                    <a:pt x="1" y="3168"/>
                  </a:lnTo>
                  <a:cubicBezTo>
                    <a:pt x="1" y="3191"/>
                    <a:pt x="13" y="3203"/>
                    <a:pt x="24" y="3203"/>
                  </a:cubicBezTo>
                  <a:lnTo>
                    <a:pt x="11562" y="3203"/>
                  </a:lnTo>
                  <a:cubicBezTo>
                    <a:pt x="11669" y="3203"/>
                    <a:pt x="11752" y="3120"/>
                    <a:pt x="11752" y="3013"/>
                  </a:cubicBezTo>
                  <a:lnTo>
                    <a:pt x="11752" y="191"/>
                  </a:lnTo>
                  <a:cubicBezTo>
                    <a:pt x="11752" y="84"/>
                    <a:pt x="11669" y="1"/>
                    <a:pt x="115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57"/>
            <p:cNvSpPr/>
            <p:nvPr/>
          </p:nvSpPr>
          <p:spPr>
            <a:xfrm>
              <a:off x="3394736" y="2900938"/>
              <a:ext cx="284087" cy="40130"/>
            </a:xfrm>
            <a:custGeom>
              <a:avLst/>
              <a:gdLst/>
              <a:ahLst/>
              <a:cxnLst/>
              <a:rect l="l" t="t" r="r" b="b"/>
              <a:pathLst>
                <a:path w="10633" h="1502" extrusionOk="0">
                  <a:moveTo>
                    <a:pt x="0" y="1"/>
                  </a:moveTo>
                  <a:cubicBezTo>
                    <a:pt x="346" y="441"/>
                    <a:pt x="358" y="1049"/>
                    <a:pt x="36" y="1501"/>
                  </a:cubicBezTo>
                  <a:lnTo>
                    <a:pt x="10299" y="1501"/>
                  </a:lnTo>
                  <a:cubicBezTo>
                    <a:pt x="10478" y="1501"/>
                    <a:pt x="10633" y="1358"/>
                    <a:pt x="10633" y="1180"/>
                  </a:cubicBezTo>
                  <a:lnTo>
                    <a:pt x="10633" y="334"/>
                  </a:lnTo>
                  <a:cubicBezTo>
                    <a:pt x="10633" y="156"/>
                    <a:pt x="10478" y="1"/>
                    <a:pt x="102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57"/>
            <p:cNvSpPr/>
            <p:nvPr/>
          </p:nvSpPr>
          <p:spPr>
            <a:xfrm>
              <a:off x="3598002" y="2743172"/>
              <a:ext cx="202973" cy="220152"/>
            </a:xfrm>
            <a:custGeom>
              <a:avLst/>
              <a:gdLst/>
              <a:ahLst/>
              <a:cxnLst/>
              <a:rect l="l" t="t" r="r" b="b"/>
              <a:pathLst>
                <a:path w="7597" h="8240" extrusionOk="0">
                  <a:moveTo>
                    <a:pt x="2715" y="0"/>
                  </a:moveTo>
                  <a:lnTo>
                    <a:pt x="2715" y="2179"/>
                  </a:lnTo>
                  <a:cubicBezTo>
                    <a:pt x="2715" y="2382"/>
                    <a:pt x="2656" y="2584"/>
                    <a:pt x="2560" y="2763"/>
                  </a:cubicBezTo>
                  <a:lnTo>
                    <a:pt x="441" y="6501"/>
                  </a:lnTo>
                  <a:cubicBezTo>
                    <a:pt x="1" y="7275"/>
                    <a:pt x="560" y="8239"/>
                    <a:pt x="1453" y="8239"/>
                  </a:cubicBezTo>
                  <a:lnTo>
                    <a:pt x="6156" y="8239"/>
                  </a:lnTo>
                  <a:cubicBezTo>
                    <a:pt x="7049" y="8239"/>
                    <a:pt x="7597" y="7275"/>
                    <a:pt x="7168" y="6501"/>
                  </a:cubicBezTo>
                  <a:lnTo>
                    <a:pt x="5049" y="2763"/>
                  </a:lnTo>
                  <a:cubicBezTo>
                    <a:pt x="4942" y="2584"/>
                    <a:pt x="4894" y="2382"/>
                    <a:pt x="4894" y="2179"/>
                  </a:cubicBezTo>
                  <a:lnTo>
                    <a:pt x="4882" y="2179"/>
                  </a:lnTo>
                  <a:lnTo>
                    <a:pt x="48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57"/>
            <p:cNvSpPr/>
            <p:nvPr/>
          </p:nvSpPr>
          <p:spPr>
            <a:xfrm>
              <a:off x="3656540" y="2730133"/>
              <a:ext cx="84962" cy="27065"/>
            </a:xfrm>
            <a:custGeom>
              <a:avLst/>
              <a:gdLst/>
              <a:ahLst/>
              <a:cxnLst/>
              <a:rect l="l" t="t" r="r" b="b"/>
              <a:pathLst>
                <a:path w="3180" h="1013" extrusionOk="0">
                  <a:moveTo>
                    <a:pt x="274" y="0"/>
                  </a:moveTo>
                  <a:cubicBezTo>
                    <a:pt x="119" y="0"/>
                    <a:pt x="0" y="119"/>
                    <a:pt x="0" y="274"/>
                  </a:cubicBezTo>
                  <a:lnTo>
                    <a:pt x="0" y="738"/>
                  </a:lnTo>
                  <a:cubicBezTo>
                    <a:pt x="0" y="881"/>
                    <a:pt x="119" y="1012"/>
                    <a:pt x="274" y="1012"/>
                  </a:cubicBezTo>
                  <a:lnTo>
                    <a:pt x="2905" y="1012"/>
                  </a:lnTo>
                  <a:cubicBezTo>
                    <a:pt x="3060" y="1012"/>
                    <a:pt x="3179" y="881"/>
                    <a:pt x="3179" y="738"/>
                  </a:cubicBezTo>
                  <a:lnTo>
                    <a:pt x="3179" y="274"/>
                  </a:lnTo>
                  <a:cubicBezTo>
                    <a:pt x="3179" y="119"/>
                    <a:pt x="3060" y="0"/>
                    <a:pt x="29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57"/>
            <p:cNvSpPr/>
            <p:nvPr/>
          </p:nvSpPr>
          <p:spPr>
            <a:xfrm>
              <a:off x="3598807" y="2867391"/>
              <a:ext cx="203614" cy="98320"/>
            </a:xfrm>
            <a:custGeom>
              <a:avLst/>
              <a:gdLst/>
              <a:ahLst/>
              <a:cxnLst/>
              <a:rect l="l" t="t" r="r" b="b"/>
              <a:pathLst>
                <a:path w="7621" h="3680" extrusionOk="0">
                  <a:moveTo>
                    <a:pt x="3013" y="0"/>
                  </a:moveTo>
                  <a:cubicBezTo>
                    <a:pt x="2620" y="0"/>
                    <a:pt x="2620" y="203"/>
                    <a:pt x="2215" y="203"/>
                  </a:cubicBezTo>
                  <a:cubicBezTo>
                    <a:pt x="1858" y="203"/>
                    <a:pt x="1834" y="36"/>
                    <a:pt x="1537" y="12"/>
                  </a:cubicBezTo>
                  <a:lnTo>
                    <a:pt x="441" y="1941"/>
                  </a:lnTo>
                  <a:cubicBezTo>
                    <a:pt x="1" y="2715"/>
                    <a:pt x="560" y="3679"/>
                    <a:pt x="1441" y="3679"/>
                  </a:cubicBezTo>
                  <a:lnTo>
                    <a:pt x="6168" y="3679"/>
                  </a:lnTo>
                  <a:cubicBezTo>
                    <a:pt x="7061" y="3679"/>
                    <a:pt x="7621" y="2715"/>
                    <a:pt x="7180" y="1941"/>
                  </a:cubicBezTo>
                  <a:lnTo>
                    <a:pt x="6085" y="12"/>
                  </a:lnTo>
                  <a:cubicBezTo>
                    <a:pt x="5787" y="36"/>
                    <a:pt x="5751" y="203"/>
                    <a:pt x="5394" y="203"/>
                  </a:cubicBezTo>
                  <a:cubicBezTo>
                    <a:pt x="5001" y="203"/>
                    <a:pt x="5001" y="0"/>
                    <a:pt x="4596" y="0"/>
                  </a:cubicBezTo>
                  <a:cubicBezTo>
                    <a:pt x="4204" y="0"/>
                    <a:pt x="4204" y="203"/>
                    <a:pt x="3811" y="203"/>
                  </a:cubicBezTo>
                  <a:cubicBezTo>
                    <a:pt x="3406" y="203"/>
                    <a:pt x="3406" y="0"/>
                    <a:pt x="30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57"/>
            <p:cNvSpPr/>
            <p:nvPr/>
          </p:nvSpPr>
          <p:spPr>
            <a:xfrm>
              <a:off x="3380736" y="2644183"/>
              <a:ext cx="428201" cy="325499"/>
            </a:xfrm>
            <a:custGeom>
              <a:avLst/>
              <a:gdLst/>
              <a:ahLst/>
              <a:cxnLst/>
              <a:rect l="l" t="t" r="r" b="b"/>
              <a:pathLst>
                <a:path w="16027" h="12183" extrusionOk="0">
                  <a:moveTo>
                    <a:pt x="13252" y="3432"/>
                  </a:moveTo>
                  <a:cubicBezTo>
                    <a:pt x="13276" y="3432"/>
                    <a:pt x="13288" y="3443"/>
                    <a:pt x="13288" y="3467"/>
                  </a:cubicBezTo>
                  <a:lnTo>
                    <a:pt x="13288" y="3932"/>
                  </a:lnTo>
                  <a:cubicBezTo>
                    <a:pt x="13288" y="3955"/>
                    <a:pt x="13276" y="3979"/>
                    <a:pt x="13252" y="3979"/>
                  </a:cubicBezTo>
                  <a:lnTo>
                    <a:pt x="10609" y="3979"/>
                  </a:lnTo>
                  <a:cubicBezTo>
                    <a:pt x="10585" y="3979"/>
                    <a:pt x="10561" y="3955"/>
                    <a:pt x="10561" y="3932"/>
                  </a:cubicBezTo>
                  <a:lnTo>
                    <a:pt x="10573" y="3932"/>
                  </a:lnTo>
                  <a:lnTo>
                    <a:pt x="10573" y="3467"/>
                  </a:lnTo>
                  <a:cubicBezTo>
                    <a:pt x="10573" y="3443"/>
                    <a:pt x="10585" y="3432"/>
                    <a:pt x="10609" y="3432"/>
                  </a:cubicBezTo>
                  <a:close/>
                  <a:moveTo>
                    <a:pt x="10335" y="6610"/>
                  </a:moveTo>
                  <a:lnTo>
                    <a:pt x="9764" y="7658"/>
                  </a:lnTo>
                  <a:lnTo>
                    <a:pt x="1406" y="7658"/>
                  </a:lnTo>
                  <a:cubicBezTo>
                    <a:pt x="1358" y="7658"/>
                    <a:pt x="1322" y="7611"/>
                    <a:pt x="1322" y="7563"/>
                  </a:cubicBezTo>
                  <a:lnTo>
                    <a:pt x="1322" y="6706"/>
                  </a:lnTo>
                  <a:cubicBezTo>
                    <a:pt x="1322" y="6658"/>
                    <a:pt x="1358" y="6610"/>
                    <a:pt x="1406" y="6610"/>
                  </a:cubicBezTo>
                  <a:close/>
                  <a:moveTo>
                    <a:pt x="12788" y="4444"/>
                  </a:moveTo>
                  <a:cubicBezTo>
                    <a:pt x="12836" y="5682"/>
                    <a:pt x="12681" y="6075"/>
                    <a:pt x="12978" y="6587"/>
                  </a:cubicBezTo>
                  <a:lnTo>
                    <a:pt x="13859" y="8146"/>
                  </a:lnTo>
                  <a:cubicBezTo>
                    <a:pt x="13764" y="8206"/>
                    <a:pt x="13645" y="8242"/>
                    <a:pt x="13514" y="8242"/>
                  </a:cubicBezTo>
                  <a:cubicBezTo>
                    <a:pt x="13217" y="8242"/>
                    <a:pt x="13169" y="8051"/>
                    <a:pt x="12728" y="8051"/>
                  </a:cubicBezTo>
                  <a:cubicBezTo>
                    <a:pt x="12276" y="8051"/>
                    <a:pt x="12240" y="8242"/>
                    <a:pt x="11931" y="8242"/>
                  </a:cubicBezTo>
                  <a:cubicBezTo>
                    <a:pt x="11621" y="8242"/>
                    <a:pt x="11585" y="8051"/>
                    <a:pt x="11145" y="8051"/>
                  </a:cubicBezTo>
                  <a:cubicBezTo>
                    <a:pt x="10692" y="8051"/>
                    <a:pt x="10657" y="8242"/>
                    <a:pt x="10347" y="8242"/>
                  </a:cubicBezTo>
                  <a:cubicBezTo>
                    <a:pt x="10228" y="8242"/>
                    <a:pt x="10109" y="8206"/>
                    <a:pt x="10002" y="8146"/>
                  </a:cubicBezTo>
                  <a:lnTo>
                    <a:pt x="10085" y="7992"/>
                  </a:lnTo>
                  <a:cubicBezTo>
                    <a:pt x="10919" y="6503"/>
                    <a:pt x="10883" y="6587"/>
                    <a:pt x="10942" y="6480"/>
                  </a:cubicBezTo>
                  <a:cubicBezTo>
                    <a:pt x="11145" y="6015"/>
                    <a:pt x="11038" y="5765"/>
                    <a:pt x="11073" y="4444"/>
                  </a:cubicBezTo>
                  <a:close/>
                  <a:moveTo>
                    <a:pt x="10692" y="5753"/>
                  </a:moveTo>
                  <a:cubicBezTo>
                    <a:pt x="10692" y="5884"/>
                    <a:pt x="10680" y="6015"/>
                    <a:pt x="10645" y="6146"/>
                  </a:cubicBezTo>
                  <a:lnTo>
                    <a:pt x="1263" y="6146"/>
                  </a:lnTo>
                  <a:cubicBezTo>
                    <a:pt x="1036" y="6146"/>
                    <a:pt x="858" y="6325"/>
                    <a:pt x="858" y="6551"/>
                  </a:cubicBezTo>
                  <a:lnTo>
                    <a:pt x="858" y="7599"/>
                  </a:lnTo>
                  <a:cubicBezTo>
                    <a:pt x="858" y="7884"/>
                    <a:pt x="1084" y="8111"/>
                    <a:pt x="1382" y="8111"/>
                  </a:cubicBezTo>
                  <a:lnTo>
                    <a:pt x="9561" y="8111"/>
                  </a:lnTo>
                  <a:lnTo>
                    <a:pt x="9335" y="8515"/>
                  </a:lnTo>
                  <a:lnTo>
                    <a:pt x="1251" y="8515"/>
                  </a:lnTo>
                  <a:cubicBezTo>
                    <a:pt x="810" y="8515"/>
                    <a:pt x="465" y="8158"/>
                    <a:pt x="465" y="7730"/>
                  </a:cubicBezTo>
                  <a:lnTo>
                    <a:pt x="465" y="6372"/>
                  </a:lnTo>
                  <a:cubicBezTo>
                    <a:pt x="465" y="6027"/>
                    <a:pt x="739" y="5753"/>
                    <a:pt x="1072" y="5753"/>
                  </a:cubicBezTo>
                  <a:close/>
                  <a:moveTo>
                    <a:pt x="9073" y="8968"/>
                  </a:moveTo>
                  <a:lnTo>
                    <a:pt x="8847" y="9373"/>
                  </a:lnTo>
                  <a:lnTo>
                    <a:pt x="620" y="9373"/>
                  </a:lnTo>
                  <a:cubicBezTo>
                    <a:pt x="572" y="9313"/>
                    <a:pt x="513" y="9266"/>
                    <a:pt x="465" y="9218"/>
                  </a:cubicBezTo>
                  <a:lnTo>
                    <a:pt x="465" y="8968"/>
                  </a:lnTo>
                  <a:close/>
                  <a:moveTo>
                    <a:pt x="8525" y="9825"/>
                  </a:moveTo>
                  <a:lnTo>
                    <a:pt x="8371" y="10111"/>
                  </a:lnTo>
                  <a:cubicBezTo>
                    <a:pt x="8228" y="10337"/>
                    <a:pt x="8168" y="10599"/>
                    <a:pt x="8180" y="10873"/>
                  </a:cubicBezTo>
                  <a:lnTo>
                    <a:pt x="929" y="10873"/>
                  </a:lnTo>
                  <a:cubicBezTo>
                    <a:pt x="1048" y="10528"/>
                    <a:pt x="1048" y="10159"/>
                    <a:pt x="917" y="9825"/>
                  </a:cubicBezTo>
                  <a:close/>
                  <a:moveTo>
                    <a:pt x="8347" y="11325"/>
                  </a:moveTo>
                  <a:cubicBezTo>
                    <a:pt x="8371" y="11385"/>
                    <a:pt x="8394" y="11433"/>
                    <a:pt x="8430" y="11492"/>
                  </a:cubicBezTo>
                  <a:cubicBezTo>
                    <a:pt x="8478" y="11575"/>
                    <a:pt x="8537" y="11647"/>
                    <a:pt x="8597" y="11718"/>
                  </a:cubicBezTo>
                  <a:lnTo>
                    <a:pt x="465" y="11718"/>
                  </a:lnTo>
                  <a:lnTo>
                    <a:pt x="465" y="11528"/>
                  </a:lnTo>
                  <a:cubicBezTo>
                    <a:pt x="536" y="11468"/>
                    <a:pt x="608" y="11397"/>
                    <a:pt x="667" y="11325"/>
                  </a:cubicBezTo>
                  <a:close/>
                  <a:moveTo>
                    <a:pt x="6367" y="1"/>
                  </a:moveTo>
                  <a:cubicBezTo>
                    <a:pt x="6342" y="1"/>
                    <a:pt x="6315" y="5"/>
                    <a:pt x="6287" y="14"/>
                  </a:cubicBezTo>
                  <a:cubicBezTo>
                    <a:pt x="5608" y="241"/>
                    <a:pt x="5144" y="872"/>
                    <a:pt x="5132" y="1586"/>
                  </a:cubicBezTo>
                  <a:cubicBezTo>
                    <a:pt x="5085" y="1574"/>
                    <a:pt x="5049" y="1550"/>
                    <a:pt x="5013" y="1527"/>
                  </a:cubicBezTo>
                  <a:cubicBezTo>
                    <a:pt x="4703" y="1323"/>
                    <a:pt x="4360" y="1229"/>
                    <a:pt x="4024" y="1229"/>
                  </a:cubicBezTo>
                  <a:cubicBezTo>
                    <a:pt x="3239" y="1229"/>
                    <a:pt x="2488" y="1744"/>
                    <a:pt x="2263" y="2586"/>
                  </a:cubicBezTo>
                  <a:cubicBezTo>
                    <a:pt x="2212" y="2766"/>
                    <a:pt x="2354" y="2885"/>
                    <a:pt x="2494" y="2885"/>
                  </a:cubicBezTo>
                  <a:cubicBezTo>
                    <a:pt x="2586" y="2885"/>
                    <a:pt x="2678" y="2835"/>
                    <a:pt x="2715" y="2717"/>
                  </a:cubicBezTo>
                  <a:cubicBezTo>
                    <a:pt x="2874" y="2080"/>
                    <a:pt x="3441" y="1691"/>
                    <a:pt x="4033" y="1691"/>
                  </a:cubicBezTo>
                  <a:cubicBezTo>
                    <a:pt x="4281" y="1691"/>
                    <a:pt x="4534" y="1760"/>
                    <a:pt x="4763" y="1908"/>
                  </a:cubicBezTo>
                  <a:cubicBezTo>
                    <a:pt x="4942" y="2027"/>
                    <a:pt x="5150" y="2086"/>
                    <a:pt x="5358" y="2086"/>
                  </a:cubicBezTo>
                  <a:cubicBezTo>
                    <a:pt x="5567" y="2086"/>
                    <a:pt x="5775" y="2027"/>
                    <a:pt x="5954" y="1908"/>
                  </a:cubicBezTo>
                  <a:cubicBezTo>
                    <a:pt x="6190" y="1753"/>
                    <a:pt x="6444" y="1682"/>
                    <a:pt x="6691" y="1682"/>
                  </a:cubicBezTo>
                  <a:cubicBezTo>
                    <a:pt x="7412" y="1682"/>
                    <a:pt x="8073" y="2285"/>
                    <a:pt x="8073" y="3146"/>
                  </a:cubicBezTo>
                  <a:cubicBezTo>
                    <a:pt x="8073" y="4039"/>
                    <a:pt x="7597" y="4872"/>
                    <a:pt x="6811" y="5325"/>
                  </a:cubicBezTo>
                  <a:lnTo>
                    <a:pt x="3906" y="5325"/>
                  </a:lnTo>
                  <a:cubicBezTo>
                    <a:pt x="3287" y="4967"/>
                    <a:pt x="2846" y="4372"/>
                    <a:pt x="2703" y="3670"/>
                  </a:cubicBezTo>
                  <a:cubicBezTo>
                    <a:pt x="2683" y="3528"/>
                    <a:pt x="2581" y="3466"/>
                    <a:pt x="2478" y="3466"/>
                  </a:cubicBezTo>
                  <a:cubicBezTo>
                    <a:pt x="2338" y="3466"/>
                    <a:pt x="2196" y="3580"/>
                    <a:pt x="2251" y="3765"/>
                  </a:cubicBezTo>
                  <a:cubicBezTo>
                    <a:pt x="2370" y="4360"/>
                    <a:pt x="2679" y="4908"/>
                    <a:pt x="3132" y="5325"/>
                  </a:cubicBezTo>
                  <a:lnTo>
                    <a:pt x="1298" y="5325"/>
                  </a:lnTo>
                  <a:cubicBezTo>
                    <a:pt x="1291" y="5324"/>
                    <a:pt x="1284" y="5324"/>
                    <a:pt x="1276" y="5324"/>
                  </a:cubicBezTo>
                  <a:cubicBezTo>
                    <a:pt x="572" y="5324"/>
                    <a:pt x="1" y="5892"/>
                    <a:pt x="1" y="6610"/>
                  </a:cubicBezTo>
                  <a:lnTo>
                    <a:pt x="1" y="7682"/>
                  </a:lnTo>
                  <a:cubicBezTo>
                    <a:pt x="1" y="7992"/>
                    <a:pt x="108" y="8289"/>
                    <a:pt x="322" y="8527"/>
                  </a:cubicBezTo>
                  <a:cubicBezTo>
                    <a:pt x="132" y="8575"/>
                    <a:pt x="1" y="8742"/>
                    <a:pt x="1" y="8932"/>
                  </a:cubicBezTo>
                  <a:lnTo>
                    <a:pt x="1" y="9242"/>
                  </a:lnTo>
                  <a:cubicBezTo>
                    <a:pt x="1" y="9373"/>
                    <a:pt x="60" y="9492"/>
                    <a:pt x="167" y="9575"/>
                  </a:cubicBezTo>
                  <a:cubicBezTo>
                    <a:pt x="691" y="9980"/>
                    <a:pt x="691" y="10778"/>
                    <a:pt x="167" y="11182"/>
                  </a:cubicBezTo>
                  <a:cubicBezTo>
                    <a:pt x="60" y="11254"/>
                    <a:pt x="1" y="11373"/>
                    <a:pt x="1" y="11504"/>
                  </a:cubicBezTo>
                  <a:lnTo>
                    <a:pt x="1" y="11766"/>
                  </a:lnTo>
                  <a:cubicBezTo>
                    <a:pt x="1" y="12004"/>
                    <a:pt x="191" y="12183"/>
                    <a:pt x="417" y="12183"/>
                  </a:cubicBezTo>
                  <a:lnTo>
                    <a:pt x="14288" y="12183"/>
                  </a:lnTo>
                  <a:cubicBezTo>
                    <a:pt x="15360" y="12183"/>
                    <a:pt x="16026" y="11028"/>
                    <a:pt x="15503" y="10099"/>
                  </a:cubicBezTo>
                  <a:lnTo>
                    <a:pt x="15503" y="10099"/>
                  </a:lnTo>
                  <a:lnTo>
                    <a:pt x="15503" y="10111"/>
                  </a:lnTo>
                  <a:lnTo>
                    <a:pt x="15324" y="9813"/>
                  </a:lnTo>
                  <a:cubicBezTo>
                    <a:pt x="15280" y="9734"/>
                    <a:pt x="15204" y="9688"/>
                    <a:pt x="15119" y="9688"/>
                  </a:cubicBezTo>
                  <a:cubicBezTo>
                    <a:pt x="15089" y="9688"/>
                    <a:pt x="15058" y="9694"/>
                    <a:pt x="15026" y="9706"/>
                  </a:cubicBezTo>
                  <a:cubicBezTo>
                    <a:pt x="14907" y="9754"/>
                    <a:pt x="14848" y="9909"/>
                    <a:pt x="14919" y="10028"/>
                  </a:cubicBezTo>
                  <a:lnTo>
                    <a:pt x="15098" y="10337"/>
                  </a:lnTo>
                  <a:cubicBezTo>
                    <a:pt x="15431" y="10956"/>
                    <a:pt x="14991" y="11718"/>
                    <a:pt x="14288" y="11730"/>
                  </a:cubicBezTo>
                  <a:lnTo>
                    <a:pt x="9561" y="11730"/>
                  </a:lnTo>
                  <a:cubicBezTo>
                    <a:pt x="9561" y="11730"/>
                    <a:pt x="8930" y="11552"/>
                    <a:pt x="8764" y="11254"/>
                  </a:cubicBezTo>
                  <a:cubicBezTo>
                    <a:pt x="8716" y="11194"/>
                    <a:pt x="8692" y="11111"/>
                    <a:pt x="8668" y="11040"/>
                  </a:cubicBezTo>
                  <a:lnTo>
                    <a:pt x="8668" y="11028"/>
                  </a:lnTo>
                  <a:cubicBezTo>
                    <a:pt x="8609" y="10790"/>
                    <a:pt x="8633" y="10540"/>
                    <a:pt x="8764" y="10325"/>
                  </a:cubicBezTo>
                  <a:lnTo>
                    <a:pt x="9597" y="8849"/>
                  </a:lnTo>
                  <a:lnTo>
                    <a:pt x="9776" y="8539"/>
                  </a:lnTo>
                  <a:cubicBezTo>
                    <a:pt x="9942" y="8646"/>
                    <a:pt x="10145" y="8706"/>
                    <a:pt x="10347" y="8706"/>
                  </a:cubicBezTo>
                  <a:cubicBezTo>
                    <a:pt x="10788" y="8706"/>
                    <a:pt x="10835" y="8504"/>
                    <a:pt x="11133" y="8504"/>
                  </a:cubicBezTo>
                  <a:cubicBezTo>
                    <a:pt x="11442" y="8504"/>
                    <a:pt x="11490" y="8706"/>
                    <a:pt x="11931" y="8706"/>
                  </a:cubicBezTo>
                  <a:cubicBezTo>
                    <a:pt x="12371" y="8706"/>
                    <a:pt x="12407" y="8504"/>
                    <a:pt x="12728" y="8504"/>
                  </a:cubicBezTo>
                  <a:cubicBezTo>
                    <a:pt x="13038" y="8504"/>
                    <a:pt x="13074" y="8706"/>
                    <a:pt x="13514" y="8706"/>
                  </a:cubicBezTo>
                  <a:cubicBezTo>
                    <a:pt x="13717" y="8706"/>
                    <a:pt x="13919" y="8646"/>
                    <a:pt x="14086" y="8539"/>
                  </a:cubicBezTo>
                  <a:lnTo>
                    <a:pt x="14395" y="9087"/>
                  </a:lnTo>
                  <a:cubicBezTo>
                    <a:pt x="14445" y="9175"/>
                    <a:pt x="14519" y="9211"/>
                    <a:pt x="14592" y="9211"/>
                  </a:cubicBezTo>
                  <a:cubicBezTo>
                    <a:pt x="14747" y="9211"/>
                    <a:pt x="14897" y="9047"/>
                    <a:pt x="14800" y="8861"/>
                  </a:cubicBezTo>
                  <a:lnTo>
                    <a:pt x="13371" y="6372"/>
                  </a:lnTo>
                  <a:cubicBezTo>
                    <a:pt x="13288" y="6218"/>
                    <a:pt x="13252" y="6063"/>
                    <a:pt x="13264" y="5896"/>
                  </a:cubicBezTo>
                  <a:lnTo>
                    <a:pt x="13264" y="4444"/>
                  </a:lnTo>
                  <a:cubicBezTo>
                    <a:pt x="13526" y="4432"/>
                    <a:pt x="13740" y="4217"/>
                    <a:pt x="13752" y="3943"/>
                  </a:cubicBezTo>
                  <a:lnTo>
                    <a:pt x="13752" y="3491"/>
                  </a:lnTo>
                  <a:cubicBezTo>
                    <a:pt x="13752" y="3205"/>
                    <a:pt x="13240" y="2979"/>
                    <a:pt x="13240" y="2979"/>
                  </a:cubicBezTo>
                  <a:lnTo>
                    <a:pt x="10609" y="2979"/>
                  </a:lnTo>
                  <a:cubicBezTo>
                    <a:pt x="10335" y="2979"/>
                    <a:pt x="10109" y="3193"/>
                    <a:pt x="10109" y="3479"/>
                  </a:cubicBezTo>
                  <a:lnTo>
                    <a:pt x="10109" y="3932"/>
                  </a:lnTo>
                  <a:cubicBezTo>
                    <a:pt x="10109" y="4205"/>
                    <a:pt x="10323" y="4432"/>
                    <a:pt x="10597" y="4432"/>
                  </a:cubicBezTo>
                  <a:lnTo>
                    <a:pt x="10597" y="5301"/>
                  </a:lnTo>
                  <a:lnTo>
                    <a:pt x="7597" y="5301"/>
                  </a:lnTo>
                  <a:cubicBezTo>
                    <a:pt x="8204" y="4753"/>
                    <a:pt x="8537" y="3967"/>
                    <a:pt x="8537" y="3146"/>
                  </a:cubicBezTo>
                  <a:cubicBezTo>
                    <a:pt x="8537" y="2028"/>
                    <a:pt x="7651" y="1227"/>
                    <a:pt x="6687" y="1227"/>
                  </a:cubicBezTo>
                  <a:cubicBezTo>
                    <a:pt x="6357" y="1227"/>
                    <a:pt x="6019" y="1320"/>
                    <a:pt x="5704" y="1527"/>
                  </a:cubicBezTo>
                  <a:cubicBezTo>
                    <a:pt x="5668" y="1550"/>
                    <a:pt x="5632" y="1574"/>
                    <a:pt x="5597" y="1586"/>
                  </a:cubicBezTo>
                  <a:cubicBezTo>
                    <a:pt x="5608" y="1074"/>
                    <a:pt x="5942" y="622"/>
                    <a:pt x="6430" y="455"/>
                  </a:cubicBezTo>
                  <a:cubicBezTo>
                    <a:pt x="6687" y="358"/>
                    <a:pt x="6597" y="1"/>
                    <a:pt x="63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39" name="Google Shape;2739;p57"/>
          <p:cNvGrpSpPr/>
          <p:nvPr/>
        </p:nvGrpSpPr>
        <p:grpSpPr>
          <a:xfrm>
            <a:off x="635975" y="4359225"/>
            <a:ext cx="550400" cy="489125"/>
            <a:chOff x="3695975" y="41175"/>
            <a:chExt cx="550400" cy="489125"/>
          </a:xfrm>
        </p:grpSpPr>
        <p:sp>
          <p:nvSpPr>
            <p:cNvPr id="2740" name="Google Shape;2740;p57"/>
            <p:cNvSpPr/>
            <p:nvPr/>
          </p:nvSpPr>
          <p:spPr>
            <a:xfrm>
              <a:off x="3750750" y="46525"/>
              <a:ext cx="466150" cy="86775"/>
            </a:xfrm>
            <a:custGeom>
              <a:avLst/>
              <a:gdLst/>
              <a:ahLst/>
              <a:cxnLst/>
              <a:rect l="l" t="t" r="r" b="b"/>
              <a:pathLst>
                <a:path w="18646" h="3471" extrusionOk="0">
                  <a:moveTo>
                    <a:pt x="9431" y="377"/>
                  </a:moveTo>
                  <a:cubicBezTo>
                    <a:pt x="9455" y="377"/>
                    <a:pt x="9478" y="393"/>
                    <a:pt x="9478" y="420"/>
                  </a:cubicBezTo>
                  <a:cubicBezTo>
                    <a:pt x="9490" y="527"/>
                    <a:pt x="9478" y="634"/>
                    <a:pt x="9478" y="741"/>
                  </a:cubicBezTo>
                  <a:cubicBezTo>
                    <a:pt x="9466" y="848"/>
                    <a:pt x="9442" y="944"/>
                    <a:pt x="9418" y="1051"/>
                  </a:cubicBezTo>
                  <a:cubicBezTo>
                    <a:pt x="9395" y="1253"/>
                    <a:pt x="9347" y="1467"/>
                    <a:pt x="9287" y="1670"/>
                  </a:cubicBezTo>
                  <a:cubicBezTo>
                    <a:pt x="9274" y="1701"/>
                    <a:pt x="9250" y="1714"/>
                    <a:pt x="9226" y="1714"/>
                  </a:cubicBezTo>
                  <a:cubicBezTo>
                    <a:pt x="9185" y="1714"/>
                    <a:pt x="9140" y="1679"/>
                    <a:pt x="9133" y="1634"/>
                  </a:cubicBezTo>
                  <a:cubicBezTo>
                    <a:pt x="9109" y="1420"/>
                    <a:pt x="9133" y="1205"/>
                    <a:pt x="9180" y="1003"/>
                  </a:cubicBezTo>
                  <a:cubicBezTo>
                    <a:pt x="9192" y="896"/>
                    <a:pt x="9228" y="789"/>
                    <a:pt x="9252" y="694"/>
                  </a:cubicBezTo>
                  <a:cubicBezTo>
                    <a:pt x="9287" y="586"/>
                    <a:pt x="9323" y="491"/>
                    <a:pt x="9383" y="408"/>
                  </a:cubicBezTo>
                  <a:cubicBezTo>
                    <a:pt x="9393" y="387"/>
                    <a:pt x="9413" y="377"/>
                    <a:pt x="9431" y="377"/>
                  </a:cubicBezTo>
                  <a:close/>
                  <a:moveTo>
                    <a:pt x="9317" y="1"/>
                  </a:moveTo>
                  <a:cubicBezTo>
                    <a:pt x="8618" y="1"/>
                    <a:pt x="7912" y="28"/>
                    <a:pt x="7216" y="39"/>
                  </a:cubicBezTo>
                  <a:cubicBezTo>
                    <a:pt x="6358" y="51"/>
                    <a:pt x="5501" y="74"/>
                    <a:pt x="4644" y="98"/>
                  </a:cubicBezTo>
                  <a:cubicBezTo>
                    <a:pt x="3870" y="122"/>
                    <a:pt x="3108" y="158"/>
                    <a:pt x="2334" y="193"/>
                  </a:cubicBezTo>
                  <a:cubicBezTo>
                    <a:pt x="1953" y="205"/>
                    <a:pt x="1584" y="229"/>
                    <a:pt x="1203" y="253"/>
                  </a:cubicBezTo>
                  <a:lnTo>
                    <a:pt x="584" y="289"/>
                  </a:lnTo>
                  <a:lnTo>
                    <a:pt x="310" y="313"/>
                  </a:lnTo>
                  <a:cubicBezTo>
                    <a:pt x="227" y="324"/>
                    <a:pt x="131" y="336"/>
                    <a:pt x="36" y="336"/>
                  </a:cubicBezTo>
                  <a:cubicBezTo>
                    <a:pt x="24" y="336"/>
                    <a:pt x="12" y="348"/>
                    <a:pt x="0" y="348"/>
                  </a:cubicBezTo>
                  <a:lnTo>
                    <a:pt x="0" y="360"/>
                  </a:lnTo>
                  <a:cubicBezTo>
                    <a:pt x="1346" y="658"/>
                    <a:pt x="2667" y="1027"/>
                    <a:pt x="3977" y="1408"/>
                  </a:cubicBezTo>
                  <a:cubicBezTo>
                    <a:pt x="5227" y="1765"/>
                    <a:pt x="6466" y="2134"/>
                    <a:pt x="7704" y="2539"/>
                  </a:cubicBezTo>
                  <a:cubicBezTo>
                    <a:pt x="8073" y="2670"/>
                    <a:pt x="8430" y="2789"/>
                    <a:pt x="8799" y="2920"/>
                  </a:cubicBezTo>
                  <a:cubicBezTo>
                    <a:pt x="8823" y="2860"/>
                    <a:pt x="8835" y="2801"/>
                    <a:pt x="8847" y="2741"/>
                  </a:cubicBezTo>
                  <a:lnTo>
                    <a:pt x="8978" y="2337"/>
                  </a:lnTo>
                  <a:cubicBezTo>
                    <a:pt x="8988" y="2301"/>
                    <a:pt x="9016" y="2285"/>
                    <a:pt x="9044" y="2285"/>
                  </a:cubicBezTo>
                  <a:cubicBezTo>
                    <a:pt x="9082" y="2285"/>
                    <a:pt x="9121" y="2313"/>
                    <a:pt x="9121" y="2360"/>
                  </a:cubicBezTo>
                  <a:cubicBezTo>
                    <a:pt x="9121" y="2432"/>
                    <a:pt x="9109" y="2503"/>
                    <a:pt x="9109" y="2575"/>
                  </a:cubicBezTo>
                  <a:lnTo>
                    <a:pt x="9109" y="2587"/>
                  </a:lnTo>
                  <a:cubicBezTo>
                    <a:pt x="9109" y="2610"/>
                    <a:pt x="9109" y="2634"/>
                    <a:pt x="9097" y="2658"/>
                  </a:cubicBezTo>
                  <a:cubicBezTo>
                    <a:pt x="9085" y="2706"/>
                    <a:pt x="9085" y="2741"/>
                    <a:pt x="9085" y="2789"/>
                  </a:cubicBezTo>
                  <a:cubicBezTo>
                    <a:pt x="9073" y="2860"/>
                    <a:pt x="9061" y="2932"/>
                    <a:pt x="9049" y="3003"/>
                  </a:cubicBezTo>
                  <a:cubicBezTo>
                    <a:pt x="9049" y="3003"/>
                    <a:pt x="9049" y="3003"/>
                    <a:pt x="9049" y="3015"/>
                  </a:cubicBezTo>
                  <a:cubicBezTo>
                    <a:pt x="9204" y="3063"/>
                    <a:pt x="9359" y="3122"/>
                    <a:pt x="9514" y="3182"/>
                  </a:cubicBezTo>
                  <a:cubicBezTo>
                    <a:pt x="9799" y="3301"/>
                    <a:pt x="10109" y="3396"/>
                    <a:pt x="10418" y="3456"/>
                  </a:cubicBezTo>
                  <a:cubicBezTo>
                    <a:pt x="10534" y="3465"/>
                    <a:pt x="10647" y="3471"/>
                    <a:pt x="10760" y="3471"/>
                  </a:cubicBezTo>
                  <a:cubicBezTo>
                    <a:pt x="10939" y="3471"/>
                    <a:pt x="11117" y="3457"/>
                    <a:pt x="11300" y="3420"/>
                  </a:cubicBezTo>
                  <a:cubicBezTo>
                    <a:pt x="13752" y="3122"/>
                    <a:pt x="16205" y="2849"/>
                    <a:pt x="18646" y="2491"/>
                  </a:cubicBezTo>
                  <a:cubicBezTo>
                    <a:pt x="17181" y="2110"/>
                    <a:pt x="15705" y="1729"/>
                    <a:pt x="14240" y="1348"/>
                  </a:cubicBezTo>
                  <a:cubicBezTo>
                    <a:pt x="13466" y="1146"/>
                    <a:pt x="12693" y="944"/>
                    <a:pt x="11919" y="729"/>
                  </a:cubicBezTo>
                  <a:lnTo>
                    <a:pt x="10776" y="396"/>
                  </a:lnTo>
                  <a:cubicBezTo>
                    <a:pt x="10395" y="289"/>
                    <a:pt x="10026" y="134"/>
                    <a:pt x="9656" y="15"/>
                  </a:cubicBezTo>
                  <a:lnTo>
                    <a:pt x="9656" y="3"/>
                  </a:lnTo>
                  <a:cubicBezTo>
                    <a:pt x="9543" y="1"/>
                    <a:pt x="9430" y="1"/>
                    <a:pt x="9317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57"/>
            <p:cNvSpPr/>
            <p:nvPr/>
          </p:nvSpPr>
          <p:spPr>
            <a:xfrm>
              <a:off x="3960300" y="112675"/>
              <a:ext cx="274750" cy="405125"/>
            </a:xfrm>
            <a:custGeom>
              <a:avLst/>
              <a:gdLst/>
              <a:ahLst/>
              <a:cxnLst/>
              <a:rect l="l" t="t" r="r" b="b"/>
              <a:pathLst>
                <a:path w="10990" h="16205" extrusionOk="0">
                  <a:moveTo>
                    <a:pt x="2684" y="11463"/>
                  </a:moveTo>
                  <a:cubicBezTo>
                    <a:pt x="2690" y="11463"/>
                    <a:pt x="2696" y="11464"/>
                    <a:pt x="2703" y="11466"/>
                  </a:cubicBezTo>
                  <a:lnTo>
                    <a:pt x="2941" y="11525"/>
                  </a:lnTo>
                  <a:lnTo>
                    <a:pt x="3060" y="11537"/>
                  </a:lnTo>
                  <a:cubicBezTo>
                    <a:pt x="3108" y="11549"/>
                    <a:pt x="3144" y="11561"/>
                    <a:pt x="3191" y="11585"/>
                  </a:cubicBezTo>
                  <a:cubicBezTo>
                    <a:pt x="3263" y="11597"/>
                    <a:pt x="3346" y="11633"/>
                    <a:pt x="3418" y="11668"/>
                  </a:cubicBezTo>
                  <a:cubicBezTo>
                    <a:pt x="3453" y="11692"/>
                    <a:pt x="3489" y="11716"/>
                    <a:pt x="3537" y="11740"/>
                  </a:cubicBezTo>
                  <a:cubicBezTo>
                    <a:pt x="3560" y="11775"/>
                    <a:pt x="3584" y="11799"/>
                    <a:pt x="3620" y="11835"/>
                  </a:cubicBezTo>
                  <a:cubicBezTo>
                    <a:pt x="3644" y="11894"/>
                    <a:pt x="3608" y="11978"/>
                    <a:pt x="3537" y="11990"/>
                  </a:cubicBezTo>
                  <a:lnTo>
                    <a:pt x="3406" y="11990"/>
                  </a:lnTo>
                  <a:cubicBezTo>
                    <a:pt x="3358" y="11978"/>
                    <a:pt x="3322" y="11966"/>
                    <a:pt x="3275" y="11942"/>
                  </a:cubicBezTo>
                  <a:cubicBezTo>
                    <a:pt x="3203" y="11918"/>
                    <a:pt x="3132" y="11883"/>
                    <a:pt x="3060" y="11859"/>
                  </a:cubicBezTo>
                  <a:cubicBezTo>
                    <a:pt x="3001" y="11823"/>
                    <a:pt x="2929" y="11775"/>
                    <a:pt x="2870" y="11740"/>
                  </a:cubicBezTo>
                  <a:cubicBezTo>
                    <a:pt x="2798" y="11704"/>
                    <a:pt x="2727" y="11668"/>
                    <a:pt x="2656" y="11633"/>
                  </a:cubicBezTo>
                  <a:cubicBezTo>
                    <a:pt x="2567" y="11599"/>
                    <a:pt x="2602" y="11463"/>
                    <a:pt x="2684" y="11463"/>
                  </a:cubicBezTo>
                  <a:close/>
                  <a:moveTo>
                    <a:pt x="4369" y="12144"/>
                  </a:moveTo>
                  <a:cubicBezTo>
                    <a:pt x="4373" y="12144"/>
                    <a:pt x="4378" y="12144"/>
                    <a:pt x="4382" y="12144"/>
                  </a:cubicBezTo>
                  <a:lnTo>
                    <a:pt x="4596" y="12192"/>
                  </a:lnTo>
                  <a:cubicBezTo>
                    <a:pt x="4656" y="12216"/>
                    <a:pt x="4727" y="12228"/>
                    <a:pt x="4799" y="12228"/>
                  </a:cubicBezTo>
                  <a:cubicBezTo>
                    <a:pt x="4882" y="12240"/>
                    <a:pt x="4965" y="12264"/>
                    <a:pt x="5037" y="12299"/>
                  </a:cubicBezTo>
                  <a:cubicBezTo>
                    <a:pt x="5108" y="12323"/>
                    <a:pt x="5180" y="12371"/>
                    <a:pt x="5227" y="12430"/>
                  </a:cubicBezTo>
                  <a:cubicBezTo>
                    <a:pt x="5311" y="12514"/>
                    <a:pt x="5263" y="12656"/>
                    <a:pt x="5144" y="12668"/>
                  </a:cubicBezTo>
                  <a:cubicBezTo>
                    <a:pt x="5123" y="12671"/>
                    <a:pt x="5102" y="12673"/>
                    <a:pt x="5080" y="12673"/>
                  </a:cubicBezTo>
                  <a:cubicBezTo>
                    <a:pt x="5014" y="12673"/>
                    <a:pt x="4945" y="12659"/>
                    <a:pt x="4882" y="12633"/>
                  </a:cubicBezTo>
                  <a:cubicBezTo>
                    <a:pt x="4811" y="12609"/>
                    <a:pt x="4751" y="12585"/>
                    <a:pt x="4692" y="12549"/>
                  </a:cubicBezTo>
                  <a:cubicBezTo>
                    <a:pt x="4632" y="12502"/>
                    <a:pt x="4572" y="12466"/>
                    <a:pt x="4501" y="12430"/>
                  </a:cubicBezTo>
                  <a:lnTo>
                    <a:pt x="4311" y="12347"/>
                  </a:lnTo>
                  <a:cubicBezTo>
                    <a:pt x="4219" y="12290"/>
                    <a:pt x="4260" y="12144"/>
                    <a:pt x="4369" y="12144"/>
                  </a:cubicBezTo>
                  <a:close/>
                  <a:moveTo>
                    <a:pt x="5813" y="12748"/>
                  </a:moveTo>
                  <a:cubicBezTo>
                    <a:pt x="5823" y="12748"/>
                    <a:pt x="5835" y="12749"/>
                    <a:pt x="5846" y="12752"/>
                  </a:cubicBezTo>
                  <a:cubicBezTo>
                    <a:pt x="5966" y="12776"/>
                    <a:pt x="6073" y="12811"/>
                    <a:pt x="6192" y="12847"/>
                  </a:cubicBezTo>
                  <a:cubicBezTo>
                    <a:pt x="6251" y="12859"/>
                    <a:pt x="6299" y="12871"/>
                    <a:pt x="6370" y="12883"/>
                  </a:cubicBezTo>
                  <a:cubicBezTo>
                    <a:pt x="6430" y="12906"/>
                    <a:pt x="6501" y="12930"/>
                    <a:pt x="6573" y="12954"/>
                  </a:cubicBezTo>
                  <a:cubicBezTo>
                    <a:pt x="6608" y="12978"/>
                    <a:pt x="6644" y="13014"/>
                    <a:pt x="6656" y="13061"/>
                  </a:cubicBezTo>
                  <a:cubicBezTo>
                    <a:pt x="6680" y="13109"/>
                    <a:pt x="6668" y="13157"/>
                    <a:pt x="6656" y="13204"/>
                  </a:cubicBezTo>
                  <a:lnTo>
                    <a:pt x="6656" y="13216"/>
                  </a:lnTo>
                  <a:cubicBezTo>
                    <a:pt x="6632" y="13252"/>
                    <a:pt x="6597" y="13287"/>
                    <a:pt x="6549" y="13299"/>
                  </a:cubicBezTo>
                  <a:cubicBezTo>
                    <a:pt x="6529" y="13304"/>
                    <a:pt x="6507" y="13307"/>
                    <a:pt x="6485" y="13307"/>
                  </a:cubicBezTo>
                  <a:cubicBezTo>
                    <a:pt x="6454" y="13307"/>
                    <a:pt x="6422" y="13301"/>
                    <a:pt x="6394" y="13287"/>
                  </a:cubicBezTo>
                  <a:cubicBezTo>
                    <a:pt x="6347" y="13264"/>
                    <a:pt x="6275" y="13252"/>
                    <a:pt x="6227" y="13228"/>
                  </a:cubicBezTo>
                  <a:cubicBezTo>
                    <a:pt x="6180" y="13204"/>
                    <a:pt x="6132" y="13168"/>
                    <a:pt x="6085" y="13145"/>
                  </a:cubicBezTo>
                  <a:cubicBezTo>
                    <a:pt x="5977" y="13097"/>
                    <a:pt x="5870" y="13049"/>
                    <a:pt x="5763" y="13002"/>
                  </a:cubicBezTo>
                  <a:cubicBezTo>
                    <a:pt x="5631" y="12936"/>
                    <a:pt x="5682" y="12748"/>
                    <a:pt x="5813" y="12748"/>
                  </a:cubicBezTo>
                  <a:close/>
                  <a:moveTo>
                    <a:pt x="10954" y="0"/>
                  </a:moveTo>
                  <a:cubicBezTo>
                    <a:pt x="10930" y="72"/>
                    <a:pt x="10871" y="119"/>
                    <a:pt x="10799" y="119"/>
                  </a:cubicBezTo>
                  <a:cubicBezTo>
                    <a:pt x="9311" y="298"/>
                    <a:pt x="7835" y="500"/>
                    <a:pt x="6347" y="715"/>
                  </a:cubicBezTo>
                  <a:lnTo>
                    <a:pt x="4382" y="988"/>
                  </a:lnTo>
                  <a:lnTo>
                    <a:pt x="3394" y="1131"/>
                  </a:lnTo>
                  <a:cubicBezTo>
                    <a:pt x="3096" y="1179"/>
                    <a:pt x="2787" y="1215"/>
                    <a:pt x="2489" y="1238"/>
                  </a:cubicBezTo>
                  <a:lnTo>
                    <a:pt x="2275" y="1238"/>
                  </a:lnTo>
                  <a:cubicBezTo>
                    <a:pt x="2191" y="1750"/>
                    <a:pt x="2084" y="2250"/>
                    <a:pt x="2001" y="2762"/>
                  </a:cubicBezTo>
                  <a:cubicBezTo>
                    <a:pt x="1905" y="3310"/>
                    <a:pt x="1810" y="3858"/>
                    <a:pt x="1739" y="4417"/>
                  </a:cubicBezTo>
                  <a:cubicBezTo>
                    <a:pt x="1477" y="6382"/>
                    <a:pt x="1274" y="8370"/>
                    <a:pt x="977" y="10335"/>
                  </a:cubicBezTo>
                  <a:cubicBezTo>
                    <a:pt x="965" y="10430"/>
                    <a:pt x="953" y="10537"/>
                    <a:pt x="929" y="10632"/>
                  </a:cubicBezTo>
                  <a:cubicBezTo>
                    <a:pt x="1060" y="10668"/>
                    <a:pt x="1179" y="10692"/>
                    <a:pt x="1310" y="10740"/>
                  </a:cubicBezTo>
                  <a:cubicBezTo>
                    <a:pt x="1405" y="10763"/>
                    <a:pt x="1489" y="10799"/>
                    <a:pt x="1572" y="10847"/>
                  </a:cubicBezTo>
                  <a:cubicBezTo>
                    <a:pt x="1667" y="10906"/>
                    <a:pt x="1751" y="10966"/>
                    <a:pt x="1822" y="11025"/>
                  </a:cubicBezTo>
                  <a:cubicBezTo>
                    <a:pt x="1943" y="11116"/>
                    <a:pt x="1860" y="11282"/>
                    <a:pt x="1738" y="11282"/>
                  </a:cubicBezTo>
                  <a:cubicBezTo>
                    <a:pt x="1716" y="11282"/>
                    <a:pt x="1692" y="11276"/>
                    <a:pt x="1667" y="11263"/>
                  </a:cubicBezTo>
                  <a:cubicBezTo>
                    <a:pt x="1584" y="11216"/>
                    <a:pt x="1501" y="11180"/>
                    <a:pt x="1405" y="11144"/>
                  </a:cubicBezTo>
                  <a:cubicBezTo>
                    <a:pt x="1322" y="11097"/>
                    <a:pt x="1263" y="11061"/>
                    <a:pt x="1179" y="11001"/>
                  </a:cubicBezTo>
                  <a:cubicBezTo>
                    <a:pt x="1084" y="10954"/>
                    <a:pt x="989" y="10906"/>
                    <a:pt x="893" y="10859"/>
                  </a:cubicBezTo>
                  <a:cubicBezTo>
                    <a:pt x="632" y="12645"/>
                    <a:pt x="322" y="14430"/>
                    <a:pt x="0" y="16205"/>
                  </a:cubicBezTo>
                  <a:cubicBezTo>
                    <a:pt x="84" y="16193"/>
                    <a:pt x="167" y="16169"/>
                    <a:pt x="251" y="16145"/>
                  </a:cubicBezTo>
                  <a:cubicBezTo>
                    <a:pt x="405" y="16109"/>
                    <a:pt x="572" y="16062"/>
                    <a:pt x="727" y="16026"/>
                  </a:cubicBezTo>
                  <a:cubicBezTo>
                    <a:pt x="3096" y="15383"/>
                    <a:pt x="5454" y="14669"/>
                    <a:pt x="7799" y="13883"/>
                  </a:cubicBezTo>
                  <a:cubicBezTo>
                    <a:pt x="7644" y="13823"/>
                    <a:pt x="7501" y="13752"/>
                    <a:pt x="7370" y="13657"/>
                  </a:cubicBezTo>
                  <a:cubicBezTo>
                    <a:pt x="7218" y="13585"/>
                    <a:pt x="7291" y="13375"/>
                    <a:pt x="7428" y="13375"/>
                  </a:cubicBezTo>
                  <a:cubicBezTo>
                    <a:pt x="7451" y="13375"/>
                    <a:pt x="7476" y="13381"/>
                    <a:pt x="7501" y="13395"/>
                  </a:cubicBezTo>
                  <a:lnTo>
                    <a:pt x="7597" y="13418"/>
                  </a:lnTo>
                  <a:lnTo>
                    <a:pt x="7632" y="13442"/>
                  </a:lnTo>
                  <a:lnTo>
                    <a:pt x="7644" y="13442"/>
                  </a:lnTo>
                  <a:cubicBezTo>
                    <a:pt x="7692" y="13454"/>
                    <a:pt x="7751" y="13466"/>
                    <a:pt x="7811" y="13490"/>
                  </a:cubicBezTo>
                  <a:cubicBezTo>
                    <a:pt x="7930" y="13514"/>
                    <a:pt x="8061" y="13561"/>
                    <a:pt x="8180" y="13597"/>
                  </a:cubicBezTo>
                  <a:cubicBezTo>
                    <a:pt x="8204" y="13609"/>
                    <a:pt x="8216" y="13621"/>
                    <a:pt x="8228" y="13633"/>
                  </a:cubicBezTo>
                  <a:cubicBezTo>
                    <a:pt x="8656" y="11966"/>
                    <a:pt x="9061" y="10287"/>
                    <a:pt x="9406" y="8596"/>
                  </a:cubicBezTo>
                  <a:cubicBezTo>
                    <a:pt x="9716" y="7061"/>
                    <a:pt x="10014" y="5501"/>
                    <a:pt x="10299" y="3953"/>
                  </a:cubicBezTo>
                  <a:cubicBezTo>
                    <a:pt x="10442" y="3179"/>
                    <a:pt x="10573" y="2393"/>
                    <a:pt x="10716" y="1619"/>
                  </a:cubicBezTo>
                  <a:cubicBezTo>
                    <a:pt x="10776" y="1226"/>
                    <a:pt x="10847" y="845"/>
                    <a:pt x="10907" y="453"/>
                  </a:cubicBezTo>
                  <a:cubicBezTo>
                    <a:pt x="10930" y="334"/>
                    <a:pt x="10954" y="226"/>
                    <a:pt x="10966" y="119"/>
                  </a:cubicBezTo>
                  <a:cubicBezTo>
                    <a:pt x="10978" y="83"/>
                    <a:pt x="10990" y="24"/>
                    <a:pt x="10990" y="24"/>
                  </a:cubicBezTo>
                  <a:cubicBezTo>
                    <a:pt x="10978" y="12"/>
                    <a:pt x="10966" y="12"/>
                    <a:pt x="10954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57"/>
            <p:cNvSpPr/>
            <p:nvPr/>
          </p:nvSpPr>
          <p:spPr>
            <a:xfrm>
              <a:off x="3708175" y="59375"/>
              <a:ext cx="304825" cy="456050"/>
            </a:xfrm>
            <a:custGeom>
              <a:avLst/>
              <a:gdLst/>
              <a:ahLst/>
              <a:cxnLst/>
              <a:rect l="l" t="t" r="r" b="b"/>
              <a:pathLst>
                <a:path w="12193" h="18242" extrusionOk="0">
                  <a:moveTo>
                    <a:pt x="10458" y="3841"/>
                  </a:moveTo>
                  <a:cubicBezTo>
                    <a:pt x="10516" y="3841"/>
                    <a:pt x="10574" y="3879"/>
                    <a:pt x="10574" y="3954"/>
                  </a:cubicBezTo>
                  <a:cubicBezTo>
                    <a:pt x="10574" y="4109"/>
                    <a:pt x="10562" y="4263"/>
                    <a:pt x="10538" y="4406"/>
                  </a:cubicBezTo>
                  <a:cubicBezTo>
                    <a:pt x="10514" y="4561"/>
                    <a:pt x="10478" y="4716"/>
                    <a:pt x="10443" y="4859"/>
                  </a:cubicBezTo>
                  <a:cubicBezTo>
                    <a:pt x="10419" y="4930"/>
                    <a:pt x="10359" y="4966"/>
                    <a:pt x="10288" y="4966"/>
                  </a:cubicBezTo>
                  <a:cubicBezTo>
                    <a:pt x="10216" y="4942"/>
                    <a:pt x="10181" y="4882"/>
                    <a:pt x="10181" y="4811"/>
                  </a:cubicBezTo>
                  <a:cubicBezTo>
                    <a:pt x="10216" y="4668"/>
                    <a:pt x="10240" y="4525"/>
                    <a:pt x="10276" y="4382"/>
                  </a:cubicBezTo>
                  <a:cubicBezTo>
                    <a:pt x="10300" y="4240"/>
                    <a:pt x="10324" y="4085"/>
                    <a:pt x="10347" y="3942"/>
                  </a:cubicBezTo>
                  <a:cubicBezTo>
                    <a:pt x="10353" y="3873"/>
                    <a:pt x="10405" y="3841"/>
                    <a:pt x="10458" y="3841"/>
                  </a:cubicBezTo>
                  <a:close/>
                  <a:moveTo>
                    <a:pt x="10047" y="6158"/>
                  </a:moveTo>
                  <a:cubicBezTo>
                    <a:pt x="10105" y="6158"/>
                    <a:pt x="10164" y="6201"/>
                    <a:pt x="10157" y="6276"/>
                  </a:cubicBezTo>
                  <a:cubicBezTo>
                    <a:pt x="10121" y="6466"/>
                    <a:pt x="10085" y="6645"/>
                    <a:pt x="10050" y="6835"/>
                  </a:cubicBezTo>
                  <a:cubicBezTo>
                    <a:pt x="10038" y="6930"/>
                    <a:pt x="10014" y="7014"/>
                    <a:pt x="10002" y="7109"/>
                  </a:cubicBezTo>
                  <a:cubicBezTo>
                    <a:pt x="9978" y="7204"/>
                    <a:pt x="9943" y="7299"/>
                    <a:pt x="9907" y="7395"/>
                  </a:cubicBezTo>
                  <a:cubicBezTo>
                    <a:pt x="9885" y="7443"/>
                    <a:pt x="9844" y="7464"/>
                    <a:pt x="9802" y="7464"/>
                  </a:cubicBezTo>
                  <a:cubicBezTo>
                    <a:pt x="9731" y="7464"/>
                    <a:pt x="9658" y="7402"/>
                    <a:pt x="9681" y="7311"/>
                  </a:cubicBezTo>
                  <a:cubicBezTo>
                    <a:pt x="9740" y="6942"/>
                    <a:pt x="9824" y="6585"/>
                    <a:pt x="9943" y="6240"/>
                  </a:cubicBezTo>
                  <a:cubicBezTo>
                    <a:pt x="9958" y="6183"/>
                    <a:pt x="10003" y="6158"/>
                    <a:pt x="10047" y="6158"/>
                  </a:cubicBezTo>
                  <a:close/>
                  <a:moveTo>
                    <a:pt x="9579" y="8298"/>
                  </a:moveTo>
                  <a:cubicBezTo>
                    <a:pt x="9585" y="8298"/>
                    <a:pt x="9591" y="8298"/>
                    <a:pt x="9597" y="8300"/>
                  </a:cubicBezTo>
                  <a:cubicBezTo>
                    <a:pt x="9669" y="8311"/>
                    <a:pt x="9716" y="8383"/>
                    <a:pt x="9704" y="8442"/>
                  </a:cubicBezTo>
                  <a:lnTo>
                    <a:pt x="9716" y="8442"/>
                  </a:lnTo>
                  <a:cubicBezTo>
                    <a:pt x="9693" y="8573"/>
                    <a:pt x="9669" y="8704"/>
                    <a:pt x="9645" y="8835"/>
                  </a:cubicBezTo>
                  <a:cubicBezTo>
                    <a:pt x="9621" y="8966"/>
                    <a:pt x="9597" y="9085"/>
                    <a:pt x="9562" y="9216"/>
                  </a:cubicBezTo>
                  <a:cubicBezTo>
                    <a:pt x="9551" y="9298"/>
                    <a:pt x="9493" y="9334"/>
                    <a:pt x="9433" y="9334"/>
                  </a:cubicBezTo>
                  <a:cubicBezTo>
                    <a:pt x="9354" y="9334"/>
                    <a:pt x="9272" y="9271"/>
                    <a:pt x="9300" y="9169"/>
                  </a:cubicBezTo>
                  <a:cubicBezTo>
                    <a:pt x="9323" y="9038"/>
                    <a:pt x="9335" y="8907"/>
                    <a:pt x="9371" y="8776"/>
                  </a:cubicBezTo>
                  <a:cubicBezTo>
                    <a:pt x="9395" y="8657"/>
                    <a:pt x="9431" y="8526"/>
                    <a:pt x="9454" y="8407"/>
                  </a:cubicBezTo>
                  <a:cubicBezTo>
                    <a:pt x="9465" y="8343"/>
                    <a:pt x="9524" y="8298"/>
                    <a:pt x="9579" y="8298"/>
                  </a:cubicBezTo>
                  <a:close/>
                  <a:moveTo>
                    <a:pt x="9219" y="10310"/>
                  </a:moveTo>
                  <a:cubicBezTo>
                    <a:pt x="9304" y="10310"/>
                    <a:pt x="9391" y="10376"/>
                    <a:pt x="9371" y="10490"/>
                  </a:cubicBezTo>
                  <a:cubicBezTo>
                    <a:pt x="9323" y="10788"/>
                    <a:pt x="9288" y="11074"/>
                    <a:pt x="9216" y="11359"/>
                  </a:cubicBezTo>
                  <a:cubicBezTo>
                    <a:pt x="9196" y="11456"/>
                    <a:pt x="9123" y="11498"/>
                    <a:pt x="9051" y="11498"/>
                  </a:cubicBezTo>
                  <a:cubicBezTo>
                    <a:pt x="8953" y="11498"/>
                    <a:pt x="8856" y="11423"/>
                    <a:pt x="8883" y="11300"/>
                  </a:cubicBezTo>
                  <a:cubicBezTo>
                    <a:pt x="8931" y="11014"/>
                    <a:pt x="9002" y="10717"/>
                    <a:pt x="9073" y="10431"/>
                  </a:cubicBezTo>
                  <a:cubicBezTo>
                    <a:pt x="9089" y="10348"/>
                    <a:pt x="9153" y="10310"/>
                    <a:pt x="9219" y="10310"/>
                  </a:cubicBezTo>
                  <a:close/>
                  <a:moveTo>
                    <a:pt x="8374" y="11879"/>
                  </a:moveTo>
                  <a:cubicBezTo>
                    <a:pt x="8408" y="11879"/>
                    <a:pt x="8443" y="11890"/>
                    <a:pt x="8478" y="11907"/>
                  </a:cubicBezTo>
                  <a:cubicBezTo>
                    <a:pt x="8502" y="11931"/>
                    <a:pt x="8526" y="11967"/>
                    <a:pt x="8538" y="12002"/>
                  </a:cubicBezTo>
                  <a:cubicBezTo>
                    <a:pt x="8561" y="12098"/>
                    <a:pt x="8490" y="12181"/>
                    <a:pt x="8395" y="12193"/>
                  </a:cubicBezTo>
                  <a:lnTo>
                    <a:pt x="8407" y="12193"/>
                  </a:lnTo>
                  <a:cubicBezTo>
                    <a:pt x="8300" y="12205"/>
                    <a:pt x="8204" y="12217"/>
                    <a:pt x="8109" y="12229"/>
                  </a:cubicBezTo>
                  <a:cubicBezTo>
                    <a:pt x="8050" y="12229"/>
                    <a:pt x="8002" y="12241"/>
                    <a:pt x="7954" y="12241"/>
                  </a:cubicBezTo>
                  <a:lnTo>
                    <a:pt x="7811" y="12264"/>
                  </a:lnTo>
                  <a:cubicBezTo>
                    <a:pt x="7807" y="12265"/>
                    <a:pt x="7804" y="12265"/>
                    <a:pt x="7800" y="12265"/>
                  </a:cubicBezTo>
                  <a:cubicBezTo>
                    <a:pt x="7678" y="12265"/>
                    <a:pt x="7637" y="12084"/>
                    <a:pt x="7764" y="12038"/>
                  </a:cubicBezTo>
                  <a:lnTo>
                    <a:pt x="7907" y="12002"/>
                  </a:lnTo>
                  <a:cubicBezTo>
                    <a:pt x="7954" y="11990"/>
                    <a:pt x="8002" y="11979"/>
                    <a:pt x="8050" y="11967"/>
                  </a:cubicBezTo>
                  <a:cubicBezTo>
                    <a:pt x="8145" y="11931"/>
                    <a:pt x="8240" y="11907"/>
                    <a:pt x="8335" y="11883"/>
                  </a:cubicBezTo>
                  <a:cubicBezTo>
                    <a:pt x="8348" y="11880"/>
                    <a:pt x="8361" y="11879"/>
                    <a:pt x="8374" y="11879"/>
                  </a:cubicBezTo>
                  <a:close/>
                  <a:moveTo>
                    <a:pt x="7025" y="12133"/>
                  </a:moveTo>
                  <a:cubicBezTo>
                    <a:pt x="7159" y="12133"/>
                    <a:pt x="7200" y="12337"/>
                    <a:pt x="7061" y="12371"/>
                  </a:cubicBezTo>
                  <a:lnTo>
                    <a:pt x="6978" y="12407"/>
                  </a:lnTo>
                  <a:cubicBezTo>
                    <a:pt x="6930" y="12419"/>
                    <a:pt x="6895" y="12431"/>
                    <a:pt x="6859" y="12431"/>
                  </a:cubicBezTo>
                  <a:cubicBezTo>
                    <a:pt x="6799" y="12443"/>
                    <a:pt x="6740" y="12455"/>
                    <a:pt x="6680" y="12455"/>
                  </a:cubicBezTo>
                  <a:lnTo>
                    <a:pt x="6502" y="12455"/>
                  </a:lnTo>
                  <a:cubicBezTo>
                    <a:pt x="6442" y="12455"/>
                    <a:pt x="6383" y="12467"/>
                    <a:pt x="6323" y="12467"/>
                  </a:cubicBezTo>
                  <a:cubicBezTo>
                    <a:pt x="6240" y="12467"/>
                    <a:pt x="6204" y="12336"/>
                    <a:pt x="6287" y="12312"/>
                  </a:cubicBezTo>
                  <a:cubicBezTo>
                    <a:pt x="6347" y="12300"/>
                    <a:pt x="6406" y="12276"/>
                    <a:pt x="6466" y="12252"/>
                  </a:cubicBezTo>
                  <a:lnTo>
                    <a:pt x="6633" y="12193"/>
                  </a:lnTo>
                  <a:cubicBezTo>
                    <a:pt x="6692" y="12169"/>
                    <a:pt x="6752" y="12157"/>
                    <a:pt x="6823" y="12145"/>
                  </a:cubicBezTo>
                  <a:cubicBezTo>
                    <a:pt x="6883" y="12133"/>
                    <a:pt x="6942" y="12133"/>
                    <a:pt x="7014" y="12133"/>
                  </a:cubicBezTo>
                  <a:cubicBezTo>
                    <a:pt x="7018" y="12133"/>
                    <a:pt x="7021" y="12133"/>
                    <a:pt x="7025" y="12133"/>
                  </a:cubicBezTo>
                  <a:close/>
                  <a:moveTo>
                    <a:pt x="9269" y="12047"/>
                  </a:moveTo>
                  <a:cubicBezTo>
                    <a:pt x="9275" y="12047"/>
                    <a:pt x="9281" y="12048"/>
                    <a:pt x="9288" y="12050"/>
                  </a:cubicBezTo>
                  <a:lnTo>
                    <a:pt x="9740" y="12181"/>
                  </a:lnTo>
                  <a:cubicBezTo>
                    <a:pt x="9824" y="12205"/>
                    <a:pt x="9895" y="12229"/>
                    <a:pt x="9978" y="12264"/>
                  </a:cubicBezTo>
                  <a:cubicBezTo>
                    <a:pt x="10050" y="12300"/>
                    <a:pt x="10133" y="12348"/>
                    <a:pt x="10193" y="12419"/>
                  </a:cubicBezTo>
                  <a:cubicBezTo>
                    <a:pt x="10228" y="12455"/>
                    <a:pt x="10240" y="12514"/>
                    <a:pt x="10216" y="12562"/>
                  </a:cubicBezTo>
                  <a:cubicBezTo>
                    <a:pt x="10193" y="12610"/>
                    <a:pt x="10133" y="12633"/>
                    <a:pt x="10085" y="12633"/>
                  </a:cubicBezTo>
                  <a:cubicBezTo>
                    <a:pt x="10002" y="12610"/>
                    <a:pt x="9919" y="12586"/>
                    <a:pt x="9835" y="12550"/>
                  </a:cubicBezTo>
                  <a:cubicBezTo>
                    <a:pt x="9776" y="12514"/>
                    <a:pt x="9704" y="12467"/>
                    <a:pt x="9645" y="12431"/>
                  </a:cubicBezTo>
                  <a:cubicBezTo>
                    <a:pt x="9514" y="12348"/>
                    <a:pt x="9383" y="12276"/>
                    <a:pt x="9240" y="12205"/>
                  </a:cubicBezTo>
                  <a:cubicBezTo>
                    <a:pt x="9163" y="12172"/>
                    <a:pt x="9198" y="12047"/>
                    <a:pt x="9269" y="12047"/>
                  </a:cubicBezTo>
                  <a:close/>
                  <a:moveTo>
                    <a:pt x="5287" y="12348"/>
                  </a:moveTo>
                  <a:cubicBezTo>
                    <a:pt x="5347" y="12348"/>
                    <a:pt x="5406" y="12360"/>
                    <a:pt x="5454" y="12383"/>
                  </a:cubicBezTo>
                  <a:cubicBezTo>
                    <a:pt x="5525" y="12419"/>
                    <a:pt x="5537" y="12514"/>
                    <a:pt x="5478" y="12562"/>
                  </a:cubicBezTo>
                  <a:cubicBezTo>
                    <a:pt x="5430" y="12598"/>
                    <a:pt x="5383" y="12622"/>
                    <a:pt x="5335" y="12645"/>
                  </a:cubicBezTo>
                  <a:cubicBezTo>
                    <a:pt x="5275" y="12657"/>
                    <a:pt x="5216" y="12669"/>
                    <a:pt x="5156" y="12669"/>
                  </a:cubicBezTo>
                  <a:cubicBezTo>
                    <a:pt x="5049" y="12681"/>
                    <a:pt x="4954" y="12693"/>
                    <a:pt x="4847" y="12693"/>
                  </a:cubicBezTo>
                  <a:lnTo>
                    <a:pt x="4228" y="12693"/>
                  </a:lnTo>
                  <a:cubicBezTo>
                    <a:pt x="4156" y="12693"/>
                    <a:pt x="4120" y="12586"/>
                    <a:pt x="4204" y="12562"/>
                  </a:cubicBezTo>
                  <a:cubicBezTo>
                    <a:pt x="4394" y="12514"/>
                    <a:pt x="4609" y="12467"/>
                    <a:pt x="4811" y="12419"/>
                  </a:cubicBezTo>
                  <a:cubicBezTo>
                    <a:pt x="4918" y="12395"/>
                    <a:pt x="5025" y="12371"/>
                    <a:pt x="5132" y="12360"/>
                  </a:cubicBezTo>
                  <a:cubicBezTo>
                    <a:pt x="5180" y="12348"/>
                    <a:pt x="5240" y="12348"/>
                    <a:pt x="5287" y="12348"/>
                  </a:cubicBezTo>
                  <a:close/>
                  <a:moveTo>
                    <a:pt x="2909" y="12630"/>
                  </a:moveTo>
                  <a:cubicBezTo>
                    <a:pt x="2982" y="12630"/>
                    <a:pt x="3050" y="12714"/>
                    <a:pt x="3061" y="12788"/>
                  </a:cubicBezTo>
                  <a:cubicBezTo>
                    <a:pt x="3061" y="12872"/>
                    <a:pt x="3001" y="12955"/>
                    <a:pt x="2906" y="12967"/>
                  </a:cubicBezTo>
                  <a:cubicBezTo>
                    <a:pt x="2751" y="12991"/>
                    <a:pt x="2608" y="13003"/>
                    <a:pt x="2454" y="13014"/>
                  </a:cubicBezTo>
                  <a:cubicBezTo>
                    <a:pt x="2299" y="13038"/>
                    <a:pt x="2144" y="13038"/>
                    <a:pt x="2001" y="13038"/>
                  </a:cubicBezTo>
                  <a:cubicBezTo>
                    <a:pt x="1906" y="13038"/>
                    <a:pt x="1882" y="12919"/>
                    <a:pt x="1965" y="12883"/>
                  </a:cubicBezTo>
                  <a:cubicBezTo>
                    <a:pt x="2108" y="12836"/>
                    <a:pt x="2251" y="12788"/>
                    <a:pt x="2406" y="12752"/>
                  </a:cubicBezTo>
                  <a:cubicBezTo>
                    <a:pt x="2561" y="12705"/>
                    <a:pt x="2716" y="12669"/>
                    <a:pt x="2882" y="12633"/>
                  </a:cubicBezTo>
                  <a:cubicBezTo>
                    <a:pt x="2891" y="12631"/>
                    <a:pt x="2900" y="12630"/>
                    <a:pt x="2909" y="12630"/>
                  </a:cubicBezTo>
                  <a:close/>
                  <a:moveTo>
                    <a:pt x="1668" y="1"/>
                  </a:moveTo>
                  <a:cubicBezTo>
                    <a:pt x="1656" y="72"/>
                    <a:pt x="1644" y="156"/>
                    <a:pt x="1632" y="227"/>
                  </a:cubicBezTo>
                  <a:cubicBezTo>
                    <a:pt x="1596" y="406"/>
                    <a:pt x="1573" y="584"/>
                    <a:pt x="1537" y="775"/>
                  </a:cubicBezTo>
                  <a:cubicBezTo>
                    <a:pt x="1465" y="1156"/>
                    <a:pt x="1406" y="1549"/>
                    <a:pt x="1346" y="1930"/>
                  </a:cubicBezTo>
                  <a:cubicBezTo>
                    <a:pt x="1215" y="2680"/>
                    <a:pt x="1096" y="3442"/>
                    <a:pt x="989" y="4192"/>
                  </a:cubicBezTo>
                  <a:cubicBezTo>
                    <a:pt x="763" y="5728"/>
                    <a:pt x="560" y="7276"/>
                    <a:pt x="394" y="8823"/>
                  </a:cubicBezTo>
                  <a:cubicBezTo>
                    <a:pt x="239" y="10240"/>
                    <a:pt x="84" y="11669"/>
                    <a:pt x="1" y="13110"/>
                  </a:cubicBezTo>
                  <a:cubicBezTo>
                    <a:pt x="144" y="13062"/>
                    <a:pt x="299" y="13014"/>
                    <a:pt x="430" y="12979"/>
                  </a:cubicBezTo>
                  <a:cubicBezTo>
                    <a:pt x="560" y="12943"/>
                    <a:pt x="703" y="12931"/>
                    <a:pt x="834" y="12907"/>
                  </a:cubicBezTo>
                  <a:cubicBezTo>
                    <a:pt x="906" y="12895"/>
                    <a:pt x="977" y="12889"/>
                    <a:pt x="1049" y="12889"/>
                  </a:cubicBezTo>
                  <a:cubicBezTo>
                    <a:pt x="1120" y="12889"/>
                    <a:pt x="1192" y="12895"/>
                    <a:pt x="1263" y="12907"/>
                  </a:cubicBezTo>
                  <a:cubicBezTo>
                    <a:pt x="1382" y="12919"/>
                    <a:pt x="1370" y="13074"/>
                    <a:pt x="1275" y="13122"/>
                  </a:cubicBezTo>
                  <a:cubicBezTo>
                    <a:pt x="1156" y="13181"/>
                    <a:pt x="1013" y="13217"/>
                    <a:pt x="882" y="13241"/>
                  </a:cubicBezTo>
                  <a:cubicBezTo>
                    <a:pt x="751" y="13264"/>
                    <a:pt x="620" y="13300"/>
                    <a:pt x="489" y="13312"/>
                  </a:cubicBezTo>
                  <a:cubicBezTo>
                    <a:pt x="322" y="13324"/>
                    <a:pt x="168" y="13348"/>
                    <a:pt x="1" y="13372"/>
                  </a:cubicBezTo>
                  <a:cubicBezTo>
                    <a:pt x="1311" y="13931"/>
                    <a:pt x="2596" y="14586"/>
                    <a:pt x="3870" y="15217"/>
                  </a:cubicBezTo>
                  <a:cubicBezTo>
                    <a:pt x="5037" y="15800"/>
                    <a:pt x="6192" y="16396"/>
                    <a:pt x="7347" y="17003"/>
                  </a:cubicBezTo>
                  <a:cubicBezTo>
                    <a:pt x="7930" y="17313"/>
                    <a:pt x="8514" y="17622"/>
                    <a:pt x="9097" y="17944"/>
                  </a:cubicBezTo>
                  <a:lnTo>
                    <a:pt x="9538" y="18182"/>
                  </a:lnTo>
                  <a:lnTo>
                    <a:pt x="9657" y="18241"/>
                  </a:lnTo>
                  <a:cubicBezTo>
                    <a:pt x="9847" y="17146"/>
                    <a:pt x="10038" y="16051"/>
                    <a:pt x="10228" y="14967"/>
                  </a:cubicBezTo>
                  <a:cubicBezTo>
                    <a:pt x="10574" y="13003"/>
                    <a:pt x="10871" y="11038"/>
                    <a:pt x="11133" y="9062"/>
                  </a:cubicBezTo>
                  <a:cubicBezTo>
                    <a:pt x="11264" y="8073"/>
                    <a:pt x="11383" y="7085"/>
                    <a:pt x="11562" y="6109"/>
                  </a:cubicBezTo>
                  <a:cubicBezTo>
                    <a:pt x="11717" y="5180"/>
                    <a:pt x="11871" y="4240"/>
                    <a:pt x="12193" y="3347"/>
                  </a:cubicBezTo>
                  <a:cubicBezTo>
                    <a:pt x="11705" y="3275"/>
                    <a:pt x="11228" y="3073"/>
                    <a:pt x="10764" y="2894"/>
                  </a:cubicBezTo>
                  <a:cubicBezTo>
                    <a:pt x="10145" y="2668"/>
                    <a:pt x="9538" y="2442"/>
                    <a:pt x="8919" y="2227"/>
                  </a:cubicBezTo>
                  <a:cubicBezTo>
                    <a:pt x="7680" y="1811"/>
                    <a:pt x="6430" y="1418"/>
                    <a:pt x="5180" y="1049"/>
                  </a:cubicBezTo>
                  <a:cubicBezTo>
                    <a:pt x="4013" y="703"/>
                    <a:pt x="2835" y="370"/>
                    <a:pt x="1668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57"/>
            <p:cNvSpPr/>
            <p:nvPr/>
          </p:nvSpPr>
          <p:spPr>
            <a:xfrm>
              <a:off x="4101000" y="431400"/>
              <a:ext cx="26300" cy="14125"/>
            </a:xfrm>
            <a:custGeom>
              <a:avLst/>
              <a:gdLst/>
              <a:ahLst/>
              <a:cxnLst/>
              <a:rect l="l" t="t" r="r" b="b"/>
              <a:pathLst>
                <a:path w="1052" h="565" extrusionOk="0">
                  <a:moveTo>
                    <a:pt x="194" y="1"/>
                  </a:moveTo>
                  <a:cubicBezTo>
                    <a:pt x="56" y="1"/>
                    <a:pt x="0" y="185"/>
                    <a:pt x="135" y="253"/>
                  </a:cubicBezTo>
                  <a:cubicBezTo>
                    <a:pt x="242" y="300"/>
                    <a:pt x="349" y="348"/>
                    <a:pt x="457" y="408"/>
                  </a:cubicBezTo>
                  <a:cubicBezTo>
                    <a:pt x="504" y="431"/>
                    <a:pt x="552" y="455"/>
                    <a:pt x="599" y="479"/>
                  </a:cubicBezTo>
                  <a:cubicBezTo>
                    <a:pt x="659" y="503"/>
                    <a:pt x="719" y="527"/>
                    <a:pt x="766" y="550"/>
                  </a:cubicBezTo>
                  <a:cubicBezTo>
                    <a:pt x="794" y="557"/>
                    <a:pt x="825" y="564"/>
                    <a:pt x="856" y="564"/>
                  </a:cubicBezTo>
                  <a:cubicBezTo>
                    <a:pt x="879" y="564"/>
                    <a:pt x="901" y="560"/>
                    <a:pt x="921" y="550"/>
                  </a:cubicBezTo>
                  <a:cubicBezTo>
                    <a:pt x="969" y="538"/>
                    <a:pt x="1004" y="503"/>
                    <a:pt x="1028" y="467"/>
                  </a:cubicBezTo>
                  <a:cubicBezTo>
                    <a:pt x="1052" y="419"/>
                    <a:pt x="1052" y="360"/>
                    <a:pt x="1040" y="312"/>
                  </a:cubicBezTo>
                  <a:cubicBezTo>
                    <a:pt x="1016" y="277"/>
                    <a:pt x="980" y="229"/>
                    <a:pt x="945" y="217"/>
                  </a:cubicBezTo>
                  <a:cubicBezTo>
                    <a:pt x="873" y="193"/>
                    <a:pt x="790" y="157"/>
                    <a:pt x="742" y="146"/>
                  </a:cubicBezTo>
                  <a:cubicBezTo>
                    <a:pt x="683" y="122"/>
                    <a:pt x="623" y="110"/>
                    <a:pt x="564" y="98"/>
                  </a:cubicBezTo>
                  <a:cubicBezTo>
                    <a:pt x="445" y="74"/>
                    <a:pt x="338" y="38"/>
                    <a:pt x="218" y="3"/>
                  </a:cubicBezTo>
                  <a:cubicBezTo>
                    <a:pt x="210" y="1"/>
                    <a:pt x="202" y="1"/>
                    <a:pt x="1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57"/>
            <p:cNvSpPr/>
            <p:nvPr/>
          </p:nvSpPr>
          <p:spPr>
            <a:xfrm>
              <a:off x="4065750" y="416250"/>
              <a:ext cx="27325" cy="13250"/>
            </a:xfrm>
            <a:custGeom>
              <a:avLst/>
              <a:gdLst/>
              <a:ahLst/>
              <a:cxnLst/>
              <a:rect l="l" t="t" r="r" b="b"/>
              <a:pathLst>
                <a:path w="1093" h="530" extrusionOk="0">
                  <a:moveTo>
                    <a:pt x="151" y="1"/>
                  </a:moveTo>
                  <a:cubicBezTo>
                    <a:pt x="42" y="1"/>
                    <a:pt x="1" y="147"/>
                    <a:pt x="93" y="204"/>
                  </a:cubicBezTo>
                  <a:lnTo>
                    <a:pt x="283" y="299"/>
                  </a:lnTo>
                  <a:cubicBezTo>
                    <a:pt x="354" y="323"/>
                    <a:pt x="414" y="359"/>
                    <a:pt x="474" y="406"/>
                  </a:cubicBezTo>
                  <a:cubicBezTo>
                    <a:pt x="533" y="442"/>
                    <a:pt x="593" y="466"/>
                    <a:pt x="664" y="490"/>
                  </a:cubicBezTo>
                  <a:cubicBezTo>
                    <a:pt x="727" y="516"/>
                    <a:pt x="796" y="530"/>
                    <a:pt x="862" y="530"/>
                  </a:cubicBezTo>
                  <a:cubicBezTo>
                    <a:pt x="884" y="530"/>
                    <a:pt x="905" y="528"/>
                    <a:pt x="926" y="525"/>
                  </a:cubicBezTo>
                  <a:cubicBezTo>
                    <a:pt x="1045" y="513"/>
                    <a:pt x="1093" y="371"/>
                    <a:pt x="1009" y="287"/>
                  </a:cubicBezTo>
                  <a:cubicBezTo>
                    <a:pt x="962" y="228"/>
                    <a:pt x="890" y="180"/>
                    <a:pt x="819" y="156"/>
                  </a:cubicBezTo>
                  <a:cubicBezTo>
                    <a:pt x="747" y="121"/>
                    <a:pt x="664" y="97"/>
                    <a:pt x="581" y="85"/>
                  </a:cubicBezTo>
                  <a:cubicBezTo>
                    <a:pt x="509" y="85"/>
                    <a:pt x="438" y="73"/>
                    <a:pt x="378" y="61"/>
                  </a:cubicBezTo>
                  <a:lnTo>
                    <a:pt x="164" y="1"/>
                  </a:lnTo>
                  <a:cubicBezTo>
                    <a:pt x="160" y="1"/>
                    <a:pt x="155" y="1"/>
                    <a:pt x="1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57"/>
            <p:cNvSpPr/>
            <p:nvPr/>
          </p:nvSpPr>
          <p:spPr>
            <a:xfrm>
              <a:off x="4024475" y="399250"/>
              <a:ext cx="26925" cy="12875"/>
            </a:xfrm>
            <a:custGeom>
              <a:avLst/>
              <a:gdLst/>
              <a:ahLst/>
              <a:cxnLst/>
              <a:rect l="l" t="t" r="r" b="b"/>
              <a:pathLst>
                <a:path w="1077" h="515" extrusionOk="0">
                  <a:moveTo>
                    <a:pt x="115" y="0"/>
                  </a:moveTo>
                  <a:cubicBezTo>
                    <a:pt x="35" y="0"/>
                    <a:pt x="1" y="125"/>
                    <a:pt x="89" y="158"/>
                  </a:cubicBezTo>
                  <a:cubicBezTo>
                    <a:pt x="148" y="193"/>
                    <a:pt x="231" y="241"/>
                    <a:pt x="303" y="277"/>
                  </a:cubicBezTo>
                  <a:cubicBezTo>
                    <a:pt x="362" y="300"/>
                    <a:pt x="434" y="348"/>
                    <a:pt x="493" y="384"/>
                  </a:cubicBezTo>
                  <a:cubicBezTo>
                    <a:pt x="565" y="408"/>
                    <a:pt x="636" y="443"/>
                    <a:pt x="708" y="479"/>
                  </a:cubicBezTo>
                  <a:cubicBezTo>
                    <a:pt x="755" y="491"/>
                    <a:pt x="791" y="503"/>
                    <a:pt x="839" y="515"/>
                  </a:cubicBezTo>
                  <a:lnTo>
                    <a:pt x="970" y="515"/>
                  </a:lnTo>
                  <a:cubicBezTo>
                    <a:pt x="1041" y="503"/>
                    <a:pt x="1077" y="431"/>
                    <a:pt x="1041" y="372"/>
                  </a:cubicBezTo>
                  <a:cubicBezTo>
                    <a:pt x="1017" y="336"/>
                    <a:pt x="993" y="300"/>
                    <a:pt x="958" y="277"/>
                  </a:cubicBezTo>
                  <a:cubicBezTo>
                    <a:pt x="922" y="241"/>
                    <a:pt x="886" y="217"/>
                    <a:pt x="839" y="193"/>
                  </a:cubicBezTo>
                  <a:cubicBezTo>
                    <a:pt x="779" y="158"/>
                    <a:pt x="696" y="134"/>
                    <a:pt x="624" y="110"/>
                  </a:cubicBezTo>
                  <a:cubicBezTo>
                    <a:pt x="577" y="98"/>
                    <a:pt x="541" y="86"/>
                    <a:pt x="493" y="74"/>
                  </a:cubicBezTo>
                  <a:lnTo>
                    <a:pt x="374" y="50"/>
                  </a:lnTo>
                  <a:lnTo>
                    <a:pt x="136" y="3"/>
                  </a:lnTo>
                  <a:cubicBezTo>
                    <a:pt x="129" y="1"/>
                    <a:pt x="122" y="0"/>
                    <a:pt x="1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57"/>
            <p:cNvSpPr/>
            <p:nvPr/>
          </p:nvSpPr>
          <p:spPr>
            <a:xfrm>
              <a:off x="3978450" y="55950"/>
              <a:ext cx="9550" cy="33425"/>
            </a:xfrm>
            <a:custGeom>
              <a:avLst/>
              <a:gdLst/>
              <a:ahLst/>
              <a:cxnLst/>
              <a:rect l="l" t="t" r="r" b="b"/>
              <a:pathLst>
                <a:path w="382" h="1337" extrusionOk="0">
                  <a:moveTo>
                    <a:pt x="323" y="0"/>
                  </a:moveTo>
                  <a:cubicBezTo>
                    <a:pt x="305" y="0"/>
                    <a:pt x="285" y="10"/>
                    <a:pt x="275" y="31"/>
                  </a:cubicBezTo>
                  <a:cubicBezTo>
                    <a:pt x="215" y="114"/>
                    <a:pt x="179" y="209"/>
                    <a:pt x="144" y="317"/>
                  </a:cubicBezTo>
                  <a:cubicBezTo>
                    <a:pt x="120" y="412"/>
                    <a:pt x="84" y="519"/>
                    <a:pt x="72" y="626"/>
                  </a:cubicBezTo>
                  <a:cubicBezTo>
                    <a:pt x="25" y="828"/>
                    <a:pt x="1" y="1043"/>
                    <a:pt x="25" y="1257"/>
                  </a:cubicBezTo>
                  <a:cubicBezTo>
                    <a:pt x="32" y="1302"/>
                    <a:pt x="77" y="1337"/>
                    <a:pt x="118" y="1337"/>
                  </a:cubicBezTo>
                  <a:cubicBezTo>
                    <a:pt x="142" y="1337"/>
                    <a:pt x="166" y="1324"/>
                    <a:pt x="179" y="1293"/>
                  </a:cubicBezTo>
                  <a:cubicBezTo>
                    <a:pt x="251" y="1090"/>
                    <a:pt x="287" y="876"/>
                    <a:pt x="322" y="674"/>
                  </a:cubicBezTo>
                  <a:cubicBezTo>
                    <a:pt x="334" y="567"/>
                    <a:pt x="358" y="471"/>
                    <a:pt x="370" y="364"/>
                  </a:cubicBezTo>
                  <a:cubicBezTo>
                    <a:pt x="370" y="257"/>
                    <a:pt x="382" y="150"/>
                    <a:pt x="370" y="43"/>
                  </a:cubicBezTo>
                  <a:cubicBezTo>
                    <a:pt x="370" y="16"/>
                    <a:pt x="347" y="0"/>
                    <a:pt x="3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57"/>
            <p:cNvSpPr/>
            <p:nvPr/>
          </p:nvSpPr>
          <p:spPr>
            <a:xfrm>
              <a:off x="3962675" y="155675"/>
              <a:ext cx="10150" cy="27900"/>
            </a:xfrm>
            <a:custGeom>
              <a:avLst/>
              <a:gdLst/>
              <a:ahLst/>
              <a:cxnLst/>
              <a:rect l="l" t="t" r="r" b="b"/>
              <a:pathLst>
                <a:path w="406" h="1116" extrusionOk="0">
                  <a:moveTo>
                    <a:pt x="406" y="102"/>
                  </a:moveTo>
                  <a:cubicBezTo>
                    <a:pt x="406" y="105"/>
                    <a:pt x="406" y="108"/>
                    <a:pt x="406" y="111"/>
                  </a:cubicBezTo>
                  <a:lnTo>
                    <a:pt x="406" y="111"/>
                  </a:lnTo>
                  <a:cubicBezTo>
                    <a:pt x="406" y="112"/>
                    <a:pt x="406" y="113"/>
                    <a:pt x="406" y="114"/>
                  </a:cubicBezTo>
                  <a:lnTo>
                    <a:pt x="406" y="102"/>
                  </a:lnTo>
                  <a:close/>
                  <a:moveTo>
                    <a:pt x="288" y="0"/>
                  </a:moveTo>
                  <a:cubicBezTo>
                    <a:pt x="234" y="0"/>
                    <a:pt x="179" y="33"/>
                    <a:pt x="167" y="102"/>
                  </a:cubicBezTo>
                  <a:cubicBezTo>
                    <a:pt x="156" y="233"/>
                    <a:pt x="132" y="388"/>
                    <a:pt x="108" y="530"/>
                  </a:cubicBezTo>
                  <a:cubicBezTo>
                    <a:pt x="72" y="685"/>
                    <a:pt x="48" y="816"/>
                    <a:pt x="13" y="971"/>
                  </a:cubicBezTo>
                  <a:cubicBezTo>
                    <a:pt x="1" y="1042"/>
                    <a:pt x="48" y="1102"/>
                    <a:pt x="120" y="1114"/>
                  </a:cubicBezTo>
                  <a:cubicBezTo>
                    <a:pt x="127" y="1115"/>
                    <a:pt x="135" y="1116"/>
                    <a:pt x="142" y="1116"/>
                  </a:cubicBezTo>
                  <a:cubicBezTo>
                    <a:pt x="203" y="1116"/>
                    <a:pt x="252" y="1072"/>
                    <a:pt x="263" y="1019"/>
                  </a:cubicBezTo>
                  <a:cubicBezTo>
                    <a:pt x="310" y="864"/>
                    <a:pt x="346" y="721"/>
                    <a:pt x="358" y="566"/>
                  </a:cubicBezTo>
                  <a:cubicBezTo>
                    <a:pt x="381" y="415"/>
                    <a:pt x="405" y="252"/>
                    <a:pt x="406" y="111"/>
                  </a:cubicBezTo>
                  <a:lnTo>
                    <a:pt x="406" y="111"/>
                  </a:lnTo>
                  <a:cubicBezTo>
                    <a:pt x="404" y="38"/>
                    <a:pt x="347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57"/>
            <p:cNvSpPr/>
            <p:nvPr/>
          </p:nvSpPr>
          <p:spPr>
            <a:xfrm>
              <a:off x="3949625" y="213225"/>
              <a:ext cx="12650" cy="32675"/>
            </a:xfrm>
            <a:custGeom>
              <a:avLst/>
              <a:gdLst/>
              <a:ahLst/>
              <a:cxnLst/>
              <a:rect l="l" t="t" r="r" b="b"/>
              <a:pathLst>
                <a:path w="506" h="1307" extrusionOk="0">
                  <a:moveTo>
                    <a:pt x="387" y="0"/>
                  </a:moveTo>
                  <a:cubicBezTo>
                    <a:pt x="343" y="0"/>
                    <a:pt x="300" y="23"/>
                    <a:pt x="285" y="74"/>
                  </a:cubicBezTo>
                  <a:cubicBezTo>
                    <a:pt x="166" y="431"/>
                    <a:pt x="82" y="788"/>
                    <a:pt x="23" y="1157"/>
                  </a:cubicBezTo>
                  <a:cubicBezTo>
                    <a:pt x="1" y="1246"/>
                    <a:pt x="69" y="1307"/>
                    <a:pt x="139" y="1307"/>
                  </a:cubicBezTo>
                  <a:cubicBezTo>
                    <a:pt x="183" y="1307"/>
                    <a:pt x="226" y="1283"/>
                    <a:pt x="249" y="1229"/>
                  </a:cubicBezTo>
                  <a:cubicBezTo>
                    <a:pt x="285" y="1134"/>
                    <a:pt x="320" y="1038"/>
                    <a:pt x="344" y="943"/>
                  </a:cubicBezTo>
                  <a:cubicBezTo>
                    <a:pt x="356" y="860"/>
                    <a:pt x="380" y="764"/>
                    <a:pt x="392" y="669"/>
                  </a:cubicBezTo>
                  <a:cubicBezTo>
                    <a:pt x="427" y="491"/>
                    <a:pt x="463" y="300"/>
                    <a:pt x="499" y="110"/>
                  </a:cubicBezTo>
                  <a:cubicBezTo>
                    <a:pt x="506" y="41"/>
                    <a:pt x="446" y="0"/>
                    <a:pt x="3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57"/>
            <p:cNvSpPr/>
            <p:nvPr/>
          </p:nvSpPr>
          <p:spPr>
            <a:xfrm>
              <a:off x="3939975" y="266800"/>
              <a:ext cx="11425" cy="25900"/>
            </a:xfrm>
            <a:custGeom>
              <a:avLst/>
              <a:gdLst/>
              <a:ahLst/>
              <a:cxnLst/>
              <a:rect l="l" t="t" r="r" b="b"/>
              <a:pathLst>
                <a:path w="457" h="1036" extrusionOk="0">
                  <a:moveTo>
                    <a:pt x="306" y="1"/>
                  </a:moveTo>
                  <a:cubicBezTo>
                    <a:pt x="252" y="1"/>
                    <a:pt x="193" y="44"/>
                    <a:pt x="182" y="98"/>
                  </a:cubicBezTo>
                  <a:cubicBezTo>
                    <a:pt x="159" y="229"/>
                    <a:pt x="123" y="348"/>
                    <a:pt x="99" y="479"/>
                  </a:cubicBezTo>
                  <a:cubicBezTo>
                    <a:pt x="75" y="610"/>
                    <a:pt x="51" y="729"/>
                    <a:pt x="28" y="860"/>
                  </a:cubicBezTo>
                  <a:cubicBezTo>
                    <a:pt x="0" y="970"/>
                    <a:pt x="83" y="1036"/>
                    <a:pt x="164" y="1036"/>
                  </a:cubicBezTo>
                  <a:cubicBezTo>
                    <a:pt x="222" y="1036"/>
                    <a:pt x="280" y="1000"/>
                    <a:pt x="290" y="919"/>
                  </a:cubicBezTo>
                  <a:cubicBezTo>
                    <a:pt x="325" y="788"/>
                    <a:pt x="349" y="657"/>
                    <a:pt x="373" y="538"/>
                  </a:cubicBezTo>
                  <a:cubicBezTo>
                    <a:pt x="397" y="407"/>
                    <a:pt x="421" y="276"/>
                    <a:pt x="444" y="145"/>
                  </a:cubicBezTo>
                  <a:cubicBezTo>
                    <a:pt x="456" y="74"/>
                    <a:pt x="409" y="3"/>
                    <a:pt x="325" y="3"/>
                  </a:cubicBezTo>
                  <a:cubicBezTo>
                    <a:pt x="319" y="1"/>
                    <a:pt x="313" y="1"/>
                    <a:pt x="3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57"/>
            <p:cNvSpPr/>
            <p:nvPr/>
          </p:nvSpPr>
          <p:spPr>
            <a:xfrm>
              <a:off x="3937250" y="360550"/>
              <a:ext cx="26950" cy="14725"/>
            </a:xfrm>
            <a:custGeom>
              <a:avLst/>
              <a:gdLst/>
              <a:ahLst/>
              <a:cxnLst/>
              <a:rect l="l" t="t" r="r" b="b"/>
              <a:pathLst>
                <a:path w="1078" h="589" extrusionOk="0">
                  <a:moveTo>
                    <a:pt x="106" y="0"/>
                  </a:moveTo>
                  <a:cubicBezTo>
                    <a:pt x="35" y="0"/>
                    <a:pt x="0" y="125"/>
                    <a:pt x="77" y="158"/>
                  </a:cubicBezTo>
                  <a:cubicBezTo>
                    <a:pt x="208" y="229"/>
                    <a:pt x="351" y="301"/>
                    <a:pt x="482" y="384"/>
                  </a:cubicBezTo>
                  <a:cubicBezTo>
                    <a:pt x="541" y="432"/>
                    <a:pt x="613" y="467"/>
                    <a:pt x="672" y="503"/>
                  </a:cubicBezTo>
                  <a:cubicBezTo>
                    <a:pt x="756" y="539"/>
                    <a:pt x="839" y="575"/>
                    <a:pt x="922" y="586"/>
                  </a:cubicBezTo>
                  <a:cubicBezTo>
                    <a:pt x="929" y="588"/>
                    <a:pt x="935" y="589"/>
                    <a:pt x="942" y="589"/>
                  </a:cubicBezTo>
                  <a:cubicBezTo>
                    <a:pt x="985" y="589"/>
                    <a:pt x="1033" y="556"/>
                    <a:pt x="1053" y="515"/>
                  </a:cubicBezTo>
                  <a:cubicBezTo>
                    <a:pt x="1077" y="467"/>
                    <a:pt x="1065" y="408"/>
                    <a:pt x="1018" y="372"/>
                  </a:cubicBezTo>
                  <a:cubicBezTo>
                    <a:pt x="958" y="301"/>
                    <a:pt x="887" y="253"/>
                    <a:pt x="815" y="217"/>
                  </a:cubicBezTo>
                  <a:cubicBezTo>
                    <a:pt x="732" y="194"/>
                    <a:pt x="649" y="158"/>
                    <a:pt x="577" y="134"/>
                  </a:cubicBezTo>
                  <a:lnTo>
                    <a:pt x="125" y="3"/>
                  </a:lnTo>
                  <a:cubicBezTo>
                    <a:pt x="118" y="1"/>
                    <a:pt x="112" y="0"/>
                    <a:pt x="1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57"/>
            <p:cNvSpPr/>
            <p:nvPr/>
          </p:nvSpPr>
          <p:spPr>
            <a:xfrm>
              <a:off x="3930025" y="317125"/>
              <a:ext cx="13250" cy="29725"/>
            </a:xfrm>
            <a:custGeom>
              <a:avLst/>
              <a:gdLst/>
              <a:ahLst/>
              <a:cxnLst/>
              <a:rect l="l" t="t" r="r" b="b"/>
              <a:pathLst>
                <a:path w="530" h="1189" extrusionOk="0">
                  <a:moveTo>
                    <a:pt x="357" y="0"/>
                  </a:moveTo>
                  <a:cubicBezTo>
                    <a:pt x="291" y="0"/>
                    <a:pt x="227" y="38"/>
                    <a:pt x="211" y="121"/>
                  </a:cubicBezTo>
                  <a:cubicBezTo>
                    <a:pt x="140" y="407"/>
                    <a:pt x="68" y="692"/>
                    <a:pt x="21" y="990"/>
                  </a:cubicBezTo>
                  <a:cubicBezTo>
                    <a:pt x="0" y="1113"/>
                    <a:pt x="101" y="1188"/>
                    <a:pt x="197" y="1188"/>
                  </a:cubicBezTo>
                  <a:cubicBezTo>
                    <a:pt x="269" y="1188"/>
                    <a:pt x="339" y="1146"/>
                    <a:pt x="354" y="1049"/>
                  </a:cubicBezTo>
                  <a:cubicBezTo>
                    <a:pt x="414" y="764"/>
                    <a:pt x="449" y="478"/>
                    <a:pt x="509" y="180"/>
                  </a:cubicBezTo>
                  <a:cubicBezTo>
                    <a:pt x="529" y="66"/>
                    <a:pt x="442" y="0"/>
                    <a:pt x="3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57"/>
            <p:cNvSpPr/>
            <p:nvPr/>
          </p:nvSpPr>
          <p:spPr>
            <a:xfrm>
              <a:off x="3899075" y="356325"/>
              <a:ext cx="23150" cy="9675"/>
            </a:xfrm>
            <a:custGeom>
              <a:avLst/>
              <a:gdLst/>
              <a:ahLst/>
              <a:cxnLst/>
              <a:rect l="l" t="t" r="r" b="b"/>
              <a:pathLst>
                <a:path w="926" h="387" extrusionOk="0">
                  <a:moveTo>
                    <a:pt x="737" y="1"/>
                  </a:moveTo>
                  <a:cubicBezTo>
                    <a:pt x="725" y="1"/>
                    <a:pt x="712" y="2"/>
                    <a:pt x="699" y="5"/>
                  </a:cubicBezTo>
                  <a:cubicBezTo>
                    <a:pt x="604" y="29"/>
                    <a:pt x="497" y="53"/>
                    <a:pt x="414" y="89"/>
                  </a:cubicBezTo>
                  <a:cubicBezTo>
                    <a:pt x="366" y="101"/>
                    <a:pt x="318" y="112"/>
                    <a:pt x="271" y="124"/>
                  </a:cubicBezTo>
                  <a:lnTo>
                    <a:pt x="128" y="160"/>
                  </a:lnTo>
                  <a:cubicBezTo>
                    <a:pt x="1" y="206"/>
                    <a:pt x="30" y="387"/>
                    <a:pt x="163" y="387"/>
                  </a:cubicBezTo>
                  <a:cubicBezTo>
                    <a:pt x="167" y="387"/>
                    <a:pt x="171" y="387"/>
                    <a:pt x="175" y="386"/>
                  </a:cubicBezTo>
                  <a:lnTo>
                    <a:pt x="318" y="363"/>
                  </a:lnTo>
                  <a:cubicBezTo>
                    <a:pt x="378" y="351"/>
                    <a:pt x="425" y="351"/>
                    <a:pt x="473" y="351"/>
                  </a:cubicBezTo>
                  <a:cubicBezTo>
                    <a:pt x="568" y="351"/>
                    <a:pt x="675" y="327"/>
                    <a:pt x="771" y="315"/>
                  </a:cubicBezTo>
                  <a:cubicBezTo>
                    <a:pt x="866" y="303"/>
                    <a:pt x="925" y="220"/>
                    <a:pt x="902" y="124"/>
                  </a:cubicBezTo>
                  <a:cubicBezTo>
                    <a:pt x="890" y="89"/>
                    <a:pt x="866" y="53"/>
                    <a:pt x="830" y="29"/>
                  </a:cubicBezTo>
                  <a:cubicBezTo>
                    <a:pt x="804" y="12"/>
                    <a:pt x="772" y="1"/>
                    <a:pt x="7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57"/>
            <p:cNvSpPr/>
            <p:nvPr/>
          </p:nvSpPr>
          <p:spPr>
            <a:xfrm>
              <a:off x="3863650" y="362650"/>
              <a:ext cx="24725" cy="8125"/>
            </a:xfrm>
            <a:custGeom>
              <a:avLst/>
              <a:gdLst/>
              <a:ahLst/>
              <a:cxnLst/>
              <a:rect l="l" t="t" r="r" b="b"/>
              <a:pathLst>
                <a:path w="989" h="325" extrusionOk="0">
                  <a:moveTo>
                    <a:pt x="818" y="1"/>
                  </a:moveTo>
                  <a:cubicBezTo>
                    <a:pt x="811" y="1"/>
                    <a:pt x="803" y="1"/>
                    <a:pt x="795" y="2"/>
                  </a:cubicBezTo>
                  <a:cubicBezTo>
                    <a:pt x="735" y="2"/>
                    <a:pt x="676" y="2"/>
                    <a:pt x="616" y="14"/>
                  </a:cubicBezTo>
                  <a:cubicBezTo>
                    <a:pt x="545" y="26"/>
                    <a:pt x="485" y="38"/>
                    <a:pt x="414" y="62"/>
                  </a:cubicBezTo>
                  <a:lnTo>
                    <a:pt x="259" y="121"/>
                  </a:lnTo>
                  <a:cubicBezTo>
                    <a:pt x="199" y="145"/>
                    <a:pt x="140" y="157"/>
                    <a:pt x="80" y="181"/>
                  </a:cubicBezTo>
                  <a:cubicBezTo>
                    <a:pt x="1" y="204"/>
                    <a:pt x="19" y="325"/>
                    <a:pt x="104" y="325"/>
                  </a:cubicBezTo>
                  <a:cubicBezTo>
                    <a:pt x="108" y="325"/>
                    <a:pt x="112" y="324"/>
                    <a:pt x="116" y="324"/>
                  </a:cubicBezTo>
                  <a:cubicBezTo>
                    <a:pt x="176" y="312"/>
                    <a:pt x="235" y="312"/>
                    <a:pt x="295" y="312"/>
                  </a:cubicBezTo>
                  <a:lnTo>
                    <a:pt x="473" y="312"/>
                  </a:lnTo>
                  <a:cubicBezTo>
                    <a:pt x="533" y="312"/>
                    <a:pt x="592" y="312"/>
                    <a:pt x="652" y="300"/>
                  </a:cubicBezTo>
                  <a:cubicBezTo>
                    <a:pt x="688" y="288"/>
                    <a:pt x="723" y="288"/>
                    <a:pt x="759" y="276"/>
                  </a:cubicBezTo>
                  <a:lnTo>
                    <a:pt x="842" y="240"/>
                  </a:lnTo>
                  <a:cubicBezTo>
                    <a:pt x="989" y="195"/>
                    <a:pt x="954" y="1"/>
                    <a:pt x="8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57"/>
            <p:cNvSpPr/>
            <p:nvPr/>
          </p:nvSpPr>
          <p:spPr>
            <a:xfrm>
              <a:off x="3695975" y="41175"/>
              <a:ext cx="550400" cy="489125"/>
            </a:xfrm>
            <a:custGeom>
              <a:avLst/>
              <a:gdLst/>
              <a:ahLst/>
              <a:cxnLst/>
              <a:rect l="l" t="t" r="r" b="b"/>
              <a:pathLst>
                <a:path w="22016" h="19565" extrusionOk="0">
                  <a:moveTo>
                    <a:pt x="11496" y="203"/>
                  </a:moveTo>
                  <a:cubicBezTo>
                    <a:pt x="11609" y="203"/>
                    <a:pt x="11722" y="203"/>
                    <a:pt x="11836" y="205"/>
                  </a:cubicBezTo>
                  <a:cubicBezTo>
                    <a:pt x="11836" y="205"/>
                    <a:pt x="11836" y="217"/>
                    <a:pt x="11836" y="217"/>
                  </a:cubicBezTo>
                  <a:cubicBezTo>
                    <a:pt x="12228" y="348"/>
                    <a:pt x="12586" y="503"/>
                    <a:pt x="12967" y="610"/>
                  </a:cubicBezTo>
                  <a:lnTo>
                    <a:pt x="14110" y="931"/>
                  </a:lnTo>
                  <a:cubicBezTo>
                    <a:pt x="14872" y="1146"/>
                    <a:pt x="15646" y="1348"/>
                    <a:pt x="16419" y="1550"/>
                  </a:cubicBezTo>
                  <a:cubicBezTo>
                    <a:pt x="17896" y="1931"/>
                    <a:pt x="19360" y="2324"/>
                    <a:pt x="20837" y="2693"/>
                  </a:cubicBezTo>
                  <a:cubicBezTo>
                    <a:pt x="18396" y="3051"/>
                    <a:pt x="15931" y="3336"/>
                    <a:pt x="13491" y="3634"/>
                  </a:cubicBezTo>
                  <a:cubicBezTo>
                    <a:pt x="13310" y="3663"/>
                    <a:pt x="13134" y="3679"/>
                    <a:pt x="12958" y="3679"/>
                  </a:cubicBezTo>
                  <a:cubicBezTo>
                    <a:pt x="12842" y="3679"/>
                    <a:pt x="12727" y="3672"/>
                    <a:pt x="12609" y="3658"/>
                  </a:cubicBezTo>
                  <a:cubicBezTo>
                    <a:pt x="12300" y="3598"/>
                    <a:pt x="11990" y="3503"/>
                    <a:pt x="11693" y="3384"/>
                  </a:cubicBezTo>
                  <a:cubicBezTo>
                    <a:pt x="11550" y="3324"/>
                    <a:pt x="11383" y="3277"/>
                    <a:pt x="11240" y="3217"/>
                  </a:cubicBezTo>
                  <a:cubicBezTo>
                    <a:pt x="11240" y="3217"/>
                    <a:pt x="11240" y="3205"/>
                    <a:pt x="11240" y="3205"/>
                  </a:cubicBezTo>
                  <a:cubicBezTo>
                    <a:pt x="11252" y="3134"/>
                    <a:pt x="11264" y="3063"/>
                    <a:pt x="11264" y="3003"/>
                  </a:cubicBezTo>
                  <a:cubicBezTo>
                    <a:pt x="11276" y="2955"/>
                    <a:pt x="11276" y="2908"/>
                    <a:pt x="11276" y="2860"/>
                  </a:cubicBezTo>
                  <a:cubicBezTo>
                    <a:pt x="11300" y="2836"/>
                    <a:pt x="11300" y="2813"/>
                    <a:pt x="11288" y="2789"/>
                  </a:cubicBezTo>
                  <a:lnTo>
                    <a:pt x="11288" y="2777"/>
                  </a:lnTo>
                  <a:cubicBezTo>
                    <a:pt x="11300" y="2705"/>
                    <a:pt x="11312" y="2646"/>
                    <a:pt x="11312" y="2574"/>
                  </a:cubicBezTo>
                  <a:cubicBezTo>
                    <a:pt x="11312" y="2525"/>
                    <a:pt x="11270" y="2496"/>
                    <a:pt x="11228" y="2496"/>
                  </a:cubicBezTo>
                  <a:cubicBezTo>
                    <a:pt x="11200" y="2496"/>
                    <a:pt x="11171" y="2510"/>
                    <a:pt x="11157" y="2539"/>
                  </a:cubicBezTo>
                  <a:lnTo>
                    <a:pt x="11038" y="2955"/>
                  </a:lnTo>
                  <a:cubicBezTo>
                    <a:pt x="11014" y="3015"/>
                    <a:pt x="11002" y="3074"/>
                    <a:pt x="10990" y="3134"/>
                  </a:cubicBezTo>
                  <a:cubicBezTo>
                    <a:pt x="10621" y="3003"/>
                    <a:pt x="10264" y="2872"/>
                    <a:pt x="9895" y="2753"/>
                  </a:cubicBezTo>
                  <a:cubicBezTo>
                    <a:pt x="8668" y="2348"/>
                    <a:pt x="7418" y="1967"/>
                    <a:pt x="6168" y="1610"/>
                  </a:cubicBezTo>
                  <a:cubicBezTo>
                    <a:pt x="4847" y="1241"/>
                    <a:pt x="3537" y="884"/>
                    <a:pt x="2191" y="574"/>
                  </a:cubicBezTo>
                  <a:lnTo>
                    <a:pt x="2191" y="538"/>
                  </a:lnTo>
                  <a:lnTo>
                    <a:pt x="2227" y="538"/>
                  </a:lnTo>
                  <a:cubicBezTo>
                    <a:pt x="2322" y="538"/>
                    <a:pt x="2406" y="527"/>
                    <a:pt x="2501" y="515"/>
                  </a:cubicBezTo>
                  <a:lnTo>
                    <a:pt x="2775" y="491"/>
                  </a:lnTo>
                  <a:lnTo>
                    <a:pt x="3394" y="455"/>
                  </a:lnTo>
                  <a:cubicBezTo>
                    <a:pt x="3763" y="431"/>
                    <a:pt x="4144" y="419"/>
                    <a:pt x="4525" y="396"/>
                  </a:cubicBezTo>
                  <a:cubicBezTo>
                    <a:pt x="5287" y="360"/>
                    <a:pt x="6061" y="336"/>
                    <a:pt x="6823" y="312"/>
                  </a:cubicBezTo>
                  <a:cubicBezTo>
                    <a:pt x="7680" y="276"/>
                    <a:pt x="8549" y="253"/>
                    <a:pt x="9407" y="241"/>
                  </a:cubicBezTo>
                  <a:cubicBezTo>
                    <a:pt x="10103" y="231"/>
                    <a:pt x="10800" y="203"/>
                    <a:pt x="11496" y="203"/>
                  </a:cubicBezTo>
                  <a:close/>
                  <a:moveTo>
                    <a:pt x="2156" y="741"/>
                  </a:moveTo>
                  <a:cubicBezTo>
                    <a:pt x="3323" y="1110"/>
                    <a:pt x="4489" y="1431"/>
                    <a:pt x="5668" y="1777"/>
                  </a:cubicBezTo>
                  <a:cubicBezTo>
                    <a:pt x="6918" y="2158"/>
                    <a:pt x="8157" y="2539"/>
                    <a:pt x="9395" y="2967"/>
                  </a:cubicBezTo>
                  <a:cubicBezTo>
                    <a:pt x="10014" y="3182"/>
                    <a:pt x="10633" y="3396"/>
                    <a:pt x="11240" y="3634"/>
                  </a:cubicBezTo>
                  <a:cubicBezTo>
                    <a:pt x="11716" y="3801"/>
                    <a:pt x="12181" y="4015"/>
                    <a:pt x="12681" y="4075"/>
                  </a:cubicBezTo>
                  <a:cubicBezTo>
                    <a:pt x="12359" y="4968"/>
                    <a:pt x="12205" y="5920"/>
                    <a:pt x="12038" y="6837"/>
                  </a:cubicBezTo>
                  <a:cubicBezTo>
                    <a:pt x="11871" y="7825"/>
                    <a:pt x="11740" y="8801"/>
                    <a:pt x="11621" y="9790"/>
                  </a:cubicBezTo>
                  <a:cubicBezTo>
                    <a:pt x="11359" y="11766"/>
                    <a:pt x="11050" y="13731"/>
                    <a:pt x="10716" y="15695"/>
                  </a:cubicBezTo>
                  <a:cubicBezTo>
                    <a:pt x="10514" y="16790"/>
                    <a:pt x="10323" y="17886"/>
                    <a:pt x="10133" y="18981"/>
                  </a:cubicBezTo>
                  <a:lnTo>
                    <a:pt x="10026" y="18922"/>
                  </a:lnTo>
                  <a:lnTo>
                    <a:pt x="9573" y="18672"/>
                  </a:lnTo>
                  <a:cubicBezTo>
                    <a:pt x="8990" y="18362"/>
                    <a:pt x="8407" y="18041"/>
                    <a:pt x="7823" y="17731"/>
                  </a:cubicBezTo>
                  <a:cubicBezTo>
                    <a:pt x="6680" y="17124"/>
                    <a:pt x="5525" y="16528"/>
                    <a:pt x="4358" y="15945"/>
                  </a:cubicBezTo>
                  <a:cubicBezTo>
                    <a:pt x="3084" y="15314"/>
                    <a:pt x="1799" y="14671"/>
                    <a:pt x="489" y="14100"/>
                  </a:cubicBezTo>
                  <a:cubicBezTo>
                    <a:pt x="644" y="14076"/>
                    <a:pt x="810" y="14064"/>
                    <a:pt x="965" y="14040"/>
                  </a:cubicBezTo>
                  <a:cubicBezTo>
                    <a:pt x="1096" y="14028"/>
                    <a:pt x="1227" y="13992"/>
                    <a:pt x="1358" y="13969"/>
                  </a:cubicBezTo>
                  <a:cubicBezTo>
                    <a:pt x="1501" y="13957"/>
                    <a:pt x="1632" y="13909"/>
                    <a:pt x="1763" y="13850"/>
                  </a:cubicBezTo>
                  <a:cubicBezTo>
                    <a:pt x="1858" y="13802"/>
                    <a:pt x="1870" y="13647"/>
                    <a:pt x="1751" y="13635"/>
                  </a:cubicBezTo>
                  <a:cubicBezTo>
                    <a:pt x="1680" y="13623"/>
                    <a:pt x="1608" y="13617"/>
                    <a:pt x="1537" y="13617"/>
                  </a:cubicBezTo>
                  <a:cubicBezTo>
                    <a:pt x="1465" y="13617"/>
                    <a:pt x="1394" y="13623"/>
                    <a:pt x="1322" y="13635"/>
                  </a:cubicBezTo>
                  <a:cubicBezTo>
                    <a:pt x="1179" y="13659"/>
                    <a:pt x="1048" y="13683"/>
                    <a:pt x="918" y="13707"/>
                  </a:cubicBezTo>
                  <a:lnTo>
                    <a:pt x="906" y="13707"/>
                  </a:lnTo>
                  <a:cubicBezTo>
                    <a:pt x="763" y="13754"/>
                    <a:pt x="620" y="13790"/>
                    <a:pt x="477" y="13838"/>
                  </a:cubicBezTo>
                  <a:cubicBezTo>
                    <a:pt x="572" y="12409"/>
                    <a:pt x="727" y="10980"/>
                    <a:pt x="870" y="9551"/>
                  </a:cubicBezTo>
                  <a:cubicBezTo>
                    <a:pt x="1037" y="8004"/>
                    <a:pt x="1239" y="6468"/>
                    <a:pt x="1465" y="4920"/>
                  </a:cubicBezTo>
                  <a:cubicBezTo>
                    <a:pt x="1584" y="4170"/>
                    <a:pt x="1703" y="3420"/>
                    <a:pt x="1822" y="2670"/>
                  </a:cubicBezTo>
                  <a:cubicBezTo>
                    <a:pt x="1882" y="2277"/>
                    <a:pt x="1953" y="1896"/>
                    <a:pt x="2025" y="1503"/>
                  </a:cubicBezTo>
                  <a:cubicBezTo>
                    <a:pt x="2049" y="1324"/>
                    <a:pt x="2084" y="1146"/>
                    <a:pt x="2120" y="955"/>
                  </a:cubicBezTo>
                  <a:cubicBezTo>
                    <a:pt x="2132" y="884"/>
                    <a:pt x="2144" y="812"/>
                    <a:pt x="2156" y="741"/>
                  </a:cubicBezTo>
                  <a:close/>
                  <a:moveTo>
                    <a:pt x="21515" y="2860"/>
                  </a:moveTo>
                  <a:cubicBezTo>
                    <a:pt x="21527" y="2872"/>
                    <a:pt x="21539" y="2872"/>
                    <a:pt x="21551" y="2884"/>
                  </a:cubicBezTo>
                  <a:cubicBezTo>
                    <a:pt x="21551" y="2884"/>
                    <a:pt x="21539" y="2943"/>
                    <a:pt x="21539" y="2967"/>
                  </a:cubicBezTo>
                  <a:cubicBezTo>
                    <a:pt x="21515" y="3086"/>
                    <a:pt x="21503" y="3194"/>
                    <a:pt x="21480" y="3313"/>
                  </a:cubicBezTo>
                  <a:cubicBezTo>
                    <a:pt x="21408" y="3694"/>
                    <a:pt x="21349" y="4086"/>
                    <a:pt x="21277" y="4479"/>
                  </a:cubicBezTo>
                  <a:cubicBezTo>
                    <a:pt x="21146" y="5253"/>
                    <a:pt x="21003" y="6027"/>
                    <a:pt x="20860" y="6813"/>
                  </a:cubicBezTo>
                  <a:cubicBezTo>
                    <a:pt x="20587" y="8361"/>
                    <a:pt x="20289" y="9909"/>
                    <a:pt x="19968" y="11456"/>
                  </a:cubicBezTo>
                  <a:cubicBezTo>
                    <a:pt x="19622" y="13147"/>
                    <a:pt x="19229" y="14826"/>
                    <a:pt x="18801" y="16493"/>
                  </a:cubicBezTo>
                  <a:cubicBezTo>
                    <a:pt x="18789" y="16469"/>
                    <a:pt x="18765" y="16457"/>
                    <a:pt x="18753" y="16457"/>
                  </a:cubicBezTo>
                  <a:cubicBezTo>
                    <a:pt x="18634" y="16409"/>
                    <a:pt x="18503" y="16374"/>
                    <a:pt x="18372" y="16338"/>
                  </a:cubicBezTo>
                  <a:cubicBezTo>
                    <a:pt x="18324" y="16326"/>
                    <a:pt x="18265" y="16314"/>
                    <a:pt x="18205" y="16290"/>
                  </a:cubicBezTo>
                  <a:lnTo>
                    <a:pt x="18193" y="16290"/>
                  </a:lnTo>
                  <a:lnTo>
                    <a:pt x="18158" y="16278"/>
                  </a:lnTo>
                  <a:lnTo>
                    <a:pt x="18074" y="16243"/>
                  </a:lnTo>
                  <a:cubicBezTo>
                    <a:pt x="18050" y="16232"/>
                    <a:pt x="18027" y="16227"/>
                    <a:pt x="18005" y="16227"/>
                  </a:cubicBezTo>
                  <a:cubicBezTo>
                    <a:pt x="17864" y="16227"/>
                    <a:pt x="17778" y="16434"/>
                    <a:pt x="17943" y="16517"/>
                  </a:cubicBezTo>
                  <a:cubicBezTo>
                    <a:pt x="18074" y="16600"/>
                    <a:pt x="18217" y="16683"/>
                    <a:pt x="18372" y="16743"/>
                  </a:cubicBezTo>
                  <a:cubicBezTo>
                    <a:pt x="16027" y="17517"/>
                    <a:pt x="13669" y="18231"/>
                    <a:pt x="11288" y="18874"/>
                  </a:cubicBezTo>
                  <a:cubicBezTo>
                    <a:pt x="11133" y="18922"/>
                    <a:pt x="10978" y="18957"/>
                    <a:pt x="10824" y="19005"/>
                  </a:cubicBezTo>
                  <a:cubicBezTo>
                    <a:pt x="10740" y="19029"/>
                    <a:pt x="10657" y="19053"/>
                    <a:pt x="10562" y="19065"/>
                  </a:cubicBezTo>
                  <a:cubicBezTo>
                    <a:pt x="10895" y="17290"/>
                    <a:pt x="11193" y="15505"/>
                    <a:pt x="11466" y="13719"/>
                  </a:cubicBezTo>
                  <a:cubicBezTo>
                    <a:pt x="11562" y="13754"/>
                    <a:pt x="11645" y="13814"/>
                    <a:pt x="11728" y="13861"/>
                  </a:cubicBezTo>
                  <a:cubicBezTo>
                    <a:pt x="11812" y="13909"/>
                    <a:pt x="11883" y="13957"/>
                    <a:pt x="11967" y="13992"/>
                  </a:cubicBezTo>
                  <a:cubicBezTo>
                    <a:pt x="12050" y="14040"/>
                    <a:pt x="12133" y="14076"/>
                    <a:pt x="12217" y="14123"/>
                  </a:cubicBezTo>
                  <a:cubicBezTo>
                    <a:pt x="12241" y="14136"/>
                    <a:pt x="12265" y="14142"/>
                    <a:pt x="12287" y="14142"/>
                  </a:cubicBezTo>
                  <a:cubicBezTo>
                    <a:pt x="12409" y="14142"/>
                    <a:pt x="12494" y="13974"/>
                    <a:pt x="12383" y="13873"/>
                  </a:cubicBezTo>
                  <a:cubicBezTo>
                    <a:pt x="12300" y="13814"/>
                    <a:pt x="12217" y="13766"/>
                    <a:pt x="12133" y="13707"/>
                  </a:cubicBezTo>
                  <a:cubicBezTo>
                    <a:pt x="12050" y="13659"/>
                    <a:pt x="11955" y="13623"/>
                    <a:pt x="11859" y="13600"/>
                  </a:cubicBezTo>
                  <a:cubicBezTo>
                    <a:pt x="11740" y="13552"/>
                    <a:pt x="11621" y="13516"/>
                    <a:pt x="11490" y="13492"/>
                  </a:cubicBezTo>
                  <a:cubicBezTo>
                    <a:pt x="11502" y="13397"/>
                    <a:pt x="11526" y="13290"/>
                    <a:pt x="11538" y="13183"/>
                  </a:cubicBezTo>
                  <a:cubicBezTo>
                    <a:pt x="11824" y="11218"/>
                    <a:pt x="12038" y="9242"/>
                    <a:pt x="12300" y="7265"/>
                  </a:cubicBezTo>
                  <a:cubicBezTo>
                    <a:pt x="12371" y="6718"/>
                    <a:pt x="12455" y="6170"/>
                    <a:pt x="12550" y="5622"/>
                  </a:cubicBezTo>
                  <a:cubicBezTo>
                    <a:pt x="12645" y="5110"/>
                    <a:pt x="12752" y="4598"/>
                    <a:pt x="12824" y="4086"/>
                  </a:cubicBezTo>
                  <a:lnTo>
                    <a:pt x="13038" y="4086"/>
                  </a:lnTo>
                  <a:cubicBezTo>
                    <a:pt x="13348" y="4075"/>
                    <a:pt x="13645" y="4039"/>
                    <a:pt x="13955" y="3979"/>
                  </a:cubicBezTo>
                  <a:lnTo>
                    <a:pt x="14943" y="3848"/>
                  </a:lnTo>
                  <a:lnTo>
                    <a:pt x="16920" y="3563"/>
                  </a:lnTo>
                  <a:cubicBezTo>
                    <a:pt x="18384" y="3360"/>
                    <a:pt x="19872" y="3146"/>
                    <a:pt x="21361" y="2979"/>
                  </a:cubicBezTo>
                  <a:cubicBezTo>
                    <a:pt x="21432" y="2979"/>
                    <a:pt x="21492" y="2932"/>
                    <a:pt x="21515" y="2860"/>
                  </a:cubicBezTo>
                  <a:close/>
                  <a:moveTo>
                    <a:pt x="6721" y="1"/>
                  </a:moveTo>
                  <a:cubicBezTo>
                    <a:pt x="5308" y="1"/>
                    <a:pt x="3903" y="42"/>
                    <a:pt x="2489" y="74"/>
                  </a:cubicBezTo>
                  <a:cubicBezTo>
                    <a:pt x="2450" y="71"/>
                    <a:pt x="2410" y="70"/>
                    <a:pt x="2371" y="70"/>
                  </a:cubicBezTo>
                  <a:cubicBezTo>
                    <a:pt x="2244" y="70"/>
                    <a:pt x="2116" y="85"/>
                    <a:pt x="1989" y="122"/>
                  </a:cubicBezTo>
                  <a:cubicBezTo>
                    <a:pt x="1822" y="193"/>
                    <a:pt x="1715" y="348"/>
                    <a:pt x="1703" y="527"/>
                  </a:cubicBezTo>
                  <a:cubicBezTo>
                    <a:pt x="1644" y="931"/>
                    <a:pt x="1572" y="1324"/>
                    <a:pt x="1513" y="1717"/>
                  </a:cubicBezTo>
                  <a:cubicBezTo>
                    <a:pt x="1394" y="2503"/>
                    <a:pt x="1275" y="3289"/>
                    <a:pt x="1168" y="4075"/>
                  </a:cubicBezTo>
                  <a:cubicBezTo>
                    <a:pt x="953" y="5658"/>
                    <a:pt x="751" y="7242"/>
                    <a:pt x="572" y="8837"/>
                  </a:cubicBezTo>
                  <a:cubicBezTo>
                    <a:pt x="358" y="10611"/>
                    <a:pt x="215" y="12397"/>
                    <a:pt x="25" y="14183"/>
                  </a:cubicBezTo>
                  <a:cubicBezTo>
                    <a:pt x="1" y="14278"/>
                    <a:pt x="48" y="14373"/>
                    <a:pt x="132" y="14421"/>
                  </a:cubicBezTo>
                  <a:cubicBezTo>
                    <a:pt x="1334" y="15016"/>
                    <a:pt x="2561" y="15576"/>
                    <a:pt x="3763" y="16171"/>
                  </a:cubicBezTo>
                  <a:cubicBezTo>
                    <a:pt x="4954" y="16755"/>
                    <a:pt x="6132" y="17374"/>
                    <a:pt x="7311" y="17993"/>
                  </a:cubicBezTo>
                  <a:cubicBezTo>
                    <a:pt x="7906" y="18314"/>
                    <a:pt x="8502" y="18636"/>
                    <a:pt x="9085" y="18957"/>
                  </a:cubicBezTo>
                  <a:cubicBezTo>
                    <a:pt x="9371" y="19112"/>
                    <a:pt x="9645" y="19291"/>
                    <a:pt x="9942" y="19434"/>
                  </a:cubicBezTo>
                  <a:cubicBezTo>
                    <a:pt x="10112" y="19522"/>
                    <a:pt x="10295" y="19565"/>
                    <a:pt x="10478" y="19565"/>
                  </a:cubicBezTo>
                  <a:cubicBezTo>
                    <a:pt x="10590" y="19565"/>
                    <a:pt x="10703" y="19549"/>
                    <a:pt x="10812" y="19517"/>
                  </a:cubicBezTo>
                  <a:cubicBezTo>
                    <a:pt x="12097" y="19207"/>
                    <a:pt x="13371" y="18826"/>
                    <a:pt x="14622" y="18433"/>
                  </a:cubicBezTo>
                  <a:cubicBezTo>
                    <a:pt x="16038" y="17993"/>
                    <a:pt x="17455" y="17517"/>
                    <a:pt x="18848" y="17017"/>
                  </a:cubicBezTo>
                  <a:cubicBezTo>
                    <a:pt x="18884" y="17017"/>
                    <a:pt x="18908" y="16993"/>
                    <a:pt x="18932" y="16981"/>
                  </a:cubicBezTo>
                  <a:cubicBezTo>
                    <a:pt x="18954" y="16986"/>
                    <a:pt x="18976" y="16989"/>
                    <a:pt x="18998" y="16989"/>
                  </a:cubicBezTo>
                  <a:cubicBezTo>
                    <a:pt x="19120" y="16989"/>
                    <a:pt x="19235" y="16909"/>
                    <a:pt x="19265" y="16779"/>
                  </a:cubicBezTo>
                  <a:cubicBezTo>
                    <a:pt x="20015" y="13600"/>
                    <a:pt x="20634" y="10385"/>
                    <a:pt x="21218" y="7170"/>
                  </a:cubicBezTo>
                  <a:cubicBezTo>
                    <a:pt x="21361" y="6361"/>
                    <a:pt x="21503" y="5551"/>
                    <a:pt x="21658" y="4741"/>
                  </a:cubicBezTo>
                  <a:cubicBezTo>
                    <a:pt x="21718" y="4360"/>
                    <a:pt x="21801" y="3967"/>
                    <a:pt x="21873" y="3586"/>
                  </a:cubicBezTo>
                  <a:cubicBezTo>
                    <a:pt x="21908" y="3384"/>
                    <a:pt x="21956" y="3182"/>
                    <a:pt x="21980" y="2991"/>
                  </a:cubicBezTo>
                  <a:cubicBezTo>
                    <a:pt x="22015" y="2836"/>
                    <a:pt x="21968" y="2670"/>
                    <a:pt x="21849" y="2562"/>
                  </a:cubicBezTo>
                  <a:cubicBezTo>
                    <a:pt x="21718" y="2467"/>
                    <a:pt x="21575" y="2420"/>
                    <a:pt x="21408" y="2396"/>
                  </a:cubicBezTo>
                  <a:cubicBezTo>
                    <a:pt x="21206" y="2360"/>
                    <a:pt x="20991" y="2301"/>
                    <a:pt x="20777" y="2253"/>
                  </a:cubicBezTo>
                  <a:lnTo>
                    <a:pt x="19598" y="1955"/>
                  </a:lnTo>
                  <a:lnTo>
                    <a:pt x="17217" y="1384"/>
                  </a:lnTo>
                  <a:lnTo>
                    <a:pt x="14562" y="741"/>
                  </a:lnTo>
                  <a:cubicBezTo>
                    <a:pt x="14110" y="634"/>
                    <a:pt x="13669" y="538"/>
                    <a:pt x="13217" y="443"/>
                  </a:cubicBezTo>
                  <a:cubicBezTo>
                    <a:pt x="12776" y="348"/>
                    <a:pt x="12324" y="288"/>
                    <a:pt x="11883" y="217"/>
                  </a:cubicBezTo>
                  <a:lnTo>
                    <a:pt x="12026" y="217"/>
                  </a:lnTo>
                  <a:cubicBezTo>
                    <a:pt x="12074" y="217"/>
                    <a:pt x="12074" y="157"/>
                    <a:pt x="12026" y="157"/>
                  </a:cubicBezTo>
                  <a:cubicBezTo>
                    <a:pt x="11228" y="134"/>
                    <a:pt x="10431" y="62"/>
                    <a:pt x="9633" y="38"/>
                  </a:cubicBezTo>
                  <a:cubicBezTo>
                    <a:pt x="8823" y="15"/>
                    <a:pt x="8026" y="3"/>
                    <a:pt x="7228" y="3"/>
                  </a:cubicBezTo>
                  <a:cubicBezTo>
                    <a:pt x="7059" y="1"/>
                    <a:pt x="6890" y="1"/>
                    <a:pt x="67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57"/>
            <p:cNvSpPr/>
            <p:nvPr/>
          </p:nvSpPr>
          <p:spPr>
            <a:xfrm>
              <a:off x="3811175" y="367750"/>
              <a:ext cx="35150" cy="8675"/>
            </a:xfrm>
            <a:custGeom>
              <a:avLst/>
              <a:gdLst/>
              <a:ahLst/>
              <a:cxnLst/>
              <a:rect l="l" t="t" r="r" b="b"/>
              <a:pathLst>
                <a:path w="1406" h="347" extrusionOk="0">
                  <a:moveTo>
                    <a:pt x="1167" y="1"/>
                  </a:moveTo>
                  <a:cubicBezTo>
                    <a:pt x="1108" y="1"/>
                    <a:pt x="1060" y="13"/>
                    <a:pt x="1012" y="13"/>
                  </a:cubicBezTo>
                  <a:cubicBezTo>
                    <a:pt x="893" y="25"/>
                    <a:pt x="786" y="48"/>
                    <a:pt x="679" y="72"/>
                  </a:cubicBezTo>
                  <a:cubicBezTo>
                    <a:pt x="477" y="120"/>
                    <a:pt x="274" y="179"/>
                    <a:pt x="72" y="227"/>
                  </a:cubicBezTo>
                  <a:cubicBezTo>
                    <a:pt x="0" y="239"/>
                    <a:pt x="24" y="346"/>
                    <a:pt x="96" y="346"/>
                  </a:cubicBezTo>
                  <a:lnTo>
                    <a:pt x="727" y="346"/>
                  </a:lnTo>
                  <a:cubicBezTo>
                    <a:pt x="834" y="346"/>
                    <a:pt x="929" y="346"/>
                    <a:pt x="1024" y="322"/>
                  </a:cubicBezTo>
                  <a:cubicBezTo>
                    <a:pt x="1084" y="310"/>
                    <a:pt x="1143" y="310"/>
                    <a:pt x="1203" y="298"/>
                  </a:cubicBezTo>
                  <a:cubicBezTo>
                    <a:pt x="1251" y="275"/>
                    <a:pt x="1298" y="251"/>
                    <a:pt x="1346" y="227"/>
                  </a:cubicBezTo>
                  <a:cubicBezTo>
                    <a:pt x="1405" y="179"/>
                    <a:pt x="1405" y="84"/>
                    <a:pt x="1334" y="48"/>
                  </a:cubicBezTo>
                  <a:cubicBezTo>
                    <a:pt x="1274" y="25"/>
                    <a:pt x="1227" y="13"/>
                    <a:pt x="11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57"/>
            <p:cNvSpPr/>
            <p:nvPr/>
          </p:nvSpPr>
          <p:spPr>
            <a:xfrm>
              <a:off x="3755500" y="375175"/>
              <a:ext cx="29200" cy="10175"/>
            </a:xfrm>
            <a:custGeom>
              <a:avLst/>
              <a:gdLst/>
              <a:ahLst/>
              <a:cxnLst/>
              <a:rect l="l" t="t" r="r" b="b"/>
              <a:pathLst>
                <a:path w="1168" h="407" extrusionOk="0">
                  <a:moveTo>
                    <a:pt x="1005" y="0"/>
                  </a:moveTo>
                  <a:cubicBezTo>
                    <a:pt x="1000" y="0"/>
                    <a:pt x="995" y="1"/>
                    <a:pt x="989" y="1"/>
                  </a:cubicBezTo>
                  <a:cubicBezTo>
                    <a:pt x="834" y="37"/>
                    <a:pt x="668" y="73"/>
                    <a:pt x="513" y="120"/>
                  </a:cubicBezTo>
                  <a:cubicBezTo>
                    <a:pt x="370" y="156"/>
                    <a:pt x="215" y="204"/>
                    <a:pt x="84" y="251"/>
                  </a:cubicBezTo>
                  <a:cubicBezTo>
                    <a:pt x="1" y="287"/>
                    <a:pt x="25" y="406"/>
                    <a:pt x="120" y="406"/>
                  </a:cubicBezTo>
                  <a:cubicBezTo>
                    <a:pt x="275" y="394"/>
                    <a:pt x="418" y="394"/>
                    <a:pt x="572" y="382"/>
                  </a:cubicBezTo>
                  <a:cubicBezTo>
                    <a:pt x="715" y="371"/>
                    <a:pt x="870" y="359"/>
                    <a:pt x="1013" y="335"/>
                  </a:cubicBezTo>
                  <a:cubicBezTo>
                    <a:pt x="1108" y="323"/>
                    <a:pt x="1168" y="240"/>
                    <a:pt x="1168" y="156"/>
                  </a:cubicBezTo>
                  <a:cubicBezTo>
                    <a:pt x="1157" y="78"/>
                    <a:pt x="1083" y="0"/>
                    <a:pt x="10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57" name="Google Shape;2757;p57"/>
          <p:cNvGrpSpPr/>
          <p:nvPr/>
        </p:nvGrpSpPr>
        <p:grpSpPr>
          <a:xfrm>
            <a:off x="8233915" y="360474"/>
            <a:ext cx="447848" cy="753261"/>
            <a:chOff x="6439525" y="3953600"/>
            <a:chExt cx="519425" cy="873650"/>
          </a:xfrm>
        </p:grpSpPr>
        <p:sp>
          <p:nvSpPr>
            <p:cNvPr id="2758" name="Google Shape;2758;p57"/>
            <p:cNvSpPr/>
            <p:nvPr/>
          </p:nvSpPr>
          <p:spPr>
            <a:xfrm>
              <a:off x="6453800" y="4033125"/>
              <a:ext cx="497125" cy="782025"/>
            </a:xfrm>
            <a:custGeom>
              <a:avLst/>
              <a:gdLst/>
              <a:ahLst/>
              <a:cxnLst/>
              <a:rect l="l" t="t" r="r" b="b"/>
              <a:pathLst>
                <a:path w="19885" h="31281" extrusionOk="0">
                  <a:moveTo>
                    <a:pt x="9156" y="10744"/>
                  </a:moveTo>
                  <a:cubicBezTo>
                    <a:pt x="10509" y="10744"/>
                    <a:pt x="11844" y="11159"/>
                    <a:pt x="13038" y="11789"/>
                  </a:cubicBezTo>
                  <a:cubicBezTo>
                    <a:pt x="13788" y="12182"/>
                    <a:pt x="14491" y="12658"/>
                    <a:pt x="15205" y="13134"/>
                  </a:cubicBezTo>
                  <a:cubicBezTo>
                    <a:pt x="15931" y="13599"/>
                    <a:pt x="16682" y="14003"/>
                    <a:pt x="17432" y="14432"/>
                  </a:cubicBezTo>
                  <a:cubicBezTo>
                    <a:pt x="17491" y="14456"/>
                    <a:pt x="17515" y="14539"/>
                    <a:pt x="17503" y="14599"/>
                  </a:cubicBezTo>
                  <a:cubicBezTo>
                    <a:pt x="17503" y="15003"/>
                    <a:pt x="17515" y="15396"/>
                    <a:pt x="17515" y="15789"/>
                  </a:cubicBezTo>
                  <a:cubicBezTo>
                    <a:pt x="17527" y="19028"/>
                    <a:pt x="17503" y="22254"/>
                    <a:pt x="17479" y="25493"/>
                  </a:cubicBezTo>
                  <a:lnTo>
                    <a:pt x="17479" y="25481"/>
                  </a:lnTo>
                  <a:cubicBezTo>
                    <a:pt x="17479" y="26279"/>
                    <a:pt x="17479" y="27064"/>
                    <a:pt x="17467" y="27862"/>
                  </a:cubicBezTo>
                  <a:cubicBezTo>
                    <a:pt x="17467" y="28434"/>
                    <a:pt x="17563" y="29220"/>
                    <a:pt x="17110" y="29672"/>
                  </a:cubicBezTo>
                  <a:cubicBezTo>
                    <a:pt x="16904" y="29910"/>
                    <a:pt x="16619" y="29971"/>
                    <a:pt x="16318" y="29971"/>
                  </a:cubicBezTo>
                  <a:cubicBezTo>
                    <a:pt x="16289" y="29971"/>
                    <a:pt x="16259" y="29971"/>
                    <a:pt x="16229" y="29970"/>
                  </a:cubicBezTo>
                  <a:cubicBezTo>
                    <a:pt x="15836" y="29958"/>
                    <a:pt x="15443" y="29946"/>
                    <a:pt x="15050" y="29922"/>
                  </a:cubicBezTo>
                  <a:cubicBezTo>
                    <a:pt x="14253" y="29862"/>
                    <a:pt x="13455" y="29803"/>
                    <a:pt x="12669" y="29708"/>
                  </a:cubicBezTo>
                  <a:cubicBezTo>
                    <a:pt x="9526" y="29362"/>
                    <a:pt x="6430" y="28708"/>
                    <a:pt x="3406" y="27767"/>
                  </a:cubicBezTo>
                  <a:cubicBezTo>
                    <a:pt x="3037" y="27648"/>
                    <a:pt x="2680" y="27529"/>
                    <a:pt x="2311" y="27410"/>
                  </a:cubicBezTo>
                  <a:cubicBezTo>
                    <a:pt x="1989" y="27303"/>
                    <a:pt x="1644" y="27219"/>
                    <a:pt x="1382" y="27005"/>
                  </a:cubicBezTo>
                  <a:cubicBezTo>
                    <a:pt x="1132" y="26803"/>
                    <a:pt x="989" y="26505"/>
                    <a:pt x="977" y="26183"/>
                  </a:cubicBezTo>
                  <a:cubicBezTo>
                    <a:pt x="941" y="25814"/>
                    <a:pt x="953" y="25433"/>
                    <a:pt x="1001" y="25064"/>
                  </a:cubicBezTo>
                  <a:cubicBezTo>
                    <a:pt x="1191" y="23516"/>
                    <a:pt x="1965" y="22111"/>
                    <a:pt x="2561" y="20695"/>
                  </a:cubicBezTo>
                  <a:cubicBezTo>
                    <a:pt x="3775" y="17801"/>
                    <a:pt x="4775" y="14837"/>
                    <a:pt x="5787" y="11884"/>
                  </a:cubicBezTo>
                  <a:cubicBezTo>
                    <a:pt x="5763" y="11884"/>
                    <a:pt x="5752" y="11860"/>
                    <a:pt x="5763" y="11836"/>
                  </a:cubicBezTo>
                  <a:lnTo>
                    <a:pt x="5823" y="11801"/>
                  </a:lnTo>
                  <a:lnTo>
                    <a:pt x="5823" y="11765"/>
                  </a:lnTo>
                  <a:cubicBezTo>
                    <a:pt x="5835" y="11753"/>
                    <a:pt x="5847" y="11753"/>
                    <a:pt x="5859" y="11753"/>
                  </a:cubicBezTo>
                  <a:cubicBezTo>
                    <a:pt x="6156" y="11515"/>
                    <a:pt x="6490" y="11313"/>
                    <a:pt x="6859" y="11182"/>
                  </a:cubicBezTo>
                  <a:cubicBezTo>
                    <a:pt x="7252" y="11015"/>
                    <a:pt x="7657" y="10908"/>
                    <a:pt x="8073" y="10836"/>
                  </a:cubicBezTo>
                  <a:cubicBezTo>
                    <a:pt x="8434" y="10774"/>
                    <a:pt x="8796" y="10744"/>
                    <a:pt x="9156" y="10744"/>
                  </a:cubicBezTo>
                  <a:close/>
                  <a:moveTo>
                    <a:pt x="8557" y="1"/>
                  </a:moveTo>
                  <a:cubicBezTo>
                    <a:pt x="8507" y="1"/>
                    <a:pt x="8457" y="4"/>
                    <a:pt x="8407" y="14"/>
                  </a:cubicBezTo>
                  <a:cubicBezTo>
                    <a:pt x="8228" y="61"/>
                    <a:pt x="8109" y="204"/>
                    <a:pt x="8061" y="371"/>
                  </a:cubicBezTo>
                  <a:cubicBezTo>
                    <a:pt x="8026" y="573"/>
                    <a:pt x="8073" y="776"/>
                    <a:pt x="8192" y="930"/>
                  </a:cubicBezTo>
                  <a:cubicBezTo>
                    <a:pt x="8335" y="1145"/>
                    <a:pt x="8561" y="1299"/>
                    <a:pt x="8811" y="1371"/>
                  </a:cubicBezTo>
                  <a:cubicBezTo>
                    <a:pt x="8866" y="1369"/>
                    <a:pt x="8921" y="1369"/>
                    <a:pt x="8976" y="1369"/>
                  </a:cubicBezTo>
                  <a:cubicBezTo>
                    <a:pt x="9338" y="1369"/>
                    <a:pt x="9700" y="1401"/>
                    <a:pt x="10062" y="1442"/>
                  </a:cubicBezTo>
                  <a:cubicBezTo>
                    <a:pt x="10466" y="1502"/>
                    <a:pt x="10871" y="1549"/>
                    <a:pt x="11288" y="1609"/>
                  </a:cubicBezTo>
                  <a:cubicBezTo>
                    <a:pt x="11705" y="1680"/>
                    <a:pt x="12121" y="1764"/>
                    <a:pt x="12538" y="1847"/>
                  </a:cubicBezTo>
                  <a:cubicBezTo>
                    <a:pt x="12955" y="1930"/>
                    <a:pt x="13372" y="2002"/>
                    <a:pt x="13788" y="2097"/>
                  </a:cubicBezTo>
                  <a:cubicBezTo>
                    <a:pt x="13832" y="2108"/>
                    <a:pt x="13825" y="2170"/>
                    <a:pt x="13787" y="2170"/>
                  </a:cubicBezTo>
                  <a:cubicBezTo>
                    <a:pt x="13783" y="2170"/>
                    <a:pt x="13780" y="2169"/>
                    <a:pt x="13776" y="2169"/>
                  </a:cubicBezTo>
                  <a:cubicBezTo>
                    <a:pt x="12943" y="2109"/>
                    <a:pt x="12098" y="2026"/>
                    <a:pt x="11264" y="1907"/>
                  </a:cubicBezTo>
                  <a:cubicBezTo>
                    <a:pt x="10859" y="1847"/>
                    <a:pt x="10455" y="1776"/>
                    <a:pt x="10050" y="1704"/>
                  </a:cubicBezTo>
                  <a:cubicBezTo>
                    <a:pt x="9764" y="1657"/>
                    <a:pt x="9490" y="1597"/>
                    <a:pt x="9216" y="1526"/>
                  </a:cubicBezTo>
                  <a:cubicBezTo>
                    <a:pt x="9173" y="1528"/>
                    <a:pt x="9129" y="1529"/>
                    <a:pt x="9085" y="1529"/>
                  </a:cubicBezTo>
                  <a:cubicBezTo>
                    <a:pt x="8867" y="1529"/>
                    <a:pt x="8651" y="1504"/>
                    <a:pt x="8442" y="1454"/>
                  </a:cubicBezTo>
                  <a:cubicBezTo>
                    <a:pt x="8300" y="1990"/>
                    <a:pt x="8145" y="2538"/>
                    <a:pt x="8002" y="3073"/>
                  </a:cubicBezTo>
                  <a:cubicBezTo>
                    <a:pt x="7335" y="5407"/>
                    <a:pt x="6585" y="7729"/>
                    <a:pt x="5799" y="10039"/>
                  </a:cubicBezTo>
                  <a:cubicBezTo>
                    <a:pt x="5025" y="12336"/>
                    <a:pt x="4204" y="14622"/>
                    <a:pt x="3370" y="16908"/>
                  </a:cubicBezTo>
                  <a:cubicBezTo>
                    <a:pt x="2537" y="19194"/>
                    <a:pt x="1692" y="21469"/>
                    <a:pt x="882" y="23766"/>
                  </a:cubicBezTo>
                  <a:cubicBezTo>
                    <a:pt x="691" y="24338"/>
                    <a:pt x="489" y="24909"/>
                    <a:pt x="334" y="25493"/>
                  </a:cubicBezTo>
                  <a:cubicBezTo>
                    <a:pt x="251" y="25779"/>
                    <a:pt x="179" y="26076"/>
                    <a:pt x="108" y="26362"/>
                  </a:cubicBezTo>
                  <a:cubicBezTo>
                    <a:pt x="72" y="26600"/>
                    <a:pt x="1" y="26874"/>
                    <a:pt x="108" y="27112"/>
                  </a:cubicBezTo>
                  <a:cubicBezTo>
                    <a:pt x="310" y="27541"/>
                    <a:pt x="894" y="27791"/>
                    <a:pt x="1299" y="27969"/>
                  </a:cubicBezTo>
                  <a:cubicBezTo>
                    <a:pt x="1823" y="28184"/>
                    <a:pt x="2370" y="28374"/>
                    <a:pt x="2918" y="28517"/>
                  </a:cubicBezTo>
                  <a:cubicBezTo>
                    <a:pt x="5287" y="29172"/>
                    <a:pt x="7704" y="29672"/>
                    <a:pt x="10133" y="30124"/>
                  </a:cubicBezTo>
                  <a:cubicBezTo>
                    <a:pt x="11336" y="30351"/>
                    <a:pt x="12538" y="30553"/>
                    <a:pt x="13741" y="30744"/>
                  </a:cubicBezTo>
                  <a:cubicBezTo>
                    <a:pt x="14943" y="30946"/>
                    <a:pt x="16146" y="31172"/>
                    <a:pt x="17372" y="31255"/>
                  </a:cubicBezTo>
                  <a:cubicBezTo>
                    <a:pt x="17483" y="31272"/>
                    <a:pt x="17593" y="31281"/>
                    <a:pt x="17704" y="31281"/>
                  </a:cubicBezTo>
                  <a:cubicBezTo>
                    <a:pt x="17831" y="31281"/>
                    <a:pt x="17959" y="31269"/>
                    <a:pt x="18086" y="31244"/>
                  </a:cubicBezTo>
                  <a:cubicBezTo>
                    <a:pt x="18277" y="31196"/>
                    <a:pt x="18408" y="31029"/>
                    <a:pt x="18432" y="30839"/>
                  </a:cubicBezTo>
                  <a:cubicBezTo>
                    <a:pt x="18456" y="30589"/>
                    <a:pt x="18467" y="30339"/>
                    <a:pt x="18456" y="30101"/>
                  </a:cubicBezTo>
                  <a:cubicBezTo>
                    <a:pt x="18444" y="29791"/>
                    <a:pt x="18432" y="29493"/>
                    <a:pt x="18432" y="29196"/>
                  </a:cubicBezTo>
                  <a:cubicBezTo>
                    <a:pt x="18420" y="27957"/>
                    <a:pt x="18408" y="26731"/>
                    <a:pt x="18408" y="25493"/>
                  </a:cubicBezTo>
                  <a:cubicBezTo>
                    <a:pt x="18420" y="23052"/>
                    <a:pt x="18444" y="20587"/>
                    <a:pt x="18491" y="18147"/>
                  </a:cubicBezTo>
                  <a:cubicBezTo>
                    <a:pt x="18527" y="15694"/>
                    <a:pt x="18587" y="13253"/>
                    <a:pt x="18658" y="10789"/>
                  </a:cubicBezTo>
                  <a:cubicBezTo>
                    <a:pt x="18729" y="8324"/>
                    <a:pt x="18825" y="5871"/>
                    <a:pt x="18908" y="3407"/>
                  </a:cubicBezTo>
                  <a:cubicBezTo>
                    <a:pt x="18908" y="3359"/>
                    <a:pt x="18920" y="3300"/>
                    <a:pt x="18932" y="3264"/>
                  </a:cubicBezTo>
                  <a:lnTo>
                    <a:pt x="18932" y="3264"/>
                  </a:lnTo>
                  <a:cubicBezTo>
                    <a:pt x="18921" y="3264"/>
                    <a:pt x="18910" y="3264"/>
                    <a:pt x="18899" y="3264"/>
                  </a:cubicBezTo>
                  <a:cubicBezTo>
                    <a:pt x="18292" y="3264"/>
                    <a:pt x="17718" y="2942"/>
                    <a:pt x="17110" y="2931"/>
                  </a:cubicBezTo>
                  <a:cubicBezTo>
                    <a:pt x="17003" y="2919"/>
                    <a:pt x="16979" y="2764"/>
                    <a:pt x="17086" y="2764"/>
                  </a:cubicBezTo>
                  <a:cubicBezTo>
                    <a:pt x="17121" y="2762"/>
                    <a:pt x="17155" y="2761"/>
                    <a:pt x="17189" y="2761"/>
                  </a:cubicBezTo>
                  <a:cubicBezTo>
                    <a:pt x="17688" y="2761"/>
                    <a:pt x="18187" y="2950"/>
                    <a:pt x="18686" y="2950"/>
                  </a:cubicBezTo>
                  <a:cubicBezTo>
                    <a:pt x="18795" y="2950"/>
                    <a:pt x="18905" y="2941"/>
                    <a:pt x="19015" y="2919"/>
                  </a:cubicBezTo>
                  <a:cubicBezTo>
                    <a:pt x="19253" y="2883"/>
                    <a:pt x="19479" y="2776"/>
                    <a:pt x="19646" y="2597"/>
                  </a:cubicBezTo>
                  <a:cubicBezTo>
                    <a:pt x="19765" y="2454"/>
                    <a:pt x="19884" y="2133"/>
                    <a:pt x="19646" y="2038"/>
                  </a:cubicBezTo>
                  <a:cubicBezTo>
                    <a:pt x="19491" y="1990"/>
                    <a:pt x="19349" y="1966"/>
                    <a:pt x="19182" y="1954"/>
                  </a:cubicBezTo>
                  <a:lnTo>
                    <a:pt x="18706" y="1847"/>
                  </a:lnTo>
                  <a:cubicBezTo>
                    <a:pt x="18408" y="1788"/>
                    <a:pt x="18098" y="1716"/>
                    <a:pt x="17789" y="1657"/>
                  </a:cubicBezTo>
                  <a:cubicBezTo>
                    <a:pt x="17158" y="1526"/>
                    <a:pt x="16539" y="1407"/>
                    <a:pt x="15908" y="1276"/>
                  </a:cubicBezTo>
                  <a:cubicBezTo>
                    <a:pt x="14657" y="1026"/>
                    <a:pt x="13395" y="799"/>
                    <a:pt x="12133" y="573"/>
                  </a:cubicBezTo>
                  <a:cubicBezTo>
                    <a:pt x="11502" y="466"/>
                    <a:pt x="10883" y="347"/>
                    <a:pt x="10252" y="252"/>
                  </a:cubicBezTo>
                  <a:lnTo>
                    <a:pt x="9312" y="97"/>
                  </a:lnTo>
                  <a:cubicBezTo>
                    <a:pt x="9145" y="73"/>
                    <a:pt x="8978" y="37"/>
                    <a:pt x="8800" y="25"/>
                  </a:cubicBezTo>
                  <a:cubicBezTo>
                    <a:pt x="8719" y="11"/>
                    <a:pt x="8638" y="1"/>
                    <a:pt x="85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57"/>
            <p:cNvSpPr/>
            <p:nvPr/>
          </p:nvSpPr>
          <p:spPr>
            <a:xfrm>
              <a:off x="6692525" y="3963500"/>
              <a:ext cx="240225" cy="103900"/>
            </a:xfrm>
            <a:custGeom>
              <a:avLst/>
              <a:gdLst/>
              <a:ahLst/>
              <a:cxnLst/>
              <a:rect l="l" t="t" r="r" b="b"/>
              <a:pathLst>
                <a:path w="9609" h="4156" extrusionOk="0">
                  <a:moveTo>
                    <a:pt x="72" y="1"/>
                  </a:moveTo>
                  <a:cubicBezTo>
                    <a:pt x="72" y="179"/>
                    <a:pt x="60" y="358"/>
                    <a:pt x="60" y="536"/>
                  </a:cubicBezTo>
                  <a:cubicBezTo>
                    <a:pt x="48" y="786"/>
                    <a:pt x="60" y="1025"/>
                    <a:pt x="48" y="1275"/>
                  </a:cubicBezTo>
                  <a:cubicBezTo>
                    <a:pt x="36" y="1525"/>
                    <a:pt x="36" y="1775"/>
                    <a:pt x="36" y="2025"/>
                  </a:cubicBezTo>
                  <a:cubicBezTo>
                    <a:pt x="36" y="2215"/>
                    <a:pt x="24" y="2418"/>
                    <a:pt x="1" y="2608"/>
                  </a:cubicBezTo>
                  <a:lnTo>
                    <a:pt x="596" y="2715"/>
                  </a:lnTo>
                  <a:cubicBezTo>
                    <a:pt x="1322" y="2846"/>
                    <a:pt x="2037" y="2977"/>
                    <a:pt x="2751" y="3108"/>
                  </a:cubicBezTo>
                  <a:cubicBezTo>
                    <a:pt x="4192" y="3358"/>
                    <a:pt x="5632" y="3620"/>
                    <a:pt x="7073" y="3882"/>
                  </a:cubicBezTo>
                  <a:lnTo>
                    <a:pt x="8645" y="4156"/>
                  </a:lnTo>
                  <a:cubicBezTo>
                    <a:pt x="8978" y="3322"/>
                    <a:pt x="9288" y="2477"/>
                    <a:pt x="9609" y="1632"/>
                  </a:cubicBezTo>
                  <a:cubicBezTo>
                    <a:pt x="8942" y="1536"/>
                    <a:pt x="8287" y="1441"/>
                    <a:pt x="7621" y="1334"/>
                  </a:cubicBezTo>
                  <a:cubicBezTo>
                    <a:pt x="6335" y="1120"/>
                    <a:pt x="5049" y="905"/>
                    <a:pt x="3763" y="667"/>
                  </a:cubicBezTo>
                  <a:cubicBezTo>
                    <a:pt x="3120" y="548"/>
                    <a:pt x="2477" y="429"/>
                    <a:pt x="1834" y="298"/>
                  </a:cubicBezTo>
                  <a:cubicBezTo>
                    <a:pt x="1501" y="227"/>
                    <a:pt x="1179" y="167"/>
                    <a:pt x="858" y="96"/>
                  </a:cubicBezTo>
                  <a:cubicBezTo>
                    <a:pt x="596" y="48"/>
                    <a:pt x="334" y="12"/>
                    <a:pt x="72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57"/>
            <p:cNvSpPr/>
            <p:nvPr/>
          </p:nvSpPr>
          <p:spPr>
            <a:xfrm>
              <a:off x="6487450" y="4330500"/>
              <a:ext cx="397675" cy="440950"/>
            </a:xfrm>
            <a:custGeom>
              <a:avLst/>
              <a:gdLst/>
              <a:ahLst/>
              <a:cxnLst/>
              <a:rect l="l" t="t" r="r" b="b"/>
              <a:pathLst>
                <a:path w="15907" h="17638" extrusionOk="0">
                  <a:moveTo>
                    <a:pt x="4501" y="1"/>
                  </a:moveTo>
                  <a:cubicBezTo>
                    <a:pt x="4406" y="322"/>
                    <a:pt x="4310" y="656"/>
                    <a:pt x="4215" y="977"/>
                  </a:cubicBezTo>
                  <a:cubicBezTo>
                    <a:pt x="3358" y="3918"/>
                    <a:pt x="2441" y="6835"/>
                    <a:pt x="1250" y="9669"/>
                  </a:cubicBezTo>
                  <a:cubicBezTo>
                    <a:pt x="691" y="11014"/>
                    <a:pt x="0" y="12407"/>
                    <a:pt x="0" y="13896"/>
                  </a:cubicBezTo>
                  <a:cubicBezTo>
                    <a:pt x="0" y="14217"/>
                    <a:pt x="12" y="14598"/>
                    <a:pt x="250" y="14812"/>
                  </a:cubicBezTo>
                  <a:cubicBezTo>
                    <a:pt x="488" y="15027"/>
                    <a:pt x="846" y="15098"/>
                    <a:pt x="1143" y="15205"/>
                  </a:cubicBezTo>
                  <a:cubicBezTo>
                    <a:pt x="1870" y="15455"/>
                    <a:pt x="2608" y="15681"/>
                    <a:pt x="3346" y="15896"/>
                  </a:cubicBezTo>
                  <a:cubicBezTo>
                    <a:pt x="6287" y="16705"/>
                    <a:pt x="9299" y="17253"/>
                    <a:pt x="12347" y="17491"/>
                  </a:cubicBezTo>
                  <a:cubicBezTo>
                    <a:pt x="13121" y="17563"/>
                    <a:pt x="13895" y="17610"/>
                    <a:pt x="14669" y="17634"/>
                  </a:cubicBezTo>
                  <a:cubicBezTo>
                    <a:pt x="14744" y="17634"/>
                    <a:pt x="14825" y="17638"/>
                    <a:pt x="14907" y="17638"/>
                  </a:cubicBezTo>
                  <a:cubicBezTo>
                    <a:pt x="15121" y="17638"/>
                    <a:pt x="15340" y="17613"/>
                    <a:pt x="15478" y="17432"/>
                  </a:cubicBezTo>
                  <a:cubicBezTo>
                    <a:pt x="15609" y="17217"/>
                    <a:pt x="15669" y="16967"/>
                    <a:pt x="15657" y="16705"/>
                  </a:cubicBezTo>
                  <a:cubicBezTo>
                    <a:pt x="15705" y="15955"/>
                    <a:pt x="15681" y="15205"/>
                    <a:pt x="15693" y="14455"/>
                  </a:cubicBezTo>
                  <a:lnTo>
                    <a:pt x="15728" y="12110"/>
                  </a:lnTo>
                  <a:cubicBezTo>
                    <a:pt x="15776" y="9002"/>
                    <a:pt x="15788" y="5895"/>
                    <a:pt x="15907" y="2787"/>
                  </a:cubicBezTo>
                  <a:lnTo>
                    <a:pt x="15871" y="2775"/>
                  </a:lnTo>
                  <a:cubicBezTo>
                    <a:pt x="15859" y="2835"/>
                    <a:pt x="15824" y="2882"/>
                    <a:pt x="15764" y="2894"/>
                  </a:cubicBezTo>
                  <a:cubicBezTo>
                    <a:pt x="14955" y="3192"/>
                    <a:pt x="14097" y="3359"/>
                    <a:pt x="13240" y="3382"/>
                  </a:cubicBezTo>
                  <a:cubicBezTo>
                    <a:pt x="13151" y="3384"/>
                    <a:pt x="13061" y="3385"/>
                    <a:pt x="12972" y="3385"/>
                  </a:cubicBezTo>
                  <a:cubicBezTo>
                    <a:pt x="11514" y="3385"/>
                    <a:pt x="10062" y="3111"/>
                    <a:pt x="8716" y="2561"/>
                  </a:cubicBezTo>
                  <a:cubicBezTo>
                    <a:pt x="7954" y="2251"/>
                    <a:pt x="7215" y="1894"/>
                    <a:pt x="6513" y="1477"/>
                  </a:cubicBezTo>
                  <a:cubicBezTo>
                    <a:pt x="5822" y="1061"/>
                    <a:pt x="5096" y="632"/>
                    <a:pt x="4548" y="49"/>
                  </a:cubicBezTo>
                  <a:cubicBezTo>
                    <a:pt x="4537" y="37"/>
                    <a:pt x="4537" y="25"/>
                    <a:pt x="4548" y="13"/>
                  </a:cubicBezTo>
                  <a:lnTo>
                    <a:pt x="4501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57"/>
            <p:cNvSpPr/>
            <p:nvPr/>
          </p:nvSpPr>
          <p:spPr>
            <a:xfrm>
              <a:off x="6599950" y="4306675"/>
              <a:ext cx="273875" cy="100900"/>
            </a:xfrm>
            <a:custGeom>
              <a:avLst/>
              <a:gdLst/>
              <a:ahLst/>
              <a:cxnLst/>
              <a:rect l="l" t="t" r="r" b="b"/>
              <a:pathLst>
                <a:path w="10955" h="4036" extrusionOk="0">
                  <a:moveTo>
                    <a:pt x="3238" y="1"/>
                  </a:moveTo>
                  <a:cubicBezTo>
                    <a:pt x="2852" y="1"/>
                    <a:pt x="2466" y="37"/>
                    <a:pt x="2084" y="109"/>
                  </a:cubicBezTo>
                  <a:cubicBezTo>
                    <a:pt x="1703" y="180"/>
                    <a:pt x="1334" y="287"/>
                    <a:pt x="977" y="430"/>
                  </a:cubicBezTo>
                  <a:cubicBezTo>
                    <a:pt x="644" y="573"/>
                    <a:pt x="334" y="752"/>
                    <a:pt x="13" y="906"/>
                  </a:cubicBezTo>
                  <a:cubicBezTo>
                    <a:pt x="1" y="918"/>
                    <a:pt x="1" y="930"/>
                    <a:pt x="1" y="942"/>
                  </a:cubicBezTo>
                  <a:lnTo>
                    <a:pt x="37" y="954"/>
                  </a:lnTo>
                  <a:cubicBezTo>
                    <a:pt x="45" y="946"/>
                    <a:pt x="53" y="937"/>
                    <a:pt x="62" y="937"/>
                  </a:cubicBezTo>
                  <a:cubicBezTo>
                    <a:pt x="65" y="937"/>
                    <a:pt x="69" y="939"/>
                    <a:pt x="72" y="942"/>
                  </a:cubicBezTo>
                  <a:cubicBezTo>
                    <a:pt x="477" y="1133"/>
                    <a:pt x="846" y="1383"/>
                    <a:pt x="1227" y="1621"/>
                  </a:cubicBezTo>
                  <a:cubicBezTo>
                    <a:pt x="1608" y="1847"/>
                    <a:pt x="1977" y="2085"/>
                    <a:pt x="2370" y="2311"/>
                  </a:cubicBezTo>
                  <a:cubicBezTo>
                    <a:pt x="3727" y="3061"/>
                    <a:pt x="5192" y="3669"/>
                    <a:pt x="6728" y="3919"/>
                  </a:cubicBezTo>
                  <a:cubicBezTo>
                    <a:pt x="7192" y="3997"/>
                    <a:pt x="7662" y="4035"/>
                    <a:pt x="8131" y="4035"/>
                  </a:cubicBezTo>
                  <a:cubicBezTo>
                    <a:pt x="9092" y="4035"/>
                    <a:pt x="10050" y="3874"/>
                    <a:pt x="10955" y="3561"/>
                  </a:cubicBezTo>
                  <a:cubicBezTo>
                    <a:pt x="10288" y="3216"/>
                    <a:pt x="9657" y="2823"/>
                    <a:pt x="9050" y="2395"/>
                  </a:cubicBezTo>
                  <a:cubicBezTo>
                    <a:pt x="7645" y="1454"/>
                    <a:pt x="6240" y="490"/>
                    <a:pt x="4561" y="144"/>
                  </a:cubicBezTo>
                  <a:cubicBezTo>
                    <a:pt x="4127" y="49"/>
                    <a:pt x="3683" y="1"/>
                    <a:pt x="3238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57"/>
            <p:cNvSpPr/>
            <p:nvPr/>
          </p:nvSpPr>
          <p:spPr>
            <a:xfrm>
              <a:off x="6439525" y="3953600"/>
              <a:ext cx="519425" cy="873650"/>
            </a:xfrm>
            <a:custGeom>
              <a:avLst/>
              <a:gdLst/>
              <a:ahLst/>
              <a:cxnLst/>
              <a:rect l="l" t="t" r="r" b="b"/>
              <a:pathLst>
                <a:path w="20777" h="34946" extrusionOk="0">
                  <a:moveTo>
                    <a:pt x="10192" y="408"/>
                  </a:moveTo>
                  <a:cubicBezTo>
                    <a:pt x="10454" y="420"/>
                    <a:pt x="10716" y="456"/>
                    <a:pt x="10966" y="504"/>
                  </a:cubicBezTo>
                  <a:cubicBezTo>
                    <a:pt x="11299" y="575"/>
                    <a:pt x="11621" y="635"/>
                    <a:pt x="11954" y="706"/>
                  </a:cubicBezTo>
                  <a:cubicBezTo>
                    <a:pt x="12597" y="825"/>
                    <a:pt x="13240" y="956"/>
                    <a:pt x="13883" y="1075"/>
                  </a:cubicBezTo>
                  <a:cubicBezTo>
                    <a:pt x="15169" y="1313"/>
                    <a:pt x="16455" y="1528"/>
                    <a:pt x="17741" y="1730"/>
                  </a:cubicBezTo>
                  <a:lnTo>
                    <a:pt x="19729" y="2028"/>
                  </a:lnTo>
                  <a:cubicBezTo>
                    <a:pt x="19408" y="2873"/>
                    <a:pt x="19098" y="3718"/>
                    <a:pt x="18765" y="4552"/>
                  </a:cubicBezTo>
                  <a:lnTo>
                    <a:pt x="17193" y="4278"/>
                  </a:lnTo>
                  <a:cubicBezTo>
                    <a:pt x="15752" y="4028"/>
                    <a:pt x="14312" y="3766"/>
                    <a:pt x="12871" y="3516"/>
                  </a:cubicBezTo>
                  <a:cubicBezTo>
                    <a:pt x="12157" y="3385"/>
                    <a:pt x="11430" y="3254"/>
                    <a:pt x="10716" y="3123"/>
                  </a:cubicBezTo>
                  <a:lnTo>
                    <a:pt x="10121" y="3016"/>
                  </a:lnTo>
                  <a:cubicBezTo>
                    <a:pt x="10144" y="2814"/>
                    <a:pt x="10156" y="2623"/>
                    <a:pt x="10156" y="2421"/>
                  </a:cubicBezTo>
                  <a:cubicBezTo>
                    <a:pt x="10168" y="2183"/>
                    <a:pt x="10156" y="1932"/>
                    <a:pt x="10168" y="1682"/>
                  </a:cubicBezTo>
                  <a:cubicBezTo>
                    <a:pt x="10180" y="1432"/>
                    <a:pt x="10180" y="1182"/>
                    <a:pt x="10180" y="932"/>
                  </a:cubicBezTo>
                  <a:cubicBezTo>
                    <a:pt x="10180" y="754"/>
                    <a:pt x="10192" y="587"/>
                    <a:pt x="10192" y="408"/>
                  </a:cubicBezTo>
                  <a:close/>
                  <a:moveTo>
                    <a:pt x="9122" y="3164"/>
                  </a:moveTo>
                  <a:cubicBezTo>
                    <a:pt x="9206" y="3164"/>
                    <a:pt x="9292" y="3172"/>
                    <a:pt x="9382" y="3195"/>
                  </a:cubicBezTo>
                  <a:cubicBezTo>
                    <a:pt x="9549" y="3206"/>
                    <a:pt x="9716" y="3242"/>
                    <a:pt x="9894" y="3266"/>
                  </a:cubicBezTo>
                  <a:lnTo>
                    <a:pt x="10823" y="3409"/>
                  </a:lnTo>
                  <a:cubicBezTo>
                    <a:pt x="11454" y="3516"/>
                    <a:pt x="12085" y="3623"/>
                    <a:pt x="12704" y="3742"/>
                  </a:cubicBezTo>
                  <a:cubicBezTo>
                    <a:pt x="13966" y="3957"/>
                    <a:pt x="15228" y="4183"/>
                    <a:pt x="16479" y="4445"/>
                  </a:cubicBezTo>
                  <a:cubicBezTo>
                    <a:pt x="17110" y="4564"/>
                    <a:pt x="17729" y="4695"/>
                    <a:pt x="18360" y="4826"/>
                  </a:cubicBezTo>
                  <a:cubicBezTo>
                    <a:pt x="18669" y="4885"/>
                    <a:pt x="18979" y="4945"/>
                    <a:pt x="19288" y="5016"/>
                  </a:cubicBezTo>
                  <a:lnTo>
                    <a:pt x="19765" y="5111"/>
                  </a:lnTo>
                  <a:cubicBezTo>
                    <a:pt x="19908" y="5135"/>
                    <a:pt x="20062" y="5171"/>
                    <a:pt x="20217" y="5207"/>
                  </a:cubicBezTo>
                  <a:cubicBezTo>
                    <a:pt x="20455" y="5302"/>
                    <a:pt x="20336" y="5623"/>
                    <a:pt x="20217" y="5778"/>
                  </a:cubicBezTo>
                  <a:cubicBezTo>
                    <a:pt x="20039" y="5945"/>
                    <a:pt x="19824" y="6052"/>
                    <a:pt x="19586" y="6076"/>
                  </a:cubicBezTo>
                  <a:cubicBezTo>
                    <a:pt x="19476" y="6098"/>
                    <a:pt x="19366" y="6107"/>
                    <a:pt x="19257" y="6107"/>
                  </a:cubicBezTo>
                  <a:cubicBezTo>
                    <a:pt x="18758" y="6107"/>
                    <a:pt x="18259" y="5918"/>
                    <a:pt x="17760" y="5918"/>
                  </a:cubicBezTo>
                  <a:cubicBezTo>
                    <a:pt x="17726" y="5918"/>
                    <a:pt x="17692" y="5919"/>
                    <a:pt x="17657" y="5921"/>
                  </a:cubicBezTo>
                  <a:cubicBezTo>
                    <a:pt x="17550" y="5933"/>
                    <a:pt x="17574" y="6088"/>
                    <a:pt x="17681" y="6088"/>
                  </a:cubicBezTo>
                  <a:cubicBezTo>
                    <a:pt x="18289" y="6099"/>
                    <a:pt x="18863" y="6421"/>
                    <a:pt x="19470" y="6421"/>
                  </a:cubicBezTo>
                  <a:cubicBezTo>
                    <a:pt x="19481" y="6421"/>
                    <a:pt x="19492" y="6421"/>
                    <a:pt x="19503" y="6421"/>
                  </a:cubicBezTo>
                  <a:lnTo>
                    <a:pt x="19503" y="6421"/>
                  </a:lnTo>
                  <a:cubicBezTo>
                    <a:pt x="19491" y="6469"/>
                    <a:pt x="19479" y="6516"/>
                    <a:pt x="19479" y="6576"/>
                  </a:cubicBezTo>
                  <a:cubicBezTo>
                    <a:pt x="19396" y="9029"/>
                    <a:pt x="19300" y="11493"/>
                    <a:pt x="19229" y="13958"/>
                  </a:cubicBezTo>
                  <a:cubicBezTo>
                    <a:pt x="19169" y="16399"/>
                    <a:pt x="19110" y="18851"/>
                    <a:pt x="19062" y="21304"/>
                  </a:cubicBezTo>
                  <a:cubicBezTo>
                    <a:pt x="19003" y="23757"/>
                    <a:pt x="18979" y="26209"/>
                    <a:pt x="18979" y="28662"/>
                  </a:cubicBezTo>
                  <a:cubicBezTo>
                    <a:pt x="18979" y="29888"/>
                    <a:pt x="18991" y="31127"/>
                    <a:pt x="19003" y="32353"/>
                  </a:cubicBezTo>
                  <a:cubicBezTo>
                    <a:pt x="19015" y="32651"/>
                    <a:pt x="19015" y="32960"/>
                    <a:pt x="19027" y="33258"/>
                  </a:cubicBezTo>
                  <a:cubicBezTo>
                    <a:pt x="19038" y="33508"/>
                    <a:pt x="19027" y="33758"/>
                    <a:pt x="19003" y="33996"/>
                  </a:cubicBezTo>
                  <a:cubicBezTo>
                    <a:pt x="18979" y="34186"/>
                    <a:pt x="18848" y="34353"/>
                    <a:pt x="18657" y="34413"/>
                  </a:cubicBezTo>
                  <a:cubicBezTo>
                    <a:pt x="18526" y="34432"/>
                    <a:pt x="18395" y="34441"/>
                    <a:pt x="18264" y="34441"/>
                  </a:cubicBezTo>
                  <a:cubicBezTo>
                    <a:pt x="18157" y="34441"/>
                    <a:pt x="18050" y="34435"/>
                    <a:pt x="17943" y="34425"/>
                  </a:cubicBezTo>
                  <a:cubicBezTo>
                    <a:pt x="16717" y="34341"/>
                    <a:pt x="15514" y="34115"/>
                    <a:pt x="14312" y="33913"/>
                  </a:cubicBezTo>
                  <a:cubicBezTo>
                    <a:pt x="13109" y="33710"/>
                    <a:pt x="11907" y="33508"/>
                    <a:pt x="10704" y="33282"/>
                  </a:cubicBezTo>
                  <a:cubicBezTo>
                    <a:pt x="8275" y="32841"/>
                    <a:pt x="5870" y="32341"/>
                    <a:pt x="3489" y="31674"/>
                  </a:cubicBezTo>
                  <a:cubicBezTo>
                    <a:pt x="2941" y="31531"/>
                    <a:pt x="2394" y="31353"/>
                    <a:pt x="1870" y="31127"/>
                  </a:cubicBezTo>
                  <a:cubicBezTo>
                    <a:pt x="1465" y="30948"/>
                    <a:pt x="881" y="30710"/>
                    <a:pt x="679" y="30269"/>
                  </a:cubicBezTo>
                  <a:cubicBezTo>
                    <a:pt x="572" y="30043"/>
                    <a:pt x="631" y="29769"/>
                    <a:pt x="679" y="29531"/>
                  </a:cubicBezTo>
                  <a:cubicBezTo>
                    <a:pt x="750" y="29233"/>
                    <a:pt x="822" y="28948"/>
                    <a:pt x="905" y="28662"/>
                  </a:cubicBezTo>
                  <a:cubicBezTo>
                    <a:pt x="1060" y="28079"/>
                    <a:pt x="1262" y="27507"/>
                    <a:pt x="1453" y="26924"/>
                  </a:cubicBezTo>
                  <a:cubicBezTo>
                    <a:pt x="2263" y="24638"/>
                    <a:pt x="3108" y="22364"/>
                    <a:pt x="3941" y="20078"/>
                  </a:cubicBezTo>
                  <a:cubicBezTo>
                    <a:pt x="4775" y="17792"/>
                    <a:pt x="5596" y="15506"/>
                    <a:pt x="6370" y="13196"/>
                  </a:cubicBezTo>
                  <a:cubicBezTo>
                    <a:pt x="7156" y="10886"/>
                    <a:pt x="7906" y="8576"/>
                    <a:pt x="8573" y="6231"/>
                  </a:cubicBezTo>
                  <a:cubicBezTo>
                    <a:pt x="8728" y="5695"/>
                    <a:pt x="8871" y="5159"/>
                    <a:pt x="9013" y="4611"/>
                  </a:cubicBezTo>
                  <a:cubicBezTo>
                    <a:pt x="9201" y="4665"/>
                    <a:pt x="9395" y="4692"/>
                    <a:pt x="9591" y="4692"/>
                  </a:cubicBezTo>
                  <a:cubicBezTo>
                    <a:pt x="9656" y="4692"/>
                    <a:pt x="9722" y="4689"/>
                    <a:pt x="9787" y="4683"/>
                  </a:cubicBezTo>
                  <a:cubicBezTo>
                    <a:pt x="10061" y="4754"/>
                    <a:pt x="10335" y="4826"/>
                    <a:pt x="10621" y="4861"/>
                  </a:cubicBezTo>
                  <a:cubicBezTo>
                    <a:pt x="11026" y="4933"/>
                    <a:pt x="11430" y="5004"/>
                    <a:pt x="11835" y="5076"/>
                  </a:cubicBezTo>
                  <a:cubicBezTo>
                    <a:pt x="12669" y="5183"/>
                    <a:pt x="13514" y="5266"/>
                    <a:pt x="14347" y="5338"/>
                  </a:cubicBezTo>
                  <a:cubicBezTo>
                    <a:pt x="14395" y="5338"/>
                    <a:pt x="14407" y="5278"/>
                    <a:pt x="14359" y="5266"/>
                  </a:cubicBezTo>
                  <a:cubicBezTo>
                    <a:pt x="13943" y="5171"/>
                    <a:pt x="13526" y="5100"/>
                    <a:pt x="13109" y="5016"/>
                  </a:cubicBezTo>
                  <a:cubicBezTo>
                    <a:pt x="12692" y="4921"/>
                    <a:pt x="12276" y="4838"/>
                    <a:pt x="11859" y="4778"/>
                  </a:cubicBezTo>
                  <a:cubicBezTo>
                    <a:pt x="11454" y="4707"/>
                    <a:pt x="11037" y="4659"/>
                    <a:pt x="10633" y="4611"/>
                  </a:cubicBezTo>
                  <a:cubicBezTo>
                    <a:pt x="10216" y="4552"/>
                    <a:pt x="9799" y="4528"/>
                    <a:pt x="9382" y="4528"/>
                  </a:cubicBezTo>
                  <a:cubicBezTo>
                    <a:pt x="9132" y="4457"/>
                    <a:pt x="8906" y="4302"/>
                    <a:pt x="8763" y="4099"/>
                  </a:cubicBezTo>
                  <a:cubicBezTo>
                    <a:pt x="8644" y="3933"/>
                    <a:pt x="8597" y="3730"/>
                    <a:pt x="8632" y="3540"/>
                  </a:cubicBezTo>
                  <a:cubicBezTo>
                    <a:pt x="8680" y="3361"/>
                    <a:pt x="8799" y="3230"/>
                    <a:pt x="8978" y="3171"/>
                  </a:cubicBezTo>
                  <a:cubicBezTo>
                    <a:pt x="9026" y="3166"/>
                    <a:pt x="9074" y="3164"/>
                    <a:pt x="9122" y="3164"/>
                  </a:cubicBezTo>
                  <a:close/>
                  <a:moveTo>
                    <a:pt x="9997" y="1"/>
                  </a:moveTo>
                  <a:cubicBezTo>
                    <a:pt x="9903" y="1"/>
                    <a:pt x="9818" y="67"/>
                    <a:pt x="9799" y="170"/>
                  </a:cubicBezTo>
                  <a:cubicBezTo>
                    <a:pt x="9752" y="420"/>
                    <a:pt x="9728" y="670"/>
                    <a:pt x="9740" y="932"/>
                  </a:cubicBezTo>
                  <a:cubicBezTo>
                    <a:pt x="9728" y="1182"/>
                    <a:pt x="9728" y="1444"/>
                    <a:pt x="9740" y="1694"/>
                  </a:cubicBezTo>
                  <a:cubicBezTo>
                    <a:pt x="9752" y="1956"/>
                    <a:pt x="9763" y="2206"/>
                    <a:pt x="9799" y="2456"/>
                  </a:cubicBezTo>
                  <a:cubicBezTo>
                    <a:pt x="9823" y="2635"/>
                    <a:pt x="9859" y="2802"/>
                    <a:pt x="9894" y="2968"/>
                  </a:cubicBezTo>
                  <a:lnTo>
                    <a:pt x="9621" y="2921"/>
                  </a:lnTo>
                  <a:cubicBezTo>
                    <a:pt x="9409" y="2878"/>
                    <a:pt x="9186" y="2806"/>
                    <a:pt x="8968" y="2806"/>
                  </a:cubicBezTo>
                  <a:cubicBezTo>
                    <a:pt x="8878" y="2806"/>
                    <a:pt x="8790" y="2818"/>
                    <a:pt x="8704" y="2849"/>
                  </a:cubicBezTo>
                  <a:cubicBezTo>
                    <a:pt x="8132" y="3052"/>
                    <a:pt x="8037" y="3849"/>
                    <a:pt x="8430" y="4266"/>
                  </a:cubicBezTo>
                  <a:cubicBezTo>
                    <a:pt x="8525" y="4373"/>
                    <a:pt x="8632" y="4457"/>
                    <a:pt x="8751" y="4516"/>
                  </a:cubicBezTo>
                  <a:cubicBezTo>
                    <a:pt x="8085" y="6897"/>
                    <a:pt x="7358" y="9243"/>
                    <a:pt x="6561" y="11600"/>
                  </a:cubicBezTo>
                  <a:cubicBezTo>
                    <a:pt x="5751" y="13958"/>
                    <a:pt x="4894" y="16303"/>
                    <a:pt x="4025" y="18625"/>
                  </a:cubicBezTo>
                  <a:cubicBezTo>
                    <a:pt x="3156" y="20959"/>
                    <a:pt x="2286" y="23280"/>
                    <a:pt x="1441" y="25602"/>
                  </a:cubicBezTo>
                  <a:cubicBezTo>
                    <a:pt x="1012" y="26769"/>
                    <a:pt x="572" y="27924"/>
                    <a:pt x="274" y="29126"/>
                  </a:cubicBezTo>
                  <a:cubicBezTo>
                    <a:pt x="143" y="29662"/>
                    <a:pt x="0" y="30245"/>
                    <a:pt x="381" y="30722"/>
                  </a:cubicBezTo>
                  <a:cubicBezTo>
                    <a:pt x="715" y="31138"/>
                    <a:pt x="1239" y="31388"/>
                    <a:pt x="1727" y="31579"/>
                  </a:cubicBezTo>
                  <a:cubicBezTo>
                    <a:pt x="2274" y="31793"/>
                    <a:pt x="2834" y="31972"/>
                    <a:pt x="3406" y="32115"/>
                  </a:cubicBezTo>
                  <a:cubicBezTo>
                    <a:pt x="4013" y="32281"/>
                    <a:pt x="4620" y="32436"/>
                    <a:pt x="5227" y="32591"/>
                  </a:cubicBezTo>
                  <a:cubicBezTo>
                    <a:pt x="6442" y="32889"/>
                    <a:pt x="7668" y="33163"/>
                    <a:pt x="8894" y="33401"/>
                  </a:cubicBezTo>
                  <a:cubicBezTo>
                    <a:pt x="10121" y="33639"/>
                    <a:pt x="11359" y="33877"/>
                    <a:pt x="12585" y="34091"/>
                  </a:cubicBezTo>
                  <a:cubicBezTo>
                    <a:pt x="13812" y="34306"/>
                    <a:pt x="15038" y="34532"/>
                    <a:pt x="16276" y="34722"/>
                  </a:cubicBezTo>
                  <a:cubicBezTo>
                    <a:pt x="16883" y="34829"/>
                    <a:pt x="17503" y="34901"/>
                    <a:pt x="18122" y="34937"/>
                  </a:cubicBezTo>
                  <a:cubicBezTo>
                    <a:pt x="18200" y="34942"/>
                    <a:pt x="18280" y="34946"/>
                    <a:pt x="18359" y="34946"/>
                  </a:cubicBezTo>
                  <a:cubicBezTo>
                    <a:pt x="18783" y="34946"/>
                    <a:pt x="19195" y="34844"/>
                    <a:pt x="19396" y="34413"/>
                  </a:cubicBezTo>
                  <a:cubicBezTo>
                    <a:pt x="19491" y="34186"/>
                    <a:pt x="19539" y="33936"/>
                    <a:pt x="19539" y="33686"/>
                  </a:cubicBezTo>
                  <a:cubicBezTo>
                    <a:pt x="19550" y="33389"/>
                    <a:pt x="19539" y="33091"/>
                    <a:pt x="19539" y="32793"/>
                  </a:cubicBezTo>
                  <a:cubicBezTo>
                    <a:pt x="19527" y="32162"/>
                    <a:pt x="19527" y="31543"/>
                    <a:pt x="19527" y="30912"/>
                  </a:cubicBezTo>
                  <a:cubicBezTo>
                    <a:pt x="19515" y="28400"/>
                    <a:pt x="19527" y="25888"/>
                    <a:pt x="19562" y="23376"/>
                  </a:cubicBezTo>
                  <a:cubicBezTo>
                    <a:pt x="19598" y="20887"/>
                    <a:pt x="19646" y="18387"/>
                    <a:pt x="19717" y="15875"/>
                  </a:cubicBezTo>
                  <a:cubicBezTo>
                    <a:pt x="19789" y="13362"/>
                    <a:pt x="19872" y="10850"/>
                    <a:pt x="19955" y="8338"/>
                  </a:cubicBezTo>
                  <a:cubicBezTo>
                    <a:pt x="19967" y="7731"/>
                    <a:pt x="19979" y="7124"/>
                    <a:pt x="20003" y="6528"/>
                  </a:cubicBezTo>
                  <a:cubicBezTo>
                    <a:pt x="20003" y="6457"/>
                    <a:pt x="19967" y="6397"/>
                    <a:pt x="19920" y="6362"/>
                  </a:cubicBezTo>
                  <a:cubicBezTo>
                    <a:pt x="20312" y="6243"/>
                    <a:pt x="20658" y="5945"/>
                    <a:pt x="20717" y="5540"/>
                  </a:cubicBezTo>
                  <a:cubicBezTo>
                    <a:pt x="20777" y="5266"/>
                    <a:pt x="20658" y="4992"/>
                    <a:pt x="20408" y="4873"/>
                  </a:cubicBezTo>
                  <a:cubicBezTo>
                    <a:pt x="20265" y="4814"/>
                    <a:pt x="20110" y="4778"/>
                    <a:pt x="19955" y="4766"/>
                  </a:cubicBezTo>
                  <a:lnTo>
                    <a:pt x="19360" y="4659"/>
                  </a:lnTo>
                  <a:lnTo>
                    <a:pt x="19158" y="4623"/>
                  </a:lnTo>
                  <a:cubicBezTo>
                    <a:pt x="19467" y="3730"/>
                    <a:pt x="19800" y="2849"/>
                    <a:pt x="20134" y="1968"/>
                  </a:cubicBezTo>
                  <a:cubicBezTo>
                    <a:pt x="20181" y="1873"/>
                    <a:pt x="20110" y="1754"/>
                    <a:pt x="20003" y="1730"/>
                  </a:cubicBezTo>
                  <a:cubicBezTo>
                    <a:pt x="17407" y="1385"/>
                    <a:pt x="14824" y="980"/>
                    <a:pt x="12240" y="516"/>
                  </a:cubicBezTo>
                  <a:cubicBezTo>
                    <a:pt x="11514" y="385"/>
                    <a:pt x="10776" y="278"/>
                    <a:pt x="10073" y="16"/>
                  </a:cubicBezTo>
                  <a:cubicBezTo>
                    <a:pt x="10048" y="6"/>
                    <a:pt x="10022" y="1"/>
                    <a:pt x="99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57"/>
            <p:cNvSpPr/>
            <p:nvPr/>
          </p:nvSpPr>
          <p:spPr>
            <a:xfrm>
              <a:off x="6477325" y="4301725"/>
              <a:ext cx="415250" cy="480650"/>
            </a:xfrm>
            <a:custGeom>
              <a:avLst/>
              <a:gdLst/>
              <a:ahLst/>
              <a:cxnLst/>
              <a:rect l="l" t="t" r="r" b="b"/>
              <a:pathLst>
                <a:path w="16610" h="19226" extrusionOk="0">
                  <a:moveTo>
                    <a:pt x="8143" y="199"/>
                  </a:moveTo>
                  <a:cubicBezTo>
                    <a:pt x="8588" y="199"/>
                    <a:pt x="9032" y="247"/>
                    <a:pt x="9466" y="342"/>
                  </a:cubicBezTo>
                  <a:cubicBezTo>
                    <a:pt x="11145" y="688"/>
                    <a:pt x="12550" y="1652"/>
                    <a:pt x="13955" y="2593"/>
                  </a:cubicBezTo>
                  <a:cubicBezTo>
                    <a:pt x="14562" y="3021"/>
                    <a:pt x="15193" y="3414"/>
                    <a:pt x="15860" y="3748"/>
                  </a:cubicBezTo>
                  <a:cubicBezTo>
                    <a:pt x="14953" y="4068"/>
                    <a:pt x="13992" y="4233"/>
                    <a:pt x="13028" y="4233"/>
                  </a:cubicBezTo>
                  <a:cubicBezTo>
                    <a:pt x="12562" y="4233"/>
                    <a:pt x="12095" y="4194"/>
                    <a:pt x="11633" y="4117"/>
                  </a:cubicBezTo>
                  <a:cubicBezTo>
                    <a:pt x="10097" y="3867"/>
                    <a:pt x="8632" y="3259"/>
                    <a:pt x="7275" y="2509"/>
                  </a:cubicBezTo>
                  <a:cubicBezTo>
                    <a:pt x="6882" y="2283"/>
                    <a:pt x="6513" y="2045"/>
                    <a:pt x="6132" y="1819"/>
                  </a:cubicBezTo>
                  <a:cubicBezTo>
                    <a:pt x="5751" y="1592"/>
                    <a:pt x="5382" y="1331"/>
                    <a:pt x="4977" y="1140"/>
                  </a:cubicBezTo>
                  <a:cubicBezTo>
                    <a:pt x="4974" y="1137"/>
                    <a:pt x="4970" y="1135"/>
                    <a:pt x="4967" y="1135"/>
                  </a:cubicBezTo>
                  <a:cubicBezTo>
                    <a:pt x="4958" y="1135"/>
                    <a:pt x="4950" y="1144"/>
                    <a:pt x="4942" y="1152"/>
                  </a:cubicBezTo>
                  <a:cubicBezTo>
                    <a:pt x="4942" y="1164"/>
                    <a:pt x="4942" y="1176"/>
                    <a:pt x="4942" y="1188"/>
                  </a:cubicBezTo>
                  <a:cubicBezTo>
                    <a:pt x="5501" y="1771"/>
                    <a:pt x="6227" y="2212"/>
                    <a:pt x="6918" y="2616"/>
                  </a:cubicBezTo>
                  <a:cubicBezTo>
                    <a:pt x="7620" y="3033"/>
                    <a:pt x="8347" y="3402"/>
                    <a:pt x="9109" y="3700"/>
                  </a:cubicBezTo>
                  <a:cubicBezTo>
                    <a:pt x="10446" y="4241"/>
                    <a:pt x="11866" y="4527"/>
                    <a:pt x="13310" y="4527"/>
                  </a:cubicBezTo>
                  <a:cubicBezTo>
                    <a:pt x="13421" y="4527"/>
                    <a:pt x="13533" y="4525"/>
                    <a:pt x="13645" y="4521"/>
                  </a:cubicBezTo>
                  <a:cubicBezTo>
                    <a:pt x="14502" y="4498"/>
                    <a:pt x="15360" y="4343"/>
                    <a:pt x="16169" y="4045"/>
                  </a:cubicBezTo>
                  <a:cubicBezTo>
                    <a:pt x="16229" y="4021"/>
                    <a:pt x="16264" y="3986"/>
                    <a:pt x="16276" y="3926"/>
                  </a:cubicBezTo>
                  <a:lnTo>
                    <a:pt x="16312" y="3938"/>
                  </a:lnTo>
                  <a:lnTo>
                    <a:pt x="16312" y="3950"/>
                  </a:lnTo>
                  <a:cubicBezTo>
                    <a:pt x="16193" y="7046"/>
                    <a:pt x="16181" y="10153"/>
                    <a:pt x="16133" y="13261"/>
                  </a:cubicBezTo>
                  <a:cubicBezTo>
                    <a:pt x="16122" y="14046"/>
                    <a:pt x="16110" y="14820"/>
                    <a:pt x="16098" y="15606"/>
                  </a:cubicBezTo>
                  <a:cubicBezTo>
                    <a:pt x="16086" y="16356"/>
                    <a:pt x="16098" y="17118"/>
                    <a:pt x="16062" y="17856"/>
                  </a:cubicBezTo>
                  <a:cubicBezTo>
                    <a:pt x="16074" y="18118"/>
                    <a:pt x="16002" y="18368"/>
                    <a:pt x="15871" y="18583"/>
                  </a:cubicBezTo>
                  <a:cubicBezTo>
                    <a:pt x="15742" y="18764"/>
                    <a:pt x="15525" y="18789"/>
                    <a:pt x="15312" y="18789"/>
                  </a:cubicBezTo>
                  <a:cubicBezTo>
                    <a:pt x="15230" y="18789"/>
                    <a:pt x="15149" y="18785"/>
                    <a:pt x="15074" y="18785"/>
                  </a:cubicBezTo>
                  <a:cubicBezTo>
                    <a:pt x="14300" y="18761"/>
                    <a:pt x="13526" y="18714"/>
                    <a:pt x="12752" y="18642"/>
                  </a:cubicBezTo>
                  <a:cubicBezTo>
                    <a:pt x="9704" y="18392"/>
                    <a:pt x="6692" y="17856"/>
                    <a:pt x="3751" y="17035"/>
                  </a:cubicBezTo>
                  <a:cubicBezTo>
                    <a:pt x="3013" y="16832"/>
                    <a:pt x="2275" y="16606"/>
                    <a:pt x="1548" y="16356"/>
                  </a:cubicBezTo>
                  <a:cubicBezTo>
                    <a:pt x="1251" y="16249"/>
                    <a:pt x="905" y="16178"/>
                    <a:pt x="655" y="15963"/>
                  </a:cubicBezTo>
                  <a:cubicBezTo>
                    <a:pt x="405" y="15737"/>
                    <a:pt x="405" y="15356"/>
                    <a:pt x="405" y="15047"/>
                  </a:cubicBezTo>
                  <a:cubicBezTo>
                    <a:pt x="405" y="13558"/>
                    <a:pt x="1084" y="12153"/>
                    <a:pt x="1655" y="10808"/>
                  </a:cubicBezTo>
                  <a:cubicBezTo>
                    <a:pt x="2846" y="7986"/>
                    <a:pt x="3751" y="5057"/>
                    <a:pt x="4620" y="2128"/>
                  </a:cubicBezTo>
                  <a:cubicBezTo>
                    <a:pt x="4715" y="1795"/>
                    <a:pt x="4811" y="1473"/>
                    <a:pt x="4906" y="1140"/>
                  </a:cubicBezTo>
                  <a:cubicBezTo>
                    <a:pt x="4918" y="1128"/>
                    <a:pt x="4918" y="1116"/>
                    <a:pt x="4918" y="1104"/>
                  </a:cubicBezTo>
                  <a:cubicBezTo>
                    <a:pt x="5239" y="950"/>
                    <a:pt x="5549" y="759"/>
                    <a:pt x="5882" y="628"/>
                  </a:cubicBezTo>
                  <a:cubicBezTo>
                    <a:pt x="6239" y="485"/>
                    <a:pt x="6608" y="378"/>
                    <a:pt x="6989" y="307"/>
                  </a:cubicBezTo>
                  <a:cubicBezTo>
                    <a:pt x="7371" y="235"/>
                    <a:pt x="7757" y="199"/>
                    <a:pt x="8143" y="199"/>
                  </a:cubicBezTo>
                  <a:close/>
                  <a:moveTo>
                    <a:pt x="8210" y="0"/>
                  </a:moveTo>
                  <a:cubicBezTo>
                    <a:pt x="7851" y="0"/>
                    <a:pt x="7490" y="30"/>
                    <a:pt x="7132" y="92"/>
                  </a:cubicBezTo>
                  <a:cubicBezTo>
                    <a:pt x="6716" y="164"/>
                    <a:pt x="6299" y="271"/>
                    <a:pt x="5906" y="438"/>
                  </a:cubicBezTo>
                  <a:cubicBezTo>
                    <a:pt x="5549" y="569"/>
                    <a:pt x="5203" y="759"/>
                    <a:pt x="4906" y="1009"/>
                  </a:cubicBezTo>
                  <a:cubicBezTo>
                    <a:pt x="4894" y="1009"/>
                    <a:pt x="4882" y="1009"/>
                    <a:pt x="4882" y="1021"/>
                  </a:cubicBezTo>
                  <a:lnTo>
                    <a:pt x="4870" y="1045"/>
                  </a:lnTo>
                  <a:lnTo>
                    <a:pt x="4822" y="1092"/>
                  </a:lnTo>
                  <a:cubicBezTo>
                    <a:pt x="4811" y="1116"/>
                    <a:pt x="4822" y="1140"/>
                    <a:pt x="4846" y="1140"/>
                  </a:cubicBezTo>
                  <a:cubicBezTo>
                    <a:pt x="3834" y="4093"/>
                    <a:pt x="2822" y="7057"/>
                    <a:pt x="1620" y="9951"/>
                  </a:cubicBezTo>
                  <a:cubicBezTo>
                    <a:pt x="1024" y="11367"/>
                    <a:pt x="250" y="12784"/>
                    <a:pt x="60" y="14320"/>
                  </a:cubicBezTo>
                  <a:cubicBezTo>
                    <a:pt x="0" y="14689"/>
                    <a:pt x="0" y="15070"/>
                    <a:pt x="24" y="15439"/>
                  </a:cubicBezTo>
                  <a:cubicBezTo>
                    <a:pt x="48" y="15761"/>
                    <a:pt x="191" y="16059"/>
                    <a:pt x="429" y="16261"/>
                  </a:cubicBezTo>
                  <a:cubicBezTo>
                    <a:pt x="703" y="16475"/>
                    <a:pt x="1048" y="16571"/>
                    <a:pt x="1370" y="16666"/>
                  </a:cubicBezTo>
                  <a:cubicBezTo>
                    <a:pt x="1727" y="16785"/>
                    <a:pt x="2096" y="16904"/>
                    <a:pt x="2465" y="17023"/>
                  </a:cubicBezTo>
                  <a:cubicBezTo>
                    <a:pt x="5477" y="17964"/>
                    <a:pt x="8585" y="18618"/>
                    <a:pt x="11728" y="18964"/>
                  </a:cubicBezTo>
                  <a:cubicBezTo>
                    <a:pt x="12514" y="19059"/>
                    <a:pt x="13312" y="19118"/>
                    <a:pt x="14109" y="19166"/>
                  </a:cubicBezTo>
                  <a:cubicBezTo>
                    <a:pt x="14502" y="19202"/>
                    <a:pt x="14895" y="19214"/>
                    <a:pt x="15288" y="19226"/>
                  </a:cubicBezTo>
                  <a:cubicBezTo>
                    <a:pt x="15610" y="19226"/>
                    <a:pt x="15931" y="19178"/>
                    <a:pt x="16169" y="18928"/>
                  </a:cubicBezTo>
                  <a:cubicBezTo>
                    <a:pt x="16610" y="18476"/>
                    <a:pt x="16526" y="17690"/>
                    <a:pt x="16526" y="17118"/>
                  </a:cubicBezTo>
                  <a:cubicBezTo>
                    <a:pt x="16538" y="16320"/>
                    <a:pt x="16538" y="15535"/>
                    <a:pt x="16538" y="14737"/>
                  </a:cubicBezTo>
                  <a:cubicBezTo>
                    <a:pt x="16562" y="11510"/>
                    <a:pt x="16586" y="8272"/>
                    <a:pt x="16574" y="5045"/>
                  </a:cubicBezTo>
                  <a:cubicBezTo>
                    <a:pt x="16574" y="4640"/>
                    <a:pt x="16562" y="4248"/>
                    <a:pt x="16550" y="3855"/>
                  </a:cubicBezTo>
                  <a:cubicBezTo>
                    <a:pt x="16574" y="3783"/>
                    <a:pt x="16538" y="3712"/>
                    <a:pt x="16479" y="3688"/>
                  </a:cubicBezTo>
                  <a:cubicBezTo>
                    <a:pt x="15729" y="3259"/>
                    <a:pt x="14979" y="2843"/>
                    <a:pt x="14264" y="2390"/>
                  </a:cubicBezTo>
                  <a:cubicBezTo>
                    <a:pt x="13550" y="1926"/>
                    <a:pt x="12835" y="1450"/>
                    <a:pt x="12085" y="1045"/>
                  </a:cubicBezTo>
                  <a:cubicBezTo>
                    <a:pt x="10901" y="415"/>
                    <a:pt x="9560" y="0"/>
                    <a:pt x="82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3" name="Google Shape;2843;p59"/>
          <p:cNvSpPr txBox="1">
            <a:spLocks noGrp="1"/>
          </p:cNvSpPr>
          <p:nvPr>
            <p:ph type="title"/>
          </p:nvPr>
        </p:nvSpPr>
        <p:spPr>
          <a:xfrm>
            <a:off x="2468025" y="2058428"/>
            <a:ext cx="4745100" cy="68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333,000</a:t>
            </a:r>
            <a:endParaRPr/>
          </a:p>
        </p:txBody>
      </p:sp>
      <p:sp>
        <p:nvSpPr>
          <p:cNvPr id="2844" name="Google Shape;2844;p59"/>
          <p:cNvSpPr txBox="1">
            <a:spLocks noGrp="1"/>
          </p:cNvSpPr>
          <p:nvPr>
            <p:ph type="subTitle" idx="1"/>
          </p:nvPr>
        </p:nvSpPr>
        <p:spPr>
          <a:xfrm>
            <a:off x="2471600" y="2742428"/>
            <a:ext cx="4738200" cy="34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Earths is the Sun’s mass</a:t>
            </a:r>
            <a:endParaRPr/>
          </a:p>
        </p:txBody>
      </p:sp>
      <p:sp>
        <p:nvSpPr>
          <p:cNvPr id="2845" name="Google Shape;2845;p59"/>
          <p:cNvSpPr txBox="1">
            <a:spLocks noGrp="1"/>
          </p:cNvSpPr>
          <p:nvPr>
            <p:ph type="title" idx="2"/>
          </p:nvPr>
        </p:nvSpPr>
        <p:spPr>
          <a:xfrm>
            <a:off x="2468025" y="633328"/>
            <a:ext cx="4745100" cy="68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24h 37m 23s</a:t>
            </a:r>
            <a:endParaRPr/>
          </a:p>
        </p:txBody>
      </p:sp>
      <p:sp>
        <p:nvSpPr>
          <p:cNvPr id="2846" name="Google Shape;2846;p59"/>
          <p:cNvSpPr txBox="1">
            <a:spLocks noGrp="1"/>
          </p:cNvSpPr>
          <p:nvPr>
            <p:ph type="subTitle" idx="3"/>
          </p:nvPr>
        </p:nvSpPr>
        <p:spPr>
          <a:xfrm>
            <a:off x="2471600" y="1317328"/>
            <a:ext cx="4738200" cy="34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Jupiter's rotation period</a:t>
            </a:r>
            <a:endParaRPr/>
          </a:p>
        </p:txBody>
      </p:sp>
      <p:sp>
        <p:nvSpPr>
          <p:cNvPr id="2847" name="Google Shape;2847;p59"/>
          <p:cNvSpPr txBox="1">
            <a:spLocks noGrp="1"/>
          </p:cNvSpPr>
          <p:nvPr>
            <p:ph type="title" idx="4"/>
          </p:nvPr>
        </p:nvSpPr>
        <p:spPr>
          <a:xfrm>
            <a:off x="2468025" y="3483528"/>
            <a:ext cx="4745100" cy="68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386,000 km</a:t>
            </a:r>
            <a:endParaRPr/>
          </a:p>
        </p:txBody>
      </p:sp>
      <p:sp>
        <p:nvSpPr>
          <p:cNvPr id="2848" name="Google Shape;2848;p59"/>
          <p:cNvSpPr txBox="1">
            <a:spLocks noGrp="1"/>
          </p:cNvSpPr>
          <p:nvPr>
            <p:ph type="subTitle" idx="5"/>
          </p:nvPr>
        </p:nvSpPr>
        <p:spPr>
          <a:xfrm>
            <a:off x="2471600" y="4167578"/>
            <a:ext cx="4738200" cy="34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the distance between Earth and the Moon</a:t>
            </a:r>
            <a:endParaRPr/>
          </a:p>
        </p:txBody>
      </p:sp>
      <p:grpSp>
        <p:nvGrpSpPr>
          <p:cNvPr id="2849" name="Google Shape;2849;p59"/>
          <p:cNvGrpSpPr/>
          <p:nvPr/>
        </p:nvGrpSpPr>
        <p:grpSpPr>
          <a:xfrm>
            <a:off x="1009440" y="3164453"/>
            <a:ext cx="1282272" cy="1205064"/>
            <a:chOff x="2122575" y="4814050"/>
            <a:chExt cx="580450" cy="545500"/>
          </a:xfrm>
        </p:grpSpPr>
        <p:sp>
          <p:nvSpPr>
            <p:cNvPr id="2850" name="Google Shape;2850;p59"/>
            <p:cNvSpPr/>
            <p:nvPr/>
          </p:nvSpPr>
          <p:spPr>
            <a:xfrm>
              <a:off x="2635425" y="5114100"/>
              <a:ext cx="55700" cy="89325"/>
            </a:xfrm>
            <a:custGeom>
              <a:avLst/>
              <a:gdLst/>
              <a:ahLst/>
              <a:cxnLst/>
              <a:rect l="l" t="t" r="r" b="b"/>
              <a:pathLst>
                <a:path w="2228" h="3573" extrusionOk="0">
                  <a:moveTo>
                    <a:pt x="2216" y="0"/>
                  </a:moveTo>
                  <a:cubicBezTo>
                    <a:pt x="2049" y="131"/>
                    <a:pt x="1894" y="262"/>
                    <a:pt x="1727" y="381"/>
                  </a:cubicBezTo>
                  <a:cubicBezTo>
                    <a:pt x="1215" y="774"/>
                    <a:pt x="703" y="1155"/>
                    <a:pt x="191" y="1536"/>
                  </a:cubicBezTo>
                  <a:cubicBezTo>
                    <a:pt x="227" y="1667"/>
                    <a:pt x="239" y="1798"/>
                    <a:pt x="239" y="1929"/>
                  </a:cubicBezTo>
                  <a:cubicBezTo>
                    <a:pt x="203" y="2477"/>
                    <a:pt x="120" y="3024"/>
                    <a:pt x="1" y="3572"/>
                  </a:cubicBezTo>
                  <a:lnTo>
                    <a:pt x="299" y="3334"/>
                  </a:lnTo>
                  <a:cubicBezTo>
                    <a:pt x="906" y="2870"/>
                    <a:pt x="1477" y="2370"/>
                    <a:pt x="2085" y="1893"/>
                  </a:cubicBezTo>
                  <a:lnTo>
                    <a:pt x="2168" y="929"/>
                  </a:lnTo>
                  <a:cubicBezTo>
                    <a:pt x="2180" y="738"/>
                    <a:pt x="2204" y="560"/>
                    <a:pt x="2216" y="369"/>
                  </a:cubicBezTo>
                  <a:cubicBezTo>
                    <a:pt x="2227" y="250"/>
                    <a:pt x="2227" y="119"/>
                    <a:pt x="221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59"/>
            <p:cNvSpPr/>
            <p:nvPr/>
          </p:nvSpPr>
          <p:spPr>
            <a:xfrm>
              <a:off x="2555375" y="5028675"/>
              <a:ext cx="130675" cy="115200"/>
            </a:xfrm>
            <a:custGeom>
              <a:avLst/>
              <a:gdLst/>
              <a:ahLst/>
              <a:cxnLst/>
              <a:rect l="l" t="t" r="r" b="b"/>
              <a:pathLst>
                <a:path w="5227" h="4608" extrusionOk="0">
                  <a:moveTo>
                    <a:pt x="2262" y="0"/>
                  </a:moveTo>
                  <a:cubicBezTo>
                    <a:pt x="2239" y="0"/>
                    <a:pt x="2143" y="95"/>
                    <a:pt x="2119" y="119"/>
                  </a:cubicBezTo>
                  <a:lnTo>
                    <a:pt x="1929" y="274"/>
                  </a:lnTo>
                  <a:lnTo>
                    <a:pt x="1584" y="548"/>
                  </a:lnTo>
                  <a:cubicBezTo>
                    <a:pt x="1322" y="750"/>
                    <a:pt x="1084" y="953"/>
                    <a:pt x="810" y="1155"/>
                  </a:cubicBezTo>
                  <a:cubicBezTo>
                    <a:pt x="548" y="1369"/>
                    <a:pt x="274" y="1572"/>
                    <a:pt x="0" y="1774"/>
                  </a:cubicBezTo>
                  <a:cubicBezTo>
                    <a:pt x="929" y="2417"/>
                    <a:pt x="1810" y="3143"/>
                    <a:pt x="2620" y="3929"/>
                  </a:cubicBezTo>
                  <a:cubicBezTo>
                    <a:pt x="2846" y="4132"/>
                    <a:pt x="3048" y="4358"/>
                    <a:pt x="3227" y="4608"/>
                  </a:cubicBezTo>
                  <a:cubicBezTo>
                    <a:pt x="3905" y="4108"/>
                    <a:pt x="4572" y="3608"/>
                    <a:pt x="5227" y="3084"/>
                  </a:cubicBezTo>
                  <a:cubicBezTo>
                    <a:pt x="5215" y="3072"/>
                    <a:pt x="5203" y="3060"/>
                    <a:pt x="5203" y="3048"/>
                  </a:cubicBezTo>
                  <a:cubicBezTo>
                    <a:pt x="5096" y="2929"/>
                    <a:pt x="5001" y="2810"/>
                    <a:pt x="4882" y="2703"/>
                  </a:cubicBezTo>
                  <a:cubicBezTo>
                    <a:pt x="4465" y="2215"/>
                    <a:pt x="4036" y="1750"/>
                    <a:pt x="3596" y="1298"/>
                  </a:cubicBezTo>
                  <a:cubicBezTo>
                    <a:pt x="3370" y="1060"/>
                    <a:pt x="3143" y="834"/>
                    <a:pt x="2917" y="607"/>
                  </a:cubicBezTo>
                  <a:cubicBezTo>
                    <a:pt x="2798" y="500"/>
                    <a:pt x="2679" y="381"/>
                    <a:pt x="2560" y="262"/>
                  </a:cubicBezTo>
                  <a:lnTo>
                    <a:pt x="2417" y="131"/>
                  </a:lnTo>
                  <a:cubicBezTo>
                    <a:pt x="2393" y="107"/>
                    <a:pt x="2286" y="0"/>
                    <a:pt x="2262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59"/>
            <p:cNvSpPr/>
            <p:nvPr/>
          </p:nvSpPr>
          <p:spPr>
            <a:xfrm>
              <a:off x="2434525" y="4901875"/>
              <a:ext cx="64300" cy="89900"/>
            </a:xfrm>
            <a:custGeom>
              <a:avLst/>
              <a:gdLst/>
              <a:ahLst/>
              <a:cxnLst/>
              <a:rect l="l" t="t" r="r" b="b"/>
              <a:pathLst>
                <a:path w="2572" h="3596" extrusionOk="0">
                  <a:moveTo>
                    <a:pt x="2572" y="0"/>
                  </a:moveTo>
                  <a:lnTo>
                    <a:pt x="2572" y="0"/>
                  </a:lnTo>
                  <a:cubicBezTo>
                    <a:pt x="2298" y="131"/>
                    <a:pt x="2048" y="274"/>
                    <a:pt x="1786" y="417"/>
                  </a:cubicBezTo>
                  <a:cubicBezTo>
                    <a:pt x="1262" y="703"/>
                    <a:pt x="727" y="964"/>
                    <a:pt x="226" y="1238"/>
                  </a:cubicBezTo>
                  <a:cubicBezTo>
                    <a:pt x="215" y="1357"/>
                    <a:pt x="215" y="1488"/>
                    <a:pt x="191" y="1619"/>
                  </a:cubicBezTo>
                  <a:lnTo>
                    <a:pt x="155" y="2107"/>
                  </a:lnTo>
                  <a:cubicBezTo>
                    <a:pt x="95" y="2608"/>
                    <a:pt x="48" y="3108"/>
                    <a:pt x="0" y="3596"/>
                  </a:cubicBezTo>
                  <a:lnTo>
                    <a:pt x="346" y="3393"/>
                  </a:lnTo>
                  <a:cubicBezTo>
                    <a:pt x="691" y="3191"/>
                    <a:pt x="1036" y="2989"/>
                    <a:pt x="1393" y="2798"/>
                  </a:cubicBezTo>
                  <a:cubicBezTo>
                    <a:pt x="1655" y="2631"/>
                    <a:pt x="1941" y="2500"/>
                    <a:pt x="2239" y="2381"/>
                  </a:cubicBezTo>
                  <a:cubicBezTo>
                    <a:pt x="2227" y="2346"/>
                    <a:pt x="2227" y="2298"/>
                    <a:pt x="2227" y="2262"/>
                  </a:cubicBezTo>
                  <a:cubicBezTo>
                    <a:pt x="2346" y="1643"/>
                    <a:pt x="2441" y="1024"/>
                    <a:pt x="2524" y="405"/>
                  </a:cubicBezTo>
                  <a:cubicBezTo>
                    <a:pt x="2548" y="274"/>
                    <a:pt x="2572" y="143"/>
                    <a:pt x="2572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59"/>
            <p:cNvSpPr/>
            <p:nvPr/>
          </p:nvSpPr>
          <p:spPr>
            <a:xfrm>
              <a:off x="2359200" y="4816150"/>
              <a:ext cx="139350" cy="108350"/>
            </a:xfrm>
            <a:custGeom>
              <a:avLst/>
              <a:gdLst/>
              <a:ahLst/>
              <a:cxnLst/>
              <a:rect l="l" t="t" r="r" b="b"/>
              <a:pathLst>
                <a:path w="5574" h="4334" extrusionOk="0">
                  <a:moveTo>
                    <a:pt x="2870" y="0"/>
                  </a:moveTo>
                  <a:cubicBezTo>
                    <a:pt x="2537" y="167"/>
                    <a:pt x="2216" y="333"/>
                    <a:pt x="1882" y="500"/>
                  </a:cubicBezTo>
                  <a:cubicBezTo>
                    <a:pt x="1251" y="810"/>
                    <a:pt x="620" y="1119"/>
                    <a:pt x="1" y="1429"/>
                  </a:cubicBezTo>
                  <a:cubicBezTo>
                    <a:pt x="239" y="1619"/>
                    <a:pt x="477" y="1810"/>
                    <a:pt x="692" y="2024"/>
                  </a:cubicBezTo>
                  <a:cubicBezTo>
                    <a:pt x="918" y="2238"/>
                    <a:pt x="1144" y="2453"/>
                    <a:pt x="1382" y="2655"/>
                  </a:cubicBezTo>
                  <a:lnTo>
                    <a:pt x="2787" y="3977"/>
                  </a:lnTo>
                  <a:cubicBezTo>
                    <a:pt x="2918" y="4084"/>
                    <a:pt x="3025" y="4203"/>
                    <a:pt x="3132" y="4334"/>
                  </a:cubicBezTo>
                  <a:cubicBezTo>
                    <a:pt x="3359" y="4227"/>
                    <a:pt x="3597" y="4120"/>
                    <a:pt x="3823" y="4024"/>
                  </a:cubicBezTo>
                  <a:cubicBezTo>
                    <a:pt x="4394" y="3774"/>
                    <a:pt x="4990" y="3584"/>
                    <a:pt x="5573" y="3370"/>
                  </a:cubicBezTo>
                  <a:cubicBezTo>
                    <a:pt x="5537" y="3262"/>
                    <a:pt x="5490" y="3167"/>
                    <a:pt x="5418" y="3096"/>
                  </a:cubicBezTo>
                  <a:cubicBezTo>
                    <a:pt x="5240" y="2881"/>
                    <a:pt x="5049" y="2679"/>
                    <a:pt x="4859" y="2488"/>
                  </a:cubicBezTo>
                  <a:cubicBezTo>
                    <a:pt x="4490" y="2084"/>
                    <a:pt x="4097" y="1703"/>
                    <a:pt x="3740" y="1286"/>
                  </a:cubicBezTo>
                  <a:cubicBezTo>
                    <a:pt x="3406" y="905"/>
                    <a:pt x="3037" y="476"/>
                    <a:pt x="2870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59"/>
            <p:cNvSpPr/>
            <p:nvPr/>
          </p:nvSpPr>
          <p:spPr>
            <a:xfrm>
              <a:off x="2133300" y="5123925"/>
              <a:ext cx="498300" cy="225075"/>
            </a:xfrm>
            <a:custGeom>
              <a:avLst/>
              <a:gdLst/>
              <a:ahLst/>
              <a:cxnLst/>
              <a:rect l="l" t="t" r="r" b="b"/>
              <a:pathLst>
                <a:path w="19932" h="9003" extrusionOk="0">
                  <a:moveTo>
                    <a:pt x="48" y="0"/>
                  </a:moveTo>
                  <a:lnTo>
                    <a:pt x="48" y="0"/>
                  </a:lnTo>
                  <a:cubicBezTo>
                    <a:pt x="0" y="655"/>
                    <a:pt x="12" y="1322"/>
                    <a:pt x="95" y="1988"/>
                  </a:cubicBezTo>
                  <a:cubicBezTo>
                    <a:pt x="250" y="3465"/>
                    <a:pt x="762" y="4882"/>
                    <a:pt x="1596" y="6108"/>
                  </a:cubicBezTo>
                  <a:cubicBezTo>
                    <a:pt x="2429" y="7322"/>
                    <a:pt x="3655" y="8215"/>
                    <a:pt x="5060" y="8644"/>
                  </a:cubicBezTo>
                  <a:cubicBezTo>
                    <a:pt x="5865" y="8893"/>
                    <a:pt x="6677" y="9002"/>
                    <a:pt x="7486" y="9002"/>
                  </a:cubicBezTo>
                  <a:cubicBezTo>
                    <a:pt x="9809" y="9002"/>
                    <a:pt x="12107" y="8099"/>
                    <a:pt x="14157" y="7013"/>
                  </a:cubicBezTo>
                  <a:cubicBezTo>
                    <a:pt x="15609" y="6239"/>
                    <a:pt x="17026" y="5370"/>
                    <a:pt x="18383" y="4429"/>
                  </a:cubicBezTo>
                  <a:cubicBezTo>
                    <a:pt x="18848" y="4096"/>
                    <a:pt x="19300" y="3762"/>
                    <a:pt x="19753" y="3417"/>
                  </a:cubicBezTo>
                  <a:lnTo>
                    <a:pt x="19753" y="3405"/>
                  </a:lnTo>
                  <a:cubicBezTo>
                    <a:pt x="19764" y="3322"/>
                    <a:pt x="19776" y="3227"/>
                    <a:pt x="19788" y="3143"/>
                  </a:cubicBezTo>
                  <a:cubicBezTo>
                    <a:pt x="19860" y="2619"/>
                    <a:pt x="19907" y="2107"/>
                    <a:pt x="19919" y="1596"/>
                  </a:cubicBezTo>
                  <a:cubicBezTo>
                    <a:pt x="19931" y="1524"/>
                    <a:pt x="19931" y="1453"/>
                    <a:pt x="19919" y="1393"/>
                  </a:cubicBezTo>
                  <a:cubicBezTo>
                    <a:pt x="18895" y="2119"/>
                    <a:pt x="17848" y="2810"/>
                    <a:pt x="16788" y="3477"/>
                  </a:cubicBezTo>
                  <a:cubicBezTo>
                    <a:pt x="15907" y="4012"/>
                    <a:pt x="15026" y="4524"/>
                    <a:pt x="14133" y="5001"/>
                  </a:cubicBezTo>
                  <a:cubicBezTo>
                    <a:pt x="13264" y="5489"/>
                    <a:pt x="12359" y="5929"/>
                    <a:pt x="11430" y="6298"/>
                  </a:cubicBezTo>
                  <a:cubicBezTo>
                    <a:pt x="10247" y="6757"/>
                    <a:pt x="8996" y="6990"/>
                    <a:pt x="7744" y="6990"/>
                  </a:cubicBezTo>
                  <a:cubicBezTo>
                    <a:pt x="6979" y="6990"/>
                    <a:pt x="6214" y="6903"/>
                    <a:pt x="5465" y="6727"/>
                  </a:cubicBezTo>
                  <a:cubicBezTo>
                    <a:pt x="4513" y="6513"/>
                    <a:pt x="3620" y="6120"/>
                    <a:pt x="2834" y="5560"/>
                  </a:cubicBezTo>
                  <a:cubicBezTo>
                    <a:pt x="2108" y="4989"/>
                    <a:pt x="1512" y="4274"/>
                    <a:pt x="1084" y="3465"/>
                  </a:cubicBezTo>
                  <a:cubicBezTo>
                    <a:pt x="512" y="2381"/>
                    <a:pt x="155" y="1203"/>
                    <a:pt x="48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59"/>
            <p:cNvSpPr/>
            <p:nvPr/>
          </p:nvSpPr>
          <p:spPr>
            <a:xfrm>
              <a:off x="2277650" y="4937275"/>
              <a:ext cx="154225" cy="174450"/>
            </a:xfrm>
            <a:custGeom>
              <a:avLst/>
              <a:gdLst/>
              <a:ahLst/>
              <a:cxnLst/>
              <a:rect l="l" t="t" r="r" b="b"/>
              <a:pathLst>
                <a:path w="6169" h="6978" extrusionOk="0">
                  <a:moveTo>
                    <a:pt x="6168" y="1"/>
                  </a:moveTo>
                  <a:cubicBezTo>
                    <a:pt x="5704" y="251"/>
                    <a:pt x="5251" y="525"/>
                    <a:pt x="4799" y="822"/>
                  </a:cubicBezTo>
                  <a:cubicBezTo>
                    <a:pt x="3834" y="1418"/>
                    <a:pt x="2953" y="2120"/>
                    <a:pt x="2156" y="2930"/>
                  </a:cubicBezTo>
                  <a:cubicBezTo>
                    <a:pt x="1382" y="3739"/>
                    <a:pt x="667" y="4680"/>
                    <a:pt x="263" y="5740"/>
                  </a:cubicBezTo>
                  <a:cubicBezTo>
                    <a:pt x="120" y="6133"/>
                    <a:pt x="24" y="6549"/>
                    <a:pt x="1" y="6978"/>
                  </a:cubicBezTo>
                  <a:cubicBezTo>
                    <a:pt x="179" y="6597"/>
                    <a:pt x="441" y="6252"/>
                    <a:pt x="763" y="5966"/>
                  </a:cubicBezTo>
                  <a:cubicBezTo>
                    <a:pt x="1322" y="5478"/>
                    <a:pt x="1906" y="5025"/>
                    <a:pt x="2525" y="4621"/>
                  </a:cubicBezTo>
                  <a:cubicBezTo>
                    <a:pt x="3192" y="4156"/>
                    <a:pt x="3858" y="3716"/>
                    <a:pt x="4525" y="3275"/>
                  </a:cubicBezTo>
                  <a:cubicBezTo>
                    <a:pt x="5013" y="2954"/>
                    <a:pt x="5501" y="2644"/>
                    <a:pt x="6001" y="2346"/>
                  </a:cubicBezTo>
                  <a:cubicBezTo>
                    <a:pt x="6037" y="1823"/>
                    <a:pt x="6073" y="1287"/>
                    <a:pt x="6109" y="763"/>
                  </a:cubicBezTo>
                  <a:cubicBezTo>
                    <a:pt x="6132" y="513"/>
                    <a:pt x="6156" y="251"/>
                    <a:pt x="6168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59"/>
            <p:cNvSpPr/>
            <p:nvPr/>
          </p:nvSpPr>
          <p:spPr>
            <a:xfrm>
              <a:off x="2137150" y="4853950"/>
              <a:ext cx="491175" cy="435800"/>
            </a:xfrm>
            <a:custGeom>
              <a:avLst/>
              <a:gdLst/>
              <a:ahLst/>
              <a:cxnLst/>
              <a:rect l="l" t="t" r="r" b="b"/>
              <a:pathLst>
                <a:path w="19647" h="17432" extrusionOk="0">
                  <a:moveTo>
                    <a:pt x="8728" y="0"/>
                  </a:moveTo>
                  <a:cubicBezTo>
                    <a:pt x="7895" y="429"/>
                    <a:pt x="7073" y="881"/>
                    <a:pt x="6275" y="1381"/>
                  </a:cubicBezTo>
                  <a:cubicBezTo>
                    <a:pt x="4966" y="2179"/>
                    <a:pt x="3775" y="3155"/>
                    <a:pt x="2739" y="4286"/>
                  </a:cubicBezTo>
                  <a:cubicBezTo>
                    <a:pt x="1692" y="5406"/>
                    <a:pt x="906" y="6739"/>
                    <a:pt x="406" y="8192"/>
                  </a:cubicBezTo>
                  <a:cubicBezTo>
                    <a:pt x="227" y="8727"/>
                    <a:pt x="84" y="9287"/>
                    <a:pt x="1" y="9859"/>
                  </a:cubicBezTo>
                  <a:cubicBezTo>
                    <a:pt x="13" y="10156"/>
                    <a:pt x="37" y="10466"/>
                    <a:pt x="84" y="10763"/>
                  </a:cubicBezTo>
                  <a:cubicBezTo>
                    <a:pt x="144" y="11263"/>
                    <a:pt x="239" y="11752"/>
                    <a:pt x="382" y="12228"/>
                  </a:cubicBezTo>
                  <a:cubicBezTo>
                    <a:pt x="644" y="13133"/>
                    <a:pt x="1037" y="13978"/>
                    <a:pt x="1573" y="14752"/>
                  </a:cubicBezTo>
                  <a:cubicBezTo>
                    <a:pt x="2084" y="15502"/>
                    <a:pt x="2787" y="16121"/>
                    <a:pt x="3608" y="16538"/>
                  </a:cubicBezTo>
                  <a:cubicBezTo>
                    <a:pt x="4466" y="16955"/>
                    <a:pt x="5394" y="17228"/>
                    <a:pt x="6335" y="17348"/>
                  </a:cubicBezTo>
                  <a:cubicBezTo>
                    <a:pt x="6755" y="17404"/>
                    <a:pt x="7179" y="17432"/>
                    <a:pt x="7603" y="17432"/>
                  </a:cubicBezTo>
                  <a:cubicBezTo>
                    <a:pt x="8165" y="17432"/>
                    <a:pt x="8726" y="17383"/>
                    <a:pt x="9276" y="17288"/>
                  </a:cubicBezTo>
                  <a:cubicBezTo>
                    <a:pt x="10240" y="17086"/>
                    <a:pt x="11169" y="16788"/>
                    <a:pt x="12050" y="16371"/>
                  </a:cubicBezTo>
                  <a:cubicBezTo>
                    <a:pt x="13836" y="15550"/>
                    <a:pt x="15527" y="14538"/>
                    <a:pt x="17182" y="13490"/>
                  </a:cubicBezTo>
                  <a:cubicBezTo>
                    <a:pt x="18015" y="12954"/>
                    <a:pt x="18837" y="12395"/>
                    <a:pt x="19646" y="11811"/>
                  </a:cubicBezTo>
                  <a:cubicBezTo>
                    <a:pt x="19622" y="11764"/>
                    <a:pt x="19587" y="11716"/>
                    <a:pt x="19563" y="11668"/>
                  </a:cubicBezTo>
                  <a:cubicBezTo>
                    <a:pt x="19372" y="11454"/>
                    <a:pt x="19182" y="11252"/>
                    <a:pt x="18979" y="11049"/>
                  </a:cubicBezTo>
                  <a:cubicBezTo>
                    <a:pt x="18229" y="10287"/>
                    <a:pt x="17384" y="9597"/>
                    <a:pt x="16562" y="8882"/>
                  </a:cubicBezTo>
                  <a:cubicBezTo>
                    <a:pt x="15860" y="9406"/>
                    <a:pt x="15146" y="9918"/>
                    <a:pt x="14431" y="10418"/>
                  </a:cubicBezTo>
                  <a:cubicBezTo>
                    <a:pt x="13395" y="11156"/>
                    <a:pt x="12312" y="11811"/>
                    <a:pt x="11193" y="12395"/>
                  </a:cubicBezTo>
                  <a:cubicBezTo>
                    <a:pt x="10265" y="12853"/>
                    <a:pt x="9241" y="13277"/>
                    <a:pt x="8195" y="13277"/>
                  </a:cubicBezTo>
                  <a:cubicBezTo>
                    <a:pt x="8020" y="13277"/>
                    <a:pt x="7844" y="13265"/>
                    <a:pt x="7669" y="13240"/>
                  </a:cubicBezTo>
                  <a:cubicBezTo>
                    <a:pt x="7121" y="13180"/>
                    <a:pt x="6609" y="12954"/>
                    <a:pt x="6192" y="12597"/>
                  </a:cubicBezTo>
                  <a:cubicBezTo>
                    <a:pt x="5811" y="12240"/>
                    <a:pt x="5525" y="11787"/>
                    <a:pt x="5394" y="11287"/>
                  </a:cubicBezTo>
                  <a:cubicBezTo>
                    <a:pt x="5085" y="10144"/>
                    <a:pt x="5466" y="8954"/>
                    <a:pt x="6002" y="7954"/>
                  </a:cubicBezTo>
                  <a:cubicBezTo>
                    <a:pt x="6549" y="6965"/>
                    <a:pt x="7252" y="6084"/>
                    <a:pt x="8085" y="5346"/>
                  </a:cubicBezTo>
                  <a:cubicBezTo>
                    <a:pt x="8978" y="4548"/>
                    <a:pt x="9955" y="3870"/>
                    <a:pt x="11014" y="3310"/>
                  </a:cubicBezTo>
                  <a:cubicBezTo>
                    <a:pt x="11252" y="3191"/>
                    <a:pt x="11490" y="3072"/>
                    <a:pt x="11729" y="2953"/>
                  </a:cubicBezTo>
                  <a:cubicBezTo>
                    <a:pt x="11705" y="2917"/>
                    <a:pt x="11669" y="2881"/>
                    <a:pt x="11633" y="2858"/>
                  </a:cubicBezTo>
                  <a:lnTo>
                    <a:pt x="11324" y="2560"/>
                  </a:lnTo>
                  <a:lnTo>
                    <a:pt x="10014" y="1298"/>
                  </a:lnTo>
                  <a:cubicBezTo>
                    <a:pt x="9788" y="1084"/>
                    <a:pt x="9562" y="869"/>
                    <a:pt x="9347" y="655"/>
                  </a:cubicBezTo>
                  <a:cubicBezTo>
                    <a:pt x="9121" y="453"/>
                    <a:pt x="8919" y="238"/>
                    <a:pt x="8728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59"/>
            <p:cNvSpPr/>
            <p:nvPr/>
          </p:nvSpPr>
          <p:spPr>
            <a:xfrm>
              <a:off x="2122575" y="4814950"/>
              <a:ext cx="570025" cy="544600"/>
            </a:xfrm>
            <a:custGeom>
              <a:avLst/>
              <a:gdLst/>
              <a:ahLst/>
              <a:cxnLst/>
              <a:rect l="l" t="t" r="r" b="b"/>
              <a:pathLst>
                <a:path w="22801" h="21784" extrusionOk="0">
                  <a:moveTo>
                    <a:pt x="12312" y="0"/>
                  </a:moveTo>
                  <a:cubicBezTo>
                    <a:pt x="10716" y="584"/>
                    <a:pt x="9156" y="1298"/>
                    <a:pt x="7656" y="2108"/>
                  </a:cubicBezTo>
                  <a:cubicBezTo>
                    <a:pt x="6239" y="2870"/>
                    <a:pt x="4918" y="3799"/>
                    <a:pt x="3739" y="4882"/>
                  </a:cubicBezTo>
                  <a:cubicBezTo>
                    <a:pt x="2596" y="5930"/>
                    <a:pt x="1667" y="7192"/>
                    <a:pt x="1001" y="8597"/>
                  </a:cubicBezTo>
                  <a:cubicBezTo>
                    <a:pt x="334" y="10061"/>
                    <a:pt x="0" y="11657"/>
                    <a:pt x="24" y="13276"/>
                  </a:cubicBezTo>
                  <a:cubicBezTo>
                    <a:pt x="72" y="16276"/>
                    <a:pt x="1417" y="19527"/>
                    <a:pt x="4203" y="20943"/>
                  </a:cubicBezTo>
                  <a:cubicBezTo>
                    <a:pt x="5354" y="21529"/>
                    <a:pt x="6644" y="21783"/>
                    <a:pt x="7931" y="21783"/>
                  </a:cubicBezTo>
                  <a:cubicBezTo>
                    <a:pt x="8189" y="21783"/>
                    <a:pt x="8447" y="21773"/>
                    <a:pt x="8704" y="21753"/>
                  </a:cubicBezTo>
                  <a:cubicBezTo>
                    <a:pt x="10371" y="21622"/>
                    <a:pt x="11978" y="21086"/>
                    <a:pt x="13490" y="20384"/>
                  </a:cubicBezTo>
                  <a:cubicBezTo>
                    <a:pt x="15038" y="19658"/>
                    <a:pt x="16538" y="18812"/>
                    <a:pt x="17967" y="17872"/>
                  </a:cubicBezTo>
                  <a:cubicBezTo>
                    <a:pt x="19384" y="16943"/>
                    <a:pt x="20741" y="15931"/>
                    <a:pt x="22027" y="14836"/>
                  </a:cubicBezTo>
                  <a:cubicBezTo>
                    <a:pt x="22289" y="14609"/>
                    <a:pt x="22551" y="14371"/>
                    <a:pt x="22801" y="14121"/>
                  </a:cubicBezTo>
                  <a:lnTo>
                    <a:pt x="22599" y="13859"/>
                  </a:lnTo>
                  <a:cubicBezTo>
                    <a:pt x="21991" y="14324"/>
                    <a:pt x="21408" y="14824"/>
                    <a:pt x="20813" y="15300"/>
                  </a:cubicBezTo>
                  <a:lnTo>
                    <a:pt x="20515" y="15538"/>
                  </a:lnTo>
                  <a:lnTo>
                    <a:pt x="20229" y="15502"/>
                  </a:lnTo>
                  <a:cubicBezTo>
                    <a:pt x="20217" y="15598"/>
                    <a:pt x="20205" y="15681"/>
                    <a:pt x="20193" y="15764"/>
                  </a:cubicBezTo>
                  <a:lnTo>
                    <a:pt x="20193" y="15788"/>
                  </a:lnTo>
                  <a:cubicBezTo>
                    <a:pt x="19741" y="16121"/>
                    <a:pt x="19289" y="16467"/>
                    <a:pt x="18824" y="16788"/>
                  </a:cubicBezTo>
                  <a:cubicBezTo>
                    <a:pt x="17467" y="17729"/>
                    <a:pt x="16050" y="18598"/>
                    <a:pt x="14598" y="19372"/>
                  </a:cubicBezTo>
                  <a:cubicBezTo>
                    <a:pt x="12543" y="20461"/>
                    <a:pt x="10238" y="21366"/>
                    <a:pt x="7908" y="21366"/>
                  </a:cubicBezTo>
                  <a:cubicBezTo>
                    <a:pt x="7105" y="21366"/>
                    <a:pt x="6300" y="21259"/>
                    <a:pt x="5501" y="21015"/>
                  </a:cubicBezTo>
                  <a:cubicBezTo>
                    <a:pt x="4096" y="20574"/>
                    <a:pt x="2870" y="19681"/>
                    <a:pt x="2036" y="18479"/>
                  </a:cubicBezTo>
                  <a:cubicBezTo>
                    <a:pt x="1203" y="17241"/>
                    <a:pt x="679" y="15824"/>
                    <a:pt x="524" y="14347"/>
                  </a:cubicBezTo>
                  <a:cubicBezTo>
                    <a:pt x="441" y="13681"/>
                    <a:pt x="429" y="13014"/>
                    <a:pt x="477" y="12359"/>
                  </a:cubicBezTo>
                  <a:lnTo>
                    <a:pt x="655" y="12323"/>
                  </a:lnTo>
                  <a:cubicBezTo>
                    <a:pt x="620" y="12026"/>
                    <a:pt x="596" y="11716"/>
                    <a:pt x="584" y="11419"/>
                  </a:cubicBezTo>
                  <a:cubicBezTo>
                    <a:pt x="667" y="10847"/>
                    <a:pt x="810" y="10299"/>
                    <a:pt x="989" y="9752"/>
                  </a:cubicBezTo>
                  <a:cubicBezTo>
                    <a:pt x="1477" y="8299"/>
                    <a:pt x="2275" y="6977"/>
                    <a:pt x="3310" y="5846"/>
                  </a:cubicBezTo>
                  <a:cubicBezTo>
                    <a:pt x="4358" y="4715"/>
                    <a:pt x="5549" y="3739"/>
                    <a:pt x="6858" y="2941"/>
                  </a:cubicBezTo>
                  <a:cubicBezTo>
                    <a:pt x="7656" y="2441"/>
                    <a:pt x="8478" y="1989"/>
                    <a:pt x="9311" y="1560"/>
                  </a:cubicBezTo>
                  <a:lnTo>
                    <a:pt x="9466" y="1477"/>
                  </a:lnTo>
                  <a:cubicBezTo>
                    <a:pt x="10097" y="1167"/>
                    <a:pt x="10716" y="858"/>
                    <a:pt x="11347" y="548"/>
                  </a:cubicBezTo>
                  <a:cubicBezTo>
                    <a:pt x="11681" y="381"/>
                    <a:pt x="12002" y="215"/>
                    <a:pt x="12335" y="48"/>
                  </a:cubicBezTo>
                  <a:lnTo>
                    <a:pt x="123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2858;p59"/>
            <p:cNvSpPr/>
            <p:nvPr/>
          </p:nvSpPr>
          <p:spPr>
            <a:xfrm>
              <a:off x="2264250" y="4814050"/>
              <a:ext cx="249175" cy="322100"/>
            </a:xfrm>
            <a:custGeom>
              <a:avLst/>
              <a:gdLst/>
              <a:ahLst/>
              <a:cxnLst/>
              <a:rect l="l" t="t" r="r" b="b"/>
              <a:pathLst>
                <a:path w="9967" h="12884" extrusionOk="0">
                  <a:moveTo>
                    <a:pt x="9371" y="3513"/>
                  </a:moveTo>
                  <a:cubicBezTo>
                    <a:pt x="9371" y="3644"/>
                    <a:pt x="9359" y="3787"/>
                    <a:pt x="9335" y="3918"/>
                  </a:cubicBezTo>
                  <a:cubicBezTo>
                    <a:pt x="9252" y="4537"/>
                    <a:pt x="9157" y="5156"/>
                    <a:pt x="9038" y="5763"/>
                  </a:cubicBezTo>
                  <a:cubicBezTo>
                    <a:pt x="9026" y="5811"/>
                    <a:pt x="9026" y="5859"/>
                    <a:pt x="9050" y="5894"/>
                  </a:cubicBezTo>
                  <a:cubicBezTo>
                    <a:pt x="8740" y="6013"/>
                    <a:pt x="8454" y="6144"/>
                    <a:pt x="8180" y="6311"/>
                  </a:cubicBezTo>
                  <a:cubicBezTo>
                    <a:pt x="7835" y="6513"/>
                    <a:pt x="7490" y="6716"/>
                    <a:pt x="7145" y="6918"/>
                  </a:cubicBezTo>
                  <a:lnTo>
                    <a:pt x="6799" y="7121"/>
                  </a:lnTo>
                  <a:cubicBezTo>
                    <a:pt x="6859" y="6621"/>
                    <a:pt x="6906" y="6121"/>
                    <a:pt x="6954" y="5632"/>
                  </a:cubicBezTo>
                  <a:lnTo>
                    <a:pt x="6990" y="5132"/>
                  </a:lnTo>
                  <a:cubicBezTo>
                    <a:pt x="7014" y="5001"/>
                    <a:pt x="7014" y="4870"/>
                    <a:pt x="7026" y="4751"/>
                  </a:cubicBezTo>
                  <a:cubicBezTo>
                    <a:pt x="7538" y="4466"/>
                    <a:pt x="8073" y="4216"/>
                    <a:pt x="8585" y="3930"/>
                  </a:cubicBezTo>
                  <a:cubicBezTo>
                    <a:pt x="8847" y="3787"/>
                    <a:pt x="9109" y="3644"/>
                    <a:pt x="9371" y="3513"/>
                  </a:cubicBezTo>
                  <a:close/>
                  <a:moveTo>
                    <a:pt x="6704" y="4930"/>
                  </a:moveTo>
                  <a:lnTo>
                    <a:pt x="6704" y="4930"/>
                  </a:lnTo>
                  <a:cubicBezTo>
                    <a:pt x="6692" y="5192"/>
                    <a:pt x="6668" y="5442"/>
                    <a:pt x="6645" y="5692"/>
                  </a:cubicBezTo>
                  <a:cubicBezTo>
                    <a:pt x="6609" y="6228"/>
                    <a:pt x="6573" y="6752"/>
                    <a:pt x="6537" y="7287"/>
                  </a:cubicBezTo>
                  <a:cubicBezTo>
                    <a:pt x="6037" y="7585"/>
                    <a:pt x="5549" y="7895"/>
                    <a:pt x="5061" y="8204"/>
                  </a:cubicBezTo>
                  <a:cubicBezTo>
                    <a:pt x="4394" y="8645"/>
                    <a:pt x="3728" y="9097"/>
                    <a:pt x="3061" y="9561"/>
                  </a:cubicBezTo>
                  <a:cubicBezTo>
                    <a:pt x="2442" y="9966"/>
                    <a:pt x="1858" y="10407"/>
                    <a:pt x="1299" y="10895"/>
                  </a:cubicBezTo>
                  <a:cubicBezTo>
                    <a:pt x="977" y="11181"/>
                    <a:pt x="715" y="11526"/>
                    <a:pt x="537" y="11919"/>
                  </a:cubicBezTo>
                  <a:cubicBezTo>
                    <a:pt x="560" y="11490"/>
                    <a:pt x="656" y="11074"/>
                    <a:pt x="810" y="10681"/>
                  </a:cubicBezTo>
                  <a:cubicBezTo>
                    <a:pt x="1203" y="9621"/>
                    <a:pt x="1918" y="8680"/>
                    <a:pt x="2692" y="7871"/>
                  </a:cubicBezTo>
                  <a:cubicBezTo>
                    <a:pt x="3477" y="7061"/>
                    <a:pt x="4370" y="6347"/>
                    <a:pt x="5335" y="5740"/>
                  </a:cubicBezTo>
                  <a:cubicBezTo>
                    <a:pt x="5787" y="5454"/>
                    <a:pt x="6240" y="5192"/>
                    <a:pt x="6704" y="4930"/>
                  </a:cubicBezTo>
                  <a:close/>
                  <a:moveTo>
                    <a:pt x="6787" y="1"/>
                  </a:moveTo>
                  <a:lnTo>
                    <a:pt x="6704" y="36"/>
                  </a:lnTo>
                  <a:cubicBezTo>
                    <a:pt x="6701" y="33"/>
                    <a:pt x="6697" y="32"/>
                    <a:pt x="6694" y="32"/>
                  </a:cubicBezTo>
                  <a:cubicBezTo>
                    <a:pt x="6685" y="32"/>
                    <a:pt x="6677" y="40"/>
                    <a:pt x="6668" y="48"/>
                  </a:cubicBezTo>
                  <a:lnTo>
                    <a:pt x="6656" y="48"/>
                  </a:lnTo>
                  <a:lnTo>
                    <a:pt x="6668" y="96"/>
                  </a:lnTo>
                  <a:cubicBezTo>
                    <a:pt x="6835" y="572"/>
                    <a:pt x="7216" y="1001"/>
                    <a:pt x="7549" y="1382"/>
                  </a:cubicBezTo>
                  <a:cubicBezTo>
                    <a:pt x="7907" y="1799"/>
                    <a:pt x="8288" y="2180"/>
                    <a:pt x="8657" y="2584"/>
                  </a:cubicBezTo>
                  <a:cubicBezTo>
                    <a:pt x="8847" y="2775"/>
                    <a:pt x="9038" y="2977"/>
                    <a:pt x="9216" y="3192"/>
                  </a:cubicBezTo>
                  <a:cubicBezTo>
                    <a:pt x="9288" y="3263"/>
                    <a:pt x="9347" y="3358"/>
                    <a:pt x="9371" y="3454"/>
                  </a:cubicBezTo>
                  <a:cubicBezTo>
                    <a:pt x="8788" y="3680"/>
                    <a:pt x="8204" y="3858"/>
                    <a:pt x="7633" y="4108"/>
                  </a:cubicBezTo>
                  <a:cubicBezTo>
                    <a:pt x="7395" y="4216"/>
                    <a:pt x="7157" y="4323"/>
                    <a:pt x="6930" y="4430"/>
                  </a:cubicBezTo>
                  <a:cubicBezTo>
                    <a:pt x="6835" y="4299"/>
                    <a:pt x="6716" y="4180"/>
                    <a:pt x="6585" y="4073"/>
                  </a:cubicBezTo>
                  <a:lnTo>
                    <a:pt x="5180" y="2751"/>
                  </a:lnTo>
                  <a:cubicBezTo>
                    <a:pt x="4954" y="2537"/>
                    <a:pt x="4716" y="2322"/>
                    <a:pt x="4490" y="2120"/>
                  </a:cubicBezTo>
                  <a:cubicBezTo>
                    <a:pt x="4275" y="1906"/>
                    <a:pt x="4037" y="1703"/>
                    <a:pt x="3799" y="1525"/>
                  </a:cubicBezTo>
                  <a:lnTo>
                    <a:pt x="3644" y="1608"/>
                  </a:lnTo>
                  <a:cubicBezTo>
                    <a:pt x="3835" y="1834"/>
                    <a:pt x="4037" y="2049"/>
                    <a:pt x="4263" y="2251"/>
                  </a:cubicBezTo>
                  <a:cubicBezTo>
                    <a:pt x="4478" y="2477"/>
                    <a:pt x="4704" y="2692"/>
                    <a:pt x="4930" y="2906"/>
                  </a:cubicBezTo>
                  <a:lnTo>
                    <a:pt x="6240" y="4156"/>
                  </a:lnTo>
                  <a:lnTo>
                    <a:pt x="6549" y="4454"/>
                  </a:lnTo>
                  <a:cubicBezTo>
                    <a:pt x="6585" y="4489"/>
                    <a:pt x="6621" y="4525"/>
                    <a:pt x="6645" y="4561"/>
                  </a:cubicBezTo>
                  <a:cubicBezTo>
                    <a:pt x="6406" y="4668"/>
                    <a:pt x="6168" y="4787"/>
                    <a:pt x="5930" y="4918"/>
                  </a:cubicBezTo>
                  <a:cubicBezTo>
                    <a:pt x="4882" y="5466"/>
                    <a:pt x="3894" y="6144"/>
                    <a:pt x="3013" y="6942"/>
                  </a:cubicBezTo>
                  <a:cubicBezTo>
                    <a:pt x="2168" y="7680"/>
                    <a:pt x="1465" y="8561"/>
                    <a:pt x="930" y="9550"/>
                  </a:cubicBezTo>
                  <a:cubicBezTo>
                    <a:pt x="382" y="10562"/>
                    <a:pt x="1" y="11740"/>
                    <a:pt x="322" y="12883"/>
                  </a:cubicBezTo>
                  <a:lnTo>
                    <a:pt x="620" y="12800"/>
                  </a:lnTo>
                  <a:cubicBezTo>
                    <a:pt x="620" y="12788"/>
                    <a:pt x="620" y="12776"/>
                    <a:pt x="620" y="12764"/>
                  </a:cubicBezTo>
                  <a:cubicBezTo>
                    <a:pt x="668" y="12121"/>
                    <a:pt x="1084" y="11621"/>
                    <a:pt x="1537" y="11204"/>
                  </a:cubicBezTo>
                  <a:cubicBezTo>
                    <a:pt x="2073" y="10728"/>
                    <a:pt x="2692" y="10335"/>
                    <a:pt x="3287" y="9919"/>
                  </a:cubicBezTo>
                  <a:cubicBezTo>
                    <a:pt x="4549" y="9026"/>
                    <a:pt x="5859" y="8192"/>
                    <a:pt x="7180" y="7371"/>
                  </a:cubicBezTo>
                  <a:cubicBezTo>
                    <a:pt x="7549" y="7144"/>
                    <a:pt x="7919" y="6918"/>
                    <a:pt x="8288" y="6704"/>
                  </a:cubicBezTo>
                  <a:cubicBezTo>
                    <a:pt x="8633" y="6513"/>
                    <a:pt x="8966" y="6299"/>
                    <a:pt x="9264" y="6049"/>
                  </a:cubicBezTo>
                  <a:cubicBezTo>
                    <a:pt x="9359" y="6049"/>
                    <a:pt x="9443" y="5990"/>
                    <a:pt x="9466" y="5906"/>
                  </a:cubicBezTo>
                  <a:cubicBezTo>
                    <a:pt x="9573" y="5406"/>
                    <a:pt x="9657" y="4918"/>
                    <a:pt x="9728" y="4418"/>
                  </a:cubicBezTo>
                  <a:cubicBezTo>
                    <a:pt x="9800" y="3965"/>
                    <a:pt x="9966" y="3430"/>
                    <a:pt x="9657" y="3037"/>
                  </a:cubicBezTo>
                  <a:cubicBezTo>
                    <a:pt x="9383" y="2692"/>
                    <a:pt x="9014" y="2406"/>
                    <a:pt x="8681" y="2108"/>
                  </a:cubicBezTo>
                  <a:cubicBezTo>
                    <a:pt x="8347" y="1810"/>
                    <a:pt x="8026" y="1501"/>
                    <a:pt x="7716" y="1179"/>
                  </a:cubicBezTo>
                  <a:cubicBezTo>
                    <a:pt x="7538" y="1001"/>
                    <a:pt x="7371" y="810"/>
                    <a:pt x="7216" y="620"/>
                  </a:cubicBezTo>
                  <a:cubicBezTo>
                    <a:pt x="7061" y="441"/>
                    <a:pt x="6918" y="239"/>
                    <a:pt x="6752" y="60"/>
                  </a:cubicBezTo>
                  <a:lnTo>
                    <a:pt x="6799" y="36"/>
                  </a:lnTo>
                  <a:cubicBezTo>
                    <a:pt x="6811" y="25"/>
                    <a:pt x="6799" y="1"/>
                    <a:pt x="67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2859;p59"/>
            <p:cNvSpPr/>
            <p:nvPr/>
          </p:nvSpPr>
          <p:spPr>
            <a:xfrm>
              <a:off x="2134475" y="5017175"/>
              <a:ext cx="568550" cy="281675"/>
            </a:xfrm>
            <a:custGeom>
              <a:avLst/>
              <a:gdLst/>
              <a:ahLst/>
              <a:cxnLst/>
              <a:rect l="l" t="t" r="r" b="b"/>
              <a:pathLst>
                <a:path w="22742" h="11267" extrusionOk="0">
                  <a:moveTo>
                    <a:pt x="19110" y="460"/>
                  </a:moveTo>
                  <a:cubicBezTo>
                    <a:pt x="19146" y="460"/>
                    <a:pt x="19229" y="555"/>
                    <a:pt x="19265" y="591"/>
                  </a:cubicBezTo>
                  <a:lnTo>
                    <a:pt x="19408" y="722"/>
                  </a:lnTo>
                  <a:cubicBezTo>
                    <a:pt x="19527" y="829"/>
                    <a:pt x="19646" y="948"/>
                    <a:pt x="19765" y="1067"/>
                  </a:cubicBezTo>
                  <a:cubicBezTo>
                    <a:pt x="20003" y="1294"/>
                    <a:pt x="20218" y="1520"/>
                    <a:pt x="20444" y="1758"/>
                  </a:cubicBezTo>
                  <a:cubicBezTo>
                    <a:pt x="20884" y="2210"/>
                    <a:pt x="21313" y="2675"/>
                    <a:pt x="21730" y="3151"/>
                  </a:cubicBezTo>
                  <a:cubicBezTo>
                    <a:pt x="21837" y="3270"/>
                    <a:pt x="21932" y="3389"/>
                    <a:pt x="22039" y="3508"/>
                  </a:cubicBezTo>
                  <a:cubicBezTo>
                    <a:pt x="22051" y="3520"/>
                    <a:pt x="22051" y="3532"/>
                    <a:pt x="22063" y="3544"/>
                  </a:cubicBezTo>
                  <a:cubicBezTo>
                    <a:pt x="21408" y="4068"/>
                    <a:pt x="20741" y="4580"/>
                    <a:pt x="20063" y="5068"/>
                  </a:cubicBezTo>
                  <a:cubicBezTo>
                    <a:pt x="19884" y="4830"/>
                    <a:pt x="19682" y="4603"/>
                    <a:pt x="19456" y="4401"/>
                  </a:cubicBezTo>
                  <a:cubicBezTo>
                    <a:pt x="18646" y="3603"/>
                    <a:pt x="17765" y="2877"/>
                    <a:pt x="16836" y="2234"/>
                  </a:cubicBezTo>
                  <a:cubicBezTo>
                    <a:pt x="17110" y="2032"/>
                    <a:pt x="17384" y="1817"/>
                    <a:pt x="17658" y="1615"/>
                  </a:cubicBezTo>
                  <a:cubicBezTo>
                    <a:pt x="17920" y="1413"/>
                    <a:pt x="18170" y="1210"/>
                    <a:pt x="18432" y="1008"/>
                  </a:cubicBezTo>
                  <a:lnTo>
                    <a:pt x="18777" y="722"/>
                  </a:lnTo>
                  <a:lnTo>
                    <a:pt x="18967" y="579"/>
                  </a:lnTo>
                  <a:cubicBezTo>
                    <a:pt x="18979" y="555"/>
                    <a:pt x="19075" y="460"/>
                    <a:pt x="19110" y="460"/>
                  </a:cubicBezTo>
                  <a:close/>
                  <a:moveTo>
                    <a:pt x="19078" y="1"/>
                  </a:moveTo>
                  <a:cubicBezTo>
                    <a:pt x="19039" y="1"/>
                    <a:pt x="18998" y="7"/>
                    <a:pt x="18955" y="20"/>
                  </a:cubicBezTo>
                  <a:cubicBezTo>
                    <a:pt x="18825" y="79"/>
                    <a:pt x="18717" y="151"/>
                    <a:pt x="18610" y="258"/>
                  </a:cubicBezTo>
                  <a:cubicBezTo>
                    <a:pt x="18491" y="353"/>
                    <a:pt x="18372" y="448"/>
                    <a:pt x="18253" y="555"/>
                  </a:cubicBezTo>
                  <a:cubicBezTo>
                    <a:pt x="17991" y="758"/>
                    <a:pt x="17741" y="972"/>
                    <a:pt x="17479" y="1163"/>
                  </a:cubicBezTo>
                  <a:cubicBezTo>
                    <a:pt x="16991" y="1567"/>
                    <a:pt x="16479" y="1948"/>
                    <a:pt x="15967" y="2329"/>
                  </a:cubicBezTo>
                  <a:cubicBezTo>
                    <a:pt x="14955" y="3091"/>
                    <a:pt x="13907" y="3818"/>
                    <a:pt x="12848" y="4508"/>
                  </a:cubicBezTo>
                  <a:cubicBezTo>
                    <a:pt x="11812" y="5163"/>
                    <a:pt x="10716" y="5794"/>
                    <a:pt x="9538" y="6163"/>
                  </a:cubicBezTo>
                  <a:cubicBezTo>
                    <a:pt x="9100" y="6297"/>
                    <a:pt x="8611" y="6392"/>
                    <a:pt x="8131" y="6392"/>
                  </a:cubicBezTo>
                  <a:cubicBezTo>
                    <a:pt x="7460" y="6392"/>
                    <a:pt x="6807" y="6207"/>
                    <a:pt x="6335" y="5687"/>
                  </a:cubicBezTo>
                  <a:cubicBezTo>
                    <a:pt x="6073" y="5401"/>
                    <a:pt x="5882" y="5044"/>
                    <a:pt x="5799" y="4675"/>
                  </a:cubicBezTo>
                  <a:lnTo>
                    <a:pt x="5501" y="4758"/>
                  </a:lnTo>
                  <a:cubicBezTo>
                    <a:pt x="5632" y="5258"/>
                    <a:pt x="5906" y="5723"/>
                    <a:pt x="6299" y="6068"/>
                  </a:cubicBezTo>
                  <a:cubicBezTo>
                    <a:pt x="6716" y="6425"/>
                    <a:pt x="7228" y="6651"/>
                    <a:pt x="7776" y="6723"/>
                  </a:cubicBezTo>
                  <a:cubicBezTo>
                    <a:pt x="7940" y="6745"/>
                    <a:pt x="8106" y="6756"/>
                    <a:pt x="8271" y="6756"/>
                  </a:cubicBezTo>
                  <a:cubicBezTo>
                    <a:pt x="9320" y="6756"/>
                    <a:pt x="10362" y="6329"/>
                    <a:pt x="11288" y="5866"/>
                  </a:cubicBezTo>
                  <a:cubicBezTo>
                    <a:pt x="12407" y="5282"/>
                    <a:pt x="13491" y="4627"/>
                    <a:pt x="14526" y="3889"/>
                  </a:cubicBezTo>
                  <a:cubicBezTo>
                    <a:pt x="15241" y="3389"/>
                    <a:pt x="15955" y="2877"/>
                    <a:pt x="16669" y="2353"/>
                  </a:cubicBezTo>
                  <a:cubicBezTo>
                    <a:pt x="17479" y="3068"/>
                    <a:pt x="18324" y="3758"/>
                    <a:pt x="19086" y="4520"/>
                  </a:cubicBezTo>
                  <a:cubicBezTo>
                    <a:pt x="19277" y="4723"/>
                    <a:pt x="19479" y="4925"/>
                    <a:pt x="19658" y="5139"/>
                  </a:cubicBezTo>
                  <a:cubicBezTo>
                    <a:pt x="19694" y="5187"/>
                    <a:pt x="19729" y="5235"/>
                    <a:pt x="19753" y="5294"/>
                  </a:cubicBezTo>
                  <a:cubicBezTo>
                    <a:pt x="18944" y="5877"/>
                    <a:pt x="18122" y="6425"/>
                    <a:pt x="17289" y="6961"/>
                  </a:cubicBezTo>
                  <a:cubicBezTo>
                    <a:pt x="15634" y="8021"/>
                    <a:pt x="13943" y="9033"/>
                    <a:pt x="12157" y="9842"/>
                  </a:cubicBezTo>
                  <a:cubicBezTo>
                    <a:pt x="11276" y="10259"/>
                    <a:pt x="10335" y="10568"/>
                    <a:pt x="9383" y="10759"/>
                  </a:cubicBezTo>
                  <a:cubicBezTo>
                    <a:pt x="8832" y="10860"/>
                    <a:pt x="8276" y="10911"/>
                    <a:pt x="7722" y="10911"/>
                  </a:cubicBezTo>
                  <a:cubicBezTo>
                    <a:pt x="7294" y="10911"/>
                    <a:pt x="6867" y="10881"/>
                    <a:pt x="6442" y="10819"/>
                  </a:cubicBezTo>
                  <a:cubicBezTo>
                    <a:pt x="5490" y="10699"/>
                    <a:pt x="4573" y="10426"/>
                    <a:pt x="3704" y="10009"/>
                  </a:cubicBezTo>
                  <a:cubicBezTo>
                    <a:pt x="2894" y="9592"/>
                    <a:pt x="2191" y="8985"/>
                    <a:pt x="1668" y="8223"/>
                  </a:cubicBezTo>
                  <a:cubicBezTo>
                    <a:pt x="1144" y="7461"/>
                    <a:pt x="739" y="6604"/>
                    <a:pt x="477" y="5711"/>
                  </a:cubicBezTo>
                  <a:cubicBezTo>
                    <a:pt x="346" y="5235"/>
                    <a:pt x="239" y="4734"/>
                    <a:pt x="179" y="4246"/>
                  </a:cubicBezTo>
                  <a:lnTo>
                    <a:pt x="1" y="4258"/>
                  </a:lnTo>
                  <a:cubicBezTo>
                    <a:pt x="120" y="5473"/>
                    <a:pt x="477" y="6651"/>
                    <a:pt x="1048" y="7723"/>
                  </a:cubicBezTo>
                  <a:cubicBezTo>
                    <a:pt x="1465" y="8544"/>
                    <a:pt x="2061" y="9259"/>
                    <a:pt x="2787" y="9830"/>
                  </a:cubicBezTo>
                  <a:cubicBezTo>
                    <a:pt x="3573" y="10390"/>
                    <a:pt x="4466" y="10795"/>
                    <a:pt x="5418" y="11009"/>
                  </a:cubicBezTo>
                  <a:cubicBezTo>
                    <a:pt x="6171" y="11180"/>
                    <a:pt x="6935" y="11266"/>
                    <a:pt x="7698" y="11266"/>
                  </a:cubicBezTo>
                  <a:cubicBezTo>
                    <a:pt x="8951" y="11266"/>
                    <a:pt x="10199" y="11035"/>
                    <a:pt x="11383" y="10568"/>
                  </a:cubicBezTo>
                  <a:cubicBezTo>
                    <a:pt x="12312" y="10199"/>
                    <a:pt x="13217" y="9759"/>
                    <a:pt x="14086" y="9271"/>
                  </a:cubicBezTo>
                  <a:cubicBezTo>
                    <a:pt x="14991" y="8783"/>
                    <a:pt x="15872" y="8271"/>
                    <a:pt x="16753" y="7735"/>
                  </a:cubicBezTo>
                  <a:cubicBezTo>
                    <a:pt x="17812" y="7080"/>
                    <a:pt x="18860" y="6389"/>
                    <a:pt x="19884" y="5651"/>
                  </a:cubicBezTo>
                  <a:cubicBezTo>
                    <a:pt x="19896" y="5723"/>
                    <a:pt x="19896" y="5794"/>
                    <a:pt x="19884" y="5854"/>
                  </a:cubicBezTo>
                  <a:cubicBezTo>
                    <a:pt x="19872" y="6377"/>
                    <a:pt x="19825" y="6889"/>
                    <a:pt x="19753" y="7401"/>
                  </a:cubicBezTo>
                  <a:lnTo>
                    <a:pt x="20039" y="7449"/>
                  </a:lnTo>
                  <a:cubicBezTo>
                    <a:pt x="20158" y="6901"/>
                    <a:pt x="20241" y="6354"/>
                    <a:pt x="20277" y="5806"/>
                  </a:cubicBezTo>
                  <a:cubicBezTo>
                    <a:pt x="20277" y="5675"/>
                    <a:pt x="20265" y="5544"/>
                    <a:pt x="20229" y="5413"/>
                  </a:cubicBezTo>
                  <a:cubicBezTo>
                    <a:pt x="20741" y="5032"/>
                    <a:pt x="21253" y="4651"/>
                    <a:pt x="21765" y="4258"/>
                  </a:cubicBezTo>
                  <a:cubicBezTo>
                    <a:pt x="21932" y="4139"/>
                    <a:pt x="22087" y="4008"/>
                    <a:pt x="22254" y="3877"/>
                  </a:cubicBezTo>
                  <a:cubicBezTo>
                    <a:pt x="22265" y="3996"/>
                    <a:pt x="22265" y="4127"/>
                    <a:pt x="22254" y="4246"/>
                  </a:cubicBezTo>
                  <a:cubicBezTo>
                    <a:pt x="22242" y="4437"/>
                    <a:pt x="22218" y="4615"/>
                    <a:pt x="22206" y="4806"/>
                  </a:cubicBezTo>
                  <a:lnTo>
                    <a:pt x="22123" y="5770"/>
                  </a:lnTo>
                  <a:lnTo>
                    <a:pt x="22313" y="6044"/>
                  </a:lnTo>
                  <a:cubicBezTo>
                    <a:pt x="22349" y="6008"/>
                    <a:pt x="22384" y="5961"/>
                    <a:pt x="22420" y="5925"/>
                  </a:cubicBezTo>
                  <a:cubicBezTo>
                    <a:pt x="22468" y="5901"/>
                    <a:pt x="22492" y="5842"/>
                    <a:pt x="22504" y="5794"/>
                  </a:cubicBezTo>
                  <a:cubicBezTo>
                    <a:pt x="22539" y="5461"/>
                    <a:pt x="22575" y="5115"/>
                    <a:pt x="22623" y="4806"/>
                  </a:cubicBezTo>
                  <a:cubicBezTo>
                    <a:pt x="22658" y="4496"/>
                    <a:pt x="22742" y="4151"/>
                    <a:pt x="22694" y="3841"/>
                  </a:cubicBezTo>
                  <a:cubicBezTo>
                    <a:pt x="22658" y="3556"/>
                    <a:pt x="22468" y="3341"/>
                    <a:pt x="22289" y="3127"/>
                  </a:cubicBezTo>
                  <a:cubicBezTo>
                    <a:pt x="22087" y="2889"/>
                    <a:pt x="21873" y="2651"/>
                    <a:pt x="21670" y="2425"/>
                  </a:cubicBezTo>
                  <a:cubicBezTo>
                    <a:pt x="21241" y="1960"/>
                    <a:pt x="20801" y="1496"/>
                    <a:pt x="20349" y="1055"/>
                  </a:cubicBezTo>
                  <a:cubicBezTo>
                    <a:pt x="20134" y="829"/>
                    <a:pt x="19908" y="615"/>
                    <a:pt x="19682" y="401"/>
                  </a:cubicBezTo>
                  <a:cubicBezTo>
                    <a:pt x="19517" y="236"/>
                    <a:pt x="19326" y="1"/>
                    <a:pt x="190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60" name="Google Shape;2860;p59"/>
          <p:cNvGrpSpPr/>
          <p:nvPr/>
        </p:nvGrpSpPr>
        <p:grpSpPr>
          <a:xfrm rot="1111374">
            <a:off x="7680948" y="3700548"/>
            <a:ext cx="832323" cy="1117983"/>
            <a:chOff x="138975" y="883050"/>
            <a:chExt cx="577200" cy="775300"/>
          </a:xfrm>
        </p:grpSpPr>
        <p:sp>
          <p:nvSpPr>
            <p:cNvPr id="2861" name="Google Shape;2861;p59"/>
            <p:cNvSpPr/>
            <p:nvPr/>
          </p:nvSpPr>
          <p:spPr>
            <a:xfrm>
              <a:off x="230650" y="1222250"/>
              <a:ext cx="432225" cy="156175"/>
            </a:xfrm>
            <a:custGeom>
              <a:avLst/>
              <a:gdLst/>
              <a:ahLst/>
              <a:cxnLst/>
              <a:rect l="l" t="t" r="r" b="b"/>
              <a:pathLst>
                <a:path w="17289" h="6247" extrusionOk="0">
                  <a:moveTo>
                    <a:pt x="3006" y="0"/>
                  </a:moveTo>
                  <a:cubicBezTo>
                    <a:pt x="2973" y="0"/>
                    <a:pt x="2939" y="1"/>
                    <a:pt x="2906" y="1"/>
                  </a:cubicBezTo>
                  <a:cubicBezTo>
                    <a:pt x="2358" y="13"/>
                    <a:pt x="1823" y="96"/>
                    <a:pt x="1299" y="239"/>
                  </a:cubicBezTo>
                  <a:cubicBezTo>
                    <a:pt x="1025" y="311"/>
                    <a:pt x="775" y="394"/>
                    <a:pt x="513" y="489"/>
                  </a:cubicBezTo>
                  <a:cubicBezTo>
                    <a:pt x="346" y="549"/>
                    <a:pt x="168" y="632"/>
                    <a:pt x="1" y="703"/>
                  </a:cubicBezTo>
                  <a:cubicBezTo>
                    <a:pt x="453" y="1215"/>
                    <a:pt x="965" y="1656"/>
                    <a:pt x="1525" y="2037"/>
                  </a:cubicBezTo>
                  <a:cubicBezTo>
                    <a:pt x="2132" y="2466"/>
                    <a:pt x="2763" y="2870"/>
                    <a:pt x="3406" y="3251"/>
                  </a:cubicBezTo>
                  <a:cubicBezTo>
                    <a:pt x="5728" y="4573"/>
                    <a:pt x="8264" y="5502"/>
                    <a:pt x="10895" y="5990"/>
                  </a:cubicBezTo>
                  <a:cubicBezTo>
                    <a:pt x="11762" y="6147"/>
                    <a:pt x="12663" y="6247"/>
                    <a:pt x="13561" y="6247"/>
                  </a:cubicBezTo>
                  <a:cubicBezTo>
                    <a:pt x="14846" y="6247"/>
                    <a:pt x="16125" y="6041"/>
                    <a:pt x="17289" y="5502"/>
                  </a:cubicBezTo>
                  <a:cubicBezTo>
                    <a:pt x="16729" y="5466"/>
                    <a:pt x="16170" y="5371"/>
                    <a:pt x="15622" y="5204"/>
                  </a:cubicBezTo>
                  <a:cubicBezTo>
                    <a:pt x="14884" y="4990"/>
                    <a:pt x="14169" y="4716"/>
                    <a:pt x="13467" y="4394"/>
                  </a:cubicBezTo>
                  <a:cubicBezTo>
                    <a:pt x="11002" y="3228"/>
                    <a:pt x="8812" y="1489"/>
                    <a:pt x="6216" y="573"/>
                  </a:cubicBezTo>
                  <a:cubicBezTo>
                    <a:pt x="5188" y="191"/>
                    <a:pt x="4103" y="0"/>
                    <a:pt x="3006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59"/>
            <p:cNvSpPr/>
            <p:nvPr/>
          </p:nvSpPr>
          <p:spPr>
            <a:xfrm>
              <a:off x="180050" y="1242200"/>
              <a:ext cx="500400" cy="375750"/>
            </a:xfrm>
            <a:custGeom>
              <a:avLst/>
              <a:gdLst/>
              <a:ahLst/>
              <a:cxnLst/>
              <a:rect l="l" t="t" r="r" b="b"/>
              <a:pathLst>
                <a:path w="20016" h="15030" extrusionOk="0">
                  <a:moveTo>
                    <a:pt x="1811" y="1"/>
                  </a:moveTo>
                  <a:cubicBezTo>
                    <a:pt x="1727" y="120"/>
                    <a:pt x="1632" y="251"/>
                    <a:pt x="1537" y="382"/>
                  </a:cubicBezTo>
                  <a:cubicBezTo>
                    <a:pt x="799" y="1370"/>
                    <a:pt x="394" y="2596"/>
                    <a:pt x="203" y="3811"/>
                  </a:cubicBezTo>
                  <a:cubicBezTo>
                    <a:pt x="13" y="5085"/>
                    <a:pt x="1" y="6382"/>
                    <a:pt x="179" y="7668"/>
                  </a:cubicBezTo>
                  <a:cubicBezTo>
                    <a:pt x="358" y="8954"/>
                    <a:pt x="763" y="10192"/>
                    <a:pt x="1549" y="11240"/>
                  </a:cubicBezTo>
                  <a:cubicBezTo>
                    <a:pt x="2299" y="12205"/>
                    <a:pt x="3251" y="13002"/>
                    <a:pt x="4347" y="13574"/>
                  </a:cubicBezTo>
                  <a:cubicBezTo>
                    <a:pt x="6091" y="14529"/>
                    <a:pt x="8043" y="15029"/>
                    <a:pt x="10019" y="15029"/>
                  </a:cubicBezTo>
                  <a:cubicBezTo>
                    <a:pt x="10458" y="15029"/>
                    <a:pt x="10897" y="15005"/>
                    <a:pt x="11336" y="14955"/>
                  </a:cubicBezTo>
                  <a:cubicBezTo>
                    <a:pt x="12514" y="14824"/>
                    <a:pt x="13657" y="14467"/>
                    <a:pt x="14705" y="13895"/>
                  </a:cubicBezTo>
                  <a:cubicBezTo>
                    <a:pt x="15777" y="13288"/>
                    <a:pt x="16717" y="12478"/>
                    <a:pt x="17467" y="11514"/>
                  </a:cubicBezTo>
                  <a:cubicBezTo>
                    <a:pt x="18610" y="10038"/>
                    <a:pt x="19420" y="8335"/>
                    <a:pt x="19861" y="6513"/>
                  </a:cubicBezTo>
                  <a:cubicBezTo>
                    <a:pt x="19991" y="6001"/>
                    <a:pt x="20015" y="5466"/>
                    <a:pt x="19908" y="4942"/>
                  </a:cubicBezTo>
                  <a:lnTo>
                    <a:pt x="19908" y="4942"/>
                  </a:lnTo>
                  <a:cubicBezTo>
                    <a:pt x="18706" y="5525"/>
                    <a:pt x="17384" y="5847"/>
                    <a:pt x="16051" y="5859"/>
                  </a:cubicBezTo>
                  <a:cubicBezTo>
                    <a:pt x="15950" y="5861"/>
                    <a:pt x="15850" y="5862"/>
                    <a:pt x="15750" y="5862"/>
                  </a:cubicBezTo>
                  <a:cubicBezTo>
                    <a:pt x="14648" y="5862"/>
                    <a:pt x="13547" y="5742"/>
                    <a:pt x="12467" y="5501"/>
                  </a:cubicBezTo>
                  <a:cubicBezTo>
                    <a:pt x="11109" y="5228"/>
                    <a:pt x="9788" y="4823"/>
                    <a:pt x="8490" y="4323"/>
                  </a:cubicBezTo>
                  <a:cubicBezTo>
                    <a:pt x="7204" y="3823"/>
                    <a:pt x="5966" y="3215"/>
                    <a:pt x="4787" y="2501"/>
                  </a:cubicBezTo>
                  <a:cubicBezTo>
                    <a:pt x="4204" y="2144"/>
                    <a:pt x="3632" y="1763"/>
                    <a:pt x="3097" y="1346"/>
                  </a:cubicBezTo>
                  <a:cubicBezTo>
                    <a:pt x="2585" y="977"/>
                    <a:pt x="2156" y="525"/>
                    <a:pt x="1811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59"/>
            <p:cNvSpPr/>
            <p:nvPr/>
          </p:nvSpPr>
          <p:spPr>
            <a:xfrm>
              <a:off x="147625" y="890975"/>
              <a:ext cx="560800" cy="754600"/>
            </a:xfrm>
            <a:custGeom>
              <a:avLst/>
              <a:gdLst/>
              <a:ahLst/>
              <a:cxnLst/>
              <a:rect l="l" t="t" r="r" b="b"/>
              <a:pathLst>
                <a:path w="22432" h="30184" extrusionOk="0">
                  <a:moveTo>
                    <a:pt x="13641" y="663"/>
                  </a:moveTo>
                  <a:cubicBezTo>
                    <a:pt x="13713" y="663"/>
                    <a:pt x="13783" y="665"/>
                    <a:pt x="13847" y="667"/>
                  </a:cubicBezTo>
                  <a:cubicBezTo>
                    <a:pt x="14300" y="691"/>
                    <a:pt x="14728" y="786"/>
                    <a:pt x="15133" y="965"/>
                  </a:cubicBezTo>
                  <a:cubicBezTo>
                    <a:pt x="15200" y="987"/>
                    <a:pt x="15162" y="1073"/>
                    <a:pt x="15108" y="1073"/>
                  </a:cubicBezTo>
                  <a:cubicBezTo>
                    <a:pt x="15104" y="1073"/>
                    <a:pt x="15101" y="1073"/>
                    <a:pt x="15097" y="1072"/>
                  </a:cubicBezTo>
                  <a:cubicBezTo>
                    <a:pt x="14741" y="970"/>
                    <a:pt x="14377" y="912"/>
                    <a:pt x="14018" y="912"/>
                  </a:cubicBezTo>
                  <a:cubicBezTo>
                    <a:pt x="13957" y="912"/>
                    <a:pt x="13896" y="914"/>
                    <a:pt x="13835" y="917"/>
                  </a:cubicBezTo>
                  <a:cubicBezTo>
                    <a:pt x="13621" y="929"/>
                    <a:pt x="13418" y="953"/>
                    <a:pt x="13216" y="1012"/>
                  </a:cubicBezTo>
                  <a:cubicBezTo>
                    <a:pt x="13097" y="1036"/>
                    <a:pt x="12871" y="1108"/>
                    <a:pt x="12871" y="1251"/>
                  </a:cubicBezTo>
                  <a:cubicBezTo>
                    <a:pt x="12859" y="1393"/>
                    <a:pt x="13049" y="1501"/>
                    <a:pt x="13157" y="1572"/>
                  </a:cubicBezTo>
                  <a:cubicBezTo>
                    <a:pt x="13299" y="1655"/>
                    <a:pt x="13454" y="1727"/>
                    <a:pt x="13597" y="1798"/>
                  </a:cubicBezTo>
                  <a:cubicBezTo>
                    <a:pt x="13954" y="1941"/>
                    <a:pt x="14311" y="2060"/>
                    <a:pt x="14681" y="2155"/>
                  </a:cubicBezTo>
                  <a:cubicBezTo>
                    <a:pt x="15454" y="2358"/>
                    <a:pt x="16228" y="2501"/>
                    <a:pt x="17014" y="2632"/>
                  </a:cubicBezTo>
                  <a:cubicBezTo>
                    <a:pt x="17407" y="2703"/>
                    <a:pt x="17812" y="2763"/>
                    <a:pt x="18217" y="2810"/>
                  </a:cubicBezTo>
                  <a:cubicBezTo>
                    <a:pt x="18283" y="2819"/>
                    <a:pt x="18395" y="2835"/>
                    <a:pt x="18507" y="2835"/>
                  </a:cubicBezTo>
                  <a:cubicBezTo>
                    <a:pt x="18695" y="2835"/>
                    <a:pt x="18881" y="2790"/>
                    <a:pt x="18836" y="2596"/>
                  </a:cubicBezTo>
                  <a:cubicBezTo>
                    <a:pt x="18764" y="2286"/>
                    <a:pt x="18395" y="2048"/>
                    <a:pt x="18133" y="1917"/>
                  </a:cubicBezTo>
                  <a:cubicBezTo>
                    <a:pt x="17812" y="1763"/>
                    <a:pt x="17478" y="1643"/>
                    <a:pt x="17145" y="1548"/>
                  </a:cubicBezTo>
                  <a:cubicBezTo>
                    <a:pt x="17033" y="1515"/>
                    <a:pt x="17068" y="1356"/>
                    <a:pt x="17171" y="1356"/>
                  </a:cubicBezTo>
                  <a:cubicBezTo>
                    <a:pt x="17178" y="1356"/>
                    <a:pt x="17185" y="1356"/>
                    <a:pt x="17193" y="1358"/>
                  </a:cubicBezTo>
                  <a:cubicBezTo>
                    <a:pt x="17657" y="1453"/>
                    <a:pt x="18098" y="1632"/>
                    <a:pt x="18514" y="1870"/>
                  </a:cubicBezTo>
                  <a:cubicBezTo>
                    <a:pt x="18812" y="2060"/>
                    <a:pt x="19253" y="2405"/>
                    <a:pt x="19122" y="2822"/>
                  </a:cubicBezTo>
                  <a:cubicBezTo>
                    <a:pt x="19010" y="3158"/>
                    <a:pt x="18655" y="3252"/>
                    <a:pt x="18346" y="3252"/>
                  </a:cubicBezTo>
                  <a:cubicBezTo>
                    <a:pt x="18326" y="3252"/>
                    <a:pt x="18307" y="3251"/>
                    <a:pt x="18288" y="3251"/>
                  </a:cubicBezTo>
                  <a:cubicBezTo>
                    <a:pt x="17800" y="3239"/>
                    <a:pt x="17312" y="3191"/>
                    <a:pt x="16836" y="3120"/>
                  </a:cubicBezTo>
                  <a:cubicBezTo>
                    <a:pt x="15859" y="2977"/>
                    <a:pt x="14895" y="2751"/>
                    <a:pt x="13966" y="2417"/>
                  </a:cubicBezTo>
                  <a:cubicBezTo>
                    <a:pt x="13549" y="2286"/>
                    <a:pt x="13145" y="2072"/>
                    <a:pt x="12799" y="1798"/>
                  </a:cubicBezTo>
                  <a:cubicBezTo>
                    <a:pt x="12525" y="1560"/>
                    <a:pt x="12383" y="1143"/>
                    <a:pt x="12716" y="881"/>
                  </a:cubicBezTo>
                  <a:cubicBezTo>
                    <a:pt x="12958" y="697"/>
                    <a:pt x="13326" y="663"/>
                    <a:pt x="13641" y="663"/>
                  </a:cubicBezTo>
                  <a:close/>
                  <a:moveTo>
                    <a:pt x="6501" y="12871"/>
                  </a:moveTo>
                  <a:cubicBezTo>
                    <a:pt x="9096" y="12883"/>
                    <a:pt x="11418" y="14121"/>
                    <a:pt x="13597" y="15407"/>
                  </a:cubicBezTo>
                  <a:cubicBezTo>
                    <a:pt x="14800" y="16110"/>
                    <a:pt x="15978" y="16824"/>
                    <a:pt x="17240" y="17395"/>
                  </a:cubicBezTo>
                  <a:cubicBezTo>
                    <a:pt x="17883" y="17681"/>
                    <a:pt x="18550" y="17919"/>
                    <a:pt x="19229" y="18110"/>
                  </a:cubicBezTo>
                  <a:cubicBezTo>
                    <a:pt x="19884" y="18265"/>
                    <a:pt x="20562" y="18384"/>
                    <a:pt x="21241" y="18455"/>
                  </a:cubicBezTo>
                  <a:cubicBezTo>
                    <a:pt x="21277" y="18455"/>
                    <a:pt x="21312" y="18479"/>
                    <a:pt x="21336" y="18503"/>
                  </a:cubicBezTo>
                  <a:cubicBezTo>
                    <a:pt x="21396" y="18515"/>
                    <a:pt x="21455" y="18562"/>
                    <a:pt x="21479" y="18622"/>
                  </a:cubicBezTo>
                  <a:cubicBezTo>
                    <a:pt x="21610" y="18919"/>
                    <a:pt x="21669" y="19229"/>
                    <a:pt x="21681" y="19550"/>
                  </a:cubicBezTo>
                  <a:cubicBezTo>
                    <a:pt x="21681" y="20217"/>
                    <a:pt x="21574" y="20872"/>
                    <a:pt x="21360" y="21491"/>
                  </a:cubicBezTo>
                  <a:cubicBezTo>
                    <a:pt x="21169" y="22110"/>
                    <a:pt x="20931" y="22717"/>
                    <a:pt x="20657" y="23313"/>
                  </a:cubicBezTo>
                  <a:cubicBezTo>
                    <a:pt x="20122" y="24480"/>
                    <a:pt x="19395" y="25563"/>
                    <a:pt x="18526" y="26504"/>
                  </a:cubicBezTo>
                  <a:cubicBezTo>
                    <a:pt x="17645" y="27444"/>
                    <a:pt x="16597" y="28182"/>
                    <a:pt x="15419" y="28694"/>
                  </a:cubicBezTo>
                  <a:cubicBezTo>
                    <a:pt x="14264" y="29183"/>
                    <a:pt x="13037" y="29444"/>
                    <a:pt x="11787" y="29480"/>
                  </a:cubicBezTo>
                  <a:cubicBezTo>
                    <a:pt x="11654" y="29485"/>
                    <a:pt x="11520" y="29487"/>
                    <a:pt x="11387" y="29487"/>
                  </a:cubicBezTo>
                  <a:cubicBezTo>
                    <a:pt x="8977" y="29487"/>
                    <a:pt x="6616" y="28776"/>
                    <a:pt x="4608" y="27444"/>
                  </a:cubicBezTo>
                  <a:cubicBezTo>
                    <a:pt x="3548" y="26742"/>
                    <a:pt x="2655" y="25801"/>
                    <a:pt x="2024" y="24706"/>
                  </a:cubicBezTo>
                  <a:cubicBezTo>
                    <a:pt x="1357" y="23491"/>
                    <a:pt x="1107" y="22098"/>
                    <a:pt x="1048" y="20729"/>
                  </a:cubicBezTo>
                  <a:cubicBezTo>
                    <a:pt x="965" y="19419"/>
                    <a:pt x="1084" y="18098"/>
                    <a:pt x="1417" y="16812"/>
                  </a:cubicBezTo>
                  <a:cubicBezTo>
                    <a:pt x="1584" y="16193"/>
                    <a:pt x="1822" y="15598"/>
                    <a:pt x="2143" y="15050"/>
                  </a:cubicBezTo>
                  <a:cubicBezTo>
                    <a:pt x="2310" y="14776"/>
                    <a:pt x="2489" y="14514"/>
                    <a:pt x="2691" y="14264"/>
                  </a:cubicBezTo>
                  <a:cubicBezTo>
                    <a:pt x="2786" y="14157"/>
                    <a:pt x="2893" y="14050"/>
                    <a:pt x="3000" y="13954"/>
                  </a:cubicBezTo>
                  <a:cubicBezTo>
                    <a:pt x="3012" y="13943"/>
                    <a:pt x="3012" y="13931"/>
                    <a:pt x="3024" y="13931"/>
                  </a:cubicBezTo>
                  <a:cubicBezTo>
                    <a:pt x="3417" y="13490"/>
                    <a:pt x="4096" y="13240"/>
                    <a:pt x="4655" y="13097"/>
                  </a:cubicBezTo>
                  <a:cubicBezTo>
                    <a:pt x="5263" y="12942"/>
                    <a:pt x="5870" y="12871"/>
                    <a:pt x="6501" y="12871"/>
                  </a:cubicBezTo>
                  <a:close/>
                  <a:moveTo>
                    <a:pt x="13287" y="0"/>
                  </a:moveTo>
                  <a:cubicBezTo>
                    <a:pt x="12371" y="0"/>
                    <a:pt x="11144" y="131"/>
                    <a:pt x="10799" y="1143"/>
                  </a:cubicBezTo>
                  <a:cubicBezTo>
                    <a:pt x="10632" y="1620"/>
                    <a:pt x="10882" y="2048"/>
                    <a:pt x="11228" y="2382"/>
                  </a:cubicBezTo>
                  <a:cubicBezTo>
                    <a:pt x="11644" y="2751"/>
                    <a:pt x="12097" y="3060"/>
                    <a:pt x="12597" y="3287"/>
                  </a:cubicBezTo>
                  <a:cubicBezTo>
                    <a:pt x="12732" y="3359"/>
                    <a:pt x="12649" y="3524"/>
                    <a:pt x="12530" y="3524"/>
                  </a:cubicBezTo>
                  <a:cubicBezTo>
                    <a:pt x="12513" y="3524"/>
                    <a:pt x="12496" y="3520"/>
                    <a:pt x="12478" y="3513"/>
                  </a:cubicBezTo>
                  <a:cubicBezTo>
                    <a:pt x="12121" y="3394"/>
                    <a:pt x="11787" y="3251"/>
                    <a:pt x="11454" y="3084"/>
                  </a:cubicBezTo>
                  <a:lnTo>
                    <a:pt x="11299" y="2989"/>
                  </a:lnTo>
                  <a:cubicBezTo>
                    <a:pt x="11180" y="3632"/>
                    <a:pt x="11061" y="4275"/>
                    <a:pt x="10942" y="4930"/>
                  </a:cubicBezTo>
                  <a:cubicBezTo>
                    <a:pt x="10799" y="5644"/>
                    <a:pt x="10668" y="6370"/>
                    <a:pt x="10525" y="7096"/>
                  </a:cubicBezTo>
                  <a:cubicBezTo>
                    <a:pt x="10442" y="7442"/>
                    <a:pt x="10394" y="7799"/>
                    <a:pt x="10299" y="8132"/>
                  </a:cubicBezTo>
                  <a:cubicBezTo>
                    <a:pt x="10216" y="8430"/>
                    <a:pt x="10013" y="8680"/>
                    <a:pt x="9739" y="8811"/>
                  </a:cubicBezTo>
                  <a:cubicBezTo>
                    <a:pt x="9489" y="8930"/>
                    <a:pt x="9227" y="9013"/>
                    <a:pt x="8954" y="9073"/>
                  </a:cubicBezTo>
                  <a:cubicBezTo>
                    <a:pt x="8692" y="9144"/>
                    <a:pt x="8418" y="9228"/>
                    <a:pt x="8156" y="9323"/>
                  </a:cubicBezTo>
                  <a:cubicBezTo>
                    <a:pt x="7644" y="9502"/>
                    <a:pt x="7132" y="9716"/>
                    <a:pt x="6632" y="9954"/>
                  </a:cubicBezTo>
                  <a:cubicBezTo>
                    <a:pt x="4620" y="10930"/>
                    <a:pt x="2929" y="12442"/>
                    <a:pt x="1727" y="14335"/>
                  </a:cubicBezTo>
                  <a:cubicBezTo>
                    <a:pt x="548" y="16240"/>
                    <a:pt x="0" y="18467"/>
                    <a:pt x="179" y="20693"/>
                  </a:cubicBezTo>
                  <a:cubicBezTo>
                    <a:pt x="333" y="22932"/>
                    <a:pt x="1274" y="25039"/>
                    <a:pt x="2834" y="26647"/>
                  </a:cubicBezTo>
                  <a:cubicBezTo>
                    <a:pt x="4441" y="28278"/>
                    <a:pt x="6596" y="29302"/>
                    <a:pt x="8823" y="29802"/>
                  </a:cubicBezTo>
                  <a:cubicBezTo>
                    <a:pt x="9929" y="30053"/>
                    <a:pt x="11069" y="30183"/>
                    <a:pt x="12199" y="30183"/>
                  </a:cubicBezTo>
                  <a:cubicBezTo>
                    <a:pt x="12248" y="30183"/>
                    <a:pt x="12298" y="30183"/>
                    <a:pt x="12347" y="30183"/>
                  </a:cubicBezTo>
                  <a:cubicBezTo>
                    <a:pt x="12381" y="30183"/>
                    <a:pt x="12415" y="30183"/>
                    <a:pt x="12448" y="30183"/>
                  </a:cubicBezTo>
                  <a:cubicBezTo>
                    <a:pt x="13699" y="30183"/>
                    <a:pt x="14926" y="29969"/>
                    <a:pt x="16097" y="29540"/>
                  </a:cubicBezTo>
                  <a:cubicBezTo>
                    <a:pt x="18193" y="28742"/>
                    <a:pt x="19919" y="27099"/>
                    <a:pt x="20967" y="25134"/>
                  </a:cubicBezTo>
                  <a:cubicBezTo>
                    <a:pt x="22134" y="22979"/>
                    <a:pt x="22431" y="20420"/>
                    <a:pt x="22027" y="18015"/>
                  </a:cubicBezTo>
                  <a:cubicBezTo>
                    <a:pt x="21824" y="16812"/>
                    <a:pt x="21443" y="15657"/>
                    <a:pt x="20907" y="14562"/>
                  </a:cubicBezTo>
                  <a:cubicBezTo>
                    <a:pt x="20396" y="13562"/>
                    <a:pt x="19717" y="12633"/>
                    <a:pt x="18824" y="11942"/>
                  </a:cubicBezTo>
                  <a:cubicBezTo>
                    <a:pt x="18598" y="11776"/>
                    <a:pt x="18360" y="11621"/>
                    <a:pt x="18110" y="11490"/>
                  </a:cubicBezTo>
                  <a:cubicBezTo>
                    <a:pt x="17848" y="11347"/>
                    <a:pt x="17574" y="11216"/>
                    <a:pt x="17455" y="10918"/>
                  </a:cubicBezTo>
                  <a:cubicBezTo>
                    <a:pt x="17336" y="10645"/>
                    <a:pt x="17407" y="10347"/>
                    <a:pt x="17478" y="10085"/>
                  </a:cubicBezTo>
                  <a:cubicBezTo>
                    <a:pt x="17574" y="9740"/>
                    <a:pt x="17669" y="9394"/>
                    <a:pt x="17764" y="9061"/>
                  </a:cubicBezTo>
                  <a:cubicBezTo>
                    <a:pt x="18169" y="7632"/>
                    <a:pt x="18574" y="6227"/>
                    <a:pt x="18967" y="4810"/>
                  </a:cubicBezTo>
                  <a:lnTo>
                    <a:pt x="18967" y="4810"/>
                  </a:lnTo>
                  <a:cubicBezTo>
                    <a:pt x="18847" y="4822"/>
                    <a:pt x="18726" y="4828"/>
                    <a:pt x="18606" y="4828"/>
                  </a:cubicBezTo>
                  <a:cubicBezTo>
                    <a:pt x="18105" y="4828"/>
                    <a:pt x="17606" y="4729"/>
                    <a:pt x="17145" y="4537"/>
                  </a:cubicBezTo>
                  <a:cubicBezTo>
                    <a:pt x="17034" y="4481"/>
                    <a:pt x="17099" y="4344"/>
                    <a:pt x="17194" y="4344"/>
                  </a:cubicBezTo>
                  <a:cubicBezTo>
                    <a:pt x="17202" y="4344"/>
                    <a:pt x="17209" y="4344"/>
                    <a:pt x="17217" y="4346"/>
                  </a:cubicBezTo>
                  <a:cubicBezTo>
                    <a:pt x="17600" y="4420"/>
                    <a:pt x="18012" y="4473"/>
                    <a:pt x="18422" y="4473"/>
                  </a:cubicBezTo>
                  <a:cubicBezTo>
                    <a:pt x="18940" y="4473"/>
                    <a:pt x="19455" y="4388"/>
                    <a:pt x="19907" y="4156"/>
                  </a:cubicBezTo>
                  <a:cubicBezTo>
                    <a:pt x="20205" y="4025"/>
                    <a:pt x="20443" y="3775"/>
                    <a:pt x="20574" y="3477"/>
                  </a:cubicBezTo>
                  <a:cubicBezTo>
                    <a:pt x="20657" y="3144"/>
                    <a:pt x="20598" y="2786"/>
                    <a:pt x="20384" y="2513"/>
                  </a:cubicBezTo>
                  <a:cubicBezTo>
                    <a:pt x="20145" y="2203"/>
                    <a:pt x="19836" y="1953"/>
                    <a:pt x="19467" y="1798"/>
                  </a:cubicBezTo>
                  <a:cubicBezTo>
                    <a:pt x="19098" y="1596"/>
                    <a:pt x="18705" y="1417"/>
                    <a:pt x="18312" y="1262"/>
                  </a:cubicBezTo>
                  <a:cubicBezTo>
                    <a:pt x="16883" y="691"/>
                    <a:pt x="15395" y="262"/>
                    <a:pt x="13871" y="12"/>
                  </a:cubicBezTo>
                  <a:cubicBezTo>
                    <a:pt x="13668" y="0"/>
                    <a:pt x="13478" y="0"/>
                    <a:pt x="132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59"/>
            <p:cNvSpPr/>
            <p:nvPr/>
          </p:nvSpPr>
          <p:spPr>
            <a:xfrm>
              <a:off x="138975" y="885625"/>
              <a:ext cx="577200" cy="772725"/>
            </a:xfrm>
            <a:custGeom>
              <a:avLst/>
              <a:gdLst/>
              <a:ahLst/>
              <a:cxnLst/>
              <a:rect l="l" t="t" r="r" b="b"/>
              <a:pathLst>
                <a:path w="23088" h="30909" extrusionOk="0">
                  <a:moveTo>
                    <a:pt x="14241" y="0"/>
                  </a:moveTo>
                  <a:lnTo>
                    <a:pt x="14205" y="214"/>
                  </a:lnTo>
                  <a:cubicBezTo>
                    <a:pt x="15729" y="476"/>
                    <a:pt x="17229" y="893"/>
                    <a:pt x="18658" y="1476"/>
                  </a:cubicBezTo>
                  <a:cubicBezTo>
                    <a:pt x="19051" y="1631"/>
                    <a:pt x="19444" y="1810"/>
                    <a:pt x="19813" y="2012"/>
                  </a:cubicBezTo>
                  <a:cubicBezTo>
                    <a:pt x="20182" y="2167"/>
                    <a:pt x="20491" y="2417"/>
                    <a:pt x="20730" y="2727"/>
                  </a:cubicBezTo>
                  <a:cubicBezTo>
                    <a:pt x="20944" y="3000"/>
                    <a:pt x="21003" y="3358"/>
                    <a:pt x="20920" y="3691"/>
                  </a:cubicBezTo>
                  <a:cubicBezTo>
                    <a:pt x="20789" y="3989"/>
                    <a:pt x="20551" y="4239"/>
                    <a:pt x="20253" y="4370"/>
                  </a:cubicBezTo>
                  <a:cubicBezTo>
                    <a:pt x="19801" y="4602"/>
                    <a:pt x="19286" y="4687"/>
                    <a:pt x="18768" y="4687"/>
                  </a:cubicBezTo>
                  <a:cubicBezTo>
                    <a:pt x="18358" y="4687"/>
                    <a:pt x="17946" y="4634"/>
                    <a:pt x="17563" y="4560"/>
                  </a:cubicBezTo>
                  <a:cubicBezTo>
                    <a:pt x="17555" y="4558"/>
                    <a:pt x="17548" y="4558"/>
                    <a:pt x="17540" y="4558"/>
                  </a:cubicBezTo>
                  <a:cubicBezTo>
                    <a:pt x="17445" y="4558"/>
                    <a:pt x="17380" y="4695"/>
                    <a:pt x="17491" y="4751"/>
                  </a:cubicBezTo>
                  <a:cubicBezTo>
                    <a:pt x="17952" y="4943"/>
                    <a:pt x="18451" y="5042"/>
                    <a:pt x="18952" y="5042"/>
                  </a:cubicBezTo>
                  <a:cubicBezTo>
                    <a:pt x="19072" y="5042"/>
                    <a:pt x="19193" y="5036"/>
                    <a:pt x="19313" y="5024"/>
                  </a:cubicBezTo>
                  <a:lnTo>
                    <a:pt x="19313" y="5024"/>
                  </a:lnTo>
                  <a:cubicBezTo>
                    <a:pt x="18920" y="6441"/>
                    <a:pt x="18515" y="7858"/>
                    <a:pt x="18110" y="9275"/>
                  </a:cubicBezTo>
                  <a:cubicBezTo>
                    <a:pt x="18027" y="9608"/>
                    <a:pt x="17920" y="9954"/>
                    <a:pt x="17824" y="10287"/>
                  </a:cubicBezTo>
                  <a:cubicBezTo>
                    <a:pt x="17753" y="10561"/>
                    <a:pt x="17694" y="10859"/>
                    <a:pt x="17801" y="11132"/>
                  </a:cubicBezTo>
                  <a:cubicBezTo>
                    <a:pt x="17920" y="11430"/>
                    <a:pt x="18194" y="11549"/>
                    <a:pt x="18456" y="11704"/>
                  </a:cubicBezTo>
                  <a:cubicBezTo>
                    <a:pt x="18706" y="11835"/>
                    <a:pt x="18944" y="11990"/>
                    <a:pt x="19170" y="12156"/>
                  </a:cubicBezTo>
                  <a:cubicBezTo>
                    <a:pt x="20063" y="12847"/>
                    <a:pt x="20742" y="13776"/>
                    <a:pt x="21253" y="14776"/>
                  </a:cubicBezTo>
                  <a:cubicBezTo>
                    <a:pt x="21801" y="15859"/>
                    <a:pt x="22170" y="17026"/>
                    <a:pt x="22373" y="18229"/>
                  </a:cubicBezTo>
                  <a:cubicBezTo>
                    <a:pt x="22777" y="20622"/>
                    <a:pt x="22480" y="23181"/>
                    <a:pt x="21313" y="25348"/>
                  </a:cubicBezTo>
                  <a:cubicBezTo>
                    <a:pt x="20265" y="27313"/>
                    <a:pt x="18539" y="28956"/>
                    <a:pt x="16443" y="29754"/>
                  </a:cubicBezTo>
                  <a:cubicBezTo>
                    <a:pt x="15271" y="30172"/>
                    <a:pt x="14042" y="30397"/>
                    <a:pt x="12789" y="30397"/>
                  </a:cubicBezTo>
                  <a:cubicBezTo>
                    <a:pt x="12757" y="30397"/>
                    <a:pt x="12725" y="30397"/>
                    <a:pt x="12693" y="30397"/>
                  </a:cubicBezTo>
                  <a:cubicBezTo>
                    <a:pt x="12644" y="30397"/>
                    <a:pt x="12594" y="30397"/>
                    <a:pt x="12545" y="30397"/>
                  </a:cubicBezTo>
                  <a:cubicBezTo>
                    <a:pt x="11415" y="30397"/>
                    <a:pt x="10275" y="30267"/>
                    <a:pt x="9169" y="30016"/>
                  </a:cubicBezTo>
                  <a:cubicBezTo>
                    <a:pt x="6942" y="29516"/>
                    <a:pt x="4787" y="28492"/>
                    <a:pt x="3180" y="26861"/>
                  </a:cubicBezTo>
                  <a:cubicBezTo>
                    <a:pt x="1620" y="25241"/>
                    <a:pt x="679" y="23134"/>
                    <a:pt x="525" y="20907"/>
                  </a:cubicBezTo>
                  <a:cubicBezTo>
                    <a:pt x="394" y="19169"/>
                    <a:pt x="691" y="17431"/>
                    <a:pt x="1394" y="15847"/>
                  </a:cubicBezTo>
                  <a:lnTo>
                    <a:pt x="1049" y="15704"/>
                  </a:lnTo>
                  <a:cubicBezTo>
                    <a:pt x="513" y="16919"/>
                    <a:pt x="203" y="18217"/>
                    <a:pt x="120" y="19550"/>
                  </a:cubicBezTo>
                  <a:cubicBezTo>
                    <a:pt x="1" y="21788"/>
                    <a:pt x="572" y="24098"/>
                    <a:pt x="1870" y="25944"/>
                  </a:cubicBezTo>
                  <a:cubicBezTo>
                    <a:pt x="3216" y="27873"/>
                    <a:pt x="5240" y="29218"/>
                    <a:pt x="7430" y="30004"/>
                  </a:cubicBezTo>
                  <a:cubicBezTo>
                    <a:pt x="8538" y="30409"/>
                    <a:pt x="9693" y="30671"/>
                    <a:pt x="10859" y="30801"/>
                  </a:cubicBezTo>
                  <a:cubicBezTo>
                    <a:pt x="11447" y="30872"/>
                    <a:pt x="12037" y="30908"/>
                    <a:pt x="12627" y="30908"/>
                  </a:cubicBezTo>
                  <a:cubicBezTo>
                    <a:pt x="13328" y="30908"/>
                    <a:pt x="14030" y="30857"/>
                    <a:pt x="14729" y="30754"/>
                  </a:cubicBezTo>
                  <a:cubicBezTo>
                    <a:pt x="17086" y="30361"/>
                    <a:pt x="19218" y="29111"/>
                    <a:pt x="20706" y="27230"/>
                  </a:cubicBezTo>
                  <a:cubicBezTo>
                    <a:pt x="22230" y="25289"/>
                    <a:pt x="23063" y="22884"/>
                    <a:pt x="23075" y="20407"/>
                  </a:cubicBezTo>
                  <a:cubicBezTo>
                    <a:pt x="23087" y="19133"/>
                    <a:pt x="22908" y="17848"/>
                    <a:pt x="22539" y="16621"/>
                  </a:cubicBezTo>
                  <a:cubicBezTo>
                    <a:pt x="22218" y="15454"/>
                    <a:pt x="21706" y="14347"/>
                    <a:pt x="21027" y="13359"/>
                  </a:cubicBezTo>
                  <a:cubicBezTo>
                    <a:pt x="20682" y="12871"/>
                    <a:pt x="20301" y="12430"/>
                    <a:pt x="19860" y="12037"/>
                  </a:cubicBezTo>
                  <a:cubicBezTo>
                    <a:pt x="19646" y="11847"/>
                    <a:pt x="19420" y="11680"/>
                    <a:pt x="19182" y="11513"/>
                  </a:cubicBezTo>
                  <a:cubicBezTo>
                    <a:pt x="18932" y="11359"/>
                    <a:pt x="18658" y="11240"/>
                    <a:pt x="18420" y="11085"/>
                  </a:cubicBezTo>
                  <a:cubicBezTo>
                    <a:pt x="18194" y="10930"/>
                    <a:pt x="18253" y="10680"/>
                    <a:pt x="18325" y="10442"/>
                  </a:cubicBezTo>
                  <a:cubicBezTo>
                    <a:pt x="18420" y="10097"/>
                    <a:pt x="18515" y="9751"/>
                    <a:pt x="18610" y="9394"/>
                  </a:cubicBezTo>
                  <a:lnTo>
                    <a:pt x="19206" y="7227"/>
                  </a:lnTo>
                  <a:cubicBezTo>
                    <a:pt x="19396" y="6525"/>
                    <a:pt x="19587" y="5822"/>
                    <a:pt x="19789" y="5132"/>
                  </a:cubicBezTo>
                  <a:cubicBezTo>
                    <a:pt x="19813" y="5060"/>
                    <a:pt x="19801" y="5001"/>
                    <a:pt x="19765" y="4953"/>
                  </a:cubicBezTo>
                  <a:cubicBezTo>
                    <a:pt x="19884" y="4917"/>
                    <a:pt x="19991" y="4894"/>
                    <a:pt x="20110" y="4858"/>
                  </a:cubicBezTo>
                  <a:cubicBezTo>
                    <a:pt x="20872" y="4608"/>
                    <a:pt x="21527" y="4001"/>
                    <a:pt x="21361" y="3131"/>
                  </a:cubicBezTo>
                  <a:cubicBezTo>
                    <a:pt x="21194" y="2238"/>
                    <a:pt x="20337" y="1762"/>
                    <a:pt x="19587" y="1405"/>
                  </a:cubicBezTo>
                  <a:cubicBezTo>
                    <a:pt x="18682" y="976"/>
                    <a:pt x="17741" y="643"/>
                    <a:pt x="16777" y="405"/>
                  </a:cubicBezTo>
                  <a:cubicBezTo>
                    <a:pt x="16074" y="226"/>
                    <a:pt x="15348" y="119"/>
                    <a:pt x="14634" y="60"/>
                  </a:cubicBezTo>
                  <a:cubicBezTo>
                    <a:pt x="14503" y="48"/>
                    <a:pt x="14372" y="24"/>
                    <a:pt x="142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59"/>
            <p:cNvSpPr/>
            <p:nvPr/>
          </p:nvSpPr>
          <p:spPr>
            <a:xfrm>
              <a:off x="456575" y="907650"/>
              <a:ext cx="172075" cy="64400"/>
            </a:xfrm>
            <a:custGeom>
              <a:avLst/>
              <a:gdLst/>
              <a:ahLst/>
              <a:cxnLst/>
              <a:rect l="l" t="t" r="r" b="b"/>
              <a:pathLst>
                <a:path w="6883" h="2576" extrusionOk="0">
                  <a:moveTo>
                    <a:pt x="1378" y="0"/>
                  </a:moveTo>
                  <a:cubicBezTo>
                    <a:pt x="1036" y="0"/>
                    <a:pt x="614" y="10"/>
                    <a:pt x="346" y="203"/>
                  </a:cubicBezTo>
                  <a:cubicBezTo>
                    <a:pt x="1" y="464"/>
                    <a:pt x="156" y="881"/>
                    <a:pt x="429" y="1119"/>
                  </a:cubicBezTo>
                  <a:cubicBezTo>
                    <a:pt x="775" y="1405"/>
                    <a:pt x="1168" y="1607"/>
                    <a:pt x="1596" y="1738"/>
                  </a:cubicBezTo>
                  <a:cubicBezTo>
                    <a:pt x="2525" y="2072"/>
                    <a:pt x="3477" y="2310"/>
                    <a:pt x="4454" y="2441"/>
                  </a:cubicBezTo>
                  <a:cubicBezTo>
                    <a:pt x="4942" y="2512"/>
                    <a:pt x="5430" y="2560"/>
                    <a:pt x="5918" y="2572"/>
                  </a:cubicBezTo>
                  <a:cubicBezTo>
                    <a:pt x="5949" y="2574"/>
                    <a:pt x="5980" y="2575"/>
                    <a:pt x="6011" y="2575"/>
                  </a:cubicBezTo>
                  <a:cubicBezTo>
                    <a:pt x="6314" y="2575"/>
                    <a:pt x="6655" y="2467"/>
                    <a:pt x="6752" y="2143"/>
                  </a:cubicBezTo>
                  <a:cubicBezTo>
                    <a:pt x="6883" y="1738"/>
                    <a:pt x="6442" y="1381"/>
                    <a:pt x="6144" y="1191"/>
                  </a:cubicBezTo>
                  <a:cubicBezTo>
                    <a:pt x="5728" y="953"/>
                    <a:pt x="5287" y="786"/>
                    <a:pt x="4823" y="679"/>
                  </a:cubicBezTo>
                  <a:cubicBezTo>
                    <a:pt x="4819" y="678"/>
                    <a:pt x="4815" y="678"/>
                    <a:pt x="4811" y="678"/>
                  </a:cubicBezTo>
                  <a:cubicBezTo>
                    <a:pt x="4701" y="678"/>
                    <a:pt x="4660" y="835"/>
                    <a:pt x="4775" y="869"/>
                  </a:cubicBezTo>
                  <a:cubicBezTo>
                    <a:pt x="5109" y="965"/>
                    <a:pt x="5442" y="1096"/>
                    <a:pt x="5763" y="1238"/>
                  </a:cubicBezTo>
                  <a:cubicBezTo>
                    <a:pt x="6025" y="1369"/>
                    <a:pt x="6394" y="1607"/>
                    <a:pt x="6466" y="1917"/>
                  </a:cubicBezTo>
                  <a:cubicBezTo>
                    <a:pt x="6518" y="2112"/>
                    <a:pt x="6326" y="2156"/>
                    <a:pt x="6135" y="2156"/>
                  </a:cubicBezTo>
                  <a:cubicBezTo>
                    <a:pt x="6022" y="2156"/>
                    <a:pt x="5909" y="2140"/>
                    <a:pt x="5847" y="2131"/>
                  </a:cubicBezTo>
                  <a:cubicBezTo>
                    <a:pt x="5442" y="2084"/>
                    <a:pt x="5037" y="2024"/>
                    <a:pt x="4644" y="1965"/>
                  </a:cubicBezTo>
                  <a:cubicBezTo>
                    <a:pt x="3858" y="1834"/>
                    <a:pt x="3085" y="1679"/>
                    <a:pt x="2311" y="1477"/>
                  </a:cubicBezTo>
                  <a:cubicBezTo>
                    <a:pt x="1942" y="1393"/>
                    <a:pt x="1584" y="1274"/>
                    <a:pt x="1227" y="1119"/>
                  </a:cubicBezTo>
                  <a:cubicBezTo>
                    <a:pt x="1084" y="1060"/>
                    <a:pt x="929" y="976"/>
                    <a:pt x="787" y="893"/>
                  </a:cubicBezTo>
                  <a:cubicBezTo>
                    <a:pt x="679" y="834"/>
                    <a:pt x="489" y="726"/>
                    <a:pt x="501" y="572"/>
                  </a:cubicBezTo>
                  <a:cubicBezTo>
                    <a:pt x="501" y="417"/>
                    <a:pt x="727" y="357"/>
                    <a:pt x="846" y="334"/>
                  </a:cubicBezTo>
                  <a:cubicBezTo>
                    <a:pt x="1049" y="286"/>
                    <a:pt x="1251" y="250"/>
                    <a:pt x="1465" y="250"/>
                  </a:cubicBezTo>
                  <a:cubicBezTo>
                    <a:pt x="1537" y="246"/>
                    <a:pt x="1608" y="244"/>
                    <a:pt x="1679" y="244"/>
                  </a:cubicBezTo>
                  <a:cubicBezTo>
                    <a:pt x="2036" y="244"/>
                    <a:pt x="2390" y="294"/>
                    <a:pt x="2727" y="393"/>
                  </a:cubicBezTo>
                  <a:cubicBezTo>
                    <a:pt x="2734" y="396"/>
                    <a:pt x="2740" y="397"/>
                    <a:pt x="2746" y="397"/>
                  </a:cubicBezTo>
                  <a:cubicBezTo>
                    <a:pt x="2796" y="397"/>
                    <a:pt x="2827" y="319"/>
                    <a:pt x="2763" y="298"/>
                  </a:cubicBezTo>
                  <a:cubicBezTo>
                    <a:pt x="2358" y="119"/>
                    <a:pt x="1930" y="12"/>
                    <a:pt x="1489" y="0"/>
                  </a:cubicBezTo>
                  <a:cubicBezTo>
                    <a:pt x="1453" y="0"/>
                    <a:pt x="1416" y="0"/>
                    <a:pt x="13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59"/>
            <p:cNvSpPr/>
            <p:nvPr/>
          </p:nvSpPr>
          <p:spPr>
            <a:xfrm>
              <a:off x="401825" y="883050"/>
              <a:ext cx="92875" cy="95725"/>
            </a:xfrm>
            <a:custGeom>
              <a:avLst/>
              <a:gdLst/>
              <a:ahLst/>
              <a:cxnLst/>
              <a:rect l="l" t="t" r="r" b="b"/>
              <a:pathLst>
                <a:path w="3715" h="3829" extrusionOk="0">
                  <a:moveTo>
                    <a:pt x="2459" y="1"/>
                  </a:moveTo>
                  <a:cubicBezTo>
                    <a:pt x="2107" y="1"/>
                    <a:pt x="1753" y="38"/>
                    <a:pt x="1417" y="151"/>
                  </a:cubicBezTo>
                  <a:cubicBezTo>
                    <a:pt x="893" y="317"/>
                    <a:pt x="452" y="698"/>
                    <a:pt x="226" y="1198"/>
                  </a:cubicBezTo>
                  <a:cubicBezTo>
                    <a:pt x="0" y="1722"/>
                    <a:pt x="107" y="2330"/>
                    <a:pt x="488" y="2758"/>
                  </a:cubicBezTo>
                  <a:cubicBezTo>
                    <a:pt x="619" y="2901"/>
                    <a:pt x="762" y="3032"/>
                    <a:pt x="917" y="3151"/>
                  </a:cubicBezTo>
                  <a:lnTo>
                    <a:pt x="893" y="3246"/>
                  </a:lnTo>
                  <a:lnTo>
                    <a:pt x="1131" y="3306"/>
                  </a:lnTo>
                  <a:lnTo>
                    <a:pt x="1274" y="3389"/>
                  </a:lnTo>
                  <a:cubicBezTo>
                    <a:pt x="1607" y="3556"/>
                    <a:pt x="1953" y="3699"/>
                    <a:pt x="2298" y="3818"/>
                  </a:cubicBezTo>
                  <a:cubicBezTo>
                    <a:pt x="2316" y="3825"/>
                    <a:pt x="2334" y="3829"/>
                    <a:pt x="2351" y="3829"/>
                  </a:cubicBezTo>
                  <a:cubicBezTo>
                    <a:pt x="2469" y="3829"/>
                    <a:pt x="2554" y="3666"/>
                    <a:pt x="2429" y="3604"/>
                  </a:cubicBezTo>
                  <a:cubicBezTo>
                    <a:pt x="1929" y="3365"/>
                    <a:pt x="1465" y="3056"/>
                    <a:pt x="1048" y="2699"/>
                  </a:cubicBezTo>
                  <a:cubicBezTo>
                    <a:pt x="703" y="2365"/>
                    <a:pt x="452" y="1937"/>
                    <a:pt x="619" y="1448"/>
                  </a:cubicBezTo>
                  <a:cubicBezTo>
                    <a:pt x="964" y="436"/>
                    <a:pt x="2203" y="305"/>
                    <a:pt x="3108" y="305"/>
                  </a:cubicBezTo>
                  <a:cubicBezTo>
                    <a:pt x="3310" y="305"/>
                    <a:pt x="3500" y="305"/>
                    <a:pt x="3691" y="317"/>
                  </a:cubicBezTo>
                  <a:lnTo>
                    <a:pt x="3715" y="103"/>
                  </a:lnTo>
                  <a:cubicBezTo>
                    <a:pt x="3548" y="79"/>
                    <a:pt x="3370" y="55"/>
                    <a:pt x="3191" y="44"/>
                  </a:cubicBezTo>
                  <a:cubicBezTo>
                    <a:pt x="2951" y="19"/>
                    <a:pt x="2705" y="1"/>
                    <a:pt x="245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59"/>
            <p:cNvSpPr/>
            <p:nvPr/>
          </p:nvSpPr>
          <p:spPr>
            <a:xfrm>
              <a:off x="165475" y="963900"/>
              <a:ext cx="264650" cy="317925"/>
            </a:xfrm>
            <a:custGeom>
              <a:avLst/>
              <a:gdLst/>
              <a:ahLst/>
              <a:cxnLst/>
              <a:rect l="l" t="t" r="r" b="b"/>
              <a:pathLst>
                <a:path w="10586" h="12717" extrusionOk="0">
                  <a:moveTo>
                    <a:pt x="10347" y="0"/>
                  </a:moveTo>
                  <a:cubicBezTo>
                    <a:pt x="10002" y="1393"/>
                    <a:pt x="9656" y="2798"/>
                    <a:pt x="9335" y="4203"/>
                  </a:cubicBezTo>
                  <a:lnTo>
                    <a:pt x="9228" y="4727"/>
                  </a:lnTo>
                  <a:cubicBezTo>
                    <a:pt x="9204" y="4906"/>
                    <a:pt x="9144" y="5084"/>
                    <a:pt x="9073" y="5239"/>
                  </a:cubicBezTo>
                  <a:cubicBezTo>
                    <a:pt x="8930" y="5477"/>
                    <a:pt x="8644" y="5549"/>
                    <a:pt x="8394" y="5608"/>
                  </a:cubicBezTo>
                  <a:cubicBezTo>
                    <a:pt x="7859" y="5751"/>
                    <a:pt x="7323" y="5930"/>
                    <a:pt x="6811" y="6144"/>
                  </a:cubicBezTo>
                  <a:cubicBezTo>
                    <a:pt x="4692" y="7001"/>
                    <a:pt x="2834" y="8394"/>
                    <a:pt x="1417" y="10180"/>
                  </a:cubicBezTo>
                  <a:cubicBezTo>
                    <a:pt x="846" y="10918"/>
                    <a:pt x="370" y="11716"/>
                    <a:pt x="0" y="12561"/>
                  </a:cubicBezTo>
                  <a:lnTo>
                    <a:pt x="334" y="12716"/>
                  </a:lnTo>
                  <a:cubicBezTo>
                    <a:pt x="524" y="12264"/>
                    <a:pt x="751" y="11835"/>
                    <a:pt x="1013" y="11418"/>
                  </a:cubicBezTo>
                  <a:cubicBezTo>
                    <a:pt x="2203" y="9525"/>
                    <a:pt x="3906" y="8001"/>
                    <a:pt x="5918" y="7025"/>
                  </a:cubicBezTo>
                  <a:cubicBezTo>
                    <a:pt x="6418" y="6775"/>
                    <a:pt x="6918" y="6573"/>
                    <a:pt x="7442" y="6394"/>
                  </a:cubicBezTo>
                  <a:cubicBezTo>
                    <a:pt x="7704" y="6299"/>
                    <a:pt x="7966" y="6215"/>
                    <a:pt x="8240" y="6144"/>
                  </a:cubicBezTo>
                  <a:cubicBezTo>
                    <a:pt x="8502" y="6084"/>
                    <a:pt x="8763" y="6001"/>
                    <a:pt x="9025" y="5882"/>
                  </a:cubicBezTo>
                  <a:cubicBezTo>
                    <a:pt x="9299" y="5751"/>
                    <a:pt x="9502" y="5501"/>
                    <a:pt x="9573" y="5203"/>
                  </a:cubicBezTo>
                  <a:cubicBezTo>
                    <a:pt x="9680" y="4870"/>
                    <a:pt x="9728" y="4501"/>
                    <a:pt x="9799" y="4168"/>
                  </a:cubicBezTo>
                  <a:cubicBezTo>
                    <a:pt x="9954" y="3441"/>
                    <a:pt x="10085" y="2715"/>
                    <a:pt x="10216" y="1989"/>
                  </a:cubicBezTo>
                  <a:cubicBezTo>
                    <a:pt x="10347" y="1346"/>
                    <a:pt x="10466" y="703"/>
                    <a:pt x="10585" y="60"/>
                  </a:cubicBezTo>
                  <a:lnTo>
                    <a:pt x="1034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59"/>
            <p:cNvSpPr/>
            <p:nvPr/>
          </p:nvSpPr>
          <p:spPr>
            <a:xfrm>
              <a:off x="171425" y="1212700"/>
              <a:ext cx="518250" cy="415150"/>
            </a:xfrm>
            <a:custGeom>
              <a:avLst/>
              <a:gdLst/>
              <a:ahLst/>
              <a:cxnLst/>
              <a:rect l="l" t="t" r="r" b="b"/>
              <a:pathLst>
                <a:path w="20730" h="16606" extrusionOk="0">
                  <a:moveTo>
                    <a:pt x="5375" y="371"/>
                  </a:moveTo>
                  <a:cubicBezTo>
                    <a:pt x="6472" y="371"/>
                    <a:pt x="7557" y="561"/>
                    <a:pt x="8585" y="943"/>
                  </a:cubicBezTo>
                  <a:cubicBezTo>
                    <a:pt x="11181" y="1859"/>
                    <a:pt x="13371" y="3598"/>
                    <a:pt x="15836" y="4765"/>
                  </a:cubicBezTo>
                  <a:cubicBezTo>
                    <a:pt x="16526" y="5098"/>
                    <a:pt x="17253" y="5372"/>
                    <a:pt x="17991" y="5586"/>
                  </a:cubicBezTo>
                  <a:cubicBezTo>
                    <a:pt x="18527" y="5753"/>
                    <a:pt x="19086" y="5848"/>
                    <a:pt x="19658" y="5884"/>
                  </a:cubicBezTo>
                  <a:cubicBezTo>
                    <a:pt x="18494" y="6423"/>
                    <a:pt x="17215" y="6629"/>
                    <a:pt x="15928" y="6629"/>
                  </a:cubicBezTo>
                  <a:cubicBezTo>
                    <a:pt x="15028" y="6629"/>
                    <a:pt x="14124" y="6529"/>
                    <a:pt x="13252" y="6372"/>
                  </a:cubicBezTo>
                  <a:cubicBezTo>
                    <a:pt x="10621" y="5872"/>
                    <a:pt x="8097" y="4943"/>
                    <a:pt x="5775" y="3622"/>
                  </a:cubicBezTo>
                  <a:cubicBezTo>
                    <a:pt x="5132" y="3252"/>
                    <a:pt x="4501" y="2848"/>
                    <a:pt x="3894" y="2419"/>
                  </a:cubicBezTo>
                  <a:cubicBezTo>
                    <a:pt x="3334" y="2038"/>
                    <a:pt x="2822" y="1586"/>
                    <a:pt x="2370" y="1074"/>
                  </a:cubicBezTo>
                  <a:cubicBezTo>
                    <a:pt x="2537" y="1014"/>
                    <a:pt x="2715" y="931"/>
                    <a:pt x="2882" y="859"/>
                  </a:cubicBezTo>
                  <a:cubicBezTo>
                    <a:pt x="3144" y="764"/>
                    <a:pt x="3394" y="669"/>
                    <a:pt x="3668" y="597"/>
                  </a:cubicBezTo>
                  <a:cubicBezTo>
                    <a:pt x="4192" y="454"/>
                    <a:pt x="4727" y="383"/>
                    <a:pt x="5275" y="371"/>
                  </a:cubicBezTo>
                  <a:cubicBezTo>
                    <a:pt x="5308" y="371"/>
                    <a:pt x="5342" y="371"/>
                    <a:pt x="5375" y="371"/>
                  </a:cubicBezTo>
                  <a:close/>
                  <a:moveTo>
                    <a:pt x="2179" y="1181"/>
                  </a:moveTo>
                  <a:cubicBezTo>
                    <a:pt x="2513" y="1705"/>
                    <a:pt x="2941" y="2157"/>
                    <a:pt x="3453" y="2526"/>
                  </a:cubicBezTo>
                  <a:cubicBezTo>
                    <a:pt x="3989" y="2943"/>
                    <a:pt x="4561" y="3324"/>
                    <a:pt x="5144" y="3669"/>
                  </a:cubicBezTo>
                  <a:cubicBezTo>
                    <a:pt x="6323" y="4395"/>
                    <a:pt x="7561" y="5003"/>
                    <a:pt x="8835" y="5503"/>
                  </a:cubicBezTo>
                  <a:cubicBezTo>
                    <a:pt x="10133" y="6003"/>
                    <a:pt x="11466" y="6396"/>
                    <a:pt x="12824" y="6681"/>
                  </a:cubicBezTo>
                  <a:cubicBezTo>
                    <a:pt x="13911" y="6912"/>
                    <a:pt x="15018" y="7041"/>
                    <a:pt x="16127" y="7041"/>
                  </a:cubicBezTo>
                  <a:cubicBezTo>
                    <a:pt x="16221" y="7041"/>
                    <a:pt x="16314" y="7040"/>
                    <a:pt x="16407" y="7039"/>
                  </a:cubicBezTo>
                  <a:cubicBezTo>
                    <a:pt x="17741" y="7027"/>
                    <a:pt x="19063" y="6705"/>
                    <a:pt x="20253" y="6110"/>
                  </a:cubicBezTo>
                  <a:lnTo>
                    <a:pt x="20253" y="6110"/>
                  </a:lnTo>
                  <a:cubicBezTo>
                    <a:pt x="20360" y="6634"/>
                    <a:pt x="20348" y="7181"/>
                    <a:pt x="20217" y="7693"/>
                  </a:cubicBezTo>
                  <a:cubicBezTo>
                    <a:pt x="19777" y="9503"/>
                    <a:pt x="18967" y="11206"/>
                    <a:pt x="17824" y="12694"/>
                  </a:cubicBezTo>
                  <a:cubicBezTo>
                    <a:pt x="17062" y="13658"/>
                    <a:pt x="16122" y="14468"/>
                    <a:pt x="15062" y="15075"/>
                  </a:cubicBezTo>
                  <a:cubicBezTo>
                    <a:pt x="14014" y="15635"/>
                    <a:pt x="12871" y="16004"/>
                    <a:pt x="11693" y="16135"/>
                  </a:cubicBezTo>
                  <a:cubicBezTo>
                    <a:pt x="11267" y="16181"/>
                    <a:pt x="10840" y="16204"/>
                    <a:pt x="10414" y="16204"/>
                  </a:cubicBezTo>
                  <a:cubicBezTo>
                    <a:pt x="8422" y="16204"/>
                    <a:pt x="6448" y="15703"/>
                    <a:pt x="4692" y="14742"/>
                  </a:cubicBezTo>
                  <a:cubicBezTo>
                    <a:pt x="3608" y="14170"/>
                    <a:pt x="2656" y="13385"/>
                    <a:pt x="1894" y="12408"/>
                  </a:cubicBezTo>
                  <a:cubicBezTo>
                    <a:pt x="1120" y="11372"/>
                    <a:pt x="703" y="10134"/>
                    <a:pt x="536" y="8836"/>
                  </a:cubicBezTo>
                  <a:cubicBezTo>
                    <a:pt x="358" y="7562"/>
                    <a:pt x="358" y="6265"/>
                    <a:pt x="548" y="4991"/>
                  </a:cubicBezTo>
                  <a:cubicBezTo>
                    <a:pt x="739" y="3776"/>
                    <a:pt x="1144" y="2550"/>
                    <a:pt x="1894" y="1562"/>
                  </a:cubicBezTo>
                  <a:cubicBezTo>
                    <a:pt x="1989" y="1431"/>
                    <a:pt x="2084" y="1312"/>
                    <a:pt x="2179" y="1181"/>
                  </a:cubicBezTo>
                  <a:close/>
                  <a:moveTo>
                    <a:pt x="5404" y="1"/>
                  </a:moveTo>
                  <a:cubicBezTo>
                    <a:pt x="4829" y="1"/>
                    <a:pt x="4255" y="73"/>
                    <a:pt x="3692" y="216"/>
                  </a:cubicBezTo>
                  <a:cubicBezTo>
                    <a:pt x="3132" y="359"/>
                    <a:pt x="2465" y="609"/>
                    <a:pt x="2060" y="1050"/>
                  </a:cubicBezTo>
                  <a:cubicBezTo>
                    <a:pt x="2048" y="1062"/>
                    <a:pt x="2048" y="1074"/>
                    <a:pt x="2048" y="1085"/>
                  </a:cubicBezTo>
                  <a:cubicBezTo>
                    <a:pt x="1929" y="1169"/>
                    <a:pt x="1822" y="1276"/>
                    <a:pt x="1727" y="1395"/>
                  </a:cubicBezTo>
                  <a:cubicBezTo>
                    <a:pt x="1525" y="1633"/>
                    <a:pt x="1346" y="1895"/>
                    <a:pt x="1191" y="2169"/>
                  </a:cubicBezTo>
                  <a:cubicBezTo>
                    <a:pt x="870" y="2729"/>
                    <a:pt x="620" y="3324"/>
                    <a:pt x="453" y="3943"/>
                  </a:cubicBezTo>
                  <a:cubicBezTo>
                    <a:pt x="120" y="5217"/>
                    <a:pt x="1" y="6539"/>
                    <a:pt x="84" y="7860"/>
                  </a:cubicBezTo>
                  <a:cubicBezTo>
                    <a:pt x="143" y="9229"/>
                    <a:pt x="405" y="10610"/>
                    <a:pt x="1072" y="11825"/>
                  </a:cubicBezTo>
                  <a:cubicBezTo>
                    <a:pt x="1703" y="12932"/>
                    <a:pt x="2584" y="13861"/>
                    <a:pt x="3644" y="14563"/>
                  </a:cubicBezTo>
                  <a:cubicBezTo>
                    <a:pt x="5652" y="15895"/>
                    <a:pt x="8013" y="16606"/>
                    <a:pt x="10413" y="16606"/>
                  </a:cubicBezTo>
                  <a:cubicBezTo>
                    <a:pt x="10546" y="16606"/>
                    <a:pt x="10679" y="16604"/>
                    <a:pt x="10811" y="16599"/>
                  </a:cubicBezTo>
                  <a:cubicBezTo>
                    <a:pt x="12062" y="16564"/>
                    <a:pt x="13300" y="16302"/>
                    <a:pt x="14455" y="15813"/>
                  </a:cubicBezTo>
                  <a:cubicBezTo>
                    <a:pt x="15622" y="15302"/>
                    <a:pt x="16681" y="14563"/>
                    <a:pt x="17562" y="13623"/>
                  </a:cubicBezTo>
                  <a:cubicBezTo>
                    <a:pt x="18431" y="12682"/>
                    <a:pt x="19158" y="11599"/>
                    <a:pt x="19694" y="10432"/>
                  </a:cubicBezTo>
                  <a:cubicBezTo>
                    <a:pt x="19967" y="9837"/>
                    <a:pt x="20206" y="9229"/>
                    <a:pt x="20396" y="8610"/>
                  </a:cubicBezTo>
                  <a:cubicBezTo>
                    <a:pt x="20622" y="7991"/>
                    <a:pt x="20729" y="7336"/>
                    <a:pt x="20729" y="6681"/>
                  </a:cubicBezTo>
                  <a:cubicBezTo>
                    <a:pt x="20717" y="6360"/>
                    <a:pt x="20646" y="6050"/>
                    <a:pt x="20527" y="5753"/>
                  </a:cubicBezTo>
                  <a:cubicBezTo>
                    <a:pt x="20503" y="5693"/>
                    <a:pt x="20444" y="5646"/>
                    <a:pt x="20372" y="5634"/>
                  </a:cubicBezTo>
                  <a:cubicBezTo>
                    <a:pt x="20360" y="5598"/>
                    <a:pt x="20325" y="5586"/>
                    <a:pt x="20289" y="5586"/>
                  </a:cubicBezTo>
                  <a:cubicBezTo>
                    <a:pt x="19598" y="5515"/>
                    <a:pt x="18932" y="5396"/>
                    <a:pt x="18265" y="5229"/>
                  </a:cubicBezTo>
                  <a:cubicBezTo>
                    <a:pt x="17586" y="5038"/>
                    <a:pt x="16931" y="4800"/>
                    <a:pt x="16288" y="4514"/>
                  </a:cubicBezTo>
                  <a:cubicBezTo>
                    <a:pt x="15026" y="3943"/>
                    <a:pt x="13836" y="3229"/>
                    <a:pt x="12645" y="2526"/>
                  </a:cubicBezTo>
                  <a:cubicBezTo>
                    <a:pt x="10454" y="1252"/>
                    <a:pt x="8133" y="14"/>
                    <a:pt x="5537" y="2"/>
                  </a:cubicBezTo>
                  <a:cubicBezTo>
                    <a:pt x="5493" y="1"/>
                    <a:pt x="5449" y="1"/>
                    <a:pt x="54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69" name="Google Shape;2869;p59"/>
          <p:cNvGrpSpPr/>
          <p:nvPr/>
        </p:nvGrpSpPr>
        <p:grpSpPr>
          <a:xfrm rot="5711984">
            <a:off x="7572847" y="909004"/>
            <a:ext cx="1048545" cy="701256"/>
            <a:chOff x="4353688" y="1857888"/>
            <a:chExt cx="824175" cy="551200"/>
          </a:xfrm>
        </p:grpSpPr>
        <p:sp>
          <p:nvSpPr>
            <p:cNvPr id="2870" name="Google Shape;2870;p59"/>
            <p:cNvSpPr/>
            <p:nvPr/>
          </p:nvSpPr>
          <p:spPr>
            <a:xfrm>
              <a:off x="5118363" y="2351288"/>
              <a:ext cx="50325" cy="50925"/>
            </a:xfrm>
            <a:custGeom>
              <a:avLst/>
              <a:gdLst/>
              <a:ahLst/>
              <a:cxnLst/>
              <a:rect l="l" t="t" r="r" b="b"/>
              <a:pathLst>
                <a:path w="2013" h="2037" extrusionOk="0">
                  <a:moveTo>
                    <a:pt x="798" y="1"/>
                  </a:moveTo>
                  <a:cubicBezTo>
                    <a:pt x="738" y="48"/>
                    <a:pt x="679" y="84"/>
                    <a:pt x="631" y="132"/>
                  </a:cubicBezTo>
                  <a:cubicBezTo>
                    <a:pt x="476" y="263"/>
                    <a:pt x="334" y="406"/>
                    <a:pt x="215" y="584"/>
                  </a:cubicBezTo>
                  <a:cubicBezTo>
                    <a:pt x="72" y="810"/>
                    <a:pt x="0" y="1072"/>
                    <a:pt x="12" y="1346"/>
                  </a:cubicBezTo>
                  <a:lnTo>
                    <a:pt x="429" y="1477"/>
                  </a:lnTo>
                  <a:cubicBezTo>
                    <a:pt x="703" y="1560"/>
                    <a:pt x="977" y="1632"/>
                    <a:pt x="1238" y="1727"/>
                  </a:cubicBezTo>
                  <a:cubicBezTo>
                    <a:pt x="1369" y="1775"/>
                    <a:pt x="1512" y="1822"/>
                    <a:pt x="1631" y="1882"/>
                  </a:cubicBezTo>
                  <a:cubicBezTo>
                    <a:pt x="1762" y="1930"/>
                    <a:pt x="1881" y="2001"/>
                    <a:pt x="2012" y="2037"/>
                  </a:cubicBezTo>
                  <a:cubicBezTo>
                    <a:pt x="1834" y="1727"/>
                    <a:pt x="1655" y="1418"/>
                    <a:pt x="1477" y="1096"/>
                  </a:cubicBezTo>
                  <a:cubicBezTo>
                    <a:pt x="1429" y="1001"/>
                    <a:pt x="1369" y="906"/>
                    <a:pt x="1310" y="822"/>
                  </a:cubicBezTo>
                  <a:cubicBezTo>
                    <a:pt x="1143" y="548"/>
                    <a:pt x="965" y="275"/>
                    <a:pt x="798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59"/>
            <p:cNvSpPr/>
            <p:nvPr/>
          </p:nvSpPr>
          <p:spPr>
            <a:xfrm>
              <a:off x="4996613" y="2246588"/>
              <a:ext cx="141125" cy="136275"/>
            </a:xfrm>
            <a:custGeom>
              <a:avLst/>
              <a:gdLst/>
              <a:ahLst/>
              <a:cxnLst/>
              <a:rect l="l" t="t" r="r" b="b"/>
              <a:pathLst>
                <a:path w="5645" h="5451" extrusionOk="0">
                  <a:moveTo>
                    <a:pt x="2465" y="1"/>
                  </a:moveTo>
                  <a:cubicBezTo>
                    <a:pt x="2343" y="1"/>
                    <a:pt x="2221" y="27"/>
                    <a:pt x="2108" y="81"/>
                  </a:cubicBezTo>
                  <a:cubicBezTo>
                    <a:pt x="1572" y="355"/>
                    <a:pt x="1929" y="950"/>
                    <a:pt x="2191" y="1284"/>
                  </a:cubicBezTo>
                  <a:cubicBezTo>
                    <a:pt x="2282" y="1394"/>
                    <a:pt x="2194" y="1538"/>
                    <a:pt x="2079" y="1538"/>
                  </a:cubicBezTo>
                  <a:cubicBezTo>
                    <a:pt x="2058" y="1538"/>
                    <a:pt x="2035" y="1533"/>
                    <a:pt x="2013" y="1522"/>
                  </a:cubicBezTo>
                  <a:cubicBezTo>
                    <a:pt x="1821" y="1447"/>
                    <a:pt x="1611" y="1363"/>
                    <a:pt x="1398" y="1363"/>
                  </a:cubicBezTo>
                  <a:cubicBezTo>
                    <a:pt x="1373" y="1363"/>
                    <a:pt x="1347" y="1364"/>
                    <a:pt x="1322" y="1367"/>
                  </a:cubicBezTo>
                  <a:cubicBezTo>
                    <a:pt x="1108" y="1379"/>
                    <a:pt x="941" y="1534"/>
                    <a:pt x="917" y="1748"/>
                  </a:cubicBezTo>
                  <a:cubicBezTo>
                    <a:pt x="882" y="2212"/>
                    <a:pt x="1346" y="2498"/>
                    <a:pt x="1513" y="2879"/>
                  </a:cubicBezTo>
                  <a:cubicBezTo>
                    <a:pt x="1542" y="2958"/>
                    <a:pt x="1474" y="3061"/>
                    <a:pt x="1389" y="3061"/>
                  </a:cubicBezTo>
                  <a:cubicBezTo>
                    <a:pt x="1371" y="3061"/>
                    <a:pt x="1353" y="3056"/>
                    <a:pt x="1334" y="3046"/>
                  </a:cubicBezTo>
                  <a:cubicBezTo>
                    <a:pt x="1177" y="2958"/>
                    <a:pt x="965" y="2891"/>
                    <a:pt x="762" y="2891"/>
                  </a:cubicBezTo>
                  <a:cubicBezTo>
                    <a:pt x="551" y="2891"/>
                    <a:pt x="348" y="2964"/>
                    <a:pt x="227" y="3165"/>
                  </a:cubicBezTo>
                  <a:cubicBezTo>
                    <a:pt x="1" y="3546"/>
                    <a:pt x="429" y="3951"/>
                    <a:pt x="691" y="4177"/>
                  </a:cubicBezTo>
                  <a:cubicBezTo>
                    <a:pt x="727" y="4201"/>
                    <a:pt x="739" y="4248"/>
                    <a:pt x="739" y="4296"/>
                  </a:cubicBezTo>
                  <a:lnTo>
                    <a:pt x="3715" y="5189"/>
                  </a:lnTo>
                  <a:lnTo>
                    <a:pt x="4584" y="5451"/>
                  </a:lnTo>
                  <a:cubicBezTo>
                    <a:pt x="4596" y="5153"/>
                    <a:pt x="4692" y="4867"/>
                    <a:pt x="4870" y="4629"/>
                  </a:cubicBezTo>
                  <a:cubicBezTo>
                    <a:pt x="5013" y="4415"/>
                    <a:pt x="5227" y="4260"/>
                    <a:pt x="5466" y="4177"/>
                  </a:cubicBezTo>
                  <a:cubicBezTo>
                    <a:pt x="5525" y="4165"/>
                    <a:pt x="5585" y="4153"/>
                    <a:pt x="5644" y="4153"/>
                  </a:cubicBezTo>
                  <a:cubicBezTo>
                    <a:pt x="5430" y="3808"/>
                    <a:pt x="5204" y="3474"/>
                    <a:pt x="4989" y="3141"/>
                  </a:cubicBezTo>
                  <a:cubicBezTo>
                    <a:pt x="4668" y="2617"/>
                    <a:pt x="4346" y="2117"/>
                    <a:pt x="4025" y="1605"/>
                  </a:cubicBezTo>
                  <a:cubicBezTo>
                    <a:pt x="3739" y="1153"/>
                    <a:pt x="3453" y="700"/>
                    <a:pt x="3191" y="248"/>
                  </a:cubicBezTo>
                  <a:cubicBezTo>
                    <a:pt x="3072" y="188"/>
                    <a:pt x="2941" y="129"/>
                    <a:pt x="2822" y="81"/>
                  </a:cubicBezTo>
                  <a:cubicBezTo>
                    <a:pt x="2709" y="27"/>
                    <a:pt x="2587" y="1"/>
                    <a:pt x="24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59"/>
            <p:cNvSpPr/>
            <p:nvPr/>
          </p:nvSpPr>
          <p:spPr>
            <a:xfrm>
              <a:off x="4561438" y="1969338"/>
              <a:ext cx="511400" cy="305475"/>
            </a:xfrm>
            <a:custGeom>
              <a:avLst/>
              <a:gdLst/>
              <a:ahLst/>
              <a:cxnLst/>
              <a:rect l="l" t="t" r="r" b="b"/>
              <a:pathLst>
                <a:path w="20456" h="12219" extrusionOk="0">
                  <a:moveTo>
                    <a:pt x="1420" y="1"/>
                  </a:moveTo>
                  <a:cubicBezTo>
                    <a:pt x="865" y="1"/>
                    <a:pt x="367" y="412"/>
                    <a:pt x="1" y="813"/>
                  </a:cubicBezTo>
                  <a:lnTo>
                    <a:pt x="13" y="836"/>
                  </a:lnTo>
                  <a:cubicBezTo>
                    <a:pt x="44" y="805"/>
                    <a:pt x="87" y="784"/>
                    <a:pt x="129" y="784"/>
                  </a:cubicBezTo>
                  <a:cubicBezTo>
                    <a:pt x="150" y="784"/>
                    <a:pt x="171" y="789"/>
                    <a:pt x="191" y="801"/>
                  </a:cubicBezTo>
                  <a:cubicBezTo>
                    <a:pt x="1453" y="1479"/>
                    <a:pt x="2680" y="2229"/>
                    <a:pt x="3918" y="2956"/>
                  </a:cubicBezTo>
                  <a:cubicBezTo>
                    <a:pt x="5168" y="3682"/>
                    <a:pt x="6418" y="4408"/>
                    <a:pt x="7656" y="5147"/>
                  </a:cubicBezTo>
                  <a:cubicBezTo>
                    <a:pt x="10121" y="6611"/>
                    <a:pt x="12586" y="8087"/>
                    <a:pt x="15026" y="9588"/>
                  </a:cubicBezTo>
                  <a:cubicBezTo>
                    <a:pt x="16396" y="10421"/>
                    <a:pt x="17789" y="11254"/>
                    <a:pt x="19110" y="12171"/>
                  </a:cubicBezTo>
                  <a:lnTo>
                    <a:pt x="19134" y="12195"/>
                  </a:lnTo>
                  <a:cubicBezTo>
                    <a:pt x="19134" y="12195"/>
                    <a:pt x="19134" y="12207"/>
                    <a:pt x="19134" y="12219"/>
                  </a:cubicBezTo>
                  <a:lnTo>
                    <a:pt x="19146" y="12219"/>
                  </a:lnTo>
                  <a:cubicBezTo>
                    <a:pt x="19063" y="12052"/>
                    <a:pt x="19003" y="11874"/>
                    <a:pt x="18991" y="11695"/>
                  </a:cubicBezTo>
                  <a:cubicBezTo>
                    <a:pt x="18967" y="11421"/>
                    <a:pt x="19098" y="11159"/>
                    <a:pt x="19336" y="11016"/>
                  </a:cubicBezTo>
                  <a:cubicBezTo>
                    <a:pt x="19493" y="10928"/>
                    <a:pt x="19670" y="10883"/>
                    <a:pt x="19848" y="10883"/>
                  </a:cubicBezTo>
                  <a:cubicBezTo>
                    <a:pt x="20007" y="10883"/>
                    <a:pt x="20166" y="10919"/>
                    <a:pt x="20313" y="10992"/>
                  </a:cubicBezTo>
                  <a:cubicBezTo>
                    <a:pt x="20360" y="11016"/>
                    <a:pt x="20408" y="11040"/>
                    <a:pt x="20456" y="11064"/>
                  </a:cubicBezTo>
                  <a:cubicBezTo>
                    <a:pt x="20456" y="11052"/>
                    <a:pt x="20456" y="11028"/>
                    <a:pt x="20456" y="11016"/>
                  </a:cubicBezTo>
                  <a:cubicBezTo>
                    <a:pt x="20146" y="10850"/>
                    <a:pt x="19836" y="10695"/>
                    <a:pt x="19551" y="10528"/>
                  </a:cubicBezTo>
                  <a:cubicBezTo>
                    <a:pt x="19205" y="10326"/>
                    <a:pt x="18860" y="10123"/>
                    <a:pt x="18515" y="9921"/>
                  </a:cubicBezTo>
                  <a:cubicBezTo>
                    <a:pt x="17800" y="9492"/>
                    <a:pt x="17098" y="9064"/>
                    <a:pt x="16396" y="8635"/>
                  </a:cubicBezTo>
                  <a:cubicBezTo>
                    <a:pt x="14967" y="7790"/>
                    <a:pt x="13550" y="6921"/>
                    <a:pt x="12133" y="6075"/>
                  </a:cubicBezTo>
                  <a:cubicBezTo>
                    <a:pt x="9299" y="4385"/>
                    <a:pt x="6466" y="2706"/>
                    <a:pt x="3620" y="1039"/>
                  </a:cubicBezTo>
                  <a:lnTo>
                    <a:pt x="2549" y="420"/>
                  </a:lnTo>
                  <a:cubicBezTo>
                    <a:pt x="2215" y="229"/>
                    <a:pt x="1870" y="27"/>
                    <a:pt x="1489" y="3"/>
                  </a:cubicBezTo>
                  <a:cubicBezTo>
                    <a:pt x="1466" y="2"/>
                    <a:pt x="1443" y="1"/>
                    <a:pt x="1420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59"/>
            <p:cNvSpPr/>
            <p:nvPr/>
          </p:nvSpPr>
          <p:spPr>
            <a:xfrm>
              <a:off x="4540013" y="1989638"/>
              <a:ext cx="498300" cy="324475"/>
            </a:xfrm>
            <a:custGeom>
              <a:avLst/>
              <a:gdLst/>
              <a:ahLst/>
              <a:cxnLst/>
              <a:rect l="l" t="t" r="r" b="b"/>
              <a:pathLst>
                <a:path w="19932" h="12979" extrusionOk="0">
                  <a:moveTo>
                    <a:pt x="858" y="1"/>
                  </a:moveTo>
                  <a:cubicBezTo>
                    <a:pt x="798" y="72"/>
                    <a:pt x="739" y="132"/>
                    <a:pt x="691" y="191"/>
                  </a:cubicBezTo>
                  <a:cubicBezTo>
                    <a:pt x="393" y="548"/>
                    <a:pt x="155" y="965"/>
                    <a:pt x="0" y="1394"/>
                  </a:cubicBezTo>
                  <a:cubicBezTo>
                    <a:pt x="30" y="1376"/>
                    <a:pt x="63" y="1367"/>
                    <a:pt x="96" y="1367"/>
                  </a:cubicBezTo>
                  <a:cubicBezTo>
                    <a:pt x="128" y="1367"/>
                    <a:pt x="161" y="1376"/>
                    <a:pt x="191" y="1394"/>
                  </a:cubicBezTo>
                  <a:cubicBezTo>
                    <a:pt x="2667" y="2858"/>
                    <a:pt x="5156" y="4335"/>
                    <a:pt x="7632" y="5823"/>
                  </a:cubicBezTo>
                  <a:cubicBezTo>
                    <a:pt x="10121" y="7311"/>
                    <a:pt x="12597" y="8811"/>
                    <a:pt x="15062" y="10323"/>
                  </a:cubicBezTo>
                  <a:cubicBezTo>
                    <a:pt x="16443" y="11169"/>
                    <a:pt x="17824" y="12038"/>
                    <a:pt x="19169" y="12931"/>
                  </a:cubicBezTo>
                  <a:cubicBezTo>
                    <a:pt x="19193" y="12943"/>
                    <a:pt x="19181" y="12955"/>
                    <a:pt x="19158" y="12955"/>
                  </a:cubicBezTo>
                  <a:cubicBezTo>
                    <a:pt x="19217" y="12967"/>
                    <a:pt x="19265" y="12978"/>
                    <a:pt x="19312" y="12978"/>
                  </a:cubicBezTo>
                  <a:cubicBezTo>
                    <a:pt x="19050" y="12633"/>
                    <a:pt x="18800" y="12216"/>
                    <a:pt x="18967" y="11800"/>
                  </a:cubicBezTo>
                  <a:cubicBezTo>
                    <a:pt x="19099" y="11479"/>
                    <a:pt x="19387" y="11375"/>
                    <a:pt x="19691" y="11375"/>
                  </a:cubicBezTo>
                  <a:cubicBezTo>
                    <a:pt x="19771" y="11375"/>
                    <a:pt x="19852" y="11382"/>
                    <a:pt x="19931" y="11395"/>
                  </a:cubicBezTo>
                  <a:cubicBezTo>
                    <a:pt x="18693" y="10716"/>
                    <a:pt x="17479" y="9966"/>
                    <a:pt x="16276" y="9240"/>
                  </a:cubicBezTo>
                  <a:cubicBezTo>
                    <a:pt x="15038" y="8502"/>
                    <a:pt x="13800" y="7764"/>
                    <a:pt x="12550" y="7025"/>
                  </a:cubicBezTo>
                  <a:cubicBezTo>
                    <a:pt x="10085" y="5549"/>
                    <a:pt x="7608" y="4108"/>
                    <a:pt x="5132" y="2680"/>
                  </a:cubicBezTo>
                  <a:cubicBezTo>
                    <a:pt x="3727" y="1858"/>
                    <a:pt x="2286" y="1084"/>
                    <a:pt x="893" y="251"/>
                  </a:cubicBezTo>
                  <a:cubicBezTo>
                    <a:pt x="822" y="191"/>
                    <a:pt x="810" y="84"/>
                    <a:pt x="881" y="24"/>
                  </a:cubicBezTo>
                  <a:lnTo>
                    <a:pt x="858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59"/>
            <p:cNvSpPr/>
            <p:nvPr/>
          </p:nvSpPr>
          <p:spPr>
            <a:xfrm>
              <a:off x="4534938" y="2030113"/>
              <a:ext cx="484025" cy="323875"/>
            </a:xfrm>
            <a:custGeom>
              <a:avLst/>
              <a:gdLst/>
              <a:ahLst/>
              <a:cxnLst/>
              <a:rect l="l" t="t" r="r" b="b"/>
              <a:pathLst>
                <a:path w="19361" h="12955" extrusionOk="0">
                  <a:moveTo>
                    <a:pt x="132" y="1"/>
                  </a:moveTo>
                  <a:cubicBezTo>
                    <a:pt x="96" y="132"/>
                    <a:pt x="72" y="263"/>
                    <a:pt x="49" y="394"/>
                  </a:cubicBezTo>
                  <a:cubicBezTo>
                    <a:pt x="1" y="703"/>
                    <a:pt x="49" y="1037"/>
                    <a:pt x="191" y="1322"/>
                  </a:cubicBezTo>
                  <a:cubicBezTo>
                    <a:pt x="334" y="1632"/>
                    <a:pt x="644" y="1834"/>
                    <a:pt x="930" y="2013"/>
                  </a:cubicBezTo>
                  <a:cubicBezTo>
                    <a:pt x="2335" y="2894"/>
                    <a:pt x="3763" y="3739"/>
                    <a:pt x="5168" y="4597"/>
                  </a:cubicBezTo>
                  <a:cubicBezTo>
                    <a:pt x="6597" y="5454"/>
                    <a:pt x="8026" y="6323"/>
                    <a:pt x="9455" y="7192"/>
                  </a:cubicBezTo>
                  <a:cubicBezTo>
                    <a:pt x="12300" y="8942"/>
                    <a:pt x="15146" y="10669"/>
                    <a:pt x="17979" y="12431"/>
                  </a:cubicBezTo>
                  <a:cubicBezTo>
                    <a:pt x="18241" y="12598"/>
                    <a:pt x="18491" y="12776"/>
                    <a:pt x="18753" y="12955"/>
                  </a:cubicBezTo>
                  <a:cubicBezTo>
                    <a:pt x="18765" y="12931"/>
                    <a:pt x="18789" y="12907"/>
                    <a:pt x="18825" y="12895"/>
                  </a:cubicBezTo>
                  <a:cubicBezTo>
                    <a:pt x="18527" y="12574"/>
                    <a:pt x="18253" y="12157"/>
                    <a:pt x="18503" y="11717"/>
                  </a:cubicBezTo>
                  <a:cubicBezTo>
                    <a:pt x="18622" y="11526"/>
                    <a:pt x="18813" y="11395"/>
                    <a:pt x="19039" y="11359"/>
                  </a:cubicBezTo>
                  <a:cubicBezTo>
                    <a:pt x="19105" y="11345"/>
                    <a:pt x="19171" y="11335"/>
                    <a:pt x="19238" y="11335"/>
                  </a:cubicBezTo>
                  <a:cubicBezTo>
                    <a:pt x="19279" y="11335"/>
                    <a:pt x="19320" y="11338"/>
                    <a:pt x="19361" y="11348"/>
                  </a:cubicBezTo>
                  <a:cubicBezTo>
                    <a:pt x="16848" y="9907"/>
                    <a:pt x="14384" y="8395"/>
                    <a:pt x="11895" y="6918"/>
                  </a:cubicBezTo>
                  <a:cubicBezTo>
                    <a:pt x="9395" y="5442"/>
                    <a:pt x="6895" y="3978"/>
                    <a:pt x="4394" y="2501"/>
                  </a:cubicBezTo>
                  <a:cubicBezTo>
                    <a:pt x="3001" y="1680"/>
                    <a:pt x="1596" y="870"/>
                    <a:pt x="191" y="49"/>
                  </a:cubicBezTo>
                  <a:cubicBezTo>
                    <a:pt x="168" y="37"/>
                    <a:pt x="144" y="13"/>
                    <a:pt x="132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59"/>
            <p:cNvSpPr/>
            <p:nvPr/>
          </p:nvSpPr>
          <p:spPr>
            <a:xfrm>
              <a:off x="4460838" y="1917013"/>
              <a:ext cx="139025" cy="155175"/>
            </a:xfrm>
            <a:custGeom>
              <a:avLst/>
              <a:gdLst/>
              <a:ahLst/>
              <a:cxnLst/>
              <a:rect l="l" t="t" r="r" b="b"/>
              <a:pathLst>
                <a:path w="5561" h="6207" extrusionOk="0">
                  <a:moveTo>
                    <a:pt x="2673" y="1"/>
                  </a:moveTo>
                  <a:cubicBezTo>
                    <a:pt x="2563" y="1"/>
                    <a:pt x="2453" y="12"/>
                    <a:pt x="2346" y="36"/>
                  </a:cubicBezTo>
                  <a:cubicBezTo>
                    <a:pt x="1870" y="143"/>
                    <a:pt x="1489" y="453"/>
                    <a:pt x="1167" y="798"/>
                  </a:cubicBezTo>
                  <a:cubicBezTo>
                    <a:pt x="822" y="1167"/>
                    <a:pt x="548" y="1596"/>
                    <a:pt x="346" y="2060"/>
                  </a:cubicBezTo>
                  <a:cubicBezTo>
                    <a:pt x="107" y="2537"/>
                    <a:pt x="0" y="3049"/>
                    <a:pt x="0" y="3572"/>
                  </a:cubicBezTo>
                  <a:cubicBezTo>
                    <a:pt x="12" y="3846"/>
                    <a:pt x="84" y="4108"/>
                    <a:pt x="227" y="4334"/>
                  </a:cubicBezTo>
                  <a:cubicBezTo>
                    <a:pt x="322" y="4489"/>
                    <a:pt x="453" y="4620"/>
                    <a:pt x="608" y="4715"/>
                  </a:cubicBezTo>
                  <a:cubicBezTo>
                    <a:pt x="596" y="4668"/>
                    <a:pt x="596" y="4620"/>
                    <a:pt x="608" y="4573"/>
                  </a:cubicBezTo>
                  <a:cubicBezTo>
                    <a:pt x="631" y="4311"/>
                    <a:pt x="715" y="4072"/>
                    <a:pt x="846" y="3846"/>
                  </a:cubicBezTo>
                  <a:cubicBezTo>
                    <a:pt x="861" y="3827"/>
                    <a:pt x="879" y="3819"/>
                    <a:pt x="898" y="3819"/>
                  </a:cubicBezTo>
                  <a:cubicBezTo>
                    <a:pt x="938" y="3819"/>
                    <a:pt x="977" y="3857"/>
                    <a:pt x="977" y="3906"/>
                  </a:cubicBezTo>
                  <a:cubicBezTo>
                    <a:pt x="977" y="4120"/>
                    <a:pt x="893" y="4322"/>
                    <a:pt x="881" y="4537"/>
                  </a:cubicBezTo>
                  <a:cubicBezTo>
                    <a:pt x="858" y="4739"/>
                    <a:pt x="881" y="4930"/>
                    <a:pt x="953" y="5108"/>
                  </a:cubicBezTo>
                  <a:cubicBezTo>
                    <a:pt x="1108" y="5418"/>
                    <a:pt x="1453" y="5608"/>
                    <a:pt x="1786" y="5680"/>
                  </a:cubicBezTo>
                  <a:lnTo>
                    <a:pt x="1810" y="5692"/>
                  </a:lnTo>
                  <a:cubicBezTo>
                    <a:pt x="1739" y="5465"/>
                    <a:pt x="1703" y="5227"/>
                    <a:pt x="1727" y="5001"/>
                  </a:cubicBezTo>
                  <a:cubicBezTo>
                    <a:pt x="1739" y="4632"/>
                    <a:pt x="1846" y="4287"/>
                    <a:pt x="2012" y="3965"/>
                  </a:cubicBezTo>
                  <a:cubicBezTo>
                    <a:pt x="2029" y="3919"/>
                    <a:pt x="2066" y="3899"/>
                    <a:pt x="2103" y="3899"/>
                  </a:cubicBezTo>
                  <a:cubicBezTo>
                    <a:pt x="2171" y="3899"/>
                    <a:pt x="2241" y="3964"/>
                    <a:pt x="2203" y="4049"/>
                  </a:cubicBezTo>
                  <a:cubicBezTo>
                    <a:pt x="2024" y="4537"/>
                    <a:pt x="1953" y="5144"/>
                    <a:pt x="2143" y="5644"/>
                  </a:cubicBezTo>
                  <a:cubicBezTo>
                    <a:pt x="2203" y="5846"/>
                    <a:pt x="2346" y="6025"/>
                    <a:pt x="2524" y="6132"/>
                  </a:cubicBezTo>
                  <a:cubicBezTo>
                    <a:pt x="2624" y="6182"/>
                    <a:pt x="2739" y="6207"/>
                    <a:pt x="2851" y="6207"/>
                  </a:cubicBezTo>
                  <a:cubicBezTo>
                    <a:pt x="2873" y="6207"/>
                    <a:pt x="2895" y="6206"/>
                    <a:pt x="2917" y="6204"/>
                  </a:cubicBezTo>
                  <a:lnTo>
                    <a:pt x="2953" y="6204"/>
                  </a:lnTo>
                  <a:cubicBezTo>
                    <a:pt x="2846" y="6061"/>
                    <a:pt x="2763" y="5894"/>
                    <a:pt x="2715" y="5727"/>
                  </a:cubicBezTo>
                  <a:cubicBezTo>
                    <a:pt x="2513" y="5084"/>
                    <a:pt x="2703" y="4370"/>
                    <a:pt x="2977" y="3775"/>
                  </a:cubicBezTo>
                  <a:cubicBezTo>
                    <a:pt x="3286" y="3132"/>
                    <a:pt x="3727" y="2572"/>
                    <a:pt x="4287" y="2132"/>
                  </a:cubicBezTo>
                  <a:cubicBezTo>
                    <a:pt x="4548" y="1906"/>
                    <a:pt x="4870" y="1751"/>
                    <a:pt x="5215" y="1667"/>
                  </a:cubicBezTo>
                  <a:cubicBezTo>
                    <a:pt x="5322" y="1644"/>
                    <a:pt x="5441" y="1644"/>
                    <a:pt x="5561" y="1644"/>
                  </a:cubicBezTo>
                  <a:cubicBezTo>
                    <a:pt x="5525" y="1608"/>
                    <a:pt x="5489" y="1584"/>
                    <a:pt x="5453" y="1525"/>
                  </a:cubicBezTo>
                  <a:cubicBezTo>
                    <a:pt x="5346" y="1417"/>
                    <a:pt x="5227" y="1334"/>
                    <a:pt x="5096" y="1263"/>
                  </a:cubicBezTo>
                  <a:cubicBezTo>
                    <a:pt x="5012" y="1217"/>
                    <a:pt x="4926" y="1198"/>
                    <a:pt x="4841" y="1198"/>
                  </a:cubicBezTo>
                  <a:cubicBezTo>
                    <a:pt x="4638" y="1198"/>
                    <a:pt x="4435" y="1305"/>
                    <a:pt x="4251" y="1405"/>
                  </a:cubicBezTo>
                  <a:cubicBezTo>
                    <a:pt x="3727" y="1715"/>
                    <a:pt x="3275" y="2120"/>
                    <a:pt x="2905" y="2596"/>
                  </a:cubicBezTo>
                  <a:cubicBezTo>
                    <a:pt x="2886" y="2623"/>
                    <a:pt x="2861" y="2633"/>
                    <a:pt x="2837" y="2633"/>
                  </a:cubicBezTo>
                  <a:cubicBezTo>
                    <a:pt x="2777" y="2633"/>
                    <a:pt x="2723" y="2561"/>
                    <a:pt x="2774" y="2501"/>
                  </a:cubicBezTo>
                  <a:cubicBezTo>
                    <a:pt x="3155" y="1917"/>
                    <a:pt x="3679" y="1429"/>
                    <a:pt x="4298" y="1096"/>
                  </a:cubicBezTo>
                  <a:cubicBezTo>
                    <a:pt x="4406" y="1036"/>
                    <a:pt x="4513" y="977"/>
                    <a:pt x="4632" y="941"/>
                  </a:cubicBezTo>
                  <a:cubicBezTo>
                    <a:pt x="4501" y="786"/>
                    <a:pt x="4334" y="655"/>
                    <a:pt x="4156" y="560"/>
                  </a:cubicBezTo>
                  <a:cubicBezTo>
                    <a:pt x="4030" y="505"/>
                    <a:pt x="3897" y="477"/>
                    <a:pt x="3767" y="477"/>
                  </a:cubicBezTo>
                  <a:cubicBezTo>
                    <a:pt x="3589" y="477"/>
                    <a:pt x="3414" y="529"/>
                    <a:pt x="3263" y="632"/>
                  </a:cubicBezTo>
                  <a:cubicBezTo>
                    <a:pt x="2751" y="917"/>
                    <a:pt x="2310" y="1322"/>
                    <a:pt x="1977" y="1798"/>
                  </a:cubicBezTo>
                  <a:cubicBezTo>
                    <a:pt x="1953" y="1832"/>
                    <a:pt x="1924" y="1846"/>
                    <a:pt x="1896" y="1846"/>
                  </a:cubicBezTo>
                  <a:cubicBezTo>
                    <a:pt x="1824" y="1846"/>
                    <a:pt x="1759" y="1756"/>
                    <a:pt x="1810" y="1679"/>
                  </a:cubicBezTo>
                  <a:cubicBezTo>
                    <a:pt x="2167" y="1084"/>
                    <a:pt x="2691" y="596"/>
                    <a:pt x="3310" y="286"/>
                  </a:cubicBezTo>
                  <a:cubicBezTo>
                    <a:pt x="3382" y="262"/>
                    <a:pt x="3441" y="227"/>
                    <a:pt x="3513" y="215"/>
                  </a:cubicBezTo>
                  <a:cubicBezTo>
                    <a:pt x="3358" y="120"/>
                    <a:pt x="3179" y="60"/>
                    <a:pt x="3001" y="36"/>
                  </a:cubicBezTo>
                  <a:cubicBezTo>
                    <a:pt x="2894" y="12"/>
                    <a:pt x="2783" y="1"/>
                    <a:pt x="2673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59"/>
            <p:cNvSpPr/>
            <p:nvPr/>
          </p:nvSpPr>
          <p:spPr>
            <a:xfrm>
              <a:off x="4361113" y="1865838"/>
              <a:ext cx="157500" cy="151500"/>
            </a:xfrm>
            <a:custGeom>
              <a:avLst/>
              <a:gdLst/>
              <a:ahLst/>
              <a:cxnLst/>
              <a:rect l="l" t="t" r="r" b="b"/>
              <a:pathLst>
                <a:path w="6300" h="6060" extrusionOk="0">
                  <a:moveTo>
                    <a:pt x="2211" y="1"/>
                  </a:moveTo>
                  <a:cubicBezTo>
                    <a:pt x="1892" y="1"/>
                    <a:pt x="1581" y="59"/>
                    <a:pt x="1298" y="202"/>
                  </a:cubicBezTo>
                  <a:cubicBezTo>
                    <a:pt x="572" y="583"/>
                    <a:pt x="96" y="1428"/>
                    <a:pt x="36" y="2238"/>
                  </a:cubicBezTo>
                  <a:cubicBezTo>
                    <a:pt x="1" y="2655"/>
                    <a:pt x="108" y="3071"/>
                    <a:pt x="358" y="3405"/>
                  </a:cubicBezTo>
                  <a:cubicBezTo>
                    <a:pt x="667" y="3762"/>
                    <a:pt x="1025" y="4095"/>
                    <a:pt x="1406" y="4381"/>
                  </a:cubicBezTo>
                  <a:cubicBezTo>
                    <a:pt x="1846" y="4726"/>
                    <a:pt x="2287" y="5084"/>
                    <a:pt x="2739" y="5405"/>
                  </a:cubicBezTo>
                  <a:cubicBezTo>
                    <a:pt x="3061" y="5631"/>
                    <a:pt x="3370" y="5846"/>
                    <a:pt x="3692" y="6060"/>
                  </a:cubicBezTo>
                  <a:cubicBezTo>
                    <a:pt x="3692" y="6060"/>
                    <a:pt x="3692" y="6060"/>
                    <a:pt x="3692" y="6048"/>
                  </a:cubicBezTo>
                  <a:cubicBezTo>
                    <a:pt x="3561" y="5453"/>
                    <a:pt x="3715" y="4822"/>
                    <a:pt x="3942" y="4262"/>
                  </a:cubicBezTo>
                  <a:cubicBezTo>
                    <a:pt x="4168" y="3726"/>
                    <a:pt x="4477" y="3226"/>
                    <a:pt x="4858" y="2786"/>
                  </a:cubicBezTo>
                  <a:cubicBezTo>
                    <a:pt x="5216" y="2381"/>
                    <a:pt x="5656" y="1988"/>
                    <a:pt x="6168" y="1833"/>
                  </a:cubicBezTo>
                  <a:cubicBezTo>
                    <a:pt x="6216" y="1809"/>
                    <a:pt x="6251" y="1809"/>
                    <a:pt x="6299" y="1798"/>
                  </a:cubicBezTo>
                  <a:cubicBezTo>
                    <a:pt x="5966" y="1595"/>
                    <a:pt x="5656" y="1369"/>
                    <a:pt x="5335" y="1166"/>
                  </a:cubicBezTo>
                  <a:cubicBezTo>
                    <a:pt x="4918" y="905"/>
                    <a:pt x="4489" y="666"/>
                    <a:pt x="4049" y="476"/>
                  </a:cubicBezTo>
                  <a:cubicBezTo>
                    <a:pt x="3510" y="230"/>
                    <a:pt x="2845" y="1"/>
                    <a:pt x="2211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59"/>
            <p:cNvSpPr/>
            <p:nvPr/>
          </p:nvSpPr>
          <p:spPr>
            <a:xfrm>
              <a:off x="4991563" y="2241238"/>
              <a:ext cx="186300" cy="167850"/>
            </a:xfrm>
            <a:custGeom>
              <a:avLst/>
              <a:gdLst/>
              <a:ahLst/>
              <a:cxnLst/>
              <a:rect l="l" t="t" r="r" b="b"/>
              <a:pathLst>
                <a:path w="7452" h="6714" extrusionOk="0">
                  <a:moveTo>
                    <a:pt x="1929" y="1308"/>
                  </a:moveTo>
                  <a:cubicBezTo>
                    <a:pt x="1933" y="1316"/>
                    <a:pt x="1937" y="1323"/>
                    <a:pt x="1941" y="1331"/>
                  </a:cubicBezTo>
                  <a:lnTo>
                    <a:pt x="1929" y="1331"/>
                  </a:lnTo>
                  <a:cubicBezTo>
                    <a:pt x="1929" y="1319"/>
                    <a:pt x="1929" y="1319"/>
                    <a:pt x="1929" y="1308"/>
                  </a:cubicBezTo>
                  <a:close/>
                  <a:moveTo>
                    <a:pt x="2633" y="0"/>
                  </a:moveTo>
                  <a:cubicBezTo>
                    <a:pt x="2460" y="0"/>
                    <a:pt x="2286" y="42"/>
                    <a:pt x="2131" y="128"/>
                  </a:cubicBezTo>
                  <a:cubicBezTo>
                    <a:pt x="1893" y="271"/>
                    <a:pt x="1762" y="533"/>
                    <a:pt x="1786" y="807"/>
                  </a:cubicBezTo>
                  <a:cubicBezTo>
                    <a:pt x="1797" y="987"/>
                    <a:pt x="1851" y="1157"/>
                    <a:pt x="1928" y="1306"/>
                  </a:cubicBezTo>
                  <a:lnTo>
                    <a:pt x="1928" y="1306"/>
                  </a:lnTo>
                  <a:lnTo>
                    <a:pt x="1905" y="1283"/>
                  </a:lnTo>
                  <a:lnTo>
                    <a:pt x="1881" y="1319"/>
                  </a:lnTo>
                  <a:cubicBezTo>
                    <a:pt x="1800" y="1307"/>
                    <a:pt x="1718" y="1299"/>
                    <a:pt x="1638" y="1299"/>
                  </a:cubicBezTo>
                  <a:cubicBezTo>
                    <a:pt x="1330" y="1299"/>
                    <a:pt x="1047" y="1405"/>
                    <a:pt x="905" y="1736"/>
                  </a:cubicBezTo>
                  <a:cubicBezTo>
                    <a:pt x="738" y="2152"/>
                    <a:pt x="988" y="2569"/>
                    <a:pt x="1250" y="2914"/>
                  </a:cubicBezTo>
                  <a:cubicBezTo>
                    <a:pt x="1203" y="2903"/>
                    <a:pt x="1155" y="2891"/>
                    <a:pt x="1107" y="2891"/>
                  </a:cubicBezTo>
                  <a:cubicBezTo>
                    <a:pt x="1063" y="2886"/>
                    <a:pt x="1017" y="2883"/>
                    <a:pt x="970" y="2883"/>
                  </a:cubicBezTo>
                  <a:cubicBezTo>
                    <a:pt x="904" y="2883"/>
                    <a:pt x="837" y="2889"/>
                    <a:pt x="774" y="2903"/>
                  </a:cubicBezTo>
                  <a:cubicBezTo>
                    <a:pt x="560" y="2950"/>
                    <a:pt x="369" y="3081"/>
                    <a:pt x="250" y="3272"/>
                  </a:cubicBezTo>
                  <a:cubicBezTo>
                    <a:pt x="0" y="3700"/>
                    <a:pt x="262" y="4117"/>
                    <a:pt x="560" y="4450"/>
                  </a:cubicBezTo>
                  <a:cubicBezTo>
                    <a:pt x="536" y="4462"/>
                    <a:pt x="512" y="4474"/>
                    <a:pt x="488" y="4498"/>
                  </a:cubicBezTo>
                  <a:lnTo>
                    <a:pt x="286" y="4641"/>
                  </a:lnTo>
                  <a:cubicBezTo>
                    <a:pt x="1000" y="4927"/>
                    <a:pt x="1727" y="5177"/>
                    <a:pt x="2477" y="5379"/>
                  </a:cubicBezTo>
                  <a:cubicBezTo>
                    <a:pt x="3131" y="5653"/>
                    <a:pt x="3798" y="5891"/>
                    <a:pt x="4489" y="6081"/>
                  </a:cubicBezTo>
                  <a:cubicBezTo>
                    <a:pt x="5417" y="6343"/>
                    <a:pt x="6346" y="6546"/>
                    <a:pt x="7299" y="6713"/>
                  </a:cubicBezTo>
                  <a:cubicBezTo>
                    <a:pt x="7304" y="6713"/>
                    <a:pt x="7309" y="6714"/>
                    <a:pt x="7315" y="6714"/>
                  </a:cubicBezTo>
                  <a:cubicBezTo>
                    <a:pt x="7391" y="6714"/>
                    <a:pt x="7451" y="6636"/>
                    <a:pt x="7418" y="6558"/>
                  </a:cubicBezTo>
                  <a:cubicBezTo>
                    <a:pt x="7132" y="6070"/>
                    <a:pt x="6834" y="5593"/>
                    <a:pt x="6537" y="5117"/>
                  </a:cubicBezTo>
                  <a:lnTo>
                    <a:pt x="6394" y="5212"/>
                  </a:lnTo>
                  <a:cubicBezTo>
                    <a:pt x="6441" y="5308"/>
                    <a:pt x="6501" y="5403"/>
                    <a:pt x="6560" y="5486"/>
                  </a:cubicBezTo>
                  <a:cubicBezTo>
                    <a:pt x="6739" y="5808"/>
                    <a:pt x="6906" y="6117"/>
                    <a:pt x="7096" y="6427"/>
                  </a:cubicBezTo>
                  <a:cubicBezTo>
                    <a:pt x="6965" y="6391"/>
                    <a:pt x="6846" y="6332"/>
                    <a:pt x="6715" y="6272"/>
                  </a:cubicBezTo>
                  <a:cubicBezTo>
                    <a:pt x="6584" y="6212"/>
                    <a:pt x="6453" y="6165"/>
                    <a:pt x="6322" y="6117"/>
                  </a:cubicBezTo>
                  <a:cubicBezTo>
                    <a:pt x="6049" y="6034"/>
                    <a:pt x="5787" y="5951"/>
                    <a:pt x="5513" y="5867"/>
                  </a:cubicBezTo>
                  <a:lnTo>
                    <a:pt x="5096" y="5748"/>
                  </a:lnTo>
                  <a:cubicBezTo>
                    <a:pt x="5084" y="5474"/>
                    <a:pt x="5156" y="5200"/>
                    <a:pt x="5298" y="4974"/>
                  </a:cubicBezTo>
                  <a:cubicBezTo>
                    <a:pt x="5417" y="4796"/>
                    <a:pt x="5548" y="4641"/>
                    <a:pt x="5715" y="4522"/>
                  </a:cubicBezTo>
                  <a:lnTo>
                    <a:pt x="5679" y="4379"/>
                  </a:lnTo>
                  <a:cubicBezTo>
                    <a:pt x="5429" y="4450"/>
                    <a:pt x="5227" y="4617"/>
                    <a:pt x="5084" y="4819"/>
                  </a:cubicBezTo>
                  <a:cubicBezTo>
                    <a:pt x="4906" y="5069"/>
                    <a:pt x="4798" y="5355"/>
                    <a:pt x="4786" y="5653"/>
                  </a:cubicBezTo>
                  <a:lnTo>
                    <a:pt x="3917" y="5391"/>
                  </a:lnTo>
                  <a:lnTo>
                    <a:pt x="941" y="4498"/>
                  </a:lnTo>
                  <a:cubicBezTo>
                    <a:pt x="953" y="4450"/>
                    <a:pt x="929" y="4403"/>
                    <a:pt x="893" y="4367"/>
                  </a:cubicBezTo>
                  <a:cubicBezTo>
                    <a:pt x="643" y="4141"/>
                    <a:pt x="214" y="3736"/>
                    <a:pt x="441" y="3367"/>
                  </a:cubicBezTo>
                  <a:cubicBezTo>
                    <a:pt x="557" y="3170"/>
                    <a:pt x="763" y="3097"/>
                    <a:pt x="979" y="3097"/>
                  </a:cubicBezTo>
                  <a:cubicBezTo>
                    <a:pt x="1181" y="3097"/>
                    <a:pt x="1392" y="3161"/>
                    <a:pt x="1548" y="3248"/>
                  </a:cubicBezTo>
                  <a:cubicBezTo>
                    <a:pt x="1567" y="3258"/>
                    <a:pt x="1585" y="3263"/>
                    <a:pt x="1603" y="3263"/>
                  </a:cubicBezTo>
                  <a:cubicBezTo>
                    <a:pt x="1688" y="3263"/>
                    <a:pt x="1754" y="3160"/>
                    <a:pt x="1715" y="3081"/>
                  </a:cubicBezTo>
                  <a:cubicBezTo>
                    <a:pt x="1548" y="2688"/>
                    <a:pt x="1084" y="2414"/>
                    <a:pt x="1119" y="1938"/>
                  </a:cubicBezTo>
                  <a:cubicBezTo>
                    <a:pt x="1155" y="1736"/>
                    <a:pt x="1322" y="1581"/>
                    <a:pt x="1536" y="1569"/>
                  </a:cubicBezTo>
                  <a:cubicBezTo>
                    <a:pt x="1561" y="1567"/>
                    <a:pt x="1586" y="1565"/>
                    <a:pt x="1612" y="1565"/>
                  </a:cubicBezTo>
                  <a:cubicBezTo>
                    <a:pt x="1822" y="1565"/>
                    <a:pt x="2024" y="1649"/>
                    <a:pt x="2227" y="1724"/>
                  </a:cubicBezTo>
                  <a:cubicBezTo>
                    <a:pt x="2246" y="1732"/>
                    <a:pt x="2265" y="1736"/>
                    <a:pt x="2284" y="1736"/>
                  </a:cubicBezTo>
                  <a:cubicBezTo>
                    <a:pt x="2401" y="1736"/>
                    <a:pt x="2486" y="1588"/>
                    <a:pt x="2393" y="1486"/>
                  </a:cubicBezTo>
                  <a:cubicBezTo>
                    <a:pt x="2143" y="1152"/>
                    <a:pt x="1786" y="557"/>
                    <a:pt x="2322" y="283"/>
                  </a:cubicBezTo>
                  <a:cubicBezTo>
                    <a:pt x="2435" y="230"/>
                    <a:pt x="2557" y="203"/>
                    <a:pt x="2679" y="203"/>
                  </a:cubicBezTo>
                  <a:cubicBezTo>
                    <a:pt x="2801" y="203"/>
                    <a:pt x="2923" y="230"/>
                    <a:pt x="3036" y="283"/>
                  </a:cubicBezTo>
                  <a:lnTo>
                    <a:pt x="3096" y="105"/>
                  </a:lnTo>
                  <a:cubicBezTo>
                    <a:pt x="2953" y="36"/>
                    <a:pt x="2793" y="0"/>
                    <a:pt x="26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59"/>
            <p:cNvSpPr/>
            <p:nvPr/>
          </p:nvSpPr>
          <p:spPr>
            <a:xfrm>
              <a:off x="5067463" y="2242938"/>
              <a:ext cx="87225" cy="128925"/>
            </a:xfrm>
            <a:custGeom>
              <a:avLst/>
              <a:gdLst/>
              <a:ahLst/>
              <a:cxnLst/>
              <a:rect l="l" t="t" r="r" b="b"/>
              <a:pathLst>
                <a:path w="3489" h="5157" extrusionOk="0">
                  <a:moveTo>
                    <a:pt x="274" y="1"/>
                  </a:moveTo>
                  <a:lnTo>
                    <a:pt x="215" y="72"/>
                  </a:lnTo>
                  <a:cubicBezTo>
                    <a:pt x="215" y="84"/>
                    <a:pt x="215" y="108"/>
                    <a:pt x="215" y="120"/>
                  </a:cubicBezTo>
                  <a:cubicBezTo>
                    <a:pt x="167" y="96"/>
                    <a:pt x="119" y="72"/>
                    <a:pt x="60" y="48"/>
                  </a:cubicBezTo>
                  <a:lnTo>
                    <a:pt x="0" y="227"/>
                  </a:lnTo>
                  <a:cubicBezTo>
                    <a:pt x="119" y="263"/>
                    <a:pt x="238" y="322"/>
                    <a:pt x="357" y="382"/>
                  </a:cubicBezTo>
                  <a:cubicBezTo>
                    <a:pt x="619" y="846"/>
                    <a:pt x="917" y="1299"/>
                    <a:pt x="1203" y="1739"/>
                  </a:cubicBezTo>
                  <a:cubicBezTo>
                    <a:pt x="1512" y="2263"/>
                    <a:pt x="1846" y="2763"/>
                    <a:pt x="2167" y="3275"/>
                  </a:cubicBezTo>
                  <a:cubicBezTo>
                    <a:pt x="2381" y="3620"/>
                    <a:pt x="2584" y="3954"/>
                    <a:pt x="2798" y="4299"/>
                  </a:cubicBezTo>
                  <a:cubicBezTo>
                    <a:pt x="2739" y="4299"/>
                    <a:pt x="2691" y="4311"/>
                    <a:pt x="2632" y="4323"/>
                  </a:cubicBezTo>
                  <a:lnTo>
                    <a:pt x="2667" y="4466"/>
                  </a:lnTo>
                  <a:cubicBezTo>
                    <a:pt x="2715" y="4418"/>
                    <a:pt x="2774" y="4382"/>
                    <a:pt x="2834" y="4335"/>
                  </a:cubicBezTo>
                  <a:cubicBezTo>
                    <a:pt x="3001" y="4609"/>
                    <a:pt x="3179" y="4882"/>
                    <a:pt x="3346" y="5156"/>
                  </a:cubicBezTo>
                  <a:lnTo>
                    <a:pt x="3489" y="5061"/>
                  </a:lnTo>
                  <a:cubicBezTo>
                    <a:pt x="3167" y="4418"/>
                    <a:pt x="2822" y="3763"/>
                    <a:pt x="2465" y="3132"/>
                  </a:cubicBezTo>
                  <a:cubicBezTo>
                    <a:pt x="2155" y="2608"/>
                    <a:pt x="1846" y="2073"/>
                    <a:pt x="1524" y="1561"/>
                  </a:cubicBezTo>
                  <a:cubicBezTo>
                    <a:pt x="1179" y="989"/>
                    <a:pt x="762" y="465"/>
                    <a:pt x="2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59"/>
            <p:cNvSpPr/>
            <p:nvPr/>
          </p:nvSpPr>
          <p:spPr>
            <a:xfrm>
              <a:off x="4523038" y="1939713"/>
              <a:ext cx="551300" cy="417850"/>
            </a:xfrm>
            <a:custGeom>
              <a:avLst/>
              <a:gdLst/>
              <a:ahLst/>
              <a:cxnLst/>
              <a:rect l="l" t="t" r="r" b="b"/>
              <a:pathLst>
                <a:path w="22052" h="16714" extrusionOk="0">
                  <a:moveTo>
                    <a:pt x="2391" y="0"/>
                  </a:moveTo>
                  <a:cubicBezTo>
                    <a:pt x="2340" y="0"/>
                    <a:pt x="2289" y="7"/>
                    <a:pt x="2239" y="21"/>
                  </a:cubicBezTo>
                  <a:lnTo>
                    <a:pt x="2108" y="57"/>
                  </a:lnTo>
                  <a:cubicBezTo>
                    <a:pt x="1989" y="93"/>
                    <a:pt x="1882" y="152"/>
                    <a:pt x="1775" y="212"/>
                  </a:cubicBezTo>
                  <a:cubicBezTo>
                    <a:pt x="1156" y="545"/>
                    <a:pt x="632" y="1033"/>
                    <a:pt x="251" y="1617"/>
                  </a:cubicBezTo>
                  <a:cubicBezTo>
                    <a:pt x="199" y="1677"/>
                    <a:pt x="259" y="1749"/>
                    <a:pt x="319" y="1749"/>
                  </a:cubicBezTo>
                  <a:cubicBezTo>
                    <a:pt x="342" y="1749"/>
                    <a:pt x="365" y="1738"/>
                    <a:pt x="382" y="1712"/>
                  </a:cubicBezTo>
                  <a:cubicBezTo>
                    <a:pt x="751" y="1236"/>
                    <a:pt x="1203" y="831"/>
                    <a:pt x="1727" y="521"/>
                  </a:cubicBezTo>
                  <a:cubicBezTo>
                    <a:pt x="1912" y="421"/>
                    <a:pt x="2114" y="314"/>
                    <a:pt x="2317" y="314"/>
                  </a:cubicBezTo>
                  <a:cubicBezTo>
                    <a:pt x="2403" y="314"/>
                    <a:pt x="2488" y="333"/>
                    <a:pt x="2572" y="378"/>
                  </a:cubicBezTo>
                  <a:cubicBezTo>
                    <a:pt x="2703" y="450"/>
                    <a:pt x="2822" y="533"/>
                    <a:pt x="2930" y="640"/>
                  </a:cubicBezTo>
                  <a:cubicBezTo>
                    <a:pt x="2977" y="676"/>
                    <a:pt x="3013" y="712"/>
                    <a:pt x="3049" y="759"/>
                  </a:cubicBezTo>
                  <a:cubicBezTo>
                    <a:pt x="3014" y="756"/>
                    <a:pt x="2979" y="754"/>
                    <a:pt x="2944" y="754"/>
                  </a:cubicBezTo>
                  <a:cubicBezTo>
                    <a:pt x="2861" y="754"/>
                    <a:pt x="2779" y="763"/>
                    <a:pt x="2703" y="771"/>
                  </a:cubicBezTo>
                  <a:cubicBezTo>
                    <a:pt x="2358" y="855"/>
                    <a:pt x="2037" y="1021"/>
                    <a:pt x="1775" y="1248"/>
                  </a:cubicBezTo>
                  <a:cubicBezTo>
                    <a:pt x="1215" y="1676"/>
                    <a:pt x="763" y="2236"/>
                    <a:pt x="465" y="2879"/>
                  </a:cubicBezTo>
                  <a:cubicBezTo>
                    <a:pt x="191" y="3474"/>
                    <a:pt x="1" y="4188"/>
                    <a:pt x="191" y="4831"/>
                  </a:cubicBezTo>
                  <a:cubicBezTo>
                    <a:pt x="251" y="5010"/>
                    <a:pt x="334" y="5165"/>
                    <a:pt x="441" y="5308"/>
                  </a:cubicBezTo>
                  <a:lnTo>
                    <a:pt x="406" y="5308"/>
                  </a:lnTo>
                  <a:lnTo>
                    <a:pt x="417" y="5439"/>
                  </a:lnTo>
                  <a:cubicBezTo>
                    <a:pt x="453" y="5427"/>
                    <a:pt x="477" y="5415"/>
                    <a:pt x="513" y="5391"/>
                  </a:cubicBezTo>
                  <a:cubicBezTo>
                    <a:pt x="822" y="5760"/>
                    <a:pt x="1287" y="6010"/>
                    <a:pt x="1703" y="6260"/>
                  </a:cubicBezTo>
                  <a:cubicBezTo>
                    <a:pt x="4620" y="8070"/>
                    <a:pt x="7561" y="9868"/>
                    <a:pt x="10502" y="11654"/>
                  </a:cubicBezTo>
                  <a:lnTo>
                    <a:pt x="14872" y="14321"/>
                  </a:lnTo>
                  <a:cubicBezTo>
                    <a:pt x="15931" y="14964"/>
                    <a:pt x="16991" y="15618"/>
                    <a:pt x="18051" y="16237"/>
                  </a:cubicBezTo>
                  <a:cubicBezTo>
                    <a:pt x="18360" y="16416"/>
                    <a:pt x="18682" y="16571"/>
                    <a:pt x="19003" y="16714"/>
                  </a:cubicBezTo>
                  <a:lnTo>
                    <a:pt x="19205" y="16571"/>
                  </a:lnTo>
                  <a:cubicBezTo>
                    <a:pt x="18955" y="16404"/>
                    <a:pt x="18694" y="16226"/>
                    <a:pt x="18432" y="16059"/>
                  </a:cubicBezTo>
                  <a:cubicBezTo>
                    <a:pt x="15610" y="14285"/>
                    <a:pt x="12752" y="12558"/>
                    <a:pt x="9907" y="10820"/>
                  </a:cubicBezTo>
                  <a:cubicBezTo>
                    <a:pt x="8490" y="9951"/>
                    <a:pt x="7037" y="9070"/>
                    <a:pt x="5632" y="8213"/>
                  </a:cubicBezTo>
                  <a:cubicBezTo>
                    <a:pt x="4216" y="7355"/>
                    <a:pt x="2787" y="6510"/>
                    <a:pt x="1394" y="5641"/>
                  </a:cubicBezTo>
                  <a:cubicBezTo>
                    <a:pt x="1108" y="5450"/>
                    <a:pt x="810" y="5248"/>
                    <a:pt x="644" y="4938"/>
                  </a:cubicBezTo>
                  <a:cubicBezTo>
                    <a:pt x="501" y="4653"/>
                    <a:pt x="453" y="4331"/>
                    <a:pt x="513" y="4010"/>
                  </a:cubicBezTo>
                  <a:cubicBezTo>
                    <a:pt x="525" y="3879"/>
                    <a:pt x="548" y="3748"/>
                    <a:pt x="584" y="3617"/>
                  </a:cubicBezTo>
                  <a:cubicBezTo>
                    <a:pt x="608" y="3641"/>
                    <a:pt x="620" y="3653"/>
                    <a:pt x="644" y="3665"/>
                  </a:cubicBezTo>
                  <a:cubicBezTo>
                    <a:pt x="2049" y="4486"/>
                    <a:pt x="3454" y="5308"/>
                    <a:pt x="4858" y="6129"/>
                  </a:cubicBezTo>
                  <a:cubicBezTo>
                    <a:pt x="7359" y="7594"/>
                    <a:pt x="9871" y="9070"/>
                    <a:pt x="12347" y="10546"/>
                  </a:cubicBezTo>
                  <a:cubicBezTo>
                    <a:pt x="14836" y="12023"/>
                    <a:pt x="17300" y="13535"/>
                    <a:pt x="19813" y="14964"/>
                  </a:cubicBezTo>
                  <a:lnTo>
                    <a:pt x="19825" y="14964"/>
                  </a:lnTo>
                  <a:cubicBezTo>
                    <a:pt x="19837" y="14964"/>
                    <a:pt x="19860" y="14940"/>
                    <a:pt x="19837" y="14928"/>
                  </a:cubicBezTo>
                  <a:cubicBezTo>
                    <a:pt x="18491" y="14035"/>
                    <a:pt x="17110" y="13166"/>
                    <a:pt x="15729" y="12320"/>
                  </a:cubicBezTo>
                  <a:cubicBezTo>
                    <a:pt x="13240" y="10796"/>
                    <a:pt x="10764" y="9296"/>
                    <a:pt x="8299" y="7808"/>
                  </a:cubicBezTo>
                  <a:cubicBezTo>
                    <a:pt x="5823" y="6332"/>
                    <a:pt x="3346" y="4855"/>
                    <a:pt x="858" y="3391"/>
                  </a:cubicBezTo>
                  <a:cubicBezTo>
                    <a:pt x="828" y="3373"/>
                    <a:pt x="795" y="3364"/>
                    <a:pt x="763" y="3364"/>
                  </a:cubicBezTo>
                  <a:cubicBezTo>
                    <a:pt x="730" y="3364"/>
                    <a:pt x="697" y="3373"/>
                    <a:pt x="667" y="3391"/>
                  </a:cubicBezTo>
                  <a:cubicBezTo>
                    <a:pt x="822" y="2950"/>
                    <a:pt x="1060" y="2545"/>
                    <a:pt x="1358" y="2188"/>
                  </a:cubicBezTo>
                  <a:cubicBezTo>
                    <a:pt x="1406" y="2129"/>
                    <a:pt x="1453" y="2069"/>
                    <a:pt x="1513" y="1998"/>
                  </a:cubicBezTo>
                  <a:cubicBezTo>
                    <a:pt x="1886" y="1602"/>
                    <a:pt x="2388" y="1184"/>
                    <a:pt x="2917" y="1184"/>
                  </a:cubicBezTo>
                  <a:cubicBezTo>
                    <a:pt x="2945" y="1184"/>
                    <a:pt x="2973" y="1186"/>
                    <a:pt x="3001" y="1188"/>
                  </a:cubicBezTo>
                  <a:cubicBezTo>
                    <a:pt x="3394" y="1212"/>
                    <a:pt x="3739" y="1414"/>
                    <a:pt x="4073" y="1605"/>
                  </a:cubicBezTo>
                  <a:lnTo>
                    <a:pt x="5132" y="2224"/>
                  </a:lnTo>
                  <a:cubicBezTo>
                    <a:pt x="7978" y="3891"/>
                    <a:pt x="10823" y="5570"/>
                    <a:pt x="13645" y="7248"/>
                  </a:cubicBezTo>
                  <a:cubicBezTo>
                    <a:pt x="15074" y="8106"/>
                    <a:pt x="16491" y="8963"/>
                    <a:pt x="17908" y="9820"/>
                  </a:cubicBezTo>
                  <a:cubicBezTo>
                    <a:pt x="18622" y="10237"/>
                    <a:pt x="19325" y="10665"/>
                    <a:pt x="20027" y="11094"/>
                  </a:cubicBezTo>
                  <a:cubicBezTo>
                    <a:pt x="20372" y="11308"/>
                    <a:pt x="20729" y="11511"/>
                    <a:pt x="21075" y="11713"/>
                  </a:cubicBezTo>
                  <a:cubicBezTo>
                    <a:pt x="21372" y="11880"/>
                    <a:pt x="21682" y="12035"/>
                    <a:pt x="21992" y="12201"/>
                  </a:cubicBezTo>
                  <a:lnTo>
                    <a:pt x="22051" y="12130"/>
                  </a:lnTo>
                  <a:cubicBezTo>
                    <a:pt x="21777" y="11892"/>
                    <a:pt x="21480" y="11666"/>
                    <a:pt x="21170" y="11475"/>
                  </a:cubicBezTo>
                  <a:cubicBezTo>
                    <a:pt x="19765" y="10546"/>
                    <a:pt x="18324" y="9665"/>
                    <a:pt x="16896" y="8784"/>
                  </a:cubicBezTo>
                  <a:cubicBezTo>
                    <a:pt x="15443" y="7891"/>
                    <a:pt x="14002" y="6998"/>
                    <a:pt x="12550" y="6129"/>
                  </a:cubicBezTo>
                  <a:cubicBezTo>
                    <a:pt x="11097" y="5248"/>
                    <a:pt x="9633" y="4379"/>
                    <a:pt x="8180" y="3522"/>
                  </a:cubicBezTo>
                  <a:cubicBezTo>
                    <a:pt x="7454" y="3081"/>
                    <a:pt x="6728" y="2664"/>
                    <a:pt x="5990" y="2236"/>
                  </a:cubicBezTo>
                  <a:lnTo>
                    <a:pt x="4906" y="1593"/>
                  </a:lnTo>
                  <a:cubicBezTo>
                    <a:pt x="4549" y="1390"/>
                    <a:pt x="4192" y="1164"/>
                    <a:pt x="3823" y="986"/>
                  </a:cubicBezTo>
                  <a:cubicBezTo>
                    <a:pt x="3656" y="890"/>
                    <a:pt x="3477" y="831"/>
                    <a:pt x="3287" y="795"/>
                  </a:cubicBezTo>
                  <a:cubicBezTo>
                    <a:pt x="3287" y="747"/>
                    <a:pt x="3263" y="700"/>
                    <a:pt x="3251" y="664"/>
                  </a:cubicBezTo>
                  <a:cubicBezTo>
                    <a:pt x="3203" y="581"/>
                    <a:pt x="3156" y="509"/>
                    <a:pt x="3108" y="438"/>
                  </a:cubicBezTo>
                  <a:cubicBezTo>
                    <a:pt x="3001" y="307"/>
                    <a:pt x="2882" y="188"/>
                    <a:pt x="2739" y="105"/>
                  </a:cubicBezTo>
                  <a:cubicBezTo>
                    <a:pt x="2631" y="38"/>
                    <a:pt x="2510" y="0"/>
                    <a:pt x="23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59"/>
            <p:cNvSpPr/>
            <p:nvPr/>
          </p:nvSpPr>
          <p:spPr>
            <a:xfrm>
              <a:off x="4560238" y="1988763"/>
              <a:ext cx="478675" cy="285750"/>
            </a:xfrm>
            <a:custGeom>
              <a:avLst/>
              <a:gdLst/>
              <a:ahLst/>
              <a:cxnLst/>
              <a:rect l="l" t="t" r="r" b="b"/>
              <a:pathLst>
                <a:path w="19147" h="11430" extrusionOk="0">
                  <a:moveTo>
                    <a:pt x="169" y="0"/>
                  </a:moveTo>
                  <a:cubicBezTo>
                    <a:pt x="126" y="0"/>
                    <a:pt x="85" y="19"/>
                    <a:pt x="61" y="59"/>
                  </a:cubicBezTo>
                  <a:cubicBezTo>
                    <a:pt x="1" y="119"/>
                    <a:pt x="1" y="226"/>
                    <a:pt x="84" y="286"/>
                  </a:cubicBezTo>
                  <a:cubicBezTo>
                    <a:pt x="1477" y="1119"/>
                    <a:pt x="2906" y="1893"/>
                    <a:pt x="4311" y="2715"/>
                  </a:cubicBezTo>
                  <a:cubicBezTo>
                    <a:pt x="6799" y="4143"/>
                    <a:pt x="9276" y="5584"/>
                    <a:pt x="11741" y="7060"/>
                  </a:cubicBezTo>
                  <a:cubicBezTo>
                    <a:pt x="12979" y="7787"/>
                    <a:pt x="14229" y="8537"/>
                    <a:pt x="15467" y="9275"/>
                  </a:cubicBezTo>
                  <a:cubicBezTo>
                    <a:pt x="16670" y="10001"/>
                    <a:pt x="17884" y="10751"/>
                    <a:pt x="19122" y="11430"/>
                  </a:cubicBezTo>
                  <a:lnTo>
                    <a:pt x="19146" y="11394"/>
                  </a:lnTo>
                  <a:cubicBezTo>
                    <a:pt x="17837" y="10466"/>
                    <a:pt x="16444" y="9644"/>
                    <a:pt x="15074" y="8799"/>
                  </a:cubicBezTo>
                  <a:cubicBezTo>
                    <a:pt x="12622" y="7310"/>
                    <a:pt x="10169" y="5822"/>
                    <a:pt x="7704" y="4370"/>
                  </a:cubicBezTo>
                  <a:cubicBezTo>
                    <a:pt x="6454" y="3631"/>
                    <a:pt x="5204" y="2893"/>
                    <a:pt x="3966" y="2167"/>
                  </a:cubicBezTo>
                  <a:cubicBezTo>
                    <a:pt x="2728" y="1452"/>
                    <a:pt x="1501" y="702"/>
                    <a:pt x="227" y="12"/>
                  </a:cubicBezTo>
                  <a:cubicBezTo>
                    <a:pt x="208" y="4"/>
                    <a:pt x="188" y="0"/>
                    <a:pt x="1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59"/>
            <p:cNvSpPr/>
            <p:nvPr/>
          </p:nvSpPr>
          <p:spPr>
            <a:xfrm>
              <a:off x="4504463" y="1921313"/>
              <a:ext cx="75150" cy="41975"/>
            </a:xfrm>
            <a:custGeom>
              <a:avLst/>
              <a:gdLst/>
              <a:ahLst/>
              <a:cxnLst/>
              <a:rect l="l" t="t" r="r" b="b"/>
              <a:pathLst>
                <a:path w="3006" h="1679" extrusionOk="0">
                  <a:moveTo>
                    <a:pt x="2046" y="1"/>
                  </a:moveTo>
                  <a:cubicBezTo>
                    <a:pt x="1985" y="1"/>
                    <a:pt x="1923" y="7"/>
                    <a:pt x="1863" y="19"/>
                  </a:cubicBezTo>
                  <a:lnTo>
                    <a:pt x="1756" y="43"/>
                  </a:lnTo>
                  <a:cubicBezTo>
                    <a:pt x="1684" y="55"/>
                    <a:pt x="1625" y="90"/>
                    <a:pt x="1553" y="114"/>
                  </a:cubicBezTo>
                  <a:cubicBezTo>
                    <a:pt x="934" y="424"/>
                    <a:pt x="410" y="912"/>
                    <a:pt x="53" y="1507"/>
                  </a:cubicBezTo>
                  <a:cubicBezTo>
                    <a:pt x="0" y="1586"/>
                    <a:pt x="71" y="1678"/>
                    <a:pt x="145" y="1678"/>
                  </a:cubicBezTo>
                  <a:cubicBezTo>
                    <a:pt x="171" y="1678"/>
                    <a:pt x="198" y="1666"/>
                    <a:pt x="220" y="1638"/>
                  </a:cubicBezTo>
                  <a:cubicBezTo>
                    <a:pt x="553" y="1150"/>
                    <a:pt x="994" y="745"/>
                    <a:pt x="1506" y="460"/>
                  </a:cubicBezTo>
                  <a:cubicBezTo>
                    <a:pt x="1657" y="357"/>
                    <a:pt x="1832" y="305"/>
                    <a:pt x="2010" y="305"/>
                  </a:cubicBezTo>
                  <a:cubicBezTo>
                    <a:pt x="2140" y="305"/>
                    <a:pt x="2273" y="333"/>
                    <a:pt x="2399" y="388"/>
                  </a:cubicBezTo>
                  <a:cubicBezTo>
                    <a:pt x="2577" y="483"/>
                    <a:pt x="2732" y="614"/>
                    <a:pt x="2875" y="769"/>
                  </a:cubicBezTo>
                  <a:lnTo>
                    <a:pt x="3006" y="733"/>
                  </a:lnTo>
                  <a:cubicBezTo>
                    <a:pt x="2934" y="483"/>
                    <a:pt x="2768" y="281"/>
                    <a:pt x="2553" y="150"/>
                  </a:cubicBezTo>
                  <a:cubicBezTo>
                    <a:pt x="2402" y="52"/>
                    <a:pt x="2225" y="1"/>
                    <a:pt x="20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59"/>
            <p:cNvSpPr/>
            <p:nvPr/>
          </p:nvSpPr>
          <p:spPr>
            <a:xfrm>
              <a:off x="4353688" y="1857888"/>
              <a:ext cx="197650" cy="203800"/>
            </a:xfrm>
            <a:custGeom>
              <a:avLst/>
              <a:gdLst/>
              <a:ahLst/>
              <a:cxnLst/>
              <a:rect l="l" t="t" r="r" b="b"/>
              <a:pathLst>
                <a:path w="7906" h="8152" extrusionOk="0">
                  <a:moveTo>
                    <a:pt x="2511" y="313"/>
                  </a:moveTo>
                  <a:cubicBezTo>
                    <a:pt x="3144" y="313"/>
                    <a:pt x="3808" y="545"/>
                    <a:pt x="4346" y="782"/>
                  </a:cubicBezTo>
                  <a:cubicBezTo>
                    <a:pt x="4786" y="984"/>
                    <a:pt x="5227" y="1211"/>
                    <a:pt x="5632" y="1484"/>
                  </a:cubicBezTo>
                  <a:cubicBezTo>
                    <a:pt x="5953" y="1687"/>
                    <a:pt x="6263" y="1913"/>
                    <a:pt x="6596" y="2116"/>
                  </a:cubicBezTo>
                  <a:cubicBezTo>
                    <a:pt x="6548" y="2127"/>
                    <a:pt x="6513" y="2127"/>
                    <a:pt x="6465" y="2151"/>
                  </a:cubicBezTo>
                  <a:cubicBezTo>
                    <a:pt x="5953" y="2306"/>
                    <a:pt x="5513" y="2699"/>
                    <a:pt x="5155" y="3104"/>
                  </a:cubicBezTo>
                  <a:cubicBezTo>
                    <a:pt x="4774" y="3544"/>
                    <a:pt x="4465" y="4044"/>
                    <a:pt x="4251" y="4580"/>
                  </a:cubicBezTo>
                  <a:cubicBezTo>
                    <a:pt x="4024" y="5140"/>
                    <a:pt x="3858" y="5771"/>
                    <a:pt x="3989" y="6366"/>
                  </a:cubicBezTo>
                  <a:cubicBezTo>
                    <a:pt x="3989" y="6366"/>
                    <a:pt x="3989" y="6378"/>
                    <a:pt x="3989" y="6378"/>
                  </a:cubicBezTo>
                  <a:cubicBezTo>
                    <a:pt x="3679" y="6164"/>
                    <a:pt x="3358" y="5949"/>
                    <a:pt x="3048" y="5723"/>
                  </a:cubicBezTo>
                  <a:cubicBezTo>
                    <a:pt x="2584" y="5390"/>
                    <a:pt x="2143" y="5044"/>
                    <a:pt x="1703" y="4687"/>
                  </a:cubicBezTo>
                  <a:cubicBezTo>
                    <a:pt x="1322" y="4401"/>
                    <a:pt x="976" y="4080"/>
                    <a:pt x="667" y="3723"/>
                  </a:cubicBezTo>
                  <a:cubicBezTo>
                    <a:pt x="417" y="3378"/>
                    <a:pt x="298" y="2961"/>
                    <a:pt x="333" y="2544"/>
                  </a:cubicBezTo>
                  <a:cubicBezTo>
                    <a:pt x="393" y="1746"/>
                    <a:pt x="869" y="901"/>
                    <a:pt x="1595" y="520"/>
                  </a:cubicBezTo>
                  <a:cubicBezTo>
                    <a:pt x="1879" y="372"/>
                    <a:pt x="2191" y="313"/>
                    <a:pt x="2511" y="313"/>
                  </a:cubicBezTo>
                  <a:close/>
                  <a:moveTo>
                    <a:pt x="2504" y="1"/>
                  </a:moveTo>
                  <a:cubicBezTo>
                    <a:pt x="2015" y="1"/>
                    <a:pt x="1539" y="119"/>
                    <a:pt x="1119" y="437"/>
                  </a:cubicBezTo>
                  <a:cubicBezTo>
                    <a:pt x="417" y="1008"/>
                    <a:pt x="0" y="1865"/>
                    <a:pt x="24" y="2782"/>
                  </a:cubicBezTo>
                  <a:cubicBezTo>
                    <a:pt x="36" y="3235"/>
                    <a:pt x="191" y="3663"/>
                    <a:pt x="476" y="4020"/>
                  </a:cubicBezTo>
                  <a:cubicBezTo>
                    <a:pt x="822" y="4401"/>
                    <a:pt x="1203" y="4759"/>
                    <a:pt x="1619" y="5080"/>
                  </a:cubicBezTo>
                  <a:cubicBezTo>
                    <a:pt x="2036" y="5437"/>
                    <a:pt x="2465" y="5759"/>
                    <a:pt x="2917" y="6068"/>
                  </a:cubicBezTo>
                  <a:cubicBezTo>
                    <a:pt x="3310" y="6354"/>
                    <a:pt x="3727" y="6604"/>
                    <a:pt x="4155" y="6830"/>
                  </a:cubicBezTo>
                  <a:cubicBezTo>
                    <a:pt x="4298" y="7140"/>
                    <a:pt x="4560" y="7378"/>
                    <a:pt x="4894" y="7473"/>
                  </a:cubicBezTo>
                  <a:lnTo>
                    <a:pt x="4941" y="7473"/>
                  </a:lnTo>
                  <a:cubicBezTo>
                    <a:pt x="4953" y="7521"/>
                    <a:pt x="4977" y="7569"/>
                    <a:pt x="5001" y="7616"/>
                  </a:cubicBezTo>
                  <a:cubicBezTo>
                    <a:pt x="5203" y="7997"/>
                    <a:pt x="5632" y="8152"/>
                    <a:pt x="6048" y="8152"/>
                  </a:cubicBezTo>
                  <a:cubicBezTo>
                    <a:pt x="6072" y="8152"/>
                    <a:pt x="6096" y="8128"/>
                    <a:pt x="6108" y="8116"/>
                  </a:cubicBezTo>
                  <a:lnTo>
                    <a:pt x="6084" y="8057"/>
                  </a:lnTo>
                  <a:lnTo>
                    <a:pt x="6060" y="8045"/>
                  </a:lnTo>
                  <a:cubicBezTo>
                    <a:pt x="5739" y="7973"/>
                    <a:pt x="5382" y="7783"/>
                    <a:pt x="5239" y="7473"/>
                  </a:cubicBezTo>
                  <a:cubicBezTo>
                    <a:pt x="5167" y="7295"/>
                    <a:pt x="5132" y="7104"/>
                    <a:pt x="5155" y="6914"/>
                  </a:cubicBezTo>
                  <a:cubicBezTo>
                    <a:pt x="5179" y="6687"/>
                    <a:pt x="5263" y="6485"/>
                    <a:pt x="5263" y="6271"/>
                  </a:cubicBezTo>
                  <a:cubicBezTo>
                    <a:pt x="5263" y="6222"/>
                    <a:pt x="5218" y="6184"/>
                    <a:pt x="5179" y="6184"/>
                  </a:cubicBezTo>
                  <a:cubicBezTo>
                    <a:pt x="5160" y="6184"/>
                    <a:pt x="5143" y="6192"/>
                    <a:pt x="5132" y="6211"/>
                  </a:cubicBezTo>
                  <a:cubicBezTo>
                    <a:pt x="4989" y="6437"/>
                    <a:pt x="4905" y="6676"/>
                    <a:pt x="4882" y="6938"/>
                  </a:cubicBezTo>
                  <a:cubicBezTo>
                    <a:pt x="4882" y="6985"/>
                    <a:pt x="4882" y="7033"/>
                    <a:pt x="4882" y="7092"/>
                  </a:cubicBezTo>
                  <a:cubicBezTo>
                    <a:pt x="4727" y="6985"/>
                    <a:pt x="4608" y="6854"/>
                    <a:pt x="4501" y="6699"/>
                  </a:cubicBezTo>
                  <a:cubicBezTo>
                    <a:pt x="4358" y="6473"/>
                    <a:pt x="4286" y="6211"/>
                    <a:pt x="4274" y="5937"/>
                  </a:cubicBezTo>
                  <a:cubicBezTo>
                    <a:pt x="4274" y="5414"/>
                    <a:pt x="4393" y="4902"/>
                    <a:pt x="4620" y="4425"/>
                  </a:cubicBezTo>
                  <a:cubicBezTo>
                    <a:pt x="4822" y="3961"/>
                    <a:pt x="5108" y="3532"/>
                    <a:pt x="5453" y="3163"/>
                  </a:cubicBezTo>
                  <a:cubicBezTo>
                    <a:pt x="5763" y="2818"/>
                    <a:pt x="6156" y="2508"/>
                    <a:pt x="6620" y="2401"/>
                  </a:cubicBezTo>
                  <a:cubicBezTo>
                    <a:pt x="6727" y="2377"/>
                    <a:pt x="6837" y="2366"/>
                    <a:pt x="6947" y="2366"/>
                  </a:cubicBezTo>
                  <a:cubicBezTo>
                    <a:pt x="7057" y="2366"/>
                    <a:pt x="7168" y="2377"/>
                    <a:pt x="7275" y="2401"/>
                  </a:cubicBezTo>
                  <a:cubicBezTo>
                    <a:pt x="7453" y="2425"/>
                    <a:pt x="7632" y="2485"/>
                    <a:pt x="7787" y="2580"/>
                  </a:cubicBezTo>
                  <a:lnTo>
                    <a:pt x="7906" y="2556"/>
                  </a:lnTo>
                  <a:cubicBezTo>
                    <a:pt x="7763" y="2330"/>
                    <a:pt x="7549" y="2175"/>
                    <a:pt x="7287" y="2104"/>
                  </a:cubicBezTo>
                  <a:cubicBezTo>
                    <a:pt x="7184" y="2078"/>
                    <a:pt x="7075" y="2058"/>
                    <a:pt x="6968" y="2058"/>
                  </a:cubicBezTo>
                  <a:cubicBezTo>
                    <a:pt x="6927" y="2058"/>
                    <a:pt x="6886" y="2061"/>
                    <a:pt x="6846" y="2068"/>
                  </a:cubicBezTo>
                  <a:cubicBezTo>
                    <a:pt x="6656" y="1877"/>
                    <a:pt x="6453" y="1711"/>
                    <a:pt x="6251" y="1556"/>
                  </a:cubicBezTo>
                  <a:cubicBezTo>
                    <a:pt x="6013" y="1377"/>
                    <a:pt x="5763" y="1211"/>
                    <a:pt x="5501" y="1044"/>
                  </a:cubicBezTo>
                  <a:cubicBezTo>
                    <a:pt x="5013" y="722"/>
                    <a:pt x="4489" y="461"/>
                    <a:pt x="3941" y="270"/>
                  </a:cubicBezTo>
                  <a:cubicBezTo>
                    <a:pt x="3480" y="116"/>
                    <a:pt x="2986" y="1"/>
                    <a:pt x="25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59"/>
            <p:cNvSpPr/>
            <p:nvPr/>
          </p:nvSpPr>
          <p:spPr>
            <a:xfrm>
              <a:off x="4503388" y="2014713"/>
              <a:ext cx="31000" cy="62575"/>
            </a:xfrm>
            <a:custGeom>
              <a:avLst/>
              <a:gdLst/>
              <a:ahLst/>
              <a:cxnLst/>
              <a:rect l="l" t="t" r="r" b="b"/>
              <a:pathLst>
                <a:path w="1240" h="2503" extrusionOk="0">
                  <a:moveTo>
                    <a:pt x="405" y="0"/>
                  </a:moveTo>
                  <a:cubicBezTo>
                    <a:pt x="366" y="0"/>
                    <a:pt x="328" y="21"/>
                    <a:pt x="310" y="69"/>
                  </a:cubicBezTo>
                  <a:cubicBezTo>
                    <a:pt x="144" y="391"/>
                    <a:pt x="37" y="736"/>
                    <a:pt x="25" y="1093"/>
                  </a:cubicBezTo>
                  <a:cubicBezTo>
                    <a:pt x="1" y="1331"/>
                    <a:pt x="37" y="1569"/>
                    <a:pt x="96" y="1796"/>
                  </a:cubicBezTo>
                  <a:lnTo>
                    <a:pt x="120" y="1843"/>
                  </a:lnTo>
                  <a:cubicBezTo>
                    <a:pt x="144" y="1903"/>
                    <a:pt x="168" y="1950"/>
                    <a:pt x="191" y="2010"/>
                  </a:cubicBezTo>
                  <a:cubicBezTo>
                    <a:pt x="322" y="2260"/>
                    <a:pt x="560" y="2439"/>
                    <a:pt x="834" y="2498"/>
                  </a:cubicBezTo>
                  <a:cubicBezTo>
                    <a:pt x="866" y="2501"/>
                    <a:pt x="898" y="2502"/>
                    <a:pt x="929" y="2502"/>
                  </a:cubicBezTo>
                  <a:cubicBezTo>
                    <a:pt x="1036" y="2502"/>
                    <a:pt x="1138" y="2485"/>
                    <a:pt x="1239" y="2439"/>
                  </a:cubicBezTo>
                  <a:lnTo>
                    <a:pt x="1215" y="2308"/>
                  </a:lnTo>
                  <a:cubicBezTo>
                    <a:pt x="1194" y="2310"/>
                    <a:pt x="1173" y="2311"/>
                    <a:pt x="1151" y="2311"/>
                  </a:cubicBezTo>
                  <a:cubicBezTo>
                    <a:pt x="1039" y="2311"/>
                    <a:pt x="922" y="2284"/>
                    <a:pt x="822" y="2224"/>
                  </a:cubicBezTo>
                  <a:cubicBezTo>
                    <a:pt x="644" y="2117"/>
                    <a:pt x="501" y="1950"/>
                    <a:pt x="430" y="1748"/>
                  </a:cubicBezTo>
                  <a:cubicBezTo>
                    <a:pt x="239" y="1248"/>
                    <a:pt x="322" y="641"/>
                    <a:pt x="501" y="153"/>
                  </a:cubicBezTo>
                  <a:cubicBezTo>
                    <a:pt x="539" y="62"/>
                    <a:pt x="471" y="0"/>
                    <a:pt x="4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84" name="Google Shape;2884;p59"/>
          <p:cNvGrpSpPr/>
          <p:nvPr/>
        </p:nvGrpSpPr>
        <p:grpSpPr>
          <a:xfrm>
            <a:off x="1191725" y="705750"/>
            <a:ext cx="550400" cy="489125"/>
            <a:chOff x="3695975" y="41175"/>
            <a:chExt cx="550400" cy="489125"/>
          </a:xfrm>
        </p:grpSpPr>
        <p:sp>
          <p:nvSpPr>
            <p:cNvPr id="2885" name="Google Shape;2885;p59"/>
            <p:cNvSpPr/>
            <p:nvPr/>
          </p:nvSpPr>
          <p:spPr>
            <a:xfrm>
              <a:off x="3750750" y="46525"/>
              <a:ext cx="466150" cy="86775"/>
            </a:xfrm>
            <a:custGeom>
              <a:avLst/>
              <a:gdLst/>
              <a:ahLst/>
              <a:cxnLst/>
              <a:rect l="l" t="t" r="r" b="b"/>
              <a:pathLst>
                <a:path w="18646" h="3471" extrusionOk="0">
                  <a:moveTo>
                    <a:pt x="9431" y="377"/>
                  </a:moveTo>
                  <a:cubicBezTo>
                    <a:pt x="9455" y="377"/>
                    <a:pt x="9478" y="393"/>
                    <a:pt x="9478" y="420"/>
                  </a:cubicBezTo>
                  <a:cubicBezTo>
                    <a:pt x="9490" y="527"/>
                    <a:pt x="9478" y="634"/>
                    <a:pt x="9478" y="741"/>
                  </a:cubicBezTo>
                  <a:cubicBezTo>
                    <a:pt x="9466" y="848"/>
                    <a:pt x="9442" y="944"/>
                    <a:pt x="9418" y="1051"/>
                  </a:cubicBezTo>
                  <a:cubicBezTo>
                    <a:pt x="9395" y="1253"/>
                    <a:pt x="9347" y="1467"/>
                    <a:pt x="9287" y="1670"/>
                  </a:cubicBezTo>
                  <a:cubicBezTo>
                    <a:pt x="9274" y="1701"/>
                    <a:pt x="9250" y="1714"/>
                    <a:pt x="9226" y="1714"/>
                  </a:cubicBezTo>
                  <a:cubicBezTo>
                    <a:pt x="9185" y="1714"/>
                    <a:pt x="9140" y="1679"/>
                    <a:pt x="9133" y="1634"/>
                  </a:cubicBezTo>
                  <a:cubicBezTo>
                    <a:pt x="9109" y="1420"/>
                    <a:pt x="9133" y="1205"/>
                    <a:pt x="9180" y="1003"/>
                  </a:cubicBezTo>
                  <a:cubicBezTo>
                    <a:pt x="9192" y="896"/>
                    <a:pt x="9228" y="789"/>
                    <a:pt x="9252" y="694"/>
                  </a:cubicBezTo>
                  <a:cubicBezTo>
                    <a:pt x="9287" y="586"/>
                    <a:pt x="9323" y="491"/>
                    <a:pt x="9383" y="408"/>
                  </a:cubicBezTo>
                  <a:cubicBezTo>
                    <a:pt x="9393" y="387"/>
                    <a:pt x="9413" y="377"/>
                    <a:pt x="9431" y="377"/>
                  </a:cubicBezTo>
                  <a:close/>
                  <a:moveTo>
                    <a:pt x="9317" y="1"/>
                  </a:moveTo>
                  <a:cubicBezTo>
                    <a:pt x="8618" y="1"/>
                    <a:pt x="7912" y="28"/>
                    <a:pt x="7216" y="39"/>
                  </a:cubicBezTo>
                  <a:cubicBezTo>
                    <a:pt x="6358" y="51"/>
                    <a:pt x="5501" y="74"/>
                    <a:pt x="4644" y="98"/>
                  </a:cubicBezTo>
                  <a:cubicBezTo>
                    <a:pt x="3870" y="122"/>
                    <a:pt x="3108" y="158"/>
                    <a:pt x="2334" y="193"/>
                  </a:cubicBezTo>
                  <a:cubicBezTo>
                    <a:pt x="1953" y="205"/>
                    <a:pt x="1584" y="229"/>
                    <a:pt x="1203" y="253"/>
                  </a:cubicBezTo>
                  <a:lnTo>
                    <a:pt x="584" y="289"/>
                  </a:lnTo>
                  <a:lnTo>
                    <a:pt x="310" y="313"/>
                  </a:lnTo>
                  <a:cubicBezTo>
                    <a:pt x="227" y="324"/>
                    <a:pt x="131" y="336"/>
                    <a:pt x="36" y="336"/>
                  </a:cubicBezTo>
                  <a:cubicBezTo>
                    <a:pt x="24" y="336"/>
                    <a:pt x="12" y="348"/>
                    <a:pt x="0" y="348"/>
                  </a:cubicBezTo>
                  <a:lnTo>
                    <a:pt x="0" y="360"/>
                  </a:lnTo>
                  <a:cubicBezTo>
                    <a:pt x="1346" y="658"/>
                    <a:pt x="2667" y="1027"/>
                    <a:pt x="3977" y="1408"/>
                  </a:cubicBezTo>
                  <a:cubicBezTo>
                    <a:pt x="5227" y="1765"/>
                    <a:pt x="6466" y="2134"/>
                    <a:pt x="7704" y="2539"/>
                  </a:cubicBezTo>
                  <a:cubicBezTo>
                    <a:pt x="8073" y="2670"/>
                    <a:pt x="8430" y="2789"/>
                    <a:pt x="8799" y="2920"/>
                  </a:cubicBezTo>
                  <a:cubicBezTo>
                    <a:pt x="8823" y="2860"/>
                    <a:pt x="8835" y="2801"/>
                    <a:pt x="8847" y="2741"/>
                  </a:cubicBezTo>
                  <a:lnTo>
                    <a:pt x="8978" y="2337"/>
                  </a:lnTo>
                  <a:cubicBezTo>
                    <a:pt x="8988" y="2301"/>
                    <a:pt x="9016" y="2285"/>
                    <a:pt x="9044" y="2285"/>
                  </a:cubicBezTo>
                  <a:cubicBezTo>
                    <a:pt x="9082" y="2285"/>
                    <a:pt x="9121" y="2313"/>
                    <a:pt x="9121" y="2360"/>
                  </a:cubicBezTo>
                  <a:cubicBezTo>
                    <a:pt x="9121" y="2432"/>
                    <a:pt x="9109" y="2503"/>
                    <a:pt x="9109" y="2575"/>
                  </a:cubicBezTo>
                  <a:lnTo>
                    <a:pt x="9109" y="2587"/>
                  </a:lnTo>
                  <a:cubicBezTo>
                    <a:pt x="9109" y="2610"/>
                    <a:pt x="9109" y="2634"/>
                    <a:pt x="9097" y="2658"/>
                  </a:cubicBezTo>
                  <a:cubicBezTo>
                    <a:pt x="9085" y="2706"/>
                    <a:pt x="9085" y="2741"/>
                    <a:pt x="9085" y="2789"/>
                  </a:cubicBezTo>
                  <a:cubicBezTo>
                    <a:pt x="9073" y="2860"/>
                    <a:pt x="9061" y="2932"/>
                    <a:pt x="9049" y="3003"/>
                  </a:cubicBezTo>
                  <a:cubicBezTo>
                    <a:pt x="9049" y="3003"/>
                    <a:pt x="9049" y="3003"/>
                    <a:pt x="9049" y="3015"/>
                  </a:cubicBezTo>
                  <a:cubicBezTo>
                    <a:pt x="9204" y="3063"/>
                    <a:pt x="9359" y="3122"/>
                    <a:pt x="9514" y="3182"/>
                  </a:cubicBezTo>
                  <a:cubicBezTo>
                    <a:pt x="9799" y="3301"/>
                    <a:pt x="10109" y="3396"/>
                    <a:pt x="10418" y="3456"/>
                  </a:cubicBezTo>
                  <a:cubicBezTo>
                    <a:pt x="10534" y="3465"/>
                    <a:pt x="10647" y="3471"/>
                    <a:pt x="10760" y="3471"/>
                  </a:cubicBezTo>
                  <a:cubicBezTo>
                    <a:pt x="10939" y="3471"/>
                    <a:pt x="11117" y="3457"/>
                    <a:pt x="11300" y="3420"/>
                  </a:cubicBezTo>
                  <a:cubicBezTo>
                    <a:pt x="13752" y="3122"/>
                    <a:pt x="16205" y="2849"/>
                    <a:pt x="18646" y="2491"/>
                  </a:cubicBezTo>
                  <a:cubicBezTo>
                    <a:pt x="17181" y="2110"/>
                    <a:pt x="15705" y="1729"/>
                    <a:pt x="14240" y="1348"/>
                  </a:cubicBezTo>
                  <a:cubicBezTo>
                    <a:pt x="13466" y="1146"/>
                    <a:pt x="12693" y="944"/>
                    <a:pt x="11919" y="729"/>
                  </a:cubicBezTo>
                  <a:lnTo>
                    <a:pt x="10776" y="396"/>
                  </a:lnTo>
                  <a:cubicBezTo>
                    <a:pt x="10395" y="289"/>
                    <a:pt x="10026" y="134"/>
                    <a:pt x="9656" y="15"/>
                  </a:cubicBezTo>
                  <a:lnTo>
                    <a:pt x="9656" y="3"/>
                  </a:lnTo>
                  <a:cubicBezTo>
                    <a:pt x="9543" y="1"/>
                    <a:pt x="9430" y="1"/>
                    <a:pt x="9317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59"/>
            <p:cNvSpPr/>
            <p:nvPr/>
          </p:nvSpPr>
          <p:spPr>
            <a:xfrm>
              <a:off x="3960300" y="112675"/>
              <a:ext cx="274750" cy="405125"/>
            </a:xfrm>
            <a:custGeom>
              <a:avLst/>
              <a:gdLst/>
              <a:ahLst/>
              <a:cxnLst/>
              <a:rect l="l" t="t" r="r" b="b"/>
              <a:pathLst>
                <a:path w="10990" h="16205" extrusionOk="0">
                  <a:moveTo>
                    <a:pt x="2684" y="11463"/>
                  </a:moveTo>
                  <a:cubicBezTo>
                    <a:pt x="2690" y="11463"/>
                    <a:pt x="2696" y="11464"/>
                    <a:pt x="2703" y="11466"/>
                  </a:cubicBezTo>
                  <a:lnTo>
                    <a:pt x="2941" y="11525"/>
                  </a:lnTo>
                  <a:lnTo>
                    <a:pt x="3060" y="11537"/>
                  </a:lnTo>
                  <a:cubicBezTo>
                    <a:pt x="3108" y="11549"/>
                    <a:pt x="3144" y="11561"/>
                    <a:pt x="3191" y="11585"/>
                  </a:cubicBezTo>
                  <a:cubicBezTo>
                    <a:pt x="3263" y="11597"/>
                    <a:pt x="3346" y="11633"/>
                    <a:pt x="3418" y="11668"/>
                  </a:cubicBezTo>
                  <a:cubicBezTo>
                    <a:pt x="3453" y="11692"/>
                    <a:pt x="3489" y="11716"/>
                    <a:pt x="3537" y="11740"/>
                  </a:cubicBezTo>
                  <a:cubicBezTo>
                    <a:pt x="3560" y="11775"/>
                    <a:pt x="3584" y="11799"/>
                    <a:pt x="3620" y="11835"/>
                  </a:cubicBezTo>
                  <a:cubicBezTo>
                    <a:pt x="3644" y="11894"/>
                    <a:pt x="3608" y="11978"/>
                    <a:pt x="3537" y="11990"/>
                  </a:cubicBezTo>
                  <a:lnTo>
                    <a:pt x="3406" y="11990"/>
                  </a:lnTo>
                  <a:cubicBezTo>
                    <a:pt x="3358" y="11978"/>
                    <a:pt x="3322" y="11966"/>
                    <a:pt x="3275" y="11942"/>
                  </a:cubicBezTo>
                  <a:cubicBezTo>
                    <a:pt x="3203" y="11918"/>
                    <a:pt x="3132" y="11883"/>
                    <a:pt x="3060" y="11859"/>
                  </a:cubicBezTo>
                  <a:cubicBezTo>
                    <a:pt x="3001" y="11823"/>
                    <a:pt x="2929" y="11775"/>
                    <a:pt x="2870" y="11740"/>
                  </a:cubicBezTo>
                  <a:cubicBezTo>
                    <a:pt x="2798" y="11704"/>
                    <a:pt x="2727" y="11668"/>
                    <a:pt x="2656" y="11633"/>
                  </a:cubicBezTo>
                  <a:cubicBezTo>
                    <a:pt x="2567" y="11599"/>
                    <a:pt x="2602" y="11463"/>
                    <a:pt x="2684" y="11463"/>
                  </a:cubicBezTo>
                  <a:close/>
                  <a:moveTo>
                    <a:pt x="4369" y="12144"/>
                  </a:moveTo>
                  <a:cubicBezTo>
                    <a:pt x="4373" y="12144"/>
                    <a:pt x="4378" y="12144"/>
                    <a:pt x="4382" y="12144"/>
                  </a:cubicBezTo>
                  <a:lnTo>
                    <a:pt x="4596" y="12192"/>
                  </a:lnTo>
                  <a:cubicBezTo>
                    <a:pt x="4656" y="12216"/>
                    <a:pt x="4727" y="12228"/>
                    <a:pt x="4799" y="12228"/>
                  </a:cubicBezTo>
                  <a:cubicBezTo>
                    <a:pt x="4882" y="12240"/>
                    <a:pt x="4965" y="12264"/>
                    <a:pt x="5037" y="12299"/>
                  </a:cubicBezTo>
                  <a:cubicBezTo>
                    <a:pt x="5108" y="12323"/>
                    <a:pt x="5180" y="12371"/>
                    <a:pt x="5227" y="12430"/>
                  </a:cubicBezTo>
                  <a:cubicBezTo>
                    <a:pt x="5311" y="12514"/>
                    <a:pt x="5263" y="12656"/>
                    <a:pt x="5144" y="12668"/>
                  </a:cubicBezTo>
                  <a:cubicBezTo>
                    <a:pt x="5123" y="12671"/>
                    <a:pt x="5102" y="12673"/>
                    <a:pt x="5080" y="12673"/>
                  </a:cubicBezTo>
                  <a:cubicBezTo>
                    <a:pt x="5014" y="12673"/>
                    <a:pt x="4945" y="12659"/>
                    <a:pt x="4882" y="12633"/>
                  </a:cubicBezTo>
                  <a:cubicBezTo>
                    <a:pt x="4811" y="12609"/>
                    <a:pt x="4751" y="12585"/>
                    <a:pt x="4692" y="12549"/>
                  </a:cubicBezTo>
                  <a:cubicBezTo>
                    <a:pt x="4632" y="12502"/>
                    <a:pt x="4572" y="12466"/>
                    <a:pt x="4501" y="12430"/>
                  </a:cubicBezTo>
                  <a:lnTo>
                    <a:pt x="4311" y="12347"/>
                  </a:lnTo>
                  <a:cubicBezTo>
                    <a:pt x="4219" y="12290"/>
                    <a:pt x="4260" y="12144"/>
                    <a:pt x="4369" y="12144"/>
                  </a:cubicBezTo>
                  <a:close/>
                  <a:moveTo>
                    <a:pt x="5813" y="12748"/>
                  </a:moveTo>
                  <a:cubicBezTo>
                    <a:pt x="5823" y="12748"/>
                    <a:pt x="5835" y="12749"/>
                    <a:pt x="5846" y="12752"/>
                  </a:cubicBezTo>
                  <a:cubicBezTo>
                    <a:pt x="5966" y="12776"/>
                    <a:pt x="6073" y="12811"/>
                    <a:pt x="6192" y="12847"/>
                  </a:cubicBezTo>
                  <a:cubicBezTo>
                    <a:pt x="6251" y="12859"/>
                    <a:pt x="6299" y="12871"/>
                    <a:pt x="6370" y="12883"/>
                  </a:cubicBezTo>
                  <a:cubicBezTo>
                    <a:pt x="6430" y="12906"/>
                    <a:pt x="6501" y="12930"/>
                    <a:pt x="6573" y="12954"/>
                  </a:cubicBezTo>
                  <a:cubicBezTo>
                    <a:pt x="6608" y="12978"/>
                    <a:pt x="6644" y="13014"/>
                    <a:pt x="6656" y="13061"/>
                  </a:cubicBezTo>
                  <a:cubicBezTo>
                    <a:pt x="6680" y="13109"/>
                    <a:pt x="6668" y="13157"/>
                    <a:pt x="6656" y="13204"/>
                  </a:cubicBezTo>
                  <a:lnTo>
                    <a:pt x="6656" y="13216"/>
                  </a:lnTo>
                  <a:cubicBezTo>
                    <a:pt x="6632" y="13252"/>
                    <a:pt x="6597" y="13287"/>
                    <a:pt x="6549" y="13299"/>
                  </a:cubicBezTo>
                  <a:cubicBezTo>
                    <a:pt x="6529" y="13304"/>
                    <a:pt x="6507" y="13307"/>
                    <a:pt x="6485" y="13307"/>
                  </a:cubicBezTo>
                  <a:cubicBezTo>
                    <a:pt x="6454" y="13307"/>
                    <a:pt x="6422" y="13301"/>
                    <a:pt x="6394" y="13287"/>
                  </a:cubicBezTo>
                  <a:cubicBezTo>
                    <a:pt x="6347" y="13264"/>
                    <a:pt x="6275" y="13252"/>
                    <a:pt x="6227" y="13228"/>
                  </a:cubicBezTo>
                  <a:cubicBezTo>
                    <a:pt x="6180" y="13204"/>
                    <a:pt x="6132" y="13168"/>
                    <a:pt x="6085" y="13145"/>
                  </a:cubicBezTo>
                  <a:cubicBezTo>
                    <a:pt x="5977" y="13097"/>
                    <a:pt x="5870" y="13049"/>
                    <a:pt x="5763" y="13002"/>
                  </a:cubicBezTo>
                  <a:cubicBezTo>
                    <a:pt x="5631" y="12936"/>
                    <a:pt x="5682" y="12748"/>
                    <a:pt x="5813" y="12748"/>
                  </a:cubicBezTo>
                  <a:close/>
                  <a:moveTo>
                    <a:pt x="10954" y="0"/>
                  </a:moveTo>
                  <a:cubicBezTo>
                    <a:pt x="10930" y="72"/>
                    <a:pt x="10871" y="119"/>
                    <a:pt x="10799" y="119"/>
                  </a:cubicBezTo>
                  <a:cubicBezTo>
                    <a:pt x="9311" y="298"/>
                    <a:pt x="7835" y="500"/>
                    <a:pt x="6347" y="715"/>
                  </a:cubicBezTo>
                  <a:lnTo>
                    <a:pt x="4382" y="988"/>
                  </a:lnTo>
                  <a:lnTo>
                    <a:pt x="3394" y="1131"/>
                  </a:lnTo>
                  <a:cubicBezTo>
                    <a:pt x="3096" y="1179"/>
                    <a:pt x="2787" y="1215"/>
                    <a:pt x="2489" y="1238"/>
                  </a:cubicBezTo>
                  <a:lnTo>
                    <a:pt x="2275" y="1238"/>
                  </a:lnTo>
                  <a:cubicBezTo>
                    <a:pt x="2191" y="1750"/>
                    <a:pt x="2084" y="2250"/>
                    <a:pt x="2001" y="2762"/>
                  </a:cubicBezTo>
                  <a:cubicBezTo>
                    <a:pt x="1905" y="3310"/>
                    <a:pt x="1810" y="3858"/>
                    <a:pt x="1739" y="4417"/>
                  </a:cubicBezTo>
                  <a:cubicBezTo>
                    <a:pt x="1477" y="6382"/>
                    <a:pt x="1274" y="8370"/>
                    <a:pt x="977" y="10335"/>
                  </a:cubicBezTo>
                  <a:cubicBezTo>
                    <a:pt x="965" y="10430"/>
                    <a:pt x="953" y="10537"/>
                    <a:pt x="929" y="10632"/>
                  </a:cubicBezTo>
                  <a:cubicBezTo>
                    <a:pt x="1060" y="10668"/>
                    <a:pt x="1179" y="10692"/>
                    <a:pt x="1310" y="10740"/>
                  </a:cubicBezTo>
                  <a:cubicBezTo>
                    <a:pt x="1405" y="10763"/>
                    <a:pt x="1489" y="10799"/>
                    <a:pt x="1572" y="10847"/>
                  </a:cubicBezTo>
                  <a:cubicBezTo>
                    <a:pt x="1667" y="10906"/>
                    <a:pt x="1751" y="10966"/>
                    <a:pt x="1822" y="11025"/>
                  </a:cubicBezTo>
                  <a:cubicBezTo>
                    <a:pt x="1943" y="11116"/>
                    <a:pt x="1860" y="11282"/>
                    <a:pt x="1738" y="11282"/>
                  </a:cubicBezTo>
                  <a:cubicBezTo>
                    <a:pt x="1716" y="11282"/>
                    <a:pt x="1692" y="11276"/>
                    <a:pt x="1667" y="11263"/>
                  </a:cubicBezTo>
                  <a:cubicBezTo>
                    <a:pt x="1584" y="11216"/>
                    <a:pt x="1501" y="11180"/>
                    <a:pt x="1405" y="11144"/>
                  </a:cubicBezTo>
                  <a:cubicBezTo>
                    <a:pt x="1322" y="11097"/>
                    <a:pt x="1263" y="11061"/>
                    <a:pt x="1179" y="11001"/>
                  </a:cubicBezTo>
                  <a:cubicBezTo>
                    <a:pt x="1084" y="10954"/>
                    <a:pt x="989" y="10906"/>
                    <a:pt x="893" y="10859"/>
                  </a:cubicBezTo>
                  <a:cubicBezTo>
                    <a:pt x="632" y="12645"/>
                    <a:pt x="322" y="14430"/>
                    <a:pt x="0" y="16205"/>
                  </a:cubicBezTo>
                  <a:cubicBezTo>
                    <a:pt x="84" y="16193"/>
                    <a:pt x="167" y="16169"/>
                    <a:pt x="251" y="16145"/>
                  </a:cubicBezTo>
                  <a:cubicBezTo>
                    <a:pt x="405" y="16109"/>
                    <a:pt x="572" y="16062"/>
                    <a:pt x="727" y="16026"/>
                  </a:cubicBezTo>
                  <a:cubicBezTo>
                    <a:pt x="3096" y="15383"/>
                    <a:pt x="5454" y="14669"/>
                    <a:pt x="7799" y="13883"/>
                  </a:cubicBezTo>
                  <a:cubicBezTo>
                    <a:pt x="7644" y="13823"/>
                    <a:pt x="7501" y="13752"/>
                    <a:pt x="7370" y="13657"/>
                  </a:cubicBezTo>
                  <a:cubicBezTo>
                    <a:pt x="7218" y="13585"/>
                    <a:pt x="7291" y="13375"/>
                    <a:pt x="7428" y="13375"/>
                  </a:cubicBezTo>
                  <a:cubicBezTo>
                    <a:pt x="7451" y="13375"/>
                    <a:pt x="7476" y="13381"/>
                    <a:pt x="7501" y="13395"/>
                  </a:cubicBezTo>
                  <a:lnTo>
                    <a:pt x="7597" y="13418"/>
                  </a:lnTo>
                  <a:lnTo>
                    <a:pt x="7632" y="13442"/>
                  </a:lnTo>
                  <a:lnTo>
                    <a:pt x="7644" y="13442"/>
                  </a:lnTo>
                  <a:cubicBezTo>
                    <a:pt x="7692" y="13454"/>
                    <a:pt x="7751" y="13466"/>
                    <a:pt x="7811" y="13490"/>
                  </a:cubicBezTo>
                  <a:cubicBezTo>
                    <a:pt x="7930" y="13514"/>
                    <a:pt x="8061" y="13561"/>
                    <a:pt x="8180" y="13597"/>
                  </a:cubicBezTo>
                  <a:cubicBezTo>
                    <a:pt x="8204" y="13609"/>
                    <a:pt x="8216" y="13621"/>
                    <a:pt x="8228" y="13633"/>
                  </a:cubicBezTo>
                  <a:cubicBezTo>
                    <a:pt x="8656" y="11966"/>
                    <a:pt x="9061" y="10287"/>
                    <a:pt x="9406" y="8596"/>
                  </a:cubicBezTo>
                  <a:cubicBezTo>
                    <a:pt x="9716" y="7061"/>
                    <a:pt x="10014" y="5501"/>
                    <a:pt x="10299" y="3953"/>
                  </a:cubicBezTo>
                  <a:cubicBezTo>
                    <a:pt x="10442" y="3179"/>
                    <a:pt x="10573" y="2393"/>
                    <a:pt x="10716" y="1619"/>
                  </a:cubicBezTo>
                  <a:cubicBezTo>
                    <a:pt x="10776" y="1226"/>
                    <a:pt x="10847" y="845"/>
                    <a:pt x="10907" y="453"/>
                  </a:cubicBezTo>
                  <a:cubicBezTo>
                    <a:pt x="10930" y="334"/>
                    <a:pt x="10954" y="226"/>
                    <a:pt x="10966" y="119"/>
                  </a:cubicBezTo>
                  <a:cubicBezTo>
                    <a:pt x="10978" y="83"/>
                    <a:pt x="10990" y="24"/>
                    <a:pt x="10990" y="24"/>
                  </a:cubicBezTo>
                  <a:cubicBezTo>
                    <a:pt x="10978" y="12"/>
                    <a:pt x="10966" y="12"/>
                    <a:pt x="10954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59"/>
            <p:cNvSpPr/>
            <p:nvPr/>
          </p:nvSpPr>
          <p:spPr>
            <a:xfrm>
              <a:off x="3708175" y="59375"/>
              <a:ext cx="304825" cy="456050"/>
            </a:xfrm>
            <a:custGeom>
              <a:avLst/>
              <a:gdLst/>
              <a:ahLst/>
              <a:cxnLst/>
              <a:rect l="l" t="t" r="r" b="b"/>
              <a:pathLst>
                <a:path w="12193" h="18242" extrusionOk="0">
                  <a:moveTo>
                    <a:pt x="10458" y="3841"/>
                  </a:moveTo>
                  <a:cubicBezTo>
                    <a:pt x="10516" y="3841"/>
                    <a:pt x="10574" y="3879"/>
                    <a:pt x="10574" y="3954"/>
                  </a:cubicBezTo>
                  <a:cubicBezTo>
                    <a:pt x="10574" y="4109"/>
                    <a:pt x="10562" y="4263"/>
                    <a:pt x="10538" y="4406"/>
                  </a:cubicBezTo>
                  <a:cubicBezTo>
                    <a:pt x="10514" y="4561"/>
                    <a:pt x="10478" y="4716"/>
                    <a:pt x="10443" y="4859"/>
                  </a:cubicBezTo>
                  <a:cubicBezTo>
                    <a:pt x="10419" y="4930"/>
                    <a:pt x="10359" y="4966"/>
                    <a:pt x="10288" y="4966"/>
                  </a:cubicBezTo>
                  <a:cubicBezTo>
                    <a:pt x="10216" y="4942"/>
                    <a:pt x="10181" y="4882"/>
                    <a:pt x="10181" y="4811"/>
                  </a:cubicBezTo>
                  <a:cubicBezTo>
                    <a:pt x="10216" y="4668"/>
                    <a:pt x="10240" y="4525"/>
                    <a:pt x="10276" y="4382"/>
                  </a:cubicBezTo>
                  <a:cubicBezTo>
                    <a:pt x="10300" y="4240"/>
                    <a:pt x="10324" y="4085"/>
                    <a:pt x="10347" y="3942"/>
                  </a:cubicBezTo>
                  <a:cubicBezTo>
                    <a:pt x="10353" y="3873"/>
                    <a:pt x="10405" y="3841"/>
                    <a:pt x="10458" y="3841"/>
                  </a:cubicBezTo>
                  <a:close/>
                  <a:moveTo>
                    <a:pt x="10047" y="6158"/>
                  </a:moveTo>
                  <a:cubicBezTo>
                    <a:pt x="10105" y="6158"/>
                    <a:pt x="10164" y="6201"/>
                    <a:pt x="10157" y="6276"/>
                  </a:cubicBezTo>
                  <a:cubicBezTo>
                    <a:pt x="10121" y="6466"/>
                    <a:pt x="10085" y="6645"/>
                    <a:pt x="10050" y="6835"/>
                  </a:cubicBezTo>
                  <a:cubicBezTo>
                    <a:pt x="10038" y="6930"/>
                    <a:pt x="10014" y="7014"/>
                    <a:pt x="10002" y="7109"/>
                  </a:cubicBezTo>
                  <a:cubicBezTo>
                    <a:pt x="9978" y="7204"/>
                    <a:pt x="9943" y="7299"/>
                    <a:pt x="9907" y="7395"/>
                  </a:cubicBezTo>
                  <a:cubicBezTo>
                    <a:pt x="9885" y="7443"/>
                    <a:pt x="9844" y="7464"/>
                    <a:pt x="9802" y="7464"/>
                  </a:cubicBezTo>
                  <a:cubicBezTo>
                    <a:pt x="9731" y="7464"/>
                    <a:pt x="9658" y="7402"/>
                    <a:pt x="9681" y="7311"/>
                  </a:cubicBezTo>
                  <a:cubicBezTo>
                    <a:pt x="9740" y="6942"/>
                    <a:pt x="9824" y="6585"/>
                    <a:pt x="9943" y="6240"/>
                  </a:cubicBezTo>
                  <a:cubicBezTo>
                    <a:pt x="9958" y="6183"/>
                    <a:pt x="10003" y="6158"/>
                    <a:pt x="10047" y="6158"/>
                  </a:cubicBezTo>
                  <a:close/>
                  <a:moveTo>
                    <a:pt x="9579" y="8298"/>
                  </a:moveTo>
                  <a:cubicBezTo>
                    <a:pt x="9585" y="8298"/>
                    <a:pt x="9591" y="8298"/>
                    <a:pt x="9597" y="8300"/>
                  </a:cubicBezTo>
                  <a:cubicBezTo>
                    <a:pt x="9669" y="8311"/>
                    <a:pt x="9716" y="8383"/>
                    <a:pt x="9704" y="8442"/>
                  </a:cubicBezTo>
                  <a:lnTo>
                    <a:pt x="9716" y="8442"/>
                  </a:lnTo>
                  <a:cubicBezTo>
                    <a:pt x="9693" y="8573"/>
                    <a:pt x="9669" y="8704"/>
                    <a:pt x="9645" y="8835"/>
                  </a:cubicBezTo>
                  <a:cubicBezTo>
                    <a:pt x="9621" y="8966"/>
                    <a:pt x="9597" y="9085"/>
                    <a:pt x="9562" y="9216"/>
                  </a:cubicBezTo>
                  <a:cubicBezTo>
                    <a:pt x="9551" y="9298"/>
                    <a:pt x="9493" y="9334"/>
                    <a:pt x="9433" y="9334"/>
                  </a:cubicBezTo>
                  <a:cubicBezTo>
                    <a:pt x="9354" y="9334"/>
                    <a:pt x="9272" y="9271"/>
                    <a:pt x="9300" y="9169"/>
                  </a:cubicBezTo>
                  <a:cubicBezTo>
                    <a:pt x="9323" y="9038"/>
                    <a:pt x="9335" y="8907"/>
                    <a:pt x="9371" y="8776"/>
                  </a:cubicBezTo>
                  <a:cubicBezTo>
                    <a:pt x="9395" y="8657"/>
                    <a:pt x="9431" y="8526"/>
                    <a:pt x="9454" y="8407"/>
                  </a:cubicBezTo>
                  <a:cubicBezTo>
                    <a:pt x="9465" y="8343"/>
                    <a:pt x="9524" y="8298"/>
                    <a:pt x="9579" y="8298"/>
                  </a:cubicBezTo>
                  <a:close/>
                  <a:moveTo>
                    <a:pt x="9219" y="10310"/>
                  </a:moveTo>
                  <a:cubicBezTo>
                    <a:pt x="9304" y="10310"/>
                    <a:pt x="9391" y="10376"/>
                    <a:pt x="9371" y="10490"/>
                  </a:cubicBezTo>
                  <a:cubicBezTo>
                    <a:pt x="9323" y="10788"/>
                    <a:pt x="9288" y="11074"/>
                    <a:pt x="9216" y="11359"/>
                  </a:cubicBezTo>
                  <a:cubicBezTo>
                    <a:pt x="9196" y="11456"/>
                    <a:pt x="9123" y="11498"/>
                    <a:pt x="9051" y="11498"/>
                  </a:cubicBezTo>
                  <a:cubicBezTo>
                    <a:pt x="8953" y="11498"/>
                    <a:pt x="8856" y="11423"/>
                    <a:pt x="8883" y="11300"/>
                  </a:cubicBezTo>
                  <a:cubicBezTo>
                    <a:pt x="8931" y="11014"/>
                    <a:pt x="9002" y="10717"/>
                    <a:pt x="9073" y="10431"/>
                  </a:cubicBezTo>
                  <a:cubicBezTo>
                    <a:pt x="9089" y="10348"/>
                    <a:pt x="9153" y="10310"/>
                    <a:pt x="9219" y="10310"/>
                  </a:cubicBezTo>
                  <a:close/>
                  <a:moveTo>
                    <a:pt x="8374" y="11879"/>
                  </a:moveTo>
                  <a:cubicBezTo>
                    <a:pt x="8408" y="11879"/>
                    <a:pt x="8443" y="11890"/>
                    <a:pt x="8478" y="11907"/>
                  </a:cubicBezTo>
                  <a:cubicBezTo>
                    <a:pt x="8502" y="11931"/>
                    <a:pt x="8526" y="11967"/>
                    <a:pt x="8538" y="12002"/>
                  </a:cubicBezTo>
                  <a:cubicBezTo>
                    <a:pt x="8561" y="12098"/>
                    <a:pt x="8490" y="12181"/>
                    <a:pt x="8395" y="12193"/>
                  </a:cubicBezTo>
                  <a:lnTo>
                    <a:pt x="8407" y="12193"/>
                  </a:lnTo>
                  <a:cubicBezTo>
                    <a:pt x="8300" y="12205"/>
                    <a:pt x="8204" y="12217"/>
                    <a:pt x="8109" y="12229"/>
                  </a:cubicBezTo>
                  <a:cubicBezTo>
                    <a:pt x="8050" y="12229"/>
                    <a:pt x="8002" y="12241"/>
                    <a:pt x="7954" y="12241"/>
                  </a:cubicBezTo>
                  <a:lnTo>
                    <a:pt x="7811" y="12264"/>
                  </a:lnTo>
                  <a:cubicBezTo>
                    <a:pt x="7807" y="12265"/>
                    <a:pt x="7804" y="12265"/>
                    <a:pt x="7800" y="12265"/>
                  </a:cubicBezTo>
                  <a:cubicBezTo>
                    <a:pt x="7678" y="12265"/>
                    <a:pt x="7637" y="12084"/>
                    <a:pt x="7764" y="12038"/>
                  </a:cubicBezTo>
                  <a:lnTo>
                    <a:pt x="7907" y="12002"/>
                  </a:lnTo>
                  <a:cubicBezTo>
                    <a:pt x="7954" y="11990"/>
                    <a:pt x="8002" y="11979"/>
                    <a:pt x="8050" y="11967"/>
                  </a:cubicBezTo>
                  <a:cubicBezTo>
                    <a:pt x="8145" y="11931"/>
                    <a:pt x="8240" y="11907"/>
                    <a:pt x="8335" y="11883"/>
                  </a:cubicBezTo>
                  <a:cubicBezTo>
                    <a:pt x="8348" y="11880"/>
                    <a:pt x="8361" y="11879"/>
                    <a:pt x="8374" y="11879"/>
                  </a:cubicBezTo>
                  <a:close/>
                  <a:moveTo>
                    <a:pt x="7025" y="12133"/>
                  </a:moveTo>
                  <a:cubicBezTo>
                    <a:pt x="7159" y="12133"/>
                    <a:pt x="7200" y="12337"/>
                    <a:pt x="7061" y="12371"/>
                  </a:cubicBezTo>
                  <a:lnTo>
                    <a:pt x="6978" y="12407"/>
                  </a:lnTo>
                  <a:cubicBezTo>
                    <a:pt x="6930" y="12419"/>
                    <a:pt x="6895" y="12431"/>
                    <a:pt x="6859" y="12431"/>
                  </a:cubicBezTo>
                  <a:cubicBezTo>
                    <a:pt x="6799" y="12443"/>
                    <a:pt x="6740" y="12455"/>
                    <a:pt x="6680" y="12455"/>
                  </a:cubicBezTo>
                  <a:lnTo>
                    <a:pt x="6502" y="12455"/>
                  </a:lnTo>
                  <a:cubicBezTo>
                    <a:pt x="6442" y="12455"/>
                    <a:pt x="6383" y="12467"/>
                    <a:pt x="6323" y="12467"/>
                  </a:cubicBezTo>
                  <a:cubicBezTo>
                    <a:pt x="6240" y="12467"/>
                    <a:pt x="6204" y="12336"/>
                    <a:pt x="6287" y="12312"/>
                  </a:cubicBezTo>
                  <a:cubicBezTo>
                    <a:pt x="6347" y="12300"/>
                    <a:pt x="6406" y="12276"/>
                    <a:pt x="6466" y="12252"/>
                  </a:cubicBezTo>
                  <a:lnTo>
                    <a:pt x="6633" y="12193"/>
                  </a:lnTo>
                  <a:cubicBezTo>
                    <a:pt x="6692" y="12169"/>
                    <a:pt x="6752" y="12157"/>
                    <a:pt x="6823" y="12145"/>
                  </a:cubicBezTo>
                  <a:cubicBezTo>
                    <a:pt x="6883" y="12133"/>
                    <a:pt x="6942" y="12133"/>
                    <a:pt x="7014" y="12133"/>
                  </a:cubicBezTo>
                  <a:cubicBezTo>
                    <a:pt x="7018" y="12133"/>
                    <a:pt x="7021" y="12133"/>
                    <a:pt x="7025" y="12133"/>
                  </a:cubicBezTo>
                  <a:close/>
                  <a:moveTo>
                    <a:pt x="9269" y="12047"/>
                  </a:moveTo>
                  <a:cubicBezTo>
                    <a:pt x="9275" y="12047"/>
                    <a:pt x="9281" y="12048"/>
                    <a:pt x="9288" y="12050"/>
                  </a:cubicBezTo>
                  <a:lnTo>
                    <a:pt x="9740" y="12181"/>
                  </a:lnTo>
                  <a:cubicBezTo>
                    <a:pt x="9824" y="12205"/>
                    <a:pt x="9895" y="12229"/>
                    <a:pt x="9978" y="12264"/>
                  </a:cubicBezTo>
                  <a:cubicBezTo>
                    <a:pt x="10050" y="12300"/>
                    <a:pt x="10133" y="12348"/>
                    <a:pt x="10193" y="12419"/>
                  </a:cubicBezTo>
                  <a:cubicBezTo>
                    <a:pt x="10228" y="12455"/>
                    <a:pt x="10240" y="12514"/>
                    <a:pt x="10216" y="12562"/>
                  </a:cubicBezTo>
                  <a:cubicBezTo>
                    <a:pt x="10193" y="12610"/>
                    <a:pt x="10133" y="12633"/>
                    <a:pt x="10085" y="12633"/>
                  </a:cubicBezTo>
                  <a:cubicBezTo>
                    <a:pt x="10002" y="12610"/>
                    <a:pt x="9919" y="12586"/>
                    <a:pt x="9835" y="12550"/>
                  </a:cubicBezTo>
                  <a:cubicBezTo>
                    <a:pt x="9776" y="12514"/>
                    <a:pt x="9704" y="12467"/>
                    <a:pt x="9645" y="12431"/>
                  </a:cubicBezTo>
                  <a:cubicBezTo>
                    <a:pt x="9514" y="12348"/>
                    <a:pt x="9383" y="12276"/>
                    <a:pt x="9240" y="12205"/>
                  </a:cubicBezTo>
                  <a:cubicBezTo>
                    <a:pt x="9163" y="12172"/>
                    <a:pt x="9198" y="12047"/>
                    <a:pt x="9269" y="12047"/>
                  </a:cubicBezTo>
                  <a:close/>
                  <a:moveTo>
                    <a:pt x="5287" y="12348"/>
                  </a:moveTo>
                  <a:cubicBezTo>
                    <a:pt x="5347" y="12348"/>
                    <a:pt x="5406" y="12360"/>
                    <a:pt x="5454" y="12383"/>
                  </a:cubicBezTo>
                  <a:cubicBezTo>
                    <a:pt x="5525" y="12419"/>
                    <a:pt x="5537" y="12514"/>
                    <a:pt x="5478" y="12562"/>
                  </a:cubicBezTo>
                  <a:cubicBezTo>
                    <a:pt x="5430" y="12598"/>
                    <a:pt x="5383" y="12622"/>
                    <a:pt x="5335" y="12645"/>
                  </a:cubicBezTo>
                  <a:cubicBezTo>
                    <a:pt x="5275" y="12657"/>
                    <a:pt x="5216" y="12669"/>
                    <a:pt x="5156" y="12669"/>
                  </a:cubicBezTo>
                  <a:cubicBezTo>
                    <a:pt x="5049" y="12681"/>
                    <a:pt x="4954" y="12693"/>
                    <a:pt x="4847" y="12693"/>
                  </a:cubicBezTo>
                  <a:lnTo>
                    <a:pt x="4228" y="12693"/>
                  </a:lnTo>
                  <a:cubicBezTo>
                    <a:pt x="4156" y="12693"/>
                    <a:pt x="4120" y="12586"/>
                    <a:pt x="4204" y="12562"/>
                  </a:cubicBezTo>
                  <a:cubicBezTo>
                    <a:pt x="4394" y="12514"/>
                    <a:pt x="4609" y="12467"/>
                    <a:pt x="4811" y="12419"/>
                  </a:cubicBezTo>
                  <a:cubicBezTo>
                    <a:pt x="4918" y="12395"/>
                    <a:pt x="5025" y="12371"/>
                    <a:pt x="5132" y="12360"/>
                  </a:cubicBezTo>
                  <a:cubicBezTo>
                    <a:pt x="5180" y="12348"/>
                    <a:pt x="5240" y="12348"/>
                    <a:pt x="5287" y="12348"/>
                  </a:cubicBezTo>
                  <a:close/>
                  <a:moveTo>
                    <a:pt x="2909" y="12630"/>
                  </a:moveTo>
                  <a:cubicBezTo>
                    <a:pt x="2982" y="12630"/>
                    <a:pt x="3050" y="12714"/>
                    <a:pt x="3061" y="12788"/>
                  </a:cubicBezTo>
                  <a:cubicBezTo>
                    <a:pt x="3061" y="12872"/>
                    <a:pt x="3001" y="12955"/>
                    <a:pt x="2906" y="12967"/>
                  </a:cubicBezTo>
                  <a:cubicBezTo>
                    <a:pt x="2751" y="12991"/>
                    <a:pt x="2608" y="13003"/>
                    <a:pt x="2454" y="13014"/>
                  </a:cubicBezTo>
                  <a:cubicBezTo>
                    <a:pt x="2299" y="13038"/>
                    <a:pt x="2144" y="13038"/>
                    <a:pt x="2001" y="13038"/>
                  </a:cubicBezTo>
                  <a:cubicBezTo>
                    <a:pt x="1906" y="13038"/>
                    <a:pt x="1882" y="12919"/>
                    <a:pt x="1965" y="12883"/>
                  </a:cubicBezTo>
                  <a:cubicBezTo>
                    <a:pt x="2108" y="12836"/>
                    <a:pt x="2251" y="12788"/>
                    <a:pt x="2406" y="12752"/>
                  </a:cubicBezTo>
                  <a:cubicBezTo>
                    <a:pt x="2561" y="12705"/>
                    <a:pt x="2716" y="12669"/>
                    <a:pt x="2882" y="12633"/>
                  </a:cubicBezTo>
                  <a:cubicBezTo>
                    <a:pt x="2891" y="12631"/>
                    <a:pt x="2900" y="12630"/>
                    <a:pt x="2909" y="12630"/>
                  </a:cubicBezTo>
                  <a:close/>
                  <a:moveTo>
                    <a:pt x="1668" y="1"/>
                  </a:moveTo>
                  <a:cubicBezTo>
                    <a:pt x="1656" y="72"/>
                    <a:pt x="1644" y="156"/>
                    <a:pt x="1632" y="227"/>
                  </a:cubicBezTo>
                  <a:cubicBezTo>
                    <a:pt x="1596" y="406"/>
                    <a:pt x="1573" y="584"/>
                    <a:pt x="1537" y="775"/>
                  </a:cubicBezTo>
                  <a:cubicBezTo>
                    <a:pt x="1465" y="1156"/>
                    <a:pt x="1406" y="1549"/>
                    <a:pt x="1346" y="1930"/>
                  </a:cubicBezTo>
                  <a:cubicBezTo>
                    <a:pt x="1215" y="2680"/>
                    <a:pt x="1096" y="3442"/>
                    <a:pt x="989" y="4192"/>
                  </a:cubicBezTo>
                  <a:cubicBezTo>
                    <a:pt x="763" y="5728"/>
                    <a:pt x="560" y="7276"/>
                    <a:pt x="394" y="8823"/>
                  </a:cubicBezTo>
                  <a:cubicBezTo>
                    <a:pt x="239" y="10240"/>
                    <a:pt x="84" y="11669"/>
                    <a:pt x="1" y="13110"/>
                  </a:cubicBezTo>
                  <a:cubicBezTo>
                    <a:pt x="144" y="13062"/>
                    <a:pt x="299" y="13014"/>
                    <a:pt x="430" y="12979"/>
                  </a:cubicBezTo>
                  <a:cubicBezTo>
                    <a:pt x="560" y="12943"/>
                    <a:pt x="703" y="12931"/>
                    <a:pt x="834" y="12907"/>
                  </a:cubicBezTo>
                  <a:cubicBezTo>
                    <a:pt x="906" y="12895"/>
                    <a:pt x="977" y="12889"/>
                    <a:pt x="1049" y="12889"/>
                  </a:cubicBezTo>
                  <a:cubicBezTo>
                    <a:pt x="1120" y="12889"/>
                    <a:pt x="1192" y="12895"/>
                    <a:pt x="1263" y="12907"/>
                  </a:cubicBezTo>
                  <a:cubicBezTo>
                    <a:pt x="1382" y="12919"/>
                    <a:pt x="1370" y="13074"/>
                    <a:pt x="1275" y="13122"/>
                  </a:cubicBezTo>
                  <a:cubicBezTo>
                    <a:pt x="1156" y="13181"/>
                    <a:pt x="1013" y="13217"/>
                    <a:pt x="882" y="13241"/>
                  </a:cubicBezTo>
                  <a:cubicBezTo>
                    <a:pt x="751" y="13264"/>
                    <a:pt x="620" y="13300"/>
                    <a:pt x="489" y="13312"/>
                  </a:cubicBezTo>
                  <a:cubicBezTo>
                    <a:pt x="322" y="13324"/>
                    <a:pt x="168" y="13348"/>
                    <a:pt x="1" y="13372"/>
                  </a:cubicBezTo>
                  <a:cubicBezTo>
                    <a:pt x="1311" y="13931"/>
                    <a:pt x="2596" y="14586"/>
                    <a:pt x="3870" y="15217"/>
                  </a:cubicBezTo>
                  <a:cubicBezTo>
                    <a:pt x="5037" y="15800"/>
                    <a:pt x="6192" y="16396"/>
                    <a:pt x="7347" y="17003"/>
                  </a:cubicBezTo>
                  <a:cubicBezTo>
                    <a:pt x="7930" y="17313"/>
                    <a:pt x="8514" y="17622"/>
                    <a:pt x="9097" y="17944"/>
                  </a:cubicBezTo>
                  <a:lnTo>
                    <a:pt x="9538" y="18182"/>
                  </a:lnTo>
                  <a:lnTo>
                    <a:pt x="9657" y="18241"/>
                  </a:lnTo>
                  <a:cubicBezTo>
                    <a:pt x="9847" y="17146"/>
                    <a:pt x="10038" y="16051"/>
                    <a:pt x="10228" y="14967"/>
                  </a:cubicBezTo>
                  <a:cubicBezTo>
                    <a:pt x="10574" y="13003"/>
                    <a:pt x="10871" y="11038"/>
                    <a:pt x="11133" y="9062"/>
                  </a:cubicBezTo>
                  <a:cubicBezTo>
                    <a:pt x="11264" y="8073"/>
                    <a:pt x="11383" y="7085"/>
                    <a:pt x="11562" y="6109"/>
                  </a:cubicBezTo>
                  <a:cubicBezTo>
                    <a:pt x="11717" y="5180"/>
                    <a:pt x="11871" y="4240"/>
                    <a:pt x="12193" y="3347"/>
                  </a:cubicBezTo>
                  <a:cubicBezTo>
                    <a:pt x="11705" y="3275"/>
                    <a:pt x="11228" y="3073"/>
                    <a:pt x="10764" y="2894"/>
                  </a:cubicBezTo>
                  <a:cubicBezTo>
                    <a:pt x="10145" y="2668"/>
                    <a:pt x="9538" y="2442"/>
                    <a:pt x="8919" y="2227"/>
                  </a:cubicBezTo>
                  <a:cubicBezTo>
                    <a:pt x="7680" y="1811"/>
                    <a:pt x="6430" y="1418"/>
                    <a:pt x="5180" y="1049"/>
                  </a:cubicBezTo>
                  <a:cubicBezTo>
                    <a:pt x="4013" y="703"/>
                    <a:pt x="2835" y="370"/>
                    <a:pt x="1668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59"/>
            <p:cNvSpPr/>
            <p:nvPr/>
          </p:nvSpPr>
          <p:spPr>
            <a:xfrm>
              <a:off x="4101000" y="431400"/>
              <a:ext cx="26300" cy="14125"/>
            </a:xfrm>
            <a:custGeom>
              <a:avLst/>
              <a:gdLst/>
              <a:ahLst/>
              <a:cxnLst/>
              <a:rect l="l" t="t" r="r" b="b"/>
              <a:pathLst>
                <a:path w="1052" h="565" extrusionOk="0">
                  <a:moveTo>
                    <a:pt x="194" y="1"/>
                  </a:moveTo>
                  <a:cubicBezTo>
                    <a:pt x="56" y="1"/>
                    <a:pt x="0" y="185"/>
                    <a:pt x="135" y="253"/>
                  </a:cubicBezTo>
                  <a:cubicBezTo>
                    <a:pt x="242" y="300"/>
                    <a:pt x="349" y="348"/>
                    <a:pt x="457" y="408"/>
                  </a:cubicBezTo>
                  <a:cubicBezTo>
                    <a:pt x="504" y="431"/>
                    <a:pt x="552" y="455"/>
                    <a:pt x="599" y="479"/>
                  </a:cubicBezTo>
                  <a:cubicBezTo>
                    <a:pt x="659" y="503"/>
                    <a:pt x="719" y="527"/>
                    <a:pt x="766" y="550"/>
                  </a:cubicBezTo>
                  <a:cubicBezTo>
                    <a:pt x="794" y="557"/>
                    <a:pt x="825" y="564"/>
                    <a:pt x="856" y="564"/>
                  </a:cubicBezTo>
                  <a:cubicBezTo>
                    <a:pt x="879" y="564"/>
                    <a:pt x="901" y="560"/>
                    <a:pt x="921" y="550"/>
                  </a:cubicBezTo>
                  <a:cubicBezTo>
                    <a:pt x="969" y="538"/>
                    <a:pt x="1004" y="503"/>
                    <a:pt x="1028" y="467"/>
                  </a:cubicBezTo>
                  <a:cubicBezTo>
                    <a:pt x="1052" y="419"/>
                    <a:pt x="1052" y="360"/>
                    <a:pt x="1040" y="312"/>
                  </a:cubicBezTo>
                  <a:cubicBezTo>
                    <a:pt x="1016" y="277"/>
                    <a:pt x="980" y="229"/>
                    <a:pt x="945" y="217"/>
                  </a:cubicBezTo>
                  <a:cubicBezTo>
                    <a:pt x="873" y="193"/>
                    <a:pt x="790" y="157"/>
                    <a:pt x="742" y="146"/>
                  </a:cubicBezTo>
                  <a:cubicBezTo>
                    <a:pt x="683" y="122"/>
                    <a:pt x="623" y="110"/>
                    <a:pt x="564" y="98"/>
                  </a:cubicBezTo>
                  <a:cubicBezTo>
                    <a:pt x="445" y="74"/>
                    <a:pt x="338" y="38"/>
                    <a:pt x="218" y="3"/>
                  </a:cubicBezTo>
                  <a:cubicBezTo>
                    <a:pt x="210" y="1"/>
                    <a:pt x="202" y="1"/>
                    <a:pt x="1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59"/>
            <p:cNvSpPr/>
            <p:nvPr/>
          </p:nvSpPr>
          <p:spPr>
            <a:xfrm>
              <a:off x="4065750" y="416250"/>
              <a:ext cx="27325" cy="13250"/>
            </a:xfrm>
            <a:custGeom>
              <a:avLst/>
              <a:gdLst/>
              <a:ahLst/>
              <a:cxnLst/>
              <a:rect l="l" t="t" r="r" b="b"/>
              <a:pathLst>
                <a:path w="1093" h="530" extrusionOk="0">
                  <a:moveTo>
                    <a:pt x="151" y="1"/>
                  </a:moveTo>
                  <a:cubicBezTo>
                    <a:pt x="42" y="1"/>
                    <a:pt x="1" y="147"/>
                    <a:pt x="93" y="204"/>
                  </a:cubicBezTo>
                  <a:lnTo>
                    <a:pt x="283" y="299"/>
                  </a:lnTo>
                  <a:cubicBezTo>
                    <a:pt x="354" y="323"/>
                    <a:pt x="414" y="359"/>
                    <a:pt x="474" y="406"/>
                  </a:cubicBezTo>
                  <a:cubicBezTo>
                    <a:pt x="533" y="442"/>
                    <a:pt x="593" y="466"/>
                    <a:pt x="664" y="490"/>
                  </a:cubicBezTo>
                  <a:cubicBezTo>
                    <a:pt x="727" y="516"/>
                    <a:pt x="796" y="530"/>
                    <a:pt x="862" y="530"/>
                  </a:cubicBezTo>
                  <a:cubicBezTo>
                    <a:pt x="884" y="530"/>
                    <a:pt x="905" y="528"/>
                    <a:pt x="926" y="525"/>
                  </a:cubicBezTo>
                  <a:cubicBezTo>
                    <a:pt x="1045" y="513"/>
                    <a:pt x="1093" y="371"/>
                    <a:pt x="1009" y="287"/>
                  </a:cubicBezTo>
                  <a:cubicBezTo>
                    <a:pt x="962" y="228"/>
                    <a:pt x="890" y="180"/>
                    <a:pt x="819" y="156"/>
                  </a:cubicBezTo>
                  <a:cubicBezTo>
                    <a:pt x="747" y="121"/>
                    <a:pt x="664" y="97"/>
                    <a:pt x="581" y="85"/>
                  </a:cubicBezTo>
                  <a:cubicBezTo>
                    <a:pt x="509" y="85"/>
                    <a:pt x="438" y="73"/>
                    <a:pt x="378" y="61"/>
                  </a:cubicBezTo>
                  <a:lnTo>
                    <a:pt x="164" y="1"/>
                  </a:lnTo>
                  <a:cubicBezTo>
                    <a:pt x="160" y="1"/>
                    <a:pt x="155" y="1"/>
                    <a:pt x="1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59"/>
            <p:cNvSpPr/>
            <p:nvPr/>
          </p:nvSpPr>
          <p:spPr>
            <a:xfrm>
              <a:off x="4024475" y="399250"/>
              <a:ext cx="26925" cy="12875"/>
            </a:xfrm>
            <a:custGeom>
              <a:avLst/>
              <a:gdLst/>
              <a:ahLst/>
              <a:cxnLst/>
              <a:rect l="l" t="t" r="r" b="b"/>
              <a:pathLst>
                <a:path w="1077" h="515" extrusionOk="0">
                  <a:moveTo>
                    <a:pt x="115" y="0"/>
                  </a:moveTo>
                  <a:cubicBezTo>
                    <a:pt x="35" y="0"/>
                    <a:pt x="1" y="125"/>
                    <a:pt x="89" y="158"/>
                  </a:cubicBezTo>
                  <a:cubicBezTo>
                    <a:pt x="148" y="193"/>
                    <a:pt x="231" y="241"/>
                    <a:pt x="303" y="277"/>
                  </a:cubicBezTo>
                  <a:cubicBezTo>
                    <a:pt x="362" y="300"/>
                    <a:pt x="434" y="348"/>
                    <a:pt x="493" y="384"/>
                  </a:cubicBezTo>
                  <a:cubicBezTo>
                    <a:pt x="565" y="408"/>
                    <a:pt x="636" y="443"/>
                    <a:pt x="708" y="479"/>
                  </a:cubicBezTo>
                  <a:cubicBezTo>
                    <a:pt x="755" y="491"/>
                    <a:pt x="791" y="503"/>
                    <a:pt x="839" y="515"/>
                  </a:cubicBezTo>
                  <a:lnTo>
                    <a:pt x="970" y="515"/>
                  </a:lnTo>
                  <a:cubicBezTo>
                    <a:pt x="1041" y="503"/>
                    <a:pt x="1077" y="431"/>
                    <a:pt x="1041" y="372"/>
                  </a:cubicBezTo>
                  <a:cubicBezTo>
                    <a:pt x="1017" y="336"/>
                    <a:pt x="993" y="300"/>
                    <a:pt x="958" y="277"/>
                  </a:cubicBezTo>
                  <a:cubicBezTo>
                    <a:pt x="922" y="241"/>
                    <a:pt x="886" y="217"/>
                    <a:pt x="839" y="193"/>
                  </a:cubicBezTo>
                  <a:cubicBezTo>
                    <a:pt x="779" y="158"/>
                    <a:pt x="696" y="134"/>
                    <a:pt x="624" y="110"/>
                  </a:cubicBezTo>
                  <a:cubicBezTo>
                    <a:pt x="577" y="98"/>
                    <a:pt x="541" y="86"/>
                    <a:pt x="493" y="74"/>
                  </a:cubicBezTo>
                  <a:lnTo>
                    <a:pt x="374" y="50"/>
                  </a:lnTo>
                  <a:lnTo>
                    <a:pt x="136" y="3"/>
                  </a:lnTo>
                  <a:cubicBezTo>
                    <a:pt x="129" y="1"/>
                    <a:pt x="122" y="0"/>
                    <a:pt x="1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59"/>
            <p:cNvSpPr/>
            <p:nvPr/>
          </p:nvSpPr>
          <p:spPr>
            <a:xfrm>
              <a:off x="3978450" y="55950"/>
              <a:ext cx="9550" cy="33425"/>
            </a:xfrm>
            <a:custGeom>
              <a:avLst/>
              <a:gdLst/>
              <a:ahLst/>
              <a:cxnLst/>
              <a:rect l="l" t="t" r="r" b="b"/>
              <a:pathLst>
                <a:path w="382" h="1337" extrusionOk="0">
                  <a:moveTo>
                    <a:pt x="323" y="0"/>
                  </a:moveTo>
                  <a:cubicBezTo>
                    <a:pt x="305" y="0"/>
                    <a:pt x="285" y="10"/>
                    <a:pt x="275" y="31"/>
                  </a:cubicBezTo>
                  <a:cubicBezTo>
                    <a:pt x="215" y="114"/>
                    <a:pt x="179" y="209"/>
                    <a:pt x="144" y="317"/>
                  </a:cubicBezTo>
                  <a:cubicBezTo>
                    <a:pt x="120" y="412"/>
                    <a:pt x="84" y="519"/>
                    <a:pt x="72" y="626"/>
                  </a:cubicBezTo>
                  <a:cubicBezTo>
                    <a:pt x="25" y="828"/>
                    <a:pt x="1" y="1043"/>
                    <a:pt x="25" y="1257"/>
                  </a:cubicBezTo>
                  <a:cubicBezTo>
                    <a:pt x="32" y="1302"/>
                    <a:pt x="77" y="1337"/>
                    <a:pt x="118" y="1337"/>
                  </a:cubicBezTo>
                  <a:cubicBezTo>
                    <a:pt x="142" y="1337"/>
                    <a:pt x="166" y="1324"/>
                    <a:pt x="179" y="1293"/>
                  </a:cubicBezTo>
                  <a:cubicBezTo>
                    <a:pt x="251" y="1090"/>
                    <a:pt x="287" y="876"/>
                    <a:pt x="322" y="674"/>
                  </a:cubicBezTo>
                  <a:cubicBezTo>
                    <a:pt x="334" y="567"/>
                    <a:pt x="358" y="471"/>
                    <a:pt x="370" y="364"/>
                  </a:cubicBezTo>
                  <a:cubicBezTo>
                    <a:pt x="370" y="257"/>
                    <a:pt x="382" y="150"/>
                    <a:pt x="370" y="43"/>
                  </a:cubicBezTo>
                  <a:cubicBezTo>
                    <a:pt x="370" y="16"/>
                    <a:pt x="347" y="0"/>
                    <a:pt x="3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59"/>
            <p:cNvSpPr/>
            <p:nvPr/>
          </p:nvSpPr>
          <p:spPr>
            <a:xfrm>
              <a:off x="3962675" y="155675"/>
              <a:ext cx="10150" cy="27900"/>
            </a:xfrm>
            <a:custGeom>
              <a:avLst/>
              <a:gdLst/>
              <a:ahLst/>
              <a:cxnLst/>
              <a:rect l="l" t="t" r="r" b="b"/>
              <a:pathLst>
                <a:path w="406" h="1116" extrusionOk="0">
                  <a:moveTo>
                    <a:pt x="406" y="102"/>
                  </a:moveTo>
                  <a:cubicBezTo>
                    <a:pt x="406" y="105"/>
                    <a:pt x="406" y="108"/>
                    <a:pt x="406" y="111"/>
                  </a:cubicBezTo>
                  <a:lnTo>
                    <a:pt x="406" y="111"/>
                  </a:lnTo>
                  <a:cubicBezTo>
                    <a:pt x="406" y="112"/>
                    <a:pt x="406" y="113"/>
                    <a:pt x="406" y="114"/>
                  </a:cubicBezTo>
                  <a:lnTo>
                    <a:pt x="406" y="102"/>
                  </a:lnTo>
                  <a:close/>
                  <a:moveTo>
                    <a:pt x="288" y="0"/>
                  </a:moveTo>
                  <a:cubicBezTo>
                    <a:pt x="234" y="0"/>
                    <a:pt x="179" y="33"/>
                    <a:pt x="167" y="102"/>
                  </a:cubicBezTo>
                  <a:cubicBezTo>
                    <a:pt x="156" y="233"/>
                    <a:pt x="132" y="388"/>
                    <a:pt x="108" y="530"/>
                  </a:cubicBezTo>
                  <a:cubicBezTo>
                    <a:pt x="72" y="685"/>
                    <a:pt x="48" y="816"/>
                    <a:pt x="13" y="971"/>
                  </a:cubicBezTo>
                  <a:cubicBezTo>
                    <a:pt x="1" y="1042"/>
                    <a:pt x="48" y="1102"/>
                    <a:pt x="120" y="1114"/>
                  </a:cubicBezTo>
                  <a:cubicBezTo>
                    <a:pt x="127" y="1115"/>
                    <a:pt x="135" y="1116"/>
                    <a:pt x="142" y="1116"/>
                  </a:cubicBezTo>
                  <a:cubicBezTo>
                    <a:pt x="203" y="1116"/>
                    <a:pt x="252" y="1072"/>
                    <a:pt x="263" y="1019"/>
                  </a:cubicBezTo>
                  <a:cubicBezTo>
                    <a:pt x="310" y="864"/>
                    <a:pt x="346" y="721"/>
                    <a:pt x="358" y="566"/>
                  </a:cubicBezTo>
                  <a:cubicBezTo>
                    <a:pt x="381" y="415"/>
                    <a:pt x="405" y="252"/>
                    <a:pt x="406" y="111"/>
                  </a:cubicBezTo>
                  <a:lnTo>
                    <a:pt x="406" y="111"/>
                  </a:lnTo>
                  <a:cubicBezTo>
                    <a:pt x="404" y="38"/>
                    <a:pt x="347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59"/>
            <p:cNvSpPr/>
            <p:nvPr/>
          </p:nvSpPr>
          <p:spPr>
            <a:xfrm>
              <a:off x="3949625" y="213225"/>
              <a:ext cx="12650" cy="32675"/>
            </a:xfrm>
            <a:custGeom>
              <a:avLst/>
              <a:gdLst/>
              <a:ahLst/>
              <a:cxnLst/>
              <a:rect l="l" t="t" r="r" b="b"/>
              <a:pathLst>
                <a:path w="506" h="1307" extrusionOk="0">
                  <a:moveTo>
                    <a:pt x="387" y="0"/>
                  </a:moveTo>
                  <a:cubicBezTo>
                    <a:pt x="343" y="0"/>
                    <a:pt x="300" y="23"/>
                    <a:pt x="285" y="74"/>
                  </a:cubicBezTo>
                  <a:cubicBezTo>
                    <a:pt x="166" y="431"/>
                    <a:pt x="82" y="788"/>
                    <a:pt x="23" y="1157"/>
                  </a:cubicBezTo>
                  <a:cubicBezTo>
                    <a:pt x="1" y="1246"/>
                    <a:pt x="69" y="1307"/>
                    <a:pt x="139" y="1307"/>
                  </a:cubicBezTo>
                  <a:cubicBezTo>
                    <a:pt x="183" y="1307"/>
                    <a:pt x="226" y="1283"/>
                    <a:pt x="249" y="1229"/>
                  </a:cubicBezTo>
                  <a:cubicBezTo>
                    <a:pt x="285" y="1134"/>
                    <a:pt x="320" y="1038"/>
                    <a:pt x="344" y="943"/>
                  </a:cubicBezTo>
                  <a:cubicBezTo>
                    <a:pt x="356" y="860"/>
                    <a:pt x="380" y="764"/>
                    <a:pt x="392" y="669"/>
                  </a:cubicBezTo>
                  <a:cubicBezTo>
                    <a:pt x="427" y="491"/>
                    <a:pt x="463" y="300"/>
                    <a:pt x="499" y="110"/>
                  </a:cubicBezTo>
                  <a:cubicBezTo>
                    <a:pt x="506" y="41"/>
                    <a:pt x="446" y="0"/>
                    <a:pt x="3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59"/>
            <p:cNvSpPr/>
            <p:nvPr/>
          </p:nvSpPr>
          <p:spPr>
            <a:xfrm>
              <a:off x="3939975" y="266800"/>
              <a:ext cx="11425" cy="25900"/>
            </a:xfrm>
            <a:custGeom>
              <a:avLst/>
              <a:gdLst/>
              <a:ahLst/>
              <a:cxnLst/>
              <a:rect l="l" t="t" r="r" b="b"/>
              <a:pathLst>
                <a:path w="457" h="1036" extrusionOk="0">
                  <a:moveTo>
                    <a:pt x="306" y="1"/>
                  </a:moveTo>
                  <a:cubicBezTo>
                    <a:pt x="252" y="1"/>
                    <a:pt x="193" y="44"/>
                    <a:pt x="182" y="98"/>
                  </a:cubicBezTo>
                  <a:cubicBezTo>
                    <a:pt x="159" y="229"/>
                    <a:pt x="123" y="348"/>
                    <a:pt x="99" y="479"/>
                  </a:cubicBezTo>
                  <a:cubicBezTo>
                    <a:pt x="75" y="610"/>
                    <a:pt x="51" y="729"/>
                    <a:pt x="28" y="860"/>
                  </a:cubicBezTo>
                  <a:cubicBezTo>
                    <a:pt x="0" y="970"/>
                    <a:pt x="83" y="1036"/>
                    <a:pt x="164" y="1036"/>
                  </a:cubicBezTo>
                  <a:cubicBezTo>
                    <a:pt x="222" y="1036"/>
                    <a:pt x="280" y="1000"/>
                    <a:pt x="290" y="919"/>
                  </a:cubicBezTo>
                  <a:cubicBezTo>
                    <a:pt x="325" y="788"/>
                    <a:pt x="349" y="657"/>
                    <a:pt x="373" y="538"/>
                  </a:cubicBezTo>
                  <a:cubicBezTo>
                    <a:pt x="397" y="407"/>
                    <a:pt x="421" y="276"/>
                    <a:pt x="444" y="145"/>
                  </a:cubicBezTo>
                  <a:cubicBezTo>
                    <a:pt x="456" y="74"/>
                    <a:pt x="409" y="3"/>
                    <a:pt x="325" y="3"/>
                  </a:cubicBezTo>
                  <a:cubicBezTo>
                    <a:pt x="319" y="1"/>
                    <a:pt x="313" y="1"/>
                    <a:pt x="3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59"/>
            <p:cNvSpPr/>
            <p:nvPr/>
          </p:nvSpPr>
          <p:spPr>
            <a:xfrm>
              <a:off x="3937250" y="360550"/>
              <a:ext cx="26950" cy="14725"/>
            </a:xfrm>
            <a:custGeom>
              <a:avLst/>
              <a:gdLst/>
              <a:ahLst/>
              <a:cxnLst/>
              <a:rect l="l" t="t" r="r" b="b"/>
              <a:pathLst>
                <a:path w="1078" h="589" extrusionOk="0">
                  <a:moveTo>
                    <a:pt x="106" y="0"/>
                  </a:moveTo>
                  <a:cubicBezTo>
                    <a:pt x="35" y="0"/>
                    <a:pt x="0" y="125"/>
                    <a:pt x="77" y="158"/>
                  </a:cubicBezTo>
                  <a:cubicBezTo>
                    <a:pt x="208" y="229"/>
                    <a:pt x="351" y="301"/>
                    <a:pt x="482" y="384"/>
                  </a:cubicBezTo>
                  <a:cubicBezTo>
                    <a:pt x="541" y="432"/>
                    <a:pt x="613" y="467"/>
                    <a:pt x="672" y="503"/>
                  </a:cubicBezTo>
                  <a:cubicBezTo>
                    <a:pt x="756" y="539"/>
                    <a:pt x="839" y="575"/>
                    <a:pt x="922" y="586"/>
                  </a:cubicBezTo>
                  <a:cubicBezTo>
                    <a:pt x="929" y="588"/>
                    <a:pt x="935" y="589"/>
                    <a:pt x="942" y="589"/>
                  </a:cubicBezTo>
                  <a:cubicBezTo>
                    <a:pt x="985" y="589"/>
                    <a:pt x="1033" y="556"/>
                    <a:pt x="1053" y="515"/>
                  </a:cubicBezTo>
                  <a:cubicBezTo>
                    <a:pt x="1077" y="467"/>
                    <a:pt x="1065" y="408"/>
                    <a:pt x="1018" y="372"/>
                  </a:cubicBezTo>
                  <a:cubicBezTo>
                    <a:pt x="958" y="301"/>
                    <a:pt x="887" y="253"/>
                    <a:pt x="815" y="217"/>
                  </a:cubicBezTo>
                  <a:cubicBezTo>
                    <a:pt x="732" y="194"/>
                    <a:pt x="649" y="158"/>
                    <a:pt x="577" y="134"/>
                  </a:cubicBezTo>
                  <a:lnTo>
                    <a:pt x="125" y="3"/>
                  </a:lnTo>
                  <a:cubicBezTo>
                    <a:pt x="118" y="1"/>
                    <a:pt x="112" y="0"/>
                    <a:pt x="1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59"/>
            <p:cNvSpPr/>
            <p:nvPr/>
          </p:nvSpPr>
          <p:spPr>
            <a:xfrm>
              <a:off x="3930025" y="317125"/>
              <a:ext cx="13250" cy="29725"/>
            </a:xfrm>
            <a:custGeom>
              <a:avLst/>
              <a:gdLst/>
              <a:ahLst/>
              <a:cxnLst/>
              <a:rect l="l" t="t" r="r" b="b"/>
              <a:pathLst>
                <a:path w="530" h="1189" extrusionOk="0">
                  <a:moveTo>
                    <a:pt x="357" y="0"/>
                  </a:moveTo>
                  <a:cubicBezTo>
                    <a:pt x="291" y="0"/>
                    <a:pt x="227" y="38"/>
                    <a:pt x="211" y="121"/>
                  </a:cubicBezTo>
                  <a:cubicBezTo>
                    <a:pt x="140" y="407"/>
                    <a:pt x="68" y="692"/>
                    <a:pt x="21" y="990"/>
                  </a:cubicBezTo>
                  <a:cubicBezTo>
                    <a:pt x="0" y="1113"/>
                    <a:pt x="101" y="1188"/>
                    <a:pt x="197" y="1188"/>
                  </a:cubicBezTo>
                  <a:cubicBezTo>
                    <a:pt x="269" y="1188"/>
                    <a:pt x="339" y="1146"/>
                    <a:pt x="354" y="1049"/>
                  </a:cubicBezTo>
                  <a:cubicBezTo>
                    <a:pt x="414" y="764"/>
                    <a:pt x="449" y="478"/>
                    <a:pt x="509" y="180"/>
                  </a:cubicBezTo>
                  <a:cubicBezTo>
                    <a:pt x="529" y="66"/>
                    <a:pt x="442" y="0"/>
                    <a:pt x="3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59"/>
            <p:cNvSpPr/>
            <p:nvPr/>
          </p:nvSpPr>
          <p:spPr>
            <a:xfrm>
              <a:off x="3899075" y="356325"/>
              <a:ext cx="23150" cy="9675"/>
            </a:xfrm>
            <a:custGeom>
              <a:avLst/>
              <a:gdLst/>
              <a:ahLst/>
              <a:cxnLst/>
              <a:rect l="l" t="t" r="r" b="b"/>
              <a:pathLst>
                <a:path w="926" h="387" extrusionOk="0">
                  <a:moveTo>
                    <a:pt x="737" y="1"/>
                  </a:moveTo>
                  <a:cubicBezTo>
                    <a:pt x="725" y="1"/>
                    <a:pt x="712" y="2"/>
                    <a:pt x="699" y="5"/>
                  </a:cubicBezTo>
                  <a:cubicBezTo>
                    <a:pt x="604" y="29"/>
                    <a:pt x="497" y="53"/>
                    <a:pt x="414" y="89"/>
                  </a:cubicBezTo>
                  <a:cubicBezTo>
                    <a:pt x="366" y="101"/>
                    <a:pt x="318" y="112"/>
                    <a:pt x="271" y="124"/>
                  </a:cubicBezTo>
                  <a:lnTo>
                    <a:pt x="128" y="160"/>
                  </a:lnTo>
                  <a:cubicBezTo>
                    <a:pt x="1" y="206"/>
                    <a:pt x="30" y="387"/>
                    <a:pt x="163" y="387"/>
                  </a:cubicBezTo>
                  <a:cubicBezTo>
                    <a:pt x="167" y="387"/>
                    <a:pt x="171" y="387"/>
                    <a:pt x="175" y="386"/>
                  </a:cubicBezTo>
                  <a:lnTo>
                    <a:pt x="318" y="363"/>
                  </a:lnTo>
                  <a:cubicBezTo>
                    <a:pt x="378" y="351"/>
                    <a:pt x="425" y="351"/>
                    <a:pt x="473" y="351"/>
                  </a:cubicBezTo>
                  <a:cubicBezTo>
                    <a:pt x="568" y="351"/>
                    <a:pt x="675" y="327"/>
                    <a:pt x="771" y="315"/>
                  </a:cubicBezTo>
                  <a:cubicBezTo>
                    <a:pt x="866" y="303"/>
                    <a:pt x="925" y="220"/>
                    <a:pt x="902" y="124"/>
                  </a:cubicBezTo>
                  <a:cubicBezTo>
                    <a:pt x="890" y="89"/>
                    <a:pt x="866" y="53"/>
                    <a:pt x="830" y="29"/>
                  </a:cubicBezTo>
                  <a:cubicBezTo>
                    <a:pt x="804" y="12"/>
                    <a:pt x="772" y="1"/>
                    <a:pt x="7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59"/>
            <p:cNvSpPr/>
            <p:nvPr/>
          </p:nvSpPr>
          <p:spPr>
            <a:xfrm>
              <a:off x="3863650" y="362650"/>
              <a:ext cx="24725" cy="8125"/>
            </a:xfrm>
            <a:custGeom>
              <a:avLst/>
              <a:gdLst/>
              <a:ahLst/>
              <a:cxnLst/>
              <a:rect l="l" t="t" r="r" b="b"/>
              <a:pathLst>
                <a:path w="989" h="325" extrusionOk="0">
                  <a:moveTo>
                    <a:pt x="818" y="1"/>
                  </a:moveTo>
                  <a:cubicBezTo>
                    <a:pt x="811" y="1"/>
                    <a:pt x="803" y="1"/>
                    <a:pt x="795" y="2"/>
                  </a:cubicBezTo>
                  <a:cubicBezTo>
                    <a:pt x="735" y="2"/>
                    <a:pt x="676" y="2"/>
                    <a:pt x="616" y="14"/>
                  </a:cubicBezTo>
                  <a:cubicBezTo>
                    <a:pt x="545" y="26"/>
                    <a:pt x="485" y="38"/>
                    <a:pt x="414" y="62"/>
                  </a:cubicBezTo>
                  <a:lnTo>
                    <a:pt x="259" y="121"/>
                  </a:lnTo>
                  <a:cubicBezTo>
                    <a:pt x="199" y="145"/>
                    <a:pt x="140" y="157"/>
                    <a:pt x="80" y="181"/>
                  </a:cubicBezTo>
                  <a:cubicBezTo>
                    <a:pt x="1" y="204"/>
                    <a:pt x="19" y="325"/>
                    <a:pt x="104" y="325"/>
                  </a:cubicBezTo>
                  <a:cubicBezTo>
                    <a:pt x="108" y="325"/>
                    <a:pt x="112" y="324"/>
                    <a:pt x="116" y="324"/>
                  </a:cubicBezTo>
                  <a:cubicBezTo>
                    <a:pt x="176" y="312"/>
                    <a:pt x="235" y="312"/>
                    <a:pt x="295" y="312"/>
                  </a:cubicBezTo>
                  <a:lnTo>
                    <a:pt x="473" y="312"/>
                  </a:lnTo>
                  <a:cubicBezTo>
                    <a:pt x="533" y="312"/>
                    <a:pt x="592" y="312"/>
                    <a:pt x="652" y="300"/>
                  </a:cubicBezTo>
                  <a:cubicBezTo>
                    <a:pt x="688" y="288"/>
                    <a:pt x="723" y="288"/>
                    <a:pt x="759" y="276"/>
                  </a:cubicBezTo>
                  <a:lnTo>
                    <a:pt x="842" y="240"/>
                  </a:lnTo>
                  <a:cubicBezTo>
                    <a:pt x="989" y="195"/>
                    <a:pt x="954" y="1"/>
                    <a:pt x="8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59"/>
            <p:cNvSpPr/>
            <p:nvPr/>
          </p:nvSpPr>
          <p:spPr>
            <a:xfrm>
              <a:off x="3695975" y="41175"/>
              <a:ext cx="550400" cy="489125"/>
            </a:xfrm>
            <a:custGeom>
              <a:avLst/>
              <a:gdLst/>
              <a:ahLst/>
              <a:cxnLst/>
              <a:rect l="l" t="t" r="r" b="b"/>
              <a:pathLst>
                <a:path w="22016" h="19565" extrusionOk="0">
                  <a:moveTo>
                    <a:pt x="11496" y="203"/>
                  </a:moveTo>
                  <a:cubicBezTo>
                    <a:pt x="11609" y="203"/>
                    <a:pt x="11722" y="203"/>
                    <a:pt x="11836" y="205"/>
                  </a:cubicBezTo>
                  <a:cubicBezTo>
                    <a:pt x="11836" y="205"/>
                    <a:pt x="11836" y="217"/>
                    <a:pt x="11836" y="217"/>
                  </a:cubicBezTo>
                  <a:cubicBezTo>
                    <a:pt x="12228" y="348"/>
                    <a:pt x="12586" y="503"/>
                    <a:pt x="12967" y="610"/>
                  </a:cubicBezTo>
                  <a:lnTo>
                    <a:pt x="14110" y="931"/>
                  </a:lnTo>
                  <a:cubicBezTo>
                    <a:pt x="14872" y="1146"/>
                    <a:pt x="15646" y="1348"/>
                    <a:pt x="16419" y="1550"/>
                  </a:cubicBezTo>
                  <a:cubicBezTo>
                    <a:pt x="17896" y="1931"/>
                    <a:pt x="19360" y="2324"/>
                    <a:pt x="20837" y="2693"/>
                  </a:cubicBezTo>
                  <a:cubicBezTo>
                    <a:pt x="18396" y="3051"/>
                    <a:pt x="15931" y="3336"/>
                    <a:pt x="13491" y="3634"/>
                  </a:cubicBezTo>
                  <a:cubicBezTo>
                    <a:pt x="13310" y="3663"/>
                    <a:pt x="13134" y="3679"/>
                    <a:pt x="12958" y="3679"/>
                  </a:cubicBezTo>
                  <a:cubicBezTo>
                    <a:pt x="12842" y="3679"/>
                    <a:pt x="12727" y="3672"/>
                    <a:pt x="12609" y="3658"/>
                  </a:cubicBezTo>
                  <a:cubicBezTo>
                    <a:pt x="12300" y="3598"/>
                    <a:pt x="11990" y="3503"/>
                    <a:pt x="11693" y="3384"/>
                  </a:cubicBezTo>
                  <a:cubicBezTo>
                    <a:pt x="11550" y="3324"/>
                    <a:pt x="11383" y="3277"/>
                    <a:pt x="11240" y="3217"/>
                  </a:cubicBezTo>
                  <a:cubicBezTo>
                    <a:pt x="11240" y="3217"/>
                    <a:pt x="11240" y="3205"/>
                    <a:pt x="11240" y="3205"/>
                  </a:cubicBezTo>
                  <a:cubicBezTo>
                    <a:pt x="11252" y="3134"/>
                    <a:pt x="11264" y="3063"/>
                    <a:pt x="11264" y="3003"/>
                  </a:cubicBezTo>
                  <a:cubicBezTo>
                    <a:pt x="11276" y="2955"/>
                    <a:pt x="11276" y="2908"/>
                    <a:pt x="11276" y="2860"/>
                  </a:cubicBezTo>
                  <a:cubicBezTo>
                    <a:pt x="11300" y="2836"/>
                    <a:pt x="11300" y="2813"/>
                    <a:pt x="11288" y="2789"/>
                  </a:cubicBezTo>
                  <a:lnTo>
                    <a:pt x="11288" y="2777"/>
                  </a:lnTo>
                  <a:cubicBezTo>
                    <a:pt x="11300" y="2705"/>
                    <a:pt x="11312" y="2646"/>
                    <a:pt x="11312" y="2574"/>
                  </a:cubicBezTo>
                  <a:cubicBezTo>
                    <a:pt x="11312" y="2525"/>
                    <a:pt x="11270" y="2496"/>
                    <a:pt x="11228" y="2496"/>
                  </a:cubicBezTo>
                  <a:cubicBezTo>
                    <a:pt x="11200" y="2496"/>
                    <a:pt x="11171" y="2510"/>
                    <a:pt x="11157" y="2539"/>
                  </a:cubicBezTo>
                  <a:lnTo>
                    <a:pt x="11038" y="2955"/>
                  </a:lnTo>
                  <a:cubicBezTo>
                    <a:pt x="11014" y="3015"/>
                    <a:pt x="11002" y="3074"/>
                    <a:pt x="10990" y="3134"/>
                  </a:cubicBezTo>
                  <a:cubicBezTo>
                    <a:pt x="10621" y="3003"/>
                    <a:pt x="10264" y="2872"/>
                    <a:pt x="9895" y="2753"/>
                  </a:cubicBezTo>
                  <a:cubicBezTo>
                    <a:pt x="8668" y="2348"/>
                    <a:pt x="7418" y="1967"/>
                    <a:pt x="6168" y="1610"/>
                  </a:cubicBezTo>
                  <a:cubicBezTo>
                    <a:pt x="4847" y="1241"/>
                    <a:pt x="3537" y="884"/>
                    <a:pt x="2191" y="574"/>
                  </a:cubicBezTo>
                  <a:lnTo>
                    <a:pt x="2191" y="538"/>
                  </a:lnTo>
                  <a:lnTo>
                    <a:pt x="2227" y="538"/>
                  </a:lnTo>
                  <a:cubicBezTo>
                    <a:pt x="2322" y="538"/>
                    <a:pt x="2406" y="527"/>
                    <a:pt x="2501" y="515"/>
                  </a:cubicBezTo>
                  <a:lnTo>
                    <a:pt x="2775" y="491"/>
                  </a:lnTo>
                  <a:lnTo>
                    <a:pt x="3394" y="455"/>
                  </a:lnTo>
                  <a:cubicBezTo>
                    <a:pt x="3763" y="431"/>
                    <a:pt x="4144" y="419"/>
                    <a:pt x="4525" y="396"/>
                  </a:cubicBezTo>
                  <a:cubicBezTo>
                    <a:pt x="5287" y="360"/>
                    <a:pt x="6061" y="336"/>
                    <a:pt x="6823" y="312"/>
                  </a:cubicBezTo>
                  <a:cubicBezTo>
                    <a:pt x="7680" y="276"/>
                    <a:pt x="8549" y="253"/>
                    <a:pt x="9407" y="241"/>
                  </a:cubicBezTo>
                  <a:cubicBezTo>
                    <a:pt x="10103" y="231"/>
                    <a:pt x="10800" y="203"/>
                    <a:pt x="11496" y="203"/>
                  </a:cubicBezTo>
                  <a:close/>
                  <a:moveTo>
                    <a:pt x="2156" y="741"/>
                  </a:moveTo>
                  <a:cubicBezTo>
                    <a:pt x="3323" y="1110"/>
                    <a:pt x="4489" y="1431"/>
                    <a:pt x="5668" y="1777"/>
                  </a:cubicBezTo>
                  <a:cubicBezTo>
                    <a:pt x="6918" y="2158"/>
                    <a:pt x="8157" y="2539"/>
                    <a:pt x="9395" y="2967"/>
                  </a:cubicBezTo>
                  <a:cubicBezTo>
                    <a:pt x="10014" y="3182"/>
                    <a:pt x="10633" y="3396"/>
                    <a:pt x="11240" y="3634"/>
                  </a:cubicBezTo>
                  <a:cubicBezTo>
                    <a:pt x="11716" y="3801"/>
                    <a:pt x="12181" y="4015"/>
                    <a:pt x="12681" y="4075"/>
                  </a:cubicBezTo>
                  <a:cubicBezTo>
                    <a:pt x="12359" y="4968"/>
                    <a:pt x="12205" y="5920"/>
                    <a:pt x="12038" y="6837"/>
                  </a:cubicBezTo>
                  <a:cubicBezTo>
                    <a:pt x="11871" y="7825"/>
                    <a:pt x="11740" y="8801"/>
                    <a:pt x="11621" y="9790"/>
                  </a:cubicBezTo>
                  <a:cubicBezTo>
                    <a:pt x="11359" y="11766"/>
                    <a:pt x="11050" y="13731"/>
                    <a:pt x="10716" y="15695"/>
                  </a:cubicBezTo>
                  <a:cubicBezTo>
                    <a:pt x="10514" y="16790"/>
                    <a:pt x="10323" y="17886"/>
                    <a:pt x="10133" y="18981"/>
                  </a:cubicBezTo>
                  <a:lnTo>
                    <a:pt x="10026" y="18922"/>
                  </a:lnTo>
                  <a:lnTo>
                    <a:pt x="9573" y="18672"/>
                  </a:lnTo>
                  <a:cubicBezTo>
                    <a:pt x="8990" y="18362"/>
                    <a:pt x="8407" y="18041"/>
                    <a:pt x="7823" y="17731"/>
                  </a:cubicBezTo>
                  <a:cubicBezTo>
                    <a:pt x="6680" y="17124"/>
                    <a:pt x="5525" y="16528"/>
                    <a:pt x="4358" y="15945"/>
                  </a:cubicBezTo>
                  <a:cubicBezTo>
                    <a:pt x="3084" y="15314"/>
                    <a:pt x="1799" y="14671"/>
                    <a:pt x="489" y="14100"/>
                  </a:cubicBezTo>
                  <a:cubicBezTo>
                    <a:pt x="644" y="14076"/>
                    <a:pt x="810" y="14064"/>
                    <a:pt x="965" y="14040"/>
                  </a:cubicBezTo>
                  <a:cubicBezTo>
                    <a:pt x="1096" y="14028"/>
                    <a:pt x="1227" y="13992"/>
                    <a:pt x="1358" y="13969"/>
                  </a:cubicBezTo>
                  <a:cubicBezTo>
                    <a:pt x="1501" y="13957"/>
                    <a:pt x="1632" y="13909"/>
                    <a:pt x="1763" y="13850"/>
                  </a:cubicBezTo>
                  <a:cubicBezTo>
                    <a:pt x="1858" y="13802"/>
                    <a:pt x="1870" y="13647"/>
                    <a:pt x="1751" y="13635"/>
                  </a:cubicBezTo>
                  <a:cubicBezTo>
                    <a:pt x="1680" y="13623"/>
                    <a:pt x="1608" y="13617"/>
                    <a:pt x="1537" y="13617"/>
                  </a:cubicBezTo>
                  <a:cubicBezTo>
                    <a:pt x="1465" y="13617"/>
                    <a:pt x="1394" y="13623"/>
                    <a:pt x="1322" y="13635"/>
                  </a:cubicBezTo>
                  <a:cubicBezTo>
                    <a:pt x="1179" y="13659"/>
                    <a:pt x="1048" y="13683"/>
                    <a:pt x="918" y="13707"/>
                  </a:cubicBezTo>
                  <a:lnTo>
                    <a:pt x="906" y="13707"/>
                  </a:lnTo>
                  <a:cubicBezTo>
                    <a:pt x="763" y="13754"/>
                    <a:pt x="620" y="13790"/>
                    <a:pt x="477" y="13838"/>
                  </a:cubicBezTo>
                  <a:cubicBezTo>
                    <a:pt x="572" y="12409"/>
                    <a:pt x="727" y="10980"/>
                    <a:pt x="870" y="9551"/>
                  </a:cubicBezTo>
                  <a:cubicBezTo>
                    <a:pt x="1037" y="8004"/>
                    <a:pt x="1239" y="6468"/>
                    <a:pt x="1465" y="4920"/>
                  </a:cubicBezTo>
                  <a:cubicBezTo>
                    <a:pt x="1584" y="4170"/>
                    <a:pt x="1703" y="3420"/>
                    <a:pt x="1822" y="2670"/>
                  </a:cubicBezTo>
                  <a:cubicBezTo>
                    <a:pt x="1882" y="2277"/>
                    <a:pt x="1953" y="1896"/>
                    <a:pt x="2025" y="1503"/>
                  </a:cubicBezTo>
                  <a:cubicBezTo>
                    <a:pt x="2049" y="1324"/>
                    <a:pt x="2084" y="1146"/>
                    <a:pt x="2120" y="955"/>
                  </a:cubicBezTo>
                  <a:cubicBezTo>
                    <a:pt x="2132" y="884"/>
                    <a:pt x="2144" y="812"/>
                    <a:pt x="2156" y="741"/>
                  </a:cubicBezTo>
                  <a:close/>
                  <a:moveTo>
                    <a:pt x="21515" y="2860"/>
                  </a:moveTo>
                  <a:cubicBezTo>
                    <a:pt x="21527" y="2872"/>
                    <a:pt x="21539" y="2872"/>
                    <a:pt x="21551" y="2884"/>
                  </a:cubicBezTo>
                  <a:cubicBezTo>
                    <a:pt x="21551" y="2884"/>
                    <a:pt x="21539" y="2943"/>
                    <a:pt x="21539" y="2967"/>
                  </a:cubicBezTo>
                  <a:cubicBezTo>
                    <a:pt x="21515" y="3086"/>
                    <a:pt x="21503" y="3194"/>
                    <a:pt x="21480" y="3313"/>
                  </a:cubicBezTo>
                  <a:cubicBezTo>
                    <a:pt x="21408" y="3694"/>
                    <a:pt x="21349" y="4086"/>
                    <a:pt x="21277" y="4479"/>
                  </a:cubicBezTo>
                  <a:cubicBezTo>
                    <a:pt x="21146" y="5253"/>
                    <a:pt x="21003" y="6027"/>
                    <a:pt x="20860" y="6813"/>
                  </a:cubicBezTo>
                  <a:cubicBezTo>
                    <a:pt x="20587" y="8361"/>
                    <a:pt x="20289" y="9909"/>
                    <a:pt x="19968" y="11456"/>
                  </a:cubicBezTo>
                  <a:cubicBezTo>
                    <a:pt x="19622" y="13147"/>
                    <a:pt x="19229" y="14826"/>
                    <a:pt x="18801" y="16493"/>
                  </a:cubicBezTo>
                  <a:cubicBezTo>
                    <a:pt x="18789" y="16469"/>
                    <a:pt x="18765" y="16457"/>
                    <a:pt x="18753" y="16457"/>
                  </a:cubicBezTo>
                  <a:cubicBezTo>
                    <a:pt x="18634" y="16409"/>
                    <a:pt x="18503" y="16374"/>
                    <a:pt x="18372" y="16338"/>
                  </a:cubicBezTo>
                  <a:cubicBezTo>
                    <a:pt x="18324" y="16326"/>
                    <a:pt x="18265" y="16314"/>
                    <a:pt x="18205" y="16290"/>
                  </a:cubicBezTo>
                  <a:lnTo>
                    <a:pt x="18193" y="16290"/>
                  </a:lnTo>
                  <a:lnTo>
                    <a:pt x="18158" y="16278"/>
                  </a:lnTo>
                  <a:lnTo>
                    <a:pt x="18074" y="16243"/>
                  </a:lnTo>
                  <a:cubicBezTo>
                    <a:pt x="18050" y="16232"/>
                    <a:pt x="18027" y="16227"/>
                    <a:pt x="18005" y="16227"/>
                  </a:cubicBezTo>
                  <a:cubicBezTo>
                    <a:pt x="17864" y="16227"/>
                    <a:pt x="17778" y="16434"/>
                    <a:pt x="17943" y="16517"/>
                  </a:cubicBezTo>
                  <a:cubicBezTo>
                    <a:pt x="18074" y="16600"/>
                    <a:pt x="18217" y="16683"/>
                    <a:pt x="18372" y="16743"/>
                  </a:cubicBezTo>
                  <a:cubicBezTo>
                    <a:pt x="16027" y="17517"/>
                    <a:pt x="13669" y="18231"/>
                    <a:pt x="11288" y="18874"/>
                  </a:cubicBezTo>
                  <a:cubicBezTo>
                    <a:pt x="11133" y="18922"/>
                    <a:pt x="10978" y="18957"/>
                    <a:pt x="10824" y="19005"/>
                  </a:cubicBezTo>
                  <a:cubicBezTo>
                    <a:pt x="10740" y="19029"/>
                    <a:pt x="10657" y="19053"/>
                    <a:pt x="10562" y="19065"/>
                  </a:cubicBezTo>
                  <a:cubicBezTo>
                    <a:pt x="10895" y="17290"/>
                    <a:pt x="11193" y="15505"/>
                    <a:pt x="11466" y="13719"/>
                  </a:cubicBezTo>
                  <a:cubicBezTo>
                    <a:pt x="11562" y="13754"/>
                    <a:pt x="11645" y="13814"/>
                    <a:pt x="11728" y="13861"/>
                  </a:cubicBezTo>
                  <a:cubicBezTo>
                    <a:pt x="11812" y="13909"/>
                    <a:pt x="11883" y="13957"/>
                    <a:pt x="11967" y="13992"/>
                  </a:cubicBezTo>
                  <a:cubicBezTo>
                    <a:pt x="12050" y="14040"/>
                    <a:pt x="12133" y="14076"/>
                    <a:pt x="12217" y="14123"/>
                  </a:cubicBezTo>
                  <a:cubicBezTo>
                    <a:pt x="12241" y="14136"/>
                    <a:pt x="12265" y="14142"/>
                    <a:pt x="12287" y="14142"/>
                  </a:cubicBezTo>
                  <a:cubicBezTo>
                    <a:pt x="12409" y="14142"/>
                    <a:pt x="12494" y="13974"/>
                    <a:pt x="12383" y="13873"/>
                  </a:cubicBezTo>
                  <a:cubicBezTo>
                    <a:pt x="12300" y="13814"/>
                    <a:pt x="12217" y="13766"/>
                    <a:pt x="12133" y="13707"/>
                  </a:cubicBezTo>
                  <a:cubicBezTo>
                    <a:pt x="12050" y="13659"/>
                    <a:pt x="11955" y="13623"/>
                    <a:pt x="11859" y="13600"/>
                  </a:cubicBezTo>
                  <a:cubicBezTo>
                    <a:pt x="11740" y="13552"/>
                    <a:pt x="11621" y="13516"/>
                    <a:pt x="11490" y="13492"/>
                  </a:cubicBezTo>
                  <a:cubicBezTo>
                    <a:pt x="11502" y="13397"/>
                    <a:pt x="11526" y="13290"/>
                    <a:pt x="11538" y="13183"/>
                  </a:cubicBezTo>
                  <a:cubicBezTo>
                    <a:pt x="11824" y="11218"/>
                    <a:pt x="12038" y="9242"/>
                    <a:pt x="12300" y="7265"/>
                  </a:cubicBezTo>
                  <a:cubicBezTo>
                    <a:pt x="12371" y="6718"/>
                    <a:pt x="12455" y="6170"/>
                    <a:pt x="12550" y="5622"/>
                  </a:cubicBezTo>
                  <a:cubicBezTo>
                    <a:pt x="12645" y="5110"/>
                    <a:pt x="12752" y="4598"/>
                    <a:pt x="12824" y="4086"/>
                  </a:cubicBezTo>
                  <a:lnTo>
                    <a:pt x="13038" y="4086"/>
                  </a:lnTo>
                  <a:cubicBezTo>
                    <a:pt x="13348" y="4075"/>
                    <a:pt x="13645" y="4039"/>
                    <a:pt x="13955" y="3979"/>
                  </a:cubicBezTo>
                  <a:lnTo>
                    <a:pt x="14943" y="3848"/>
                  </a:lnTo>
                  <a:lnTo>
                    <a:pt x="16920" y="3563"/>
                  </a:lnTo>
                  <a:cubicBezTo>
                    <a:pt x="18384" y="3360"/>
                    <a:pt x="19872" y="3146"/>
                    <a:pt x="21361" y="2979"/>
                  </a:cubicBezTo>
                  <a:cubicBezTo>
                    <a:pt x="21432" y="2979"/>
                    <a:pt x="21492" y="2932"/>
                    <a:pt x="21515" y="2860"/>
                  </a:cubicBezTo>
                  <a:close/>
                  <a:moveTo>
                    <a:pt x="6721" y="1"/>
                  </a:moveTo>
                  <a:cubicBezTo>
                    <a:pt x="5308" y="1"/>
                    <a:pt x="3903" y="42"/>
                    <a:pt x="2489" y="74"/>
                  </a:cubicBezTo>
                  <a:cubicBezTo>
                    <a:pt x="2450" y="71"/>
                    <a:pt x="2410" y="70"/>
                    <a:pt x="2371" y="70"/>
                  </a:cubicBezTo>
                  <a:cubicBezTo>
                    <a:pt x="2244" y="70"/>
                    <a:pt x="2116" y="85"/>
                    <a:pt x="1989" y="122"/>
                  </a:cubicBezTo>
                  <a:cubicBezTo>
                    <a:pt x="1822" y="193"/>
                    <a:pt x="1715" y="348"/>
                    <a:pt x="1703" y="527"/>
                  </a:cubicBezTo>
                  <a:cubicBezTo>
                    <a:pt x="1644" y="931"/>
                    <a:pt x="1572" y="1324"/>
                    <a:pt x="1513" y="1717"/>
                  </a:cubicBezTo>
                  <a:cubicBezTo>
                    <a:pt x="1394" y="2503"/>
                    <a:pt x="1275" y="3289"/>
                    <a:pt x="1168" y="4075"/>
                  </a:cubicBezTo>
                  <a:cubicBezTo>
                    <a:pt x="953" y="5658"/>
                    <a:pt x="751" y="7242"/>
                    <a:pt x="572" y="8837"/>
                  </a:cubicBezTo>
                  <a:cubicBezTo>
                    <a:pt x="358" y="10611"/>
                    <a:pt x="215" y="12397"/>
                    <a:pt x="25" y="14183"/>
                  </a:cubicBezTo>
                  <a:cubicBezTo>
                    <a:pt x="1" y="14278"/>
                    <a:pt x="48" y="14373"/>
                    <a:pt x="132" y="14421"/>
                  </a:cubicBezTo>
                  <a:cubicBezTo>
                    <a:pt x="1334" y="15016"/>
                    <a:pt x="2561" y="15576"/>
                    <a:pt x="3763" y="16171"/>
                  </a:cubicBezTo>
                  <a:cubicBezTo>
                    <a:pt x="4954" y="16755"/>
                    <a:pt x="6132" y="17374"/>
                    <a:pt x="7311" y="17993"/>
                  </a:cubicBezTo>
                  <a:cubicBezTo>
                    <a:pt x="7906" y="18314"/>
                    <a:pt x="8502" y="18636"/>
                    <a:pt x="9085" y="18957"/>
                  </a:cubicBezTo>
                  <a:cubicBezTo>
                    <a:pt x="9371" y="19112"/>
                    <a:pt x="9645" y="19291"/>
                    <a:pt x="9942" y="19434"/>
                  </a:cubicBezTo>
                  <a:cubicBezTo>
                    <a:pt x="10112" y="19522"/>
                    <a:pt x="10295" y="19565"/>
                    <a:pt x="10478" y="19565"/>
                  </a:cubicBezTo>
                  <a:cubicBezTo>
                    <a:pt x="10590" y="19565"/>
                    <a:pt x="10703" y="19549"/>
                    <a:pt x="10812" y="19517"/>
                  </a:cubicBezTo>
                  <a:cubicBezTo>
                    <a:pt x="12097" y="19207"/>
                    <a:pt x="13371" y="18826"/>
                    <a:pt x="14622" y="18433"/>
                  </a:cubicBezTo>
                  <a:cubicBezTo>
                    <a:pt x="16038" y="17993"/>
                    <a:pt x="17455" y="17517"/>
                    <a:pt x="18848" y="17017"/>
                  </a:cubicBezTo>
                  <a:cubicBezTo>
                    <a:pt x="18884" y="17017"/>
                    <a:pt x="18908" y="16993"/>
                    <a:pt x="18932" y="16981"/>
                  </a:cubicBezTo>
                  <a:cubicBezTo>
                    <a:pt x="18954" y="16986"/>
                    <a:pt x="18976" y="16989"/>
                    <a:pt x="18998" y="16989"/>
                  </a:cubicBezTo>
                  <a:cubicBezTo>
                    <a:pt x="19120" y="16989"/>
                    <a:pt x="19235" y="16909"/>
                    <a:pt x="19265" y="16779"/>
                  </a:cubicBezTo>
                  <a:cubicBezTo>
                    <a:pt x="20015" y="13600"/>
                    <a:pt x="20634" y="10385"/>
                    <a:pt x="21218" y="7170"/>
                  </a:cubicBezTo>
                  <a:cubicBezTo>
                    <a:pt x="21361" y="6361"/>
                    <a:pt x="21503" y="5551"/>
                    <a:pt x="21658" y="4741"/>
                  </a:cubicBezTo>
                  <a:cubicBezTo>
                    <a:pt x="21718" y="4360"/>
                    <a:pt x="21801" y="3967"/>
                    <a:pt x="21873" y="3586"/>
                  </a:cubicBezTo>
                  <a:cubicBezTo>
                    <a:pt x="21908" y="3384"/>
                    <a:pt x="21956" y="3182"/>
                    <a:pt x="21980" y="2991"/>
                  </a:cubicBezTo>
                  <a:cubicBezTo>
                    <a:pt x="22015" y="2836"/>
                    <a:pt x="21968" y="2670"/>
                    <a:pt x="21849" y="2562"/>
                  </a:cubicBezTo>
                  <a:cubicBezTo>
                    <a:pt x="21718" y="2467"/>
                    <a:pt x="21575" y="2420"/>
                    <a:pt x="21408" y="2396"/>
                  </a:cubicBezTo>
                  <a:cubicBezTo>
                    <a:pt x="21206" y="2360"/>
                    <a:pt x="20991" y="2301"/>
                    <a:pt x="20777" y="2253"/>
                  </a:cubicBezTo>
                  <a:lnTo>
                    <a:pt x="19598" y="1955"/>
                  </a:lnTo>
                  <a:lnTo>
                    <a:pt x="17217" y="1384"/>
                  </a:lnTo>
                  <a:lnTo>
                    <a:pt x="14562" y="741"/>
                  </a:lnTo>
                  <a:cubicBezTo>
                    <a:pt x="14110" y="634"/>
                    <a:pt x="13669" y="538"/>
                    <a:pt x="13217" y="443"/>
                  </a:cubicBezTo>
                  <a:cubicBezTo>
                    <a:pt x="12776" y="348"/>
                    <a:pt x="12324" y="288"/>
                    <a:pt x="11883" y="217"/>
                  </a:cubicBezTo>
                  <a:lnTo>
                    <a:pt x="12026" y="217"/>
                  </a:lnTo>
                  <a:cubicBezTo>
                    <a:pt x="12074" y="217"/>
                    <a:pt x="12074" y="157"/>
                    <a:pt x="12026" y="157"/>
                  </a:cubicBezTo>
                  <a:cubicBezTo>
                    <a:pt x="11228" y="134"/>
                    <a:pt x="10431" y="62"/>
                    <a:pt x="9633" y="38"/>
                  </a:cubicBezTo>
                  <a:cubicBezTo>
                    <a:pt x="8823" y="15"/>
                    <a:pt x="8026" y="3"/>
                    <a:pt x="7228" y="3"/>
                  </a:cubicBezTo>
                  <a:cubicBezTo>
                    <a:pt x="7059" y="1"/>
                    <a:pt x="6890" y="1"/>
                    <a:pt x="67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59"/>
            <p:cNvSpPr/>
            <p:nvPr/>
          </p:nvSpPr>
          <p:spPr>
            <a:xfrm>
              <a:off x="3811175" y="367750"/>
              <a:ext cx="35150" cy="8675"/>
            </a:xfrm>
            <a:custGeom>
              <a:avLst/>
              <a:gdLst/>
              <a:ahLst/>
              <a:cxnLst/>
              <a:rect l="l" t="t" r="r" b="b"/>
              <a:pathLst>
                <a:path w="1406" h="347" extrusionOk="0">
                  <a:moveTo>
                    <a:pt x="1167" y="1"/>
                  </a:moveTo>
                  <a:cubicBezTo>
                    <a:pt x="1108" y="1"/>
                    <a:pt x="1060" y="13"/>
                    <a:pt x="1012" y="13"/>
                  </a:cubicBezTo>
                  <a:cubicBezTo>
                    <a:pt x="893" y="25"/>
                    <a:pt x="786" y="48"/>
                    <a:pt x="679" y="72"/>
                  </a:cubicBezTo>
                  <a:cubicBezTo>
                    <a:pt x="477" y="120"/>
                    <a:pt x="274" y="179"/>
                    <a:pt x="72" y="227"/>
                  </a:cubicBezTo>
                  <a:cubicBezTo>
                    <a:pt x="0" y="239"/>
                    <a:pt x="24" y="346"/>
                    <a:pt x="96" y="346"/>
                  </a:cubicBezTo>
                  <a:lnTo>
                    <a:pt x="727" y="346"/>
                  </a:lnTo>
                  <a:cubicBezTo>
                    <a:pt x="834" y="346"/>
                    <a:pt x="929" y="346"/>
                    <a:pt x="1024" y="322"/>
                  </a:cubicBezTo>
                  <a:cubicBezTo>
                    <a:pt x="1084" y="310"/>
                    <a:pt x="1143" y="310"/>
                    <a:pt x="1203" y="298"/>
                  </a:cubicBezTo>
                  <a:cubicBezTo>
                    <a:pt x="1251" y="275"/>
                    <a:pt x="1298" y="251"/>
                    <a:pt x="1346" y="227"/>
                  </a:cubicBezTo>
                  <a:cubicBezTo>
                    <a:pt x="1405" y="179"/>
                    <a:pt x="1405" y="84"/>
                    <a:pt x="1334" y="48"/>
                  </a:cubicBezTo>
                  <a:cubicBezTo>
                    <a:pt x="1274" y="25"/>
                    <a:pt x="1227" y="13"/>
                    <a:pt x="11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59"/>
            <p:cNvSpPr/>
            <p:nvPr/>
          </p:nvSpPr>
          <p:spPr>
            <a:xfrm>
              <a:off x="3755500" y="375175"/>
              <a:ext cx="29200" cy="10175"/>
            </a:xfrm>
            <a:custGeom>
              <a:avLst/>
              <a:gdLst/>
              <a:ahLst/>
              <a:cxnLst/>
              <a:rect l="l" t="t" r="r" b="b"/>
              <a:pathLst>
                <a:path w="1168" h="407" extrusionOk="0">
                  <a:moveTo>
                    <a:pt x="1005" y="0"/>
                  </a:moveTo>
                  <a:cubicBezTo>
                    <a:pt x="1000" y="0"/>
                    <a:pt x="995" y="1"/>
                    <a:pt x="989" y="1"/>
                  </a:cubicBezTo>
                  <a:cubicBezTo>
                    <a:pt x="834" y="37"/>
                    <a:pt x="668" y="73"/>
                    <a:pt x="513" y="120"/>
                  </a:cubicBezTo>
                  <a:cubicBezTo>
                    <a:pt x="370" y="156"/>
                    <a:pt x="215" y="204"/>
                    <a:pt x="84" y="251"/>
                  </a:cubicBezTo>
                  <a:cubicBezTo>
                    <a:pt x="1" y="287"/>
                    <a:pt x="25" y="406"/>
                    <a:pt x="120" y="406"/>
                  </a:cubicBezTo>
                  <a:cubicBezTo>
                    <a:pt x="275" y="394"/>
                    <a:pt x="418" y="394"/>
                    <a:pt x="572" y="382"/>
                  </a:cubicBezTo>
                  <a:cubicBezTo>
                    <a:pt x="715" y="371"/>
                    <a:pt x="870" y="359"/>
                    <a:pt x="1013" y="335"/>
                  </a:cubicBezTo>
                  <a:cubicBezTo>
                    <a:pt x="1108" y="323"/>
                    <a:pt x="1168" y="240"/>
                    <a:pt x="1168" y="156"/>
                  </a:cubicBezTo>
                  <a:cubicBezTo>
                    <a:pt x="1157" y="78"/>
                    <a:pt x="1083" y="0"/>
                    <a:pt x="10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02" name="Google Shape;2902;p59"/>
          <p:cNvSpPr/>
          <p:nvPr/>
        </p:nvSpPr>
        <p:spPr>
          <a:xfrm rot="5762032">
            <a:off x="7953840" y="2489488"/>
            <a:ext cx="286537" cy="489148"/>
          </a:xfrm>
          <a:custGeom>
            <a:avLst/>
            <a:gdLst/>
            <a:ahLst/>
            <a:cxnLst/>
            <a:rect l="l" t="t" r="r" b="b"/>
            <a:pathLst>
              <a:path w="19003" h="32440" extrusionOk="0">
                <a:moveTo>
                  <a:pt x="13207" y="2777"/>
                </a:moveTo>
                <a:cubicBezTo>
                  <a:pt x="13954" y="2777"/>
                  <a:pt x="14675" y="3347"/>
                  <a:pt x="15264" y="4842"/>
                </a:cubicBezTo>
                <a:cubicBezTo>
                  <a:pt x="16490" y="7925"/>
                  <a:pt x="14788" y="10878"/>
                  <a:pt x="13633" y="13664"/>
                </a:cubicBezTo>
                <a:cubicBezTo>
                  <a:pt x="12144" y="17224"/>
                  <a:pt x="11025" y="20391"/>
                  <a:pt x="10668" y="23808"/>
                </a:cubicBezTo>
                <a:cubicBezTo>
                  <a:pt x="10513" y="23558"/>
                  <a:pt x="10370" y="23308"/>
                  <a:pt x="10239" y="23070"/>
                </a:cubicBezTo>
                <a:cubicBezTo>
                  <a:pt x="8025" y="18963"/>
                  <a:pt x="7906" y="12974"/>
                  <a:pt x="8632" y="8426"/>
                </a:cubicBezTo>
                <a:cubicBezTo>
                  <a:pt x="8816" y="7250"/>
                  <a:pt x="11115" y="2777"/>
                  <a:pt x="13207" y="2777"/>
                </a:cubicBezTo>
                <a:close/>
                <a:moveTo>
                  <a:pt x="13026" y="0"/>
                </a:moveTo>
                <a:cubicBezTo>
                  <a:pt x="11652" y="0"/>
                  <a:pt x="10156" y="529"/>
                  <a:pt x="8692" y="1651"/>
                </a:cubicBezTo>
                <a:cubicBezTo>
                  <a:pt x="0" y="8295"/>
                  <a:pt x="7644" y="25951"/>
                  <a:pt x="12680" y="32190"/>
                </a:cubicBezTo>
                <a:cubicBezTo>
                  <a:pt x="12821" y="32367"/>
                  <a:pt x="12991" y="32440"/>
                  <a:pt x="13161" y="32440"/>
                </a:cubicBezTo>
                <a:cubicBezTo>
                  <a:pt x="13554" y="32440"/>
                  <a:pt x="13948" y="32053"/>
                  <a:pt x="13990" y="31655"/>
                </a:cubicBezTo>
                <a:cubicBezTo>
                  <a:pt x="14145" y="30154"/>
                  <a:pt x="13490" y="28559"/>
                  <a:pt x="12644" y="27035"/>
                </a:cubicBezTo>
                <a:cubicBezTo>
                  <a:pt x="12204" y="22868"/>
                  <a:pt x="15609" y="16260"/>
                  <a:pt x="17014" y="13426"/>
                </a:cubicBezTo>
                <a:cubicBezTo>
                  <a:pt x="18312" y="10819"/>
                  <a:pt x="19002" y="8140"/>
                  <a:pt x="18431" y="5223"/>
                </a:cubicBezTo>
                <a:cubicBezTo>
                  <a:pt x="17769" y="1884"/>
                  <a:pt x="15617" y="0"/>
                  <a:pt x="1302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3" name="Google Shape;2903;p59"/>
          <p:cNvSpPr/>
          <p:nvPr/>
        </p:nvSpPr>
        <p:spPr>
          <a:xfrm>
            <a:off x="1884975" y="1837358"/>
            <a:ext cx="383089" cy="280728"/>
          </a:xfrm>
          <a:custGeom>
            <a:avLst/>
            <a:gdLst/>
            <a:ahLst/>
            <a:cxnLst/>
            <a:rect l="l" t="t" r="r" b="b"/>
            <a:pathLst>
              <a:path w="25408" h="18619" extrusionOk="0">
                <a:moveTo>
                  <a:pt x="8394" y="3051"/>
                </a:moveTo>
                <a:cubicBezTo>
                  <a:pt x="11252" y="3051"/>
                  <a:pt x="13593" y="4002"/>
                  <a:pt x="15777" y="5851"/>
                </a:cubicBezTo>
                <a:cubicBezTo>
                  <a:pt x="18313" y="8006"/>
                  <a:pt x="20670" y="11054"/>
                  <a:pt x="21837" y="14329"/>
                </a:cubicBezTo>
                <a:cubicBezTo>
                  <a:pt x="16598" y="11674"/>
                  <a:pt x="9204" y="13126"/>
                  <a:pt x="5180" y="7721"/>
                </a:cubicBezTo>
                <a:cubicBezTo>
                  <a:pt x="3049" y="4851"/>
                  <a:pt x="5299" y="3101"/>
                  <a:pt x="8133" y="3053"/>
                </a:cubicBezTo>
                <a:cubicBezTo>
                  <a:pt x="8220" y="3052"/>
                  <a:pt x="8308" y="3051"/>
                  <a:pt x="8394" y="3051"/>
                </a:cubicBezTo>
                <a:close/>
                <a:moveTo>
                  <a:pt x="7144" y="1"/>
                </a:moveTo>
                <a:cubicBezTo>
                  <a:pt x="5425" y="1"/>
                  <a:pt x="3883" y="431"/>
                  <a:pt x="2882" y="1529"/>
                </a:cubicBezTo>
                <a:cubicBezTo>
                  <a:pt x="1" y="4708"/>
                  <a:pt x="2001" y="9447"/>
                  <a:pt x="5132" y="11674"/>
                </a:cubicBezTo>
                <a:cubicBezTo>
                  <a:pt x="7454" y="13317"/>
                  <a:pt x="10062" y="14305"/>
                  <a:pt x="12824" y="14948"/>
                </a:cubicBezTo>
                <a:cubicBezTo>
                  <a:pt x="15991" y="15686"/>
                  <a:pt x="19503" y="15603"/>
                  <a:pt x="22480" y="16984"/>
                </a:cubicBezTo>
                <a:cubicBezTo>
                  <a:pt x="22504" y="17127"/>
                  <a:pt x="22539" y="17269"/>
                  <a:pt x="22551" y="17412"/>
                </a:cubicBezTo>
                <a:cubicBezTo>
                  <a:pt x="22637" y="18283"/>
                  <a:pt x="23154" y="18619"/>
                  <a:pt x="23702" y="18619"/>
                </a:cubicBezTo>
                <a:cubicBezTo>
                  <a:pt x="24519" y="18619"/>
                  <a:pt x="25408" y="17872"/>
                  <a:pt x="25052" y="17031"/>
                </a:cubicBezTo>
                <a:cubicBezTo>
                  <a:pt x="24683" y="11674"/>
                  <a:pt x="20849" y="6768"/>
                  <a:pt x="16884" y="3423"/>
                </a:cubicBezTo>
                <a:cubicBezTo>
                  <a:pt x="15014" y="1841"/>
                  <a:pt x="10699" y="1"/>
                  <a:pt x="714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4" name="Google Shape;2994;p61"/>
          <p:cNvSpPr/>
          <p:nvPr/>
        </p:nvSpPr>
        <p:spPr>
          <a:xfrm rot="-5400000">
            <a:off x="1690615" y="3379902"/>
            <a:ext cx="271145" cy="30075"/>
          </a:xfrm>
          <a:custGeom>
            <a:avLst/>
            <a:gdLst/>
            <a:ahLst/>
            <a:cxnLst/>
            <a:rect l="l" t="t" r="r" b="b"/>
            <a:pathLst>
              <a:path w="20167" h="1203" extrusionOk="0">
                <a:moveTo>
                  <a:pt x="0" y="726"/>
                </a:moveTo>
                <a:cubicBezTo>
                  <a:pt x="955" y="611"/>
                  <a:pt x="3324" y="-38"/>
                  <a:pt x="5730" y="38"/>
                </a:cubicBezTo>
                <a:cubicBezTo>
                  <a:pt x="8136" y="114"/>
                  <a:pt x="12032" y="1146"/>
                  <a:pt x="14438" y="1184"/>
                </a:cubicBezTo>
                <a:cubicBezTo>
                  <a:pt x="16844" y="1222"/>
                  <a:pt x="19212" y="420"/>
                  <a:pt x="20167" y="267"/>
                </a:cubicBez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995" name="Google Shape;2995;p61"/>
          <p:cNvSpPr/>
          <p:nvPr/>
        </p:nvSpPr>
        <p:spPr>
          <a:xfrm rot="-5400000">
            <a:off x="7206720" y="3379902"/>
            <a:ext cx="271145" cy="30075"/>
          </a:xfrm>
          <a:custGeom>
            <a:avLst/>
            <a:gdLst/>
            <a:ahLst/>
            <a:cxnLst/>
            <a:rect l="l" t="t" r="r" b="b"/>
            <a:pathLst>
              <a:path w="20167" h="1203" extrusionOk="0">
                <a:moveTo>
                  <a:pt x="0" y="726"/>
                </a:moveTo>
                <a:cubicBezTo>
                  <a:pt x="955" y="611"/>
                  <a:pt x="3324" y="-38"/>
                  <a:pt x="5730" y="38"/>
                </a:cubicBezTo>
                <a:cubicBezTo>
                  <a:pt x="8136" y="114"/>
                  <a:pt x="12032" y="1146"/>
                  <a:pt x="14438" y="1184"/>
                </a:cubicBezTo>
                <a:cubicBezTo>
                  <a:pt x="16844" y="1222"/>
                  <a:pt x="19212" y="420"/>
                  <a:pt x="20167" y="267"/>
                </a:cubicBezTo>
              </a:path>
            </a:pathLst>
          </a:cu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996" name="Google Shape;2996;p61"/>
          <p:cNvSpPr/>
          <p:nvPr/>
        </p:nvSpPr>
        <p:spPr>
          <a:xfrm rot="-5400000">
            <a:off x="1690615" y="2261334"/>
            <a:ext cx="271145" cy="30075"/>
          </a:xfrm>
          <a:custGeom>
            <a:avLst/>
            <a:gdLst/>
            <a:ahLst/>
            <a:cxnLst/>
            <a:rect l="l" t="t" r="r" b="b"/>
            <a:pathLst>
              <a:path w="20167" h="1203" extrusionOk="0">
                <a:moveTo>
                  <a:pt x="0" y="726"/>
                </a:moveTo>
                <a:cubicBezTo>
                  <a:pt x="955" y="611"/>
                  <a:pt x="3324" y="-38"/>
                  <a:pt x="5730" y="38"/>
                </a:cubicBezTo>
                <a:cubicBezTo>
                  <a:pt x="8136" y="114"/>
                  <a:pt x="12032" y="1146"/>
                  <a:pt x="14438" y="1184"/>
                </a:cubicBezTo>
                <a:cubicBezTo>
                  <a:pt x="16844" y="1222"/>
                  <a:pt x="19212" y="420"/>
                  <a:pt x="20167" y="267"/>
                </a:cubicBez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997" name="Google Shape;2997;p61"/>
          <p:cNvSpPr/>
          <p:nvPr/>
        </p:nvSpPr>
        <p:spPr>
          <a:xfrm rot="-5400000">
            <a:off x="4436352" y="3585047"/>
            <a:ext cx="271145" cy="30075"/>
          </a:xfrm>
          <a:custGeom>
            <a:avLst/>
            <a:gdLst/>
            <a:ahLst/>
            <a:cxnLst/>
            <a:rect l="l" t="t" r="r" b="b"/>
            <a:pathLst>
              <a:path w="20167" h="1203" extrusionOk="0">
                <a:moveTo>
                  <a:pt x="0" y="726"/>
                </a:moveTo>
                <a:cubicBezTo>
                  <a:pt x="955" y="611"/>
                  <a:pt x="3324" y="-38"/>
                  <a:pt x="5730" y="38"/>
                </a:cubicBezTo>
                <a:cubicBezTo>
                  <a:pt x="8136" y="114"/>
                  <a:pt x="12032" y="1146"/>
                  <a:pt x="14438" y="1184"/>
                </a:cubicBezTo>
                <a:cubicBezTo>
                  <a:pt x="16844" y="1222"/>
                  <a:pt x="19212" y="420"/>
                  <a:pt x="20167" y="267"/>
                </a:cubicBezTo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998" name="Google Shape;2998;p61"/>
          <p:cNvSpPr/>
          <p:nvPr/>
        </p:nvSpPr>
        <p:spPr>
          <a:xfrm rot="-5400000">
            <a:off x="4436352" y="2489934"/>
            <a:ext cx="271145" cy="30075"/>
          </a:xfrm>
          <a:custGeom>
            <a:avLst/>
            <a:gdLst/>
            <a:ahLst/>
            <a:cxnLst/>
            <a:rect l="l" t="t" r="r" b="b"/>
            <a:pathLst>
              <a:path w="20167" h="1203" extrusionOk="0">
                <a:moveTo>
                  <a:pt x="0" y="726"/>
                </a:moveTo>
                <a:cubicBezTo>
                  <a:pt x="955" y="611"/>
                  <a:pt x="3324" y="-38"/>
                  <a:pt x="5730" y="38"/>
                </a:cubicBezTo>
                <a:cubicBezTo>
                  <a:pt x="8136" y="114"/>
                  <a:pt x="12032" y="1146"/>
                  <a:pt x="14438" y="1184"/>
                </a:cubicBezTo>
                <a:cubicBezTo>
                  <a:pt x="16844" y="1222"/>
                  <a:pt x="19212" y="420"/>
                  <a:pt x="20167" y="267"/>
                </a:cubicBezTo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999" name="Google Shape;2999;p61"/>
          <p:cNvSpPr txBox="1">
            <a:spLocks noGrp="1"/>
          </p:cNvSpPr>
          <p:nvPr>
            <p:ph type="title"/>
          </p:nvPr>
        </p:nvSpPr>
        <p:spPr>
          <a:xfrm>
            <a:off x="758775" y="405130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Mindmap</a:t>
            </a:r>
            <a:endParaRPr/>
          </a:p>
        </p:txBody>
      </p:sp>
      <p:sp>
        <p:nvSpPr>
          <p:cNvPr id="3000" name="Google Shape;3000;p61"/>
          <p:cNvSpPr txBox="1"/>
          <p:nvPr/>
        </p:nvSpPr>
        <p:spPr>
          <a:xfrm>
            <a:off x="3431475" y="1354795"/>
            <a:ext cx="2280900" cy="3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2"/>
                </a:solidFill>
                <a:latin typeface="Viga"/>
                <a:ea typeface="Viga"/>
                <a:cs typeface="Viga"/>
                <a:sym typeface="Viga"/>
              </a:rPr>
              <a:t>Earth</a:t>
            </a:r>
            <a:endParaRPr sz="2200">
              <a:solidFill>
                <a:schemeClr val="accent2"/>
              </a:solidFill>
              <a:latin typeface="Viga"/>
              <a:ea typeface="Viga"/>
              <a:cs typeface="Viga"/>
              <a:sym typeface="Viga"/>
            </a:endParaRPr>
          </a:p>
        </p:txBody>
      </p:sp>
      <p:sp>
        <p:nvSpPr>
          <p:cNvPr id="3001" name="Google Shape;3001;p61"/>
          <p:cNvSpPr txBox="1"/>
          <p:nvPr/>
        </p:nvSpPr>
        <p:spPr>
          <a:xfrm>
            <a:off x="3431475" y="1704895"/>
            <a:ext cx="2280900" cy="5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Earth is the only planet with life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02" name="Google Shape;3002;p61"/>
          <p:cNvSpPr txBox="1"/>
          <p:nvPr/>
        </p:nvSpPr>
        <p:spPr>
          <a:xfrm>
            <a:off x="808100" y="2573315"/>
            <a:ext cx="19308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Mercury is the smallest planet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03" name="Google Shape;3003;p61"/>
          <p:cNvSpPr txBox="1"/>
          <p:nvPr/>
        </p:nvSpPr>
        <p:spPr>
          <a:xfrm>
            <a:off x="808100" y="3681670"/>
            <a:ext cx="19308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Venus has a toxic atmosphere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04" name="Google Shape;3004;p61"/>
          <p:cNvSpPr txBox="1"/>
          <p:nvPr/>
        </p:nvSpPr>
        <p:spPr>
          <a:xfrm>
            <a:off x="6376893" y="2573315"/>
            <a:ext cx="19308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Jupiter is the biggest planet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05" name="Google Shape;3005;p61"/>
          <p:cNvSpPr txBox="1"/>
          <p:nvPr/>
        </p:nvSpPr>
        <p:spPr>
          <a:xfrm>
            <a:off x="6376893" y="3681670"/>
            <a:ext cx="19308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Sun is the star at the center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06" name="Google Shape;3006;p61"/>
          <p:cNvSpPr txBox="1"/>
          <p:nvPr/>
        </p:nvSpPr>
        <p:spPr>
          <a:xfrm>
            <a:off x="3508425" y="3882147"/>
            <a:ext cx="21270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Saturn is the only planet with rings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07" name="Google Shape;3007;p61"/>
          <p:cNvSpPr txBox="1"/>
          <p:nvPr/>
        </p:nvSpPr>
        <p:spPr>
          <a:xfrm>
            <a:off x="3508425" y="2789797"/>
            <a:ext cx="2127000" cy="5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2"/>
                </a:solidFill>
                <a:latin typeface="Viga"/>
                <a:ea typeface="Viga"/>
                <a:cs typeface="Viga"/>
                <a:sym typeface="Viga"/>
              </a:rPr>
              <a:t>Saturn</a:t>
            </a:r>
            <a:endParaRPr sz="2200">
              <a:solidFill>
                <a:schemeClr val="accent2"/>
              </a:solidFill>
              <a:latin typeface="Viga"/>
              <a:ea typeface="Viga"/>
              <a:cs typeface="Viga"/>
              <a:sym typeface="Viga"/>
            </a:endParaRPr>
          </a:p>
        </p:txBody>
      </p:sp>
      <p:sp>
        <p:nvSpPr>
          <p:cNvPr id="3008" name="Google Shape;3008;p61"/>
          <p:cNvSpPr txBox="1"/>
          <p:nvPr/>
        </p:nvSpPr>
        <p:spPr>
          <a:xfrm>
            <a:off x="762703" y="1533129"/>
            <a:ext cx="2127000" cy="5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2"/>
                </a:solidFill>
                <a:latin typeface="Viga"/>
                <a:ea typeface="Viga"/>
                <a:cs typeface="Viga"/>
                <a:sym typeface="Viga"/>
              </a:rPr>
              <a:t>Mars</a:t>
            </a:r>
            <a:endParaRPr sz="2200">
              <a:solidFill>
                <a:schemeClr val="accent2"/>
              </a:solidFill>
              <a:latin typeface="Viga"/>
              <a:ea typeface="Viga"/>
              <a:cs typeface="Viga"/>
              <a:sym typeface="Viga"/>
            </a:endParaRPr>
          </a:p>
        </p:txBody>
      </p:sp>
      <p:sp>
        <p:nvSpPr>
          <p:cNvPr id="3009" name="Google Shape;3009;p61"/>
          <p:cNvSpPr txBox="1"/>
          <p:nvPr/>
        </p:nvSpPr>
        <p:spPr>
          <a:xfrm>
            <a:off x="6278793" y="1533129"/>
            <a:ext cx="2127000" cy="5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2"/>
                </a:solidFill>
                <a:latin typeface="Viga"/>
                <a:ea typeface="Viga"/>
                <a:cs typeface="Viga"/>
                <a:sym typeface="Viga"/>
              </a:rPr>
              <a:t>Jupiter</a:t>
            </a:r>
            <a:endParaRPr sz="2200">
              <a:solidFill>
                <a:schemeClr val="accent2"/>
              </a:solidFill>
              <a:latin typeface="Viga"/>
              <a:ea typeface="Viga"/>
              <a:cs typeface="Viga"/>
              <a:sym typeface="Viga"/>
            </a:endParaRPr>
          </a:p>
        </p:txBody>
      </p:sp>
      <p:sp>
        <p:nvSpPr>
          <p:cNvPr id="3010" name="Google Shape;3010;p61"/>
          <p:cNvSpPr/>
          <p:nvPr/>
        </p:nvSpPr>
        <p:spPr>
          <a:xfrm rot="5400000">
            <a:off x="1440642" y="710778"/>
            <a:ext cx="721814" cy="2176301"/>
          </a:xfrm>
          <a:custGeom>
            <a:avLst/>
            <a:gdLst/>
            <a:ahLst/>
            <a:cxnLst/>
            <a:rect l="l" t="t" r="r" b="b"/>
            <a:pathLst>
              <a:path w="27587" h="37537" extrusionOk="0">
                <a:moveTo>
                  <a:pt x="14528" y="1197"/>
                </a:moveTo>
                <a:cubicBezTo>
                  <a:pt x="16586" y="1197"/>
                  <a:pt x="18644" y="1223"/>
                  <a:pt x="20693" y="1320"/>
                </a:cubicBezTo>
                <a:cubicBezTo>
                  <a:pt x="22372" y="1391"/>
                  <a:pt x="24205" y="1403"/>
                  <a:pt x="25825" y="1915"/>
                </a:cubicBezTo>
                <a:cubicBezTo>
                  <a:pt x="25920" y="1939"/>
                  <a:pt x="26015" y="1986"/>
                  <a:pt x="26110" y="2034"/>
                </a:cubicBezTo>
                <a:lnTo>
                  <a:pt x="26110" y="2117"/>
                </a:lnTo>
                <a:cubicBezTo>
                  <a:pt x="26122" y="2605"/>
                  <a:pt x="26170" y="3105"/>
                  <a:pt x="26194" y="3594"/>
                </a:cubicBezTo>
                <a:cubicBezTo>
                  <a:pt x="26265" y="5356"/>
                  <a:pt x="26289" y="7118"/>
                  <a:pt x="26325" y="8868"/>
                </a:cubicBezTo>
                <a:cubicBezTo>
                  <a:pt x="26384" y="13928"/>
                  <a:pt x="26372" y="18976"/>
                  <a:pt x="26289" y="24025"/>
                </a:cubicBezTo>
                <a:cubicBezTo>
                  <a:pt x="26253" y="26346"/>
                  <a:pt x="26194" y="28668"/>
                  <a:pt x="26075" y="30978"/>
                </a:cubicBezTo>
                <a:cubicBezTo>
                  <a:pt x="25991" y="32419"/>
                  <a:pt x="25968" y="33919"/>
                  <a:pt x="25682" y="35336"/>
                </a:cubicBezTo>
                <a:cubicBezTo>
                  <a:pt x="25658" y="35514"/>
                  <a:pt x="25610" y="35693"/>
                  <a:pt x="25551" y="35871"/>
                </a:cubicBezTo>
                <a:cubicBezTo>
                  <a:pt x="25527" y="35871"/>
                  <a:pt x="25503" y="35883"/>
                  <a:pt x="25479" y="35895"/>
                </a:cubicBezTo>
                <a:cubicBezTo>
                  <a:pt x="24848" y="36133"/>
                  <a:pt x="24098" y="36157"/>
                  <a:pt x="23443" y="36205"/>
                </a:cubicBezTo>
                <a:cubicBezTo>
                  <a:pt x="22074" y="36310"/>
                  <a:pt x="20698" y="36343"/>
                  <a:pt x="19325" y="36343"/>
                </a:cubicBezTo>
                <a:cubicBezTo>
                  <a:pt x="18214" y="36343"/>
                  <a:pt x="17104" y="36321"/>
                  <a:pt x="16002" y="36300"/>
                </a:cubicBezTo>
                <a:cubicBezTo>
                  <a:pt x="13216" y="36241"/>
                  <a:pt x="10430" y="36145"/>
                  <a:pt x="7644" y="36026"/>
                </a:cubicBezTo>
                <a:cubicBezTo>
                  <a:pt x="6477" y="35979"/>
                  <a:pt x="5310" y="35919"/>
                  <a:pt x="4143" y="35871"/>
                </a:cubicBezTo>
                <a:cubicBezTo>
                  <a:pt x="4110" y="35870"/>
                  <a:pt x="4074" y="35870"/>
                  <a:pt x="4034" y="35870"/>
                </a:cubicBezTo>
                <a:cubicBezTo>
                  <a:pt x="3709" y="35870"/>
                  <a:pt x="3171" y="35909"/>
                  <a:pt x="2653" y="35909"/>
                </a:cubicBezTo>
                <a:cubicBezTo>
                  <a:pt x="2090" y="35909"/>
                  <a:pt x="1550" y="35862"/>
                  <a:pt x="1334" y="35669"/>
                </a:cubicBezTo>
                <a:cubicBezTo>
                  <a:pt x="953" y="35336"/>
                  <a:pt x="1286" y="32931"/>
                  <a:pt x="1286" y="32252"/>
                </a:cubicBezTo>
                <a:cubicBezTo>
                  <a:pt x="1298" y="30549"/>
                  <a:pt x="1322" y="28847"/>
                  <a:pt x="1334" y="27144"/>
                </a:cubicBezTo>
                <a:cubicBezTo>
                  <a:pt x="1381" y="18750"/>
                  <a:pt x="1429" y="10344"/>
                  <a:pt x="1453" y="1951"/>
                </a:cubicBezTo>
                <a:lnTo>
                  <a:pt x="1453" y="1403"/>
                </a:lnTo>
                <a:cubicBezTo>
                  <a:pt x="5334" y="1391"/>
                  <a:pt x="9215" y="1224"/>
                  <a:pt x="13097" y="1201"/>
                </a:cubicBezTo>
                <a:cubicBezTo>
                  <a:pt x="13574" y="1198"/>
                  <a:pt x="14051" y="1197"/>
                  <a:pt x="14528" y="1197"/>
                </a:cubicBezTo>
                <a:close/>
                <a:moveTo>
                  <a:pt x="14349" y="1"/>
                </a:moveTo>
                <a:cubicBezTo>
                  <a:pt x="10534" y="1"/>
                  <a:pt x="6714" y="95"/>
                  <a:pt x="2893" y="177"/>
                </a:cubicBezTo>
                <a:cubicBezTo>
                  <a:pt x="2286" y="200"/>
                  <a:pt x="1679" y="212"/>
                  <a:pt x="1072" y="212"/>
                </a:cubicBezTo>
                <a:cubicBezTo>
                  <a:pt x="619" y="212"/>
                  <a:pt x="441" y="617"/>
                  <a:pt x="500" y="950"/>
                </a:cubicBezTo>
                <a:cubicBezTo>
                  <a:pt x="345" y="1046"/>
                  <a:pt x="262" y="1224"/>
                  <a:pt x="274" y="1415"/>
                </a:cubicBezTo>
                <a:cubicBezTo>
                  <a:pt x="238" y="9392"/>
                  <a:pt x="202" y="17369"/>
                  <a:pt x="143" y="25346"/>
                </a:cubicBezTo>
                <a:cubicBezTo>
                  <a:pt x="131" y="28549"/>
                  <a:pt x="83" y="31740"/>
                  <a:pt x="24" y="34931"/>
                </a:cubicBezTo>
                <a:cubicBezTo>
                  <a:pt x="0" y="35895"/>
                  <a:pt x="226" y="36645"/>
                  <a:pt x="1250" y="36907"/>
                </a:cubicBezTo>
                <a:cubicBezTo>
                  <a:pt x="2215" y="37133"/>
                  <a:pt x="3346" y="37050"/>
                  <a:pt x="4334" y="37086"/>
                </a:cubicBezTo>
                <a:cubicBezTo>
                  <a:pt x="7025" y="37205"/>
                  <a:pt x="9716" y="37324"/>
                  <a:pt x="12406" y="37407"/>
                </a:cubicBezTo>
                <a:cubicBezTo>
                  <a:pt x="14566" y="37478"/>
                  <a:pt x="16725" y="37536"/>
                  <a:pt x="18890" y="37536"/>
                </a:cubicBezTo>
                <a:cubicBezTo>
                  <a:pt x="19625" y="37536"/>
                  <a:pt x="20361" y="37530"/>
                  <a:pt x="21098" y="37514"/>
                </a:cubicBezTo>
                <a:cubicBezTo>
                  <a:pt x="21223" y="37511"/>
                  <a:pt x="21354" y="37510"/>
                  <a:pt x="21490" y="37510"/>
                </a:cubicBezTo>
                <a:cubicBezTo>
                  <a:pt x="21859" y="37510"/>
                  <a:pt x="22266" y="37519"/>
                  <a:pt x="22688" y="37519"/>
                </a:cubicBezTo>
                <a:cubicBezTo>
                  <a:pt x="23911" y="37519"/>
                  <a:pt x="25257" y="37449"/>
                  <a:pt x="26146" y="36907"/>
                </a:cubicBezTo>
                <a:cubicBezTo>
                  <a:pt x="26968" y="36407"/>
                  <a:pt x="26944" y="35050"/>
                  <a:pt x="27039" y="34205"/>
                </a:cubicBezTo>
                <a:cubicBezTo>
                  <a:pt x="27242" y="32264"/>
                  <a:pt x="27313" y="30287"/>
                  <a:pt x="27372" y="28323"/>
                </a:cubicBezTo>
                <a:cubicBezTo>
                  <a:pt x="27563" y="22965"/>
                  <a:pt x="27587" y="17595"/>
                  <a:pt x="27551" y="12238"/>
                </a:cubicBezTo>
                <a:cubicBezTo>
                  <a:pt x="27539" y="9987"/>
                  <a:pt x="27515" y="7737"/>
                  <a:pt x="27456" y="5487"/>
                </a:cubicBezTo>
                <a:cubicBezTo>
                  <a:pt x="27420" y="4320"/>
                  <a:pt x="27539" y="2986"/>
                  <a:pt x="27277" y="1843"/>
                </a:cubicBezTo>
                <a:cubicBezTo>
                  <a:pt x="27015" y="736"/>
                  <a:pt x="25658" y="605"/>
                  <a:pt x="24694" y="462"/>
                </a:cubicBezTo>
                <a:cubicBezTo>
                  <a:pt x="22491" y="129"/>
                  <a:pt x="20241" y="81"/>
                  <a:pt x="18026" y="34"/>
                </a:cubicBezTo>
                <a:cubicBezTo>
                  <a:pt x="16801" y="11"/>
                  <a:pt x="15576" y="1"/>
                  <a:pt x="1434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1" name="Google Shape;3011;p61"/>
          <p:cNvSpPr/>
          <p:nvPr/>
        </p:nvSpPr>
        <p:spPr>
          <a:xfrm rot="5400000">
            <a:off x="3969425" y="590891"/>
            <a:ext cx="1205000" cy="2416069"/>
          </a:xfrm>
          <a:custGeom>
            <a:avLst/>
            <a:gdLst/>
            <a:ahLst/>
            <a:cxnLst/>
            <a:rect l="l" t="t" r="r" b="b"/>
            <a:pathLst>
              <a:path w="27587" h="37537" extrusionOk="0">
                <a:moveTo>
                  <a:pt x="14528" y="1197"/>
                </a:moveTo>
                <a:cubicBezTo>
                  <a:pt x="16586" y="1197"/>
                  <a:pt x="18644" y="1223"/>
                  <a:pt x="20693" y="1320"/>
                </a:cubicBezTo>
                <a:cubicBezTo>
                  <a:pt x="22372" y="1391"/>
                  <a:pt x="24205" y="1403"/>
                  <a:pt x="25825" y="1915"/>
                </a:cubicBezTo>
                <a:cubicBezTo>
                  <a:pt x="25920" y="1939"/>
                  <a:pt x="26015" y="1986"/>
                  <a:pt x="26110" y="2034"/>
                </a:cubicBezTo>
                <a:lnTo>
                  <a:pt x="26110" y="2117"/>
                </a:lnTo>
                <a:cubicBezTo>
                  <a:pt x="26122" y="2605"/>
                  <a:pt x="26170" y="3105"/>
                  <a:pt x="26194" y="3594"/>
                </a:cubicBezTo>
                <a:cubicBezTo>
                  <a:pt x="26265" y="5356"/>
                  <a:pt x="26289" y="7118"/>
                  <a:pt x="26325" y="8868"/>
                </a:cubicBezTo>
                <a:cubicBezTo>
                  <a:pt x="26384" y="13928"/>
                  <a:pt x="26372" y="18976"/>
                  <a:pt x="26289" y="24025"/>
                </a:cubicBezTo>
                <a:cubicBezTo>
                  <a:pt x="26253" y="26346"/>
                  <a:pt x="26194" y="28668"/>
                  <a:pt x="26075" y="30978"/>
                </a:cubicBezTo>
                <a:cubicBezTo>
                  <a:pt x="25991" y="32419"/>
                  <a:pt x="25968" y="33919"/>
                  <a:pt x="25682" y="35336"/>
                </a:cubicBezTo>
                <a:cubicBezTo>
                  <a:pt x="25658" y="35514"/>
                  <a:pt x="25610" y="35693"/>
                  <a:pt x="25551" y="35871"/>
                </a:cubicBezTo>
                <a:cubicBezTo>
                  <a:pt x="25527" y="35871"/>
                  <a:pt x="25503" y="35883"/>
                  <a:pt x="25479" y="35895"/>
                </a:cubicBezTo>
                <a:cubicBezTo>
                  <a:pt x="24848" y="36133"/>
                  <a:pt x="24098" y="36157"/>
                  <a:pt x="23443" y="36205"/>
                </a:cubicBezTo>
                <a:cubicBezTo>
                  <a:pt x="22074" y="36310"/>
                  <a:pt x="20698" y="36343"/>
                  <a:pt x="19325" y="36343"/>
                </a:cubicBezTo>
                <a:cubicBezTo>
                  <a:pt x="18214" y="36343"/>
                  <a:pt x="17104" y="36321"/>
                  <a:pt x="16002" y="36300"/>
                </a:cubicBezTo>
                <a:cubicBezTo>
                  <a:pt x="13216" y="36241"/>
                  <a:pt x="10430" y="36145"/>
                  <a:pt x="7644" y="36026"/>
                </a:cubicBezTo>
                <a:cubicBezTo>
                  <a:pt x="6477" y="35979"/>
                  <a:pt x="5310" y="35919"/>
                  <a:pt x="4143" y="35871"/>
                </a:cubicBezTo>
                <a:cubicBezTo>
                  <a:pt x="4110" y="35870"/>
                  <a:pt x="4074" y="35870"/>
                  <a:pt x="4034" y="35870"/>
                </a:cubicBezTo>
                <a:cubicBezTo>
                  <a:pt x="3709" y="35870"/>
                  <a:pt x="3171" y="35909"/>
                  <a:pt x="2653" y="35909"/>
                </a:cubicBezTo>
                <a:cubicBezTo>
                  <a:pt x="2090" y="35909"/>
                  <a:pt x="1550" y="35862"/>
                  <a:pt x="1334" y="35669"/>
                </a:cubicBezTo>
                <a:cubicBezTo>
                  <a:pt x="953" y="35336"/>
                  <a:pt x="1286" y="32931"/>
                  <a:pt x="1286" y="32252"/>
                </a:cubicBezTo>
                <a:cubicBezTo>
                  <a:pt x="1298" y="30549"/>
                  <a:pt x="1322" y="28847"/>
                  <a:pt x="1334" y="27144"/>
                </a:cubicBezTo>
                <a:cubicBezTo>
                  <a:pt x="1381" y="18750"/>
                  <a:pt x="1429" y="10344"/>
                  <a:pt x="1453" y="1951"/>
                </a:cubicBezTo>
                <a:lnTo>
                  <a:pt x="1453" y="1403"/>
                </a:lnTo>
                <a:cubicBezTo>
                  <a:pt x="5334" y="1391"/>
                  <a:pt x="9215" y="1224"/>
                  <a:pt x="13097" y="1201"/>
                </a:cubicBezTo>
                <a:cubicBezTo>
                  <a:pt x="13574" y="1198"/>
                  <a:pt x="14051" y="1197"/>
                  <a:pt x="14528" y="1197"/>
                </a:cubicBezTo>
                <a:close/>
                <a:moveTo>
                  <a:pt x="14349" y="1"/>
                </a:moveTo>
                <a:cubicBezTo>
                  <a:pt x="10534" y="1"/>
                  <a:pt x="6714" y="95"/>
                  <a:pt x="2893" y="177"/>
                </a:cubicBezTo>
                <a:cubicBezTo>
                  <a:pt x="2286" y="200"/>
                  <a:pt x="1679" y="212"/>
                  <a:pt x="1072" y="212"/>
                </a:cubicBezTo>
                <a:cubicBezTo>
                  <a:pt x="619" y="212"/>
                  <a:pt x="441" y="617"/>
                  <a:pt x="500" y="950"/>
                </a:cubicBezTo>
                <a:cubicBezTo>
                  <a:pt x="345" y="1046"/>
                  <a:pt x="262" y="1224"/>
                  <a:pt x="274" y="1415"/>
                </a:cubicBezTo>
                <a:cubicBezTo>
                  <a:pt x="238" y="9392"/>
                  <a:pt x="202" y="17369"/>
                  <a:pt x="143" y="25346"/>
                </a:cubicBezTo>
                <a:cubicBezTo>
                  <a:pt x="131" y="28549"/>
                  <a:pt x="83" y="31740"/>
                  <a:pt x="24" y="34931"/>
                </a:cubicBezTo>
                <a:cubicBezTo>
                  <a:pt x="0" y="35895"/>
                  <a:pt x="226" y="36645"/>
                  <a:pt x="1250" y="36907"/>
                </a:cubicBezTo>
                <a:cubicBezTo>
                  <a:pt x="2215" y="37133"/>
                  <a:pt x="3346" y="37050"/>
                  <a:pt x="4334" y="37086"/>
                </a:cubicBezTo>
                <a:cubicBezTo>
                  <a:pt x="7025" y="37205"/>
                  <a:pt x="9716" y="37324"/>
                  <a:pt x="12406" y="37407"/>
                </a:cubicBezTo>
                <a:cubicBezTo>
                  <a:pt x="14566" y="37478"/>
                  <a:pt x="16725" y="37536"/>
                  <a:pt x="18890" y="37536"/>
                </a:cubicBezTo>
                <a:cubicBezTo>
                  <a:pt x="19625" y="37536"/>
                  <a:pt x="20361" y="37530"/>
                  <a:pt x="21098" y="37514"/>
                </a:cubicBezTo>
                <a:cubicBezTo>
                  <a:pt x="21223" y="37511"/>
                  <a:pt x="21354" y="37510"/>
                  <a:pt x="21490" y="37510"/>
                </a:cubicBezTo>
                <a:cubicBezTo>
                  <a:pt x="21859" y="37510"/>
                  <a:pt x="22266" y="37519"/>
                  <a:pt x="22688" y="37519"/>
                </a:cubicBezTo>
                <a:cubicBezTo>
                  <a:pt x="23911" y="37519"/>
                  <a:pt x="25257" y="37449"/>
                  <a:pt x="26146" y="36907"/>
                </a:cubicBezTo>
                <a:cubicBezTo>
                  <a:pt x="26968" y="36407"/>
                  <a:pt x="26944" y="35050"/>
                  <a:pt x="27039" y="34205"/>
                </a:cubicBezTo>
                <a:cubicBezTo>
                  <a:pt x="27242" y="32264"/>
                  <a:pt x="27313" y="30287"/>
                  <a:pt x="27372" y="28323"/>
                </a:cubicBezTo>
                <a:cubicBezTo>
                  <a:pt x="27563" y="22965"/>
                  <a:pt x="27587" y="17595"/>
                  <a:pt x="27551" y="12238"/>
                </a:cubicBezTo>
                <a:cubicBezTo>
                  <a:pt x="27539" y="9987"/>
                  <a:pt x="27515" y="7737"/>
                  <a:pt x="27456" y="5487"/>
                </a:cubicBezTo>
                <a:cubicBezTo>
                  <a:pt x="27420" y="4320"/>
                  <a:pt x="27539" y="2986"/>
                  <a:pt x="27277" y="1843"/>
                </a:cubicBezTo>
                <a:cubicBezTo>
                  <a:pt x="27015" y="736"/>
                  <a:pt x="25658" y="605"/>
                  <a:pt x="24694" y="462"/>
                </a:cubicBezTo>
                <a:cubicBezTo>
                  <a:pt x="22491" y="129"/>
                  <a:pt x="20241" y="81"/>
                  <a:pt x="18026" y="34"/>
                </a:cubicBezTo>
                <a:cubicBezTo>
                  <a:pt x="16801" y="11"/>
                  <a:pt x="15576" y="1"/>
                  <a:pt x="1434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2" name="Google Shape;3012;p61"/>
          <p:cNvSpPr/>
          <p:nvPr/>
        </p:nvSpPr>
        <p:spPr>
          <a:xfrm rot="5400000">
            <a:off x="4130430" y="1876888"/>
            <a:ext cx="882991" cy="2357417"/>
          </a:xfrm>
          <a:custGeom>
            <a:avLst/>
            <a:gdLst/>
            <a:ahLst/>
            <a:cxnLst/>
            <a:rect l="l" t="t" r="r" b="b"/>
            <a:pathLst>
              <a:path w="27587" h="37537" extrusionOk="0">
                <a:moveTo>
                  <a:pt x="14528" y="1197"/>
                </a:moveTo>
                <a:cubicBezTo>
                  <a:pt x="16586" y="1197"/>
                  <a:pt x="18644" y="1223"/>
                  <a:pt x="20693" y="1320"/>
                </a:cubicBezTo>
                <a:cubicBezTo>
                  <a:pt x="22372" y="1391"/>
                  <a:pt x="24205" y="1403"/>
                  <a:pt x="25825" y="1915"/>
                </a:cubicBezTo>
                <a:cubicBezTo>
                  <a:pt x="25920" y="1939"/>
                  <a:pt x="26015" y="1986"/>
                  <a:pt x="26110" y="2034"/>
                </a:cubicBezTo>
                <a:lnTo>
                  <a:pt x="26110" y="2117"/>
                </a:lnTo>
                <a:cubicBezTo>
                  <a:pt x="26122" y="2605"/>
                  <a:pt x="26170" y="3105"/>
                  <a:pt x="26194" y="3594"/>
                </a:cubicBezTo>
                <a:cubicBezTo>
                  <a:pt x="26265" y="5356"/>
                  <a:pt x="26289" y="7118"/>
                  <a:pt x="26325" y="8868"/>
                </a:cubicBezTo>
                <a:cubicBezTo>
                  <a:pt x="26384" y="13928"/>
                  <a:pt x="26372" y="18976"/>
                  <a:pt x="26289" y="24025"/>
                </a:cubicBezTo>
                <a:cubicBezTo>
                  <a:pt x="26253" y="26346"/>
                  <a:pt x="26194" y="28668"/>
                  <a:pt x="26075" y="30978"/>
                </a:cubicBezTo>
                <a:cubicBezTo>
                  <a:pt x="25991" y="32419"/>
                  <a:pt x="25968" y="33919"/>
                  <a:pt x="25682" y="35336"/>
                </a:cubicBezTo>
                <a:cubicBezTo>
                  <a:pt x="25658" y="35514"/>
                  <a:pt x="25610" y="35693"/>
                  <a:pt x="25551" y="35871"/>
                </a:cubicBezTo>
                <a:cubicBezTo>
                  <a:pt x="25527" y="35871"/>
                  <a:pt x="25503" y="35883"/>
                  <a:pt x="25479" y="35895"/>
                </a:cubicBezTo>
                <a:cubicBezTo>
                  <a:pt x="24848" y="36133"/>
                  <a:pt x="24098" y="36157"/>
                  <a:pt x="23443" y="36205"/>
                </a:cubicBezTo>
                <a:cubicBezTo>
                  <a:pt x="22074" y="36310"/>
                  <a:pt x="20698" y="36343"/>
                  <a:pt x="19325" y="36343"/>
                </a:cubicBezTo>
                <a:cubicBezTo>
                  <a:pt x="18214" y="36343"/>
                  <a:pt x="17104" y="36321"/>
                  <a:pt x="16002" y="36300"/>
                </a:cubicBezTo>
                <a:cubicBezTo>
                  <a:pt x="13216" y="36241"/>
                  <a:pt x="10430" y="36145"/>
                  <a:pt x="7644" y="36026"/>
                </a:cubicBezTo>
                <a:cubicBezTo>
                  <a:pt x="6477" y="35979"/>
                  <a:pt x="5310" y="35919"/>
                  <a:pt x="4143" y="35871"/>
                </a:cubicBezTo>
                <a:cubicBezTo>
                  <a:pt x="4110" y="35870"/>
                  <a:pt x="4074" y="35870"/>
                  <a:pt x="4034" y="35870"/>
                </a:cubicBezTo>
                <a:cubicBezTo>
                  <a:pt x="3709" y="35870"/>
                  <a:pt x="3171" y="35909"/>
                  <a:pt x="2653" y="35909"/>
                </a:cubicBezTo>
                <a:cubicBezTo>
                  <a:pt x="2090" y="35909"/>
                  <a:pt x="1550" y="35862"/>
                  <a:pt x="1334" y="35669"/>
                </a:cubicBezTo>
                <a:cubicBezTo>
                  <a:pt x="953" y="35336"/>
                  <a:pt x="1286" y="32931"/>
                  <a:pt x="1286" y="32252"/>
                </a:cubicBezTo>
                <a:cubicBezTo>
                  <a:pt x="1298" y="30549"/>
                  <a:pt x="1322" y="28847"/>
                  <a:pt x="1334" y="27144"/>
                </a:cubicBezTo>
                <a:cubicBezTo>
                  <a:pt x="1381" y="18750"/>
                  <a:pt x="1429" y="10344"/>
                  <a:pt x="1453" y="1951"/>
                </a:cubicBezTo>
                <a:lnTo>
                  <a:pt x="1453" y="1403"/>
                </a:lnTo>
                <a:cubicBezTo>
                  <a:pt x="5334" y="1391"/>
                  <a:pt x="9215" y="1224"/>
                  <a:pt x="13097" y="1201"/>
                </a:cubicBezTo>
                <a:cubicBezTo>
                  <a:pt x="13574" y="1198"/>
                  <a:pt x="14051" y="1197"/>
                  <a:pt x="14528" y="1197"/>
                </a:cubicBezTo>
                <a:close/>
                <a:moveTo>
                  <a:pt x="14349" y="1"/>
                </a:moveTo>
                <a:cubicBezTo>
                  <a:pt x="10534" y="1"/>
                  <a:pt x="6714" y="95"/>
                  <a:pt x="2893" y="177"/>
                </a:cubicBezTo>
                <a:cubicBezTo>
                  <a:pt x="2286" y="200"/>
                  <a:pt x="1679" y="212"/>
                  <a:pt x="1072" y="212"/>
                </a:cubicBezTo>
                <a:cubicBezTo>
                  <a:pt x="619" y="212"/>
                  <a:pt x="441" y="617"/>
                  <a:pt x="500" y="950"/>
                </a:cubicBezTo>
                <a:cubicBezTo>
                  <a:pt x="345" y="1046"/>
                  <a:pt x="262" y="1224"/>
                  <a:pt x="274" y="1415"/>
                </a:cubicBezTo>
                <a:cubicBezTo>
                  <a:pt x="238" y="9392"/>
                  <a:pt x="202" y="17369"/>
                  <a:pt x="143" y="25346"/>
                </a:cubicBezTo>
                <a:cubicBezTo>
                  <a:pt x="131" y="28549"/>
                  <a:pt x="83" y="31740"/>
                  <a:pt x="24" y="34931"/>
                </a:cubicBezTo>
                <a:cubicBezTo>
                  <a:pt x="0" y="35895"/>
                  <a:pt x="226" y="36645"/>
                  <a:pt x="1250" y="36907"/>
                </a:cubicBezTo>
                <a:cubicBezTo>
                  <a:pt x="2215" y="37133"/>
                  <a:pt x="3346" y="37050"/>
                  <a:pt x="4334" y="37086"/>
                </a:cubicBezTo>
                <a:cubicBezTo>
                  <a:pt x="7025" y="37205"/>
                  <a:pt x="9716" y="37324"/>
                  <a:pt x="12406" y="37407"/>
                </a:cubicBezTo>
                <a:cubicBezTo>
                  <a:pt x="14566" y="37478"/>
                  <a:pt x="16725" y="37536"/>
                  <a:pt x="18890" y="37536"/>
                </a:cubicBezTo>
                <a:cubicBezTo>
                  <a:pt x="19625" y="37536"/>
                  <a:pt x="20361" y="37530"/>
                  <a:pt x="21098" y="37514"/>
                </a:cubicBezTo>
                <a:cubicBezTo>
                  <a:pt x="21223" y="37511"/>
                  <a:pt x="21354" y="37510"/>
                  <a:pt x="21490" y="37510"/>
                </a:cubicBezTo>
                <a:cubicBezTo>
                  <a:pt x="21859" y="37510"/>
                  <a:pt x="22266" y="37519"/>
                  <a:pt x="22688" y="37519"/>
                </a:cubicBezTo>
                <a:cubicBezTo>
                  <a:pt x="23911" y="37519"/>
                  <a:pt x="25257" y="37449"/>
                  <a:pt x="26146" y="36907"/>
                </a:cubicBezTo>
                <a:cubicBezTo>
                  <a:pt x="26968" y="36407"/>
                  <a:pt x="26944" y="35050"/>
                  <a:pt x="27039" y="34205"/>
                </a:cubicBezTo>
                <a:cubicBezTo>
                  <a:pt x="27242" y="32264"/>
                  <a:pt x="27313" y="30287"/>
                  <a:pt x="27372" y="28323"/>
                </a:cubicBezTo>
                <a:cubicBezTo>
                  <a:pt x="27563" y="22965"/>
                  <a:pt x="27587" y="17595"/>
                  <a:pt x="27551" y="12238"/>
                </a:cubicBezTo>
                <a:cubicBezTo>
                  <a:pt x="27539" y="9987"/>
                  <a:pt x="27515" y="7737"/>
                  <a:pt x="27456" y="5487"/>
                </a:cubicBezTo>
                <a:cubicBezTo>
                  <a:pt x="27420" y="4320"/>
                  <a:pt x="27539" y="2986"/>
                  <a:pt x="27277" y="1843"/>
                </a:cubicBezTo>
                <a:cubicBezTo>
                  <a:pt x="27015" y="736"/>
                  <a:pt x="25658" y="605"/>
                  <a:pt x="24694" y="462"/>
                </a:cubicBezTo>
                <a:cubicBezTo>
                  <a:pt x="22491" y="129"/>
                  <a:pt x="20241" y="81"/>
                  <a:pt x="18026" y="34"/>
                </a:cubicBezTo>
                <a:cubicBezTo>
                  <a:pt x="16801" y="11"/>
                  <a:pt x="15576" y="1"/>
                  <a:pt x="1434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3" name="Google Shape;3013;p61"/>
          <p:cNvSpPr/>
          <p:nvPr/>
        </p:nvSpPr>
        <p:spPr>
          <a:xfrm rot="5400000">
            <a:off x="4130430" y="2965788"/>
            <a:ext cx="882991" cy="2357417"/>
          </a:xfrm>
          <a:custGeom>
            <a:avLst/>
            <a:gdLst/>
            <a:ahLst/>
            <a:cxnLst/>
            <a:rect l="l" t="t" r="r" b="b"/>
            <a:pathLst>
              <a:path w="27587" h="37537" extrusionOk="0">
                <a:moveTo>
                  <a:pt x="14528" y="1197"/>
                </a:moveTo>
                <a:cubicBezTo>
                  <a:pt x="16586" y="1197"/>
                  <a:pt x="18644" y="1223"/>
                  <a:pt x="20693" y="1320"/>
                </a:cubicBezTo>
                <a:cubicBezTo>
                  <a:pt x="22372" y="1391"/>
                  <a:pt x="24205" y="1403"/>
                  <a:pt x="25825" y="1915"/>
                </a:cubicBezTo>
                <a:cubicBezTo>
                  <a:pt x="25920" y="1939"/>
                  <a:pt x="26015" y="1986"/>
                  <a:pt x="26110" y="2034"/>
                </a:cubicBezTo>
                <a:lnTo>
                  <a:pt x="26110" y="2117"/>
                </a:lnTo>
                <a:cubicBezTo>
                  <a:pt x="26122" y="2605"/>
                  <a:pt x="26170" y="3105"/>
                  <a:pt x="26194" y="3594"/>
                </a:cubicBezTo>
                <a:cubicBezTo>
                  <a:pt x="26265" y="5356"/>
                  <a:pt x="26289" y="7118"/>
                  <a:pt x="26325" y="8868"/>
                </a:cubicBezTo>
                <a:cubicBezTo>
                  <a:pt x="26384" y="13928"/>
                  <a:pt x="26372" y="18976"/>
                  <a:pt x="26289" y="24025"/>
                </a:cubicBezTo>
                <a:cubicBezTo>
                  <a:pt x="26253" y="26346"/>
                  <a:pt x="26194" y="28668"/>
                  <a:pt x="26075" y="30978"/>
                </a:cubicBezTo>
                <a:cubicBezTo>
                  <a:pt x="25991" y="32419"/>
                  <a:pt x="25968" y="33919"/>
                  <a:pt x="25682" y="35336"/>
                </a:cubicBezTo>
                <a:cubicBezTo>
                  <a:pt x="25658" y="35514"/>
                  <a:pt x="25610" y="35693"/>
                  <a:pt x="25551" y="35871"/>
                </a:cubicBezTo>
                <a:cubicBezTo>
                  <a:pt x="25527" y="35871"/>
                  <a:pt x="25503" y="35883"/>
                  <a:pt x="25479" y="35895"/>
                </a:cubicBezTo>
                <a:cubicBezTo>
                  <a:pt x="24848" y="36133"/>
                  <a:pt x="24098" y="36157"/>
                  <a:pt x="23443" y="36205"/>
                </a:cubicBezTo>
                <a:cubicBezTo>
                  <a:pt x="22074" y="36310"/>
                  <a:pt x="20698" y="36343"/>
                  <a:pt x="19325" y="36343"/>
                </a:cubicBezTo>
                <a:cubicBezTo>
                  <a:pt x="18214" y="36343"/>
                  <a:pt x="17104" y="36321"/>
                  <a:pt x="16002" y="36300"/>
                </a:cubicBezTo>
                <a:cubicBezTo>
                  <a:pt x="13216" y="36241"/>
                  <a:pt x="10430" y="36145"/>
                  <a:pt x="7644" y="36026"/>
                </a:cubicBezTo>
                <a:cubicBezTo>
                  <a:pt x="6477" y="35979"/>
                  <a:pt x="5310" y="35919"/>
                  <a:pt x="4143" y="35871"/>
                </a:cubicBezTo>
                <a:cubicBezTo>
                  <a:pt x="4110" y="35870"/>
                  <a:pt x="4074" y="35870"/>
                  <a:pt x="4034" y="35870"/>
                </a:cubicBezTo>
                <a:cubicBezTo>
                  <a:pt x="3709" y="35870"/>
                  <a:pt x="3171" y="35909"/>
                  <a:pt x="2653" y="35909"/>
                </a:cubicBezTo>
                <a:cubicBezTo>
                  <a:pt x="2090" y="35909"/>
                  <a:pt x="1550" y="35862"/>
                  <a:pt x="1334" y="35669"/>
                </a:cubicBezTo>
                <a:cubicBezTo>
                  <a:pt x="953" y="35336"/>
                  <a:pt x="1286" y="32931"/>
                  <a:pt x="1286" y="32252"/>
                </a:cubicBezTo>
                <a:cubicBezTo>
                  <a:pt x="1298" y="30549"/>
                  <a:pt x="1322" y="28847"/>
                  <a:pt x="1334" y="27144"/>
                </a:cubicBezTo>
                <a:cubicBezTo>
                  <a:pt x="1381" y="18750"/>
                  <a:pt x="1429" y="10344"/>
                  <a:pt x="1453" y="1951"/>
                </a:cubicBezTo>
                <a:lnTo>
                  <a:pt x="1453" y="1403"/>
                </a:lnTo>
                <a:cubicBezTo>
                  <a:pt x="5334" y="1391"/>
                  <a:pt x="9215" y="1224"/>
                  <a:pt x="13097" y="1201"/>
                </a:cubicBezTo>
                <a:cubicBezTo>
                  <a:pt x="13574" y="1198"/>
                  <a:pt x="14051" y="1197"/>
                  <a:pt x="14528" y="1197"/>
                </a:cubicBezTo>
                <a:close/>
                <a:moveTo>
                  <a:pt x="14349" y="1"/>
                </a:moveTo>
                <a:cubicBezTo>
                  <a:pt x="10534" y="1"/>
                  <a:pt x="6714" y="95"/>
                  <a:pt x="2893" y="177"/>
                </a:cubicBezTo>
                <a:cubicBezTo>
                  <a:pt x="2286" y="200"/>
                  <a:pt x="1679" y="212"/>
                  <a:pt x="1072" y="212"/>
                </a:cubicBezTo>
                <a:cubicBezTo>
                  <a:pt x="619" y="212"/>
                  <a:pt x="441" y="617"/>
                  <a:pt x="500" y="950"/>
                </a:cubicBezTo>
                <a:cubicBezTo>
                  <a:pt x="345" y="1046"/>
                  <a:pt x="262" y="1224"/>
                  <a:pt x="274" y="1415"/>
                </a:cubicBezTo>
                <a:cubicBezTo>
                  <a:pt x="238" y="9392"/>
                  <a:pt x="202" y="17369"/>
                  <a:pt x="143" y="25346"/>
                </a:cubicBezTo>
                <a:cubicBezTo>
                  <a:pt x="131" y="28549"/>
                  <a:pt x="83" y="31740"/>
                  <a:pt x="24" y="34931"/>
                </a:cubicBezTo>
                <a:cubicBezTo>
                  <a:pt x="0" y="35895"/>
                  <a:pt x="226" y="36645"/>
                  <a:pt x="1250" y="36907"/>
                </a:cubicBezTo>
                <a:cubicBezTo>
                  <a:pt x="2215" y="37133"/>
                  <a:pt x="3346" y="37050"/>
                  <a:pt x="4334" y="37086"/>
                </a:cubicBezTo>
                <a:cubicBezTo>
                  <a:pt x="7025" y="37205"/>
                  <a:pt x="9716" y="37324"/>
                  <a:pt x="12406" y="37407"/>
                </a:cubicBezTo>
                <a:cubicBezTo>
                  <a:pt x="14566" y="37478"/>
                  <a:pt x="16725" y="37536"/>
                  <a:pt x="18890" y="37536"/>
                </a:cubicBezTo>
                <a:cubicBezTo>
                  <a:pt x="19625" y="37536"/>
                  <a:pt x="20361" y="37530"/>
                  <a:pt x="21098" y="37514"/>
                </a:cubicBezTo>
                <a:cubicBezTo>
                  <a:pt x="21223" y="37511"/>
                  <a:pt x="21354" y="37510"/>
                  <a:pt x="21490" y="37510"/>
                </a:cubicBezTo>
                <a:cubicBezTo>
                  <a:pt x="21859" y="37510"/>
                  <a:pt x="22266" y="37519"/>
                  <a:pt x="22688" y="37519"/>
                </a:cubicBezTo>
                <a:cubicBezTo>
                  <a:pt x="23911" y="37519"/>
                  <a:pt x="25257" y="37449"/>
                  <a:pt x="26146" y="36907"/>
                </a:cubicBezTo>
                <a:cubicBezTo>
                  <a:pt x="26968" y="36407"/>
                  <a:pt x="26944" y="35050"/>
                  <a:pt x="27039" y="34205"/>
                </a:cubicBezTo>
                <a:cubicBezTo>
                  <a:pt x="27242" y="32264"/>
                  <a:pt x="27313" y="30287"/>
                  <a:pt x="27372" y="28323"/>
                </a:cubicBezTo>
                <a:cubicBezTo>
                  <a:pt x="27563" y="22965"/>
                  <a:pt x="27587" y="17595"/>
                  <a:pt x="27551" y="12238"/>
                </a:cubicBezTo>
                <a:cubicBezTo>
                  <a:pt x="27539" y="9987"/>
                  <a:pt x="27515" y="7737"/>
                  <a:pt x="27456" y="5487"/>
                </a:cubicBezTo>
                <a:cubicBezTo>
                  <a:pt x="27420" y="4320"/>
                  <a:pt x="27539" y="2986"/>
                  <a:pt x="27277" y="1843"/>
                </a:cubicBezTo>
                <a:cubicBezTo>
                  <a:pt x="27015" y="736"/>
                  <a:pt x="25658" y="605"/>
                  <a:pt x="24694" y="462"/>
                </a:cubicBezTo>
                <a:cubicBezTo>
                  <a:pt x="22491" y="129"/>
                  <a:pt x="20241" y="81"/>
                  <a:pt x="18026" y="34"/>
                </a:cubicBezTo>
                <a:cubicBezTo>
                  <a:pt x="16801" y="11"/>
                  <a:pt x="15576" y="1"/>
                  <a:pt x="1434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4" name="Google Shape;3014;p61"/>
          <p:cNvSpPr/>
          <p:nvPr/>
        </p:nvSpPr>
        <p:spPr>
          <a:xfrm rot="5400000">
            <a:off x="1353335" y="1750846"/>
            <a:ext cx="882991" cy="2169639"/>
          </a:xfrm>
          <a:custGeom>
            <a:avLst/>
            <a:gdLst/>
            <a:ahLst/>
            <a:cxnLst/>
            <a:rect l="l" t="t" r="r" b="b"/>
            <a:pathLst>
              <a:path w="27587" h="37537" extrusionOk="0">
                <a:moveTo>
                  <a:pt x="14528" y="1197"/>
                </a:moveTo>
                <a:cubicBezTo>
                  <a:pt x="16586" y="1197"/>
                  <a:pt x="18644" y="1223"/>
                  <a:pt x="20693" y="1320"/>
                </a:cubicBezTo>
                <a:cubicBezTo>
                  <a:pt x="22372" y="1391"/>
                  <a:pt x="24205" y="1403"/>
                  <a:pt x="25825" y="1915"/>
                </a:cubicBezTo>
                <a:cubicBezTo>
                  <a:pt x="25920" y="1939"/>
                  <a:pt x="26015" y="1986"/>
                  <a:pt x="26110" y="2034"/>
                </a:cubicBezTo>
                <a:lnTo>
                  <a:pt x="26110" y="2117"/>
                </a:lnTo>
                <a:cubicBezTo>
                  <a:pt x="26122" y="2605"/>
                  <a:pt x="26170" y="3105"/>
                  <a:pt x="26194" y="3594"/>
                </a:cubicBezTo>
                <a:cubicBezTo>
                  <a:pt x="26265" y="5356"/>
                  <a:pt x="26289" y="7118"/>
                  <a:pt x="26325" y="8868"/>
                </a:cubicBezTo>
                <a:cubicBezTo>
                  <a:pt x="26384" y="13928"/>
                  <a:pt x="26372" y="18976"/>
                  <a:pt x="26289" y="24025"/>
                </a:cubicBezTo>
                <a:cubicBezTo>
                  <a:pt x="26253" y="26346"/>
                  <a:pt x="26194" y="28668"/>
                  <a:pt x="26075" y="30978"/>
                </a:cubicBezTo>
                <a:cubicBezTo>
                  <a:pt x="25991" y="32419"/>
                  <a:pt x="25968" y="33919"/>
                  <a:pt x="25682" y="35336"/>
                </a:cubicBezTo>
                <a:cubicBezTo>
                  <a:pt x="25658" y="35514"/>
                  <a:pt x="25610" y="35693"/>
                  <a:pt x="25551" y="35871"/>
                </a:cubicBezTo>
                <a:cubicBezTo>
                  <a:pt x="25527" y="35871"/>
                  <a:pt x="25503" y="35883"/>
                  <a:pt x="25479" y="35895"/>
                </a:cubicBezTo>
                <a:cubicBezTo>
                  <a:pt x="24848" y="36133"/>
                  <a:pt x="24098" y="36157"/>
                  <a:pt x="23443" y="36205"/>
                </a:cubicBezTo>
                <a:cubicBezTo>
                  <a:pt x="22074" y="36310"/>
                  <a:pt x="20698" y="36343"/>
                  <a:pt x="19325" y="36343"/>
                </a:cubicBezTo>
                <a:cubicBezTo>
                  <a:pt x="18214" y="36343"/>
                  <a:pt x="17104" y="36321"/>
                  <a:pt x="16002" y="36300"/>
                </a:cubicBezTo>
                <a:cubicBezTo>
                  <a:pt x="13216" y="36241"/>
                  <a:pt x="10430" y="36145"/>
                  <a:pt x="7644" y="36026"/>
                </a:cubicBezTo>
                <a:cubicBezTo>
                  <a:pt x="6477" y="35979"/>
                  <a:pt x="5310" y="35919"/>
                  <a:pt x="4143" y="35871"/>
                </a:cubicBezTo>
                <a:cubicBezTo>
                  <a:pt x="4110" y="35870"/>
                  <a:pt x="4074" y="35870"/>
                  <a:pt x="4034" y="35870"/>
                </a:cubicBezTo>
                <a:cubicBezTo>
                  <a:pt x="3709" y="35870"/>
                  <a:pt x="3171" y="35909"/>
                  <a:pt x="2653" y="35909"/>
                </a:cubicBezTo>
                <a:cubicBezTo>
                  <a:pt x="2090" y="35909"/>
                  <a:pt x="1550" y="35862"/>
                  <a:pt x="1334" y="35669"/>
                </a:cubicBezTo>
                <a:cubicBezTo>
                  <a:pt x="953" y="35336"/>
                  <a:pt x="1286" y="32931"/>
                  <a:pt x="1286" y="32252"/>
                </a:cubicBezTo>
                <a:cubicBezTo>
                  <a:pt x="1298" y="30549"/>
                  <a:pt x="1322" y="28847"/>
                  <a:pt x="1334" y="27144"/>
                </a:cubicBezTo>
                <a:cubicBezTo>
                  <a:pt x="1381" y="18750"/>
                  <a:pt x="1429" y="10344"/>
                  <a:pt x="1453" y="1951"/>
                </a:cubicBezTo>
                <a:lnTo>
                  <a:pt x="1453" y="1403"/>
                </a:lnTo>
                <a:cubicBezTo>
                  <a:pt x="5334" y="1391"/>
                  <a:pt x="9215" y="1224"/>
                  <a:pt x="13097" y="1201"/>
                </a:cubicBezTo>
                <a:cubicBezTo>
                  <a:pt x="13574" y="1198"/>
                  <a:pt x="14051" y="1197"/>
                  <a:pt x="14528" y="1197"/>
                </a:cubicBezTo>
                <a:close/>
                <a:moveTo>
                  <a:pt x="14349" y="1"/>
                </a:moveTo>
                <a:cubicBezTo>
                  <a:pt x="10534" y="1"/>
                  <a:pt x="6714" y="95"/>
                  <a:pt x="2893" y="177"/>
                </a:cubicBezTo>
                <a:cubicBezTo>
                  <a:pt x="2286" y="200"/>
                  <a:pt x="1679" y="212"/>
                  <a:pt x="1072" y="212"/>
                </a:cubicBezTo>
                <a:cubicBezTo>
                  <a:pt x="619" y="212"/>
                  <a:pt x="441" y="617"/>
                  <a:pt x="500" y="950"/>
                </a:cubicBezTo>
                <a:cubicBezTo>
                  <a:pt x="345" y="1046"/>
                  <a:pt x="262" y="1224"/>
                  <a:pt x="274" y="1415"/>
                </a:cubicBezTo>
                <a:cubicBezTo>
                  <a:pt x="238" y="9392"/>
                  <a:pt x="202" y="17369"/>
                  <a:pt x="143" y="25346"/>
                </a:cubicBezTo>
                <a:cubicBezTo>
                  <a:pt x="131" y="28549"/>
                  <a:pt x="83" y="31740"/>
                  <a:pt x="24" y="34931"/>
                </a:cubicBezTo>
                <a:cubicBezTo>
                  <a:pt x="0" y="35895"/>
                  <a:pt x="226" y="36645"/>
                  <a:pt x="1250" y="36907"/>
                </a:cubicBezTo>
                <a:cubicBezTo>
                  <a:pt x="2215" y="37133"/>
                  <a:pt x="3346" y="37050"/>
                  <a:pt x="4334" y="37086"/>
                </a:cubicBezTo>
                <a:cubicBezTo>
                  <a:pt x="7025" y="37205"/>
                  <a:pt x="9716" y="37324"/>
                  <a:pt x="12406" y="37407"/>
                </a:cubicBezTo>
                <a:cubicBezTo>
                  <a:pt x="14566" y="37478"/>
                  <a:pt x="16725" y="37536"/>
                  <a:pt x="18890" y="37536"/>
                </a:cubicBezTo>
                <a:cubicBezTo>
                  <a:pt x="19625" y="37536"/>
                  <a:pt x="20361" y="37530"/>
                  <a:pt x="21098" y="37514"/>
                </a:cubicBezTo>
                <a:cubicBezTo>
                  <a:pt x="21223" y="37511"/>
                  <a:pt x="21354" y="37510"/>
                  <a:pt x="21490" y="37510"/>
                </a:cubicBezTo>
                <a:cubicBezTo>
                  <a:pt x="21859" y="37510"/>
                  <a:pt x="22266" y="37519"/>
                  <a:pt x="22688" y="37519"/>
                </a:cubicBezTo>
                <a:cubicBezTo>
                  <a:pt x="23911" y="37519"/>
                  <a:pt x="25257" y="37449"/>
                  <a:pt x="26146" y="36907"/>
                </a:cubicBezTo>
                <a:cubicBezTo>
                  <a:pt x="26968" y="36407"/>
                  <a:pt x="26944" y="35050"/>
                  <a:pt x="27039" y="34205"/>
                </a:cubicBezTo>
                <a:cubicBezTo>
                  <a:pt x="27242" y="32264"/>
                  <a:pt x="27313" y="30287"/>
                  <a:pt x="27372" y="28323"/>
                </a:cubicBezTo>
                <a:cubicBezTo>
                  <a:pt x="27563" y="22965"/>
                  <a:pt x="27587" y="17595"/>
                  <a:pt x="27551" y="12238"/>
                </a:cubicBezTo>
                <a:cubicBezTo>
                  <a:pt x="27539" y="9987"/>
                  <a:pt x="27515" y="7737"/>
                  <a:pt x="27456" y="5487"/>
                </a:cubicBezTo>
                <a:cubicBezTo>
                  <a:pt x="27420" y="4320"/>
                  <a:pt x="27539" y="2986"/>
                  <a:pt x="27277" y="1843"/>
                </a:cubicBezTo>
                <a:cubicBezTo>
                  <a:pt x="27015" y="736"/>
                  <a:pt x="25658" y="605"/>
                  <a:pt x="24694" y="462"/>
                </a:cubicBezTo>
                <a:cubicBezTo>
                  <a:pt x="22491" y="129"/>
                  <a:pt x="20241" y="81"/>
                  <a:pt x="18026" y="34"/>
                </a:cubicBezTo>
                <a:cubicBezTo>
                  <a:pt x="16801" y="11"/>
                  <a:pt x="15576" y="1"/>
                  <a:pt x="1434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5" name="Google Shape;3015;p61"/>
          <p:cNvSpPr/>
          <p:nvPr/>
        </p:nvSpPr>
        <p:spPr>
          <a:xfrm rot="5400000">
            <a:off x="1353335" y="2859201"/>
            <a:ext cx="882991" cy="2169639"/>
          </a:xfrm>
          <a:custGeom>
            <a:avLst/>
            <a:gdLst/>
            <a:ahLst/>
            <a:cxnLst/>
            <a:rect l="l" t="t" r="r" b="b"/>
            <a:pathLst>
              <a:path w="27587" h="37537" extrusionOk="0">
                <a:moveTo>
                  <a:pt x="14528" y="1197"/>
                </a:moveTo>
                <a:cubicBezTo>
                  <a:pt x="16586" y="1197"/>
                  <a:pt x="18644" y="1223"/>
                  <a:pt x="20693" y="1320"/>
                </a:cubicBezTo>
                <a:cubicBezTo>
                  <a:pt x="22372" y="1391"/>
                  <a:pt x="24205" y="1403"/>
                  <a:pt x="25825" y="1915"/>
                </a:cubicBezTo>
                <a:cubicBezTo>
                  <a:pt x="25920" y="1939"/>
                  <a:pt x="26015" y="1986"/>
                  <a:pt x="26110" y="2034"/>
                </a:cubicBezTo>
                <a:lnTo>
                  <a:pt x="26110" y="2117"/>
                </a:lnTo>
                <a:cubicBezTo>
                  <a:pt x="26122" y="2605"/>
                  <a:pt x="26170" y="3105"/>
                  <a:pt x="26194" y="3594"/>
                </a:cubicBezTo>
                <a:cubicBezTo>
                  <a:pt x="26265" y="5356"/>
                  <a:pt x="26289" y="7118"/>
                  <a:pt x="26325" y="8868"/>
                </a:cubicBezTo>
                <a:cubicBezTo>
                  <a:pt x="26384" y="13928"/>
                  <a:pt x="26372" y="18976"/>
                  <a:pt x="26289" y="24025"/>
                </a:cubicBezTo>
                <a:cubicBezTo>
                  <a:pt x="26253" y="26346"/>
                  <a:pt x="26194" y="28668"/>
                  <a:pt x="26075" y="30978"/>
                </a:cubicBezTo>
                <a:cubicBezTo>
                  <a:pt x="25991" y="32419"/>
                  <a:pt x="25968" y="33919"/>
                  <a:pt x="25682" y="35336"/>
                </a:cubicBezTo>
                <a:cubicBezTo>
                  <a:pt x="25658" y="35514"/>
                  <a:pt x="25610" y="35693"/>
                  <a:pt x="25551" y="35871"/>
                </a:cubicBezTo>
                <a:cubicBezTo>
                  <a:pt x="25527" y="35871"/>
                  <a:pt x="25503" y="35883"/>
                  <a:pt x="25479" y="35895"/>
                </a:cubicBezTo>
                <a:cubicBezTo>
                  <a:pt x="24848" y="36133"/>
                  <a:pt x="24098" y="36157"/>
                  <a:pt x="23443" y="36205"/>
                </a:cubicBezTo>
                <a:cubicBezTo>
                  <a:pt x="22074" y="36310"/>
                  <a:pt x="20698" y="36343"/>
                  <a:pt x="19325" y="36343"/>
                </a:cubicBezTo>
                <a:cubicBezTo>
                  <a:pt x="18214" y="36343"/>
                  <a:pt x="17104" y="36321"/>
                  <a:pt x="16002" y="36300"/>
                </a:cubicBezTo>
                <a:cubicBezTo>
                  <a:pt x="13216" y="36241"/>
                  <a:pt x="10430" y="36145"/>
                  <a:pt x="7644" y="36026"/>
                </a:cubicBezTo>
                <a:cubicBezTo>
                  <a:pt x="6477" y="35979"/>
                  <a:pt x="5310" y="35919"/>
                  <a:pt x="4143" y="35871"/>
                </a:cubicBezTo>
                <a:cubicBezTo>
                  <a:pt x="4110" y="35870"/>
                  <a:pt x="4074" y="35870"/>
                  <a:pt x="4034" y="35870"/>
                </a:cubicBezTo>
                <a:cubicBezTo>
                  <a:pt x="3709" y="35870"/>
                  <a:pt x="3171" y="35909"/>
                  <a:pt x="2653" y="35909"/>
                </a:cubicBezTo>
                <a:cubicBezTo>
                  <a:pt x="2090" y="35909"/>
                  <a:pt x="1550" y="35862"/>
                  <a:pt x="1334" y="35669"/>
                </a:cubicBezTo>
                <a:cubicBezTo>
                  <a:pt x="953" y="35336"/>
                  <a:pt x="1286" y="32931"/>
                  <a:pt x="1286" y="32252"/>
                </a:cubicBezTo>
                <a:cubicBezTo>
                  <a:pt x="1298" y="30549"/>
                  <a:pt x="1322" y="28847"/>
                  <a:pt x="1334" y="27144"/>
                </a:cubicBezTo>
                <a:cubicBezTo>
                  <a:pt x="1381" y="18750"/>
                  <a:pt x="1429" y="10344"/>
                  <a:pt x="1453" y="1951"/>
                </a:cubicBezTo>
                <a:lnTo>
                  <a:pt x="1453" y="1403"/>
                </a:lnTo>
                <a:cubicBezTo>
                  <a:pt x="5334" y="1391"/>
                  <a:pt x="9215" y="1224"/>
                  <a:pt x="13097" y="1201"/>
                </a:cubicBezTo>
                <a:cubicBezTo>
                  <a:pt x="13574" y="1198"/>
                  <a:pt x="14051" y="1197"/>
                  <a:pt x="14528" y="1197"/>
                </a:cubicBezTo>
                <a:close/>
                <a:moveTo>
                  <a:pt x="14349" y="1"/>
                </a:moveTo>
                <a:cubicBezTo>
                  <a:pt x="10534" y="1"/>
                  <a:pt x="6714" y="95"/>
                  <a:pt x="2893" y="177"/>
                </a:cubicBezTo>
                <a:cubicBezTo>
                  <a:pt x="2286" y="200"/>
                  <a:pt x="1679" y="212"/>
                  <a:pt x="1072" y="212"/>
                </a:cubicBezTo>
                <a:cubicBezTo>
                  <a:pt x="619" y="212"/>
                  <a:pt x="441" y="617"/>
                  <a:pt x="500" y="950"/>
                </a:cubicBezTo>
                <a:cubicBezTo>
                  <a:pt x="345" y="1046"/>
                  <a:pt x="262" y="1224"/>
                  <a:pt x="274" y="1415"/>
                </a:cubicBezTo>
                <a:cubicBezTo>
                  <a:pt x="238" y="9392"/>
                  <a:pt x="202" y="17369"/>
                  <a:pt x="143" y="25346"/>
                </a:cubicBezTo>
                <a:cubicBezTo>
                  <a:pt x="131" y="28549"/>
                  <a:pt x="83" y="31740"/>
                  <a:pt x="24" y="34931"/>
                </a:cubicBezTo>
                <a:cubicBezTo>
                  <a:pt x="0" y="35895"/>
                  <a:pt x="226" y="36645"/>
                  <a:pt x="1250" y="36907"/>
                </a:cubicBezTo>
                <a:cubicBezTo>
                  <a:pt x="2215" y="37133"/>
                  <a:pt x="3346" y="37050"/>
                  <a:pt x="4334" y="37086"/>
                </a:cubicBezTo>
                <a:cubicBezTo>
                  <a:pt x="7025" y="37205"/>
                  <a:pt x="9716" y="37324"/>
                  <a:pt x="12406" y="37407"/>
                </a:cubicBezTo>
                <a:cubicBezTo>
                  <a:pt x="14566" y="37478"/>
                  <a:pt x="16725" y="37536"/>
                  <a:pt x="18890" y="37536"/>
                </a:cubicBezTo>
                <a:cubicBezTo>
                  <a:pt x="19625" y="37536"/>
                  <a:pt x="20361" y="37530"/>
                  <a:pt x="21098" y="37514"/>
                </a:cubicBezTo>
                <a:cubicBezTo>
                  <a:pt x="21223" y="37511"/>
                  <a:pt x="21354" y="37510"/>
                  <a:pt x="21490" y="37510"/>
                </a:cubicBezTo>
                <a:cubicBezTo>
                  <a:pt x="21859" y="37510"/>
                  <a:pt x="22266" y="37519"/>
                  <a:pt x="22688" y="37519"/>
                </a:cubicBezTo>
                <a:cubicBezTo>
                  <a:pt x="23911" y="37519"/>
                  <a:pt x="25257" y="37449"/>
                  <a:pt x="26146" y="36907"/>
                </a:cubicBezTo>
                <a:cubicBezTo>
                  <a:pt x="26968" y="36407"/>
                  <a:pt x="26944" y="35050"/>
                  <a:pt x="27039" y="34205"/>
                </a:cubicBezTo>
                <a:cubicBezTo>
                  <a:pt x="27242" y="32264"/>
                  <a:pt x="27313" y="30287"/>
                  <a:pt x="27372" y="28323"/>
                </a:cubicBezTo>
                <a:cubicBezTo>
                  <a:pt x="27563" y="22965"/>
                  <a:pt x="27587" y="17595"/>
                  <a:pt x="27551" y="12238"/>
                </a:cubicBezTo>
                <a:cubicBezTo>
                  <a:pt x="27539" y="9987"/>
                  <a:pt x="27515" y="7737"/>
                  <a:pt x="27456" y="5487"/>
                </a:cubicBezTo>
                <a:cubicBezTo>
                  <a:pt x="27420" y="4320"/>
                  <a:pt x="27539" y="2986"/>
                  <a:pt x="27277" y="1843"/>
                </a:cubicBezTo>
                <a:cubicBezTo>
                  <a:pt x="27015" y="736"/>
                  <a:pt x="25658" y="605"/>
                  <a:pt x="24694" y="462"/>
                </a:cubicBezTo>
                <a:cubicBezTo>
                  <a:pt x="22491" y="129"/>
                  <a:pt x="20241" y="81"/>
                  <a:pt x="18026" y="34"/>
                </a:cubicBezTo>
                <a:cubicBezTo>
                  <a:pt x="16801" y="11"/>
                  <a:pt x="15576" y="1"/>
                  <a:pt x="1434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6" name="Google Shape;3016;p61"/>
          <p:cNvSpPr/>
          <p:nvPr/>
        </p:nvSpPr>
        <p:spPr>
          <a:xfrm rot="5400000">
            <a:off x="6981386" y="710778"/>
            <a:ext cx="721814" cy="2176301"/>
          </a:xfrm>
          <a:custGeom>
            <a:avLst/>
            <a:gdLst/>
            <a:ahLst/>
            <a:cxnLst/>
            <a:rect l="l" t="t" r="r" b="b"/>
            <a:pathLst>
              <a:path w="27587" h="37537" extrusionOk="0">
                <a:moveTo>
                  <a:pt x="14528" y="1197"/>
                </a:moveTo>
                <a:cubicBezTo>
                  <a:pt x="16586" y="1197"/>
                  <a:pt x="18644" y="1223"/>
                  <a:pt x="20693" y="1320"/>
                </a:cubicBezTo>
                <a:cubicBezTo>
                  <a:pt x="22372" y="1391"/>
                  <a:pt x="24205" y="1403"/>
                  <a:pt x="25825" y="1915"/>
                </a:cubicBezTo>
                <a:cubicBezTo>
                  <a:pt x="25920" y="1939"/>
                  <a:pt x="26015" y="1986"/>
                  <a:pt x="26110" y="2034"/>
                </a:cubicBezTo>
                <a:lnTo>
                  <a:pt x="26110" y="2117"/>
                </a:lnTo>
                <a:cubicBezTo>
                  <a:pt x="26122" y="2605"/>
                  <a:pt x="26170" y="3105"/>
                  <a:pt x="26194" y="3594"/>
                </a:cubicBezTo>
                <a:cubicBezTo>
                  <a:pt x="26265" y="5356"/>
                  <a:pt x="26289" y="7118"/>
                  <a:pt x="26325" y="8868"/>
                </a:cubicBezTo>
                <a:cubicBezTo>
                  <a:pt x="26384" y="13928"/>
                  <a:pt x="26372" y="18976"/>
                  <a:pt x="26289" y="24025"/>
                </a:cubicBezTo>
                <a:cubicBezTo>
                  <a:pt x="26253" y="26346"/>
                  <a:pt x="26194" y="28668"/>
                  <a:pt x="26075" y="30978"/>
                </a:cubicBezTo>
                <a:cubicBezTo>
                  <a:pt x="25991" y="32419"/>
                  <a:pt x="25968" y="33919"/>
                  <a:pt x="25682" y="35336"/>
                </a:cubicBezTo>
                <a:cubicBezTo>
                  <a:pt x="25658" y="35514"/>
                  <a:pt x="25610" y="35693"/>
                  <a:pt x="25551" y="35871"/>
                </a:cubicBezTo>
                <a:cubicBezTo>
                  <a:pt x="25527" y="35871"/>
                  <a:pt x="25503" y="35883"/>
                  <a:pt x="25479" y="35895"/>
                </a:cubicBezTo>
                <a:cubicBezTo>
                  <a:pt x="24848" y="36133"/>
                  <a:pt x="24098" y="36157"/>
                  <a:pt x="23443" y="36205"/>
                </a:cubicBezTo>
                <a:cubicBezTo>
                  <a:pt x="22074" y="36310"/>
                  <a:pt x="20698" y="36343"/>
                  <a:pt x="19325" y="36343"/>
                </a:cubicBezTo>
                <a:cubicBezTo>
                  <a:pt x="18214" y="36343"/>
                  <a:pt x="17104" y="36321"/>
                  <a:pt x="16002" y="36300"/>
                </a:cubicBezTo>
                <a:cubicBezTo>
                  <a:pt x="13216" y="36241"/>
                  <a:pt x="10430" y="36145"/>
                  <a:pt x="7644" y="36026"/>
                </a:cubicBezTo>
                <a:cubicBezTo>
                  <a:pt x="6477" y="35979"/>
                  <a:pt x="5310" y="35919"/>
                  <a:pt x="4143" y="35871"/>
                </a:cubicBezTo>
                <a:cubicBezTo>
                  <a:pt x="4110" y="35870"/>
                  <a:pt x="4074" y="35870"/>
                  <a:pt x="4034" y="35870"/>
                </a:cubicBezTo>
                <a:cubicBezTo>
                  <a:pt x="3709" y="35870"/>
                  <a:pt x="3171" y="35909"/>
                  <a:pt x="2653" y="35909"/>
                </a:cubicBezTo>
                <a:cubicBezTo>
                  <a:pt x="2090" y="35909"/>
                  <a:pt x="1550" y="35862"/>
                  <a:pt x="1334" y="35669"/>
                </a:cubicBezTo>
                <a:cubicBezTo>
                  <a:pt x="953" y="35336"/>
                  <a:pt x="1286" y="32931"/>
                  <a:pt x="1286" y="32252"/>
                </a:cubicBezTo>
                <a:cubicBezTo>
                  <a:pt x="1298" y="30549"/>
                  <a:pt x="1322" y="28847"/>
                  <a:pt x="1334" y="27144"/>
                </a:cubicBezTo>
                <a:cubicBezTo>
                  <a:pt x="1381" y="18750"/>
                  <a:pt x="1429" y="10344"/>
                  <a:pt x="1453" y="1951"/>
                </a:cubicBezTo>
                <a:lnTo>
                  <a:pt x="1453" y="1403"/>
                </a:lnTo>
                <a:cubicBezTo>
                  <a:pt x="5334" y="1391"/>
                  <a:pt x="9215" y="1224"/>
                  <a:pt x="13097" y="1201"/>
                </a:cubicBezTo>
                <a:cubicBezTo>
                  <a:pt x="13574" y="1198"/>
                  <a:pt x="14051" y="1197"/>
                  <a:pt x="14528" y="1197"/>
                </a:cubicBezTo>
                <a:close/>
                <a:moveTo>
                  <a:pt x="14349" y="1"/>
                </a:moveTo>
                <a:cubicBezTo>
                  <a:pt x="10534" y="1"/>
                  <a:pt x="6714" y="95"/>
                  <a:pt x="2893" y="177"/>
                </a:cubicBezTo>
                <a:cubicBezTo>
                  <a:pt x="2286" y="200"/>
                  <a:pt x="1679" y="212"/>
                  <a:pt x="1072" y="212"/>
                </a:cubicBezTo>
                <a:cubicBezTo>
                  <a:pt x="619" y="212"/>
                  <a:pt x="441" y="617"/>
                  <a:pt x="500" y="950"/>
                </a:cubicBezTo>
                <a:cubicBezTo>
                  <a:pt x="345" y="1046"/>
                  <a:pt x="262" y="1224"/>
                  <a:pt x="274" y="1415"/>
                </a:cubicBezTo>
                <a:cubicBezTo>
                  <a:pt x="238" y="9392"/>
                  <a:pt x="202" y="17369"/>
                  <a:pt x="143" y="25346"/>
                </a:cubicBezTo>
                <a:cubicBezTo>
                  <a:pt x="131" y="28549"/>
                  <a:pt x="83" y="31740"/>
                  <a:pt x="24" y="34931"/>
                </a:cubicBezTo>
                <a:cubicBezTo>
                  <a:pt x="0" y="35895"/>
                  <a:pt x="226" y="36645"/>
                  <a:pt x="1250" y="36907"/>
                </a:cubicBezTo>
                <a:cubicBezTo>
                  <a:pt x="2215" y="37133"/>
                  <a:pt x="3346" y="37050"/>
                  <a:pt x="4334" y="37086"/>
                </a:cubicBezTo>
                <a:cubicBezTo>
                  <a:pt x="7025" y="37205"/>
                  <a:pt x="9716" y="37324"/>
                  <a:pt x="12406" y="37407"/>
                </a:cubicBezTo>
                <a:cubicBezTo>
                  <a:pt x="14566" y="37478"/>
                  <a:pt x="16725" y="37536"/>
                  <a:pt x="18890" y="37536"/>
                </a:cubicBezTo>
                <a:cubicBezTo>
                  <a:pt x="19625" y="37536"/>
                  <a:pt x="20361" y="37530"/>
                  <a:pt x="21098" y="37514"/>
                </a:cubicBezTo>
                <a:cubicBezTo>
                  <a:pt x="21223" y="37511"/>
                  <a:pt x="21354" y="37510"/>
                  <a:pt x="21490" y="37510"/>
                </a:cubicBezTo>
                <a:cubicBezTo>
                  <a:pt x="21859" y="37510"/>
                  <a:pt x="22266" y="37519"/>
                  <a:pt x="22688" y="37519"/>
                </a:cubicBezTo>
                <a:cubicBezTo>
                  <a:pt x="23911" y="37519"/>
                  <a:pt x="25257" y="37449"/>
                  <a:pt x="26146" y="36907"/>
                </a:cubicBezTo>
                <a:cubicBezTo>
                  <a:pt x="26968" y="36407"/>
                  <a:pt x="26944" y="35050"/>
                  <a:pt x="27039" y="34205"/>
                </a:cubicBezTo>
                <a:cubicBezTo>
                  <a:pt x="27242" y="32264"/>
                  <a:pt x="27313" y="30287"/>
                  <a:pt x="27372" y="28323"/>
                </a:cubicBezTo>
                <a:cubicBezTo>
                  <a:pt x="27563" y="22965"/>
                  <a:pt x="27587" y="17595"/>
                  <a:pt x="27551" y="12238"/>
                </a:cubicBezTo>
                <a:cubicBezTo>
                  <a:pt x="27539" y="9987"/>
                  <a:pt x="27515" y="7737"/>
                  <a:pt x="27456" y="5487"/>
                </a:cubicBezTo>
                <a:cubicBezTo>
                  <a:pt x="27420" y="4320"/>
                  <a:pt x="27539" y="2986"/>
                  <a:pt x="27277" y="1843"/>
                </a:cubicBezTo>
                <a:cubicBezTo>
                  <a:pt x="27015" y="736"/>
                  <a:pt x="25658" y="605"/>
                  <a:pt x="24694" y="462"/>
                </a:cubicBezTo>
                <a:cubicBezTo>
                  <a:pt x="22491" y="129"/>
                  <a:pt x="20241" y="81"/>
                  <a:pt x="18026" y="34"/>
                </a:cubicBezTo>
                <a:cubicBezTo>
                  <a:pt x="16801" y="11"/>
                  <a:pt x="15576" y="1"/>
                  <a:pt x="1434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7" name="Google Shape;3017;p61"/>
          <p:cNvSpPr/>
          <p:nvPr/>
        </p:nvSpPr>
        <p:spPr>
          <a:xfrm rot="5400000">
            <a:off x="6900797" y="1750846"/>
            <a:ext cx="882991" cy="2169639"/>
          </a:xfrm>
          <a:custGeom>
            <a:avLst/>
            <a:gdLst/>
            <a:ahLst/>
            <a:cxnLst/>
            <a:rect l="l" t="t" r="r" b="b"/>
            <a:pathLst>
              <a:path w="27587" h="37537" extrusionOk="0">
                <a:moveTo>
                  <a:pt x="14528" y="1197"/>
                </a:moveTo>
                <a:cubicBezTo>
                  <a:pt x="16586" y="1197"/>
                  <a:pt x="18644" y="1223"/>
                  <a:pt x="20693" y="1320"/>
                </a:cubicBezTo>
                <a:cubicBezTo>
                  <a:pt x="22372" y="1391"/>
                  <a:pt x="24205" y="1403"/>
                  <a:pt x="25825" y="1915"/>
                </a:cubicBezTo>
                <a:cubicBezTo>
                  <a:pt x="25920" y="1939"/>
                  <a:pt x="26015" y="1986"/>
                  <a:pt x="26110" y="2034"/>
                </a:cubicBezTo>
                <a:lnTo>
                  <a:pt x="26110" y="2117"/>
                </a:lnTo>
                <a:cubicBezTo>
                  <a:pt x="26122" y="2605"/>
                  <a:pt x="26170" y="3105"/>
                  <a:pt x="26194" y="3594"/>
                </a:cubicBezTo>
                <a:cubicBezTo>
                  <a:pt x="26265" y="5356"/>
                  <a:pt x="26289" y="7118"/>
                  <a:pt x="26325" y="8868"/>
                </a:cubicBezTo>
                <a:cubicBezTo>
                  <a:pt x="26384" y="13928"/>
                  <a:pt x="26372" y="18976"/>
                  <a:pt x="26289" y="24025"/>
                </a:cubicBezTo>
                <a:cubicBezTo>
                  <a:pt x="26253" y="26346"/>
                  <a:pt x="26194" y="28668"/>
                  <a:pt x="26075" y="30978"/>
                </a:cubicBezTo>
                <a:cubicBezTo>
                  <a:pt x="25991" y="32419"/>
                  <a:pt x="25968" y="33919"/>
                  <a:pt x="25682" y="35336"/>
                </a:cubicBezTo>
                <a:cubicBezTo>
                  <a:pt x="25658" y="35514"/>
                  <a:pt x="25610" y="35693"/>
                  <a:pt x="25551" y="35871"/>
                </a:cubicBezTo>
                <a:cubicBezTo>
                  <a:pt x="25527" y="35871"/>
                  <a:pt x="25503" y="35883"/>
                  <a:pt x="25479" y="35895"/>
                </a:cubicBezTo>
                <a:cubicBezTo>
                  <a:pt x="24848" y="36133"/>
                  <a:pt x="24098" y="36157"/>
                  <a:pt x="23443" y="36205"/>
                </a:cubicBezTo>
                <a:cubicBezTo>
                  <a:pt x="22074" y="36310"/>
                  <a:pt x="20698" y="36343"/>
                  <a:pt x="19325" y="36343"/>
                </a:cubicBezTo>
                <a:cubicBezTo>
                  <a:pt x="18214" y="36343"/>
                  <a:pt x="17104" y="36321"/>
                  <a:pt x="16002" y="36300"/>
                </a:cubicBezTo>
                <a:cubicBezTo>
                  <a:pt x="13216" y="36241"/>
                  <a:pt x="10430" y="36145"/>
                  <a:pt x="7644" y="36026"/>
                </a:cubicBezTo>
                <a:cubicBezTo>
                  <a:pt x="6477" y="35979"/>
                  <a:pt x="5310" y="35919"/>
                  <a:pt x="4143" y="35871"/>
                </a:cubicBezTo>
                <a:cubicBezTo>
                  <a:pt x="4110" y="35870"/>
                  <a:pt x="4074" y="35870"/>
                  <a:pt x="4034" y="35870"/>
                </a:cubicBezTo>
                <a:cubicBezTo>
                  <a:pt x="3709" y="35870"/>
                  <a:pt x="3171" y="35909"/>
                  <a:pt x="2653" y="35909"/>
                </a:cubicBezTo>
                <a:cubicBezTo>
                  <a:pt x="2090" y="35909"/>
                  <a:pt x="1550" y="35862"/>
                  <a:pt x="1334" y="35669"/>
                </a:cubicBezTo>
                <a:cubicBezTo>
                  <a:pt x="953" y="35336"/>
                  <a:pt x="1286" y="32931"/>
                  <a:pt x="1286" y="32252"/>
                </a:cubicBezTo>
                <a:cubicBezTo>
                  <a:pt x="1298" y="30549"/>
                  <a:pt x="1322" y="28847"/>
                  <a:pt x="1334" y="27144"/>
                </a:cubicBezTo>
                <a:cubicBezTo>
                  <a:pt x="1381" y="18750"/>
                  <a:pt x="1429" y="10344"/>
                  <a:pt x="1453" y="1951"/>
                </a:cubicBezTo>
                <a:lnTo>
                  <a:pt x="1453" y="1403"/>
                </a:lnTo>
                <a:cubicBezTo>
                  <a:pt x="5334" y="1391"/>
                  <a:pt x="9215" y="1224"/>
                  <a:pt x="13097" y="1201"/>
                </a:cubicBezTo>
                <a:cubicBezTo>
                  <a:pt x="13574" y="1198"/>
                  <a:pt x="14051" y="1197"/>
                  <a:pt x="14528" y="1197"/>
                </a:cubicBezTo>
                <a:close/>
                <a:moveTo>
                  <a:pt x="14349" y="1"/>
                </a:moveTo>
                <a:cubicBezTo>
                  <a:pt x="10534" y="1"/>
                  <a:pt x="6714" y="95"/>
                  <a:pt x="2893" y="177"/>
                </a:cubicBezTo>
                <a:cubicBezTo>
                  <a:pt x="2286" y="200"/>
                  <a:pt x="1679" y="212"/>
                  <a:pt x="1072" y="212"/>
                </a:cubicBezTo>
                <a:cubicBezTo>
                  <a:pt x="619" y="212"/>
                  <a:pt x="441" y="617"/>
                  <a:pt x="500" y="950"/>
                </a:cubicBezTo>
                <a:cubicBezTo>
                  <a:pt x="345" y="1046"/>
                  <a:pt x="262" y="1224"/>
                  <a:pt x="274" y="1415"/>
                </a:cubicBezTo>
                <a:cubicBezTo>
                  <a:pt x="238" y="9392"/>
                  <a:pt x="202" y="17369"/>
                  <a:pt x="143" y="25346"/>
                </a:cubicBezTo>
                <a:cubicBezTo>
                  <a:pt x="131" y="28549"/>
                  <a:pt x="83" y="31740"/>
                  <a:pt x="24" y="34931"/>
                </a:cubicBezTo>
                <a:cubicBezTo>
                  <a:pt x="0" y="35895"/>
                  <a:pt x="226" y="36645"/>
                  <a:pt x="1250" y="36907"/>
                </a:cubicBezTo>
                <a:cubicBezTo>
                  <a:pt x="2215" y="37133"/>
                  <a:pt x="3346" y="37050"/>
                  <a:pt x="4334" y="37086"/>
                </a:cubicBezTo>
                <a:cubicBezTo>
                  <a:pt x="7025" y="37205"/>
                  <a:pt x="9716" y="37324"/>
                  <a:pt x="12406" y="37407"/>
                </a:cubicBezTo>
                <a:cubicBezTo>
                  <a:pt x="14566" y="37478"/>
                  <a:pt x="16725" y="37536"/>
                  <a:pt x="18890" y="37536"/>
                </a:cubicBezTo>
                <a:cubicBezTo>
                  <a:pt x="19625" y="37536"/>
                  <a:pt x="20361" y="37530"/>
                  <a:pt x="21098" y="37514"/>
                </a:cubicBezTo>
                <a:cubicBezTo>
                  <a:pt x="21223" y="37511"/>
                  <a:pt x="21354" y="37510"/>
                  <a:pt x="21490" y="37510"/>
                </a:cubicBezTo>
                <a:cubicBezTo>
                  <a:pt x="21859" y="37510"/>
                  <a:pt x="22266" y="37519"/>
                  <a:pt x="22688" y="37519"/>
                </a:cubicBezTo>
                <a:cubicBezTo>
                  <a:pt x="23911" y="37519"/>
                  <a:pt x="25257" y="37449"/>
                  <a:pt x="26146" y="36907"/>
                </a:cubicBezTo>
                <a:cubicBezTo>
                  <a:pt x="26968" y="36407"/>
                  <a:pt x="26944" y="35050"/>
                  <a:pt x="27039" y="34205"/>
                </a:cubicBezTo>
                <a:cubicBezTo>
                  <a:pt x="27242" y="32264"/>
                  <a:pt x="27313" y="30287"/>
                  <a:pt x="27372" y="28323"/>
                </a:cubicBezTo>
                <a:cubicBezTo>
                  <a:pt x="27563" y="22965"/>
                  <a:pt x="27587" y="17595"/>
                  <a:pt x="27551" y="12238"/>
                </a:cubicBezTo>
                <a:cubicBezTo>
                  <a:pt x="27539" y="9987"/>
                  <a:pt x="27515" y="7737"/>
                  <a:pt x="27456" y="5487"/>
                </a:cubicBezTo>
                <a:cubicBezTo>
                  <a:pt x="27420" y="4320"/>
                  <a:pt x="27539" y="2986"/>
                  <a:pt x="27277" y="1843"/>
                </a:cubicBezTo>
                <a:cubicBezTo>
                  <a:pt x="27015" y="736"/>
                  <a:pt x="25658" y="605"/>
                  <a:pt x="24694" y="462"/>
                </a:cubicBezTo>
                <a:cubicBezTo>
                  <a:pt x="22491" y="129"/>
                  <a:pt x="20241" y="81"/>
                  <a:pt x="18026" y="34"/>
                </a:cubicBezTo>
                <a:cubicBezTo>
                  <a:pt x="16801" y="11"/>
                  <a:pt x="15576" y="1"/>
                  <a:pt x="1434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8" name="Google Shape;3018;p61"/>
          <p:cNvSpPr/>
          <p:nvPr/>
        </p:nvSpPr>
        <p:spPr>
          <a:xfrm rot="5400000">
            <a:off x="6900797" y="2859201"/>
            <a:ext cx="882991" cy="2169639"/>
          </a:xfrm>
          <a:custGeom>
            <a:avLst/>
            <a:gdLst/>
            <a:ahLst/>
            <a:cxnLst/>
            <a:rect l="l" t="t" r="r" b="b"/>
            <a:pathLst>
              <a:path w="27587" h="37537" extrusionOk="0">
                <a:moveTo>
                  <a:pt x="14528" y="1197"/>
                </a:moveTo>
                <a:cubicBezTo>
                  <a:pt x="16586" y="1197"/>
                  <a:pt x="18644" y="1223"/>
                  <a:pt x="20693" y="1320"/>
                </a:cubicBezTo>
                <a:cubicBezTo>
                  <a:pt x="22372" y="1391"/>
                  <a:pt x="24205" y="1403"/>
                  <a:pt x="25825" y="1915"/>
                </a:cubicBezTo>
                <a:cubicBezTo>
                  <a:pt x="25920" y="1939"/>
                  <a:pt x="26015" y="1986"/>
                  <a:pt x="26110" y="2034"/>
                </a:cubicBezTo>
                <a:lnTo>
                  <a:pt x="26110" y="2117"/>
                </a:lnTo>
                <a:cubicBezTo>
                  <a:pt x="26122" y="2605"/>
                  <a:pt x="26170" y="3105"/>
                  <a:pt x="26194" y="3594"/>
                </a:cubicBezTo>
                <a:cubicBezTo>
                  <a:pt x="26265" y="5356"/>
                  <a:pt x="26289" y="7118"/>
                  <a:pt x="26325" y="8868"/>
                </a:cubicBezTo>
                <a:cubicBezTo>
                  <a:pt x="26384" y="13928"/>
                  <a:pt x="26372" y="18976"/>
                  <a:pt x="26289" y="24025"/>
                </a:cubicBezTo>
                <a:cubicBezTo>
                  <a:pt x="26253" y="26346"/>
                  <a:pt x="26194" y="28668"/>
                  <a:pt x="26075" y="30978"/>
                </a:cubicBezTo>
                <a:cubicBezTo>
                  <a:pt x="25991" y="32419"/>
                  <a:pt x="25968" y="33919"/>
                  <a:pt x="25682" y="35336"/>
                </a:cubicBezTo>
                <a:cubicBezTo>
                  <a:pt x="25658" y="35514"/>
                  <a:pt x="25610" y="35693"/>
                  <a:pt x="25551" y="35871"/>
                </a:cubicBezTo>
                <a:cubicBezTo>
                  <a:pt x="25527" y="35871"/>
                  <a:pt x="25503" y="35883"/>
                  <a:pt x="25479" y="35895"/>
                </a:cubicBezTo>
                <a:cubicBezTo>
                  <a:pt x="24848" y="36133"/>
                  <a:pt x="24098" y="36157"/>
                  <a:pt x="23443" y="36205"/>
                </a:cubicBezTo>
                <a:cubicBezTo>
                  <a:pt x="22074" y="36310"/>
                  <a:pt x="20698" y="36343"/>
                  <a:pt x="19325" y="36343"/>
                </a:cubicBezTo>
                <a:cubicBezTo>
                  <a:pt x="18214" y="36343"/>
                  <a:pt x="17104" y="36321"/>
                  <a:pt x="16002" y="36300"/>
                </a:cubicBezTo>
                <a:cubicBezTo>
                  <a:pt x="13216" y="36241"/>
                  <a:pt x="10430" y="36145"/>
                  <a:pt x="7644" y="36026"/>
                </a:cubicBezTo>
                <a:cubicBezTo>
                  <a:pt x="6477" y="35979"/>
                  <a:pt x="5310" y="35919"/>
                  <a:pt x="4143" y="35871"/>
                </a:cubicBezTo>
                <a:cubicBezTo>
                  <a:pt x="4110" y="35870"/>
                  <a:pt x="4074" y="35870"/>
                  <a:pt x="4034" y="35870"/>
                </a:cubicBezTo>
                <a:cubicBezTo>
                  <a:pt x="3709" y="35870"/>
                  <a:pt x="3171" y="35909"/>
                  <a:pt x="2653" y="35909"/>
                </a:cubicBezTo>
                <a:cubicBezTo>
                  <a:pt x="2090" y="35909"/>
                  <a:pt x="1550" y="35862"/>
                  <a:pt x="1334" y="35669"/>
                </a:cubicBezTo>
                <a:cubicBezTo>
                  <a:pt x="953" y="35336"/>
                  <a:pt x="1286" y="32931"/>
                  <a:pt x="1286" y="32252"/>
                </a:cubicBezTo>
                <a:cubicBezTo>
                  <a:pt x="1298" y="30549"/>
                  <a:pt x="1322" y="28847"/>
                  <a:pt x="1334" y="27144"/>
                </a:cubicBezTo>
                <a:cubicBezTo>
                  <a:pt x="1381" y="18750"/>
                  <a:pt x="1429" y="10344"/>
                  <a:pt x="1453" y="1951"/>
                </a:cubicBezTo>
                <a:lnTo>
                  <a:pt x="1453" y="1403"/>
                </a:lnTo>
                <a:cubicBezTo>
                  <a:pt x="5334" y="1391"/>
                  <a:pt x="9215" y="1224"/>
                  <a:pt x="13097" y="1201"/>
                </a:cubicBezTo>
                <a:cubicBezTo>
                  <a:pt x="13574" y="1198"/>
                  <a:pt x="14051" y="1197"/>
                  <a:pt x="14528" y="1197"/>
                </a:cubicBezTo>
                <a:close/>
                <a:moveTo>
                  <a:pt x="14349" y="1"/>
                </a:moveTo>
                <a:cubicBezTo>
                  <a:pt x="10534" y="1"/>
                  <a:pt x="6714" y="95"/>
                  <a:pt x="2893" y="177"/>
                </a:cubicBezTo>
                <a:cubicBezTo>
                  <a:pt x="2286" y="200"/>
                  <a:pt x="1679" y="212"/>
                  <a:pt x="1072" y="212"/>
                </a:cubicBezTo>
                <a:cubicBezTo>
                  <a:pt x="619" y="212"/>
                  <a:pt x="441" y="617"/>
                  <a:pt x="500" y="950"/>
                </a:cubicBezTo>
                <a:cubicBezTo>
                  <a:pt x="345" y="1046"/>
                  <a:pt x="262" y="1224"/>
                  <a:pt x="274" y="1415"/>
                </a:cubicBezTo>
                <a:cubicBezTo>
                  <a:pt x="238" y="9392"/>
                  <a:pt x="202" y="17369"/>
                  <a:pt x="143" y="25346"/>
                </a:cubicBezTo>
                <a:cubicBezTo>
                  <a:pt x="131" y="28549"/>
                  <a:pt x="83" y="31740"/>
                  <a:pt x="24" y="34931"/>
                </a:cubicBezTo>
                <a:cubicBezTo>
                  <a:pt x="0" y="35895"/>
                  <a:pt x="226" y="36645"/>
                  <a:pt x="1250" y="36907"/>
                </a:cubicBezTo>
                <a:cubicBezTo>
                  <a:pt x="2215" y="37133"/>
                  <a:pt x="3346" y="37050"/>
                  <a:pt x="4334" y="37086"/>
                </a:cubicBezTo>
                <a:cubicBezTo>
                  <a:pt x="7025" y="37205"/>
                  <a:pt x="9716" y="37324"/>
                  <a:pt x="12406" y="37407"/>
                </a:cubicBezTo>
                <a:cubicBezTo>
                  <a:pt x="14566" y="37478"/>
                  <a:pt x="16725" y="37536"/>
                  <a:pt x="18890" y="37536"/>
                </a:cubicBezTo>
                <a:cubicBezTo>
                  <a:pt x="19625" y="37536"/>
                  <a:pt x="20361" y="37530"/>
                  <a:pt x="21098" y="37514"/>
                </a:cubicBezTo>
                <a:cubicBezTo>
                  <a:pt x="21223" y="37511"/>
                  <a:pt x="21354" y="37510"/>
                  <a:pt x="21490" y="37510"/>
                </a:cubicBezTo>
                <a:cubicBezTo>
                  <a:pt x="21859" y="37510"/>
                  <a:pt x="22266" y="37519"/>
                  <a:pt x="22688" y="37519"/>
                </a:cubicBezTo>
                <a:cubicBezTo>
                  <a:pt x="23911" y="37519"/>
                  <a:pt x="25257" y="37449"/>
                  <a:pt x="26146" y="36907"/>
                </a:cubicBezTo>
                <a:cubicBezTo>
                  <a:pt x="26968" y="36407"/>
                  <a:pt x="26944" y="35050"/>
                  <a:pt x="27039" y="34205"/>
                </a:cubicBezTo>
                <a:cubicBezTo>
                  <a:pt x="27242" y="32264"/>
                  <a:pt x="27313" y="30287"/>
                  <a:pt x="27372" y="28323"/>
                </a:cubicBezTo>
                <a:cubicBezTo>
                  <a:pt x="27563" y="22965"/>
                  <a:pt x="27587" y="17595"/>
                  <a:pt x="27551" y="12238"/>
                </a:cubicBezTo>
                <a:cubicBezTo>
                  <a:pt x="27539" y="9987"/>
                  <a:pt x="27515" y="7737"/>
                  <a:pt x="27456" y="5487"/>
                </a:cubicBezTo>
                <a:cubicBezTo>
                  <a:pt x="27420" y="4320"/>
                  <a:pt x="27539" y="2986"/>
                  <a:pt x="27277" y="1843"/>
                </a:cubicBezTo>
                <a:cubicBezTo>
                  <a:pt x="27015" y="736"/>
                  <a:pt x="25658" y="605"/>
                  <a:pt x="24694" y="462"/>
                </a:cubicBezTo>
                <a:cubicBezTo>
                  <a:pt x="22491" y="129"/>
                  <a:pt x="20241" y="81"/>
                  <a:pt x="18026" y="34"/>
                </a:cubicBezTo>
                <a:cubicBezTo>
                  <a:pt x="16801" y="11"/>
                  <a:pt x="15576" y="1"/>
                  <a:pt x="1434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9" name="Google Shape;3019;p61"/>
          <p:cNvSpPr/>
          <p:nvPr/>
        </p:nvSpPr>
        <p:spPr>
          <a:xfrm>
            <a:off x="2879638" y="1783883"/>
            <a:ext cx="504175" cy="30075"/>
          </a:xfrm>
          <a:custGeom>
            <a:avLst/>
            <a:gdLst/>
            <a:ahLst/>
            <a:cxnLst/>
            <a:rect l="l" t="t" r="r" b="b"/>
            <a:pathLst>
              <a:path w="20167" h="1203" extrusionOk="0">
                <a:moveTo>
                  <a:pt x="0" y="726"/>
                </a:moveTo>
                <a:cubicBezTo>
                  <a:pt x="955" y="611"/>
                  <a:pt x="3324" y="-38"/>
                  <a:pt x="5730" y="38"/>
                </a:cubicBezTo>
                <a:cubicBezTo>
                  <a:pt x="8136" y="114"/>
                  <a:pt x="12032" y="1146"/>
                  <a:pt x="14438" y="1184"/>
                </a:cubicBezTo>
                <a:cubicBezTo>
                  <a:pt x="16844" y="1222"/>
                  <a:pt x="19212" y="420"/>
                  <a:pt x="20167" y="267"/>
                </a:cubicBezTo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20" name="Google Shape;3020;p61"/>
          <p:cNvSpPr/>
          <p:nvPr/>
        </p:nvSpPr>
        <p:spPr>
          <a:xfrm>
            <a:off x="5760474" y="1783883"/>
            <a:ext cx="504175" cy="30075"/>
          </a:xfrm>
          <a:custGeom>
            <a:avLst/>
            <a:gdLst/>
            <a:ahLst/>
            <a:cxnLst/>
            <a:rect l="l" t="t" r="r" b="b"/>
            <a:pathLst>
              <a:path w="20167" h="1203" extrusionOk="0">
                <a:moveTo>
                  <a:pt x="0" y="726"/>
                </a:moveTo>
                <a:cubicBezTo>
                  <a:pt x="955" y="611"/>
                  <a:pt x="3324" y="-38"/>
                  <a:pt x="5730" y="38"/>
                </a:cubicBezTo>
                <a:cubicBezTo>
                  <a:pt x="8136" y="114"/>
                  <a:pt x="12032" y="1146"/>
                  <a:pt x="14438" y="1184"/>
                </a:cubicBezTo>
                <a:cubicBezTo>
                  <a:pt x="16844" y="1222"/>
                  <a:pt x="19212" y="420"/>
                  <a:pt x="20167" y="267"/>
                </a:cubicBezTo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21" name="Google Shape;3021;p61"/>
          <p:cNvSpPr/>
          <p:nvPr/>
        </p:nvSpPr>
        <p:spPr>
          <a:xfrm rot="-5400000">
            <a:off x="7206720" y="2261334"/>
            <a:ext cx="271145" cy="30075"/>
          </a:xfrm>
          <a:custGeom>
            <a:avLst/>
            <a:gdLst/>
            <a:ahLst/>
            <a:cxnLst/>
            <a:rect l="l" t="t" r="r" b="b"/>
            <a:pathLst>
              <a:path w="20167" h="1203" extrusionOk="0">
                <a:moveTo>
                  <a:pt x="0" y="726"/>
                </a:moveTo>
                <a:cubicBezTo>
                  <a:pt x="955" y="611"/>
                  <a:pt x="3324" y="-38"/>
                  <a:pt x="5730" y="38"/>
                </a:cubicBezTo>
                <a:cubicBezTo>
                  <a:pt x="8136" y="114"/>
                  <a:pt x="12032" y="1146"/>
                  <a:pt x="14438" y="1184"/>
                </a:cubicBezTo>
                <a:cubicBezTo>
                  <a:pt x="16844" y="1222"/>
                  <a:pt x="19212" y="420"/>
                  <a:pt x="20167" y="267"/>
                </a:cubicBezTo>
              </a:path>
            </a:pathLst>
          </a:cu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3022" name="Google Shape;3022;p61"/>
          <p:cNvGrpSpPr/>
          <p:nvPr/>
        </p:nvGrpSpPr>
        <p:grpSpPr>
          <a:xfrm rot="-4694984">
            <a:off x="463974" y="4449739"/>
            <a:ext cx="498836" cy="473866"/>
            <a:chOff x="4608300" y="2378075"/>
            <a:chExt cx="340550" cy="323525"/>
          </a:xfrm>
        </p:grpSpPr>
        <p:sp>
          <p:nvSpPr>
            <p:cNvPr id="3023" name="Google Shape;3023;p61"/>
            <p:cNvSpPr/>
            <p:nvPr/>
          </p:nvSpPr>
          <p:spPr>
            <a:xfrm>
              <a:off x="4624075" y="2389575"/>
              <a:ext cx="298875" cy="96000"/>
            </a:xfrm>
            <a:custGeom>
              <a:avLst/>
              <a:gdLst/>
              <a:ahLst/>
              <a:cxnLst/>
              <a:rect l="l" t="t" r="r" b="b"/>
              <a:pathLst>
                <a:path w="11955" h="3840" extrusionOk="0">
                  <a:moveTo>
                    <a:pt x="5678" y="1"/>
                  </a:moveTo>
                  <a:cubicBezTo>
                    <a:pt x="4528" y="1"/>
                    <a:pt x="3380" y="9"/>
                    <a:pt x="2227" y="18"/>
                  </a:cubicBezTo>
                  <a:lnTo>
                    <a:pt x="977" y="42"/>
                  </a:lnTo>
                  <a:cubicBezTo>
                    <a:pt x="775" y="42"/>
                    <a:pt x="572" y="53"/>
                    <a:pt x="382" y="53"/>
                  </a:cubicBezTo>
                  <a:cubicBezTo>
                    <a:pt x="334" y="49"/>
                    <a:pt x="286" y="46"/>
                    <a:pt x="238" y="46"/>
                  </a:cubicBezTo>
                  <a:cubicBezTo>
                    <a:pt x="156" y="46"/>
                    <a:pt x="76" y="55"/>
                    <a:pt x="1" y="77"/>
                  </a:cubicBezTo>
                  <a:cubicBezTo>
                    <a:pt x="715" y="685"/>
                    <a:pt x="1417" y="1316"/>
                    <a:pt x="2132" y="1923"/>
                  </a:cubicBezTo>
                  <a:cubicBezTo>
                    <a:pt x="2882" y="2566"/>
                    <a:pt x="3632" y="3268"/>
                    <a:pt x="4442" y="3840"/>
                  </a:cubicBezTo>
                  <a:cubicBezTo>
                    <a:pt x="5692" y="3185"/>
                    <a:pt x="7001" y="2637"/>
                    <a:pt x="8275" y="2042"/>
                  </a:cubicBezTo>
                  <a:cubicBezTo>
                    <a:pt x="9526" y="1458"/>
                    <a:pt x="10728" y="815"/>
                    <a:pt x="11954" y="220"/>
                  </a:cubicBezTo>
                  <a:cubicBezTo>
                    <a:pt x="10347" y="101"/>
                    <a:pt x="8740" y="30"/>
                    <a:pt x="7109" y="6"/>
                  </a:cubicBezTo>
                  <a:cubicBezTo>
                    <a:pt x="6631" y="2"/>
                    <a:pt x="6154" y="1"/>
                    <a:pt x="5678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61"/>
            <p:cNvSpPr/>
            <p:nvPr/>
          </p:nvSpPr>
          <p:spPr>
            <a:xfrm>
              <a:off x="4680325" y="2407275"/>
              <a:ext cx="236075" cy="274150"/>
            </a:xfrm>
            <a:custGeom>
              <a:avLst/>
              <a:gdLst/>
              <a:ahLst/>
              <a:cxnLst/>
              <a:rect l="l" t="t" r="r" b="b"/>
              <a:pathLst>
                <a:path w="9443" h="10966" extrusionOk="0">
                  <a:moveTo>
                    <a:pt x="9443" y="0"/>
                  </a:moveTo>
                  <a:cubicBezTo>
                    <a:pt x="8347" y="548"/>
                    <a:pt x="7204" y="1060"/>
                    <a:pt x="6097" y="1584"/>
                  </a:cubicBezTo>
                  <a:cubicBezTo>
                    <a:pt x="4847" y="2167"/>
                    <a:pt x="3585" y="2774"/>
                    <a:pt x="2275" y="3239"/>
                  </a:cubicBezTo>
                  <a:cubicBezTo>
                    <a:pt x="2275" y="3263"/>
                    <a:pt x="2275" y="3275"/>
                    <a:pt x="2275" y="3286"/>
                  </a:cubicBezTo>
                  <a:cubicBezTo>
                    <a:pt x="1894" y="4560"/>
                    <a:pt x="1513" y="5834"/>
                    <a:pt x="1132" y="7096"/>
                  </a:cubicBezTo>
                  <a:cubicBezTo>
                    <a:pt x="739" y="8370"/>
                    <a:pt x="418" y="9656"/>
                    <a:pt x="13" y="10906"/>
                  </a:cubicBezTo>
                  <a:cubicBezTo>
                    <a:pt x="13" y="10918"/>
                    <a:pt x="1" y="10930"/>
                    <a:pt x="1" y="10942"/>
                  </a:cubicBezTo>
                  <a:lnTo>
                    <a:pt x="25" y="10966"/>
                  </a:lnTo>
                  <a:cubicBezTo>
                    <a:pt x="3120" y="7275"/>
                    <a:pt x="6264" y="3620"/>
                    <a:pt x="9443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61"/>
            <p:cNvSpPr/>
            <p:nvPr/>
          </p:nvSpPr>
          <p:spPr>
            <a:xfrm>
              <a:off x="4621100" y="2392100"/>
              <a:ext cx="109850" cy="295875"/>
            </a:xfrm>
            <a:custGeom>
              <a:avLst/>
              <a:gdLst/>
              <a:ahLst/>
              <a:cxnLst/>
              <a:rect l="l" t="t" r="r" b="b"/>
              <a:pathLst>
                <a:path w="4394" h="11835" extrusionOk="0">
                  <a:moveTo>
                    <a:pt x="84" y="0"/>
                  </a:moveTo>
                  <a:cubicBezTo>
                    <a:pt x="48" y="24"/>
                    <a:pt x="24" y="72"/>
                    <a:pt x="24" y="119"/>
                  </a:cubicBezTo>
                  <a:cubicBezTo>
                    <a:pt x="1" y="322"/>
                    <a:pt x="120" y="643"/>
                    <a:pt x="155" y="834"/>
                  </a:cubicBezTo>
                  <a:cubicBezTo>
                    <a:pt x="191" y="1036"/>
                    <a:pt x="239" y="1226"/>
                    <a:pt x="274" y="1417"/>
                  </a:cubicBezTo>
                  <a:cubicBezTo>
                    <a:pt x="334" y="1798"/>
                    <a:pt x="417" y="2191"/>
                    <a:pt x="489" y="2572"/>
                  </a:cubicBezTo>
                  <a:cubicBezTo>
                    <a:pt x="1072" y="5656"/>
                    <a:pt x="1667" y="8739"/>
                    <a:pt x="2167" y="11835"/>
                  </a:cubicBezTo>
                  <a:lnTo>
                    <a:pt x="2394" y="11573"/>
                  </a:lnTo>
                  <a:lnTo>
                    <a:pt x="2370" y="11549"/>
                  </a:lnTo>
                  <a:cubicBezTo>
                    <a:pt x="2346" y="11580"/>
                    <a:pt x="2315" y="11594"/>
                    <a:pt x="2285" y="11594"/>
                  </a:cubicBezTo>
                  <a:cubicBezTo>
                    <a:pt x="2224" y="11594"/>
                    <a:pt x="2167" y="11538"/>
                    <a:pt x="2191" y="11466"/>
                  </a:cubicBezTo>
                  <a:cubicBezTo>
                    <a:pt x="2787" y="9216"/>
                    <a:pt x="3489" y="6977"/>
                    <a:pt x="4120" y="4751"/>
                  </a:cubicBezTo>
                  <a:cubicBezTo>
                    <a:pt x="4180" y="4548"/>
                    <a:pt x="4394" y="4108"/>
                    <a:pt x="4334" y="3917"/>
                  </a:cubicBezTo>
                  <a:cubicBezTo>
                    <a:pt x="4287" y="3727"/>
                    <a:pt x="3870" y="3477"/>
                    <a:pt x="3727" y="3346"/>
                  </a:cubicBezTo>
                  <a:cubicBezTo>
                    <a:pt x="3322" y="3000"/>
                    <a:pt x="2906" y="2643"/>
                    <a:pt x="2501" y="2274"/>
                  </a:cubicBezTo>
                  <a:cubicBezTo>
                    <a:pt x="1679" y="1536"/>
                    <a:pt x="858" y="786"/>
                    <a:pt x="84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61"/>
            <p:cNvSpPr/>
            <p:nvPr/>
          </p:nvSpPr>
          <p:spPr>
            <a:xfrm>
              <a:off x="4608300" y="2378075"/>
              <a:ext cx="340550" cy="323525"/>
            </a:xfrm>
            <a:custGeom>
              <a:avLst/>
              <a:gdLst/>
              <a:ahLst/>
              <a:cxnLst/>
              <a:rect l="l" t="t" r="r" b="b"/>
              <a:pathLst>
                <a:path w="13622" h="12941" extrusionOk="0">
                  <a:moveTo>
                    <a:pt x="6225" y="456"/>
                  </a:moveTo>
                  <a:cubicBezTo>
                    <a:pt x="6729" y="456"/>
                    <a:pt x="7234" y="458"/>
                    <a:pt x="7740" y="466"/>
                  </a:cubicBezTo>
                  <a:cubicBezTo>
                    <a:pt x="9359" y="478"/>
                    <a:pt x="10978" y="549"/>
                    <a:pt x="12585" y="668"/>
                  </a:cubicBezTo>
                  <a:cubicBezTo>
                    <a:pt x="11359" y="1275"/>
                    <a:pt x="10157" y="1918"/>
                    <a:pt x="8906" y="2490"/>
                  </a:cubicBezTo>
                  <a:lnTo>
                    <a:pt x="8906" y="2502"/>
                  </a:lnTo>
                  <a:cubicBezTo>
                    <a:pt x="7632" y="3097"/>
                    <a:pt x="6323" y="3645"/>
                    <a:pt x="5073" y="4300"/>
                  </a:cubicBezTo>
                  <a:cubicBezTo>
                    <a:pt x="4263" y="3716"/>
                    <a:pt x="3513" y="3026"/>
                    <a:pt x="2763" y="2371"/>
                  </a:cubicBezTo>
                  <a:cubicBezTo>
                    <a:pt x="2048" y="1764"/>
                    <a:pt x="1346" y="1145"/>
                    <a:pt x="632" y="537"/>
                  </a:cubicBezTo>
                  <a:cubicBezTo>
                    <a:pt x="721" y="511"/>
                    <a:pt x="817" y="497"/>
                    <a:pt x="915" y="497"/>
                  </a:cubicBezTo>
                  <a:cubicBezTo>
                    <a:pt x="947" y="497"/>
                    <a:pt x="980" y="499"/>
                    <a:pt x="1013" y="502"/>
                  </a:cubicBezTo>
                  <a:cubicBezTo>
                    <a:pt x="1203" y="490"/>
                    <a:pt x="1406" y="490"/>
                    <a:pt x="1608" y="490"/>
                  </a:cubicBezTo>
                  <a:lnTo>
                    <a:pt x="2858" y="478"/>
                  </a:lnTo>
                  <a:cubicBezTo>
                    <a:pt x="3983" y="470"/>
                    <a:pt x="5103" y="456"/>
                    <a:pt x="6225" y="456"/>
                  </a:cubicBezTo>
                  <a:close/>
                  <a:moveTo>
                    <a:pt x="596" y="549"/>
                  </a:moveTo>
                  <a:cubicBezTo>
                    <a:pt x="1370" y="1347"/>
                    <a:pt x="2191" y="2097"/>
                    <a:pt x="3013" y="2835"/>
                  </a:cubicBezTo>
                  <a:cubicBezTo>
                    <a:pt x="3418" y="3192"/>
                    <a:pt x="3834" y="3550"/>
                    <a:pt x="4239" y="3907"/>
                  </a:cubicBezTo>
                  <a:cubicBezTo>
                    <a:pt x="4394" y="4038"/>
                    <a:pt x="4799" y="4276"/>
                    <a:pt x="4846" y="4478"/>
                  </a:cubicBezTo>
                  <a:cubicBezTo>
                    <a:pt x="4906" y="4669"/>
                    <a:pt x="4704" y="5109"/>
                    <a:pt x="4644" y="5312"/>
                  </a:cubicBezTo>
                  <a:cubicBezTo>
                    <a:pt x="4013" y="7550"/>
                    <a:pt x="3299" y="9777"/>
                    <a:pt x="2703" y="12015"/>
                  </a:cubicBezTo>
                  <a:cubicBezTo>
                    <a:pt x="2687" y="12089"/>
                    <a:pt x="2751" y="12147"/>
                    <a:pt x="2811" y="12147"/>
                  </a:cubicBezTo>
                  <a:cubicBezTo>
                    <a:pt x="2838" y="12147"/>
                    <a:pt x="2864" y="12136"/>
                    <a:pt x="2882" y="12110"/>
                  </a:cubicBezTo>
                  <a:cubicBezTo>
                    <a:pt x="2894" y="12098"/>
                    <a:pt x="2894" y="12086"/>
                    <a:pt x="2906" y="12074"/>
                  </a:cubicBezTo>
                  <a:cubicBezTo>
                    <a:pt x="3299" y="10812"/>
                    <a:pt x="3632" y="9527"/>
                    <a:pt x="4013" y="8264"/>
                  </a:cubicBezTo>
                  <a:cubicBezTo>
                    <a:pt x="4394" y="6990"/>
                    <a:pt x="4775" y="5728"/>
                    <a:pt x="5156" y="4454"/>
                  </a:cubicBezTo>
                  <a:cubicBezTo>
                    <a:pt x="5168" y="4443"/>
                    <a:pt x="5168" y="4419"/>
                    <a:pt x="5156" y="4407"/>
                  </a:cubicBezTo>
                  <a:cubicBezTo>
                    <a:pt x="6466" y="3942"/>
                    <a:pt x="7728" y="3323"/>
                    <a:pt x="8978" y="2740"/>
                  </a:cubicBezTo>
                  <a:cubicBezTo>
                    <a:pt x="10097" y="2228"/>
                    <a:pt x="11228" y="1716"/>
                    <a:pt x="12335" y="1168"/>
                  </a:cubicBezTo>
                  <a:lnTo>
                    <a:pt x="12335" y="1168"/>
                  </a:lnTo>
                  <a:cubicBezTo>
                    <a:pt x="9145" y="4800"/>
                    <a:pt x="6001" y="8443"/>
                    <a:pt x="2906" y="12134"/>
                  </a:cubicBezTo>
                  <a:lnTo>
                    <a:pt x="2679" y="12396"/>
                  </a:lnTo>
                  <a:cubicBezTo>
                    <a:pt x="2191" y="9300"/>
                    <a:pt x="1584" y="6217"/>
                    <a:pt x="1001" y="3133"/>
                  </a:cubicBezTo>
                  <a:cubicBezTo>
                    <a:pt x="929" y="2752"/>
                    <a:pt x="846" y="2359"/>
                    <a:pt x="774" y="1978"/>
                  </a:cubicBezTo>
                  <a:cubicBezTo>
                    <a:pt x="739" y="1787"/>
                    <a:pt x="703" y="1597"/>
                    <a:pt x="667" y="1395"/>
                  </a:cubicBezTo>
                  <a:cubicBezTo>
                    <a:pt x="632" y="1192"/>
                    <a:pt x="501" y="871"/>
                    <a:pt x="536" y="668"/>
                  </a:cubicBezTo>
                  <a:cubicBezTo>
                    <a:pt x="536" y="621"/>
                    <a:pt x="560" y="585"/>
                    <a:pt x="596" y="549"/>
                  </a:cubicBezTo>
                  <a:close/>
                  <a:moveTo>
                    <a:pt x="5977" y="0"/>
                  </a:moveTo>
                  <a:cubicBezTo>
                    <a:pt x="4888" y="0"/>
                    <a:pt x="3801" y="11"/>
                    <a:pt x="2715" y="25"/>
                  </a:cubicBezTo>
                  <a:cubicBezTo>
                    <a:pt x="2298" y="25"/>
                    <a:pt x="1882" y="37"/>
                    <a:pt x="1453" y="37"/>
                  </a:cubicBezTo>
                  <a:cubicBezTo>
                    <a:pt x="1426" y="38"/>
                    <a:pt x="1398" y="39"/>
                    <a:pt x="1370" y="39"/>
                  </a:cubicBezTo>
                  <a:cubicBezTo>
                    <a:pt x="1206" y="39"/>
                    <a:pt x="1027" y="25"/>
                    <a:pt x="852" y="25"/>
                  </a:cubicBezTo>
                  <a:cubicBezTo>
                    <a:pt x="687" y="25"/>
                    <a:pt x="525" y="37"/>
                    <a:pt x="382" y="85"/>
                  </a:cubicBezTo>
                  <a:cubicBezTo>
                    <a:pt x="143" y="168"/>
                    <a:pt x="1" y="394"/>
                    <a:pt x="24" y="644"/>
                  </a:cubicBezTo>
                  <a:cubicBezTo>
                    <a:pt x="72" y="1037"/>
                    <a:pt x="155" y="1430"/>
                    <a:pt x="251" y="1823"/>
                  </a:cubicBezTo>
                  <a:cubicBezTo>
                    <a:pt x="596" y="3526"/>
                    <a:pt x="929" y="5240"/>
                    <a:pt x="1275" y="6955"/>
                  </a:cubicBezTo>
                  <a:cubicBezTo>
                    <a:pt x="1644" y="8860"/>
                    <a:pt x="2025" y="10765"/>
                    <a:pt x="2465" y="12658"/>
                  </a:cubicBezTo>
                  <a:cubicBezTo>
                    <a:pt x="2366" y="12775"/>
                    <a:pt x="2465" y="12941"/>
                    <a:pt x="2587" y="12941"/>
                  </a:cubicBezTo>
                  <a:cubicBezTo>
                    <a:pt x="2625" y="12941"/>
                    <a:pt x="2666" y="12924"/>
                    <a:pt x="2703" y="12884"/>
                  </a:cubicBezTo>
                  <a:cubicBezTo>
                    <a:pt x="6347" y="8860"/>
                    <a:pt x="9930" y="4776"/>
                    <a:pt x="13467" y="656"/>
                  </a:cubicBezTo>
                  <a:cubicBezTo>
                    <a:pt x="13621" y="490"/>
                    <a:pt x="13514" y="216"/>
                    <a:pt x="13276" y="216"/>
                  </a:cubicBezTo>
                  <a:cubicBezTo>
                    <a:pt x="10849" y="51"/>
                    <a:pt x="8411" y="0"/>
                    <a:pt x="59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27" name="Google Shape;3027;p61"/>
          <p:cNvGrpSpPr/>
          <p:nvPr/>
        </p:nvGrpSpPr>
        <p:grpSpPr>
          <a:xfrm>
            <a:off x="8119315" y="405124"/>
            <a:ext cx="447848" cy="753261"/>
            <a:chOff x="6439525" y="3953600"/>
            <a:chExt cx="519425" cy="873650"/>
          </a:xfrm>
        </p:grpSpPr>
        <p:sp>
          <p:nvSpPr>
            <p:cNvPr id="3028" name="Google Shape;3028;p61"/>
            <p:cNvSpPr/>
            <p:nvPr/>
          </p:nvSpPr>
          <p:spPr>
            <a:xfrm>
              <a:off x="6453800" y="4033125"/>
              <a:ext cx="497125" cy="782025"/>
            </a:xfrm>
            <a:custGeom>
              <a:avLst/>
              <a:gdLst/>
              <a:ahLst/>
              <a:cxnLst/>
              <a:rect l="l" t="t" r="r" b="b"/>
              <a:pathLst>
                <a:path w="19885" h="31281" extrusionOk="0">
                  <a:moveTo>
                    <a:pt x="9156" y="10744"/>
                  </a:moveTo>
                  <a:cubicBezTo>
                    <a:pt x="10509" y="10744"/>
                    <a:pt x="11844" y="11159"/>
                    <a:pt x="13038" y="11789"/>
                  </a:cubicBezTo>
                  <a:cubicBezTo>
                    <a:pt x="13788" y="12182"/>
                    <a:pt x="14491" y="12658"/>
                    <a:pt x="15205" y="13134"/>
                  </a:cubicBezTo>
                  <a:cubicBezTo>
                    <a:pt x="15931" y="13599"/>
                    <a:pt x="16682" y="14003"/>
                    <a:pt x="17432" y="14432"/>
                  </a:cubicBezTo>
                  <a:cubicBezTo>
                    <a:pt x="17491" y="14456"/>
                    <a:pt x="17515" y="14539"/>
                    <a:pt x="17503" y="14599"/>
                  </a:cubicBezTo>
                  <a:cubicBezTo>
                    <a:pt x="17503" y="15003"/>
                    <a:pt x="17515" y="15396"/>
                    <a:pt x="17515" y="15789"/>
                  </a:cubicBezTo>
                  <a:cubicBezTo>
                    <a:pt x="17527" y="19028"/>
                    <a:pt x="17503" y="22254"/>
                    <a:pt x="17479" y="25493"/>
                  </a:cubicBezTo>
                  <a:lnTo>
                    <a:pt x="17479" y="25481"/>
                  </a:lnTo>
                  <a:cubicBezTo>
                    <a:pt x="17479" y="26279"/>
                    <a:pt x="17479" y="27064"/>
                    <a:pt x="17467" y="27862"/>
                  </a:cubicBezTo>
                  <a:cubicBezTo>
                    <a:pt x="17467" y="28434"/>
                    <a:pt x="17563" y="29220"/>
                    <a:pt x="17110" y="29672"/>
                  </a:cubicBezTo>
                  <a:cubicBezTo>
                    <a:pt x="16904" y="29910"/>
                    <a:pt x="16619" y="29971"/>
                    <a:pt x="16318" y="29971"/>
                  </a:cubicBezTo>
                  <a:cubicBezTo>
                    <a:pt x="16289" y="29971"/>
                    <a:pt x="16259" y="29971"/>
                    <a:pt x="16229" y="29970"/>
                  </a:cubicBezTo>
                  <a:cubicBezTo>
                    <a:pt x="15836" y="29958"/>
                    <a:pt x="15443" y="29946"/>
                    <a:pt x="15050" y="29922"/>
                  </a:cubicBezTo>
                  <a:cubicBezTo>
                    <a:pt x="14253" y="29862"/>
                    <a:pt x="13455" y="29803"/>
                    <a:pt x="12669" y="29708"/>
                  </a:cubicBezTo>
                  <a:cubicBezTo>
                    <a:pt x="9526" y="29362"/>
                    <a:pt x="6430" y="28708"/>
                    <a:pt x="3406" y="27767"/>
                  </a:cubicBezTo>
                  <a:cubicBezTo>
                    <a:pt x="3037" y="27648"/>
                    <a:pt x="2680" y="27529"/>
                    <a:pt x="2311" y="27410"/>
                  </a:cubicBezTo>
                  <a:cubicBezTo>
                    <a:pt x="1989" y="27303"/>
                    <a:pt x="1644" y="27219"/>
                    <a:pt x="1382" y="27005"/>
                  </a:cubicBezTo>
                  <a:cubicBezTo>
                    <a:pt x="1132" y="26803"/>
                    <a:pt x="989" y="26505"/>
                    <a:pt x="977" y="26183"/>
                  </a:cubicBezTo>
                  <a:cubicBezTo>
                    <a:pt x="941" y="25814"/>
                    <a:pt x="953" y="25433"/>
                    <a:pt x="1001" y="25064"/>
                  </a:cubicBezTo>
                  <a:cubicBezTo>
                    <a:pt x="1191" y="23516"/>
                    <a:pt x="1965" y="22111"/>
                    <a:pt x="2561" y="20695"/>
                  </a:cubicBezTo>
                  <a:cubicBezTo>
                    <a:pt x="3775" y="17801"/>
                    <a:pt x="4775" y="14837"/>
                    <a:pt x="5787" y="11884"/>
                  </a:cubicBezTo>
                  <a:cubicBezTo>
                    <a:pt x="5763" y="11884"/>
                    <a:pt x="5752" y="11860"/>
                    <a:pt x="5763" y="11836"/>
                  </a:cubicBezTo>
                  <a:lnTo>
                    <a:pt x="5823" y="11801"/>
                  </a:lnTo>
                  <a:lnTo>
                    <a:pt x="5823" y="11765"/>
                  </a:lnTo>
                  <a:cubicBezTo>
                    <a:pt x="5835" y="11753"/>
                    <a:pt x="5847" y="11753"/>
                    <a:pt x="5859" y="11753"/>
                  </a:cubicBezTo>
                  <a:cubicBezTo>
                    <a:pt x="6156" y="11515"/>
                    <a:pt x="6490" y="11313"/>
                    <a:pt x="6859" y="11182"/>
                  </a:cubicBezTo>
                  <a:cubicBezTo>
                    <a:pt x="7252" y="11015"/>
                    <a:pt x="7657" y="10908"/>
                    <a:pt x="8073" y="10836"/>
                  </a:cubicBezTo>
                  <a:cubicBezTo>
                    <a:pt x="8434" y="10774"/>
                    <a:pt x="8796" y="10744"/>
                    <a:pt x="9156" y="10744"/>
                  </a:cubicBezTo>
                  <a:close/>
                  <a:moveTo>
                    <a:pt x="8557" y="1"/>
                  </a:moveTo>
                  <a:cubicBezTo>
                    <a:pt x="8507" y="1"/>
                    <a:pt x="8457" y="4"/>
                    <a:pt x="8407" y="14"/>
                  </a:cubicBezTo>
                  <a:cubicBezTo>
                    <a:pt x="8228" y="61"/>
                    <a:pt x="8109" y="204"/>
                    <a:pt x="8061" y="371"/>
                  </a:cubicBezTo>
                  <a:cubicBezTo>
                    <a:pt x="8026" y="573"/>
                    <a:pt x="8073" y="776"/>
                    <a:pt x="8192" y="930"/>
                  </a:cubicBezTo>
                  <a:cubicBezTo>
                    <a:pt x="8335" y="1145"/>
                    <a:pt x="8561" y="1299"/>
                    <a:pt x="8811" y="1371"/>
                  </a:cubicBezTo>
                  <a:cubicBezTo>
                    <a:pt x="8866" y="1369"/>
                    <a:pt x="8921" y="1369"/>
                    <a:pt x="8976" y="1369"/>
                  </a:cubicBezTo>
                  <a:cubicBezTo>
                    <a:pt x="9338" y="1369"/>
                    <a:pt x="9700" y="1401"/>
                    <a:pt x="10062" y="1442"/>
                  </a:cubicBezTo>
                  <a:cubicBezTo>
                    <a:pt x="10466" y="1502"/>
                    <a:pt x="10871" y="1549"/>
                    <a:pt x="11288" y="1609"/>
                  </a:cubicBezTo>
                  <a:cubicBezTo>
                    <a:pt x="11705" y="1680"/>
                    <a:pt x="12121" y="1764"/>
                    <a:pt x="12538" y="1847"/>
                  </a:cubicBezTo>
                  <a:cubicBezTo>
                    <a:pt x="12955" y="1930"/>
                    <a:pt x="13372" y="2002"/>
                    <a:pt x="13788" y="2097"/>
                  </a:cubicBezTo>
                  <a:cubicBezTo>
                    <a:pt x="13832" y="2108"/>
                    <a:pt x="13825" y="2170"/>
                    <a:pt x="13787" y="2170"/>
                  </a:cubicBezTo>
                  <a:cubicBezTo>
                    <a:pt x="13783" y="2170"/>
                    <a:pt x="13780" y="2169"/>
                    <a:pt x="13776" y="2169"/>
                  </a:cubicBezTo>
                  <a:cubicBezTo>
                    <a:pt x="12943" y="2109"/>
                    <a:pt x="12098" y="2026"/>
                    <a:pt x="11264" y="1907"/>
                  </a:cubicBezTo>
                  <a:cubicBezTo>
                    <a:pt x="10859" y="1847"/>
                    <a:pt x="10455" y="1776"/>
                    <a:pt x="10050" y="1704"/>
                  </a:cubicBezTo>
                  <a:cubicBezTo>
                    <a:pt x="9764" y="1657"/>
                    <a:pt x="9490" y="1597"/>
                    <a:pt x="9216" y="1526"/>
                  </a:cubicBezTo>
                  <a:cubicBezTo>
                    <a:pt x="9173" y="1528"/>
                    <a:pt x="9129" y="1529"/>
                    <a:pt x="9085" y="1529"/>
                  </a:cubicBezTo>
                  <a:cubicBezTo>
                    <a:pt x="8867" y="1529"/>
                    <a:pt x="8651" y="1504"/>
                    <a:pt x="8442" y="1454"/>
                  </a:cubicBezTo>
                  <a:cubicBezTo>
                    <a:pt x="8300" y="1990"/>
                    <a:pt x="8145" y="2538"/>
                    <a:pt x="8002" y="3073"/>
                  </a:cubicBezTo>
                  <a:cubicBezTo>
                    <a:pt x="7335" y="5407"/>
                    <a:pt x="6585" y="7729"/>
                    <a:pt x="5799" y="10039"/>
                  </a:cubicBezTo>
                  <a:cubicBezTo>
                    <a:pt x="5025" y="12336"/>
                    <a:pt x="4204" y="14622"/>
                    <a:pt x="3370" y="16908"/>
                  </a:cubicBezTo>
                  <a:cubicBezTo>
                    <a:pt x="2537" y="19194"/>
                    <a:pt x="1692" y="21469"/>
                    <a:pt x="882" y="23766"/>
                  </a:cubicBezTo>
                  <a:cubicBezTo>
                    <a:pt x="691" y="24338"/>
                    <a:pt x="489" y="24909"/>
                    <a:pt x="334" y="25493"/>
                  </a:cubicBezTo>
                  <a:cubicBezTo>
                    <a:pt x="251" y="25779"/>
                    <a:pt x="179" y="26076"/>
                    <a:pt x="108" y="26362"/>
                  </a:cubicBezTo>
                  <a:cubicBezTo>
                    <a:pt x="72" y="26600"/>
                    <a:pt x="1" y="26874"/>
                    <a:pt x="108" y="27112"/>
                  </a:cubicBezTo>
                  <a:cubicBezTo>
                    <a:pt x="310" y="27541"/>
                    <a:pt x="894" y="27791"/>
                    <a:pt x="1299" y="27969"/>
                  </a:cubicBezTo>
                  <a:cubicBezTo>
                    <a:pt x="1823" y="28184"/>
                    <a:pt x="2370" y="28374"/>
                    <a:pt x="2918" y="28517"/>
                  </a:cubicBezTo>
                  <a:cubicBezTo>
                    <a:pt x="5287" y="29172"/>
                    <a:pt x="7704" y="29672"/>
                    <a:pt x="10133" y="30124"/>
                  </a:cubicBezTo>
                  <a:cubicBezTo>
                    <a:pt x="11336" y="30351"/>
                    <a:pt x="12538" y="30553"/>
                    <a:pt x="13741" y="30744"/>
                  </a:cubicBezTo>
                  <a:cubicBezTo>
                    <a:pt x="14943" y="30946"/>
                    <a:pt x="16146" y="31172"/>
                    <a:pt x="17372" y="31255"/>
                  </a:cubicBezTo>
                  <a:cubicBezTo>
                    <a:pt x="17483" y="31272"/>
                    <a:pt x="17593" y="31281"/>
                    <a:pt x="17704" y="31281"/>
                  </a:cubicBezTo>
                  <a:cubicBezTo>
                    <a:pt x="17831" y="31281"/>
                    <a:pt x="17959" y="31269"/>
                    <a:pt x="18086" y="31244"/>
                  </a:cubicBezTo>
                  <a:cubicBezTo>
                    <a:pt x="18277" y="31196"/>
                    <a:pt x="18408" y="31029"/>
                    <a:pt x="18432" y="30839"/>
                  </a:cubicBezTo>
                  <a:cubicBezTo>
                    <a:pt x="18456" y="30589"/>
                    <a:pt x="18467" y="30339"/>
                    <a:pt x="18456" y="30101"/>
                  </a:cubicBezTo>
                  <a:cubicBezTo>
                    <a:pt x="18444" y="29791"/>
                    <a:pt x="18432" y="29493"/>
                    <a:pt x="18432" y="29196"/>
                  </a:cubicBezTo>
                  <a:cubicBezTo>
                    <a:pt x="18420" y="27957"/>
                    <a:pt x="18408" y="26731"/>
                    <a:pt x="18408" y="25493"/>
                  </a:cubicBezTo>
                  <a:cubicBezTo>
                    <a:pt x="18420" y="23052"/>
                    <a:pt x="18444" y="20587"/>
                    <a:pt x="18491" y="18147"/>
                  </a:cubicBezTo>
                  <a:cubicBezTo>
                    <a:pt x="18527" y="15694"/>
                    <a:pt x="18587" y="13253"/>
                    <a:pt x="18658" y="10789"/>
                  </a:cubicBezTo>
                  <a:cubicBezTo>
                    <a:pt x="18729" y="8324"/>
                    <a:pt x="18825" y="5871"/>
                    <a:pt x="18908" y="3407"/>
                  </a:cubicBezTo>
                  <a:cubicBezTo>
                    <a:pt x="18908" y="3359"/>
                    <a:pt x="18920" y="3300"/>
                    <a:pt x="18932" y="3264"/>
                  </a:cubicBezTo>
                  <a:lnTo>
                    <a:pt x="18932" y="3264"/>
                  </a:lnTo>
                  <a:cubicBezTo>
                    <a:pt x="18921" y="3264"/>
                    <a:pt x="18910" y="3264"/>
                    <a:pt x="18899" y="3264"/>
                  </a:cubicBezTo>
                  <a:cubicBezTo>
                    <a:pt x="18292" y="3264"/>
                    <a:pt x="17718" y="2942"/>
                    <a:pt x="17110" y="2931"/>
                  </a:cubicBezTo>
                  <a:cubicBezTo>
                    <a:pt x="17003" y="2919"/>
                    <a:pt x="16979" y="2764"/>
                    <a:pt x="17086" y="2764"/>
                  </a:cubicBezTo>
                  <a:cubicBezTo>
                    <a:pt x="17121" y="2762"/>
                    <a:pt x="17155" y="2761"/>
                    <a:pt x="17189" y="2761"/>
                  </a:cubicBezTo>
                  <a:cubicBezTo>
                    <a:pt x="17688" y="2761"/>
                    <a:pt x="18187" y="2950"/>
                    <a:pt x="18686" y="2950"/>
                  </a:cubicBezTo>
                  <a:cubicBezTo>
                    <a:pt x="18795" y="2950"/>
                    <a:pt x="18905" y="2941"/>
                    <a:pt x="19015" y="2919"/>
                  </a:cubicBezTo>
                  <a:cubicBezTo>
                    <a:pt x="19253" y="2883"/>
                    <a:pt x="19479" y="2776"/>
                    <a:pt x="19646" y="2597"/>
                  </a:cubicBezTo>
                  <a:cubicBezTo>
                    <a:pt x="19765" y="2454"/>
                    <a:pt x="19884" y="2133"/>
                    <a:pt x="19646" y="2038"/>
                  </a:cubicBezTo>
                  <a:cubicBezTo>
                    <a:pt x="19491" y="1990"/>
                    <a:pt x="19349" y="1966"/>
                    <a:pt x="19182" y="1954"/>
                  </a:cubicBezTo>
                  <a:lnTo>
                    <a:pt x="18706" y="1847"/>
                  </a:lnTo>
                  <a:cubicBezTo>
                    <a:pt x="18408" y="1788"/>
                    <a:pt x="18098" y="1716"/>
                    <a:pt x="17789" y="1657"/>
                  </a:cubicBezTo>
                  <a:cubicBezTo>
                    <a:pt x="17158" y="1526"/>
                    <a:pt x="16539" y="1407"/>
                    <a:pt x="15908" y="1276"/>
                  </a:cubicBezTo>
                  <a:cubicBezTo>
                    <a:pt x="14657" y="1026"/>
                    <a:pt x="13395" y="799"/>
                    <a:pt x="12133" y="573"/>
                  </a:cubicBezTo>
                  <a:cubicBezTo>
                    <a:pt x="11502" y="466"/>
                    <a:pt x="10883" y="347"/>
                    <a:pt x="10252" y="252"/>
                  </a:cubicBezTo>
                  <a:lnTo>
                    <a:pt x="9312" y="97"/>
                  </a:lnTo>
                  <a:cubicBezTo>
                    <a:pt x="9145" y="73"/>
                    <a:pt x="8978" y="37"/>
                    <a:pt x="8800" y="25"/>
                  </a:cubicBezTo>
                  <a:cubicBezTo>
                    <a:pt x="8719" y="11"/>
                    <a:pt x="8638" y="1"/>
                    <a:pt x="8557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61"/>
            <p:cNvSpPr/>
            <p:nvPr/>
          </p:nvSpPr>
          <p:spPr>
            <a:xfrm>
              <a:off x="6692525" y="3963500"/>
              <a:ext cx="240225" cy="103900"/>
            </a:xfrm>
            <a:custGeom>
              <a:avLst/>
              <a:gdLst/>
              <a:ahLst/>
              <a:cxnLst/>
              <a:rect l="l" t="t" r="r" b="b"/>
              <a:pathLst>
                <a:path w="9609" h="4156" extrusionOk="0">
                  <a:moveTo>
                    <a:pt x="72" y="1"/>
                  </a:moveTo>
                  <a:cubicBezTo>
                    <a:pt x="72" y="179"/>
                    <a:pt x="60" y="358"/>
                    <a:pt x="60" y="536"/>
                  </a:cubicBezTo>
                  <a:cubicBezTo>
                    <a:pt x="48" y="786"/>
                    <a:pt x="60" y="1025"/>
                    <a:pt x="48" y="1275"/>
                  </a:cubicBezTo>
                  <a:cubicBezTo>
                    <a:pt x="36" y="1525"/>
                    <a:pt x="36" y="1775"/>
                    <a:pt x="36" y="2025"/>
                  </a:cubicBezTo>
                  <a:cubicBezTo>
                    <a:pt x="36" y="2215"/>
                    <a:pt x="24" y="2418"/>
                    <a:pt x="1" y="2608"/>
                  </a:cubicBezTo>
                  <a:lnTo>
                    <a:pt x="596" y="2715"/>
                  </a:lnTo>
                  <a:cubicBezTo>
                    <a:pt x="1322" y="2846"/>
                    <a:pt x="2037" y="2977"/>
                    <a:pt x="2751" y="3108"/>
                  </a:cubicBezTo>
                  <a:cubicBezTo>
                    <a:pt x="4192" y="3358"/>
                    <a:pt x="5632" y="3620"/>
                    <a:pt x="7073" y="3882"/>
                  </a:cubicBezTo>
                  <a:lnTo>
                    <a:pt x="8645" y="4156"/>
                  </a:lnTo>
                  <a:cubicBezTo>
                    <a:pt x="8978" y="3322"/>
                    <a:pt x="9288" y="2477"/>
                    <a:pt x="9609" y="1632"/>
                  </a:cubicBezTo>
                  <a:cubicBezTo>
                    <a:pt x="8942" y="1536"/>
                    <a:pt x="8287" y="1441"/>
                    <a:pt x="7621" y="1334"/>
                  </a:cubicBezTo>
                  <a:cubicBezTo>
                    <a:pt x="6335" y="1120"/>
                    <a:pt x="5049" y="905"/>
                    <a:pt x="3763" y="667"/>
                  </a:cubicBezTo>
                  <a:cubicBezTo>
                    <a:pt x="3120" y="548"/>
                    <a:pt x="2477" y="429"/>
                    <a:pt x="1834" y="298"/>
                  </a:cubicBezTo>
                  <a:cubicBezTo>
                    <a:pt x="1501" y="227"/>
                    <a:pt x="1179" y="167"/>
                    <a:pt x="858" y="96"/>
                  </a:cubicBezTo>
                  <a:cubicBezTo>
                    <a:pt x="596" y="48"/>
                    <a:pt x="334" y="12"/>
                    <a:pt x="72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61"/>
            <p:cNvSpPr/>
            <p:nvPr/>
          </p:nvSpPr>
          <p:spPr>
            <a:xfrm>
              <a:off x="6487450" y="4330500"/>
              <a:ext cx="397675" cy="440950"/>
            </a:xfrm>
            <a:custGeom>
              <a:avLst/>
              <a:gdLst/>
              <a:ahLst/>
              <a:cxnLst/>
              <a:rect l="l" t="t" r="r" b="b"/>
              <a:pathLst>
                <a:path w="15907" h="17638" extrusionOk="0">
                  <a:moveTo>
                    <a:pt x="4501" y="1"/>
                  </a:moveTo>
                  <a:cubicBezTo>
                    <a:pt x="4406" y="322"/>
                    <a:pt x="4310" y="656"/>
                    <a:pt x="4215" y="977"/>
                  </a:cubicBezTo>
                  <a:cubicBezTo>
                    <a:pt x="3358" y="3918"/>
                    <a:pt x="2441" y="6835"/>
                    <a:pt x="1250" y="9669"/>
                  </a:cubicBezTo>
                  <a:cubicBezTo>
                    <a:pt x="691" y="11014"/>
                    <a:pt x="0" y="12407"/>
                    <a:pt x="0" y="13896"/>
                  </a:cubicBezTo>
                  <a:cubicBezTo>
                    <a:pt x="0" y="14217"/>
                    <a:pt x="12" y="14598"/>
                    <a:pt x="250" y="14812"/>
                  </a:cubicBezTo>
                  <a:cubicBezTo>
                    <a:pt x="488" y="15027"/>
                    <a:pt x="846" y="15098"/>
                    <a:pt x="1143" y="15205"/>
                  </a:cubicBezTo>
                  <a:cubicBezTo>
                    <a:pt x="1870" y="15455"/>
                    <a:pt x="2608" y="15681"/>
                    <a:pt x="3346" y="15896"/>
                  </a:cubicBezTo>
                  <a:cubicBezTo>
                    <a:pt x="6287" y="16705"/>
                    <a:pt x="9299" y="17253"/>
                    <a:pt x="12347" y="17491"/>
                  </a:cubicBezTo>
                  <a:cubicBezTo>
                    <a:pt x="13121" y="17563"/>
                    <a:pt x="13895" y="17610"/>
                    <a:pt x="14669" y="17634"/>
                  </a:cubicBezTo>
                  <a:cubicBezTo>
                    <a:pt x="14744" y="17634"/>
                    <a:pt x="14825" y="17638"/>
                    <a:pt x="14907" y="17638"/>
                  </a:cubicBezTo>
                  <a:cubicBezTo>
                    <a:pt x="15121" y="17638"/>
                    <a:pt x="15340" y="17613"/>
                    <a:pt x="15478" y="17432"/>
                  </a:cubicBezTo>
                  <a:cubicBezTo>
                    <a:pt x="15609" y="17217"/>
                    <a:pt x="15669" y="16967"/>
                    <a:pt x="15657" y="16705"/>
                  </a:cubicBezTo>
                  <a:cubicBezTo>
                    <a:pt x="15705" y="15955"/>
                    <a:pt x="15681" y="15205"/>
                    <a:pt x="15693" y="14455"/>
                  </a:cubicBezTo>
                  <a:lnTo>
                    <a:pt x="15728" y="12110"/>
                  </a:lnTo>
                  <a:cubicBezTo>
                    <a:pt x="15776" y="9002"/>
                    <a:pt x="15788" y="5895"/>
                    <a:pt x="15907" y="2787"/>
                  </a:cubicBezTo>
                  <a:lnTo>
                    <a:pt x="15871" y="2775"/>
                  </a:lnTo>
                  <a:cubicBezTo>
                    <a:pt x="15859" y="2835"/>
                    <a:pt x="15824" y="2882"/>
                    <a:pt x="15764" y="2894"/>
                  </a:cubicBezTo>
                  <a:cubicBezTo>
                    <a:pt x="14955" y="3192"/>
                    <a:pt x="14097" y="3359"/>
                    <a:pt x="13240" y="3382"/>
                  </a:cubicBezTo>
                  <a:cubicBezTo>
                    <a:pt x="13151" y="3384"/>
                    <a:pt x="13061" y="3385"/>
                    <a:pt x="12972" y="3385"/>
                  </a:cubicBezTo>
                  <a:cubicBezTo>
                    <a:pt x="11514" y="3385"/>
                    <a:pt x="10062" y="3111"/>
                    <a:pt x="8716" y="2561"/>
                  </a:cubicBezTo>
                  <a:cubicBezTo>
                    <a:pt x="7954" y="2251"/>
                    <a:pt x="7215" y="1894"/>
                    <a:pt x="6513" y="1477"/>
                  </a:cubicBezTo>
                  <a:cubicBezTo>
                    <a:pt x="5822" y="1061"/>
                    <a:pt x="5096" y="632"/>
                    <a:pt x="4548" y="49"/>
                  </a:cubicBezTo>
                  <a:cubicBezTo>
                    <a:pt x="4537" y="37"/>
                    <a:pt x="4537" y="25"/>
                    <a:pt x="4548" y="13"/>
                  </a:cubicBezTo>
                  <a:lnTo>
                    <a:pt x="4501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61"/>
            <p:cNvSpPr/>
            <p:nvPr/>
          </p:nvSpPr>
          <p:spPr>
            <a:xfrm>
              <a:off x="6599950" y="4306675"/>
              <a:ext cx="273875" cy="100900"/>
            </a:xfrm>
            <a:custGeom>
              <a:avLst/>
              <a:gdLst/>
              <a:ahLst/>
              <a:cxnLst/>
              <a:rect l="l" t="t" r="r" b="b"/>
              <a:pathLst>
                <a:path w="10955" h="4036" extrusionOk="0">
                  <a:moveTo>
                    <a:pt x="3238" y="1"/>
                  </a:moveTo>
                  <a:cubicBezTo>
                    <a:pt x="2852" y="1"/>
                    <a:pt x="2466" y="37"/>
                    <a:pt x="2084" y="109"/>
                  </a:cubicBezTo>
                  <a:cubicBezTo>
                    <a:pt x="1703" y="180"/>
                    <a:pt x="1334" y="287"/>
                    <a:pt x="977" y="430"/>
                  </a:cubicBezTo>
                  <a:cubicBezTo>
                    <a:pt x="644" y="573"/>
                    <a:pt x="334" y="752"/>
                    <a:pt x="13" y="906"/>
                  </a:cubicBezTo>
                  <a:cubicBezTo>
                    <a:pt x="1" y="918"/>
                    <a:pt x="1" y="930"/>
                    <a:pt x="1" y="942"/>
                  </a:cubicBezTo>
                  <a:lnTo>
                    <a:pt x="37" y="954"/>
                  </a:lnTo>
                  <a:cubicBezTo>
                    <a:pt x="45" y="946"/>
                    <a:pt x="53" y="937"/>
                    <a:pt x="62" y="937"/>
                  </a:cubicBezTo>
                  <a:cubicBezTo>
                    <a:pt x="65" y="937"/>
                    <a:pt x="69" y="939"/>
                    <a:pt x="72" y="942"/>
                  </a:cubicBezTo>
                  <a:cubicBezTo>
                    <a:pt x="477" y="1133"/>
                    <a:pt x="846" y="1383"/>
                    <a:pt x="1227" y="1621"/>
                  </a:cubicBezTo>
                  <a:cubicBezTo>
                    <a:pt x="1608" y="1847"/>
                    <a:pt x="1977" y="2085"/>
                    <a:pt x="2370" y="2311"/>
                  </a:cubicBezTo>
                  <a:cubicBezTo>
                    <a:pt x="3727" y="3061"/>
                    <a:pt x="5192" y="3669"/>
                    <a:pt x="6728" y="3919"/>
                  </a:cubicBezTo>
                  <a:cubicBezTo>
                    <a:pt x="7192" y="3997"/>
                    <a:pt x="7662" y="4035"/>
                    <a:pt x="8131" y="4035"/>
                  </a:cubicBezTo>
                  <a:cubicBezTo>
                    <a:pt x="9092" y="4035"/>
                    <a:pt x="10050" y="3874"/>
                    <a:pt x="10955" y="3561"/>
                  </a:cubicBezTo>
                  <a:cubicBezTo>
                    <a:pt x="10288" y="3216"/>
                    <a:pt x="9657" y="2823"/>
                    <a:pt x="9050" y="2395"/>
                  </a:cubicBezTo>
                  <a:cubicBezTo>
                    <a:pt x="7645" y="1454"/>
                    <a:pt x="6240" y="490"/>
                    <a:pt x="4561" y="144"/>
                  </a:cubicBezTo>
                  <a:cubicBezTo>
                    <a:pt x="4127" y="49"/>
                    <a:pt x="3683" y="1"/>
                    <a:pt x="3238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61"/>
            <p:cNvSpPr/>
            <p:nvPr/>
          </p:nvSpPr>
          <p:spPr>
            <a:xfrm>
              <a:off x="6439525" y="3953600"/>
              <a:ext cx="519425" cy="873650"/>
            </a:xfrm>
            <a:custGeom>
              <a:avLst/>
              <a:gdLst/>
              <a:ahLst/>
              <a:cxnLst/>
              <a:rect l="l" t="t" r="r" b="b"/>
              <a:pathLst>
                <a:path w="20777" h="34946" extrusionOk="0">
                  <a:moveTo>
                    <a:pt x="10192" y="408"/>
                  </a:moveTo>
                  <a:cubicBezTo>
                    <a:pt x="10454" y="420"/>
                    <a:pt x="10716" y="456"/>
                    <a:pt x="10966" y="504"/>
                  </a:cubicBezTo>
                  <a:cubicBezTo>
                    <a:pt x="11299" y="575"/>
                    <a:pt x="11621" y="635"/>
                    <a:pt x="11954" y="706"/>
                  </a:cubicBezTo>
                  <a:cubicBezTo>
                    <a:pt x="12597" y="825"/>
                    <a:pt x="13240" y="956"/>
                    <a:pt x="13883" y="1075"/>
                  </a:cubicBezTo>
                  <a:cubicBezTo>
                    <a:pt x="15169" y="1313"/>
                    <a:pt x="16455" y="1528"/>
                    <a:pt x="17741" y="1730"/>
                  </a:cubicBezTo>
                  <a:lnTo>
                    <a:pt x="19729" y="2028"/>
                  </a:lnTo>
                  <a:cubicBezTo>
                    <a:pt x="19408" y="2873"/>
                    <a:pt x="19098" y="3718"/>
                    <a:pt x="18765" y="4552"/>
                  </a:cubicBezTo>
                  <a:lnTo>
                    <a:pt x="17193" y="4278"/>
                  </a:lnTo>
                  <a:cubicBezTo>
                    <a:pt x="15752" y="4028"/>
                    <a:pt x="14312" y="3766"/>
                    <a:pt x="12871" y="3516"/>
                  </a:cubicBezTo>
                  <a:cubicBezTo>
                    <a:pt x="12157" y="3385"/>
                    <a:pt x="11430" y="3254"/>
                    <a:pt x="10716" y="3123"/>
                  </a:cubicBezTo>
                  <a:lnTo>
                    <a:pt x="10121" y="3016"/>
                  </a:lnTo>
                  <a:cubicBezTo>
                    <a:pt x="10144" y="2814"/>
                    <a:pt x="10156" y="2623"/>
                    <a:pt x="10156" y="2421"/>
                  </a:cubicBezTo>
                  <a:cubicBezTo>
                    <a:pt x="10168" y="2183"/>
                    <a:pt x="10156" y="1932"/>
                    <a:pt x="10168" y="1682"/>
                  </a:cubicBezTo>
                  <a:cubicBezTo>
                    <a:pt x="10180" y="1432"/>
                    <a:pt x="10180" y="1182"/>
                    <a:pt x="10180" y="932"/>
                  </a:cubicBezTo>
                  <a:cubicBezTo>
                    <a:pt x="10180" y="754"/>
                    <a:pt x="10192" y="587"/>
                    <a:pt x="10192" y="408"/>
                  </a:cubicBezTo>
                  <a:close/>
                  <a:moveTo>
                    <a:pt x="9122" y="3164"/>
                  </a:moveTo>
                  <a:cubicBezTo>
                    <a:pt x="9206" y="3164"/>
                    <a:pt x="9292" y="3172"/>
                    <a:pt x="9382" y="3195"/>
                  </a:cubicBezTo>
                  <a:cubicBezTo>
                    <a:pt x="9549" y="3206"/>
                    <a:pt x="9716" y="3242"/>
                    <a:pt x="9894" y="3266"/>
                  </a:cubicBezTo>
                  <a:lnTo>
                    <a:pt x="10823" y="3409"/>
                  </a:lnTo>
                  <a:cubicBezTo>
                    <a:pt x="11454" y="3516"/>
                    <a:pt x="12085" y="3623"/>
                    <a:pt x="12704" y="3742"/>
                  </a:cubicBezTo>
                  <a:cubicBezTo>
                    <a:pt x="13966" y="3957"/>
                    <a:pt x="15228" y="4183"/>
                    <a:pt x="16479" y="4445"/>
                  </a:cubicBezTo>
                  <a:cubicBezTo>
                    <a:pt x="17110" y="4564"/>
                    <a:pt x="17729" y="4695"/>
                    <a:pt x="18360" y="4826"/>
                  </a:cubicBezTo>
                  <a:cubicBezTo>
                    <a:pt x="18669" y="4885"/>
                    <a:pt x="18979" y="4945"/>
                    <a:pt x="19288" y="5016"/>
                  </a:cubicBezTo>
                  <a:lnTo>
                    <a:pt x="19765" y="5111"/>
                  </a:lnTo>
                  <a:cubicBezTo>
                    <a:pt x="19908" y="5135"/>
                    <a:pt x="20062" y="5171"/>
                    <a:pt x="20217" y="5207"/>
                  </a:cubicBezTo>
                  <a:cubicBezTo>
                    <a:pt x="20455" y="5302"/>
                    <a:pt x="20336" y="5623"/>
                    <a:pt x="20217" y="5778"/>
                  </a:cubicBezTo>
                  <a:cubicBezTo>
                    <a:pt x="20039" y="5945"/>
                    <a:pt x="19824" y="6052"/>
                    <a:pt x="19586" y="6076"/>
                  </a:cubicBezTo>
                  <a:cubicBezTo>
                    <a:pt x="19476" y="6098"/>
                    <a:pt x="19366" y="6107"/>
                    <a:pt x="19257" y="6107"/>
                  </a:cubicBezTo>
                  <a:cubicBezTo>
                    <a:pt x="18758" y="6107"/>
                    <a:pt x="18259" y="5918"/>
                    <a:pt x="17760" y="5918"/>
                  </a:cubicBezTo>
                  <a:cubicBezTo>
                    <a:pt x="17726" y="5918"/>
                    <a:pt x="17692" y="5919"/>
                    <a:pt x="17657" y="5921"/>
                  </a:cubicBezTo>
                  <a:cubicBezTo>
                    <a:pt x="17550" y="5933"/>
                    <a:pt x="17574" y="6088"/>
                    <a:pt x="17681" y="6088"/>
                  </a:cubicBezTo>
                  <a:cubicBezTo>
                    <a:pt x="18289" y="6099"/>
                    <a:pt x="18863" y="6421"/>
                    <a:pt x="19470" y="6421"/>
                  </a:cubicBezTo>
                  <a:cubicBezTo>
                    <a:pt x="19481" y="6421"/>
                    <a:pt x="19492" y="6421"/>
                    <a:pt x="19503" y="6421"/>
                  </a:cubicBezTo>
                  <a:lnTo>
                    <a:pt x="19503" y="6421"/>
                  </a:lnTo>
                  <a:cubicBezTo>
                    <a:pt x="19491" y="6469"/>
                    <a:pt x="19479" y="6516"/>
                    <a:pt x="19479" y="6576"/>
                  </a:cubicBezTo>
                  <a:cubicBezTo>
                    <a:pt x="19396" y="9029"/>
                    <a:pt x="19300" y="11493"/>
                    <a:pt x="19229" y="13958"/>
                  </a:cubicBezTo>
                  <a:cubicBezTo>
                    <a:pt x="19169" y="16399"/>
                    <a:pt x="19110" y="18851"/>
                    <a:pt x="19062" y="21304"/>
                  </a:cubicBezTo>
                  <a:cubicBezTo>
                    <a:pt x="19003" y="23757"/>
                    <a:pt x="18979" y="26209"/>
                    <a:pt x="18979" y="28662"/>
                  </a:cubicBezTo>
                  <a:cubicBezTo>
                    <a:pt x="18979" y="29888"/>
                    <a:pt x="18991" y="31127"/>
                    <a:pt x="19003" y="32353"/>
                  </a:cubicBezTo>
                  <a:cubicBezTo>
                    <a:pt x="19015" y="32651"/>
                    <a:pt x="19015" y="32960"/>
                    <a:pt x="19027" y="33258"/>
                  </a:cubicBezTo>
                  <a:cubicBezTo>
                    <a:pt x="19038" y="33508"/>
                    <a:pt x="19027" y="33758"/>
                    <a:pt x="19003" y="33996"/>
                  </a:cubicBezTo>
                  <a:cubicBezTo>
                    <a:pt x="18979" y="34186"/>
                    <a:pt x="18848" y="34353"/>
                    <a:pt x="18657" y="34413"/>
                  </a:cubicBezTo>
                  <a:cubicBezTo>
                    <a:pt x="18526" y="34432"/>
                    <a:pt x="18395" y="34441"/>
                    <a:pt x="18264" y="34441"/>
                  </a:cubicBezTo>
                  <a:cubicBezTo>
                    <a:pt x="18157" y="34441"/>
                    <a:pt x="18050" y="34435"/>
                    <a:pt x="17943" y="34425"/>
                  </a:cubicBezTo>
                  <a:cubicBezTo>
                    <a:pt x="16717" y="34341"/>
                    <a:pt x="15514" y="34115"/>
                    <a:pt x="14312" y="33913"/>
                  </a:cubicBezTo>
                  <a:cubicBezTo>
                    <a:pt x="13109" y="33710"/>
                    <a:pt x="11907" y="33508"/>
                    <a:pt x="10704" y="33282"/>
                  </a:cubicBezTo>
                  <a:cubicBezTo>
                    <a:pt x="8275" y="32841"/>
                    <a:pt x="5870" y="32341"/>
                    <a:pt x="3489" y="31674"/>
                  </a:cubicBezTo>
                  <a:cubicBezTo>
                    <a:pt x="2941" y="31531"/>
                    <a:pt x="2394" y="31353"/>
                    <a:pt x="1870" y="31127"/>
                  </a:cubicBezTo>
                  <a:cubicBezTo>
                    <a:pt x="1465" y="30948"/>
                    <a:pt x="881" y="30710"/>
                    <a:pt x="679" y="30269"/>
                  </a:cubicBezTo>
                  <a:cubicBezTo>
                    <a:pt x="572" y="30043"/>
                    <a:pt x="631" y="29769"/>
                    <a:pt x="679" y="29531"/>
                  </a:cubicBezTo>
                  <a:cubicBezTo>
                    <a:pt x="750" y="29233"/>
                    <a:pt x="822" y="28948"/>
                    <a:pt x="905" y="28662"/>
                  </a:cubicBezTo>
                  <a:cubicBezTo>
                    <a:pt x="1060" y="28079"/>
                    <a:pt x="1262" y="27507"/>
                    <a:pt x="1453" y="26924"/>
                  </a:cubicBezTo>
                  <a:cubicBezTo>
                    <a:pt x="2263" y="24638"/>
                    <a:pt x="3108" y="22364"/>
                    <a:pt x="3941" y="20078"/>
                  </a:cubicBezTo>
                  <a:cubicBezTo>
                    <a:pt x="4775" y="17792"/>
                    <a:pt x="5596" y="15506"/>
                    <a:pt x="6370" y="13196"/>
                  </a:cubicBezTo>
                  <a:cubicBezTo>
                    <a:pt x="7156" y="10886"/>
                    <a:pt x="7906" y="8576"/>
                    <a:pt x="8573" y="6231"/>
                  </a:cubicBezTo>
                  <a:cubicBezTo>
                    <a:pt x="8728" y="5695"/>
                    <a:pt x="8871" y="5159"/>
                    <a:pt x="9013" y="4611"/>
                  </a:cubicBezTo>
                  <a:cubicBezTo>
                    <a:pt x="9201" y="4665"/>
                    <a:pt x="9395" y="4692"/>
                    <a:pt x="9591" y="4692"/>
                  </a:cubicBezTo>
                  <a:cubicBezTo>
                    <a:pt x="9656" y="4692"/>
                    <a:pt x="9722" y="4689"/>
                    <a:pt x="9787" y="4683"/>
                  </a:cubicBezTo>
                  <a:cubicBezTo>
                    <a:pt x="10061" y="4754"/>
                    <a:pt x="10335" y="4826"/>
                    <a:pt x="10621" y="4861"/>
                  </a:cubicBezTo>
                  <a:cubicBezTo>
                    <a:pt x="11026" y="4933"/>
                    <a:pt x="11430" y="5004"/>
                    <a:pt x="11835" y="5076"/>
                  </a:cubicBezTo>
                  <a:cubicBezTo>
                    <a:pt x="12669" y="5183"/>
                    <a:pt x="13514" y="5266"/>
                    <a:pt x="14347" y="5338"/>
                  </a:cubicBezTo>
                  <a:cubicBezTo>
                    <a:pt x="14395" y="5338"/>
                    <a:pt x="14407" y="5278"/>
                    <a:pt x="14359" y="5266"/>
                  </a:cubicBezTo>
                  <a:cubicBezTo>
                    <a:pt x="13943" y="5171"/>
                    <a:pt x="13526" y="5100"/>
                    <a:pt x="13109" y="5016"/>
                  </a:cubicBezTo>
                  <a:cubicBezTo>
                    <a:pt x="12692" y="4921"/>
                    <a:pt x="12276" y="4838"/>
                    <a:pt x="11859" y="4778"/>
                  </a:cubicBezTo>
                  <a:cubicBezTo>
                    <a:pt x="11454" y="4707"/>
                    <a:pt x="11037" y="4659"/>
                    <a:pt x="10633" y="4611"/>
                  </a:cubicBezTo>
                  <a:cubicBezTo>
                    <a:pt x="10216" y="4552"/>
                    <a:pt x="9799" y="4528"/>
                    <a:pt x="9382" y="4528"/>
                  </a:cubicBezTo>
                  <a:cubicBezTo>
                    <a:pt x="9132" y="4457"/>
                    <a:pt x="8906" y="4302"/>
                    <a:pt x="8763" y="4099"/>
                  </a:cubicBezTo>
                  <a:cubicBezTo>
                    <a:pt x="8644" y="3933"/>
                    <a:pt x="8597" y="3730"/>
                    <a:pt x="8632" y="3540"/>
                  </a:cubicBezTo>
                  <a:cubicBezTo>
                    <a:pt x="8680" y="3361"/>
                    <a:pt x="8799" y="3230"/>
                    <a:pt x="8978" y="3171"/>
                  </a:cubicBezTo>
                  <a:cubicBezTo>
                    <a:pt x="9026" y="3166"/>
                    <a:pt x="9074" y="3164"/>
                    <a:pt x="9122" y="3164"/>
                  </a:cubicBezTo>
                  <a:close/>
                  <a:moveTo>
                    <a:pt x="9997" y="1"/>
                  </a:moveTo>
                  <a:cubicBezTo>
                    <a:pt x="9903" y="1"/>
                    <a:pt x="9818" y="67"/>
                    <a:pt x="9799" y="170"/>
                  </a:cubicBezTo>
                  <a:cubicBezTo>
                    <a:pt x="9752" y="420"/>
                    <a:pt x="9728" y="670"/>
                    <a:pt x="9740" y="932"/>
                  </a:cubicBezTo>
                  <a:cubicBezTo>
                    <a:pt x="9728" y="1182"/>
                    <a:pt x="9728" y="1444"/>
                    <a:pt x="9740" y="1694"/>
                  </a:cubicBezTo>
                  <a:cubicBezTo>
                    <a:pt x="9752" y="1956"/>
                    <a:pt x="9763" y="2206"/>
                    <a:pt x="9799" y="2456"/>
                  </a:cubicBezTo>
                  <a:cubicBezTo>
                    <a:pt x="9823" y="2635"/>
                    <a:pt x="9859" y="2802"/>
                    <a:pt x="9894" y="2968"/>
                  </a:cubicBezTo>
                  <a:lnTo>
                    <a:pt x="9621" y="2921"/>
                  </a:lnTo>
                  <a:cubicBezTo>
                    <a:pt x="9409" y="2878"/>
                    <a:pt x="9186" y="2806"/>
                    <a:pt x="8968" y="2806"/>
                  </a:cubicBezTo>
                  <a:cubicBezTo>
                    <a:pt x="8878" y="2806"/>
                    <a:pt x="8790" y="2818"/>
                    <a:pt x="8704" y="2849"/>
                  </a:cubicBezTo>
                  <a:cubicBezTo>
                    <a:pt x="8132" y="3052"/>
                    <a:pt x="8037" y="3849"/>
                    <a:pt x="8430" y="4266"/>
                  </a:cubicBezTo>
                  <a:cubicBezTo>
                    <a:pt x="8525" y="4373"/>
                    <a:pt x="8632" y="4457"/>
                    <a:pt x="8751" y="4516"/>
                  </a:cubicBezTo>
                  <a:cubicBezTo>
                    <a:pt x="8085" y="6897"/>
                    <a:pt x="7358" y="9243"/>
                    <a:pt x="6561" y="11600"/>
                  </a:cubicBezTo>
                  <a:cubicBezTo>
                    <a:pt x="5751" y="13958"/>
                    <a:pt x="4894" y="16303"/>
                    <a:pt x="4025" y="18625"/>
                  </a:cubicBezTo>
                  <a:cubicBezTo>
                    <a:pt x="3156" y="20959"/>
                    <a:pt x="2286" y="23280"/>
                    <a:pt x="1441" y="25602"/>
                  </a:cubicBezTo>
                  <a:cubicBezTo>
                    <a:pt x="1012" y="26769"/>
                    <a:pt x="572" y="27924"/>
                    <a:pt x="274" y="29126"/>
                  </a:cubicBezTo>
                  <a:cubicBezTo>
                    <a:pt x="143" y="29662"/>
                    <a:pt x="0" y="30245"/>
                    <a:pt x="381" y="30722"/>
                  </a:cubicBezTo>
                  <a:cubicBezTo>
                    <a:pt x="715" y="31138"/>
                    <a:pt x="1239" y="31388"/>
                    <a:pt x="1727" y="31579"/>
                  </a:cubicBezTo>
                  <a:cubicBezTo>
                    <a:pt x="2274" y="31793"/>
                    <a:pt x="2834" y="31972"/>
                    <a:pt x="3406" y="32115"/>
                  </a:cubicBezTo>
                  <a:cubicBezTo>
                    <a:pt x="4013" y="32281"/>
                    <a:pt x="4620" y="32436"/>
                    <a:pt x="5227" y="32591"/>
                  </a:cubicBezTo>
                  <a:cubicBezTo>
                    <a:pt x="6442" y="32889"/>
                    <a:pt x="7668" y="33163"/>
                    <a:pt x="8894" y="33401"/>
                  </a:cubicBezTo>
                  <a:cubicBezTo>
                    <a:pt x="10121" y="33639"/>
                    <a:pt x="11359" y="33877"/>
                    <a:pt x="12585" y="34091"/>
                  </a:cubicBezTo>
                  <a:cubicBezTo>
                    <a:pt x="13812" y="34306"/>
                    <a:pt x="15038" y="34532"/>
                    <a:pt x="16276" y="34722"/>
                  </a:cubicBezTo>
                  <a:cubicBezTo>
                    <a:pt x="16883" y="34829"/>
                    <a:pt x="17503" y="34901"/>
                    <a:pt x="18122" y="34937"/>
                  </a:cubicBezTo>
                  <a:cubicBezTo>
                    <a:pt x="18200" y="34942"/>
                    <a:pt x="18280" y="34946"/>
                    <a:pt x="18359" y="34946"/>
                  </a:cubicBezTo>
                  <a:cubicBezTo>
                    <a:pt x="18783" y="34946"/>
                    <a:pt x="19195" y="34844"/>
                    <a:pt x="19396" y="34413"/>
                  </a:cubicBezTo>
                  <a:cubicBezTo>
                    <a:pt x="19491" y="34186"/>
                    <a:pt x="19539" y="33936"/>
                    <a:pt x="19539" y="33686"/>
                  </a:cubicBezTo>
                  <a:cubicBezTo>
                    <a:pt x="19550" y="33389"/>
                    <a:pt x="19539" y="33091"/>
                    <a:pt x="19539" y="32793"/>
                  </a:cubicBezTo>
                  <a:cubicBezTo>
                    <a:pt x="19527" y="32162"/>
                    <a:pt x="19527" y="31543"/>
                    <a:pt x="19527" y="30912"/>
                  </a:cubicBezTo>
                  <a:cubicBezTo>
                    <a:pt x="19515" y="28400"/>
                    <a:pt x="19527" y="25888"/>
                    <a:pt x="19562" y="23376"/>
                  </a:cubicBezTo>
                  <a:cubicBezTo>
                    <a:pt x="19598" y="20887"/>
                    <a:pt x="19646" y="18387"/>
                    <a:pt x="19717" y="15875"/>
                  </a:cubicBezTo>
                  <a:cubicBezTo>
                    <a:pt x="19789" y="13362"/>
                    <a:pt x="19872" y="10850"/>
                    <a:pt x="19955" y="8338"/>
                  </a:cubicBezTo>
                  <a:cubicBezTo>
                    <a:pt x="19967" y="7731"/>
                    <a:pt x="19979" y="7124"/>
                    <a:pt x="20003" y="6528"/>
                  </a:cubicBezTo>
                  <a:cubicBezTo>
                    <a:pt x="20003" y="6457"/>
                    <a:pt x="19967" y="6397"/>
                    <a:pt x="19920" y="6362"/>
                  </a:cubicBezTo>
                  <a:cubicBezTo>
                    <a:pt x="20312" y="6243"/>
                    <a:pt x="20658" y="5945"/>
                    <a:pt x="20717" y="5540"/>
                  </a:cubicBezTo>
                  <a:cubicBezTo>
                    <a:pt x="20777" y="5266"/>
                    <a:pt x="20658" y="4992"/>
                    <a:pt x="20408" y="4873"/>
                  </a:cubicBezTo>
                  <a:cubicBezTo>
                    <a:pt x="20265" y="4814"/>
                    <a:pt x="20110" y="4778"/>
                    <a:pt x="19955" y="4766"/>
                  </a:cubicBezTo>
                  <a:lnTo>
                    <a:pt x="19360" y="4659"/>
                  </a:lnTo>
                  <a:lnTo>
                    <a:pt x="19158" y="4623"/>
                  </a:lnTo>
                  <a:cubicBezTo>
                    <a:pt x="19467" y="3730"/>
                    <a:pt x="19800" y="2849"/>
                    <a:pt x="20134" y="1968"/>
                  </a:cubicBezTo>
                  <a:cubicBezTo>
                    <a:pt x="20181" y="1873"/>
                    <a:pt x="20110" y="1754"/>
                    <a:pt x="20003" y="1730"/>
                  </a:cubicBezTo>
                  <a:cubicBezTo>
                    <a:pt x="17407" y="1385"/>
                    <a:pt x="14824" y="980"/>
                    <a:pt x="12240" y="516"/>
                  </a:cubicBezTo>
                  <a:cubicBezTo>
                    <a:pt x="11514" y="385"/>
                    <a:pt x="10776" y="278"/>
                    <a:pt x="10073" y="16"/>
                  </a:cubicBezTo>
                  <a:cubicBezTo>
                    <a:pt x="10048" y="6"/>
                    <a:pt x="10022" y="1"/>
                    <a:pt x="99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61"/>
            <p:cNvSpPr/>
            <p:nvPr/>
          </p:nvSpPr>
          <p:spPr>
            <a:xfrm>
              <a:off x="6477325" y="4301725"/>
              <a:ext cx="415250" cy="480650"/>
            </a:xfrm>
            <a:custGeom>
              <a:avLst/>
              <a:gdLst/>
              <a:ahLst/>
              <a:cxnLst/>
              <a:rect l="l" t="t" r="r" b="b"/>
              <a:pathLst>
                <a:path w="16610" h="19226" extrusionOk="0">
                  <a:moveTo>
                    <a:pt x="8143" y="199"/>
                  </a:moveTo>
                  <a:cubicBezTo>
                    <a:pt x="8588" y="199"/>
                    <a:pt x="9032" y="247"/>
                    <a:pt x="9466" y="342"/>
                  </a:cubicBezTo>
                  <a:cubicBezTo>
                    <a:pt x="11145" y="688"/>
                    <a:pt x="12550" y="1652"/>
                    <a:pt x="13955" y="2593"/>
                  </a:cubicBezTo>
                  <a:cubicBezTo>
                    <a:pt x="14562" y="3021"/>
                    <a:pt x="15193" y="3414"/>
                    <a:pt x="15860" y="3748"/>
                  </a:cubicBezTo>
                  <a:cubicBezTo>
                    <a:pt x="14953" y="4068"/>
                    <a:pt x="13992" y="4233"/>
                    <a:pt x="13028" y="4233"/>
                  </a:cubicBezTo>
                  <a:cubicBezTo>
                    <a:pt x="12562" y="4233"/>
                    <a:pt x="12095" y="4194"/>
                    <a:pt x="11633" y="4117"/>
                  </a:cubicBezTo>
                  <a:cubicBezTo>
                    <a:pt x="10097" y="3867"/>
                    <a:pt x="8632" y="3259"/>
                    <a:pt x="7275" y="2509"/>
                  </a:cubicBezTo>
                  <a:cubicBezTo>
                    <a:pt x="6882" y="2283"/>
                    <a:pt x="6513" y="2045"/>
                    <a:pt x="6132" y="1819"/>
                  </a:cubicBezTo>
                  <a:cubicBezTo>
                    <a:pt x="5751" y="1592"/>
                    <a:pt x="5382" y="1331"/>
                    <a:pt x="4977" y="1140"/>
                  </a:cubicBezTo>
                  <a:cubicBezTo>
                    <a:pt x="4974" y="1137"/>
                    <a:pt x="4970" y="1135"/>
                    <a:pt x="4967" y="1135"/>
                  </a:cubicBezTo>
                  <a:cubicBezTo>
                    <a:pt x="4958" y="1135"/>
                    <a:pt x="4950" y="1144"/>
                    <a:pt x="4942" y="1152"/>
                  </a:cubicBezTo>
                  <a:cubicBezTo>
                    <a:pt x="4942" y="1164"/>
                    <a:pt x="4942" y="1176"/>
                    <a:pt x="4942" y="1188"/>
                  </a:cubicBezTo>
                  <a:cubicBezTo>
                    <a:pt x="5501" y="1771"/>
                    <a:pt x="6227" y="2212"/>
                    <a:pt x="6918" y="2616"/>
                  </a:cubicBezTo>
                  <a:cubicBezTo>
                    <a:pt x="7620" y="3033"/>
                    <a:pt x="8347" y="3402"/>
                    <a:pt x="9109" y="3700"/>
                  </a:cubicBezTo>
                  <a:cubicBezTo>
                    <a:pt x="10446" y="4241"/>
                    <a:pt x="11866" y="4527"/>
                    <a:pt x="13310" y="4527"/>
                  </a:cubicBezTo>
                  <a:cubicBezTo>
                    <a:pt x="13421" y="4527"/>
                    <a:pt x="13533" y="4525"/>
                    <a:pt x="13645" y="4521"/>
                  </a:cubicBezTo>
                  <a:cubicBezTo>
                    <a:pt x="14502" y="4498"/>
                    <a:pt x="15360" y="4343"/>
                    <a:pt x="16169" y="4045"/>
                  </a:cubicBezTo>
                  <a:cubicBezTo>
                    <a:pt x="16229" y="4021"/>
                    <a:pt x="16264" y="3986"/>
                    <a:pt x="16276" y="3926"/>
                  </a:cubicBezTo>
                  <a:lnTo>
                    <a:pt x="16312" y="3938"/>
                  </a:lnTo>
                  <a:lnTo>
                    <a:pt x="16312" y="3950"/>
                  </a:lnTo>
                  <a:cubicBezTo>
                    <a:pt x="16193" y="7046"/>
                    <a:pt x="16181" y="10153"/>
                    <a:pt x="16133" y="13261"/>
                  </a:cubicBezTo>
                  <a:cubicBezTo>
                    <a:pt x="16122" y="14046"/>
                    <a:pt x="16110" y="14820"/>
                    <a:pt x="16098" y="15606"/>
                  </a:cubicBezTo>
                  <a:cubicBezTo>
                    <a:pt x="16086" y="16356"/>
                    <a:pt x="16098" y="17118"/>
                    <a:pt x="16062" y="17856"/>
                  </a:cubicBezTo>
                  <a:cubicBezTo>
                    <a:pt x="16074" y="18118"/>
                    <a:pt x="16002" y="18368"/>
                    <a:pt x="15871" y="18583"/>
                  </a:cubicBezTo>
                  <a:cubicBezTo>
                    <a:pt x="15742" y="18764"/>
                    <a:pt x="15525" y="18789"/>
                    <a:pt x="15312" y="18789"/>
                  </a:cubicBezTo>
                  <a:cubicBezTo>
                    <a:pt x="15230" y="18789"/>
                    <a:pt x="15149" y="18785"/>
                    <a:pt x="15074" y="18785"/>
                  </a:cubicBezTo>
                  <a:cubicBezTo>
                    <a:pt x="14300" y="18761"/>
                    <a:pt x="13526" y="18714"/>
                    <a:pt x="12752" y="18642"/>
                  </a:cubicBezTo>
                  <a:cubicBezTo>
                    <a:pt x="9704" y="18392"/>
                    <a:pt x="6692" y="17856"/>
                    <a:pt x="3751" y="17035"/>
                  </a:cubicBezTo>
                  <a:cubicBezTo>
                    <a:pt x="3013" y="16832"/>
                    <a:pt x="2275" y="16606"/>
                    <a:pt x="1548" y="16356"/>
                  </a:cubicBezTo>
                  <a:cubicBezTo>
                    <a:pt x="1251" y="16249"/>
                    <a:pt x="905" y="16178"/>
                    <a:pt x="655" y="15963"/>
                  </a:cubicBezTo>
                  <a:cubicBezTo>
                    <a:pt x="405" y="15737"/>
                    <a:pt x="405" y="15356"/>
                    <a:pt x="405" y="15047"/>
                  </a:cubicBezTo>
                  <a:cubicBezTo>
                    <a:pt x="405" y="13558"/>
                    <a:pt x="1084" y="12153"/>
                    <a:pt x="1655" y="10808"/>
                  </a:cubicBezTo>
                  <a:cubicBezTo>
                    <a:pt x="2846" y="7986"/>
                    <a:pt x="3751" y="5057"/>
                    <a:pt x="4620" y="2128"/>
                  </a:cubicBezTo>
                  <a:cubicBezTo>
                    <a:pt x="4715" y="1795"/>
                    <a:pt x="4811" y="1473"/>
                    <a:pt x="4906" y="1140"/>
                  </a:cubicBezTo>
                  <a:cubicBezTo>
                    <a:pt x="4918" y="1128"/>
                    <a:pt x="4918" y="1116"/>
                    <a:pt x="4918" y="1104"/>
                  </a:cubicBezTo>
                  <a:cubicBezTo>
                    <a:pt x="5239" y="950"/>
                    <a:pt x="5549" y="759"/>
                    <a:pt x="5882" y="628"/>
                  </a:cubicBezTo>
                  <a:cubicBezTo>
                    <a:pt x="6239" y="485"/>
                    <a:pt x="6608" y="378"/>
                    <a:pt x="6989" y="307"/>
                  </a:cubicBezTo>
                  <a:cubicBezTo>
                    <a:pt x="7371" y="235"/>
                    <a:pt x="7757" y="199"/>
                    <a:pt x="8143" y="199"/>
                  </a:cubicBezTo>
                  <a:close/>
                  <a:moveTo>
                    <a:pt x="8210" y="0"/>
                  </a:moveTo>
                  <a:cubicBezTo>
                    <a:pt x="7851" y="0"/>
                    <a:pt x="7490" y="30"/>
                    <a:pt x="7132" y="92"/>
                  </a:cubicBezTo>
                  <a:cubicBezTo>
                    <a:pt x="6716" y="164"/>
                    <a:pt x="6299" y="271"/>
                    <a:pt x="5906" y="438"/>
                  </a:cubicBezTo>
                  <a:cubicBezTo>
                    <a:pt x="5549" y="569"/>
                    <a:pt x="5203" y="759"/>
                    <a:pt x="4906" y="1009"/>
                  </a:cubicBezTo>
                  <a:cubicBezTo>
                    <a:pt x="4894" y="1009"/>
                    <a:pt x="4882" y="1009"/>
                    <a:pt x="4882" y="1021"/>
                  </a:cubicBezTo>
                  <a:lnTo>
                    <a:pt x="4870" y="1045"/>
                  </a:lnTo>
                  <a:lnTo>
                    <a:pt x="4822" y="1092"/>
                  </a:lnTo>
                  <a:cubicBezTo>
                    <a:pt x="4811" y="1116"/>
                    <a:pt x="4822" y="1140"/>
                    <a:pt x="4846" y="1140"/>
                  </a:cubicBezTo>
                  <a:cubicBezTo>
                    <a:pt x="3834" y="4093"/>
                    <a:pt x="2822" y="7057"/>
                    <a:pt x="1620" y="9951"/>
                  </a:cubicBezTo>
                  <a:cubicBezTo>
                    <a:pt x="1024" y="11367"/>
                    <a:pt x="250" y="12784"/>
                    <a:pt x="60" y="14320"/>
                  </a:cubicBezTo>
                  <a:cubicBezTo>
                    <a:pt x="0" y="14689"/>
                    <a:pt x="0" y="15070"/>
                    <a:pt x="24" y="15439"/>
                  </a:cubicBezTo>
                  <a:cubicBezTo>
                    <a:pt x="48" y="15761"/>
                    <a:pt x="191" y="16059"/>
                    <a:pt x="429" y="16261"/>
                  </a:cubicBezTo>
                  <a:cubicBezTo>
                    <a:pt x="703" y="16475"/>
                    <a:pt x="1048" y="16571"/>
                    <a:pt x="1370" y="16666"/>
                  </a:cubicBezTo>
                  <a:cubicBezTo>
                    <a:pt x="1727" y="16785"/>
                    <a:pt x="2096" y="16904"/>
                    <a:pt x="2465" y="17023"/>
                  </a:cubicBezTo>
                  <a:cubicBezTo>
                    <a:pt x="5477" y="17964"/>
                    <a:pt x="8585" y="18618"/>
                    <a:pt x="11728" y="18964"/>
                  </a:cubicBezTo>
                  <a:cubicBezTo>
                    <a:pt x="12514" y="19059"/>
                    <a:pt x="13312" y="19118"/>
                    <a:pt x="14109" y="19166"/>
                  </a:cubicBezTo>
                  <a:cubicBezTo>
                    <a:pt x="14502" y="19202"/>
                    <a:pt x="14895" y="19214"/>
                    <a:pt x="15288" y="19226"/>
                  </a:cubicBezTo>
                  <a:cubicBezTo>
                    <a:pt x="15610" y="19226"/>
                    <a:pt x="15931" y="19178"/>
                    <a:pt x="16169" y="18928"/>
                  </a:cubicBezTo>
                  <a:cubicBezTo>
                    <a:pt x="16610" y="18476"/>
                    <a:pt x="16526" y="17690"/>
                    <a:pt x="16526" y="17118"/>
                  </a:cubicBezTo>
                  <a:cubicBezTo>
                    <a:pt x="16538" y="16320"/>
                    <a:pt x="16538" y="15535"/>
                    <a:pt x="16538" y="14737"/>
                  </a:cubicBezTo>
                  <a:cubicBezTo>
                    <a:pt x="16562" y="11510"/>
                    <a:pt x="16586" y="8272"/>
                    <a:pt x="16574" y="5045"/>
                  </a:cubicBezTo>
                  <a:cubicBezTo>
                    <a:pt x="16574" y="4640"/>
                    <a:pt x="16562" y="4248"/>
                    <a:pt x="16550" y="3855"/>
                  </a:cubicBezTo>
                  <a:cubicBezTo>
                    <a:pt x="16574" y="3783"/>
                    <a:pt x="16538" y="3712"/>
                    <a:pt x="16479" y="3688"/>
                  </a:cubicBezTo>
                  <a:cubicBezTo>
                    <a:pt x="15729" y="3259"/>
                    <a:pt x="14979" y="2843"/>
                    <a:pt x="14264" y="2390"/>
                  </a:cubicBezTo>
                  <a:cubicBezTo>
                    <a:pt x="13550" y="1926"/>
                    <a:pt x="12835" y="1450"/>
                    <a:pt x="12085" y="1045"/>
                  </a:cubicBezTo>
                  <a:cubicBezTo>
                    <a:pt x="10901" y="415"/>
                    <a:pt x="9560" y="0"/>
                    <a:pt x="82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3" name="Google Shape;3113;p63"/>
          <p:cNvSpPr/>
          <p:nvPr/>
        </p:nvSpPr>
        <p:spPr>
          <a:xfrm rot="5623034" flipH="1">
            <a:off x="1561610" y="3404771"/>
            <a:ext cx="500540" cy="277743"/>
          </a:xfrm>
          <a:custGeom>
            <a:avLst/>
            <a:gdLst/>
            <a:ahLst/>
            <a:cxnLst/>
            <a:rect l="l" t="t" r="r" b="b"/>
            <a:pathLst>
              <a:path w="27501" h="10084" extrusionOk="0">
                <a:moveTo>
                  <a:pt x="0" y="0"/>
                </a:moveTo>
                <a:cubicBezTo>
                  <a:pt x="2445" y="382"/>
                  <a:pt x="10084" y="611"/>
                  <a:pt x="14667" y="2292"/>
                </a:cubicBezTo>
                <a:cubicBezTo>
                  <a:pt x="19251" y="3973"/>
                  <a:pt x="25362" y="8785"/>
                  <a:pt x="27501" y="10084"/>
                </a:cubicBezTo>
              </a:path>
            </a:pathLst>
          </a:cu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stealth" w="med" len="med"/>
          </a:ln>
        </p:spPr>
      </p:sp>
      <p:sp>
        <p:nvSpPr>
          <p:cNvPr id="3114" name="Google Shape;3114;p63"/>
          <p:cNvSpPr txBox="1"/>
          <p:nvPr/>
        </p:nvSpPr>
        <p:spPr>
          <a:xfrm>
            <a:off x="4735486" y="4007650"/>
            <a:ext cx="1757700" cy="3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Viga"/>
                <a:ea typeface="Viga"/>
                <a:cs typeface="Viga"/>
                <a:sym typeface="Viga"/>
              </a:rPr>
              <a:t>Rule</a:t>
            </a:r>
            <a:endParaRPr sz="1800">
              <a:solidFill>
                <a:schemeClr val="accent2"/>
              </a:solidFill>
              <a:latin typeface="Viga"/>
              <a:ea typeface="Viga"/>
              <a:cs typeface="Viga"/>
              <a:sym typeface="Viga"/>
            </a:endParaRPr>
          </a:p>
        </p:txBody>
      </p:sp>
      <p:sp>
        <p:nvSpPr>
          <p:cNvPr id="3115" name="Google Shape;3115;p63"/>
          <p:cNvSpPr txBox="1">
            <a:spLocks noGrp="1"/>
          </p:cNvSpPr>
          <p:nvPr>
            <p:ph type="title"/>
          </p:nvPr>
        </p:nvSpPr>
        <p:spPr>
          <a:xfrm>
            <a:off x="758775" y="405130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Match the objects!</a:t>
            </a:r>
            <a:endParaRPr/>
          </a:p>
        </p:txBody>
      </p:sp>
      <p:grpSp>
        <p:nvGrpSpPr>
          <p:cNvPr id="3116" name="Google Shape;3116;p63"/>
          <p:cNvGrpSpPr/>
          <p:nvPr/>
        </p:nvGrpSpPr>
        <p:grpSpPr>
          <a:xfrm>
            <a:off x="1207052" y="2156309"/>
            <a:ext cx="698419" cy="1057878"/>
            <a:chOff x="1956166" y="1622388"/>
            <a:chExt cx="1101434" cy="1668315"/>
          </a:xfrm>
        </p:grpSpPr>
        <p:sp>
          <p:nvSpPr>
            <p:cNvPr id="3117" name="Google Shape;3117;p63"/>
            <p:cNvSpPr/>
            <p:nvPr/>
          </p:nvSpPr>
          <p:spPr>
            <a:xfrm>
              <a:off x="1966625" y="3181600"/>
              <a:ext cx="1082275" cy="99800"/>
            </a:xfrm>
            <a:custGeom>
              <a:avLst/>
              <a:gdLst/>
              <a:ahLst/>
              <a:cxnLst/>
              <a:rect l="l" t="t" r="r" b="b"/>
              <a:pathLst>
                <a:path w="43291" h="3992" extrusionOk="0">
                  <a:moveTo>
                    <a:pt x="802" y="1407"/>
                  </a:moveTo>
                  <a:lnTo>
                    <a:pt x="0" y="3992"/>
                  </a:lnTo>
                  <a:lnTo>
                    <a:pt x="41404" y="3324"/>
                  </a:lnTo>
                  <a:lnTo>
                    <a:pt x="43291" y="1788"/>
                  </a:lnTo>
                  <a:lnTo>
                    <a:pt x="42876" y="651"/>
                  </a:lnTo>
                  <a:lnTo>
                    <a:pt x="41466" y="0"/>
                  </a:lnTo>
                  <a:lnTo>
                    <a:pt x="39019" y="122"/>
                  </a:lnTo>
                  <a:lnTo>
                    <a:pt x="18897" y="569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118" name="Google Shape;3118;p63"/>
            <p:cNvSpPr/>
            <p:nvPr/>
          </p:nvSpPr>
          <p:spPr>
            <a:xfrm>
              <a:off x="2521712" y="3082920"/>
              <a:ext cx="35583" cy="34139"/>
            </a:xfrm>
            <a:custGeom>
              <a:avLst/>
              <a:gdLst/>
              <a:ahLst/>
              <a:cxnLst/>
              <a:rect l="l" t="t" r="r" b="b"/>
              <a:pathLst>
                <a:path w="1454" h="1395" extrusionOk="0">
                  <a:moveTo>
                    <a:pt x="747" y="1"/>
                  </a:moveTo>
                  <a:cubicBezTo>
                    <a:pt x="579" y="1"/>
                    <a:pt x="412" y="75"/>
                    <a:pt x="322" y="225"/>
                  </a:cubicBezTo>
                  <a:cubicBezTo>
                    <a:pt x="307" y="248"/>
                    <a:pt x="277" y="262"/>
                    <a:pt x="247" y="262"/>
                  </a:cubicBezTo>
                  <a:cubicBezTo>
                    <a:pt x="231" y="262"/>
                    <a:pt x="216" y="258"/>
                    <a:pt x="203" y="249"/>
                  </a:cubicBezTo>
                  <a:cubicBezTo>
                    <a:pt x="72" y="404"/>
                    <a:pt x="1" y="594"/>
                    <a:pt x="1" y="785"/>
                  </a:cubicBezTo>
                  <a:cubicBezTo>
                    <a:pt x="1" y="1121"/>
                    <a:pt x="250" y="1395"/>
                    <a:pt x="537" y="1395"/>
                  </a:cubicBezTo>
                  <a:cubicBezTo>
                    <a:pt x="627" y="1395"/>
                    <a:pt x="720" y="1368"/>
                    <a:pt x="810" y="1309"/>
                  </a:cubicBezTo>
                  <a:cubicBezTo>
                    <a:pt x="1156" y="1106"/>
                    <a:pt x="1453" y="594"/>
                    <a:pt x="1179" y="213"/>
                  </a:cubicBezTo>
                  <a:cubicBezTo>
                    <a:pt x="1079" y="72"/>
                    <a:pt x="912" y="1"/>
                    <a:pt x="747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9" name="Google Shape;3119;p63"/>
            <p:cNvSpPr/>
            <p:nvPr/>
          </p:nvSpPr>
          <p:spPr>
            <a:xfrm>
              <a:off x="2494670" y="2306182"/>
              <a:ext cx="66418" cy="75498"/>
            </a:xfrm>
            <a:custGeom>
              <a:avLst/>
              <a:gdLst/>
              <a:ahLst/>
              <a:cxnLst/>
              <a:rect l="l" t="t" r="r" b="b"/>
              <a:pathLst>
                <a:path w="2714" h="3085" extrusionOk="0">
                  <a:moveTo>
                    <a:pt x="1579" y="0"/>
                  </a:moveTo>
                  <a:cubicBezTo>
                    <a:pt x="1452" y="0"/>
                    <a:pt x="1321" y="29"/>
                    <a:pt x="1189" y="92"/>
                  </a:cubicBezTo>
                  <a:cubicBezTo>
                    <a:pt x="879" y="235"/>
                    <a:pt x="629" y="557"/>
                    <a:pt x="415" y="819"/>
                  </a:cubicBezTo>
                  <a:cubicBezTo>
                    <a:pt x="272" y="1093"/>
                    <a:pt x="177" y="1390"/>
                    <a:pt x="129" y="1700"/>
                  </a:cubicBezTo>
                  <a:cubicBezTo>
                    <a:pt x="0" y="2457"/>
                    <a:pt x="515" y="3085"/>
                    <a:pt x="1174" y="3085"/>
                  </a:cubicBezTo>
                  <a:cubicBezTo>
                    <a:pt x="1366" y="3085"/>
                    <a:pt x="1569" y="3032"/>
                    <a:pt x="1772" y="2914"/>
                  </a:cubicBezTo>
                  <a:cubicBezTo>
                    <a:pt x="2475" y="2521"/>
                    <a:pt x="2713" y="1545"/>
                    <a:pt x="2534" y="819"/>
                  </a:cubicBezTo>
                  <a:cubicBezTo>
                    <a:pt x="2405" y="355"/>
                    <a:pt x="2023" y="0"/>
                    <a:pt x="1579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0" name="Google Shape;3120;p63"/>
            <p:cNvSpPr/>
            <p:nvPr/>
          </p:nvSpPr>
          <p:spPr>
            <a:xfrm>
              <a:off x="2576211" y="2716992"/>
              <a:ext cx="388721" cy="110860"/>
            </a:xfrm>
            <a:custGeom>
              <a:avLst/>
              <a:gdLst/>
              <a:ahLst/>
              <a:cxnLst/>
              <a:rect l="l" t="t" r="r" b="b"/>
              <a:pathLst>
                <a:path w="15884" h="4530" extrusionOk="0">
                  <a:moveTo>
                    <a:pt x="15141" y="0"/>
                  </a:moveTo>
                  <a:cubicBezTo>
                    <a:pt x="14965" y="0"/>
                    <a:pt x="14792" y="26"/>
                    <a:pt x="14669" y="46"/>
                  </a:cubicBezTo>
                  <a:cubicBezTo>
                    <a:pt x="14014" y="141"/>
                    <a:pt x="13383" y="319"/>
                    <a:pt x="12752" y="450"/>
                  </a:cubicBezTo>
                  <a:cubicBezTo>
                    <a:pt x="12430" y="534"/>
                    <a:pt x="12109" y="593"/>
                    <a:pt x="11799" y="665"/>
                  </a:cubicBezTo>
                  <a:cubicBezTo>
                    <a:pt x="11799" y="712"/>
                    <a:pt x="11764" y="748"/>
                    <a:pt x="11716" y="748"/>
                  </a:cubicBezTo>
                  <a:cubicBezTo>
                    <a:pt x="8525" y="1534"/>
                    <a:pt x="5310" y="2236"/>
                    <a:pt x="2096" y="2963"/>
                  </a:cubicBezTo>
                  <a:cubicBezTo>
                    <a:pt x="1727" y="3046"/>
                    <a:pt x="1334" y="3129"/>
                    <a:pt x="953" y="3225"/>
                  </a:cubicBezTo>
                  <a:cubicBezTo>
                    <a:pt x="834" y="3236"/>
                    <a:pt x="726" y="3272"/>
                    <a:pt x="607" y="3308"/>
                  </a:cubicBezTo>
                  <a:cubicBezTo>
                    <a:pt x="405" y="3391"/>
                    <a:pt x="0" y="3844"/>
                    <a:pt x="48" y="4106"/>
                  </a:cubicBezTo>
                  <a:cubicBezTo>
                    <a:pt x="109" y="4456"/>
                    <a:pt x="570" y="4529"/>
                    <a:pt x="952" y="4529"/>
                  </a:cubicBezTo>
                  <a:cubicBezTo>
                    <a:pt x="1089" y="4529"/>
                    <a:pt x="1215" y="4520"/>
                    <a:pt x="1310" y="4510"/>
                  </a:cubicBezTo>
                  <a:cubicBezTo>
                    <a:pt x="1667" y="4463"/>
                    <a:pt x="2012" y="4379"/>
                    <a:pt x="2358" y="4308"/>
                  </a:cubicBezTo>
                  <a:cubicBezTo>
                    <a:pt x="3798" y="3998"/>
                    <a:pt x="5239" y="3665"/>
                    <a:pt x="6668" y="3332"/>
                  </a:cubicBezTo>
                  <a:cubicBezTo>
                    <a:pt x="8061" y="2998"/>
                    <a:pt x="9442" y="2677"/>
                    <a:pt x="10835" y="2343"/>
                  </a:cubicBezTo>
                  <a:cubicBezTo>
                    <a:pt x="12156" y="2034"/>
                    <a:pt x="13549" y="1796"/>
                    <a:pt x="14847" y="1379"/>
                  </a:cubicBezTo>
                  <a:cubicBezTo>
                    <a:pt x="15109" y="1308"/>
                    <a:pt x="15359" y="1177"/>
                    <a:pt x="15550" y="986"/>
                  </a:cubicBezTo>
                  <a:cubicBezTo>
                    <a:pt x="15669" y="843"/>
                    <a:pt x="15883" y="462"/>
                    <a:pt x="15764" y="248"/>
                  </a:cubicBezTo>
                  <a:cubicBezTo>
                    <a:pt x="15645" y="52"/>
                    <a:pt x="15391" y="0"/>
                    <a:pt x="1514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1" name="Google Shape;3121;p63"/>
            <p:cNvSpPr/>
            <p:nvPr/>
          </p:nvSpPr>
          <p:spPr>
            <a:xfrm>
              <a:off x="2665068" y="2782772"/>
              <a:ext cx="221182" cy="55993"/>
            </a:xfrm>
            <a:custGeom>
              <a:avLst/>
              <a:gdLst/>
              <a:ahLst/>
              <a:cxnLst/>
              <a:rect l="l" t="t" r="r" b="b"/>
              <a:pathLst>
                <a:path w="9038" h="2288" extrusionOk="0">
                  <a:moveTo>
                    <a:pt x="8537" y="1"/>
                  </a:moveTo>
                  <a:cubicBezTo>
                    <a:pt x="7704" y="167"/>
                    <a:pt x="6882" y="322"/>
                    <a:pt x="6061" y="513"/>
                  </a:cubicBezTo>
                  <a:cubicBezTo>
                    <a:pt x="4239" y="918"/>
                    <a:pt x="2418" y="1322"/>
                    <a:pt x="596" y="1751"/>
                  </a:cubicBezTo>
                  <a:cubicBezTo>
                    <a:pt x="405" y="1799"/>
                    <a:pt x="203" y="1846"/>
                    <a:pt x="1" y="1894"/>
                  </a:cubicBezTo>
                  <a:cubicBezTo>
                    <a:pt x="278" y="2202"/>
                    <a:pt x="690" y="2287"/>
                    <a:pt x="1122" y="2287"/>
                  </a:cubicBezTo>
                  <a:cubicBezTo>
                    <a:pt x="1524" y="2287"/>
                    <a:pt x="1942" y="2214"/>
                    <a:pt x="2287" y="2180"/>
                  </a:cubicBezTo>
                  <a:cubicBezTo>
                    <a:pt x="3037" y="2108"/>
                    <a:pt x="3775" y="2001"/>
                    <a:pt x="4537" y="1882"/>
                  </a:cubicBezTo>
                  <a:cubicBezTo>
                    <a:pt x="5394" y="1739"/>
                    <a:pt x="9037" y="1406"/>
                    <a:pt x="8549" y="84"/>
                  </a:cubicBezTo>
                  <a:lnTo>
                    <a:pt x="853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2" name="Google Shape;3122;p63"/>
            <p:cNvSpPr/>
            <p:nvPr/>
          </p:nvSpPr>
          <p:spPr>
            <a:xfrm>
              <a:off x="2772304" y="2542703"/>
              <a:ext cx="62650" cy="36733"/>
            </a:xfrm>
            <a:custGeom>
              <a:avLst/>
              <a:gdLst/>
              <a:ahLst/>
              <a:cxnLst/>
              <a:rect l="l" t="t" r="r" b="b"/>
              <a:pathLst>
                <a:path w="2560" h="1501" extrusionOk="0">
                  <a:moveTo>
                    <a:pt x="2215" y="0"/>
                  </a:moveTo>
                  <a:cubicBezTo>
                    <a:pt x="2238" y="36"/>
                    <a:pt x="2227" y="83"/>
                    <a:pt x="2191" y="119"/>
                  </a:cubicBezTo>
                  <a:cubicBezTo>
                    <a:pt x="1476" y="441"/>
                    <a:pt x="726" y="643"/>
                    <a:pt x="0" y="929"/>
                  </a:cubicBezTo>
                  <a:cubicBezTo>
                    <a:pt x="24" y="976"/>
                    <a:pt x="60" y="1036"/>
                    <a:pt x="95" y="1084"/>
                  </a:cubicBezTo>
                  <a:cubicBezTo>
                    <a:pt x="155" y="1203"/>
                    <a:pt x="238" y="1345"/>
                    <a:pt x="310" y="1500"/>
                  </a:cubicBezTo>
                  <a:cubicBezTo>
                    <a:pt x="1048" y="1119"/>
                    <a:pt x="1798" y="762"/>
                    <a:pt x="2560" y="452"/>
                  </a:cubicBezTo>
                  <a:lnTo>
                    <a:pt x="222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3123;p63"/>
            <p:cNvSpPr/>
            <p:nvPr/>
          </p:nvSpPr>
          <p:spPr>
            <a:xfrm>
              <a:off x="2665362" y="2581148"/>
              <a:ext cx="84528" cy="39645"/>
            </a:xfrm>
            <a:custGeom>
              <a:avLst/>
              <a:gdLst/>
              <a:ahLst/>
              <a:cxnLst/>
              <a:rect l="l" t="t" r="r" b="b"/>
              <a:pathLst>
                <a:path w="3454" h="1620" extrusionOk="0">
                  <a:moveTo>
                    <a:pt x="3251" y="1"/>
                  </a:moveTo>
                  <a:cubicBezTo>
                    <a:pt x="3251" y="36"/>
                    <a:pt x="3215" y="72"/>
                    <a:pt x="3179" y="84"/>
                  </a:cubicBezTo>
                  <a:cubicBezTo>
                    <a:pt x="2656" y="286"/>
                    <a:pt x="2084" y="394"/>
                    <a:pt x="1536" y="560"/>
                  </a:cubicBezTo>
                  <a:cubicBezTo>
                    <a:pt x="1024" y="715"/>
                    <a:pt x="524" y="917"/>
                    <a:pt x="0" y="1048"/>
                  </a:cubicBezTo>
                  <a:cubicBezTo>
                    <a:pt x="12" y="1239"/>
                    <a:pt x="24" y="1429"/>
                    <a:pt x="48" y="1620"/>
                  </a:cubicBezTo>
                  <a:cubicBezTo>
                    <a:pt x="1155" y="1191"/>
                    <a:pt x="2298" y="822"/>
                    <a:pt x="3453" y="525"/>
                  </a:cubicBezTo>
                  <a:cubicBezTo>
                    <a:pt x="3382" y="346"/>
                    <a:pt x="3322" y="179"/>
                    <a:pt x="3251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4" name="Google Shape;3124;p63"/>
            <p:cNvSpPr/>
            <p:nvPr/>
          </p:nvSpPr>
          <p:spPr>
            <a:xfrm>
              <a:off x="2074463" y="2452010"/>
              <a:ext cx="369192" cy="698984"/>
            </a:xfrm>
            <a:custGeom>
              <a:avLst/>
              <a:gdLst/>
              <a:ahLst/>
              <a:cxnLst/>
              <a:rect l="l" t="t" r="r" b="b"/>
              <a:pathLst>
                <a:path w="15086" h="28562" extrusionOk="0">
                  <a:moveTo>
                    <a:pt x="12738" y="0"/>
                  </a:moveTo>
                  <a:cubicBezTo>
                    <a:pt x="11572" y="0"/>
                    <a:pt x="10414" y="541"/>
                    <a:pt x="9454" y="1170"/>
                  </a:cubicBezTo>
                  <a:cubicBezTo>
                    <a:pt x="7442" y="2480"/>
                    <a:pt x="5823" y="4480"/>
                    <a:pt x="4549" y="6492"/>
                  </a:cubicBezTo>
                  <a:cubicBezTo>
                    <a:pt x="3263" y="8504"/>
                    <a:pt x="2263" y="10695"/>
                    <a:pt x="1560" y="12969"/>
                  </a:cubicBezTo>
                  <a:cubicBezTo>
                    <a:pt x="667" y="15779"/>
                    <a:pt x="251" y="18648"/>
                    <a:pt x="72" y="21542"/>
                  </a:cubicBezTo>
                  <a:cubicBezTo>
                    <a:pt x="132" y="21553"/>
                    <a:pt x="179" y="21601"/>
                    <a:pt x="179" y="21661"/>
                  </a:cubicBezTo>
                  <a:cubicBezTo>
                    <a:pt x="48" y="23173"/>
                    <a:pt x="1" y="24685"/>
                    <a:pt x="24" y="26209"/>
                  </a:cubicBezTo>
                  <a:cubicBezTo>
                    <a:pt x="36" y="26590"/>
                    <a:pt x="48" y="26971"/>
                    <a:pt x="84" y="27352"/>
                  </a:cubicBezTo>
                  <a:cubicBezTo>
                    <a:pt x="143" y="27983"/>
                    <a:pt x="310" y="28400"/>
                    <a:pt x="965" y="28507"/>
                  </a:cubicBezTo>
                  <a:cubicBezTo>
                    <a:pt x="1211" y="28548"/>
                    <a:pt x="1471" y="28562"/>
                    <a:pt x="1735" y="28562"/>
                  </a:cubicBezTo>
                  <a:cubicBezTo>
                    <a:pt x="2239" y="28562"/>
                    <a:pt x="2759" y="28510"/>
                    <a:pt x="3227" y="28495"/>
                  </a:cubicBezTo>
                  <a:cubicBezTo>
                    <a:pt x="4751" y="28400"/>
                    <a:pt x="6275" y="28185"/>
                    <a:pt x="7763" y="27816"/>
                  </a:cubicBezTo>
                  <a:cubicBezTo>
                    <a:pt x="9252" y="27459"/>
                    <a:pt x="10502" y="26828"/>
                    <a:pt x="11038" y="25292"/>
                  </a:cubicBezTo>
                  <a:cubicBezTo>
                    <a:pt x="11490" y="23982"/>
                    <a:pt x="11323" y="22589"/>
                    <a:pt x="11157" y="21256"/>
                  </a:cubicBezTo>
                  <a:cubicBezTo>
                    <a:pt x="10966" y="20029"/>
                    <a:pt x="10847" y="18791"/>
                    <a:pt x="10800" y="17565"/>
                  </a:cubicBezTo>
                  <a:cubicBezTo>
                    <a:pt x="10692" y="15053"/>
                    <a:pt x="11073" y="12540"/>
                    <a:pt x="11919" y="10171"/>
                  </a:cubicBezTo>
                  <a:cubicBezTo>
                    <a:pt x="12752" y="7814"/>
                    <a:pt x="14086" y="5587"/>
                    <a:pt x="14705" y="3170"/>
                  </a:cubicBezTo>
                  <a:cubicBezTo>
                    <a:pt x="15086" y="1706"/>
                    <a:pt x="14610" y="87"/>
                    <a:pt x="12883" y="3"/>
                  </a:cubicBezTo>
                  <a:cubicBezTo>
                    <a:pt x="12835" y="1"/>
                    <a:pt x="12786" y="0"/>
                    <a:pt x="12738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5" name="Google Shape;3125;p63"/>
            <p:cNvSpPr/>
            <p:nvPr/>
          </p:nvSpPr>
          <p:spPr>
            <a:xfrm>
              <a:off x="2427886" y="2989560"/>
              <a:ext cx="544611" cy="198105"/>
            </a:xfrm>
            <a:custGeom>
              <a:avLst/>
              <a:gdLst/>
              <a:ahLst/>
              <a:cxnLst/>
              <a:rect l="l" t="t" r="r" b="b"/>
              <a:pathLst>
                <a:path w="22254" h="8095" extrusionOk="0">
                  <a:moveTo>
                    <a:pt x="4574" y="2218"/>
                  </a:moveTo>
                  <a:cubicBezTo>
                    <a:pt x="5638" y="2218"/>
                    <a:pt x="6680" y="3025"/>
                    <a:pt x="6871" y="4124"/>
                  </a:cubicBezTo>
                  <a:cubicBezTo>
                    <a:pt x="7105" y="5573"/>
                    <a:pt x="5810" y="6698"/>
                    <a:pt x="4460" y="6698"/>
                  </a:cubicBezTo>
                  <a:cubicBezTo>
                    <a:pt x="4235" y="6698"/>
                    <a:pt x="4008" y="6667"/>
                    <a:pt x="3787" y="6600"/>
                  </a:cubicBezTo>
                  <a:cubicBezTo>
                    <a:pt x="3049" y="6386"/>
                    <a:pt x="2454" y="5803"/>
                    <a:pt x="2370" y="5017"/>
                  </a:cubicBezTo>
                  <a:cubicBezTo>
                    <a:pt x="2358" y="4814"/>
                    <a:pt x="2358" y="4624"/>
                    <a:pt x="2406" y="4433"/>
                  </a:cubicBezTo>
                  <a:cubicBezTo>
                    <a:pt x="2442" y="3612"/>
                    <a:pt x="2894" y="2874"/>
                    <a:pt x="3597" y="2469"/>
                  </a:cubicBezTo>
                  <a:cubicBezTo>
                    <a:pt x="3908" y="2296"/>
                    <a:pt x="4242" y="2218"/>
                    <a:pt x="4574" y="2218"/>
                  </a:cubicBezTo>
                  <a:close/>
                  <a:moveTo>
                    <a:pt x="21022" y="1"/>
                  </a:moveTo>
                  <a:cubicBezTo>
                    <a:pt x="20712" y="1"/>
                    <a:pt x="20376" y="81"/>
                    <a:pt x="20146" y="99"/>
                  </a:cubicBezTo>
                  <a:cubicBezTo>
                    <a:pt x="19658" y="147"/>
                    <a:pt x="19158" y="195"/>
                    <a:pt x="18670" y="230"/>
                  </a:cubicBezTo>
                  <a:cubicBezTo>
                    <a:pt x="17789" y="314"/>
                    <a:pt x="16896" y="385"/>
                    <a:pt x="16003" y="433"/>
                  </a:cubicBezTo>
                  <a:cubicBezTo>
                    <a:pt x="14181" y="552"/>
                    <a:pt x="12348" y="635"/>
                    <a:pt x="10526" y="683"/>
                  </a:cubicBezTo>
                  <a:cubicBezTo>
                    <a:pt x="8924" y="721"/>
                    <a:pt x="7300" y="767"/>
                    <a:pt x="5675" y="767"/>
                  </a:cubicBezTo>
                  <a:cubicBezTo>
                    <a:pt x="3772" y="767"/>
                    <a:pt x="1869" y="704"/>
                    <a:pt x="1" y="492"/>
                  </a:cubicBezTo>
                  <a:lnTo>
                    <a:pt x="1" y="492"/>
                  </a:lnTo>
                  <a:cubicBezTo>
                    <a:pt x="144" y="3028"/>
                    <a:pt x="310" y="5552"/>
                    <a:pt x="465" y="8089"/>
                  </a:cubicBezTo>
                  <a:cubicBezTo>
                    <a:pt x="1491" y="8061"/>
                    <a:pt x="2518" y="8051"/>
                    <a:pt x="3546" y="8051"/>
                  </a:cubicBezTo>
                  <a:cubicBezTo>
                    <a:pt x="4727" y="8051"/>
                    <a:pt x="5908" y="8064"/>
                    <a:pt x="7085" y="8077"/>
                  </a:cubicBezTo>
                  <a:cubicBezTo>
                    <a:pt x="8122" y="8087"/>
                    <a:pt x="9160" y="8095"/>
                    <a:pt x="10199" y="8095"/>
                  </a:cubicBezTo>
                  <a:cubicBezTo>
                    <a:pt x="12871" y="8095"/>
                    <a:pt x="15548" y="8041"/>
                    <a:pt x="18206" y="7827"/>
                  </a:cubicBezTo>
                  <a:cubicBezTo>
                    <a:pt x="19134" y="7743"/>
                    <a:pt x="20051" y="7648"/>
                    <a:pt x="20968" y="7529"/>
                  </a:cubicBezTo>
                  <a:cubicBezTo>
                    <a:pt x="21420" y="7469"/>
                    <a:pt x="21932" y="7446"/>
                    <a:pt x="22135" y="6946"/>
                  </a:cubicBezTo>
                  <a:cubicBezTo>
                    <a:pt x="22254" y="6636"/>
                    <a:pt x="22206" y="6207"/>
                    <a:pt x="22218" y="5886"/>
                  </a:cubicBezTo>
                  <a:cubicBezTo>
                    <a:pt x="22254" y="4910"/>
                    <a:pt x="22218" y="3945"/>
                    <a:pt x="22123" y="2981"/>
                  </a:cubicBezTo>
                  <a:cubicBezTo>
                    <a:pt x="22075" y="2481"/>
                    <a:pt x="22016" y="1981"/>
                    <a:pt x="21932" y="1492"/>
                  </a:cubicBezTo>
                  <a:cubicBezTo>
                    <a:pt x="21873" y="1159"/>
                    <a:pt x="21873" y="623"/>
                    <a:pt x="21706" y="314"/>
                  </a:cubicBezTo>
                  <a:cubicBezTo>
                    <a:pt x="21569" y="68"/>
                    <a:pt x="21306" y="1"/>
                    <a:pt x="2102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6" name="Google Shape;3126;p63"/>
            <p:cNvSpPr/>
            <p:nvPr/>
          </p:nvSpPr>
          <p:spPr>
            <a:xfrm>
              <a:off x="2573592" y="2431674"/>
              <a:ext cx="258748" cy="136385"/>
            </a:xfrm>
            <a:custGeom>
              <a:avLst/>
              <a:gdLst/>
              <a:ahLst/>
              <a:cxnLst/>
              <a:rect l="l" t="t" r="r" b="b"/>
              <a:pathLst>
                <a:path w="10573" h="5573" extrusionOk="0">
                  <a:moveTo>
                    <a:pt x="10144" y="1"/>
                  </a:moveTo>
                  <a:cubicBezTo>
                    <a:pt x="8370" y="596"/>
                    <a:pt x="6632" y="1263"/>
                    <a:pt x="4905" y="1977"/>
                  </a:cubicBezTo>
                  <a:cubicBezTo>
                    <a:pt x="3274" y="2656"/>
                    <a:pt x="1655" y="3442"/>
                    <a:pt x="0" y="4073"/>
                  </a:cubicBezTo>
                  <a:cubicBezTo>
                    <a:pt x="179" y="4585"/>
                    <a:pt x="381" y="5085"/>
                    <a:pt x="595" y="5573"/>
                  </a:cubicBezTo>
                  <a:cubicBezTo>
                    <a:pt x="3941" y="4442"/>
                    <a:pt x="7239" y="3180"/>
                    <a:pt x="10573" y="1965"/>
                  </a:cubicBezTo>
                  <a:cubicBezTo>
                    <a:pt x="10442" y="1310"/>
                    <a:pt x="10299" y="656"/>
                    <a:pt x="10144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7" name="Google Shape;3127;p63"/>
            <p:cNvSpPr/>
            <p:nvPr/>
          </p:nvSpPr>
          <p:spPr>
            <a:xfrm>
              <a:off x="2459357" y="1892044"/>
              <a:ext cx="207772" cy="113968"/>
            </a:xfrm>
            <a:custGeom>
              <a:avLst/>
              <a:gdLst/>
              <a:ahLst/>
              <a:cxnLst/>
              <a:rect l="l" t="t" r="r" b="b"/>
              <a:pathLst>
                <a:path w="8490" h="4657" extrusionOk="0">
                  <a:moveTo>
                    <a:pt x="7587" y="1"/>
                  </a:moveTo>
                  <a:cubicBezTo>
                    <a:pt x="7225" y="1"/>
                    <a:pt x="6571" y="275"/>
                    <a:pt x="6323" y="335"/>
                  </a:cubicBezTo>
                  <a:cubicBezTo>
                    <a:pt x="5894" y="442"/>
                    <a:pt x="5490" y="549"/>
                    <a:pt x="5061" y="656"/>
                  </a:cubicBezTo>
                  <a:cubicBezTo>
                    <a:pt x="3370" y="1109"/>
                    <a:pt x="1644" y="1525"/>
                    <a:pt x="1" y="2109"/>
                  </a:cubicBezTo>
                  <a:cubicBezTo>
                    <a:pt x="429" y="2930"/>
                    <a:pt x="798" y="3788"/>
                    <a:pt x="1132" y="4657"/>
                  </a:cubicBezTo>
                  <a:cubicBezTo>
                    <a:pt x="3561" y="3883"/>
                    <a:pt x="6013" y="3204"/>
                    <a:pt x="8490" y="2633"/>
                  </a:cubicBezTo>
                  <a:lnTo>
                    <a:pt x="8145" y="1383"/>
                  </a:lnTo>
                  <a:cubicBezTo>
                    <a:pt x="8085" y="1156"/>
                    <a:pt x="7942" y="132"/>
                    <a:pt x="7764" y="37"/>
                  </a:cubicBezTo>
                  <a:cubicBezTo>
                    <a:pt x="7720" y="11"/>
                    <a:pt x="7659" y="1"/>
                    <a:pt x="7587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8" name="Google Shape;3128;p63"/>
            <p:cNvSpPr/>
            <p:nvPr/>
          </p:nvSpPr>
          <p:spPr>
            <a:xfrm>
              <a:off x="2437504" y="1961985"/>
              <a:ext cx="378247" cy="537906"/>
            </a:xfrm>
            <a:custGeom>
              <a:avLst/>
              <a:gdLst/>
              <a:ahLst/>
              <a:cxnLst/>
              <a:rect l="l" t="t" r="r" b="b"/>
              <a:pathLst>
                <a:path w="15456" h="21980" extrusionOk="0">
                  <a:moveTo>
                    <a:pt x="11514" y="1"/>
                  </a:moveTo>
                  <a:cubicBezTo>
                    <a:pt x="8466" y="608"/>
                    <a:pt x="5466" y="1394"/>
                    <a:pt x="2513" y="2346"/>
                  </a:cubicBezTo>
                  <a:cubicBezTo>
                    <a:pt x="1894" y="2549"/>
                    <a:pt x="537" y="2763"/>
                    <a:pt x="227" y="3347"/>
                  </a:cubicBezTo>
                  <a:cubicBezTo>
                    <a:pt x="1" y="3763"/>
                    <a:pt x="275" y="4287"/>
                    <a:pt x="394" y="4728"/>
                  </a:cubicBezTo>
                  <a:cubicBezTo>
                    <a:pt x="501" y="5109"/>
                    <a:pt x="596" y="5490"/>
                    <a:pt x="691" y="5883"/>
                  </a:cubicBezTo>
                  <a:cubicBezTo>
                    <a:pt x="1084" y="7419"/>
                    <a:pt x="1489" y="8954"/>
                    <a:pt x="1799" y="10514"/>
                  </a:cubicBezTo>
                  <a:cubicBezTo>
                    <a:pt x="3418" y="9538"/>
                    <a:pt x="5097" y="8681"/>
                    <a:pt x="6847" y="7954"/>
                  </a:cubicBezTo>
                  <a:cubicBezTo>
                    <a:pt x="6882" y="7939"/>
                    <a:pt x="6916" y="7932"/>
                    <a:pt x="6950" y="7932"/>
                  </a:cubicBezTo>
                  <a:cubicBezTo>
                    <a:pt x="7099" y="7932"/>
                    <a:pt x="7227" y="8068"/>
                    <a:pt x="7276" y="8204"/>
                  </a:cubicBezTo>
                  <a:cubicBezTo>
                    <a:pt x="8442" y="11121"/>
                    <a:pt x="9609" y="14038"/>
                    <a:pt x="10788" y="16955"/>
                  </a:cubicBezTo>
                  <a:cubicBezTo>
                    <a:pt x="10824" y="17122"/>
                    <a:pt x="10752" y="17301"/>
                    <a:pt x="10609" y="17384"/>
                  </a:cubicBezTo>
                  <a:cubicBezTo>
                    <a:pt x="8692" y="18670"/>
                    <a:pt x="6966" y="20218"/>
                    <a:pt x="5466" y="21980"/>
                  </a:cubicBezTo>
                  <a:cubicBezTo>
                    <a:pt x="6859" y="21039"/>
                    <a:pt x="8514" y="20372"/>
                    <a:pt x="10038" y="19741"/>
                  </a:cubicBezTo>
                  <a:cubicBezTo>
                    <a:pt x="10966" y="19372"/>
                    <a:pt x="11895" y="19027"/>
                    <a:pt x="12836" y="18718"/>
                  </a:cubicBezTo>
                  <a:cubicBezTo>
                    <a:pt x="13681" y="18432"/>
                    <a:pt x="14562" y="18110"/>
                    <a:pt x="15455" y="18051"/>
                  </a:cubicBezTo>
                  <a:cubicBezTo>
                    <a:pt x="14884" y="15574"/>
                    <a:pt x="14288" y="13086"/>
                    <a:pt x="13753" y="10597"/>
                  </a:cubicBezTo>
                  <a:cubicBezTo>
                    <a:pt x="12967" y="7073"/>
                    <a:pt x="12229" y="3537"/>
                    <a:pt x="11514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9" name="Google Shape;3129;p63"/>
            <p:cNvSpPr/>
            <p:nvPr/>
          </p:nvSpPr>
          <p:spPr>
            <a:xfrm>
              <a:off x="2032518" y="2176163"/>
              <a:ext cx="648913" cy="1023905"/>
            </a:xfrm>
            <a:custGeom>
              <a:avLst/>
              <a:gdLst/>
              <a:ahLst/>
              <a:cxnLst/>
              <a:rect l="l" t="t" r="r" b="b"/>
              <a:pathLst>
                <a:path w="26516" h="41839" extrusionOk="0">
                  <a:moveTo>
                    <a:pt x="21098" y="3194"/>
                  </a:moveTo>
                  <a:cubicBezTo>
                    <a:pt x="21946" y="3194"/>
                    <a:pt x="22759" y="3592"/>
                    <a:pt x="23265" y="4298"/>
                  </a:cubicBezTo>
                  <a:cubicBezTo>
                    <a:pt x="25281" y="6909"/>
                    <a:pt x="22799" y="10929"/>
                    <a:pt x="19837" y="10929"/>
                  </a:cubicBezTo>
                  <a:cubicBezTo>
                    <a:pt x="19301" y="10929"/>
                    <a:pt x="18749" y="10797"/>
                    <a:pt x="18205" y="10501"/>
                  </a:cubicBezTo>
                  <a:cubicBezTo>
                    <a:pt x="16550" y="9608"/>
                    <a:pt x="16264" y="7596"/>
                    <a:pt x="17133" y="6036"/>
                  </a:cubicBezTo>
                  <a:cubicBezTo>
                    <a:pt x="17300" y="5727"/>
                    <a:pt x="17502" y="5441"/>
                    <a:pt x="17740" y="5179"/>
                  </a:cubicBezTo>
                  <a:cubicBezTo>
                    <a:pt x="17717" y="5120"/>
                    <a:pt x="17740" y="5072"/>
                    <a:pt x="17776" y="5036"/>
                  </a:cubicBezTo>
                  <a:cubicBezTo>
                    <a:pt x="18633" y="4227"/>
                    <a:pt x="19562" y="3381"/>
                    <a:pt x="20765" y="3215"/>
                  </a:cubicBezTo>
                  <a:cubicBezTo>
                    <a:pt x="20876" y="3201"/>
                    <a:pt x="20987" y="3194"/>
                    <a:pt x="21098" y="3194"/>
                  </a:cubicBezTo>
                  <a:close/>
                  <a:moveTo>
                    <a:pt x="14391" y="10847"/>
                  </a:moveTo>
                  <a:cubicBezTo>
                    <a:pt x="14542" y="10847"/>
                    <a:pt x="14695" y="10855"/>
                    <a:pt x="14847" y="10870"/>
                  </a:cubicBezTo>
                  <a:cubicBezTo>
                    <a:pt x="15835" y="10978"/>
                    <a:pt x="16621" y="11573"/>
                    <a:pt x="16907" y="12537"/>
                  </a:cubicBezTo>
                  <a:cubicBezTo>
                    <a:pt x="17264" y="13728"/>
                    <a:pt x="16788" y="14966"/>
                    <a:pt x="16359" y="16085"/>
                  </a:cubicBezTo>
                  <a:cubicBezTo>
                    <a:pt x="15288" y="18859"/>
                    <a:pt x="13871" y="21503"/>
                    <a:pt x="13311" y="24455"/>
                  </a:cubicBezTo>
                  <a:cubicBezTo>
                    <a:pt x="13037" y="25991"/>
                    <a:pt x="12942" y="27551"/>
                    <a:pt x="13026" y="29111"/>
                  </a:cubicBezTo>
                  <a:cubicBezTo>
                    <a:pt x="13097" y="30659"/>
                    <a:pt x="13383" y="32183"/>
                    <a:pt x="13514" y="33718"/>
                  </a:cubicBezTo>
                  <a:cubicBezTo>
                    <a:pt x="13740" y="36254"/>
                    <a:pt x="12966" y="38624"/>
                    <a:pt x="10359" y="39433"/>
                  </a:cubicBezTo>
                  <a:cubicBezTo>
                    <a:pt x="8966" y="39850"/>
                    <a:pt x="7525" y="40112"/>
                    <a:pt x="6072" y="40243"/>
                  </a:cubicBezTo>
                  <a:cubicBezTo>
                    <a:pt x="5322" y="40314"/>
                    <a:pt x="4560" y="40362"/>
                    <a:pt x="3810" y="40362"/>
                  </a:cubicBezTo>
                  <a:cubicBezTo>
                    <a:pt x="3516" y="40368"/>
                    <a:pt x="3181" y="40396"/>
                    <a:pt x="2851" y="40396"/>
                  </a:cubicBezTo>
                  <a:cubicBezTo>
                    <a:pt x="2539" y="40396"/>
                    <a:pt x="2231" y="40371"/>
                    <a:pt x="1965" y="40279"/>
                  </a:cubicBezTo>
                  <a:cubicBezTo>
                    <a:pt x="1572" y="40148"/>
                    <a:pt x="1393" y="39814"/>
                    <a:pt x="1346" y="39433"/>
                  </a:cubicBezTo>
                  <a:cubicBezTo>
                    <a:pt x="1250" y="38767"/>
                    <a:pt x="1310" y="38017"/>
                    <a:pt x="1310" y="37338"/>
                  </a:cubicBezTo>
                  <a:cubicBezTo>
                    <a:pt x="1310" y="37112"/>
                    <a:pt x="1322" y="36874"/>
                    <a:pt x="1322" y="36635"/>
                  </a:cubicBezTo>
                  <a:cubicBezTo>
                    <a:pt x="1084" y="31159"/>
                    <a:pt x="1869" y="25551"/>
                    <a:pt x="4155" y="20562"/>
                  </a:cubicBezTo>
                  <a:cubicBezTo>
                    <a:pt x="5239" y="18145"/>
                    <a:pt x="6727" y="15954"/>
                    <a:pt x="8561" y="14049"/>
                  </a:cubicBezTo>
                  <a:cubicBezTo>
                    <a:pt x="10045" y="12532"/>
                    <a:pt x="12135" y="10847"/>
                    <a:pt x="14391" y="10847"/>
                  </a:cubicBezTo>
                  <a:close/>
                  <a:moveTo>
                    <a:pt x="23289" y="0"/>
                  </a:moveTo>
                  <a:cubicBezTo>
                    <a:pt x="20086" y="1369"/>
                    <a:pt x="17086" y="3167"/>
                    <a:pt x="14371" y="5334"/>
                  </a:cubicBezTo>
                  <a:cubicBezTo>
                    <a:pt x="6465" y="11644"/>
                    <a:pt x="1476" y="20812"/>
                    <a:pt x="72" y="30635"/>
                  </a:cubicBezTo>
                  <a:cubicBezTo>
                    <a:pt x="83" y="34373"/>
                    <a:pt x="48" y="38100"/>
                    <a:pt x="0" y="41838"/>
                  </a:cubicBezTo>
                  <a:cubicBezTo>
                    <a:pt x="5275" y="41779"/>
                    <a:pt x="10537" y="41529"/>
                    <a:pt x="15788" y="40981"/>
                  </a:cubicBezTo>
                  <a:cubicBezTo>
                    <a:pt x="15597" y="37945"/>
                    <a:pt x="15371" y="34897"/>
                    <a:pt x="15288" y="31849"/>
                  </a:cubicBezTo>
                  <a:cubicBezTo>
                    <a:pt x="15145" y="26944"/>
                    <a:pt x="15812" y="22205"/>
                    <a:pt x="18050" y="17788"/>
                  </a:cubicBezTo>
                  <a:cubicBezTo>
                    <a:pt x="20003" y="13918"/>
                    <a:pt x="22920" y="10597"/>
                    <a:pt x="26515" y="8156"/>
                  </a:cubicBezTo>
                  <a:cubicBezTo>
                    <a:pt x="25444" y="5441"/>
                    <a:pt x="24372" y="2715"/>
                    <a:pt x="23289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0" name="Google Shape;3130;p63"/>
            <p:cNvSpPr/>
            <p:nvPr/>
          </p:nvSpPr>
          <p:spPr>
            <a:xfrm>
              <a:off x="2511507" y="3076068"/>
              <a:ext cx="53937" cy="50487"/>
            </a:xfrm>
            <a:custGeom>
              <a:avLst/>
              <a:gdLst/>
              <a:ahLst/>
              <a:cxnLst/>
              <a:rect l="l" t="t" r="r" b="b"/>
              <a:pathLst>
                <a:path w="2204" h="2063" extrusionOk="0">
                  <a:moveTo>
                    <a:pt x="1164" y="281"/>
                  </a:moveTo>
                  <a:cubicBezTo>
                    <a:pt x="1329" y="281"/>
                    <a:pt x="1496" y="352"/>
                    <a:pt x="1596" y="493"/>
                  </a:cubicBezTo>
                  <a:cubicBezTo>
                    <a:pt x="1870" y="874"/>
                    <a:pt x="1573" y="1375"/>
                    <a:pt x="1227" y="1589"/>
                  </a:cubicBezTo>
                  <a:cubicBezTo>
                    <a:pt x="1137" y="1648"/>
                    <a:pt x="1044" y="1675"/>
                    <a:pt x="954" y="1675"/>
                  </a:cubicBezTo>
                  <a:cubicBezTo>
                    <a:pt x="667" y="1675"/>
                    <a:pt x="418" y="1401"/>
                    <a:pt x="418" y="1065"/>
                  </a:cubicBezTo>
                  <a:cubicBezTo>
                    <a:pt x="418" y="874"/>
                    <a:pt x="489" y="684"/>
                    <a:pt x="620" y="529"/>
                  </a:cubicBezTo>
                  <a:cubicBezTo>
                    <a:pt x="633" y="538"/>
                    <a:pt x="648" y="542"/>
                    <a:pt x="664" y="542"/>
                  </a:cubicBezTo>
                  <a:cubicBezTo>
                    <a:pt x="694" y="542"/>
                    <a:pt x="724" y="528"/>
                    <a:pt x="739" y="505"/>
                  </a:cubicBezTo>
                  <a:cubicBezTo>
                    <a:pt x="829" y="355"/>
                    <a:pt x="996" y="281"/>
                    <a:pt x="1164" y="281"/>
                  </a:cubicBezTo>
                  <a:close/>
                  <a:moveTo>
                    <a:pt x="1233" y="1"/>
                  </a:moveTo>
                  <a:cubicBezTo>
                    <a:pt x="1053" y="1"/>
                    <a:pt x="872" y="69"/>
                    <a:pt x="727" y="208"/>
                  </a:cubicBezTo>
                  <a:cubicBezTo>
                    <a:pt x="299" y="434"/>
                    <a:pt x="1" y="886"/>
                    <a:pt x="144" y="1398"/>
                  </a:cubicBezTo>
                  <a:cubicBezTo>
                    <a:pt x="268" y="1809"/>
                    <a:pt x="613" y="2063"/>
                    <a:pt x="980" y="2063"/>
                  </a:cubicBezTo>
                  <a:cubicBezTo>
                    <a:pt x="1178" y="2063"/>
                    <a:pt x="1382" y="1989"/>
                    <a:pt x="1561" y="1827"/>
                  </a:cubicBezTo>
                  <a:cubicBezTo>
                    <a:pt x="1966" y="1446"/>
                    <a:pt x="2204" y="613"/>
                    <a:pt x="1727" y="196"/>
                  </a:cubicBezTo>
                  <a:cubicBezTo>
                    <a:pt x="1586" y="66"/>
                    <a:pt x="1410" y="1"/>
                    <a:pt x="12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1" name="Google Shape;3131;p63"/>
            <p:cNvSpPr/>
            <p:nvPr/>
          </p:nvSpPr>
          <p:spPr>
            <a:xfrm>
              <a:off x="2482973" y="2296100"/>
              <a:ext cx="94121" cy="96446"/>
            </a:xfrm>
            <a:custGeom>
              <a:avLst/>
              <a:gdLst/>
              <a:ahLst/>
              <a:cxnLst/>
              <a:rect l="l" t="t" r="r" b="b"/>
              <a:pathLst>
                <a:path w="3846" h="3941" extrusionOk="0">
                  <a:moveTo>
                    <a:pt x="2062" y="412"/>
                  </a:moveTo>
                  <a:cubicBezTo>
                    <a:pt x="2507" y="412"/>
                    <a:pt x="2880" y="767"/>
                    <a:pt x="3001" y="1231"/>
                  </a:cubicBezTo>
                  <a:cubicBezTo>
                    <a:pt x="3191" y="1957"/>
                    <a:pt x="2953" y="2933"/>
                    <a:pt x="2250" y="3326"/>
                  </a:cubicBezTo>
                  <a:cubicBezTo>
                    <a:pt x="2047" y="3444"/>
                    <a:pt x="1844" y="3497"/>
                    <a:pt x="1652" y="3497"/>
                  </a:cubicBezTo>
                  <a:cubicBezTo>
                    <a:pt x="993" y="3497"/>
                    <a:pt x="478" y="2869"/>
                    <a:pt x="607" y="2112"/>
                  </a:cubicBezTo>
                  <a:cubicBezTo>
                    <a:pt x="655" y="1802"/>
                    <a:pt x="750" y="1505"/>
                    <a:pt x="893" y="1231"/>
                  </a:cubicBezTo>
                  <a:cubicBezTo>
                    <a:pt x="1107" y="969"/>
                    <a:pt x="1357" y="647"/>
                    <a:pt x="1667" y="504"/>
                  </a:cubicBezTo>
                  <a:cubicBezTo>
                    <a:pt x="1802" y="441"/>
                    <a:pt x="1935" y="412"/>
                    <a:pt x="2062" y="412"/>
                  </a:cubicBezTo>
                  <a:close/>
                  <a:moveTo>
                    <a:pt x="2148" y="1"/>
                  </a:moveTo>
                  <a:cubicBezTo>
                    <a:pt x="2115" y="1"/>
                    <a:pt x="2082" y="2"/>
                    <a:pt x="2048" y="4"/>
                  </a:cubicBezTo>
                  <a:cubicBezTo>
                    <a:pt x="1810" y="28"/>
                    <a:pt x="1584" y="123"/>
                    <a:pt x="1405" y="278"/>
                  </a:cubicBezTo>
                  <a:cubicBezTo>
                    <a:pt x="548" y="743"/>
                    <a:pt x="0" y="1886"/>
                    <a:pt x="214" y="2838"/>
                  </a:cubicBezTo>
                  <a:cubicBezTo>
                    <a:pt x="366" y="3554"/>
                    <a:pt x="1022" y="3940"/>
                    <a:pt x="1693" y="3940"/>
                  </a:cubicBezTo>
                  <a:cubicBezTo>
                    <a:pt x="2026" y="3940"/>
                    <a:pt x="2363" y="3845"/>
                    <a:pt x="2643" y="3648"/>
                  </a:cubicBezTo>
                  <a:cubicBezTo>
                    <a:pt x="3560" y="3017"/>
                    <a:pt x="3846" y="1493"/>
                    <a:pt x="3203" y="564"/>
                  </a:cubicBezTo>
                  <a:cubicBezTo>
                    <a:pt x="2971" y="211"/>
                    <a:pt x="2575" y="1"/>
                    <a:pt x="21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2" name="Google Shape;3132;p63"/>
            <p:cNvSpPr/>
            <p:nvPr/>
          </p:nvSpPr>
          <p:spPr>
            <a:xfrm>
              <a:off x="2485298" y="3043814"/>
              <a:ext cx="116440" cy="109661"/>
            </a:xfrm>
            <a:custGeom>
              <a:avLst/>
              <a:gdLst/>
              <a:ahLst/>
              <a:cxnLst/>
              <a:rect l="l" t="t" r="r" b="b"/>
              <a:pathLst>
                <a:path w="4758" h="4481" extrusionOk="0">
                  <a:moveTo>
                    <a:pt x="2141" y="483"/>
                  </a:moveTo>
                  <a:cubicBezTo>
                    <a:pt x="3088" y="483"/>
                    <a:pt x="4023" y="1254"/>
                    <a:pt x="4013" y="2252"/>
                  </a:cubicBezTo>
                  <a:cubicBezTo>
                    <a:pt x="4013" y="3304"/>
                    <a:pt x="2993" y="3968"/>
                    <a:pt x="2017" y="3968"/>
                  </a:cubicBezTo>
                  <a:cubicBezTo>
                    <a:pt x="1833" y="3968"/>
                    <a:pt x="1651" y="3944"/>
                    <a:pt x="1477" y="3895"/>
                  </a:cubicBezTo>
                  <a:cubicBezTo>
                    <a:pt x="1322" y="3847"/>
                    <a:pt x="1179" y="3788"/>
                    <a:pt x="1036" y="3716"/>
                  </a:cubicBezTo>
                  <a:cubicBezTo>
                    <a:pt x="1036" y="3669"/>
                    <a:pt x="1012" y="3633"/>
                    <a:pt x="989" y="3597"/>
                  </a:cubicBezTo>
                  <a:cubicBezTo>
                    <a:pt x="643" y="3383"/>
                    <a:pt x="417" y="3038"/>
                    <a:pt x="358" y="2645"/>
                  </a:cubicBezTo>
                  <a:cubicBezTo>
                    <a:pt x="334" y="2276"/>
                    <a:pt x="393" y="1907"/>
                    <a:pt x="524" y="1573"/>
                  </a:cubicBezTo>
                  <a:cubicBezTo>
                    <a:pt x="739" y="1109"/>
                    <a:pt x="1120" y="752"/>
                    <a:pt x="1596" y="573"/>
                  </a:cubicBezTo>
                  <a:cubicBezTo>
                    <a:pt x="1773" y="511"/>
                    <a:pt x="1957" y="483"/>
                    <a:pt x="2141" y="483"/>
                  </a:cubicBezTo>
                  <a:close/>
                  <a:moveTo>
                    <a:pt x="2222" y="1"/>
                  </a:moveTo>
                  <a:cubicBezTo>
                    <a:pt x="1889" y="1"/>
                    <a:pt x="1553" y="79"/>
                    <a:pt x="1239" y="252"/>
                  </a:cubicBezTo>
                  <a:cubicBezTo>
                    <a:pt x="536" y="657"/>
                    <a:pt x="84" y="1395"/>
                    <a:pt x="48" y="2216"/>
                  </a:cubicBezTo>
                  <a:cubicBezTo>
                    <a:pt x="12" y="2407"/>
                    <a:pt x="0" y="2597"/>
                    <a:pt x="12" y="2800"/>
                  </a:cubicBezTo>
                  <a:cubicBezTo>
                    <a:pt x="96" y="3586"/>
                    <a:pt x="691" y="4169"/>
                    <a:pt x="1441" y="4383"/>
                  </a:cubicBezTo>
                  <a:cubicBezTo>
                    <a:pt x="1661" y="4450"/>
                    <a:pt x="1886" y="4481"/>
                    <a:pt x="2111" y="4481"/>
                  </a:cubicBezTo>
                  <a:cubicBezTo>
                    <a:pt x="3455" y="4481"/>
                    <a:pt x="4758" y="3356"/>
                    <a:pt x="4513" y="1907"/>
                  </a:cubicBezTo>
                  <a:cubicBezTo>
                    <a:pt x="4331" y="808"/>
                    <a:pt x="3292" y="1"/>
                    <a:pt x="2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3" name="Google Shape;3133;p63"/>
            <p:cNvSpPr/>
            <p:nvPr/>
          </p:nvSpPr>
          <p:spPr>
            <a:xfrm>
              <a:off x="2430529" y="2254326"/>
              <a:ext cx="220693" cy="189270"/>
            </a:xfrm>
            <a:custGeom>
              <a:avLst/>
              <a:gdLst/>
              <a:ahLst/>
              <a:cxnLst/>
              <a:rect l="l" t="t" r="r" b="b"/>
              <a:pathLst>
                <a:path w="9018" h="7734" extrusionOk="0">
                  <a:moveTo>
                    <a:pt x="4686" y="554"/>
                  </a:moveTo>
                  <a:cubicBezTo>
                    <a:pt x="4723" y="554"/>
                    <a:pt x="4761" y="555"/>
                    <a:pt x="4798" y="556"/>
                  </a:cubicBezTo>
                  <a:cubicBezTo>
                    <a:pt x="5834" y="604"/>
                    <a:pt x="6668" y="1366"/>
                    <a:pt x="6953" y="2342"/>
                  </a:cubicBezTo>
                  <a:cubicBezTo>
                    <a:pt x="7477" y="4188"/>
                    <a:pt x="6263" y="6462"/>
                    <a:pt x="4405" y="7022"/>
                  </a:cubicBezTo>
                  <a:cubicBezTo>
                    <a:pt x="4117" y="7108"/>
                    <a:pt x="3829" y="7149"/>
                    <a:pt x="3549" y="7149"/>
                  </a:cubicBezTo>
                  <a:cubicBezTo>
                    <a:pt x="1827" y="7149"/>
                    <a:pt x="391" y="5613"/>
                    <a:pt x="893" y="3759"/>
                  </a:cubicBezTo>
                  <a:cubicBezTo>
                    <a:pt x="1155" y="2831"/>
                    <a:pt x="1715" y="2009"/>
                    <a:pt x="2477" y="1426"/>
                  </a:cubicBezTo>
                  <a:lnTo>
                    <a:pt x="2488" y="1426"/>
                  </a:lnTo>
                  <a:cubicBezTo>
                    <a:pt x="2536" y="1390"/>
                    <a:pt x="2572" y="1366"/>
                    <a:pt x="2608" y="1330"/>
                  </a:cubicBezTo>
                  <a:cubicBezTo>
                    <a:pt x="3221" y="899"/>
                    <a:pt x="3921" y="554"/>
                    <a:pt x="4686" y="554"/>
                  </a:cubicBezTo>
                  <a:close/>
                  <a:moveTo>
                    <a:pt x="4827" y="1"/>
                  </a:moveTo>
                  <a:cubicBezTo>
                    <a:pt x="4719" y="1"/>
                    <a:pt x="4610" y="7"/>
                    <a:pt x="4501" y="21"/>
                  </a:cubicBezTo>
                  <a:cubicBezTo>
                    <a:pt x="3298" y="187"/>
                    <a:pt x="2369" y="1033"/>
                    <a:pt x="1512" y="1842"/>
                  </a:cubicBezTo>
                  <a:cubicBezTo>
                    <a:pt x="1476" y="1878"/>
                    <a:pt x="1453" y="1926"/>
                    <a:pt x="1476" y="1985"/>
                  </a:cubicBezTo>
                  <a:cubicBezTo>
                    <a:pt x="1238" y="2247"/>
                    <a:pt x="1036" y="2533"/>
                    <a:pt x="869" y="2842"/>
                  </a:cubicBezTo>
                  <a:cubicBezTo>
                    <a:pt x="0" y="4402"/>
                    <a:pt x="286" y="6402"/>
                    <a:pt x="1941" y="7307"/>
                  </a:cubicBezTo>
                  <a:cubicBezTo>
                    <a:pt x="2484" y="7602"/>
                    <a:pt x="3035" y="7734"/>
                    <a:pt x="3570" y="7734"/>
                  </a:cubicBezTo>
                  <a:cubicBezTo>
                    <a:pt x="6533" y="7734"/>
                    <a:pt x="9018" y="3706"/>
                    <a:pt x="7001" y="1104"/>
                  </a:cubicBezTo>
                  <a:cubicBezTo>
                    <a:pt x="6494" y="407"/>
                    <a:pt x="5678" y="1"/>
                    <a:pt x="48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4" name="Google Shape;3134;p63"/>
            <p:cNvSpPr/>
            <p:nvPr/>
          </p:nvSpPr>
          <p:spPr>
            <a:xfrm>
              <a:off x="2058728" y="2441585"/>
              <a:ext cx="396014" cy="723089"/>
            </a:xfrm>
            <a:custGeom>
              <a:avLst/>
              <a:gdLst/>
              <a:ahLst/>
              <a:cxnLst/>
              <a:rect l="l" t="t" r="r" b="b"/>
              <a:pathLst>
                <a:path w="16182" h="29547" extrusionOk="0">
                  <a:moveTo>
                    <a:pt x="13369" y="426"/>
                  </a:moveTo>
                  <a:cubicBezTo>
                    <a:pt x="13417" y="426"/>
                    <a:pt x="13466" y="427"/>
                    <a:pt x="13514" y="429"/>
                  </a:cubicBezTo>
                  <a:cubicBezTo>
                    <a:pt x="15253" y="513"/>
                    <a:pt x="15729" y="2132"/>
                    <a:pt x="15348" y="3596"/>
                  </a:cubicBezTo>
                  <a:cubicBezTo>
                    <a:pt x="14729" y="6013"/>
                    <a:pt x="13395" y="8252"/>
                    <a:pt x="12550" y="10609"/>
                  </a:cubicBezTo>
                  <a:cubicBezTo>
                    <a:pt x="11716" y="12966"/>
                    <a:pt x="11335" y="15479"/>
                    <a:pt x="11431" y="17991"/>
                  </a:cubicBezTo>
                  <a:cubicBezTo>
                    <a:pt x="11490" y="19229"/>
                    <a:pt x="11609" y="20455"/>
                    <a:pt x="11788" y="21682"/>
                  </a:cubicBezTo>
                  <a:cubicBezTo>
                    <a:pt x="11978" y="23015"/>
                    <a:pt x="12121" y="24420"/>
                    <a:pt x="11681" y="25718"/>
                  </a:cubicBezTo>
                  <a:cubicBezTo>
                    <a:pt x="11145" y="27254"/>
                    <a:pt x="9907" y="27885"/>
                    <a:pt x="8406" y="28254"/>
                  </a:cubicBezTo>
                  <a:cubicBezTo>
                    <a:pt x="6918" y="28611"/>
                    <a:pt x="5394" y="28837"/>
                    <a:pt x="3870" y="28921"/>
                  </a:cubicBezTo>
                  <a:cubicBezTo>
                    <a:pt x="3406" y="28944"/>
                    <a:pt x="2903" y="28991"/>
                    <a:pt x="2414" y="28991"/>
                  </a:cubicBezTo>
                  <a:cubicBezTo>
                    <a:pt x="2138" y="28991"/>
                    <a:pt x="1866" y="28976"/>
                    <a:pt x="1608" y="28933"/>
                  </a:cubicBezTo>
                  <a:cubicBezTo>
                    <a:pt x="953" y="28826"/>
                    <a:pt x="786" y="28409"/>
                    <a:pt x="703" y="27778"/>
                  </a:cubicBezTo>
                  <a:cubicBezTo>
                    <a:pt x="679" y="27397"/>
                    <a:pt x="667" y="27016"/>
                    <a:pt x="656" y="26635"/>
                  </a:cubicBezTo>
                  <a:cubicBezTo>
                    <a:pt x="620" y="25123"/>
                    <a:pt x="667" y="23599"/>
                    <a:pt x="798" y="22087"/>
                  </a:cubicBezTo>
                  <a:cubicBezTo>
                    <a:pt x="798" y="22027"/>
                    <a:pt x="751" y="21979"/>
                    <a:pt x="691" y="21979"/>
                  </a:cubicBezTo>
                  <a:cubicBezTo>
                    <a:pt x="882" y="19086"/>
                    <a:pt x="1287" y="16205"/>
                    <a:pt x="2180" y="13407"/>
                  </a:cubicBezTo>
                  <a:cubicBezTo>
                    <a:pt x="2894" y="11121"/>
                    <a:pt x="3906" y="8942"/>
                    <a:pt x="5180" y="6918"/>
                  </a:cubicBezTo>
                  <a:cubicBezTo>
                    <a:pt x="6466" y="4906"/>
                    <a:pt x="8097" y="2918"/>
                    <a:pt x="10097" y="1596"/>
                  </a:cubicBezTo>
                  <a:cubicBezTo>
                    <a:pt x="11046" y="967"/>
                    <a:pt x="12203" y="426"/>
                    <a:pt x="13369" y="426"/>
                  </a:cubicBezTo>
                  <a:close/>
                  <a:moveTo>
                    <a:pt x="13310" y="1"/>
                  </a:moveTo>
                  <a:cubicBezTo>
                    <a:pt x="11073" y="1"/>
                    <a:pt x="8973" y="1675"/>
                    <a:pt x="7490" y="3203"/>
                  </a:cubicBezTo>
                  <a:cubicBezTo>
                    <a:pt x="5656" y="5108"/>
                    <a:pt x="4168" y="7299"/>
                    <a:pt x="3072" y="9704"/>
                  </a:cubicBezTo>
                  <a:cubicBezTo>
                    <a:pt x="798" y="14705"/>
                    <a:pt x="1" y="20313"/>
                    <a:pt x="251" y="25789"/>
                  </a:cubicBezTo>
                  <a:cubicBezTo>
                    <a:pt x="239" y="26028"/>
                    <a:pt x="239" y="26266"/>
                    <a:pt x="239" y="26492"/>
                  </a:cubicBezTo>
                  <a:cubicBezTo>
                    <a:pt x="227" y="27171"/>
                    <a:pt x="167" y="27921"/>
                    <a:pt x="263" y="28587"/>
                  </a:cubicBezTo>
                  <a:cubicBezTo>
                    <a:pt x="322" y="28968"/>
                    <a:pt x="501" y="29302"/>
                    <a:pt x="882" y="29433"/>
                  </a:cubicBezTo>
                  <a:cubicBezTo>
                    <a:pt x="1139" y="29522"/>
                    <a:pt x="1439" y="29546"/>
                    <a:pt x="1744" y="29546"/>
                  </a:cubicBezTo>
                  <a:cubicBezTo>
                    <a:pt x="2087" y="29546"/>
                    <a:pt x="2437" y="29516"/>
                    <a:pt x="2739" y="29516"/>
                  </a:cubicBezTo>
                  <a:cubicBezTo>
                    <a:pt x="3489" y="29516"/>
                    <a:pt x="4251" y="29468"/>
                    <a:pt x="4989" y="29397"/>
                  </a:cubicBezTo>
                  <a:cubicBezTo>
                    <a:pt x="6442" y="29278"/>
                    <a:pt x="7883" y="29004"/>
                    <a:pt x="9288" y="28587"/>
                  </a:cubicBezTo>
                  <a:cubicBezTo>
                    <a:pt x="11895" y="27778"/>
                    <a:pt x="12669" y="25408"/>
                    <a:pt x="12431" y="22872"/>
                  </a:cubicBezTo>
                  <a:cubicBezTo>
                    <a:pt x="12300" y="21337"/>
                    <a:pt x="12014" y="19813"/>
                    <a:pt x="11943" y="18265"/>
                  </a:cubicBezTo>
                  <a:cubicBezTo>
                    <a:pt x="11859" y="16705"/>
                    <a:pt x="11955" y="15145"/>
                    <a:pt x="12240" y="13609"/>
                  </a:cubicBezTo>
                  <a:cubicBezTo>
                    <a:pt x="12788" y="10657"/>
                    <a:pt x="14205" y="8013"/>
                    <a:pt x="15276" y="5239"/>
                  </a:cubicBezTo>
                  <a:cubicBezTo>
                    <a:pt x="15705" y="4132"/>
                    <a:pt x="16181" y="2882"/>
                    <a:pt x="15824" y="1691"/>
                  </a:cubicBezTo>
                  <a:cubicBezTo>
                    <a:pt x="15538" y="727"/>
                    <a:pt x="14764" y="132"/>
                    <a:pt x="13764" y="24"/>
                  </a:cubicBezTo>
                  <a:cubicBezTo>
                    <a:pt x="13612" y="9"/>
                    <a:pt x="13461" y="1"/>
                    <a:pt x="133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5" name="Google Shape;3135;p63"/>
            <p:cNvSpPr/>
            <p:nvPr/>
          </p:nvSpPr>
          <p:spPr>
            <a:xfrm>
              <a:off x="1956166" y="1622388"/>
              <a:ext cx="1101434" cy="1668315"/>
            </a:xfrm>
            <a:custGeom>
              <a:avLst/>
              <a:gdLst/>
              <a:ahLst/>
              <a:cxnLst/>
              <a:rect l="l" t="t" r="r" b="b"/>
              <a:pathLst>
                <a:path w="45007" h="68171" extrusionOk="0">
                  <a:moveTo>
                    <a:pt x="24278" y="555"/>
                  </a:moveTo>
                  <a:cubicBezTo>
                    <a:pt x="24230" y="1091"/>
                    <a:pt x="24027" y="1591"/>
                    <a:pt x="24004" y="2126"/>
                  </a:cubicBezTo>
                  <a:lnTo>
                    <a:pt x="23968" y="2126"/>
                  </a:lnTo>
                  <a:cubicBezTo>
                    <a:pt x="22920" y="2210"/>
                    <a:pt x="21777" y="2734"/>
                    <a:pt x="20849" y="3281"/>
                  </a:cubicBezTo>
                  <a:cubicBezTo>
                    <a:pt x="20789" y="3210"/>
                    <a:pt x="20718" y="3139"/>
                    <a:pt x="20634" y="3079"/>
                  </a:cubicBezTo>
                  <a:cubicBezTo>
                    <a:pt x="20396" y="2877"/>
                    <a:pt x="20110" y="2805"/>
                    <a:pt x="19848" y="2662"/>
                  </a:cubicBezTo>
                  <a:cubicBezTo>
                    <a:pt x="19420" y="2507"/>
                    <a:pt x="19408" y="2210"/>
                    <a:pt x="19836" y="1781"/>
                  </a:cubicBezTo>
                  <a:cubicBezTo>
                    <a:pt x="19979" y="1757"/>
                    <a:pt x="20110" y="1722"/>
                    <a:pt x="20253" y="1686"/>
                  </a:cubicBezTo>
                  <a:cubicBezTo>
                    <a:pt x="21611" y="1364"/>
                    <a:pt x="22956" y="983"/>
                    <a:pt x="24278" y="555"/>
                  </a:cubicBezTo>
                  <a:close/>
                  <a:moveTo>
                    <a:pt x="24004" y="2496"/>
                  </a:moveTo>
                  <a:cubicBezTo>
                    <a:pt x="24016" y="2543"/>
                    <a:pt x="24016" y="2579"/>
                    <a:pt x="24027" y="2638"/>
                  </a:cubicBezTo>
                  <a:cubicBezTo>
                    <a:pt x="24194" y="3567"/>
                    <a:pt x="24563" y="4484"/>
                    <a:pt x="24789" y="5401"/>
                  </a:cubicBezTo>
                  <a:cubicBezTo>
                    <a:pt x="25266" y="7246"/>
                    <a:pt x="25587" y="9115"/>
                    <a:pt x="25897" y="10997"/>
                  </a:cubicBezTo>
                  <a:cubicBezTo>
                    <a:pt x="25087" y="11211"/>
                    <a:pt x="24278" y="11437"/>
                    <a:pt x="23480" y="11663"/>
                  </a:cubicBezTo>
                  <a:cubicBezTo>
                    <a:pt x="23254" y="10413"/>
                    <a:pt x="22658" y="9199"/>
                    <a:pt x="22289" y="7984"/>
                  </a:cubicBezTo>
                  <a:cubicBezTo>
                    <a:pt x="21896" y="6698"/>
                    <a:pt x="21718" y="5317"/>
                    <a:pt x="21265" y="4055"/>
                  </a:cubicBezTo>
                  <a:cubicBezTo>
                    <a:pt x="21194" y="3841"/>
                    <a:pt x="21087" y="3627"/>
                    <a:pt x="20968" y="3448"/>
                  </a:cubicBezTo>
                  <a:cubicBezTo>
                    <a:pt x="21980" y="3222"/>
                    <a:pt x="23123" y="2972"/>
                    <a:pt x="24004" y="2496"/>
                  </a:cubicBezTo>
                  <a:close/>
                  <a:moveTo>
                    <a:pt x="28151" y="11023"/>
                  </a:moveTo>
                  <a:cubicBezTo>
                    <a:pt x="28223" y="11023"/>
                    <a:pt x="28283" y="11033"/>
                    <a:pt x="28326" y="11056"/>
                  </a:cubicBezTo>
                  <a:cubicBezTo>
                    <a:pt x="28492" y="11151"/>
                    <a:pt x="28647" y="12175"/>
                    <a:pt x="28695" y="12402"/>
                  </a:cubicBezTo>
                  <a:lnTo>
                    <a:pt x="29052" y="13652"/>
                  </a:lnTo>
                  <a:cubicBezTo>
                    <a:pt x="26564" y="14223"/>
                    <a:pt x="24111" y="14902"/>
                    <a:pt x="21694" y="15676"/>
                  </a:cubicBezTo>
                  <a:cubicBezTo>
                    <a:pt x="21360" y="14807"/>
                    <a:pt x="20979" y="13949"/>
                    <a:pt x="20563" y="13116"/>
                  </a:cubicBezTo>
                  <a:cubicBezTo>
                    <a:pt x="22206" y="12533"/>
                    <a:pt x="23932" y="12128"/>
                    <a:pt x="25623" y="11675"/>
                  </a:cubicBezTo>
                  <a:cubicBezTo>
                    <a:pt x="26052" y="11568"/>
                    <a:pt x="26456" y="11461"/>
                    <a:pt x="26873" y="11342"/>
                  </a:cubicBezTo>
                  <a:cubicBezTo>
                    <a:pt x="27122" y="11282"/>
                    <a:pt x="27787" y="11023"/>
                    <a:pt x="28151" y="11023"/>
                  </a:cubicBezTo>
                  <a:close/>
                  <a:moveTo>
                    <a:pt x="31183" y="13878"/>
                  </a:moveTo>
                  <a:cubicBezTo>
                    <a:pt x="31898" y="17426"/>
                    <a:pt x="32648" y="20950"/>
                    <a:pt x="33422" y="24486"/>
                  </a:cubicBezTo>
                  <a:cubicBezTo>
                    <a:pt x="33957" y="26975"/>
                    <a:pt x="34553" y="29451"/>
                    <a:pt x="35124" y="31928"/>
                  </a:cubicBezTo>
                  <a:cubicBezTo>
                    <a:pt x="34231" y="31999"/>
                    <a:pt x="33350" y="32309"/>
                    <a:pt x="32505" y="32595"/>
                  </a:cubicBezTo>
                  <a:cubicBezTo>
                    <a:pt x="31564" y="32904"/>
                    <a:pt x="30635" y="33249"/>
                    <a:pt x="29707" y="33630"/>
                  </a:cubicBezTo>
                  <a:cubicBezTo>
                    <a:pt x="28183" y="34249"/>
                    <a:pt x="26528" y="34928"/>
                    <a:pt x="25135" y="35857"/>
                  </a:cubicBezTo>
                  <a:cubicBezTo>
                    <a:pt x="26635" y="34095"/>
                    <a:pt x="28361" y="32547"/>
                    <a:pt x="30278" y="31261"/>
                  </a:cubicBezTo>
                  <a:cubicBezTo>
                    <a:pt x="30433" y="31166"/>
                    <a:pt x="30504" y="30999"/>
                    <a:pt x="30457" y="30832"/>
                  </a:cubicBezTo>
                  <a:cubicBezTo>
                    <a:pt x="29278" y="27915"/>
                    <a:pt x="28111" y="24998"/>
                    <a:pt x="26956" y="22069"/>
                  </a:cubicBezTo>
                  <a:cubicBezTo>
                    <a:pt x="26907" y="21940"/>
                    <a:pt x="26765" y="21802"/>
                    <a:pt x="26609" y="21802"/>
                  </a:cubicBezTo>
                  <a:cubicBezTo>
                    <a:pt x="26578" y="21802"/>
                    <a:pt x="26547" y="21808"/>
                    <a:pt x="26516" y="21819"/>
                  </a:cubicBezTo>
                  <a:cubicBezTo>
                    <a:pt x="24778" y="22558"/>
                    <a:pt x="23087" y="23415"/>
                    <a:pt x="21468" y="24379"/>
                  </a:cubicBezTo>
                  <a:cubicBezTo>
                    <a:pt x="21158" y="22820"/>
                    <a:pt x="20765" y="21284"/>
                    <a:pt x="20360" y="19748"/>
                  </a:cubicBezTo>
                  <a:cubicBezTo>
                    <a:pt x="20265" y="19367"/>
                    <a:pt x="20170" y="18986"/>
                    <a:pt x="20063" y="18605"/>
                  </a:cubicBezTo>
                  <a:cubicBezTo>
                    <a:pt x="19944" y="18152"/>
                    <a:pt x="19682" y="17628"/>
                    <a:pt x="19896" y="17212"/>
                  </a:cubicBezTo>
                  <a:cubicBezTo>
                    <a:pt x="20206" y="16640"/>
                    <a:pt x="21563" y="16426"/>
                    <a:pt x="22182" y="16223"/>
                  </a:cubicBezTo>
                  <a:cubicBezTo>
                    <a:pt x="25135" y="15259"/>
                    <a:pt x="28135" y="14485"/>
                    <a:pt x="31183" y="13878"/>
                  </a:cubicBezTo>
                  <a:close/>
                  <a:moveTo>
                    <a:pt x="35148" y="32059"/>
                  </a:moveTo>
                  <a:cubicBezTo>
                    <a:pt x="35207" y="32309"/>
                    <a:pt x="35267" y="32559"/>
                    <a:pt x="35315" y="32809"/>
                  </a:cubicBezTo>
                  <a:cubicBezTo>
                    <a:pt x="33493" y="33404"/>
                    <a:pt x="31683" y="34011"/>
                    <a:pt x="29897" y="34714"/>
                  </a:cubicBezTo>
                  <a:cubicBezTo>
                    <a:pt x="28302" y="35357"/>
                    <a:pt x="26635" y="36024"/>
                    <a:pt x="25135" y="36905"/>
                  </a:cubicBezTo>
                  <a:cubicBezTo>
                    <a:pt x="25051" y="36678"/>
                    <a:pt x="24968" y="36440"/>
                    <a:pt x="24897" y="36202"/>
                  </a:cubicBezTo>
                  <a:cubicBezTo>
                    <a:pt x="26587" y="35488"/>
                    <a:pt x="28195" y="34559"/>
                    <a:pt x="29921" y="33868"/>
                  </a:cubicBezTo>
                  <a:cubicBezTo>
                    <a:pt x="30790" y="33511"/>
                    <a:pt x="31695" y="33190"/>
                    <a:pt x="32600" y="32904"/>
                  </a:cubicBezTo>
                  <a:cubicBezTo>
                    <a:pt x="33445" y="32630"/>
                    <a:pt x="34338" y="32440"/>
                    <a:pt x="35148" y="32059"/>
                  </a:cubicBezTo>
                  <a:close/>
                  <a:moveTo>
                    <a:pt x="35374" y="33071"/>
                  </a:moveTo>
                  <a:cubicBezTo>
                    <a:pt x="35517" y="33726"/>
                    <a:pt x="35660" y="34380"/>
                    <a:pt x="35803" y="35035"/>
                  </a:cubicBezTo>
                  <a:cubicBezTo>
                    <a:pt x="32469" y="36250"/>
                    <a:pt x="29171" y="37512"/>
                    <a:pt x="25813" y="38643"/>
                  </a:cubicBezTo>
                  <a:cubicBezTo>
                    <a:pt x="25611" y="38155"/>
                    <a:pt x="25409" y="37655"/>
                    <a:pt x="25218" y="37143"/>
                  </a:cubicBezTo>
                  <a:cubicBezTo>
                    <a:pt x="26885" y="36512"/>
                    <a:pt x="28492" y="35726"/>
                    <a:pt x="30135" y="35047"/>
                  </a:cubicBezTo>
                  <a:cubicBezTo>
                    <a:pt x="31862" y="34333"/>
                    <a:pt x="33600" y="33666"/>
                    <a:pt x="35374" y="33071"/>
                  </a:cubicBezTo>
                  <a:close/>
                  <a:moveTo>
                    <a:pt x="34684" y="36262"/>
                  </a:moveTo>
                  <a:cubicBezTo>
                    <a:pt x="34946" y="36726"/>
                    <a:pt x="35255" y="37167"/>
                    <a:pt x="35577" y="37595"/>
                  </a:cubicBezTo>
                  <a:lnTo>
                    <a:pt x="35910" y="38059"/>
                  </a:lnTo>
                  <a:cubicBezTo>
                    <a:pt x="35148" y="38369"/>
                    <a:pt x="34398" y="38726"/>
                    <a:pt x="33660" y="39107"/>
                  </a:cubicBezTo>
                  <a:cubicBezTo>
                    <a:pt x="33576" y="38952"/>
                    <a:pt x="33505" y="38810"/>
                    <a:pt x="33445" y="38691"/>
                  </a:cubicBezTo>
                  <a:cubicBezTo>
                    <a:pt x="33410" y="38643"/>
                    <a:pt x="33374" y="38595"/>
                    <a:pt x="33350" y="38536"/>
                  </a:cubicBezTo>
                  <a:cubicBezTo>
                    <a:pt x="34076" y="38250"/>
                    <a:pt x="34826" y="38048"/>
                    <a:pt x="35541" y="37726"/>
                  </a:cubicBezTo>
                  <a:cubicBezTo>
                    <a:pt x="35577" y="37690"/>
                    <a:pt x="35588" y="37643"/>
                    <a:pt x="35565" y="37607"/>
                  </a:cubicBezTo>
                  <a:cubicBezTo>
                    <a:pt x="35541" y="37595"/>
                    <a:pt x="35529" y="37583"/>
                    <a:pt x="35505" y="37583"/>
                  </a:cubicBezTo>
                  <a:cubicBezTo>
                    <a:pt x="34719" y="37690"/>
                    <a:pt x="33981" y="38071"/>
                    <a:pt x="33314" y="38488"/>
                  </a:cubicBezTo>
                  <a:cubicBezTo>
                    <a:pt x="33041" y="38024"/>
                    <a:pt x="32767" y="37548"/>
                    <a:pt x="32457" y="37107"/>
                  </a:cubicBezTo>
                  <a:cubicBezTo>
                    <a:pt x="33207" y="36833"/>
                    <a:pt x="33945" y="36547"/>
                    <a:pt x="34684" y="36262"/>
                  </a:cubicBezTo>
                  <a:close/>
                  <a:moveTo>
                    <a:pt x="36041" y="38214"/>
                  </a:moveTo>
                  <a:cubicBezTo>
                    <a:pt x="36208" y="38417"/>
                    <a:pt x="36600" y="38821"/>
                    <a:pt x="36565" y="38952"/>
                  </a:cubicBezTo>
                  <a:cubicBezTo>
                    <a:pt x="36529" y="39119"/>
                    <a:pt x="35469" y="39476"/>
                    <a:pt x="35267" y="39572"/>
                  </a:cubicBezTo>
                  <a:cubicBezTo>
                    <a:pt x="35029" y="39667"/>
                    <a:pt x="34791" y="39774"/>
                    <a:pt x="34553" y="39869"/>
                  </a:cubicBezTo>
                  <a:cubicBezTo>
                    <a:pt x="34342" y="39947"/>
                    <a:pt x="34292" y="39983"/>
                    <a:pt x="34273" y="39983"/>
                  </a:cubicBezTo>
                  <a:cubicBezTo>
                    <a:pt x="34253" y="39983"/>
                    <a:pt x="34275" y="39935"/>
                    <a:pt x="34148" y="39845"/>
                  </a:cubicBezTo>
                  <a:cubicBezTo>
                    <a:pt x="33969" y="39714"/>
                    <a:pt x="33826" y="39441"/>
                    <a:pt x="33683" y="39167"/>
                  </a:cubicBezTo>
                  <a:cubicBezTo>
                    <a:pt x="34457" y="38833"/>
                    <a:pt x="35255" y="38536"/>
                    <a:pt x="36041" y="38214"/>
                  </a:cubicBezTo>
                  <a:close/>
                  <a:moveTo>
                    <a:pt x="31386" y="37500"/>
                  </a:moveTo>
                  <a:cubicBezTo>
                    <a:pt x="31659" y="37940"/>
                    <a:pt x="31898" y="38393"/>
                    <a:pt x="32112" y="38869"/>
                  </a:cubicBezTo>
                  <a:cubicBezTo>
                    <a:pt x="32136" y="38929"/>
                    <a:pt x="32171" y="38988"/>
                    <a:pt x="32195" y="39060"/>
                  </a:cubicBezTo>
                  <a:cubicBezTo>
                    <a:pt x="32183" y="39048"/>
                    <a:pt x="32159" y="39048"/>
                    <a:pt x="32136" y="39048"/>
                  </a:cubicBezTo>
                  <a:cubicBezTo>
                    <a:pt x="31016" y="39179"/>
                    <a:pt x="29945" y="39536"/>
                    <a:pt x="28980" y="40095"/>
                  </a:cubicBezTo>
                  <a:cubicBezTo>
                    <a:pt x="28921" y="39524"/>
                    <a:pt x="28885" y="38941"/>
                    <a:pt x="28861" y="38369"/>
                  </a:cubicBezTo>
                  <a:cubicBezTo>
                    <a:pt x="29707" y="38095"/>
                    <a:pt x="30552" y="37798"/>
                    <a:pt x="31386" y="37500"/>
                  </a:cubicBezTo>
                  <a:close/>
                  <a:moveTo>
                    <a:pt x="32231" y="39167"/>
                  </a:moveTo>
                  <a:cubicBezTo>
                    <a:pt x="32302" y="39345"/>
                    <a:pt x="32362" y="39524"/>
                    <a:pt x="32433" y="39703"/>
                  </a:cubicBezTo>
                  <a:cubicBezTo>
                    <a:pt x="31278" y="39988"/>
                    <a:pt x="30135" y="40357"/>
                    <a:pt x="29028" y="40798"/>
                  </a:cubicBezTo>
                  <a:cubicBezTo>
                    <a:pt x="29016" y="40619"/>
                    <a:pt x="28992" y="40417"/>
                    <a:pt x="28980" y="40215"/>
                  </a:cubicBezTo>
                  <a:cubicBezTo>
                    <a:pt x="29504" y="40084"/>
                    <a:pt x="30004" y="39881"/>
                    <a:pt x="30516" y="39726"/>
                  </a:cubicBezTo>
                  <a:cubicBezTo>
                    <a:pt x="31064" y="39560"/>
                    <a:pt x="31636" y="39464"/>
                    <a:pt x="32159" y="39262"/>
                  </a:cubicBezTo>
                  <a:cubicBezTo>
                    <a:pt x="32195" y="39238"/>
                    <a:pt x="32231" y="39214"/>
                    <a:pt x="32231" y="39167"/>
                  </a:cubicBezTo>
                  <a:close/>
                  <a:moveTo>
                    <a:pt x="32505" y="39929"/>
                  </a:moveTo>
                  <a:cubicBezTo>
                    <a:pt x="32517" y="39941"/>
                    <a:pt x="32529" y="39964"/>
                    <a:pt x="32529" y="40000"/>
                  </a:cubicBezTo>
                  <a:cubicBezTo>
                    <a:pt x="32600" y="40191"/>
                    <a:pt x="32826" y="40655"/>
                    <a:pt x="32779" y="40857"/>
                  </a:cubicBezTo>
                  <a:cubicBezTo>
                    <a:pt x="32843" y="40987"/>
                    <a:pt x="32807" y="41052"/>
                    <a:pt x="32671" y="41052"/>
                  </a:cubicBezTo>
                  <a:cubicBezTo>
                    <a:pt x="32631" y="41052"/>
                    <a:pt x="32584" y="41047"/>
                    <a:pt x="32529" y="41036"/>
                  </a:cubicBezTo>
                  <a:cubicBezTo>
                    <a:pt x="32338" y="41096"/>
                    <a:pt x="32148" y="41143"/>
                    <a:pt x="31957" y="41191"/>
                  </a:cubicBezTo>
                  <a:cubicBezTo>
                    <a:pt x="31624" y="41286"/>
                    <a:pt x="31278" y="41369"/>
                    <a:pt x="30945" y="41465"/>
                  </a:cubicBezTo>
                  <a:cubicBezTo>
                    <a:pt x="30350" y="41631"/>
                    <a:pt x="29731" y="41798"/>
                    <a:pt x="29135" y="41965"/>
                  </a:cubicBezTo>
                  <a:cubicBezTo>
                    <a:pt x="29100" y="41619"/>
                    <a:pt x="29076" y="41274"/>
                    <a:pt x="29040" y="40917"/>
                  </a:cubicBezTo>
                  <a:lnTo>
                    <a:pt x="29052" y="40917"/>
                  </a:lnTo>
                  <a:cubicBezTo>
                    <a:pt x="30219" y="40667"/>
                    <a:pt x="31374" y="40334"/>
                    <a:pt x="32493" y="39929"/>
                  </a:cubicBezTo>
                  <a:close/>
                  <a:moveTo>
                    <a:pt x="37613" y="43763"/>
                  </a:moveTo>
                  <a:cubicBezTo>
                    <a:pt x="37696" y="44036"/>
                    <a:pt x="37732" y="44322"/>
                    <a:pt x="37720" y="44620"/>
                  </a:cubicBezTo>
                  <a:cubicBezTo>
                    <a:pt x="34743" y="45310"/>
                    <a:pt x="31778" y="46013"/>
                    <a:pt x="28826" y="46751"/>
                  </a:cubicBezTo>
                  <a:cubicBezTo>
                    <a:pt x="28802" y="46644"/>
                    <a:pt x="28778" y="46549"/>
                    <a:pt x="28766" y="46430"/>
                  </a:cubicBezTo>
                  <a:cubicBezTo>
                    <a:pt x="28707" y="46108"/>
                    <a:pt x="28635" y="46001"/>
                    <a:pt x="28861" y="45822"/>
                  </a:cubicBezTo>
                  <a:cubicBezTo>
                    <a:pt x="29123" y="45608"/>
                    <a:pt x="29802" y="45548"/>
                    <a:pt x="30135" y="45453"/>
                  </a:cubicBezTo>
                  <a:cubicBezTo>
                    <a:pt x="30981" y="45227"/>
                    <a:pt x="31826" y="45013"/>
                    <a:pt x="32683" y="44798"/>
                  </a:cubicBezTo>
                  <a:cubicBezTo>
                    <a:pt x="34326" y="44405"/>
                    <a:pt x="35969" y="44060"/>
                    <a:pt x="37613" y="43763"/>
                  </a:cubicBezTo>
                  <a:close/>
                  <a:moveTo>
                    <a:pt x="40480" y="44724"/>
                  </a:moveTo>
                  <a:cubicBezTo>
                    <a:pt x="40733" y="44724"/>
                    <a:pt x="40988" y="44780"/>
                    <a:pt x="41101" y="44977"/>
                  </a:cubicBezTo>
                  <a:cubicBezTo>
                    <a:pt x="41220" y="45191"/>
                    <a:pt x="41018" y="45572"/>
                    <a:pt x="40887" y="45715"/>
                  </a:cubicBezTo>
                  <a:cubicBezTo>
                    <a:pt x="40696" y="45906"/>
                    <a:pt x="40458" y="46037"/>
                    <a:pt x="40184" y="46108"/>
                  </a:cubicBezTo>
                  <a:cubicBezTo>
                    <a:pt x="38898" y="46525"/>
                    <a:pt x="37505" y="46763"/>
                    <a:pt x="36172" y="47072"/>
                  </a:cubicBezTo>
                  <a:cubicBezTo>
                    <a:pt x="34791" y="47406"/>
                    <a:pt x="33398" y="47727"/>
                    <a:pt x="32017" y="48061"/>
                  </a:cubicBezTo>
                  <a:cubicBezTo>
                    <a:pt x="30564" y="48394"/>
                    <a:pt x="29135" y="48727"/>
                    <a:pt x="27695" y="49037"/>
                  </a:cubicBezTo>
                  <a:cubicBezTo>
                    <a:pt x="27349" y="49108"/>
                    <a:pt x="26992" y="49192"/>
                    <a:pt x="26647" y="49239"/>
                  </a:cubicBezTo>
                  <a:cubicBezTo>
                    <a:pt x="26552" y="49249"/>
                    <a:pt x="26426" y="49258"/>
                    <a:pt x="26289" y="49258"/>
                  </a:cubicBezTo>
                  <a:cubicBezTo>
                    <a:pt x="25908" y="49258"/>
                    <a:pt x="25449" y="49185"/>
                    <a:pt x="25397" y="48835"/>
                  </a:cubicBezTo>
                  <a:cubicBezTo>
                    <a:pt x="25337" y="48573"/>
                    <a:pt x="25754" y="48120"/>
                    <a:pt x="25944" y="48037"/>
                  </a:cubicBezTo>
                  <a:cubicBezTo>
                    <a:pt x="26063" y="48001"/>
                    <a:pt x="26171" y="47965"/>
                    <a:pt x="26290" y="47954"/>
                  </a:cubicBezTo>
                  <a:cubicBezTo>
                    <a:pt x="26683" y="47858"/>
                    <a:pt x="27064" y="47775"/>
                    <a:pt x="27445" y="47692"/>
                  </a:cubicBezTo>
                  <a:cubicBezTo>
                    <a:pt x="30647" y="46965"/>
                    <a:pt x="33874" y="46263"/>
                    <a:pt x="37065" y="45477"/>
                  </a:cubicBezTo>
                  <a:cubicBezTo>
                    <a:pt x="37101" y="45477"/>
                    <a:pt x="37136" y="45441"/>
                    <a:pt x="37136" y="45394"/>
                  </a:cubicBezTo>
                  <a:cubicBezTo>
                    <a:pt x="37458" y="45322"/>
                    <a:pt x="37767" y="45251"/>
                    <a:pt x="38089" y="45179"/>
                  </a:cubicBezTo>
                  <a:cubicBezTo>
                    <a:pt x="38720" y="45048"/>
                    <a:pt x="39363" y="44870"/>
                    <a:pt x="40006" y="44775"/>
                  </a:cubicBezTo>
                  <a:cubicBezTo>
                    <a:pt x="40132" y="44750"/>
                    <a:pt x="40306" y="44724"/>
                    <a:pt x="40480" y="44724"/>
                  </a:cubicBezTo>
                  <a:close/>
                  <a:moveTo>
                    <a:pt x="37493" y="47418"/>
                  </a:moveTo>
                  <a:lnTo>
                    <a:pt x="37517" y="47501"/>
                  </a:lnTo>
                  <a:cubicBezTo>
                    <a:pt x="37994" y="48823"/>
                    <a:pt x="34350" y="49156"/>
                    <a:pt x="33493" y="49299"/>
                  </a:cubicBezTo>
                  <a:cubicBezTo>
                    <a:pt x="32743" y="49418"/>
                    <a:pt x="32005" y="49525"/>
                    <a:pt x="31255" y="49597"/>
                  </a:cubicBezTo>
                  <a:cubicBezTo>
                    <a:pt x="30905" y="49631"/>
                    <a:pt x="30486" y="49704"/>
                    <a:pt x="30086" y="49704"/>
                  </a:cubicBezTo>
                  <a:cubicBezTo>
                    <a:pt x="29655" y="49704"/>
                    <a:pt x="29246" y="49619"/>
                    <a:pt x="28969" y="49311"/>
                  </a:cubicBezTo>
                  <a:cubicBezTo>
                    <a:pt x="29171" y="49263"/>
                    <a:pt x="29361" y="49216"/>
                    <a:pt x="29564" y="49168"/>
                  </a:cubicBezTo>
                  <a:cubicBezTo>
                    <a:pt x="31374" y="48739"/>
                    <a:pt x="33195" y="48335"/>
                    <a:pt x="35017" y="47930"/>
                  </a:cubicBezTo>
                  <a:cubicBezTo>
                    <a:pt x="35838" y="47739"/>
                    <a:pt x="36660" y="47584"/>
                    <a:pt x="37493" y="47418"/>
                  </a:cubicBezTo>
                  <a:close/>
                  <a:moveTo>
                    <a:pt x="36243" y="49275"/>
                  </a:moveTo>
                  <a:cubicBezTo>
                    <a:pt x="36327" y="50228"/>
                    <a:pt x="36648" y="51180"/>
                    <a:pt x="36755" y="52121"/>
                  </a:cubicBezTo>
                  <a:cubicBezTo>
                    <a:pt x="36874" y="53228"/>
                    <a:pt x="36898" y="54347"/>
                    <a:pt x="36851" y="55466"/>
                  </a:cubicBezTo>
                  <a:cubicBezTo>
                    <a:pt x="35493" y="55585"/>
                    <a:pt x="34124" y="55681"/>
                    <a:pt x="32767" y="55764"/>
                  </a:cubicBezTo>
                  <a:cubicBezTo>
                    <a:pt x="32219" y="55800"/>
                    <a:pt x="31671" y="55835"/>
                    <a:pt x="31112" y="55859"/>
                  </a:cubicBezTo>
                  <a:cubicBezTo>
                    <a:pt x="31600" y="55121"/>
                    <a:pt x="31707" y="54014"/>
                    <a:pt x="31802" y="53180"/>
                  </a:cubicBezTo>
                  <a:cubicBezTo>
                    <a:pt x="31909" y="52252"/>
                    <a:pt x="31993" y="51002"/>
                    <a:pt x="31564" y="50120"/>
                  </a:cubicBezTo>
                  <a:cubicBezTo>
                    <a:pt x="32255" y="50025"/>
                    <a:pt x="32957" y="49906"/>
                    <a:pt x="33624" y="49787"/>
                  </a:cubicBezTo>
                  <a:cubicBezTo>
                    <a:pt x="34505" y="49668"/>
                    <a:pt x="35386" y="49489"/>
                    <a:pt x="36243" y="49275"/>
                  </a:cubicBezTo>
                  <a:close/>
                  <a:moveTo>
                    <a:pt x="40298" y="55856"/>
                  </a:moveTo>
                  <a:cubicBezTo>
                    <a:pt x="40582" y="55856"/>
                    <a:pt x="40845" y="55924"/>
                    <a:pt x="40982" y="56169"/>
                  </a:cubicBezTo>
                  <a:cubicBezTo>
                    <a:pt x="41149" y="56478"/>
                    <a:pt x="41149" y="57014"/>
                    <a:pt x="41208" y="57348"/>
                  </a:cubicBezTo>
                  <a:cubicBezTo>
                    <a:pt x="41292" y="57848"/>
                    <a:pt x="41363" y="58336"/>
                    <a:pt x="41399" y="58836"/>
                  </a:cubicBezTo>
                  <a:cubicBezTo>
                    <a:pt x="41494" y="59800"/>
                    <a:pt x="41530" y="60765"/>
                    <a:pt x="41494" y="61741"/>
                  </a:cubicBezTo>
                  <a:cubicBezTo>
                    <a:pt x="41482" y="62062"/>
                    <a:pt x="41530" y="62503"/>
                    <a:pt x="41411" y="62801"/>
                  </a:cubicBezTo>
                  <a:cubicBezTo>
                    <a:pt x="41208" y="63301"/>
                    <a:pt x="40696" y="63324"/>
                    <a:pt x="40244" y="63384"/>
                  </a:cubicBezTo>
                  <a:cubicBezTo>
                    <a:pt x="39327" y="63515"/>
                    <a:pt x="38410" y="63610"/>
                    <a:pt x="37482" y="63682"/>
                  </a:cubicBezTo>
                  <a:cubicBezTo>
                    <a:pt x="34799" y="63906"/>
                    <a:pt x="32110" y="63961"/>
                    <a:pt x="29424" y="63961"/>
                  </a:cubicBezTo>
                  <a:cubicBezTo>
                    <a:pt x="28402" y="63961"/>
                    <a:pt x="27381" y="63953"/>
                    <a:pt x="26361" y="63944"/>
                  </a:cubicBezTo>
                  <a:cubicBezTo>
                    <a:pt x="25184" y="63931"/>
                    <a:pt x="24003" y="63918"/>
                    <a:pt x="22822" y="63918"/>
                  </a:cubicBezTo>
                  <a:cubicBezTo>
                    <a:pt x="21794" y="63918"/>
                    <a:pt x="20767" y="63928"/>
                    <a:pt x="19741" y="63956"/>
                  </a:cubicBezTo>
                  <a:cubicBezTo>
                    <a:pt x="19586" y="61419"/>
                    <a:pt x="19420" y="58895"/>
                    <a:pt x="19277" y="56347"/>
                  </a:cubicBezTo>
                  <a:lnTo>
                    <a:pt x="19277" y="56347"/>
                  </a:lnTo>
                  <a:cubicBezTo>
                    <a:pt x="21145" y="56559"/>
                    <a:pt x="23048" y="56622"/>
                    <a:pt x="24951" y="56622"/>
                  </a:cubicBezTo>
                  <a:cubicBezTo>
                    <a:pt x="26576" y="56622"/>
                    <a:pt x="28200" y="56576"/>
                    <a:pt x="29802" y="56538"/>
                  </a:cubicBezTo>
                  <a:cubicBezTo>
                    <a:pt x="31624" y="56490"/>
                    <a:pt x="33457" y="56407"/>
                    <a:pt x="35279" y="56288"/>
                  </a:cubicBezTo>
                  <a:cubicBezTo>
                    <a:pt x="36172" y="56228"/>
                    <a:pt x="37053" y="56169"/>
                    <a:pt x="37946" y="56086"/>
                  </a:cubicBezTo>
                  <a:cubicBezTo>
                    <a:pt x="38434" y="56050"/>
                    <a:pt x="38934" y="56002"/>
                    <a:pt x="39422" y="55955"/>
                  </a:cubicBezTo>
                  <a:cubicBezTo>
                    <a:pt x="39652" y="55936"/>
                    <a:pt x="39988" y="55856"/>
                    <a:pt x="40298" y="55856"/>
                  </a:cubicBezTo>
                  <a:close/>
                  <a:moveTo>
                    <a:pt x="26409" y="22641"/>
                  </a:moveTo>
                  <a:cubicBezTo>
                    <a:pt x="27480" y="25356"/>
                    <a:pt x="28564" y="28082"/>
                    <a:pt x="29635" y="30797"/>
                  </a:cubicBezTo>
                  <a:cubicBezTo>
                    <a:pt x="26040" y="33237"/>
                    <a:pt x="23123" y="36547"/>
                    <a:pt x="21170" y="40429"/>
                  </a:cubicBezTo>
                  <a:cubicBezTo>
                    <a:pt x="18932" y="44846"/>
                    <a:pt x="18265" y="49585"/>
                    <a:pt x="18408" y="54490"/>
                  </a:cubicBezTo>
                  <a:cubicBezTo>
                    <a:pt x="18491" y="57538"/>
                    <a:pt x="18717" y="60586"/>
                    <a:pt x="18908" y="63622"/>
                  </a:cubicBezTo>
                  <a:cubicBezTo>
                    <a:pt x="13657" y="64170"/>
                    <a:pt x="8395" y="64420"/>
                    <a:pt x="3120" y="64467"/>
                  </a:cubicBezTo>
                  <a:cubicBezTo>
                    <a:pt x="3168" y="60741"/>
                    <a:pt x="3203" y="57002"/>
                    <a:pt x="3192" y="53276"/>
                  </a:cubicBezTo>
                  <a:cubicBezTo>
                    <a:pt x="4596" y="43441"/>
                    <a:pt x="9597" y="34273"/>
                    <a:pt x="17491" y="27975"/>
                  </a:cubicBezTo>
                  <a:cubicBezTo>
                    <a:pt x="20206" y="25808"/>
                    <a:pt x="23206" y="24010"/>
                    <a:pt x="26409" y="22641"/>
                  </a:cubicBezTo>
                  <a:close/>
                  <a:moveTo>
                    <a:pt x="41936" y="63984"/>
                  </a:moveTo>
                  <a:cubicBezTo>
                    <a:pt x="42329" y="63984"/>
                    <a:pt x="42717" y="64036"/>
                    <a:pt x="43077" y="64182"/>
                  </a:cubicBezTo>
                  <a:cubicBezTo>
                    <a:pt x="43756" y="64444"/>
                    <a:pt x="44494" y="65277"/>
                    <a:pt x="43947" y="66015"/>
                  </a:cubicBezTo>
                  <a:cubicBezTo>
                    <a:pt x="43494" y="66611"/>
                    <a:pt x="42042" y="66456"/>
                    <a:pt x="41363" y="66503"/>
                  </a:cubicBezTo>
                  <a:lnTo>
                    <a:pt x="38684" y="66694"/>
                  </a:lnTo>
                  <a:cubicBezTo>
                    <a:pt x="35255" y="66908"/>
                    <a:pt x="31826" y="67099"/>
                    <a:pt x="28385" y="67230"/>
                  </a:cubicBezTo>
                  <a:cubicBezTo>
                    <a:pt x="22975" y="67458"/>
                    <a:pt x="17557" y="67573"/>
                    <a:pt x="12138" y="67573"/>
                  </a:cubicBezTo>
                  <a:cubicBezTo>
                    <a:pt x="10783" y="67573"/>
                    <a:pt x="9428" y="67565"/>
                    <a:pt x="8073" y="67551"/>
                  </a:cubicBezTo>
                  <a:cubicBezTo>
                    <a:pt x="6180" y="67527"/>
                    <a:pt x="4287" y="67492"/>
                    <a:pt x="2394" y="67444"/>
                  </a:cubicBezTo>
                  <a:cubicBezTo>
                    <a:pt x="2377" y="67444"/>
                    <a:pt x="2360" y="67443"/>
                    <a:pt x="2342" y="67443"/>
                  </a:cubicBezTo>
                  <a:cubicBezTo>
                    <a:pt x="2205" y="67443"/>
                    <a:pt x="2018" y="67456"/>
                    <a:pt x="1823" y="67456"/>
                  </a:cubicBezTo>
                  <a:cubicBezTo>
                    <a:pt x="1434" y="67456"/>
                    <a:pt x="1011" y="67406"/>
                    <a:pt x="882" y="67111"/>
                  </a:cubicBezTo>
                  <a:cubicBezTo>
                    <a:pt x="703" y="66682"/>
                    <a:pt x="1156" y="66099"/>
                    <a:pt x="1441" y="65837"/>
                  </a:cubicBezTo>
                  <a:cubicBezTo>
                    <a:pt x="1858" y="65468"/>
                    <a:pt x="2406" y="65313"/>
                    <a:pt x="2977" y="65241"/>
                  </a:cubicBezTo>
                  <a:cubicBezTo>
                    <a:pt x="3207" y="65243"/>
                    <a:pt x="3437" y="65243"/>
                    <a:pt x="3666" y="65243"/>
                  </a:cubicBezTo>
                  <a:cubicBezTo>
                    <a:pt x="8009" y="65243"/>
                    <a:pt x="12350" y="65031"/>
                    <a:pt x="16681" y="64646"/>
                  </a:cubicBezTo>
                  <a:cubicBezTo>
                    <a:pt x="17389" y="64641"/>
                    <a:pt x="18095" y="64639"/>
                    <a:pt x="18802" y="64639"/>
                  </a:cubicBezTo>
                  <a:cubicBezTo>
                    <a:pt x="21318" y="64639"/>
                    <a:pt x="23830" y="64668"/>
                    <a:pt x="26349" y="64706"/>
                  </a:cubicBezTo>
                  <a:cubicBezTo>
                    <a:pt x="27548" y="64720"/>
                    <a:pt x="28749" y="64731"/>
                    <a:pt x="29949" y="64731"/>
                  </a:cubicBezTo>
                  <a:cubicBezTo>
                    <a:pt x="32849" y="64731"/>
                    <a:pt x="35752" y="64662"/>
                    <a:pt x="38648" y="64384"/>
                  </a:cubicBezTo>
                  <a:cubicBezTo>
                    <a:pt x="39351" y="64325"/>
                    <a:pt x="40327" y="64337"/>
                    <a:pt x="41089" y="64051"/>
                  </a:cubicBezTo>
                  <a:cubicBezTo>
                    <a:pt x="41368" y="64011"/>
                    <a:pt x="41653" y="63984"/>
                    <a:pt x="41936" y="63984"/>
                  </a:cubicBezTo>
                  <a:close/>
                  <a:moveTo>
                    <a:pt x="24516" y="0"/>
                  </a:moveTo>
                  <a:cubicBezTo>
                    <a:pt x="24496" y="0"/>
                    <a:pt x="24476" y="3"/>
                    <a:pt x="24456" y="7"/>
                  </a:cubicBezTo>
                  <a:cubicBezTo>
                    <a:pt x="23635" y="281"/>
                    <a:pt x="22801" y="543"/>
                    <a:pt x="21968" y="781"/>
                  </a:cubicBezTo>
                  <a:cubicBezTo>
                    <a:pt x="21158" y="1007"/>
                    <a:pt x="20301" y="1150"/>
                    <a:pt x="19503" y="1412"/>
                  </a:cubicBezTo>
                  <a:cubicBezTo>
                    <a:pt x="18455" y="1769"/>
                    <a:pt x="18896" y="2817"/>
                    <a:pt x="19646" y="3234"/>
                  </a:cubicBezTo>
                  <a:cubicBezTo>
                    <a:pt x="20015" y="3436"/>
                    <a:pt x="20396" y="3591"/>
                    <a:pt x="20598" y="3996"/>
                  </a:cubicBezTo>
                  <a:cubicBezTo>
                    <a:pt x="20777" y="4317"/>
                    <a:pt x="20825" y="4722"/>
                    <a:pt x="20908" y="5079"/>
                  </a:cubicBezTo>
                  <a:cubicBezTo>
                    <a:pt x="21075" y="5889"/>
                    <a:pt x="21277" y="6698"/>
                    <a:pt x="21503" y="7496"/>
                  </a:cubicBezTo>
                  <a:cubicBezTo>
                    <a:pt x="21896" y="8889"/>
                    <a:pt x="22289" y="10532"/>
                    <a:pt x="23123" y="11771"/>
                  </a:cubicBezTo>
                  <a:cubicBezTo>
                    <a:pt x="22087" y="12068"/>
                    <a:pt x="21051" y="12354"/>
                    <a:pt x="20003" y="12604"/>
                  </a:cubicBezTo>
                  <a:cubicBezTo>
                    <a:pt x="19825" y="12652"/>
                    <a:pt x="19717" y="12842"/>
                    <a:pt x="19765" y="13021"/>
                  </a:cubicBezTo>
                  <a:cubicBezTo>
                    <a:pt x="20051" y="13985"/>
                    <a:pt x="20622" y="15069"/>
                    <a:pt x="21372" y="15795"/>
                  </a:cubicBezTo>
                  <a:cubicBezTo>
                    <a:pt x="21087" y="15878"/>
                    <a:pt x="20801" y="15973"/>
                    <a:pt x="20527" y="16057"/>
                  </a:cubicBezTo>
                  <a:cubicBezTo>
                    <a:pt x="20051" y="16223"/>
                    <a:pt x="19301" y="16331"/>
                    <a:pt x="19063" y="16854"/>
                  </a:cubicBezTo>
                  <a:cubicBezTo>
                    <a:pt x="18765" y="17486"/>
                    <a:pt x="19253" y="18474"/>
                    <a:pt x="19432" y="19081"/>
                  </a:cubicBezTo>
                  <a:cubicBezTo>
                    <a:pt x="19944" y="20938"/>
                    <a:pt x="20456" y="22796"/>
                    <a:pt x="21087" y="24617"/>
                  </a:cubicBezTo>
                  <a:cubicBezTo>
                    <a:pt x="11728" y="30392"/>
                    <a:pt x="4930" y="39953"/>
                    <a:pt x="2942" y="50918"/>
                  </a:cubicBezTo>
                  <a:cubicBezTo>
                    <a:pt x="2358" y="54157"/>
                    <a:pt x="2203" y="57455"/>
                    <a:pt x="2465" y="60729"/>
                  </a:cubicBezTo>
                  <a:cubicBezTo>
                    <a:pt x="2430" y="62098"/>
                    <a:pt x="2382" y="63455"/>
                    <a:pt x="2346" y="64813"/>
                  </a:cubicBezTo>
                  <a:cubicBezTo>
                    <a:pt x="1537" y="64920"/>
                    <a:pt x="798" y="65265"/>
                    <a:pt x="370" y="66051"/>
                  </a:cubicBezTo>
                  <a:cubicBezTo>
                    <a:pt x="108" y="66539"/>
                    <a:pt x="1" y="67277"/>
                    <a:pt x="394" y="67730"/>
                  </a:cubicBezTo>
                  <a:cubicBezTo>
                    <a:pt x="636" y="68054"/>
                    <a:pt x="1055" y="68121"/>
                    <a:pt x="1485" y="68121"/>
                  </a:cubicBezTo>
                  <a:cubicBezTo>
                    <a:pt x="1794" y="68121"/>
                    <a:pt x="2108" y="68087"/>
                    <a:pt x="2368" y="68087"/>
                  </a:cubicBezTo>
                  <a:cubicBezTo>
                    <a:pt x="2385" y="68087"/>
                    <a:pt x="2401" y="68087"/>
                    <a:pt x="2418" y="68087"/>
                  </a:cubicBezTo>
                  <a:cubicBezTo>
                    <a:pt x="5296" y="68142"/>
                    <a:pt x="8179" y="68171"/>
                    <a:pt x="11060" y="68171"/>
                  </a:cubicBezTo>
                  <a:cubicBezTo>
                    <a:pt x="12566" y="68171"/>
                    <a:pt x="14071" y="68163"/>
                    <a:pt x="15574" y="68147"/>
                  </a:cubicBezTo>
                  <a:cubicBezTo>
                    <a:pt x="24337" y="68051"/>
                    <a:pt x="33088" y="67777"/>
                    <a:pt x="41839" y="67194"/>
                  </a:cubicBezTo>
                  <a:cubicBezTo>
                    <a:pt x="42649" y="67134"/>
                    <a:pt x="43828" y="67254"/>
                    <a:pt x="44447" y="66599"/>
                  </a:cubicBezTo>
                  <a:cubicBezTo>
                    <a:pt x="44875" y="66111"/>
                    <a:pt x="45006" y="65420"/>
                    <a:pt x="44792" y="64813"/>
                  </a:cubicBezTo>
                  <a:cubicBezTo>
                    <a:pt x="44401" y="63683"/>
                    <a:pt x="43366" y="63376"/>
                    <a:pt x="42310" y="63376"/>
                  </a:cubicBezTo>
                  <a:cubicBezTo>
                    <a:pt x="42209" y="63376"/>
                    <a:pt x="42107" y="63379"/>
                    <a:pt x="42006" y="63384"/>
                  </a:cubicBezTo>
                  <a:cubicBezTo>
                    <a:pt x="42113" y="63205"/>
                    <a:pt x="42196" y="63015"/>
                    <a:pt x="42232" y="62813"/>
                  </a:cubicBezTo>
                  <a:cubicBezTo>
                    <a:pt x="42387" y="61955"/>
                    <a:pt x="42327" y="60991"/>
                    <a:pt x="42292" y="60134"/>
                  </a:cubicBezTo>
                  <a:cubicBezTo>
                    <a:pt x="42244" y="59181"/>
                    <a:pt x="42149" y="58229"/>
                    <a:pt x="41994" y="57276"/>
                  </a:cubicBezTo>
                  <a:cubicBezTo>
                    <a:pt x="41899" y="56681"/>
                    <a:pt x="41875" y="55728"/>
                    <a:pt x="41339" y="55312"/>
                  </a:cubicBezTo>
                  <a:cubicBezTo>
                    <a:pt x="41109" y="55132"/>
                    <a:pt x="40805" y="55073"/>
                    <a:pt x="40481" y="55073"/>
                  </a:cubicBezTo>
                  <a:cubicBezTo>
                    <a:pt x="39968" y="55073"/>
                    <a:pt x="39402" y="55220"/>
                    <a:pt x="38994" y="55264"/>
                  </a:cubicBezTo>
                  <a:cubicBezTo>
                    <a:pt x="38494" y="55312"/>
                    <a:pt x="38005" y="55359"/>
                    <a:pt x="37505" y="55395"/>
                  </a:cubicBezTo>
                  <a:cubicBezTo>
                    <a:pt x="37541" y="54276"/>
                    <a:pt x="37470" y="53145"/>
                    <a:pt x="37303" y="52025"/>
                  </a:cubicBezTo>
                  <a:cubicBezTo>
                    <a:pt x="37172" y="51121"/>
                    <a:pt x="37017" y="50025"/>
                    <a:pt x="36577" y="49168"/>
                  </a:cubicBezTo>
                  <a:cubicBezTo>
                    <a:pt x="36779" y="49097"/>
                    <a:pt x="36970" y="49025"/>
                    <a:pt x="37172" y="48942"/>
                  </a:cubicBezTo>
                  <a:cubicBezTo>
                    <a:pt x="37851" y="48632"/>
                    <a:pt x="38315" y="48085"/>
                    <a:pt x="38136" y="47311"/>
                  </a:cubicBezTo>
                  <a:cubicBezTo>
                    <a:pt x="38136" y="47299"/>
                    <a:pt x="38124" y="47287"/>
                    <a:pt x="38124" y="47275"/>
                  </a:cubicBezTo>
                  <a:cubicBezTo>
                    <a:pt x="38922" y="47120"/>
                    <a:pt x="39708" y="46918"/>
                    <a:pt x="40482" y="46680"/>
                  </a:cubicBezTo>
                  <a:cubicBezTo>
                    <a:pt x="41351" y="46394"/>
                    <a:pt x="42387" y="45322"/>
                    <a:pt x="41518" y="44417"/>
                  </a:cubicBezTo>
                  <a:cubicBezTo>
                    <a:pt x="41240" y="44126"/>
                    <a:pt x="40846" y="44023"/>
                    <a:pt x="40410" y="44023"/>
                  </a:cubicBezTo>
                  <a:cubicBezTo>
                    <a:pt x="39723" y="44023"/>
                    <a:pt x="38931" y="44278"/>
                    <a:pt x="38327" y="44453"/>
                  </a:cubicBezTo>
                  <a:cubicBezTo>
                    <a:pt x="38315" y="44048"/>
                    <a:pt x="38220" y="43655"/>
                    <a:pt x="38029" y="43298"/>
                  </a:cubicBezTo>
                  <a:cubicBezTo>
                    <a:pt x="37980" y="43209"/>
                    <a:pt x="37881" y="43161"/>
                    <a:pt x="37781" y="43161"/>
                  </a:cubicBezTo>
                  <a:cubicBezTo>
                    <a:pt x="37760" y="43161"/>
                    <a:pt x="37740" y="43163"/>
                    <a:pt x="37720" y="43167"/>
                  </a:cubicBezTo>
                  <a:cubicBezTo>
                    <a:pt x="35469" y="43644"/>
                    <a:pt x="33231" y="44155"/>
                    <a:pt x="31005" y="44715"/>
                  </a:cubicBezTo>
                  <a:cubicBezTo>
                    <a:pt x="30481" y="44846"/>
                    <a:pt x="29957" y="44989"/>
                    <a:pt x="29445" y="45120"/>
                  </a:cubicBezTo>
                  <a:cubicBezTo>
                    <a:pt x="29123" y="45203"/>
                    <a:pt x="28588" y="45227"/>
                    <a:pt x="28326" y="45441"/>
                  </a:cubicBezTo>
                  <a:cubicBezTo>
                    <a:pt x="27945" y="45799"/>
                    <a:pt x="28242" y="46406"/>
                    <a:pt x="28516" y="46822"/>
                  </a:cubicBezTo>
                  <a:cubicBezTo>
                    <a:pt x="28052" y="46942"/>
                    <a:pt x="27587" y="47061"/>
                    <a:pt x="27123" y="47180"/>
                  </a:cubicBezTo>
                  <a:cubicBezTo>
                    <a:pt x="26683" y="47275"/>
                    <a:pt x="26242" y="47370"/>
                    <a:pt x="25813" y="47489"/>
                  </a:cubicBezTo>
                  <a:cubicBezTo>
                    <a:pt x="25694" y="47525"/>
                    <a:pt x="25575" y="47561"/>
                    <a:pt x="25468" y="47608"/>
                  </a:cubicBezTo>
                  <a:lnTo>
                    <a:pt x="25290" y="47668"/>
                  </a:lnTo>
                  <a:cubicBezTo>
                    <a:pt x="25266" y="47668"/>
                    <a:pt x="25254" y="47704"/>
                    <a:pt x="25266" y="47727"/>
                  </a:cubicBezTo>
                  <a:cubicBezTo>
                    <a:pt x="24635" y="48144"/>
                    <a:pt x="24361" y="48894"/>
                    <a:pt x="25099" y="49537"/>
                  </a:cubicBezTo>
                  <a:cubicBezTo>
                    <a:pt x="25413" y="49804"/>
                    <a:pt x="25795" y="49895"/>
                    <a:pt x="26183" y="49895"/>
                  </a:cubicBezTo>
                  <a:cubicBezTo>
                    <a:pt x="26383" y="49895"/>
                    <a:pt x="26584" y="49871"/>
                    <a:pt x="26778" y="49835"/>
                  </a:cubicBezTo>
                  <a:cubicBezTo>
                    <a:pt x="27397" y="49728"/>
                    <a:pt x="28004" y="49549"/>
                    <a:pt x="28623" y="49394"/>
                  </a:cubicBezTo>
                  <a:cubicBezTo>
                    <a:pt x="28790" y="50013"/>
                    <a:pt x="29492" y="50204"/>
                    <a:pt x="30135" y="50204"/>
                  </a:cubicBezTo>
                  <a:cubicBezTo>
                    <a:pt x="30516" y="50204"/>
                    <a:pt x="30909" y="50180"/>
                    <a:pt x="31290" y="50132"/>
                  </a:cubicBezTo>
                  <a:lnTo>
                    <a:pt x="31290" y="50132"/>
                  </a:lnTo>
                  <a:cubicBezTo>
                    <a:pt x="31171" y="51037"/>
                    <a:pt x="31338" y="51990"/>
                    <a:pt x="31231" y="52895"/>
                  </a:cubicBezTo>
                  <a:cubicBezTo>
                    <a:pt x="31171" y="53490"/>
                    <a:pt x="31052" y="54073"/>
                    <a:pt x="30885" y="54645"/>
                  </a:cubicBezTo>
                  <a:cubicBezTo>
                    <a:pt x="30766" y="55062"/>
                    <a:pt x="30588" y="55454"/>
                    <a:pt x="30540" y="55883"/>
                  </a:cubicBezTo>
                  <a:cubicBezTo>
                    <a:pt x="28957" y="55955"/>
                    <a:pt x="27385" y="56002"/>
                    <a:pt x="25802" y="56026"/>
                  </a:cubicBezTo>
                  <a:cubicBezTo>
                    <a:pt x="25374" y="56033"/>
                    <a:pt x="24947" y="56035"/>
                    <a:pt x="24519" y="56035"/>
                  </a:cubicBezTo>
                  <a:cubicBezTo>
                    <a:pt x="23559" y="56035"/>
                    <a:pt x="22599" y="56023"/>
                    <a:pt x="21640" y="56023"/>
                  </a:cubicBezTo>
                  <a:cubicBezTo>
                    <a:pt x="20851" y="56023"/>
                    <a:pt x="20063" y="56031"/>
                    <a:pt x="19277" y="56062"/>
                  </a:cubicBezTo>
                  <a:cubicBezTo>
                    <a:pt x="19134" y="53359"/>
                    <a:pt x="19086" y="50621"/>
                    <a:pt x="19515" y="47942"/>
                  </a:cubicBezTo>
                  <a:cubicBezTo>
                    <a:pt x="20194" y="43822"/>
                    <a:pt x="21896" y="39953"/>
                    <a:pt x="24468" y="36666"/>
                  </a:cubicBezTo>
                  <a:cubicBezTo>
                    <a:pt x="24670" y="37548"/>
                    <a:pt x="24956" y="38417"/>
                    <a:pt x="25337" y="39238"/>
                  </a:cubicBezTo>
                  <a:cubicBezTo>
                    <a:pt x="25403" y="39342"/>
                    <a:pt x="25513" y="39408"/>
                    <a:pt x="25633" y="39408"/>
                  </a:cubicBezTo>
                  <a:cubicBezTo>
                    <a:pt x="25665" y="39408"/>
                    <a:pt x="25697" y="39403"/>
                    <a:pt x="25730" y="39393"/>
                  </a:cubicBezTo>
                  <a:cubicBezTo>
                    <a:pt x="26730" y="39072"/>
                    <a:pt x="27730" y="38738"/>
                    <a:pt x="28730" y="38405"/>
                  </a:cubicBezTo>
                  <a:lnTo>
                    <a:pt x="28730" y="38405"/>
                  </a:lnTo>
                  <a:cubicBezTo>
                    <a:pt x="28719" y="39703"/>
                    <a:pt x="28659" y="41048"/>
                    <a:pt x="28576" y="42334"/>
                  </a:cubicBezTo>
                  <a:cubicBezTo>
                    <a:pt x="28576" y="42506"/>
                    <a:pt x="28714" y="42644"/>
                    <a:pt x="28873" y="42644"/>
                  </a:cubicBezTo>
                  <a:cubicBezTo>
                    <a:pt x="28901" y="42644"/>
                    <a:pt x="28929" y="42640"/>
                    <a:pt x="28957" y="42631"/>
                  </a:cubicBezTo>
                  <a:cubicBezTo>
                    <a:pt x="29909" y="42358"/>
                    <a:pt x="30874" y="42084"/>
                    <a:pt x="31826" y="41810"/>
                  </a:cubicBezTo>
                  <a:cubicBezTo>
                    <a:pt x="32255" y="41679"/>
                    <a:pt x="33243" y="41596"/>
                    <a:pt x="33362" y="41084"/>
                  </a:cubicBezTo>
                  <a:cubicBezTo>
                    <a:pt x="33493" y="40560"/>
                    <a:pt x="33112" y="39679"/>
                    <a:pt x="32933" y="39202"/>
                  </a:cubicBezTo>
                  <a:cubicBezTo>
                    <a:pt x="32898" y="39083"/>
                    <a:pt x="32850" y="38976"/>
                    <a:pt x="32814" y="38857"/>
                  </a:cubicBezTo>
                  <a:lnTo>
                    <a:pt x="32814" y="38857"/>
                  </a:lnTo>
                  <a:cubicBezTo>
                    <a:pt x="33064" y="39357"/>
                    <a:pt x="33350" y="39834"/>
                    <a:pt x="33683" y="40274"/>
                  </a:cubicBezTo>
                  <a:cubicBezTo>
                    <a:pt x="33875" y="40510"/>
                    <a:pt x="34094" y="40597"/>
                    <a:pt x="34326" y="40597"/>
                  </a:cubicBezTo>
                  <a:cubicBezTo>
                    <a:pt x="34784" y="40597"/>
                    <a:pt x="35293" y="40257"/>
                    <a:pt x="35743" y="40060"/>
                  </a:cubicBezTo>
                  <a:cubicBezTo>
                    <a:pt x="36267" y="39834"/>
                    <a:pt x="37577" y="39464"/>
                    <a:pt x="37160" y="38655"/>
                  </a:cubicBezTo>
                  <a:cubicBezTo>
                    <a:pt x="36910" y="38202"/>
                    <a:pt x="36434" y="37774"/>
                    <a:pt x="36089" y="37369"/>
                  </a:cubicBezTo>
                  <a:cubicBezTo>
                    <a:pt x="35731" y="36940"/>
                    <a:pt x="35350" y="36535"/>
                    <a:pt x="34957" y="36143"/>
                  </a:cubicBezTo>
                  <a:cubicBezTo>
                    <a:pt x="35410" y="35964"/>
                    <a:pt x="35862" y="35785"/>
                    <a:pt x="36315" y="35595"/>
                  </a:cubicBezTo>
                  <a:cubicBezTo>
                    <a:pt x="36493" y="35535"/>
                    <a:pt x="36600" y="35345"/>
                    <a:pt x="36565" y="35154"/>
                  </a:cubicBezTo>
                  <a:cubicBezTo>
                    <a:pt x="35612" y="31571"/>
                    <a:pt x="34862" y="27927"/>
                    <a:pt x="34064" y="24296"/>
                  </a:cubicBezTo>
                  <a:cubicBezTo>
                    <a:pt x="33279" y="20664"/>
                    <a:pt x="32517" y="17021"/>
                    <a:pt x="31778" y="13378"/>
                  </a:cubicBezTo>
                  <a:cubicBezTo>
                    <a:pt x="31729" y="13238"/>
                    <a:pt x="31595" y="13140"/>
                    <a:pt x="31448" y="13140"/>
                  </a:cubicBezTo>
                  <a:cubicBezTo>
                    <a:pt x="31420" y="13140"/>
                    <a:pt x="31391" y="13144"/>
                    <a:pt x="31362" y="13152"/>
                  </a:cubicBezTo>
                  <a:cubicBezTo>
                    <a:pt x="30802" y="13259"/>
                    <a:pt x="30243" y="13378"/>
                    <a:pt x="29683" y="13509"/>
                  </a:cubicBezTo>
                  <a:cubicBezTo>
                    <a:pt x="29528" y="12997"/>
                    <a:pt x="29361" y="12485"/>
                    <a:pt x="29219" y="11961"/>
                  </a:cubicBezTo>
                  <a:cubicBezTo>
                    <a:pt x="29100" y="11568"/>
                    <a:pt x="29052" y="11009"/>
                    <a:pt x="28814" y="10675"/>
                  </a:cubicBezTo>
                  <a:cubicBezTo>
                    <a:pt x="28675" y="10477"/>
                    <a:pt x="28457" y="10407"/>
                    <a:pt x="28207" y="10407"/>
                  </a:cubicBezTo>
                  <a:cubicBezTo>
                    <a:pt x="27709" y="10407"/>
                    <a:pt x="27087" y="10687"/>
                    <a:pt x="26730" y="10782"/>
                  </a:cubicBezTo>
                  <a:cubicBezTo>
                    <a:pt x="26635" y="10794"/>
                    <a:pt x="26540" y="10830"/>
                    <a:pt x="26456" y="10854"/>
                  </a:cubicBezTo>
                  <a:cubicBezTo>
                    <a:pt x="26147" y="9068"/>
                    <a:pt x="25837" y="7294"/>
                    <a:pt x="25397" y="5532"/>
                  </a:cubicBezTo>
                  <a:cubicBezTo>
                    <a:pt x="25170" y="4674"/>
                    <a:pt x="24885" y="3841"/>
                    <a:pt x="24659" y="2996"/>
                  </a:cubicBezTo>
                  <a:cubicBezTo>
                    <a:pt x="24492" y="2460"/>
                    <a:pt x="24468" y="1900"/>
                    <a:pt x="24575" y="1353"/>
                  </a:cubicBezTo>
                  <a:cubicBezTo>
                    <a:pt x="24659" y="972"/>
                    <a:pt x="24778" y="638"/>
                    <a:pt x="24754" y="233"/>
                  </a:cubicBezTo>
                  <a:cubicBezTo>
                    <a:pt x="24754" y="99"/>
                    <a:pt x="24646" y="0"/>
                    <a:pt x="245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36" name="Google Shape;3136;p63"/>
          <p:cNvGrpSpPr/>
          <p:nvPr/>
        </p:nvGrpSpPr>
        <p:grpSpPr>
          <a:xfrm>
            <a:off x="2324862" y="2156361"/>
            <a:ext cx="1057536" cy="1057917"/>
            <a:chOff x="3643392" y="1852174"/>
            <a:chExt cx="1354600" cy="1355088"/>
          </a:xfrm>
        </p:grpSpPr>
        <p:sp>
          <p:nvSpPr>
            <p:cNvPr id="3137" name="Google Shape;3137;p63"/>
            <p:cNvSpPr/>
            <p:nvPr/>
          </p:nvSpPr>
          <p:spPr>
            <a:xfrm>
              <a:off x="4115700" y="2991463"/>
              <a:ext cx="266922" cy="19064"/>
            </a:xfrm>
            <a:custGeom>
              <a:avLst/>
              <a:gdLst/>
              <a:ahLst/>
              <a:cxnLst/>
              <a:rect l="l" t="t" r="r" b="b"/>
              <a:pathLst>
                <a:path w="10907" h="779" extrusionOk="0">
                  <a:moveTo>
                    <a:pt x="9053" y="0"/>
                  </a:moveTo>
                  <a:cubicBezTo>
                    <a:pt x="8577" y="0"/>
                    <a:pt x="8149" y="28"/>
                    <a:pt x="7966" y="28"/>
                  </a:cubicBezTo>
                  <a:cubicBezTo>
                    <a:pt x="7601" y="23"/>
                    <a:pt x="7236" y="20"/>
                    <a:pt x="6871" y="20"/>
                  </a:cubicBezTo>
                  <a:cubicBezTo>
                    <a:pt x="6355" y="20"/>
                    <a:pt x="5839" y="26"/>
                    <a:pt x="5323" y="40"/>
                  </a:cubicBezTo>
                  <a:cubicBezTo>
                    <a:pt x="4382" y="52"/>
                    <a:pt x="3454" y="88"/>
                    <a:pt x="2525" y="159"/>
                  </a:cubicBezTo>
                  <a:cubicBezTo>
                    <a:pt x="1977" y="195"/>
                    <a:pt x="239" y="124"/>
                    <a:pt x="1" y="778"/>
                  </a:cubicBezTo>
                  <a:cubicBezTo>
                    <a:pt x="3632" y="671"/>
                    <a:pt x="7276" y="528"/>
                    <a:pt x="10907" y="505"/>
                  </a:cubicBezTo>
                  <a:cubicBezTo>
                    <a:pt x="10780" y="79"/>
                    <a:pt x="9850" y="0"/>
                    <a:pt x="90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8" name="Google Shape;3138;p63"/>
            <p:cNvSpPr/>
            <p:nvPr/>
          </p:nvSpPr>
          <p:spPr>
            <a:xfrm>
              <a:off x="3703716" y="3125472"/>
              <a:ext cx="985165" cy="66345"/>
            </a:xfrm>
            <a:custGeom>
              <a:avLst/>
              <a:gdLst/>
              <a:ahLst/>
              <a:cxnLst/>
              <a:rect l="l" t="t" r="r" b="b"/>
              <a:pathLst>
                <a:path w="40256" h="2711" extrusionOk="0">
                  <a:moveTo>
                    <a:pt x="25574" y="0"/>
                  </a:moveTo>
                  <a:cubicBezTo>
                    <a:pt x="23142" y="0"/>
                    <a:pt x="20709" y="38"/>
                    <a:pt x="18277" y="89"/>
                  </a:cubicBezTo>
                  <a:cubicBezTo>
                    <a:pt x="14243" y="175"/>
                    <a:pt x="10198" y="322"/>
                    <a:pt x="6153" y="322"/>
                  </a:cubicBezTo>
                  <a:cubicBezTo>
                    <a:pt x="4586" y="322"/>
                    <a:pt x="3019" y="300"/>
                    <a:pt x="1453" y="243"/>
                  </a:cubicBezTo>
                  <a:cubicBezTo>
                    <a:pt x="810" y="505"/>
                    <a:pt x="0" y="886"/>
                    <a:pt x="48" y="1648"/>
                  </a:cubicBezTo>
                  <a:cubicBezTo>
                    <a:pt x="87" y="2198"/>
                    <a:pt x="822" y="2287"/>
                    <a:pt x="1481" y="2287"/>
                  </a:cubicBezTo>
                  <a:cubicBezTo>
                    <a:pt x="1793" y="2287"/>
                    <a:pt x="2089" y="2267"/>
                    <a:pt x="2285" y="2267"/>
                  </a:cubicBezTo>
                  <a:cubicBezTo>
                    <a:pt x="2302" y="2267"/>
                    <a:pt x="2319" y="2267"/>
                    <a:pt x="2334" y="2268"/>
                  </a:cubicBezTo>
                  <a:cubicBezTo>
                    <a:pt x="3977" y="2315"/>
                    <a:pt x="5608" y="2363"/>
                    <a:pt x="7251" y="2422"/>
                  </a:cubicBezTo>
                  <a:cubicBezTo>
                    <a:pt x="13062" y="2601"/>
                    <a:pt x="18884" y="2684"/>
                    <a:pt x="24706" y="2708"/>
                  </a:cubicBezTo>
                  <a:cubicBezTo>
                    <a:pt x="25053" y="2709"/>
                    <a:pt x="25400" y="2710"/>
                    <a:pt x="25747" y="2710"/>
                  </a:cubicBezTo>
                  <a:cubicBezTo>
                    <a:pt x="28338" y="2710"/>
                    <a:pt x="30923" y="2669"/>
                    <a:pt x="33517" y="2553"/>
                  </a:cubicBezTo>
                  <a:cubicBezTo>
                    <a:pt x="34945" y="2482"/>
                    <a:pt x="36398" y="2410"/>
                    <a:pt x="37827" y="2268"/>
                  </a:cubicBezTo>
                  <a:cubicBezTo>
                    <a:pt x="38481" y="2208"/>
                    <a:pt x="39351" y="2148"/>
                    <a:pt x="39815" y="1613"/>
                  </a:cubicBezTo>
                  <a:cubicBezTo>
                    <a:pt x="40113" y="1267"/>
                    <a:pt x="40255" y="458"/>
                    <a:pt x="39720" y="243"/>
                  </a:cubicBezTo>
                  <a:cubicBezTo>
                    <a:pt x="39672" y="208"/>
                    <a:pt x="39624" y="172"/>
                    <a:pt x="39589" y="136"/>
                  </a:cubicBezTo>
                  <a:cubicBezTo>
                    <a:pt x="39541" y="160"/>
                    <a:pt x="39493" y="184"/>
                    <a:pt x="39446" y="208"/>
                  </a:cubicBezTo>
                  <a:cubicBezTo>
                    <a:pt x="38988" y="418"/>
                    <a:pt x="38470" y="486"/>
                    <a:pt x="37934" y="486"/>
                  </a:cubicBezTo>
                  <a:cubicBezTo>
                    <a:pt x="37075" y="486"/>
                    <a:pt x="36172" y="311"/>
                    <a:pt x="35410" y="267"/>
                  </a:cubicBezTo>
                  <a:cubicBezTo>
                    <a:pt x="32134" y="69"/>
                    <a:pt x="28855" y="0"/>
                    <a:pt x="25574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9" name="Google Shape;3139;p63"/>
            <p:cNvSpPr/>
            <p:nvPr/>
          </p:nvSpPr>
          <p:spPr>
            <a:xfrm>
              <a:off x="4173698" y="2141407"/>
              <a:ext cx="103445" cy="42509"/>
            </a:xfrm>
            <a:custGeom>
              <a:avLst/>
              <a:gdLst/>
              <a:ahLst/>
              <a:cxnLst/>
              <a:rect l="l" t="t" r="r" b="b"/>
              <a:pathLst>
                <a:path w="4227" h="1737" extrusionOk="0">
                  <a:moveTo>
                    <a:pt x="3395" y="0"/>
                  </a:moveTo>
                  <a:cubicBezTo>
                    <a:pt x="3054" y="0"/>
                    <a:pt x="2704" y="48"/>
                    <a:pt x="2370" y="58"/>
                  </a:cubicBezTo>
                  <a:cubicBezTo>
                    <a:pt x="2036" y="70"/>
                    <a:pt x="1691" y="93"/>
                    <a:pt x="1358" y="93"/>
                  </a:cubicBezTo>
                  <a:cubicBezTo>
                    <a:pt x="1119" y="129"/>
                    <a:pt x="881" y="153"/>
                    <a:pt x="643" y="189"/>
                  </a:cubicBezTo>
                  <a:cubicBezTo>
                    <a:pt x="274" y="248"/>
                    <a:pt x="24" y="189"/>
                    <a:pt x="0" y="617"/>
                  </a:cubicBezTo>
                  <a:cubicBezTo>
                    <a:pt x="24" y="855"/>
                    <a:pt x="60" y="1094"/>
                    <a:pt x="107" y="1332"/>
                  </a:cubicBezTo>
                  <a:cubicBezTo>
                    <a:pt x="84" y="1534"/>
                    <a:pt x="167" y="1641"/>
                    <a:pt x="381" y="1641"/>
                  </a:cubicBezTo>
                  <a:cubicBezTo>
                    <a:pt x="520" y="1711"/>
                    <a:pt x="698" y="1737"/>
                    <a:pt x="893" y="1737"/>
                  </a:cubicBezTo>
                  <a:cubicBezTo>
                    <a:pt x="1365" y="1737"/>
                    <a:pt x="1939" y="1585"/>
                    <a:pt x="2310" y="1534"/>
                  </a:cubicBezTo>
                  <a:cubicBezTo>
                    <a:pt x="2905" y="1451"/>
                    <a:pt x="3489" y="1344"/>
                    <a:pt x="4084" y="1272"/>
                  </a:cubicBezTo>
                  <a:cubicBezTo>
                    <a:pt x="4144" y="939"/>
                    <a:pt x="4227" y="308"/>
                    <a:pt x="4096" y="141"/>
                  </a:cubicBezTo>
                  <a:cubicBezTo>
                    <a:pt x="3996" y="25"/>
                    <a:pt x="3930" y="10"/>
                    <a:pt x="3835" y="10"/>
                  </a:cubicBezTo>
                  <a:cubicBezTo>
                    <a:pt x="3800" y="10"/>
                    <a:pt x="3760" y="12"/>
                    <a:pt x="3712" y="12"/>
                  </a:cubicBezTo>
                  <a:cubicBezTo>
                    <a:pt x="3691" y="12"/>
                    <a:pt x="3668" y="11"/>
                    <a:pt x="3644" y="10"/>
                  </a:cubicBezTo>
                  <a:cubicBezTo>
                    <a:pt x="3561" y="3"/>
                    <a:pt x="3479" y="0"/>
                    <a:pt x="3395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0" name="Google Shape;3140;p63"/>
            <p:cNvSpPr/>
            <p:nvPr/>
          </p:nvSpPr>
          <p:spPr>
            <a:xfrm>
              <a:off x="3657684" y="2150095"/>
              <a:ext cx="1017493" cy="967104"/>
            </a:xfrm>
            <a:custGeom>
              <a:avLst/>
              <a:gdLst/>
              <a:ahLst/>
              <a:cxnLst/>
              <a:rect l="l" t="t" r="r" b="b"/>
              <a:pathLst>
                <a:path w="41577" h="39518" extrusionOk="0">
                  <a:moveTo>
                    <a:pt x="20539" y="0"/>
                  </a:moveTo>
                  <a:lnTo>
                    <a:pt x="20539" y="0"/>
                  </a:lnTo>
                  <a:cubicBezTo>
                    <a:pt x="19062" y="477"/>
                    <a:pt x="17562" y="810"/>
                    <a:pt x="16121" y="1429"/>
                  </a:cubicBezTo>
                  <a:cubicBezTo>
                    <a:pt x="14716" y="2036"/>
                    <a:pt x="13371" y="2798"/>
                    <a:pt x="12121" y="3679"/>
                  </a:cubicBezTo>
                  <a:cubicBezTo>
                    <a:pt x="7192" y="7156"/>
                    <a:pt x="3905" y="12478"/>
                    <a:pt x="1953" y="18098"/>
                  </a:cubicBezTo>
                  <a:cubicBezTo>
                    <a:pt x="893" y="21170"/>
                    <a:pt x="119" y="24384"/>
                    <a:pt x="48" y="27647"/>
                  </a:cubicBezTo>
                  <a:cubicBezTo>
                    <a:pt x="0" y="29218"/>
                    <a:pt x="155" y="30790"/>
                    <a:pt x="524" y="32326"/>
                  </a:cubicBezTo>
                  <a:cubicBezTo>
                    <a:pt x="703" y="33135"/>
                    <a:pt x="953" y="33921"/>
                    <a:pt x="1274" y="34683"/>
                  </a:cubicBezTo>
                  <a:cubicBezTo>
                    <a:pt x="1631" y="35552"/>
                    <a:pt x="2167" y="36279"/>
                    <a:pt x="2655" y="37064"/>
                  </a:cubicBezTo>
                  <a:cubicBezTo>
                    <a:pt x="3048" y="37684"/>
                    <a:pt x="3382" y="38386"/>
                    <a:pt x="3394" y="39112"/>
                  </a:cubicBezTo>
                  <a:cubicBezTo>
                    <a:pt x="3405" y="39196"/>
                    <a:pt x="3405" y="39291"/>
                    <a:pt x="3477" y="39350"/>
                  </a:cubicBezTo>
                  <a:cubicBezTo>
                    <a:pt x="3524" y="39362"/>
                    <a:pt x="3572" y="39374"/>
                    <a:pt x="3620" y="39374"/>
                  </a:cubicBezTo>
                  <a:cubicBezTo>
                    <a:pt x="6346" y="39434"/>
                    <a:pt x="9073" y="39517"/>
                    <a:pt x="11811" y="39517"/>
                  </a:cubicBezTo>
                  <a:cubicBezTo>
                    <a:pt x="16919" y="39505"/>
                    <a:pt x="22039" y="39303"/>
                    <a:pt x="27158" y="39255"/>
                  </a:cubicBezTo>
                  <a:cubicBezTo>
                    <a:pt x="28224" y="39240"/>
                    <a:pt x="29291" y="39232"/>
                    <a:pt x="30359" y="39232"/>
                  </a:cubicBezTo>
                  <a:cubicBezTo>
                    <a:pt x="31870" y="39232"/>
                    <a:pt x="33384" y="39249"/>
                    <a:pt x="34897" y="39291"/>
                  </a:cubicBezTo>
                  <a:cubicBezTo>
                    <a:pt x="36195" y="39315"/>
                    <a:pt x="37481" y="39362"/>
                    <a:pt x="38767" y="39434"/>
                  </a:cubicBezTo>
                  <a:cubicBezTo>
                    <a:pt x="39144" y="39457"/>
                    <a:pt x="39543" y="39517"/>
                    <a:pt x="39915" y="39517"/>
                  </a:cubicBezTo>
                  <a:cubicBezTo>
                    <a:pt x="40495" y="39517"/>
                    <a:pt x="41011" y="39372"/>
                    <a:pt x="41279" y="38719"/>
                  </a:cubicBezTo>
                  <a:cubicBezTo>
                    <a:pt x="41577" y="37969"/>
                    <a:pt x="41505" y="36981"/>
                    <a:pt x="40779" y="36481"/>
                  </a:cubicBezTo>
                  <a:cubicBezTo>
                    <a:pt x="40172" y="36040"/>
                    <a:pt x="39338" y="36017"/>
                    <a:pt x="38624" y="35957"/>
                  </a:cubicBezTo>
                  <a:cubicBezTo>
                    <a:pt x="37148" y="35826"/>
                    <a:pt x="35683" y="35743"/>
                    <a:pt x="34207" y="35695"/>
                  </a:cubicBezTo>
                  <a:cubicBezTo>
                    <a:pt x="32833" y="35645"/>
                    <a:pt x="31460" y="35626"/>
                    <a:pt x="30086" y="35626"/>
                  </a:cubicBezTo>
                  <a:cubicBezTo>
                    <a:pt x="28507" y="35626"/>
                    <a:pt x="26928" y="35651"/>
                    <a:pt x="25349" y="35683"/>
                  </a:cubicBezTo>
                  <a:cubicBezTo>
                    <a:pt x="23435" y="35715"/>
                    <a:pt x="21484" y="35843"/>
                    <a:pt x="19554" y="35843"/>
                  </a:cubicBezTo>
                  <a:cubicBezTo>
                    <a:pt x="19334" y="35843"/>
                    <a:pt x="19115" y="35842"/>
                    <a:pt x="18895" y="35838"/>
                  </a:cubicBezTo>
                  <a:cubicBezTo>
                    <a:pt x="18084" y="35821"/>
                    <a:pt x="17273" y="35810"/>
                    <a:pt x="16462" y="35810"/>
                  </a:cubicBezTo>
                  <a:cubicBezTo>
                    <a:pt x="15000" y="35810"/>
                    <a:pt x="13540" y="35846"/>
                    <a:pt x="12085" y="35945"/>
                  </a:cubicBezTo>
                  <a:cubicBezTo>
                    <a:pt x="11790" y="35965"/>
                    <a:pt x="11503" y="35980"/>
                    <a:pt x="11224" y="35980"/>
                  </a:cubicBezTo>
                  <a:cubicBezTo>
                    <a:pt x="10307" y="35980"/>
                    <a:pt x="9481" y="35813"/>
                    <a:pt x="8787" y="35064"/>
                  </a:cubicBezTo>
                  <a:cubicBezTo>
                    <a:pt x="8096" y="34326"/>
                    <a:pt x="7489" y="33516"/>
                    <a:pt x="6965" y="32659"/>
                  </a:cubicBezTo>
                  <a:cubicBezTo>
                    <a:pt x="5894" y="30933"/>
                    <a:pt x="5120" y="29040"/>
                    <a:pt x="4679" y="27051"/>
                  </a:cubicBezTo>
                  <a:cubicBezTo>
                    <a:pt x="3417" y="21360"/>
                    <a:pt x="4918" y="15467"/>
                    <a:pt x="8001" y="10597"/>
                  </a:cubicBezTo>
                  <a:cubicBezTo>
                    <a:pt x="10775" y="6192"/>
                    <a:pt x="15240" y="1548"/>
                    <a:pt x="20646" y="822"/>
                  </a:cubicBezTo>
                  <a:cubicBezTo>
                    <a:pt x="20562" y="548"/>
                    <a:pt x="20527" y="274"/>
                    <a:pt x="20539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1" name="Google Shape;3141;p63"/>
            <p:cNvSpPr/>
            <p:nvPr/>
          </p:nvSpPr>
          <p:spPr>
            <a:xfrm>
              <a:off x="4134641" y="2900648"/>
              <a:ext cx="217683" cy="85703"/>
            </a:xfrm>
            <a:custGeom>
              <a:avLst/>
              <a:gdLst/>
              <a:ahLst/>
              <a:cxnLst/>
              <a:rect l="l" t="t" r="r" b="b"/>
              <a:pathLst>
                <a:path w="8895" h="3502" extrusionOk="0">
                  <a:moveTo>
                    <a:pt x="2787" y="1"/>
                  </a:moveTo>
                  <a:cubicBezTo>
                    <a:pt x="2537" y="406"/>
                    <a:pt x="2406" y="882"/>
                    <a:pt x="2418" y="1358"/>
                  </a:cubicBezTo>
                  <a:cubicBezTo>
                    <a:pt x="2418" y="1448"/>
                    <a:pt x="2343" y="1510"/>
                    <a:pt x="2261" y="1510"/>
                  </a:cubicBezTo>
                  <a:cubicBezTo>
                    <a:pt x="2234" y="1510"/>
                    <a:pt x="2206" y="1504"/>
                    <a:pt x="2180" y="1489"/>
                  </a:cubicBezTo>
                  <a:cubicBezTo>
                    <a:pt x="1799" y="1227"/>
                    <a:pt x="1513" y="858"/>
                    <a:pt x="1334" y="441"/>
                  </a:cubicBezTo>
                  <a:cubicBezTo>
                    <a:pt x="548" y="1418"/>
                    <a:pt x="1" y="2477"/>
                    <a:pt x="1108" y="3501"/>
                  </a:cubicBezTo>
                  <a:lnTo>
                    <a:pt x="1465" y="3477"/>
                  </a:lnTo>
                  <a:cubicBezTo>
                    <a:pt x="2251" y="3430"/>
                    <a:pt x="3037" y="3358"/>
                    <a:pt x="3811" y="3323"/>
                  </a:cubicBezTo>
                  <a:cubicBezTo>
                    <a:pt x="5085" y="3257"/>
                    <a:pt x="6360" y="3235"/>
                    <a:pt x="7634" y="3235"/>
                  </a:cubicBezTo>
                  <a:cubicBezTo>
                    <a:pt x="7967" y="3235"/>
                    <a:pt x="8300" y="3237"/>
                    <a:pt x="8633" y="3239"/>
                  </a:cubicBezTo>
                  <a:cubicBezTo>
                    <a:pt x="8633" y="3215"/>
                    <a:pt x="8645" y="3204"/>
                    <a:pt x="8645" y="3180"/>
                  </a:cubicBezTo>
                  <a:cubicBezTo>
                    <a:pt x="8895" y="2132"/>
                    <a:pt x="8633" y="1025"/>
                    <a:pt x="7966" y="179"/>
                  </a:cubicBezTo>
                  <a:cubicBezTo>
                    <a:pt x="7752" y="870"/>
                    <a:pt x="7383" y="1489"/>
                    <a:pt x="6883" y="1989"/>
                  </a:cubicBezTo>
                  <a:cubicBezTo>
                    <a:pt x="6848" y="2023"/>
                    <a:pt x="6805" y="2039"/>
                    <a:pt x="6761" y="2039"/>
                  </a:cubicBezTo>
                  <a:cubicBezTo>
                    <a:pt x="6684" y="2039"/>
                    <a:pt x="6608" y="1990"/>
                    <a:pt x="6585" y="1906"/>
                  </a:cubicBezTo>
                  <a:cubicBezTo>
                    <a:pt x="6454" y="1370"/>
                    <a:pt x="6240" y="858"/>
                    <a:pt x="5942" y="394"/>
                  </a:cubicBezTo>
                  <a:cubicBezTo>
                    <a:pt x="5835" y="965"/>
                    <a:pt x="5632" y="1763"/>
                    <a:pt x="5204" y="1811"/>
                  </a:cubicBezTo>
                  <a:cubicBezTo>
                    <a:pt x="5188" y="1812"/>
                    <a:pt x="5173" y="1813"/>
                    <a:pt x="5159" y="1813"/>
                  </a:cubicBezTo>
                  <a:cubicBezTo>
                    <a:pt x="4963" y="1813"/>
                    <a:pt x="4865" y="1668"/>
                    <a:pt x="4787" y="1513"/>
                  </a:cubicBezTo>
                  <a:cubicBezTo>
                    <a:pt x="4537" y="989"/>
                    <a:pt x="4430" y="537"/>
                    <a:pt x="4061" y="144"/>
                  </a:cubicBezTo>
                  <a:lnTo>
                    <a:pt x="4061" y="144"/>
                  </a:lnTo>
                  <a:cubicBezTo>
                    <a:pt x="4085" y="453"/>
                    <a:pt x="4061" y="763"/>
                    <a:pt x="4013" y="1060"/>
                  </a:cubicBezTo>
                  <a:cubicBezTo>
                    <a:pt x="3991" y="1135"/>
                    <a:pt x="3921" y="1177"/>
                    <a:pt x="3852" y="1177"/>
                  </a:cubicBezTo>
                  <a:cubicBezTo>
                    <a:pt x="3811" y="1177"/>
                    <a:pt x="3770" y="1163"/>
                    <a:pt x="3739" y="1132"/>
                  </a:cubicBezTo>
                  <a:cubicBezTo>
                    <a:pt x="3394" y="775"/>
                    <a:pt x="3073" y="406"/>
                    <a:pt x="2787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2" name="Google Shape;3142;p63"/>
            <p:cNvSpPr/>
            <p:nvPr/>
          </p:nvSpPr>
          <p:spPr>
            <a:xfrm>
              <a:off x="4307437" y="2427043"/>
              <a:ext cx="79854" cy="71435"/>
            </a:xfrm>
            <a:custGeom>
              <a:avLst/>
              <a:gdLst/>
              <a:ahLst/>
              <a:cxnLst/>
              <a:rect l="l" t="t" r="r" b="b"/>
              <a:pathLst>
                <a:path w="3263" h="2919" extrusionOk="0">
                  <a:moveTo>
                    <a:pt x="1550" y="1"/>
                  </a:moveTo>
                  <a:cubicBezTo>
                    <a:pt x="765" y="1"/>
                    <a:pt x="175" y="662"/>
                    <a:pt x="0" y="1411"/>
                  </a:cubicBezTo>
                  <a:cubicBezTo>
                    <a:pt x="0" y="1625"/>
                    <a:pt x="48" y="1840"/>
                    <a:pt x="143" y="2030"/>
                  </a:cubicBezTo>
                  <a:cubicBezTo>
                    <a:pt x="413" y="2590"/>
                    <a:pt x="973" y="2918"/>
                    <a:pt x="1534" y="2918"/>
                  </a:cubicBezTo>
                  <a:cubicBezTo>
                    <a:pt x="1915" y="2918"/>
                    <a:pt x="2295" y="2767"/>
                    <a:pt x="2584" y="2435"/>
                  </a:cubicBezTo>
                  <a:cubicBezTo>
                    <a:pt x="3262" y="1661"/>
                    <a:pt x="2977" y="328"/>
                    <a:pt x="1941" y="54"/>
                  </a:cubicBezTo>
                  <a:cubicBezTo>
                    <a:pt x="1806" y="18"/>
                    <a:pt x="1676" y="1"/>
                    <a:pt x="1550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3" name="Google Shape;3143;p63"/>
            <p:cNvSpPr/>
            <p:nvPr/>
          </p:nvSpPr>
          <p:spPr>
            <a:xfrm>
              <a:off x="4145727" y="2467569"/>
              <a:ext cx="123268" cy="108829"/>
            </a:xfrm>
            <a:custGeom>
              <a:avLst/>
              <a:gdLst/>
              <a:ahLst/>
              <a:cxnLst/>
              <a:rect l="l" t="t" r="r" b="b"/>
              <a:pathLst>
                <a:path w="5037" h="4447" extrusionOk="0">
                  <a:moveTo>
                    <a:pt x="2571" y="0"/>
                  </a:moveTo>
                  <a:cubicBezTo>
                    <a:pt x="2520" y="0"/>
                    <a:pt x="2469" y="2"/>
                    <a:pt x="2417" y="5"/>
                  </a:cubicBezTo>
                  <a:cubicBezTo>
                    <a:pt x="1643" y="53"/>
                    <a:pt x="881" y="589"/>
                    <a:pt x="441" y="1220"/>
                  </a:cubicBezTo>
                  <a:cubicBezTo>
                    <a:pt x="238" y="1541"/>
                    <a:pt x="119" y="1898"/>
                    <a:pt x="60" y="2267"/>
                  </a:cubicBezTo>
                  <a:cubicBezTo>
                    <a:pt x="0" y="3005"/>
                    <a:pt x="345" y="3708"/>
                    <a:pt x="965" y="4113"/>
                  </a:cubicBezTo>
                  <a:cubicBezTo>
                    <a:pt x="1329" y="4341"/>
                    <a:pt x="1751" y="4446"/>
                    <a:pt x="2178" y="4446"/>
                  </a:cubicBezTo>
                  <a:cubicBezTo>
                    <a:pt x="3289" y="4446"/>
                    <a:pt x="4437" y="3737"/>
                    <a:pt x="4703" y="2636"/>
                  </a:cubicBezTo>
                  <a:cubicBezTo>
                    <a:pt x="5036" y="1224"/>
                    <a:pt x="3952" y="0"/>
                    <a:pt x="2571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4" name="Google Shape;3144;p63"/>
            <p:cNvSpPr/>
            <p:nvPr/>
          </p:nvSpPr>
          <p:spPr>
            <a:xfrm>
              <a:off x="3926899" y="2525567"/>
              <a:ext cx="611323" cy="193896"/>
            </a:xfrm>
            <a:custGeom>
              <a:avLst/>
              <a:gdLst/>
              <a:ahLst/>
              <a:cxnLst/>
              <a:rect l="l" t="t" r="r" b="b"/>
              <a:pathLst>
                <a:path w="24980" h="7923" extrusionOk="0">
                  <a:moveTo>
                    <a:pt x="2992" y="0"/>
                  </a:moveTo>
                  <a:cubicBezTo>
                    <a:pt x="1912" y="0"/>
                    <a:pt x="909" y="454"/>
                    <a:pt x="48" y="1112"/>
                  </a:cubicBezTo>
                  <a:cubicBezTo>
                    <a:pt x="36" y="1159"/>
                    <a:pt x="13" y="1207"/>
                    <a:pt x="1" y="1243"/>
                  </a:cubicBezTo>
                  <a:cubicBezTo>
                    <a:pt x="120" y="1202"/>
                    <a:pt x="243" y="1183"/>
                    <a:pt x="367" y="1183"/>
                  </a:cubicBezTo>
                  <a:cubicBezTo>
                    <a:pt x="861" y="1183"/>
                    <a:pt x="1370" y="1477"/>
                    <a:pt x="1751" y="1838"/>
                  </a:cubicBezTo>
                  <a:cubicBezTo>
                    <a:pt x="2596" y="2648"/>
                    <a:pt x="3168" y="3719"/>
                    <a:pt x="3358" y="4886"/>
                  </a:cubicBezTo>
                  <a:cubicBezTo>
                    <a:pt x="3406" y="5350"/>
                    <a:pt x="3442" y="5803"/>
                    <a:pt x="3442" y="6267"/>
                  </a:cubicBezTo>
                  <a:cubicBezTo>
                    <a:pt x="3484" y="7033"/>
                    <a:pt x="3966" y="7174"/>
                    <a:pt x="4515" y="7174"/>
                  </a:cubicBezTo>
                  <a:cubicBezTo>
                    <a:pt x="4742" y="7174"/>
                    <a:pt x="4981" y="7150"/>
                    <a:pt x="5204" y="7136"/>
                  </a:cubicBezTo>
                  <a:cubicBezTo>
                    <a:pt x="5689" y="7098"/>
                    <a:pt x="6175" y="7079"/>
                    <a:pt x="6661" y="7079"/>
                  </a:cubicBezTo>
                  <a:cubicBezTo>
                    <a:pt x="7390" y="7079"/>
                    <a:pt x="8118" y="7122"/>
                    <a:pt x="8847" y="7208"/>
                  </a:cubicBezTo>
                  <a:cubicBezTo>
                    <a:pt x="9502" y="7303"/>
                    <a:pt x="10145" y="7446"/>
                    <a:pt x="10764" y="7660"/>
                  </a:cubicBezTo>
                  <a:cubicBezTo>
                    <a:pt x="11118" y="7786"/>
                    <a:pt x="11352" y="7923"/>
                    <a:pt x="11729" y="7923"/>
                  </a:cubicBezTo>
                  <a:cubicBezTo>
                    <a:pt x="11744" y="7923"/>
                    <a:pt x="11760" y="7923"/>
                    <a:pt x="11776" y="7922"/>
                  </a:cubicBezTo>
                  <a:cubicBezTo>
                    <a:pt x="12181" y="7922"/>
                    <a:pt x="12300" y="7755"/>
                    <a:pt x="12609" y="7529"/>
                  </a:cubicBezTo>
                  <a:cubicBezTo>
                    <a:pt x="13443" y="6922"/>
                    <a:pt x="14407" y="6517"/>
                    <a:pt x="15431" y="6350"/>
                  </a:cubicBezTo>
                  <a:cubicBezTo>
                    <a:pt x="16034" y="6261"/>
                    <a:pt x="16646" y="6216"/>
                    <a:pt x="17256" y="6216"/>
                  </a:cubicBezTo>
                  <a:cubicBezTo>
                    <a:pt x="17705" y="6216"/>
                    <a:pt x="18154" y="6240"/>
                    <a:pt x="18598" y="6291"/>
                  </a:cubicBezTo>
                  <a:cubicBezTo>
                    <a:pt x="18890" y="6316"/>
                    <a:pt x="19183" y="6363"/>
                    <a:pt x="19463" y="6363"/>
                  </a:cubicBezTo>
                  <a:cubicBezTo>
                    <a:pt x="19857" y="6363"/>
                    <a:pt x="20223" y="6269"/>
                    <a:pt x="20515" y="5886"/>
                  </a:cubicBezTo>
                  <a:cubicBezTo>
                    <a:pt x="20777" y="5517"/>
                    <a:pt x="21087" y="5172"/>
                    <a:pt x="21420" y="4874"/>
                  </a:cubicBezTo>
                  <a:cubicBezTo>
                    <a:pt x="21777" y="4565"/>
                    <a:pt x="22182" y="4314"/>
                    <a:pt x="22611" y="4112"/>
                  </a:cubicBezTo>
                  <a:cubicBezTo>
                    <a:pt x="23039" y="3922"/>
                    <a:pt x="23682" y="3922"/>
                    <a:pt x="24016" y="3600"/>
                  </a:cubicBezTo>
                  <a:cubicBezTo>
                    <a:pt x="24349" y="3267"/>
                    <a:pt x="24325" y="2469"/>
                    <a:pt x="24527" y="2029"/>
                  </a:cubicBezTo>
                  <a:cubicBezTo>
                    <a:pt x="24647" y="1778"/>
                    <a:pt x="24789" y="1540"/>
                    <a:pt x="24980" y="1338"/>
                  </a:cubicBezTo>
                  <a:lnTo>
                    <a:pt x="24980" y="1338"/>
                  </a:lnTo>
                  <a:cubicBezTo>
                    <a:pt x="23670" y="1493"/>
                    <a:pt x="22563" y="2302"/>
                    <a:pt x="21789" y="3374"/>
                  </a:cubicBezTo>
                  <a:cubicBezTo>
                    <a:pt x="21347" y="3973"/>
                    <a:pt x="21067" y="4539"/>
                    <a:pt x="20402" y="4539"/>
                  </a:cubicBezTo>
                  <a:cubicBezTo>
                    <a:pt x="20260" y="4539"/>
                    <a:pt x="20101" y="4514"/>
                    <a:pt x="19920" y="4457"/>
                  </a:cubicBezTo>
                  <a:cubicBezTo>
                    <a:pt x="18870" y="4132"/>
                    <a:pt x="17893" y="3749"/>
                    <a:pt x="16824" y="3749"/>
                  </a:cubicBezTo>
                  <a:cubicBezTo>
                    <a:pt x="16523" y="3749"/>
                    <a:pt x="16215" y="3780"/>
                    <a:pt x="15895" y="3850"/>
                  </a:cubicBezTo>
                  <a:cubicBezTo>
                    <a:pt x="14514" y="4160"/>
                    <a:pt x="13538" y="5207"/>
                    <a:pt x="12419" y="5993"/>
                  </a:cubicBezTo>
                  <a:cubicBezTo>
                    <a:pt x="12376" y="6017"/>
                    <a:pt x="12327" y="6030"/>
                    <a:pt x="12277" y="6030"/>
                  </a:cubicBezTo>
                  <a:cubicBezTo>
                    <a:pt x="12204" y="6030"/>
                    <a:pt x="12130" y="6003"/>
                    <a:pt x="12074" y="5946"/>
                  </a:cubicBezTo>
                  <a:cubicBezTo>
                    <a:pt x="11226" y="5001"/>
                    <a:pt x="10043" y="4717"/>
                    <a:pt x="8833" y="4717"/>
                  </a:cubicBezTo>
                  <a:cubicBezTo>
                    <a:pt x="8564" y="4717"/>
                    <a:pt x="8294" y="4731"/>
                    <a:pt x="8025" y="4755"/>
                  </a:cubicBezTo>
                  <a:cubicBezTo>
                    <a:pt x="7821" y="4772"/>
                    <a:pt x="7591" y="4816"/>
                    <a:pt x="7373" y="4816"/>
                  </a:cubicBezTo>
                  <a:cubicBezTo>
                    <a:pt x="7134" y="4816"/>
                    <a:pt x="6907" y="4763"/>
                    <a:pt x="6740" y="4565"/>
                  </a:cubicBezTo>
                  <a:cubicBezTo>
                    <a:pt x="6454" y="4231"/>
                    <a:pt x="6537" y="3743"/>
                    <a:pt x="6537" y="3338"/>
                  </a:cubicBezTo>
                  <a:cubicBezTo>
                    <a:pt x="6525" y="1767"/>
                    <a:pt x="5275" y="374"/>
                    <a:pt x="3751" y="76"/>
                  </a:cubicBezTo>
                  <a:cubicBezTo>
                    <a:pt x="3494" y="25"/>
                    <a:pt x="3241" y="0"/>
                    <a:pt x="2992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5" name="Google Shape;3145;p63"/>
            <p:cNvSpPr/>
            <p:nvPr/>
          </p:nvSpPr>
          <p:spPr>
            <a:xfrm>
              <a:off x="3891929" y="2559314"/>
              <a:ext cx="677179" cy="301991"/>
            </a:xfrm>
            <a:custGeom>
              <a:avLst/>
              <a:gdLst/>
              <a:ahLst/>
              <a:cxnLst/>
              <a:rect l="l" t="t" r="r" b="b"/>
              <a:pathLst>
                <a:path w="27671" h="12340" extrusionOk="0">
                  <a:moveTo>
                    <a:pt x="1645" y="0"/>
                  </a:moveTo>
                  <a:cubicBezTo>
                    <a:pt x="1551" y="0"/>
                    <a:pt x="1455" y="10"/>
                    <a:pt x="1358" y="30"/>
                  </a:cubicBezTo>
                  <a:cubicBezTo>
                    <a:pt x="715" y="1626"/>
                    <a:pt x="322" y="3305"/>
                    <a:pt x="191" y="5019"/>
                  </a:cubicBezTo>
                  <a:cubicBezTo>
                    <a:pt x="1" y="7377"/>
                    <a:pt x="346" y="9674"/>
                    <a:pt x="644" y="12008"/>
                  </a:cubicBezTo>
                  <a:cubicBezTo>
                    <a:pt x="963" y="12273"/>
                    <a:pt x="1577" y="12340"/>
                    <a:pt x="2177" y="12340"/>
                  </a:cubicBezTo>
                  <a:cubicBezTo>
                    <a:pt x="2764" y="12340"/>
                    <a:pt x="3338" y="12276"/>
                    <a:pt x="3608" y="12270"/>
                  </a:cubicBezTo>
                  <a:cubicBezTo>
                    <a:pt x="4644" y="12258"/>
                    <a:pt x="5692" y="12222"/>
                    <a:pt x="6728" y="12210"/>
                  </a:cubicBezTo>
                  <a:cubicBezTo>
                    <a:pt x="8728" y="12187"/>
                    <a:pt x="10716" y="12175"/>
                    <a:pt x="12717" y="12163"/>
                  </a:cubicBezTo>
                  <a:lnTo>
                    <a:pt x="23492" y="12079"/>
                  </a:lnTo>
                  <a:cubicBezTo>
                    <a:pt x="23842" y="12079"/>
                    <a:pt x="24393" y="12141"/>
                    <a:pt x="24931" y="12141"/>
                  </a:cubicBezTo>
                  <a:cubicBezTo>
                    <a:pt x="25528" y="12141"/>
                    <a:pt x="26110" y="12065"/>
                    <a:pt x="26385" y="11746"/>
                  </a:cubicBezTo>
                  <a:cubicBezTo>
                    <a:pt x="26599" y="11484"/>
                    <a:pt x="26683" y="10817"/>
                    <a:pt x="26778" y="10508"/>
                  </a:cubicBezTo>
                  <a:cubicBezTo>
                    <a:pt x="26897" y="10103"/>
                    <a:pt x="27004" y="9698"/>
                    <a:pt x="27099" y="9293"/>
                  </a:cubicBezTo>
                  <a:cubicBezTo>
                    <a:pt x="27504" y="7603"/>
                    <a:pt x="27671" y="5876"/>
                    <a:pt x="27588" y="4150"/>
                  </a:cubicBezTo>
                  <a:cubicBezTo>
                    <a:pt x="27516" y="2769"/>
                    <a:pt x="27242" y="1400"/>
                    <a:pt x="26790" y="102"/>
                  </a:cubicBezTo>
                  <a:cubicBezTo>
                    <a:pt x="26337" y="614"/>
                    <a:pt x="26230" y="1233"/>
                    <a:pt x="26076" y="1900"/>
                  </a:cubicBezTo>
                  <a:cubicBezTo>
                    <a:pt x="26004" y="2245"/>
                    <a:pt x="25933" y="2543"/>
                    <a:pt x="25599" y="2721"/>
                  </a:cubicBezTo>
                  <a:cubicBezTo>
                    <a:pt x="25099" y="2995"/>
                    <a:pt x="24480" y="3007"/>
                    <a:pt x="23956" y="3293"/>
                  </a:cubicBezTo>
                  <a:cubicBezTo>
                    <a:pt x="23289" y="3650"/>
                    <a:pt x="22813" y="4162"/>
                    <a:pt x="22361" y="4757"/>
                  </a:cubicBezTo>
                  <a:cubicBezTo>
                    <a:pt x="21958" y="5276"/>
                    <a:pt x="21556" y="5432"/>
                    <a:pt x="21022" y="5432"/>
                  </a:cubicBezTo>
                  <a:cubicBezTo>
                    <a:pt x="20845" y="5432"/>
                    <a:pt x="20654" y="5415"/>
                    <a:pt x="20444" y="5388"/>
                  </a:cubicBezTo>
                  <a:cubicBezTo>
                    <a:pt x="19774" y="5291"/>
                    <a:pt x="19101" y="5222"/>
                    <a:pt x="18430" y="5222"/>
                  </a:cubicBezTo>
                  <a:cubicBezTo>
                    <a:pt x="17872" y="5222"/>
                    <a:pt x="17316" y="5269"/>
                    <a:pt x="16765" y="5388"/>
                  </a:cubicBezTo>
                  <a:cubicBezTo>
                    <a:pt x="16158" y="5507"/>
                    <a:pt x="15574" y="5733"/>
                    <a:pt x="15038" y="6055"/>
                  </a:cubicBezTo>
                  <a:cubicBezTo>
                    <a:pt x="14598" y="6317"/>
                    <a:pt x="14253" y="6757"/>
                    <a:pt x="13800" y="6996"/>
                  </a:cubicBezTo>
                  <a:cubicBezTo>
                    <a:pt x="13613" y="7083"/>
                    <a:pt x="13449" y="7122"/>
                    <a:pt x="13286" y="7122"/>
                  </a:cubicBezTo>
                  <a:cubicBezTo>
                    <a:pt x="13116" y="7122"/>
                    <a:pt x="12946" y="7080"/>
                    <a:pt x="12752" y="7007"/>
                  </a:cubicBezTo>
                  <a:cubicBezTo>
                    <a:pt x="12145" y="6805"/>
                    <a:pt x="11598" y="6543"/>
                    <a:pt x="10967" y="6388"/>
                  </a:cubicBezTo>
                  <a:cubicBezTo>
                    <a:pt x="10121" y="6190"/>
                    <a:pt x="9252" y="6129"/>
                    <a:pt x="8379" y="6129"/>
                  </a:cubicBezTo>
                  <a:cubicBezTo>
                    <a:pt x="7888" y="6129"/>
                    <a:pt x="7396" y="6148"/>
                    <a:pt x="6906" y="6174"/>
                  </a:cubicBezTo>
                  <a:cubicBezTo>
                    <a:pt x="6607" y="6189"/>
                    <a:pt x="6238" y="6245"/>
                    <a:pt x="5879" y="6245"/>
                  </a:cubicBezTo>
                  <a:cubicBezTo>
                    <a:pt x="5409" y="6245"/>
                    <a:pt x="4955" y="6150"/>
                    <a:pt x="4692" y="5745"/>
                  </a:cubicBezTo>
                  <a:cubicBezTo>
                    <a:pt x="4478" y="5412"/>
                    <a:pt x="4490" y="4983"/>
                    <a:pt x="4490" y="4602"/>
                  </a:cubicBezTo>
                  <a:cubicBezTo>
                    <a:pt x="4501" y="3995"/>
                    <a:pt x="4418" y="3400"/>
                    <a:pt x="4239" y="2816"/>
                  </a:cubicBezTo>
                  <a:cubicBezTo>
                    <a:pt x="3918" y="1775"/>
                    <a:pt x="2916" y="0"/>
                    <a:pt x="1645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6" name="Google Shape;3146;p63"/>
            <p:cNvSpPr/>
            <p:nvPr/>
          </p:nvSpPr>
          <p:spPr>
            <a:xfrm>
              <a:off x="4171643" y="2050641"/>
              <a:ext cx="111325" cy="83158"/>
            </a:xfrm>
            <a:custGeom>
              <a:avLst/>
              <a:gdLst/>
              <a:ahLst/>
              <a:cxnLst/>
              <a:rect l="l" t="t" r="r" b="b"/>
              <a:pathLst>
                <a:path w="4549" h="3398" extrusionOk="0">
                  <a:moveTo>
                    <a:pt x="2247" y="0"/>
                  </a:moveTo>
                  <a:cubicBezTo>
                    <a:pt x="1804" y="0"/>
                    <a:pt x="1361" y="18"/>
                    <a:pt x="918" y="64"/>
                  </a:cubicBezTo>
                  <a:cubicBezTo>
                    <a:pt x="739" y="88"/>
                    <a:pt x="334" y="88"/>
                    <a:pt x="191" y="231"/>
                  </a:cubicBezTo>
                  <a:cubicBezTo>
                    <a:pt x="84" y="350"/>
                    <a:pt x="1" y="1147"/>
                    <a:pt x="60" y="1219"/>
                  </a:cubicBezTo>
                  <a:cubicBezTo>
                    <a:pt x="156" y="1338"/>
                    <a:pt x="394" y="1397"/>
                    <a:pt x="525" y="1469"/>
                  </a:cubicBezTo>
                  <a:cubicBezTo>
                    <a:pt x="775" y="1600"/>
                    <a:pt x="977" y="1814"/>
                    <a:pt x="1096" y="2076"/>
                  </a:cubicBezTo>
                  <a:cubicBezTo>
                    <a:pt x="1263" y="2457"/>
                    <a:pt x="1215" y="2909"/>
                    <a:pt x="1203" y="3326"/>
                  </a:cubicBezTo>
                  <a:cubicBezTo>
                    <a:pt x="1203" y="3350"/>
                    <a:pt x="1203" y="3374"/>
                    <a:pt x="1191" y="3398"/>
                  </a:cubicBezTo>
                  <a:cubicBezTo>
                    <a:pt x="1942" y="3279"/>
                    <a:pt x="2692" y="3219"/>
                    <a:pt x="3454" y="3207"/>
                  </a:cubicBezTo>
                  <a:lnTo>
                    <a:pt x="3466" y="2647"/>
                  </a:lnTo>
                  <a:cubicBezTo>
                    <a:pt x="3466" y="2314"/>
                    <a:pt x="3525" y="1981"/>
                    <a:pt x="3656" y="1671"/>
                  </a:cubicBezTo>
                  <a:cubicBezTo>
                    <a:pt x="3823" y="1314"/>
                    <a:pt x="4239" y="1147"/>
                    <a:pt x="4347" y="790"/>
                  </a:cubicBezTo>
                  <a:cubicBezTo>
                    <a:pt x="4548" y="70"/>
                    <a:pt x="3681" y="0"/>
                    <a:pt x="3038" y="0"/>
                  </a:cubicBezTo>
                  <a:cubicBezTo>
                    <a:pt x="2884" y="0"/>
                    <a:pt x="2743" y="4"/>
                    <a:pt x="2632" y="4"/>
                  </a:cubicBezTo>
                  <a:cubicBezTo>
                    <a:pt x="2504" y="2"/>
                    <a:pt x="2375" y="0"/>
                    <a:pt x="22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7" name="Google Shape;3147;p63"/>
            <p:cNvSpPr/>
            <p:nvPr/>
          </p:nvSpPr>
          <p:spPr>
            <a:xfrm>
              <a:off x="3932136" y="2187684"/>
              <a:ext cx="894274" cy="469138"/>
            </a:xfrm>
            <a:custGeom>
              <a:avLst/>
              <a:gdLst/>
              <a:ahLst/>
              <a:cxnLst/>
              <a:rect l="l" t="t" r="r" b="b"/>
              <a:pathLst>
                <a:path w="36542" h="19170" extrusionOk="0">
                  <a:moveTo>
                    <a:pt x="16987" y="9496"/>
                  </a:moveTo>
                  <a:cubicBezTo>
                    <a:pt x="17164" y="9496"/>
                    <a:pt x="17349" y="9524"/>
                    <a:pt x="17539" y="9585"/>
                  </a:cubicBezTo>
                  <a:cubicBezTo>
                    <a:pt x="18801" y="9990"/>
                    <a:pt x="19063" y="11561"/>
                    <a:pt x="18253" y="12514"/>
                  </a:cubicBezTo>
                  <a:cubicBezTo>
                    <a:pt x="17916" y="12916"/>
                    <a:pt x="17456" y="13098"/>
                    <a:pt x="16992" y="13098"/>
                  </a:cubicBezTo>
                  <a:cubicBezTo>
                    <a:pt x="16275" y="13098"/>
                    <a:pt x="15549" y="12665"/>
                    <a:pt x="15253" y="11942"/>
                  </a:cubicBezTo>
                  <a:cubicBezTo>
                    <a:pt x="15217" y="11859"/>
                    <a:pt x="15181" y="11764"/>
                    <a:pt x="15169" y="11680"/>
                  </a:cubicBezTo>
                  <a:cubicBezTo>
                    <a:pt x="15158" y="11668"/>
                    <a:pt x="15146" y="11656"/>
                    <a:pt x="15146" y="11645"/>
                  </a:cubicBezTo>
                  <a:lnTo>
                    <a:pt x="15146" y="11609"/>
                  </a:lnTo>
                  <a:cubicBezTo>
                    <a:pt x="15062" y="11156"/>
                    <a:pt x="15193" y="10680"/>
                    <a:pt x="15503" y="10335"/>
                  </a:cubicBezTo>
                  <a:cubicBezTo>
                    <a:pt x="15827" y="9843"/>
                    <a:pt x="16362" y="9496"/>
                    <a:pt x="16987" y="9496"/>
                  </a:cubicBezTo>
                  <a:close/>
                  <a:moveTo>
                    <a:pt x="11358" y="10945"/>
                  </a:moveTo>
                  <a:cubicBezTo>
                    <a:pt x="12906" y="10945"/>
                    <a:pt x="14169" y="12386"/>
                    <a:pt x="13919" y="13990"/>
                  </a:cubicBezTo>
                  <a:cubicBezTo>
                    <a:pt x="13706" y="15387"/>
                    <a:pt x="12335" y="16346"/>
                    <a:pt x="10978" y="16346"/>
                  </a:cubicBezTo>
                  <a:cubicBezTo>
                    <a:pt x="10439" y="16346"/>
                    <a:pt x="9903" y="16194"/>
                    <a:pt x="9443" y="15859"/>
                  </a:cubicBezTo>
                  <a:cubicBezTo>
                    <a:pt x="8954" y="15514"/>
                    <a:pt x="8621" y="14978"/>
                    <a:pt x="8550" y="14383"/>
                  </a:cubicBezTo>
                  <a:cubicBezTo>
                    <a:pt x="8145" y="13026"/>
                    <a:pt x="9288" y="11418"/>
                    <a:pt x="10681" y="11037"/>
                  </a:cubicBezTo>
                  <a:cubicBezTo>
                    <a:pt x="10910" y="10975"/>
                    <a:pt x="11137" y="10945"/>
                    <a:pt x="11358" y="10945"/>
                  </a:cubicBezTo>
                  <a:close/>
                  <a:moveTo>
                    <a:pt x="13157" y="0"/>
                  </a:moveTo>
                  <a:cubicBezTo>
                    <a:pt x="12419" y="60"/>
                    <a:pt x="11669" y="84"/>
                    <a:pt x="10931" y="143"/>
                  </a:cubicBezTo>
                  <a:cubicBezTo>
                    <a:pt x="10907" y="1298"/>
                    <a:pt x="10895" y="2477"/>
                    <a:pt x="10859" y="3644"/>
                  </a:cubicBezTo>
                  <a:cubicBezTo>
                    <a:pt x="10836" y="4227"/>
                    <a:pt x="10812" y="4810"/>
                    <a:pt x="10776" y="5394"/>
                  </a:cubicBezTo>
                  <a:cubicBezTo>
                    <a:pt x="10752" y="5739"/>
                    <a:pt x="11086" y="7084"/>
                    <a:pt x="10586" y="7180"/>
                  </a:cubicBezTo>
                  <a:cubicBezTo>
                    <a:pt x="6335" y="7965"/>
                    <a:pt x="2573" y="9906"/>
                    <a:pt x="394" y="13788"/>
                  </a:cubicBezTo>
                  <a:cubicBezTo>
                    <a:pt x="251" y="14038"/>
                    <a:pt x="120" y="14300"/>
                    <a:pt x="1" y="14562"/>
                  </a:cubicBezTo>
                  <a:cubicBezTo>
                    <a:pt x="806" y="13883"/>
                    <a:pt x="1837" y="13523"/>
                    <a:pt x="2860" y="13523"/>
                  </a:cubicBezTo>
                  <a:cubicBezTo>
                    <a:pt x="4062" y="13523"/>
                    <a:pt x="5252" y="14019"/>
                    <a:pt x="6049" y="15074"/>
                  </a:cubicBezTo>
                  <a:cubicBezTo>
                    <a:pt x="6442" y="15585"/>
                    <a:pt x="6680" y="16181"/>
                    <a:pt x="6764" y="16824"/>
                  </a:cubicBezTo>
                  <a:cubicBezTo>
                    <a:pt x="6787" y="17014"/>
                    <a:pt x="6776" y="17217"/>
                    <a:pt x="6776" y="17419"/>
                  </a:cubicBezTo>
                  <a:cubicBezTo>
                    <a:pt x="6799" y="17764"/>
                    <a:pt x="6728" y="17860"/>
                    <a:pt x="7097" y="18014"/>
                  </a:cubicBezTo>
                  <a:cubicBezTo>
                    <a:pt x="7264" y="18079"/>
                    <a:pt x="7439" y="18099"/>
                    <a:pt x="7620" y="18099"/>
                  </a:cubicBezTo>
                  <a:cubicBezTo>
                    <a:pt x="7904" y="18099"/>
                    <a:pt x="8199" y="18050"/>
                    <a:pt x="8490" y="18050"/>
                  </a:cubicBezTo>
                  <a:cubicBezTo>
                    <a:pt x="8517" y="18050"/>
                    <a:pt x="8543" y="18050"/>
                    <a:pt x="8570" y="18050"/>
                  </a:cubicBezTo>
                  <a:cubicBezTo>
                    <a:pt x="9830" y="18050"/>
                    <a:pt x="11118" y="18330"/>
                    <a:pt x="12074" y="19169"/>
                  </a:cubicBezTo>
                  <a:lnTo>
                    <a:pt x="12086" y="19169"/>
                  </a:lnTo>
                  <a:cubicBezTo>
                    <a:pt x="13086" y="18407"/>
                    <a:pt x="14074" y="17550"/>
                    <a:pt x="15312" y="17205"/>
                  </a:cubicBezTo>
                  <a:cubicBezTo>
                    <a:pt x="15760" y="17087"/>
                    <a:pt x="16224" y="17035"/>
                    <a:pt x="16690" y="17035"/>
                  </a:cubicBezTo>
                  <a:cubicBezTo>
                    <a:pt x="17450" y="17035"/>
                    <a:pt x="18216" y="17174"/>
                    <a:pt x="18932" y="17395"/>
                  </a:cubicBezTo>
                  <a:cubicBezTo>
                    <a:pt x="19340" y="17513"/>
                    <a:pt x="19661" y="17700"/>
                    <a:pt x="20079" y="17700"/>
                  </a:cubicBezTo>
                  <a:cubicBezTo>
                    <a:pt x="20124" y="17700"/>
                    <a:pt x="20170" y="17698"/>
                    <a:pt x="20218" y="17693"/>
                  </a:cubicBezTo>
                  <a:cubicBezTo>
                    <a:pt x="20706" y="17645"/>
                    <a:pt x="20777" y="17348"/>
                    <a:pt x="21039" y="16979"/>
                  </a:cubicBezTo>
                  <a:cubicBezTo>
                    <a:pt x="21361" y="16526"/>
                    <a:pt x="21730" y="16133"/>
                    <a:pt x="22158" y="15788"/>
                  </a:cubicBezTo>
                  <a:cubicBezTo>
                    <a:pt x="22944" y="15133"/>
                    <a:pt x="23909" y="14740"/>
                    <a:pt x="24933" y="14681"/>
                  </a:cubicBezTo>
                  <a:cubicBezTo>
                    <a:pt x="24814" y="14371"/>
                    <a:pt x="24683" y="14061"/>
                    <a:pt x="24540" y="13764"/>
                  </a:cubicBezTo>
                  <a:cubicBezTo>
                    <a:pt x="24159" y="13978"/>
                    <a:pt x="23778" y="14192"/>
                    <a:pt x="23397" y="14395"/>
                  </a:cubicBezTo>
                  <a:cubicBezTo>
                    <a:pt x="23373" y="14408"/>
                    <a:pt x="23348" y="14414"/>
                    <a:pt x="23324" y="14414"/>
                  </a:cubicBezTo>
                  <a:cubicBezTo>
                    <a:pt x="23194" y="14414"/>
                    <a:pt x="23086" y="14245"/>
                    <a:pt x="23206" y="14145"/>
                  </a:cubicBezTo>
                  <a:cubicBezTo>
                    <a:pt x="25171" y="12490"/>
                    <a:pt x="27504" y="11299"/>
                    <a:pt x="29707" y="10013"/>
                  </a:cubicBezTo>
                  <a:cubicBezTo>
                    <a:pt x="30898" y="9335"/>
                    <a:pt x="32076" y="8644"/>
                    <a:pt x="33231" y="7918"/>
                  </a:cubicBezTo>
                  <a:cubicBezTo>
                    <a:pt x="33779" y="7584"/>
                    <a:pt x="34315" y="7239"/>
                    <a:pt x="34839" y="6882"/>
                  </a:cubicBezTo>
                  <a:cubicBezTo>
                    <a:pt x="35112" y="6703"/>
                    <a:pt x="35362" y="6513"/>
                    <a:pt x="35624" y="6334"/>
                  </a:cubicBezTo>
                  <a:cubicBezTo>
                    <a:pt x="35827" y="6191"/>
                    <a:pt x="36291" y="5977"/>
                    <a:pt x="36398" y="5775"/>
                  </a:cubicBezTo>
                  <a:cubicBezTo>
                    <a:pt x="36541" y="5537"/>
                    <a:pt x="36410" y="4763"/>
                    <a:pt x="36148" y="4560"/>
                  </a:cubicBezTo>
                  <a:cubicBezTo>
                    <a:pt x="36073" y="4500"/>
                    <a:pt x="35997" y="4475"/>
                    <a:pt x="35922" y="4475"/>
                  </a:cubicBezTo>
                  <a:cubicBezTo>
                    <a:pt x="35703" y="4475"/>
                    <a:pt x="35489" y="4686"/>
                    <a:pt x="35303" y="4810"/>
                  </a:cubicBezTo>
                  <a:cubicBezTo>
                    <a:pt x="34720" y="5191"/>
                    <a:pt x="34136" y="5572"/>
                    <a:pt x="33553" y="5965"/>
                  </a:cubicBezTo>
                  <a:cubicBezTo>
                    <a:pt x="32303" y="6787"/>
                    <a:pt x="31041" y="7608"/>
                    <a:pt x="29778" y="8430"/>
                  </a:cubicBezTo>
                  <a:cubicBezTo>
                    <a:pt x="28612" y="9192"/>
                    <a:pt x="27445" y="9966"/>
                    <a:pt x="26254" y="10716"/>
                  </a:cubicBezTo>
                  <a:cubicBezTo>
                    <a:pt x="25087" y="11442"/>
                    <a:pt x="23897" y="12323"/>
                    <a:pt x="22611" y="12835"/>
                  </a:cubicBezTo>
                  <a:cubicBezTo>
                    <a:pt x="22608" y="12836"/>
                    <a:pt x="22604" y="12837"/>
                    <a:pt x="22601" y="12837"/>
                  </a:cubicBezTo>
                  <a:cubicBezTo>
                    <a:pt x="22569" y="12837"/>
                    <a:pt x="22543" y="12785"/>
                    <a:pt x="22575" y="12764"/>
                  </a:cubicBezTo>
                  <a:cubicBezTo>
                    <a:pt x="22861" y="12466"/>
                    <a:pt x="23170" y="12204"/>
                    <a:pt x="23492" y="11954"/>
                  </a:cubicBezTo>
                  <a:cubicBezTo>
                    <a:pt x="21635" y="9168"/>
                    <a:pt x="18789" y="7144"/>
                    <a:pt x="15277" y="6846"/>
                  </a:cubicBezTo>
                  <a:lnTo>
                    <a:pt x="15098" y="6846"/>
                  </a:lnTo>
                  <a:cubicBezTo>
                    <a:pt x="15029" y="6843"/>
                    <a:pt x="14955" y="6842"/>
                    <a:pt x="14879" y="6842"/>
                  </a:cubicBezTo>
                  <a:cubicBezTo>
                    <a:pt x="14737" y="6842"/>
                    <a:pt x="14585" y="6846"/>
                    <a:pt x="14433" y="6846"/>
                  </a:cubicBezTo>
                  <a:cubicBezTo>
                    <a:pt x="14123" y="6846"/>
                    <a:pt x="13808" y="6829"/>
                    <a:pt x="13550" y="6727"/>
                  </a:cubicBezTo>
                  <a:cubicBezTo>
                    <a:pt x="12776" y="6430"/>
                    <a:pt x="13026" y="5001"/>
                    <a:pt x="13050" y="4358"/>
                  </a:cubicBezTo>
                  <a:cubicBezTo>
                    <a:pt x="13086" y="2905"/>
                    <a:pt x="13122" y="1465"/>
                    <a:pt x="131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8" name="Google Shape;3148;p63"/>
            <p:cNvSpPr/>
            <p:nvPr/>
          </p:nvSpPr>
          <p:spPr>
            <a:xfrm>
              <a:off x="4301026" y="2420069"/>
              <a:ext cx="97621" cy="88150"/>
            </a:xfrm>
            <a:custGeom>
              <a:avLst/>
              <a:gdLst/>
              <a:ahLst/>
              <a:cxnLst/>
              <a:rect l="l" t="t" r="r" b="b"/>
              <a:pathLst>
                <a:path w="3989" h="3602" extrusionOk="0">
                  <a:moveTo>
                    <a:pt x="1813" y="286"/>
                  </a:moveTo>
                  <a:cubicBezTo>
                    <a:pt x="1938" y="286"/>
                    <a:pt x="2068" y="303"/>
                    <a:pt x="2203" y="339"/>
                  </a:cubicBezTo>
                  <a:cubicBezTo>
                    <a:pt x="3251" y="613"/>
                    <a:pt x="3536" y="1946"/>
                    <a:pt x="2858" y="2732"/>
                  </a:cubicBezTo>
                  <a:cubicBezTo>
                    <a:pt x="2564" y="3064"/>
                    <a:pt x="2181" y="3215"/>
                    <a:pt x="1799" y="3215"/>
                  </a:cubicBezTo>
                  <a:cubicBezTo>
                    <a:pt x="1235" y="3215"/>
                    <a:pt x="675" y="2887"/>
                    <a:pt x="405" y="2327"/>
                  </a:cubicBezTo>
                  <a:cubicBezTo>
                    <a:pt x="310" y="2137"/>
                    <a:pt x="262" y="1922"/>
                    <a:pt x="274" y="1708"/>
                  </a:cubicBezTo>
                  <a:cubicBezTo>
                    <a:pt x="438" y="948"/>
                    <a:pt x="1028" y="286"/>
                    <a:pt x="1813" y="286"/>
                  </a:cubicBezTo>
                  <a:close/>
                  <a:moveTo>
                    <a:pt x="1919" y="0"/>
                  </a:moveTo>
                  <a:cubicBezTo>
                    <a:pt x="1299" y="0"/>
                    <a:pt x="763" y="347"/>
                    <a:pt x="429" y="839"/>
                  </a:cubicBezTo>
                  <a:cubicBezTo>
                    <a:pt x="131" y="1184"/>
                    <a:pt x="0" y="1660"/>
                    <a:pt x="84" y="2113"/>
                  </a:cubicBezTo>
                  <a:lnTo>
                    <a:pt x="84" y="2149"/>
                  </a:lnTo>
                  <a:cubicBezTo>
                    <a:pt x="84" y="2160"/>
                    <a:pt x="84" y="2172"/>
                    <a:pt x="95" y="2184"/>
                  </a:cubicBezTo>
                  <a:cubicBezTo>
                    <a:pt x="119" y="2268"/>
                    <a:pt x="143" y="2363"/>
                    <a:pt x="179" y="2446"/>
                  </a:cubicBezTo>
                  <a:cubicBezTo>
                    <a:pt x="475" y="3169"/>
                    <a:pt x="1201" y="3602"/>
                    <a:pt x="1920" y="3602"/>
                  </a:cubicBezTo>
                  <a:cubicBezTo>
                    <a:pt x="2386" y="3602"/>
                    <a:pt x="2849" y="3420"/>
                    <a:pt x="3191" y="3018"/>
                  </a:cubicBezTo>
                  <a:cubicBezTo>
                    <a:pt x="3989" y="2065"/>
                    <a:pt x="3727" y="494"/>
                    <a:pt x="2465" y="89"/>
                  </a:cubicBezTo>
                  <a:cubicBezTo>
                    <a:pt x="2278" y="28"/>
                    <a:pt x="2095" y="0"/>
                    <a:pt x="19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9" name="Google Shape;3149;p63"/>
            <p:cNvSpPr/>
            <p:nvPr/>
          </p:nvSpPr>
          <p:spPr>
            <a:xfrm>
              <a:off x="4131435" y="2455529"/>
              <a:ext cx="147471" cy="132176"/>
            </a:xfrm>
            <a:custGeom>
              <a:avLst/>
              <a:gdLst/>
              <a:ahLst/>
              <a:cxnLst/>
              <a:rect l="l" t="t" r="r" b="b"/>
              <a:pathLst>
                <a:path w="6026" h="5401" extrusionOk="0">
                  <a:moveTo>
                    <a:pt x="3155" y="492"/>
                  </a:moveTo>
                  <a:cubicBezTo>
                    <a:pt x="4536" y="492"/>
                    <a:pt x="5620" y="1716"/>
                    <a:pt x="5287" y="3128"/>
                  </a:cubicBezTo>
                  <a:cubicBezTo>
                    <a:pt x="5021" y="4229"/>
                    <a:pt x="3873" y="4938"/>
                    <a:pt x="2762" y="4938"/>
                  </a:cubicBezTo>
                  <a:cubicBezTo>
                    <a:pt x="2335" y="4938"/>
                    <a:pt x="1913" y="4833"/>
                    <a:pt x="1549" y="4605"/>
                  </a:cubicBezTo>
                  <a:cubicBezTo>
                    <a:pt x="929" y="4200"/>
                    <a:pt x="584" y="3497"/>
                    <a:pt x="644" y="2759"/>
                  </a:cubicBezTo>
                  <a:cubicBezTo>
                    <a:pt x="703" y="2390"/>
                    <a:pt x="822" y="2033"/>
                    <a:pt x="1025" y="1712"/>
                  </a:cubicBezTo>
                  <a:cubicBezTo>
                    <a:pt x="1465" y="1081"/>
                    <a:pt x="2227" y="545"/>
                    <a:pt x="3001" y="497"/>
                  </a:cubicBezTo>
                  <a:cubicBezTo>
                    <a:pt x="3053" y="494"/>
                    <a:pt x="3104" y="492"/>
                    <a:pt x="3155" y="492"/>
                  </a:cubicBezTo>
                  <a:close/>
                  <a:moveTo>
                    <a:pt x="3214" y="0"/>
                  </a:moveTo>
                  <a:cubicBezTo>
                    <a:pt x="2993" y="0"/>
                    <a:pt x="2766" y="30"/>
                    <a:pt x="2537" y="92"/>
                  </a:cubicBezTo>
                  <a:cubicBezTo>
                    <a:pt x="1144" y="473"/>
                    <a:pt x="1" y="2081"/>
                    <a:pt x="406" y="3438"/>
                  </a:cubicBezTo>
                  <a:cubicBezTo>
                    <a:pt x="489" y="4033"/>
                    <a:pt x="810" y="4569"/>
                    <a:pt x="1310" y="4914"/>
                  </a:cubicBezTo>
                  <a:cubicBezTo>
                    <a:pt x="1768" y="5249"/>
                    <a:pt x="2302" y="5401"/>
                    <a:pt x="2839" y="5401"/>
                  </a:cubicBezTo>
                  <a:cubicBezTo>
                    <a:pt x="4191" y="5401"/>
                    <a:pt x="5562" y="4442"/>
                    <a:pt x="5775" y="3045"/>
                  </a:cubicBezTo>
                  <a:cubicBezTo>
                    <a:pt x="6025" y="1441"/>
                    <a:pt x="4762" y="0"/>
                    <a:pt x="321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0" name="Google Shape;3150;p63"/>
            <p:cNvSpPr/>
            <p:nvPr/>
          </p:nvSpPr>
          <p:spPr>
            <a:xfrm>
              <a:off x="3643392" y="1974093"/>
              <a:ext cx="1196705" cy="1233169"/>
            </a:xfrm>
            <a:custGeom>
              <a:avLst/>
              <a:gdLst/>
              <a:ahLst/>
              <a:cxnLst/>
              <a:rect l="l" t="t" r="r" b="b"/>
              <a:pathLst>
                <a:path w="48900" h="50390" extrusionOk="0">
                  <a:moveTo>
                    <a:pt x="22203" y="499"/>
                  </a:moveTo>
                  <a:cubicBezTo>
                    <a:pt x="22992" y="499"/>
                    <a:pt x="23788" y="541"/>
                    <a:pt x="24575" y="572"/>
                  </a:cubicBezTo>
                  <a:cubicBezTo>
                    <a:pt x="25183" y="584"/>
                    <a:pt x="25540" y="561"/>
                    <a:pt x="25421" y="1275"/>
                  </a:cubicBezTo>
                  <a:cubicBezTo>
                    <a:pt x="25325" y="1751"/>
                    <a:pt x="25254" y="2227"/>
                    <a:pt x="25183" y="2692"/>
                  </a:cubicBezTo>
                  <a:cubicBezTo>
                    <a:pt x="24843" y="2662"/>
                    <a:pt x="24502" y="2647"/>
                    <a:pt x="24161" y="2647"/>
                  </a:cubicBezTo>
                  <a:cubicBezTo>
                    <a:pt x="23546" y="2647"/>
                    <a:pt x="22930" y="2695"/>
                    <a:pt x="22325" y="2787"/>
                  </a:cubicBezTo>
                  <a:cubicBezTo>
                    <a:pt x="22337" y="2025"/>
                    <a:pt x="22111" y="1251"/>
                    <a:pt x="21908" y="513"/>
                  </a:cubicBezTo>
                  <a:lnTo>
                    <a:pt x="21920" y="501"/>
                  </a:lnTo>
                  <a:cubicBezTo>
                    <a:pt x="22014" y="500"/>
                    <a:pt x="22109" y="499"/>
                    <a:pt x="22203" y="499"/>
                  </a:cubicBezTo>
                  <a:close/>
                  <a:moveTo>
                    <a:pt x="23822" y="3128"/>
                  </a:moveTo>
                  <a:cubicBezTo>
                    <a:pt x="23950" y="3128"/>
                    <a:pt x="24078" y="3130"/>
                    <a:pt x="24206" y="3132"/>
                  </a:cubicBezTo>
                  <a:cubicBezTo>
                    <a:pt x="24319" y="3132"/>
                    <a:pt x="24462" y="3128"/>
                    <a:pt x="24618" y="3128"/>
                  </a:cubicBezTo>
                  <a:cubicBezTo>
                    <a:pt x="25267" y="3128"/>
                    <a:pt x="26132" y="3198"/>
                    <a:pt x="25921" y="3918"/>
                  </a:cubicBezTo>
                  <a:cubicBezTo>
                    <a:pt x="25825" y="4275"/>
                    <a:pt x="25409" y="4442"/>
                    <a:pt x="25230" y="4787"/>
                  </a:cubicBezTo>
                  <a:cubicBezTo>
                    <a:pt x="25111" y="5109"/>
                    <a:pt x="25052" y="5442"/>
                    <a:pt x="25052" y="5775"/>
                  </a:cubicBezTo>
                  <a:lnTo>
                    <a:pt x="25040" y="6335"/>
                  </a:lnTo>
                  <a:cubicBezTo>
                    <a:pt x="24278" y="6347"/>
                    <a:pt x="23528" y="6407"/>
                    <a:pt x="22789" y="6526"/>
                  </a:cubicBezTo>
                  <a:cubicBezTo>
                    <a:pt x="22789" y="6502"/>
                    <a:pt x="22789" y="6478"/>
                    <a:pt x="22789" y="6454"/>
                  </a:cubicBezTo>
                  <a:cubicBezTo>
                    <a:pt x="22801" y="6037"/>
                    <a:pt x="22849" y="5585"/>
                    <a:pt x="22682" y="5204"/>
                  </a:cubicBezTo>
                  <a:cubicBezTo>
                    <a:pt x="22563" y="4942"/>
                    <a:pt x="22361" y="4728"/>
                    <a:pt x="22111" y="4597"/>
                  </a:cubicBezTo>
                  <a:cubicBezTo>
                    <a:pt x="21980" y="4525"/>
                    <a:pt x="21742" y="4466"/>
                    <a:pt x="21646" y="4347"/>
                  </a:cubicBezTo>
                  <a:cubicBezTo>
                    <a:pt x="21575" y="4275"/>
                    <a:pt x="21658" y="3478"/>
                    <a:pt x="21777" y="3359"/>
                  </a:cubicBezTo>
                  <a:cubicBezTo>
                    <a:pt x="21908" y="3216"/>
                    <a:pt x="22325" y="3204"/>
                    <a:pt x="22504" y="3192"/>
                  </a:cubicBezTo>
                  <a:cubicBezTo>
                    <a:pt x="22947" y="3146"/>
                    <a:pt x="23383" y="3128"/>
                    <a:pt x="23822" y="3128"/>
                  </a:cubicBezTo>
                  <a:close/>
                  <a:moveTo>
                    <a:pt x="25057" y="6837"/>
                  </a:moveTo>
                  <a:cubicBezTo>
                    <a:pt x="25139" y="6837"/>
                    <a:pt x="25221" y="6840"/>
                    <a:pt x="25302" y="6847"/>
                  </a:cubicBezTo>
                  <a:cubicBezTo>
                    <a:pt x="25347" y="6852"/>
                    <a:pt x="25386" y="6853"/>
                    <a:pt x="25421" y="6853"/>
                  </a:cubicBezTo>
                  <a:cubicBezTo>
                    <a:pt x="25444" y="6853"/>
                    <a:pt x="25465" y="6852"/>
                    <a:pt x="25485" y="6852"/>
                  </a:cubicBezTo>
                  <a:cubicBezTo>
                    <a:pt x="25585" y="6852"/>
                    <a:pt x="25651" y="6863"/>
                    <a:pt x="25754" y="6990"/>
                  </a:cubicBezTo>
                  <a:cubicBezTo>
                    <a:pt x="25885" y="7145"/>
                    <a:pt x="25802" y="7776"/>
                    <a:pt x="25742" y="8109"/>
                  </a:cubicBezTo>
                  <a:cubicBezTo>
                    <a:pt x="25147" y="8192"/>
                    <a:pt x="24563" y="8288"/>
                    <a:pt x="23968" y="8371"/>
                  </a:cubicBezTo>
                  <a:cubicBezTo>
                    <a:pt x="23593" y="8422"/>
                    <a:pt x="23011" y="8583"/>
                    <a:pt x="22535" y="8583"/>
                  </a:cubicBezTo>
                  <a:cubicBezTo>
                    <a:pt x="22346" y="8583"/>
                    <a:pt x="22175" y="8558"/>
                    <a:pt x="22039" y="8490"/>
                  </a:cubicBezTo>
                  <a:cubicBezTo>
                    <a:pt x="21825" y="8490"/>
                    <a:pt x="21742" y="8383"/>
                    <a:pt x="21765" y="8169"/>
                  </a:cubicBezTo>
                  <a:cubicBezTo>
                    <a:pt x="21718" y="7931"/>
                    <a:pt x="21682" y="7692"/>
                    <a:pt x="21658" y="7466"/>
                  </a:cubicBezTo>
                  <a:cubicBezTo>
                    <a:pt x="21682" y="7038"/>
                    <a:pt x="21932" y="7085"/>
                    <a:pt x="22301" y="7038"/>
                  </a:cubicBezTo>
                  <a:lnTo>
                    <a:pt x="22313" y="7026"/>
                  </a:lnTo>
                  <a:cubicBezTo>
                    <a:pt x="22551" y="6990"/>
                    <a:pt x="22789" y="6966"/>
                    <a:pt x="23016" y="6942"/>
                  </a:cubicBezTo>
                  <a:cubicBezTo>
                    <a:pt x="23349" y="6930"/>
                    <a:pt x="23694" y="6918"/>
                    <a:pt x="24028" y="6907"/>
                  </a:cubicBezTo>
                  <a:cubicBezTo>
                    <a:pt x="24364" y="6887"/>
                    <a:pt x="24715" y="6837"/>
                    <a:pt x="25057" y="6837"/>
                  </a:cubicBezTo>
                  <a:close/>
                  <a:moveTo>
                    <a:pt x="24968" y="8740"/>
                  </a:moveTo>
                  <a:lnTo>
                    <a:pt x="24968" y="8740"/>
                  </a:lnTo>
                  <a:cubicBezTo>
                    <a:pt x="24933" y="10193"/>
                    <a:pt x="24897" y="11645"/>
                    <a:pt x="24849" y="13098"/>
                  </a:cubicBezTo>
                  <a:cubicBezTo>
                    <a:pt x="24837" y="13729"/>
                    <a:pt x="24575" y="15169"/>
                    <a:pt x="25361" y="15467"/>
                  </a:cubicBezTo>
                  <a:cubicBezTo>
                    <a:pt x="25622" y="15566"/>
                    <a:pt x="25950" y="15577"/>
                    <a:pt x="26272" y="15577"/>
                  </a:cubicBezTo>
                  <a:cubicBezTo>
                    <a:pt x="26365" y="15577"/>
                    <a:pt x="26458" y="15576"/>
                    <a:pt x="26548" y="15576"/>
                  </a:cubicBezTo>
                  <a:cubicBezTo>
                    <a:pt x="26674" y="15576"/>
                    <a:pt x="26796" y="15578"/>
                    <a:pt x="26909" y="15586"/>
                  </a:cubicBezTo>
                  <a:lnTo>
                    <a:pt x="27076" y="15586"/>
                  </a:lnTo>
                  <a:cubicBezTo>
                    <a:pt x="30600" y="15872"/>
                    <a:pt x="33434" y="17896"/>
                    <a:pt x="35303" y="20682"/>
                  </a:cubicBezTo>
                  <a:cubicBezTo>
                    <a:pt x="34969" y="20932"/>
                    <a:pt x="34660" y="21206"/>
                    <a:pt x="34374" y="21492"/>
                  </a:cubicBezTo>
                  <a:cubicBezTo>
                    <a:pt x="34354" y="21512"/>
                    <a:pt x="34368" y="21568"/>
                    <a:pt x="34403" y="21568"/>
                  </a:cubicBezTo>
                  <a:cubicBezTo>
                    <a:pt x="34409" y="21568"/>
                    <a:pt x="34415" y="21566"/>
                    <a:pt x="34422" y="21563"/>
                  </a:cubicBezTo>
                  <a:cubicBezTo>
                    <a:pt x="35696" y="21063"/>
                    <a:pt x="36898" y="20182"/>
                    <a:pt x="38053" y="19444"/>
                  </a:cubicBezTo>
                  <a:cubicBezTo>
                    <a:pt x="39244" y="18694"/>
                    <a:pt x="40411" y="17920"/>
                    <a:pt x="41589" y="17158"/>
                  </a:cubicBezTo>
                  <a:cubicBezTo>
                    <a:pt x="42851" y="16348"/>
                    <a:pt x="44102" y="15527"/>
                    <a:pt x="45352" y="14693"/>
                  </a:cubicBezTo>
                  <a:cubicBezTo>
                    <a:pt x="45947" y="14312"/>
                    <a:pt x="46530" y="13931"/>
                    <a:pt x="47114" y="13538"/>
                  </a:cubicBezTo>
                  <a:cubicBezTo>
                    <a:pt x="47300" y="13423"/>
                    <a:pt x="47506" y="13215"/>
                    <a:pt x="47727" y="13215"/>
                  </a:cubicBezTo>
                  <a:cubicBezTo>
                    <a:pt x="47803" y="13215"/>
                    <a:pt x="47880" y="13240"/>
                    <a:pt x="47959" y="13300"/>
                  </a:cubicBezTo>
                  <a:cubicBezTo>
                    <a:pt x="48221" y="13503"/>
                    <a:pt x="48352" y="14265"/>
                    <a:pt x="48209" y="14515"/>
                  </a:cubicBezTo>
                  <a:cubicBezTo>
                    <a:pt x="48090" y="14717"/>
                    <a:pt x="47626" y="14931"/>
                    <a:pt x="47435" y="15062"/>
                  </a:cubicBezTo>
                  <a:cubicBezTo>
                    <a:pt x="47173" y="15253"/>
                    <a:pt x="46911" y="15431"/>
                    <a:pt x="46650" y="15610"/>
                  </a:cubicBezTo>
                  <a:cubicBezTo>
                    <a:pt x="46114" y="15967"/>
                    <a:pt x="45578" y="16312"/>
                    <a:pt x="45042" y="16658"/>
                  </a:cubicBezTo>
                  <a:cubicBezTo>
                    <a:pt x="43887" y="17372"/>
                    <a:pt x="42709" y="18063"/>
                    <a:pt x="41518" y="18753"/>
                  </a:cubicBezTo>
                  <a:cubicBezTo>
                    <a:pt x="39303" y="20039"/>
                    <a:pt x="36970" y="21218"/>
                    <a:pt x="34993" y="22873"/>
                  </a:cubicBezTo>
                  <a:cubicBezTo>
                    <a:pt x="34873" y="22973"/>
                    <a:pt x="34990" y="23142"/>
                    <a:pt x="35122" y="23142"/>
                  </a:cubicBezTo>
                  <a:cubicBezTo>
                    <a:pt x="35147" y="23142"/>
                    <a:pt x="35172" y="23136"/>
                    <a:pt x="35196" y="23123"/>
                  </a:cubicBezTo>
                  <a:cubicBezTo>
                    <a:pt x="35577" y="22920"/>
                    <a:pt x="35946" y="22706"/>
                    <a:pt x="36327" y="22492"/>
                  </a:cubicBezTo>
                  <a:cubicBezTo>
                    <a:pt x="36470" y="22789"/>
                    <a:pt x="36601" y="23099"/>
                    <a:pt x="36720" y="23409"/>
                  </a:cubicBezTo>
                  <a:cubicBezTo>
                    <a:pt x="35708" y="23468"/>
                    <a:pt x="34731" y="23861"/>
                    <a:pt x="33957" y="24516"/>
                  </a:cubicBezTo>
                  <a:cubicBezTo>
                    <a:pt x="33529" y="24861"/>
                    <a:pt x="33148" y="25266"/>
                    <a:pt x="32826" y="25707"/>
                  </a:cubicBezTo>
                  <a:cubicBezTo>
                    <a:pt x="32564" y="26076"/>
                    <a:pt x="32481" y="26373"/>
                    <a:pt x="32005" y="26421"/>
                  </a:cubicBezTo>
                  <a:cubicBezTo>
                    <a:pt x="31959" y="26426"/>
                    <a:pt x="31913" y="26428"/>
                    <a:pt x="31869" y="26428"/>
                  </a:cubicBezTo>
                  <a:cubicBezTo>
                    <a:pt x="31458" y="26428"/>
                    <a:pt x="31129" y="26241"/>
                    <a:pt x="30731" y="26123"/>
                  </a:cubicBezTo>
                  <a:cubicBezTo>
                    <a:pt x="30015" y="25902"/>
                    <a:pt x="29249" y="25763"/>
                    <a:pt x="28489" y="25763"/>
                  </a:cubicBezTo>
                  <a:cubicBezTo>
                    <a:pt x="28023" y="25763"/>
                    <a:pt x="27559" y="25815"/>
                    <a:pt x="27111" y="25933"/>
                  </a:cubicBezTo>
                  <a:cubicBezTo>
                    <a:pt x="25873" y="26254"/>
                    <a:pt x="24885" y="27135"/>
                    <a:pt x="23885" y="27897"/>
                  </a:cubicBezTo>
                  <a:cubicBezTo>
                    <a:pt x="22918" y="27047"/>
                    <a:pt x="21643" y="26778"/>
                    <a:pt x="20373" y="26778"/>
                  </a:cubicBezTo>
                  <a:cubicBezTo>
                    <a:pt x="20345" y="26778"/>
                    <a:pt x="20317" y="26778"/>
                    <a:pt x="20289" y="26778"/>
                  </a:cubicBezTo>
                  <a:cubicBezTo>
                    <a:pt x="20016" y="26778"/>
                    <a:pt x="19735" y="26819"/>
                    <a:pt x="19459" y="26819"/>
                  </a:cubicBezTo>
                  <a:cubicBezTo>
                    <a:pt x="19267" y="26819"/>
                    <a:pt x="19077" y="26799"/>
                    <a:pt x="18896" y="26730"/>
                  </a:cubicBezTo>
                  <a:cubicBezTo>
                    <a:pt x="18527" y="26588"/>
                    <a:pt x="18586" y="26480"/>
                    <a:pt x="18575" y="26135"/>
                  </a:cubicBezTo>
                  <a:cubicBezTo>
                    <a:pt x="18575" y="25945"/>
                    <a:pt x="18586" y="25742"/>
                    <a:pt x="18575" y="25540"/>
                  </a:cubicBezTo>
                  <a:cubicBezTo>
                    <a:pt x="18491" y="24909"/>
                    <a:pt x="18241" y="24302"/>
                    <a:pt x="17848" y="23790"/>
                  </a:cubicBezTo>
                  <a:cubicBezTo>
                    <a:pt x="17051" y="22735"/>
                    <a:pt x="15864" y="22240"/>
                    <a:pt x="14664" y="22240"/>
                  </a:cubicBezTo>
                  <a:cubicBezTo>
                    <a:pt x="13642" y="22240"/>
                    <a:pt x="12610" y="22599"/>
                    <a:pt x="11800" y="23278"/>
                  </a:cubicBezTo>
                  <a:cubicBezTo>
                    <a:pt x="11919" y="23016"/>
                    <a:pt x="12050" y="22754"/>
                    <a:pt x="12205" y="22504"/>
                  </a:cubicBezTo>
                  <a:cubicBezTo>
                    <a:pt x="14372" y="18634"/>
                    <a:pt x="18146" y="16693"/>
                    <a:pt x="22385" y="15896"/>
                  </a:cubicBezTo>
                  <a:cubicBezTo>
                    <a:pt x="22897" y="15801"/>
                    <a:pt x="22551" y="14455"/>
                    <a:pt x="22575" y="14122"/>
                  </a:cubicBezTo>
                  <a:cubicBezTo>
                    <a:pt x="22623" y="13538"/>
                    <a:pt x="22647" y="12955"/>
                    <a:pt x="22658" y="12372"/>
                  </a:cubicBezTo>
                  <a:cubicBezTo>
                    <a:pt x="22706" y="11205"/>
                    <a:pt x="22718" y="10038"/>
                    <a:pt x="22730" y="8871"/>
                  </a:cubicBezTo>
                  <a:cubicBezTo>
                    <a:pt x="23480" y="8812"/>
                    <a:pt x="24218" y="8788"/>
                    <a:pt x="24968" y="8740"/>
                  </a:cubicBezTo>
                  <a:close/>
                  <a:moveTo>
                    <a:pt x="14599" y="22536"/>
                  </a:moveTo>
                  <a:cubicBezTo>
                    <a:pt x="14845" y="22536"/>
                    <a:pt x="15094" y="22560"/>
                    <a:pt x="15348" y="22611"/>
                  </a:cubicBezTo>
                  <a:cubicBezTo>
                    <a:pt x="16884" y="22897"/>
                    <a:pt x="18122" y="24313"/>
                    <a:pt x="18134" y="25873"/>
                  </a:cubicBezTo>
                  <a:cubicBezTo>
                    <a:pt x="18134" y="26290"/>
                    <a:pt x="18051" y="26766"/>
                    <a:pt x="18348" y="27100"/>
                  </a:cubicBezTo>
                  <a:cubicBezTo>
                    <a:pt x="18516" y="27298"/>
                    <a:pt x="18743" y="27351"/>
                    <a:pt x="18982" y="27351"/>
                  </a:cubicBezTo>
                  <a:cubicBezTo>
                    <a:pt x="19200" y="27351"/>
                    <a:pt x="19429" y="27307"/>
                    <a:pt x="19634" y="27290"/>
                  </a:cubicBezTo>
                  <a:cubicBezTo>
                    <a:pt x="19913" y="27263"/>
                    <a:pt x="20195" y="27247"/>
                    <a:pt x="20475" y="27247"/>
                  </a:cubicBezTo>
                  <a:cubicBezTo>
                    <a:pt x="21669" y="27247"/>
                    <a:pt x="22841" y="27536"/>
                    <a:pt x="23670" y="28481"/>
                  </a:cubicBezTo>
                  <a:cubicBezTo>
                    <a:pt x="23727" y="28538"/>
                    <a:pt x="23801" y="28565"/>
                    <a:pt x="23874" y="28565"/>
                  </a:cubicBezTo>
                  <a:cubicBezTo>
                    <a:pt x="23924" y="28565"/>
                    <a:pt x="23973" y="28552"/>
                    <a:pt x="24016" y="28528"/>
                  </a:cubicBezTo>
                  <a:cubicBezTo>
                    <a:pt x="25147" y="27742"/>
                    <a:pt x="26111" y="26695"/>
                    <a:pt x="27504" y="26385"/>
                  </a:cubicBezTo>
                  <a:cubicBezTo>
                    <a:pt x="27816" y="26316"/>
                    <a:pt x="28118" y="26286"/>
                    <a:pt x="28412" y="26286"/>
                  </a:cubicBezTo>
                  <a:cubicBezTo>
                    <a:pt x="29478" y="26286"/>
                    <a:pt x="30453" y="26678"/>
                    <a:pt x="31517" y="27004"/>
                  </a:cubicBezTo>
                  <a:cubicBezTo>
                    <a:pt x="31693" y="27057"/>
                    <a:pt x="31848" y="27081"/>
                    <a:pt x="31987" y="27081"/>
                  </a:cubicBezTo>
                  <a:cubicBezTo>
                    <a:pt x="32661" y="27081"/>
                    <a:pt x="32941" y="26511"/>
                    <a:pt x="33386" y="25909"/>
                  </a:cubicBezTo>
                  <a:cubicBezTo>
                    <a:pt x="34160" y="24849"/>
                    <a:pt x="35267" y="24028"/>
                    <a:pt x="36577" y="23873"/>
                  </a:cubicBezTo>
                  <a:lnTo>
                    <a:pt x="36577" y="23873"/>
                  </a:lnTo>
                  <a:cubicBezTo>
                    <a:pt x="36386" y="24087"/>
                    <a:pt x="36243" y="24313"/>
                    <a:pt x="36124" y="24564"/>
                  </a:cubicBezTo>
                  <a:cubicBezTo>
                    <a:pt x="35922" y="25016"/>
                    <a:pt x="35934" y="25826"/>
                    <a:pt x="35612" y="26135"/>
                  </a:cubicBezTo>
                  <a:cubicBezTo>
                    <a:pt x="35303" y="26445"/>
                    <a:pt x="34636" y="26469"/>
                    <a:pt x="34207" y="26659"/>
                  </a:cubicBezTo>
                  <a:cubicBezTo>
                    <a:pt x="33779" y="26849"/>
                    <a:pt x="33374" y="27100"/>
                    <a:pt x="33017" y="27409"/>
                  </a:cubicBezTo>
                  <a:cubicBezTo>
                    <a:pt x="32683" y="27707"/>
                    <a:pt x="32374" y="28052"/>
                    <a:pt x="32112" y="28421"/>
                  </a:cubicBezTo>
                  <a:cubicBezTo>
                    <a:pt x="31818" y="28806"/>
                    <a:pt x="31450" y="28903"/>
                    <a:pt x="31054" y="28903"/>
                  </a:cubicBezTo>
                  <a:cubicBezTo>
                    <a:pt x="30776" y="28903"/>
                    <a:pt x="30485" y="28855"/>
                    <a:pt x="30195" y="28826"/>
                  </a:cubicBezTo>
                  <a:cubicBezTo>
                    <a:pt x="29759" y="28776"/>
                    <a:pt x="29318" y="28752"/>
                    <a:pt x="28876" y="28752"/>
                  </a:cubicBezTo>
                  <a:cubicBezTo>
                    <a:pt x="28258" y="28752"/>
                    <a:pt x="27639" y="28800"/>
                    <a:pt x="27028" y="28897"/>
                  </a:cubicBezTo>
                  <a:cubicBezTo>
                    <a:pt x="26004" y="29052"/>
                    <a:pt x="25040" y="29457"/>
                    <a:pt x="24206" y="30064"/>
                  </a:cubicBezTo>
                  <a:cubicBezTo>
                    <a:pt x="23897" y="30302"/>
                    <a:pt x="23754" y="30457"/>
                    <a:pt x="23373" y="30469"/>
                  </a:cubicBezTo>
                  <a:cubicBezTo>
                    <a:pt x="23359" y="30469"/>
                    <a:pt x="23345" y="30470"/>
                    <a:pt x="23332" y="30470"/>
                  </a:cubicBezTo>
                  <a:cubicBezTo>
                    <a:pt x="22973" y="30470"/>
                    <a:pt x="22717" y="30321"/>
                    <a:pt x="22373" y="30195"/>
                  </a:cubicBezTo>
                  <a:cubicBezTo>
                    <a:pt x="21742" y="29993"/>
                    <a:pt x="21099" y="29838"/>
                    <a:pt x="20444" y="29755"/>
                  </a:cubicBezTo>
                  <a:cubicBezTo>
                    <a:pt x="19699" y="29666"/>
                    <a:pt x="18946" y="29623"/>
                    <a:pt x="18191" y="29623"/>
                  </a:cubicBezTo>
                  <a:cubicBezTo>
                    <a:pt x="17727" y="29623"/>
                    <a:pt x="17263" y="29640"/>
                    <a:pt x="16801" y="29671"/>
                  </a:cubicBezTo>
                  <a:cubicBezTo>
                    <a:pt x="16577" y="29685"/>
                    <a:pt x="16339" y="29709"/>
                    <a:pt x="16112" y="29709"/>
                  </a:cubicBezTo>
                  <a:cubicBezTo>
                    <a:pt x="15563" y="29709"/>
                    <a:pt x="15081" y="29568"/>
                    <a:pt x="15038" y="28802"/>
                  </a:cubicBezTo>
                  <a:cubicBezTo>
                    <a:pt x="15038" y="28350"/>
                    <a:pt x="15003" y="27885"/>
                    <a:pt x="14955" y="27421"/>
                  </a:cubicBezTo>
                  <a:cubicBezTo>
                    <a:pt x="14765" y="26254"/>
                    <a:pt x="14193" y="25183"/>
                    <a:pt x="13336" y="24373"/>
                  </a:cubicBezTo>
                  <a:cubicBezTo>
                    <a:pt x="12955" y="24012"/>
                    <a:pt x="12446" y="23718"/>
                    <a:pt x="11958" y="23718"/>
                  </a:cubicBezTo>
                  <a:cubicBezTo>
                    <a:pt x="11836" y="23718"/>
                    <a:pt x="11715" y="23737"/>
                    <a:pt x="11598" y="23778"/>
                  </a:cubicBezTo>
                  <a:cubicBezTo>
                    <a:pt x="11609" y="23742"/>
                    <a:pt x="11633" y="23694"/>
                    <a:pt x="11645" y="23647"/>
                  </a:cubicBezTo>
                  <a:cubicBezTo>
                    <a:pt x="12518" y="22997"/>
                    <a:pt x="13518" y="22536"/>
                    <a:pt x="14599" y="22536"/>
                  </a:cubicBezTo>
                  <a:close/>
                  <a:moveTo>
                    <a:pt x="11789" y="23902"/>
                  </a:moveTo>
                  <a:cubicBezTo>
                    <a:pt x="13058" y="23902"/>
                    <a:pt x="14052" y="25677"/>
                    <a:pt x="14395" y="26719"/>
                  </a:cubicBezTo>
                  <a:cubicBezTo>
                    <a:pt x="14562" y="27302"/>
                    <a:pt x="14646" y="27897"/>
                    <a:pt x="14646" y="28504"/>
                  </a:cubicBezTo>
                  <a:cubicBezTo>
                    <a:pt x="14646" y="28885"/>
                    <a:pt x="14622" y="29314"/>
                    <a:pt x="14836" y="29647"/>
                  </a:cubicBezTo>
                  <a:cubicBezTo>
                    <a:pt x="15096" y="30055"/>
                    <a:pt x="15544" y="30151"/>
                    <a:pt x="16010" y="30151"/>
                  </a:cubicBezTo>
                  <a:cubicBezTo>
                    <a:pt x="16376" y="30151"/>
                    <a:pt x="16754" y="30092"/>
                    <a:pt x="17062" y="30076"/>
                  </a:cubicBezTo>
                  <a:cubicBezTo>
                    <a:pt x="17545" y="30046"/>
                    <a:pt x="18032" y="30026"/>
                    <a:pt x="18519" y="30026"/>
                  </a:cubicBezTo>
                  <a:cubicBezTo>
                    <a:pt x="19390" y="30026"/>
                    <a:pt x="20263" y="30092"/>
                    <a:pt x="21111" y="30290"/>
                  </a:cubicBezTo>
                  <a:cubicBezTo>
                    <a:pt x="21742" y="30433"/>
                    <a:pt x="22289" y="30707"/>
                    <a:pt x="22897" y="30910"/>
                  </a:cubicBezTo>
                  <a:cubicBezTo>
                    <a:pt x="23097" y="30982"/>
                    <a:pt x="23266" y="31024"/>
                    <a:pt x="23434" y="31024"/>
                  </a:cubicBezTo>
                  <a:cubicBezTo>
                    <a:pt x="23596" y="31024"/>
                    <a:pt x="23757" y="30985"/>
                    <a:pt x="23944" y="30898"/>
                  </a:cubicBezTo>
                  <a:cubicBezTo>
                    <a:pt x="24397" y="30659"/>
                    <a:pt x="24742" y="30219"/>
                    <a:pt x="25183" y="29957"/>
                  </a:cubicBezTo>
                  <a:cubicBezTo>
                    <a:pt x="25718" y="29636"/>
                    <a:pt x="26302" y="29409"/>
                    <a:pt x="26909" y="29290"/>
                  </a:cubicBezTo>
                  <a:cubicBezTo>
                    <a:pt x="27456" y="29173"/>
                    <a:pt x="28006" y="29128"/>
                    <a:pt x="28556" y="29128"/>
                  </a:cubicBezTo>
                  <a:cubicBezTo>
                    <a:pt x="29238" y="29128"/>
                    <a:pt x="29921" y="29198"/>
                    <a:pt x="30600" y="29290"/>
                  </a:cubicBezTo>
                  <a:cubicBezTo>
                    <a:pt x="30813" y="29320"/>
                    <a:pt x="31006" y="29339"/>
                    <a:pt x="31184" y="29339"/>
                  </a:cubicBezTo>
                  <a:cubicBezTo>
                    <a:pt x="31711" y="29339"/>
                    <a:pt x="32104" y="29175"/>
                    <a:pt x="32505" y="28659"/>
                  </a:cubicBezTo>
                  <a:cubicBezTo>
                    <a:pt x="32969" y="28064"/>
                    <a:pt x="33445" y="27564"/>
                    <a:pt x="34112" y="27195"/>
                  </a:cubicBezTo>
                  <a:cubicBezTo>
                    <a:pt x="34636" y="26909"/>
                    <a:pt x="35243" y="26885"/>
                    <a:pt x="35755" y="26623"/>
                  </a:cubicBezTo>
                  <a:cubicBezTo>
                    <a:pt x="36089" y="26457"/>
                    <a:pt x="36160" y="26171"/>
                    <a:pt x="36232" y="25826"/>
                  </a:cubicBezTo>
                  <a:cubicBezTo>
                    <a:pt x="36386" y="25159"/>
                    <a:pt x="36505" y="24540"/>
                    <a:pt x="36946" y="24016"/>
                  </a:cubicBezTo>
                  <a:cubicBezTo>
                    <a:pt x="37398" y="25326"/>
                    <a:pt x="37672" y="26683"/>
                    <a:pt x="37744" y="28064"/>
                  </a:cubicBezTo>
                  <a:cubicBezTo>
                    <a:pt x="37827" y="29790"/>
                    <a:pt x="37660" y="31517"/>
                    <a:pt x="37255" y="33196"/>
                  </a:cubicBezTo>
                  <a:cubicBezTo>
                    <a:pt x="37160" y="33600"/>
                    <a:pt x="37053" y="34017"/>
                    <a:pt x="36934" y="34410"/>
                  </a:cubicBezTo>
                  <a:cubicBezTo>
                    <a:pt x="36839" y="34720"/>
                    <a:pt x="36755" y="35386"/>
                    <a:pt x="36541" y="35648"/>
                  </a:cubicBezTo>
                  <a:cubicBezTo>
                    <a:pt x="36260" y="35974"/>
                    <a:pt x="35660" y="36050"/>
                    <a:pt x="35050" y="36050"/>
                  </a:cubicBezTo>
                  <a:cubicBezTo>
                    <a:pt x="34523" y="36050"/>
                    <a:pt x="33990" y="35993"/>
                    <a:pt x="33648" y="35993"/>
                  </a:cubicBezTo>
                  <a:lnTo>
                    <a:pt x="22873" y="36065"/>
                  </a:lnTo>
                  <a:cubicBezTo>
                    <a:pt x="20872" y="36089"/>
                    <a:pt x="18884" y="36089"/>
                    <a:pt x="16884" y="36124"/>
                  </a:cubicBezTo>
                  <a:cubicBezTo>
                    <a:pt x="15848" y="36136"/>
                    <a:pt x="14800" y="36160"/>
                    <a:pt x="13764" y="36184"/>
                  </a:cubicBezTo>
                  <a:cubicBezTo>
                    <a:pt x="13494" y="36190"/>
                    <a:pt x="12920" y="36254"/>
                    <a:pt x="12333" y="36254"/>
                  </a:cubicBezTo>
                  <a:cubicBezTo>
                    <a:pt x="11733" y="36254"/>
                    <a:pt x="11119" y="36187"/>
                    <a:pt x="10800" y="35922"/>
                  </a:cubicBezTo>
                  <a:cubicBezTo>
                    <a:pt x="10502" y="33577"/>
                    <a:pt x="10157" y="31291"/>
                    <a:pt x="10335" y="28921"/>
                  </a:cubicBezTo>
                  <a:cubicBezTo>
                    <a:pt x="10466" y="27207"/>
                    <a:pt x="10859" y="25528"/>
                    <a:pt x="11502" y="23932"/>
                  </a:cubicBezTo>
                  <a:cubicBezTo>
                    <a:pt x="11599" y="23912"/>
                    <a:pt x="11695" y="23902"/>
                    <a:pt x="11789" y="23902"/>
                  </a:cubicBezTo>
                  <a:close/>
                  <a:moveTo>
                    <a:pt x="22861" y="37863"/>
                  </a:moveTo>
                  <a:cubicBezTo>
                    <a:pt x="23158" y="38268"/>
                    <a:pt x="23468" y="38649"/>
                    <a:pt x="23813" y="38994"/>
                  </a:cubicBezTo>
                  <a:cubicBezTo>
                    <a:pt x="23848" y="39029"/>
                    <a:pt x="23890" y="39045"/>
                    <a:pt x="23930" y="39045"/>
                  </a:cubicBezTo>
                  <a:cubicBezTo>
                    <a:pt x="23999" y="39045"/>
                    <a:pt x="24065" y="38998"/>
                    <a:pt x="24087" y="38922"/>
                  </a:cubicBezTo>
                  <a:cubicBezTo>
                    <a:pt x="24147" y="38625"/>
                    <a:pt x="24159" y="38315"/>
                    <a:pt x="24147" y="38006"/>
                  </a:cubicBezTo>
                  <a:lnTo>
                    <a:pt x="24147" y="38006"/>
                  </a:lnTo>
                  <a:cubicBezTo>
                    <a:pt x="24504" y="38399"/>
                    <a:pt x="24611" y="38851"/>
                    <a:pt x="24873" y="39375"/>
                  </a:cubicBezTo>
                  <a:cubicBezTo>
                    <a:pt x="24951" y="39530"/>
                    <a:pt x="25049" y="39675"/>
                    <a:pt x="25245" y="39675"/>
                  </a:cubicBezTo>
                  <a:cubicBezTo>
                    <a:pt x="25259" y="39675"/>
                    <a:pt x="25274" y="39674"/>
                    <a:pt x="25290" y="39673"/>
                  </a:cubicBezTo>
                  <a:cubicBezTo>
                    <a:pt x="25718" y="39625"/>
                    <a:pt x="25921" y="38827"/>
                    <a:pt x="26028" y="38256"/>
                  </a:cubicBezTo>
                  <a:cubicBezTo>
                    <a:pt x="26326" y="38720"/>
                    <a:pt x="26540" y="39232"/>
                    <a:pt x="26659" y="39768"/>
                  </a:cubicBezTo>
                  <a:cubicBezTo>
                    <a:pt x="26689" y="39852"/>
                    <a:pt x="26769" y="39901"/>
                    <a:pt x="26847" y="39901"/>
                  </a:cubicBezTo>
                  <a:cubicBezTo>
                    <a:pt x="26891" y="39901"/>
                    <a:pt x="26934" y="39885"/>
                    <a:pt x="26968" y="39851"/>
                  </a:cubicBezTo>
                  <a:cubicBezTo>
                    <a:pt x="27469" y="39351"/>
                    <a:pt x="27826" y="38732"/>
                    <a:pt x="28028" y="38053"/>
                  </a:cubicBezTo>
                  <a:cubicBezTo>
                    <a:pt x="28707" y="38899"/>
                    <a:pt x="28957" y="39994"/>
                    <a:pt x="28719" y="41054"/>
                  </a:cubicBezTo>
                  <a:cubicBezTo>
                    <a:pt x="28707" y="41066"/>
                    <a:pt x="28707" y="41089"/>
                    <a:pt x="28707" y="41113"/>
                  </a:cubicBezTo>
                  <a:cubicBezTo>
                    <a:pt x="28374" y="41111"/>
                    <a:pt x="28041" y="41109"/>
                    <a:pt x="27708" y="41109"/>
                  </a:cubicBezTo>
                  <a:cubicBezTo>
                    <a:pt x="26433" y="41109"/>
                    <a:pt x="25157" y="41130"/>
                    <a:pt x="23873" y="41197"/>
                  </a:cubicBezTo>
                  <a:cubicBezTo>
                    <a:pt x="23099" y="41232"/>
                    <a:pt x="22313" y="41292"/>
                    <a:pt x="21539" y="41339"/>
                  </a:cubicBezTo>
                  <a:lnTo>
                    <a:pt x="21170" y="41363"/>
                  </a:lnTo>
                  <a:cubicBezTo>
                    <a:pt x="20063" y="40339"/>
                    <a:pt x="20611" y="39292"/>
                    <a:pt x="21396" y="38303"/>
                  </a:cubicBezTo>
                  <a:lnTo>
                    <a:pt x="21408" y="38303"/>
                  </a:lnTo>
                  <a:cubicBezTo>
                    <a:pt x="21587" y="38720"/>
                    <a:pt x="21885" y="39089"/>
                    <a:pt x="22266" y="39351"/>
                  </a:cubicBezTo>
                  <a:cubicBezTo>
                    <a:pt x="22292" y="39366"/>
                    <a:pt x="22320" y="39372"/>
                    <a:pt x="22347" y="39372"/>
                  </a:cubicBezTo>
                  <a:cubicBezTo>
                    <a:pt x="22429" y="39372"/>
                    <a:pt x="22504" y="39310"/>
                    <a:pt x="22504" y="39220"/>
                  </a:cubicBezTo>
                  <a:cubicBezTo>
                    <a:pt x="22492" y="38744"/>
                    <a:pt x="22611" y="38279"/>
                    <a:pt x="22861" y="37863"/>
                  </a:cubicBezTo>
                  <a:close/>
                  <a:moveTo>
                    <a:pt x="28337" y="41574"/>
                  </a:moveTo>
                  <a:cubicBezTo>
                    <a:pt x="29138" y="41574"/>
                    <a:pt x="30079" y="41654"/>
                    <a:pt x="30207" y="42089"/>
                  </a:cubicBezTo>
                  <a:cubicBezTo>
                    <a:pt x="26564" y="42101"/>
                    <a:pt x="22920" y="42256"/>
                    <a:pt x="19289" y="42363"/>
                  </a:cubicBezTo>
                  <a:lnTo>
                    <a:pt x="19301" y="42351"/>
                  </a:lnTo>
                  <a:cubicBezTo>
                    <a:pt x="19539" y="41697"/>
                    <a:pt x="21277" y="41768"/>
                    <a:pt x="21837" y="41732"/>
                  </a:cubicBezTo>
                  <a:cubicBezTo>
                    <a:pt x="22766" y="41661"/>
                    <a:pt x="23694" y="41625"/>
                    <a:pt x="24623" y="41613"/>
                  </a:cubicBezTo>
                  <a:cubicBezTo>
                    <a:pt x="25139" y="41599"/>
                    <a:pt x="25655" y="41593"/>
                    <a:pt x="26171" y="41593"/>
                  </a:cubicBezTo>
                  <a:cubicBezTo>
                    <a:pt x="26536" y="41593"/>
                    <a:pt x="26901" y="41596"/>
                    <a:pt x="27266" y="41601"/>
                  </a:cubicBezTo>
                  <a:cubicBezTo>
                    <a:pt x="27447" y="41601"/>
                    <a:pt x="27868" y="41574"/>
                    <a:pt x="28337" y="41574"/>
                  </a:cubicBezTo>
                  <a:close/>
                  <a:moveTo>
                    <a:pt x="21134" y="7180"/>
                  </a:moveTo>
                  <a:lnTo>
                    <a:pt x="21134" y="7180"/>
                  </a:lnTo>
                  <a:cubicBezTo>
                    <a:pt x="21123" y="7454"/>
                    <a:pt x="21158" y="7740"/>
                    <a:pt x="21230" y="8002"/>
                  </a:cubicBezTo>
                  <a:cubicBezTo>
                    <a:pt x="15836" y="8740"/>
                    <a:pt x="11371" y="13384"/>
                    <a:pt x="8585" y="17777"/>
                  </a:cubicBezTo>
                  <a:cubicBezTo>
                    <a:pt x="5513" y="22647"/>
                    <a:pt x="4001" y="28552"/>
                    <a:pt x="5275" y="34243"/>
                  </a:cubicBezTo>
                  <a:cubicBezTo>
                    <a:pt x="5716" y="36220"/>
                    <a:pt x="6490" y="38125"/>
                    <a:pt x="7561" y="39851"/>
                  </a:cubicBezTo>
                  <a:cubicBezTo>
                    <a:pt x="8085" y="40708"/>
                    <a:pt x="8692" y="41506"/>
                    <a:pt x="9371" y="42244"/>
                  </a:cubicBezTo>
                  <a:cubicBezTo>
                    <a:pt x="10065" y="42993"/>
                    <a:pt x="10891" y="43160"/>
                    <a:pt x="11808" y="43160"/>
                  </a:cubicBezTo>
                  <a:cubicBezTo>
                    <a:pt x="12087" y="43160"/>
                    <a:pt x="12374" y="43145"/>
                    <a:pt x="12669" y="43125"/>
                  </a:cubicBezTo>
                  <a:cubicBezTo>
                    <a:pt x="14124" y="43026"/>
                    <a:pt x="15578" y="42996"/>
                    <a:pt x="17033" y="42996"/>
                  </a:cubicBezTo>
                  <a:cubicBezTo>
                    <a:pt x="17852" y="42996"/>
                    <a:pt x="18672" y="43005"/>
                    <a:pt x="19491" y="43018"/>
                  </a:cubicBezTo>
                  <a:cubicBezTo>
                    <a:pt x="19724" y="43022"/>
                    <a:pt x="19957" y="43024"/>
                    <a:pt x="20191" y="43024"/>
                  </a:cubicBezTo>
                  <a:cubicBezTo>
                    <a:pt x="22098" y="43024"/>
                    <a:pt x="24035" y="42906"/>
                    <a:pt x="25945" y="42863"/>
                  </a:cubicBezTo>
                  <a:cubicBezTo>
                    <a:pt x="27477" y="42832"/>
                    <a:pt x="29010" y="42811"/>
                    <a:pt x="30542" y="42811"/>
                  </a:cubicBezTo>
                  <a:cubicBezTo>
                    <a:pt x="31962" y="42811"/>
                    <a:pt x="33383" y="42829"/>
                    <a:pt x="34803" y="42875"/>
                  </a:cubicBezTo>
                  <a:cubicBezTo>
                    <a:pt x="36279" y="42923"/>
                    <a:pt x="37744" y="43006"/>
                    <a:pt x="39220" y="43137"/>
                  </a:cubicBezTo>
                  <a:cubicBezTo>
                    <a:pt x="39934" y="43197"/>
                    <a:pt x="40768" y="43232"/>
                    <a:pt x="41375" y="43661"/>
                  </a:cubicBezTo>
                  <a:cubicBezTo>
                    <a:pt x="42089" y="44173"/>
                    <a:pt x="42173" y="45149"/>
                    <a:pt x="41863" y="45911"/>
                  </a:cubicBezTo>
                  <a:cubicBezTo>
                    <a:pt x="41602" y="46564"/>
                    <a:pt x="41089" y="46709"/>
                    <a:pt x="40508" y="46709"/>
                  </a:cubicBezTo>
                  <a:cubicBezTo>
                    <a:pt x="40135" y="46709"/>
                    <a:pt x="39733" y="46649"/>
                    <a:pt x="39351" y="46626"/>
                  </a:cubicBezTo>
                  <a:cubicBezTo>
                    <a:pt x="38065" y="46554"/>
                    <a:pt x="36779" y="46507"/>
                    <a:pt x="35481" y="46471"/>
                  </a:cubicBezTo>
                  <a:cubicBezTo>
                    <a:pt x="33874" y="46434"/>
                    <a:pt x="32262" y="46415"/>
                    <a:pt x="30648" y="46415"/>
                  </a:cubicBezTo>
                  <a:cubicBezTo>
                    <a:pt x="29680" y="46415"/>
                    <a:pt x="28711" y="46422"/>
                    <a:pt x="27742" y="46435"/>
                  </a:cubicBezTo>
                  <a:cubicBezTo>
                    <a:pt x="22623" y="46495"/>
                    <a:pt x="17515" y="46697"/>
                    <a:pt x="12395" y="46697"/>
                  </a:cubicBezTo>
                  <a:cubicBezTo>
                    <a:pt x="12237" y="46698"/>
                    <a:pt x="12079" y="46698"/>
                    <a:pt x="11921" y="46698"/>
                  </a:cubicBezTo>
                  <a:cubicBezTo>
                    <a:pt x="9353" y="46698"/>
                    <a:pt x="6784" y="46611"/>
                    <a:pt x="4216" y="46566"/>
                  </a:cubicBezTo>
                  <a:cubicBezTo>
                    <a:pt x="4156" y="46566"/>
                    <a:pt x="4108" y="46554"/>
                    <a:pt x="4061" y="46530"/>
                  </a:cubicBezTo>
                  <a:cubicBezTo>
                    <a:pt x="3989" y="46483"/>
                    <a:pt x="3989" y="46388"/>
                    <a:pt x="3989" y="46304"/>
                  </a:cubicBezTo>
                  <a:lnTo>
                    <a:pt x="3978" y="46304"/>
                  </a:lnTo>
                  <a:cubicBezTo>
                    <a:pt x="3966" y="45566"/>
                    <a:pt x="3632" y="44876"/>
                    <a:pt x="3239" y="44244"/>
                  </a:cubicBezTo>
                  <a:cubicBezTo>
                    <a:pt x="2751" y="43459"/>
                    <a:pt x="2227" y="42732"/>
                    <a:pt x="1858" y="41863"/>
                  </a:cubicBezTo>
                  <a:cubicBezTo>
                    <a:pt x="1549" y="41101"/>
                    <a:pt x="1287" y="40315"/>
                    <a:pt x="1108" y="39518"/>
                  </a:cubicBezTo>
                  <a:cubicBezTo>
                    <a:pt x="739" y="37982"/>
                    <a:pt x="584" y="36410"/>
                    <a:pt x="632" y="34827"/>
                  </a:cubicBezTo>
                  <a:cubicBezTo>
                    <a:pt x="703" y="31576"/>
                    <a:pt x="1489" y="28362"/>
                    <a:pt x="2549" y="25290"/>
                  </a:cubicBezTo>
                  <a:cubicBezTo>
                    <a:pt x="4489" y="19670"/>
                    <a:pt x="7788" y="14348"/>
                    <a:pt x="12705" y="10871"/>
                  </a:cubicBezTo>
                  <a:cubicBezTo>
                    <a:pt x="13967" y="9978"/>
                    <a:pt x="15312" y="9228"/>
                    <a:pt x="16717" y="8609"/>
                  </a:cubicBezTo>
                  <a:cubicBezTo>
                    <a:pt x="18146" y="7990"/>
                    <a:pt x="19658" y="7657"/>
                    <a:pt x="21134" y="7180"/>
                  </a:cubicBezTo>
                  <a:close/>
                  <a:moveTo>
                    <a:pt x="28027" y="47049"/>
                  </a:moveTo>
                  <a:cubicBezTo>
                    <a:pt x="31308" y="47049"/>
                    <a:pt x="34587" y="47118"/>
                    <a:pt x="37863" y="47316"/>
                  </a:cubicBezTo>
                  <a:cubicBezTo>
                    <a:pt x="38624" y="47360"/>
                    <a:pt x="39524" y="47530"/>
                    <a:pt x="40382" y="47530"/>
                  </a:cubicBezTo>
                  <a:cubicBezTo>
                    <a:pt x="40919" y="47530"/>
                    <a:pt x="41440" y="47463"/>
                    <a:pt x="41899" y="47257"/>
                  </a:cubicBezTo>
                  <a:cubicBezTo>
                    <a:pt x="41947" y="47233"/>
                    <a:pt x="41994" y="47209"/>
                    <a:pt x="42042" y="47173"/>
                  </a:cubicBezTo>
                  <a:cubicBezTo>
                    <a:pt x="42078" y="47221"/>
                    <a:pt x="42137" y="47257"/>
                    <a:pt x="42197" y="47281"/>
                  </a:cubicBezTo>
                  <a:cubicBezTo>
                    <a:pt x="42732" y="47507"/>
                    <a:pt x="42589" y="48316"/>
                    <a:pt x="42292" y="48662"/>
                  </a:cubicBezTo>
                  <a:cubicBezTo>
                    <a:pt x="41827" y="49186"/>
                    <a:pt x="40946" y="49257"/>
                    <a:pt x="40303" y="49317"/>
                  </a:cubicBezTo>
                  <a:cubicBezTo>
                    <a:pt x="38863" y="49459"/>
                    <a:pt x="37422" y="49531"/>
                    <a:pt x="35982" y="49602"/>
                  </a:cubicBezTo>
                  <a:cubicBezTo>
                    <a:pt x="33398" y="49718"/>
                    <a:pt x="30806" y="49759"/>
                    <a:pt x="28212" y="49759"/>
                  </a:cubicBezTo>
                  <a:cubicBezTo>
                    <a:pt x="27865" y="49759"/>
                    <a:pt x="27518" y="49758"/>
                    <a:pt x="27171" y="49757"/>
                  </a:cubicBezTo>
                  <a:cubicBezTo>
                    <a:pt x="21361" y="49721"/>
                    <a:pt x="15527" y="49638"/>
                    <a:pt x="9716" y="49459"/>
                  </a:cubicBezTo>
                  <a:cubicBezTo>
                    <a:pt x="8085" y="49412"/>
                    <a:pt x="6442" y="49364"/>
                    <a:pt x="4811" y="49317"/>
                  </a:cubicBezTo>
                  <a:cubicBezTo>
                    <a:pt x="4780" y="49315"/>
                    <a:pt x="4747" y="49315"/>
                    <a:pt x="4710" y="49315"/>
                  </a:cubicBezTo>
                  <a:cubicBezTo>
                    <a:pt x="4515" y="49315"/>
                    <a:pt x="4244" y="49330"/>
                    <a:pt x="3959" y="49330"/>
                  </a:cubicBezTo>
                  <a:cubicBezTo>
                    <a:pt x="3295" y="49330"/>
                    <a:pt x="2557" y="49246"/>
                    <a:pt x="2525" y="48686"/>
                  </a:cubicBezTo>
                  <a:cubicBezTo>
                    <a:pt x="2477" y="47924"/>
                    <a:pt x="3275" y="47554"/>
                    <a:pt x="3930" y="47292"/>
                  </a:cubicBezTo>
                  <a:cubicBezTo>
                    <a:pt x="5493" y="47349"/>
                    <a:pt x="7057" y="47371"/>
                    <a:pt x="8623" y="47371"/>
                  </a:cubicBezTo>
                  <a:cubicBezTo>
                    <a:pt x="12663" y="47371"/>
                    <a:pt x="16708" y="47224"/>
                    <a:pt x="20742" y="47138"/>
                  </a:cubicBezTo>
                  <a:lnTo>
                    <a:pt x="20730" y="47138"/>
                  </a:lnTo>
                  <a:cubicBezTo>
                    <a:pt x="23162" y="47087"/>
                    <a:pt x="25595" y="47049"/>
                    <a:pt x="28027" y="47049"/>
                  </a:cubicBezTo>
                  <a:close/>
                  <a:moveTo>
                    <a:pt x="21599" y="1"/>
                  </a:moveTo>
                  <a:cubicBezTo>
                    <a:pt x="21432" y="1"/>
                    <a:pt x="21301" y="168"/>
                    <a:pt x="21349" y="322"/>
                  </a:cubicBezTo>
                  <a:cubicBezTo>
                    <a:pt x="21539" y="1144"/>
                    <a:pt x="21694" y="2073"/>
                    <a:pt x="22111" y="2811"/>
                  </a:cubicBezTo>
                  <a:cubicBezTo>
                    <a:pt x="21420" y="2930"/>
                    <a:pt x="20646" y="3335"/>
                    <a:pt x="20813" y="4168"/>
                  </a:cubicBezTo>
                  <a:cubicBezTo>
                    <a:pt x="20872" y="4442"/>
                    <a:pt x="21039" y="4668"/>
                    <a:pt x="21265" y="4823"/>
                  </a:cubicBezTo>
                  <a:cubicBezTo>
                    <a:pt x="21444" y="4954"/>
                    <a:pt x="21658" y="5025"/>
                    <a:pt x="21825" y="5180"/>
                  </a:cubicBezTo>
                  <a:cubicBezTo>
                    <a:pt x="22182" y="5478"/>
                    <a:pt x="22182" y="5859"/>
                    <a:pt x="22182" y="6299"/>
                  </a:cubicBezTo>
                  <a:lnTo>
                    <a:pt x="22182" y="6597"/>
                  </a:lnTo>
                  <a:cubicBezTo>
                    <a:pt x="22152" y="6595"/>
                    <a:pt x="22122" y="6595"/>
                    <a:pt x="22091" y="6595"/>
                  </a:cubicBezTo>
                  <a:cubicBezTo>
                    <a:pt x="21884" y="6595"/>
                    <a:pt x="21677" y="6630"/>
                    <a:pt x="21480" y="6692"/>
                  </a:cubicBezTo>
                  <a:cubicBezTo>
                    <a:pt x="21325" y="6752"/>
                    <a:pt x="21206" y="6883"/>
                    <a:pt x="21170" y="7038"/>
                  </a:cubicBezTo>
                  <a:cubicBezTo>
                    <a:pt x="21137" y="7037"/>
                    <a:pt x="21104" y="7037"/>
                    <a:pt x="21072" y="7037"/>
                  </a:cubicBezTo>
                  <a:cubicBezTo>
                    <a:pt x="18314" y="7037"/>
                    <a:pt x="15393" y="8508"/>
                    <a:pt x="13157" y="9966"/>
                  </a:cubicBezTo>
                  <a:cubicBezTo>
                    <a:pt x="10657" y="11633"/>
                    <a:pt x="8466" y="13741"/>
                    <a:pt x="6704" y="16182"/>
                  </a:cubicBezTo>
                  <a:cubicBezTo>
                    <a:pt x="4811" y="18777"/>
                    <a:pt x="3370" y="21682"/>
                    <a:pt x="2263" y="24683"/>
                  </a:cubicBezTo>
                  <a:cubicBezTo>
                    <a:pt x="1072" y="27885"/>
                    <a:pt x="179" y="31267"/>
                    <a:pt x="60" y="34672"/>
                  </a:cubicBezTo>
                  <a:cubicBezTo>
                    <a:pt x="1" y="36482"/>
                    <a:pt x="191" y="38291"/>
                    <a:pt x="644" y="40042"/>
                  </a:cubicBezTo>
                  <a:cubicBezTo>
                    <a:pt x="882" y="40923"/>
                    <a:pt x="1191" y="41780"/>
                    <a:pt x="1561" y="42601"/>
                  </a:cubicBezTo>
                  <a:cubicBezTo>
                    <a:pt x="1858" y="43232"/>
                    <a:pt x="2156" y="43875"/>
                    <a:pt x="2680" y="44340"/>
                  </a:cubicBezTo>
                  <a:cubicBezTo>
                    <a:pt x="3168" y="45054"/>
                    <a:pt x="3370" y="45935"/>
                    <a:pt x="3251" y="46792"/>
                  </a:cubicBezTo>
                  <a:cubicBezTo>
                    <a:pt x="3239" y="46900"/>
                    <a:pt x="3251" y="47007"/>
                    <a:pt x="3311" y="47090"/>
                  </a:cubicBezTo>
                  <a:cubicBezTo>
                    <a:pt x="2632" y="47304"/>
                    <a:pt x="2025" y="47709"/>
                    <a:pt x="1930" y="48495"/>
                  </a:cubicBezTo>
                  <a:cubicBezTo>
                    <a:pt x="1734" y="49900"/>
                    <a:pt x="3032" y="49960"/>
                    <a:pt x="4066" y="49960"/>
                  </a:cubicBezTo>
                  <a:cubicBezTo>
                    <a:pt x="4163" y="49960"/>
                    <a:pt x="4256" y="49959"/>
                    <a:pt x="4347" y="49959"/>
                  </a:cubicBezTo>
                  <a:cubicBezTo>
                    <a:pt x="8121" y="49995"/>
                    <a:pt x="11895" y="50031"/>
                    <a:pt x="15681" y="50114"/>
                  </a:cubicBezTo>
                  <a:cubicBezTo>
                    <a:pt x="20380" y="50225"/>
                    <a:pt x="25093" y="50390"/>
                    <a:pt x="29802" y="50390"/>
                  </a:cubicBezTo>
                  <a:cubicBezTo>
                    <a:pt x="32706" y="50390"/>
                    <a:pt x="35608" y="50327"/>
                    <a:pt x="38506" y="50150"/>
                  </a:cubicBezTo>
                  <a:cubicBezTo>
                    <a:pt x="39851" y="50067"/>
                    <a:pt x="41970" y="50245"/>
                    <a:pt x="42935" y="49067"/>
                  </a:cubicBezTo>
                  <a:cubicBezTo>
                    <a:pt x="43542" y="48305"/>
                    <a:pt x="43423" y="47126"/>
                    <a:pt x="42589" y="46661"/>
                  </a:cubicBezTo>
                  <a:cubicBezTo>
                    <a:pt x="42816" y="46328"/>
                    <a:pt x="42899" y="45923"/>
                    <a:pt x="42792" y="45530"/>
                  </a:cubicBezTo>
                  <a:cubicBezTo>
                    <a:pt x="43197" y="43899"/>
                    <a:pt x="41732" y="42697"/>
                    <a:pt x="40208" y="42470"/>
                  </a:cubicBezTo>
                  <a:cubicBezTo>
                    <a:pt x="37851" y="42125"/>
                    <a:pt x="35410" y="42113"/>
                    <a:pt x="33029" y="42066"/>
                  </a:cubicBezTo>
                  <a:cubicBezTo>
                    <a:pt x="32291" y="42054"/>
                    <a:pt x="31552" y="42054"/>
                    <a:pt x="30814" y="42054"/>
                  </a:cubicBezTo>
                  <a:cubicBezTo>
                    <a:pt x="30743" y="41256"/>
                    <a:pt x="29945" y="41125"/>
                    <a:pt x="29231" y="41089"/>
                  </a:cubicBezTo>
                  <a:cubicBezTo>
                    <a:pt x="29421" y="39756"/>
                    <a:pt x="28993" y="38541"/>
                    <a:pt x="28088" y="37541"/>
                  </a:cubicBezTo>
                  <a:cubicBezTo>
                    <a:pt x="28053" y="37507"/>
                    <a:pt x="28010" y="37491"/>
                    <a:pt x="27966" y="37491"/>
                  </a:cubicBezTo>
                  <a:cubicBezTo>
                    <a:pt x="27889" y="37491"/>
                    <a:pt x="27813" y="37541"/>
                    <a:pt x="27790" y="37625"/>
                  </a:cubicBezTo>
                  <a:cubicBezTo>
                    <a:pt x="27635" y="38256"/>
                    <a:pt x="27338" y="38851"/>
                    <a:pt x="26909" y="39339"/>
                  </a:cubicBezTo>
                  <a:cubicBezTo>
                    <a:pt x="26695" y="38756"/>
                    <a:pt x="26409" y="38196"/>
                    <a:pt x="26052" y="37684"/>
                  </a:cubicBezTo>
                  <a:cubicBezTo>
                    <a:pt x="26015" y="37625"/>
                    <a:pt x="25957" y="37599"/>
                    <a:pt x="25898" y="37599"/>
                  </a:cubicBezTo>
                  <a:cubicBezTo>
                    <a:pt x="25802" y="37599"/>
                    <a:pt x="25706" y="37669"/>
                    <a:pt x="25706" y="37779"/>
                  </a:cubicBezTo>
                  <a:cubicBezTo>
                    <a:pt x="25683" y="37898"/>
                    <a:pt x="25482" y="39232"/>
                    <a:pt x="25280" y="39232"/>
                  </a:cubicBezTo>
                  <a:cubicBezTo>
                    <a:pt x="25280" y="39232"/>
                    <a:pt x="25279" y="39232"/>
                    <a:pt x="25278" y="39232"/>
                  </a:cubicBezTo>
                  <a:cubicBezTo>
                    <a:pt x="25099" y="39220"/>
                    <a:pt x="25016" y="38732"/>
                    <a:pt x="24980" y="38625"/>
                  </a:cubicBezTo>
                  <a:cubicBezTo>
                    <a:pt x="24778" y="38149"/>
                    <a:pt x="24456" y="37720"/>
                    <a:pt x="24040" y="37410"/>
                  </a:cubicBezTo>
                  <a:cubicBezTo>
                    <a:pt x="24004" y="37387"/>
                    <a:pt x="23956" y="37363"/>
                    <a:pt x="23897" y="37363"/>
                  </a:cubicBezTo>
                  <a:cubicBezTo>
                    <a:pt x="23801" y="37363"/>
                    <a:pt x="23718" y="37422"/>
                    <a:pt x="23730" y="37541"/>
                  </a:cubicBezTo>
                  <a:cubicBezTo>
                    <a:pt x="23766" y="37863"/>
                    <a:pt x="23790" y="38172"/>
                    <a:pt x="23778" y="38494"/>
                  </a:cubicBezTo>
                  <a:cubicBezTo>
                    <a:pt x="23480" y="38208"/>
                    <a:pt x="23206" y="37887"/>
                    <a:pt x="22968" y="37541"/>
                  </a:cubicBezTo>
                  <a:cubicBezTo>
                    <a:pt x="22947" y="37492"/>
                    <a:pt x="22900" y="37463"/>
                    <a:pt x="22851" y="37463"/>
                  </a:cubicBezTo>
                  <a:cubicBezTo>
                    <a:pt x="22818" y="37463"/>
                    <a:pt x="22783" y="37477"/>
                    <a:pt x="22754" y="37506"/>
                  </a:cubicBezTo>
                  <a:cubicBezTo>
                    <a:pt x="22432" y="37898"/>
                    <a:pt x="22242" y="38375"/>
                    <a:pt x="22194" y="38875"/>
                  </a:cubicBezTo>
                  <a:cubicBezTo>
                    <a:pt x="21908" y="38625"/>
                    <a:pt x="21706" y="38279"/>
                    <a:pt x="21634" y="37898"/>
                  </a:cubicBezTo>
                  <a:cubicBezTo>
                    <a:pt x="21604" y="37815"/>
                    <a:pt x="21530" y="37770"/>
                    <a:pt x="21456" y="37770"/>
                  </a:cubicBezTo>
                  <a:cubicBezTo>
                    <a:pt x="21414" y="37770"/>
                    <a:pt x="21371" y="37785"/>
                    <a:pt x="21337" y="37815"/>
                  </a:cubicBezTo>
                  <a:cubicBezTo>
                    <a:pt x="20682" y="38446"/>
                    <a:pt x="20015" y="39196"/>
                    <a:pt x="20087" y="40161"/>
                  </a:cubicBezTo>
                  <a:cubicBezTo>
                    <a:pt x="20122" y="40625"/>
                    <a:pt x="20372" y="41185"/>
                    <a:pt x="20825" y="41351"/>
                  </a:cubicBezTo>
                  <a:cubicBezTo>
                    <a:pt x="20408" y="41363"/>
                    <a:pt x="20003" y="41411"/>
                    <a:pt x="19599" y="41494"/>
                  </a:cubicBezTo>
                  <a:cubicBezTo>
                    <a:pt x="19265" y="41577"/>
                    <a:pt x="18801" y="42042"/>
                    <a:pt x="18908" y="42351"/>
                  </a:cubicBezTo>
                  <a:lnTo>
                    <a:pt x="17967" y="42363"/>
                  </a:lnTo>
                  <a:cubicBezTo>
                    <a:pt x="16586" y="42399"/>
                    <a:pt x="15205" y="42435"/>
                    <a:pt x="13824" y="42435"/>
                  </a:cubicBezTo>
                  <a:cubicBezTo>
                    <a:pt x="13323" y="42440"/>
                    <a:pt x="12798" y="42467"/>
                    <a:pt x="12271" y="42467"/>
                  </a:cubicBezTo>
                  <a:cubicBezTo>
                    <a:pt x="11571" y="42467"/>
                    <a:pt x="10869" y="42419"/>
                    <a:pt x="10216" y="42209"/>
                  </a:cubicBezTo>
                  <a:cubicBezTo>
                    <a:pt x="10216" y="42125"/>
                    <a:pt x="10181" y="42042"/>
                    <a:pt x="10121" y="41982"/>
                  </a:cubicBezTo>
                  <a:cubicBezTo>
                    <a:pt x="6347" y="38006"/>
                    <a:pt x="4918" y="32279"/>
                    <a:pt x="5752" y="26921"/>
                  </a:cubicBezTo>
                  <a:cubicBezTo>
                    <a:pt x="6597" y="21468"/>
                    <a:pt x="9597" y="16372"/>
                    <a:pt x="13657" y="12657"/>
                  </a:cubicBezTo>
                  <a:cubicBezTo>
                    <a:pt x="15860" y="10657"/>
                    <a:pt x="18456" y="9145"/>
                    <a:pt x="21277" y="8204"/>
                  </a:cubicBezTo>
                  <a:cubicBezTo>
                    <a:pt x="21428" y="8777"/>
                    <a:pt x="21619" y="8898"/>
                    <a:pt x="22008" y="8898"/>
                  </a:cubicBezTo>
                  <a:cubicBezTo>
                    <a:pt x="22048" y="8898"/>
                    <a:pt x="22090" y="8897"/>
                    <a:pt x="22135" y="8895"/>
                  </a:cubicBezTo>
                  <a:lnTo>
                    <a:pt x="22135" y="8895"/>
                  </a:lnTo>
                  <a:cubicBezTo>
                    <a:pt x="22099" y="11014"/>
                    <a:pt x="22039" y="13134"/>
                    <a:pt x="22170" y="15241"/>
                  </a:cubicBezTo>
                  <a:cubicBezTo>
                    <a:pt x="17944" y="15812"/>
                    <a:pt x="13848" y="18170"/>
                    <a:pt x="11693" y="21908"/>
                  </a:cubicBezTo>
                  <a:cubicBezTo>
                    <a:pt x="9419" y="25885"/>
                    <a:pt x="9085" y="31064"/>
                    <a:pt x="10455" y="35434"/>
                  </a:cubicBezTo>
                  <a:cubicBezTo>
                    <a:pt x="10383" y="35720"/>
                    <a:pt x="10466" y="36029"/>
                    <a:pt x="10681" y="36244"/>
                  </a:cubicBezTo>
                  <a:cubicBezTo>
                    <a:pt x="11073" y="36664"/>
                    <a:pt x="11722" y="36696"/>
                    <a:pt x="12299" y="36696"/>
                  </a:cubicBezTo>
                  <a:cubicBezTo>
                    <a:pt x="12403" y="36696"/>
                    <a:pt x="12504" y="36695"/>
                    <a:pt x="12601" y="36695"/>
                  </a:cubicBezTo>
                  <a:cubicBezTo>
                    <a:pt x="12653" y="36695"/>
                    <a:pt x="12703" y="36695"/>
                    <a:pt x="12752" y="36696"/>
                  </a:cubicBezTo>
                  <a:cubicBezTo>
                    <a:pt x="14931" y="36744"/>
                    <a:pt x="17098" y="36744"/>
                    <a:pt x="19277" y="36744"/>
                  </a:cubicBezTo>
                  <a:lnTo>
                    <a:pt x="23897" y="36744"/>
                  </a:lnTo>
                  <a:cubicBezTo>
                    <a:pt x="26695" y="36732"/>
                    <a:pt x="29505" y="36732"/>
                    <a:pt x="32302" y="36732"/>
                  </a:cubicBezTo>
                  <a:lnTo>
                    <a:pt x="35446" y="36732"/>
                  </a:lnTo>
                  <a:cubicBezTo>
                    <a:pt x="36148" y="36720"/>
                    <a:pt x="36815" y="36708"/>
                    <a:pt x="37196" y="36029"/>
                  </a:cubicBezTo>
                  <a:cubicBezTo>
                    <a:pt x="37625" y="35267"/>
                    <a:pt x="37791" y="34243"/>
                    <a:pt x="37970" y="33398"/>
                  </a:cubicBezTo>
                  <a:cubicBezTo>
                    <a:pt x="38172" y="32457"/>
                    <a:pt x="38303" y="31505"/>
                    <a:pt x="38375" y="30540"/>
                  </a:cubicBezTo>
                  <a:cubicBezTo>
                    <a:pt x="38601" y="27683"/>
                    <a:pt x="38172" y="24730"/>
                    <a:pt x="36946" y="22135"/>
                  </a:cubicBezTo>
                  <a:cubicBezTo>
                    <a:pt x="38446" y="21242"/>
                    <a:pt x="39922" y="20301"/>
                    <a:pt x="41435" y="19408"/>
                  </a:cubicBezTo>
                  <a:cubicBezTo>
                    <a:pt x="43471" y="18206"/>
                    <a:pt x="45518" y="17003"/>
                    <a:pt x="47447" y="15622"/>
                  </a:cubicBezTo>
                  <a:cubicBezTo>
                    <a:pt x="47995" y="15241"/>
                    <a:pt x="48900" y="14848"/>
                    <a:pt x="48757" y="14062"/>
                  </a:cubicBezTo>
                  <a:cubicBezTo>
                    <a:pt x="48663" y="13582"/>
                    <a:pt x="48373" y="12514"/>
                    <a:pt x="47718" y="12514"/>
                  </a:cubicBezTo>
                  <a:cubicBezTo>
                    <a:pt x="47707" y="12514"/>
                    <a:pt x="47696" y="12514"/>
                    <a:pt x="47685" y="12514"/>
                  </a:cubicBezTo>
                  <a:cubicBezTo>
                    <a:pt x="47281" y="12526"/>
                    <a:pt x="46852" y="12919"/>
                    <a:pt x="46530" y="13134"/>
                  </a:cubicBezTo>
                  <a:cubicBezTo>
                    <a:pt x="45947" y="13515"/>
                    <a:pt x="45364" y="13907"/>
                    <a:pt x="44780" y="14288"/>
                  </a:cubicBezTo>
                  <a:cubicBezTo>
                    <a:pt x="43697" y="15003"/>
                    <a:pt x="42601" y="15729"/>
                    <a:pt x="41530" y="16455"/>
                  </a:cubicBezTo>
                  <a:cubicBezTo>
                    <a:pt x="40280" y="17289"/>
                    <a:pt x="39018" y="18110"/>
                    <a:pt x="37779" y="18956"/>
                  </a:cubicBezTo>
                  <a:cubicBezTo>
                    <a:pt x="37160" y="19384"/>
                    <a:pt x="36505" y="19801"/>
                    <a:pt x="35874" y="20253"/>
                  </a:cubicBezTo>
                  <a:cubicBezTo>
                    <a:pt x="35839" y="20206"/>
                    <a:pt x="35803" y="20146"/>
                    <a:pt x="35767" y="20099"/>
                  </a:cubicBezTo>
                  <a:cubicBezTo>
                    <a:pt x="34767" y="18682"/>
                    <a:pt x="33481" y="17491"/>
                    <a:pt x="31993" y="16610"/>
                  </a:cubicBezTo>
                  <a:cubicBezTo>
                    <a:pt x="30636" y="15812"/>
                    <a:pt x="28897" y="15110"/>
                    <a:pt x="27326" y="14943"/>
                  </a:cubicBezTo>
                  <a:cubicBezTo>
                    <a:pt x="27040" y="14919"/>
                    <a:pt x="26766" y="14896"/>
                    <a:pt x="26492" y="14872"/>
                  </a:cubicBezTo>
                  <a:cubicBezTo>
                    <a:pt x="26302" y="14872"/>
                    <a:pt x="26111" y="14860"/>
                    <a:pt x="25933" y="14824"/>
                  </a:cubicBezTo>
                  <a:cubicBezTo>
                    <a:pt x="25564" y="14741"/>
                    <a:pt x="25564" y="14622"/>
                    <a:pt x="25540" y="14265"/>
                  </a:cubicBezTo>
                  <a:cubicBezTo>
                    <a:pt x="25421" y="12955"/>
                    <a:pt x="25492" y="11610"/>
                    <a:pt x="25492" y="10288"/>
                  </a:cubicBezTo>
                  <a:lnTo>
                    <a:pt x="25492" y="8681"/>
                  </a:lnTo>
                  <a:cubicBezTo>
                    <a:pt x="25659" y="8669"/>
                    <a:pt x="25825" y="8657"/>
                    <a:pt x="26004" y="8633"/>
                  </a:cubicBezTo>
                  <a:cubicBezTo>
                    <a:pt x="26159" y="8621"/>
                    <a:pt x="26278" y="8502"/>
                    <a:pt x="26278" y="8347"/>
                  </a:cubicBezTo>
                  <a:cubicBezTo>
                    <a:pt x="26385" y="7573"/>
                    <a:pt x="26504" y="6347"/>
                    <a:pt x="25492" y="6311"/>
                  </a:cubicBezTo>
                  <a:lnTo>
                    <a:pt x="25492" y="6168"/>
                  </a:lnTo>
                  <a:cubicBezTo>
                    <a:pt x="25480" y="5883"/>
                    <a:pt x="25504" y="5609"/>
                    <a:pt x="25552" y="5335"/>
                  </a:cubicBezTo>
                  <a:cubicBezTo>
                    <a:pt x="25635" y="4990"/>
                    <a:pt x="25909" y="4847"/>
                    <a:pt x="26147" y="4632"/>
                  </a:cubicBezTo>
                  <a:cubicBezTo>
                    <a:pt x="26373" y="4418"/>
                    <a:pt x="26540" y="4251"/>
                    <a:pt x="26564" y="3918"/>
                  </a:cubicBezTo>
                  <a:cubicBezTo>
                    <a:pt x="26623" y="3347"/>
                    <a:pt x="26230" y="2918"/>
                    <a:pt x="25730" y="2775"/>
                  </a:cubicBezTo>
                  <a:cubicBezTo>
                    <a:pt x="25849" y="2108"/>
                    <a:pt x="26028" y="1418"/>
                    <a:pt x="26087" y="751"/>
                  </a:cubicBezTo>
                  <a:cubicBezTo>
                    <a:pt x="26099" y="465"/>
                    <a:pt x="26087" y="251"/>
                    <a:pt x="25825" y="108"/>
                  </a:cubicBezTo>
                  <a:cubicBezTo>
                    <a:pt x="25728" y="54"/>
                    <a:pt x="25596" y="39"/>
                    <a:pt x="25461" y="39"/>
                  </a:cubicBezTo>
                  <a:cubicBezTo>
                    <a:pt x="25299" y="39"/>
                    <a:pt x="25133" y="60"/>
                    <a:pt x="25016" y="60"/>
                  </a:cubicBezTo>
                  <a:lnTo>
                    <a:pt x="23873" y="60"/>
                  </a:lnTo>
                  <a:cubicBezTo>
                    <a:pt x="23111" y="49"/>
                    <a:pt x="22349" y="60"/>
                    <a:pt x="215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1" name="Google Shape;3151;p63"/>
            <p:cNvSpPr/>
            <p:nvPr/>
          </p:nvSpPr>
          <p:spPr>
            <a:xfrm>
              <a:off x="4731364" y="1852174"/>
              <a:ext cx="266628" cy="424696"/>
            </a:xfrm>
            <a:custGeom>
              <a:avLst/>
              <a:gdLst/>
              <a:ahLst/>
              <a:cxnLst/>
              <a:rect l="l" t="t" r="r" b="b"/>
              <a:pathLst>
                <a:path w="10895" h="17354" extrusionOk="0">
                  <a:moveTo>
                    <a:pt x="7516" y="1"/>
                  </a:moveTo>
                  <a:cubicBezTo>
                    <a:pt x="5366" y="1"/>
                    <a:pt x="3311" y="2433"/>
                    <a:pt x="3882" y="4495"/>
                  </a:cubicBezTo>
                  <a:cubicBezTo>
                    <a:pt x="4323" y="6078"/>
                    <a:pt x="5406" y="6114"/>
                    <a:pt x="3894" y="7400"/>
                  </a:cubicBezTo>
                  <a:cubicBezTo>
                    <a:pt x="1596" y="9364"/>
                    <a:pt x="1" y="10984"/>
                    <a:pt x="1703" y="14103"/>
                  </a:cubicBezTo>
                  <a:cubicBezTo>
                    <a:pt x="2322" y="15222"/>
                    <a:pt x="3465" y="16711"/>
                    <a:pt x="4608" y="17354"/>
                  </a:cubicBezTo>
                  <a:cubicBezTo>
                    <a:pt x="4608" y="16592"/>
                    <a:pt x="4347" y="16222"/>
                    <a:pt x="4239" y="15830"/>
                  </a:cubicBezTo>
                  <a:cubicBezTo>
                    <a:pt x="5204" y="15258"/>
                    <a:pt x="6311" y="14234"/>
                    <a:pt x="6597" y="13115"/>
                  </a:cubicBezTo>
                  <a:cubicBezTo>
                    <a:pt x="6775" y="12412"/>
                    <a:pt x="6644" y="11650"/>
                    <a:pt x="6228" y="11055"/>
                  </a:cubicBezTo>
                  <a:cubicBezTo>
                    <a:pt x="6061" y="10781"/>
                    <a:pt x="5585" y="10472"/>
                    <a:pt x="5525" y="10174"/>
                  </a:cubicBezTo>
                  <a:cubicBezTo>
                    <a:pt x="5406" y="9638"/>
                    <a:pt x="5978" y="9364"/>
                    <a:pt x="6323" y="9019"/>
                  </a:cubicBezTo>
                  <a:cubicBezTo>
                    <a:pt x="7311" y="8067"/>
                    <a:pt x="8180" y="7007"/>
                    <a:pt x="8907" y="5852"/>
                  </a:cubicBezTo>
                  <a:cubicBezTo>
                    <a:pt x="9966" y="4150"/>
                    <a:pt x="10895" y="482"/>
                    <a:pt x="7918" y="30"/>
                  </a:cubicBezTo>
                  <a:cubicBezTo>
                    <a:pt x="7784" y="10"/>
                    <a:pt x="7650" y="1"/>
                    <a:pt x="7516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52" name="Google Shape;3152;p63"/>
          <p:cNvGrpSpPr/>
          <p:nvPr/>
        </p:nvGrpSpPr>
        <p:grpSpPr>
          <a:xfrm>
            <a:off x="4396594" y="2285417"/>
            <a:ext cx="613816" cy="937636"/>
            <a:chOff x="142875" y="825638"/>
            <a:chExt cx="1022175" cy="1561425"/>
          </a:xfrm>
        </p:grpSpPr>
        <p:sp>
          <p:nvSpPr>
            <p:cNvPr id="3153" name="Google Shape;3153;p63"/>
            <p:cNvSpPr/>
            <p:nvPr/>
          </p:nvSpPr>
          <p:spPr>
            <a:xfrm>
              <a:off x="238725" y="836963"/>
              <a:ext cx="926025" cy="891150"/>
            </a:xfrm>
            <a:custGeom>
              <a:avLst/>
              <a:gdLst/>
              <a:ahLst/>
              <a:cxnLst/>
              <a:rect l="l" t="t" r="r" b="b"/>
              <a:pathLst>
                <a:path w="37041" h="35646" extrusionOk="0">
                  <a:moveTo>
                    <a:pt x="18062" y="2855"/>
                  </a:moveTo>
                  <a:cubicBezTo>
                    <a:pt x="19293" y="2855"/>
                    <a:pt x="20520" y="3033"/>
                    <a:pt x="21682" y="3405"/>
                  </a:cubicBezTo>
                  <a:cubicBezTo>
                    <a:pt x="27147" y="4870"/>
                    <a:pt x="31612" y="9418"/>
                    <a:pt x="32659" y="15074"/>
                  </a:cubicBezTo>
                  <a:cubicBezTo>
                    <a:pt x="33243" y="18264"/>
                    <a:pt x="32826" y="21562"/>
                    <a:pt x="31469" y="24515"/>
                  </a:cubicBezTo>
                  <a:cubicBezTo>
                    <a:pt x="30123" y="27385"/>
                    <a:pt x="27873" y="29730"/>
                    <a:pt x="25051" y="31195"/>
                  </a:cubicBezTo>
                  <a:cubicBezTo>
                    <a:pt x="22842" y="32366"/>
                    <a:pt x="20377" y="32975"/>
                    <a:pt x="17890" y="32975"/>
                  </a:cubicBezTo>
                  <a:cubicBezTo>
                    <a:pt x="17241" y="32975"/>
                    <a:pt x="16591" y="32933"/>
                    <a:pt x="15943" y="32850"/>
                  </a:cubicBezTo>
                  <a:cubicBezTo>
                    <a:pt x="12740" y="32409"/>
                    <a:pt x="9787" y="30909"/>
                    <a:pt x="7549" y="28575"/>
                  </a:cubicBezTo>
                  <a:cubicBezTo>
                    <a:pt x="5346" y="26313"/>
                    <a:pt x="3822" y="23396"/>
                    <a:pt x="3382" y="20265"/>
                  </a:cubicBezTo>
                  <a:cubicBezTo>
                    <a:pt x="2858" y="16717"/>
                    <a:pt x="3787" y="13073"/>
                    <a:pt x="5680" y="10049"/>
                  </a:cubicBezTo>
                  <a:cubicBezTo>
                    <a:pt x="7585" y="7037"/>
                    <a:pt x="10526" y="4656"/>
                    <a:pt x="13931" y="3525"/>
                  </a:cubicBezTo>
                  <a:cubicBezTo>
                    <a:pt x="15251" y="3087"/>
                    <a:pt x="16659" y="2855"/>
                    <a:pt x="18062" y="2855"/>
                  </a:cubicBezTo>
                  <a:close/>
                  <a:moveTo>
                    <a:pt x="18217" y="0"/>
                  </a:moveTo>
                  <a:cubicBezTo>
                    <a:pt x="11133" y="60"/>
                    <a:pt x="4561" y="4918"/>
                    <a:pt x="1822" y="11549"/>
                  </a:cubicBezTo>
                  <a:cubicBezTo>
                    <a:pt x="251" y="15383"/>
                    <a:pt x="0" y="19657"/>
                    <a:pt x="1322" y="23586"/>
                  </a:cubicBezTo>
                  <a:cubicBezTo>
                    <a:pt x="2525" y="27158"/>
                    <a:pt x="4799" y="30254"/>
                    <a:pt x="7835" y="32480"/>
                  </a:cubicBezTo>
                  <a:cubicBezTo>
                    <a:pt x="10772" y="34619"/>
                    <a:pt x="14272" y="35646"/>
                    <a:pt x="17784" y="35646"/>
                  </a:cubicBezTo>
                  <a:cubicBezTo>
                    <a:pt x="21603" y="35646"/>
                    <a:pt x="25437" y="34431"/>
                    <a:pt x="28575" y="32111"/>
                  </a:cubicBezTo>
                  <a:cubicBezTo>
                    <a:pt x="34731" y="27575"/>
                    <a:pt x="37041" y="19038"/>
                    <a:pt x="34517" y="11895"/>
                  </a:cubicBezTo>
                  <a:cubicBezTo>
                    <a:pt x="32088" y="5072"/>
                    <a:pt x="25325" y="512"/>
                    <a:pt x="18217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4" name="Google Shape;3154;p63"/>
            <p:cNvSpPr/>
            <p:nvPr/>
          </p:nvSpPr>
          <p:spPr>
            <a:xfrm>
              <a:off x="319975" y="917613"/>
              <a:ext cx="760550" cy="731725"/>
            </a:xfrm>
            <a:custGeom>
              <a:avLst/>
              <a:gdLst/>
              <a:ahLst/>
              <a:cxnLst/>
              <a:rect l="l" t="t" r="r" b="b"/>
              <a:pathLst>
                <a:path w="30422" h="29269" extrusionOk="0">
                  <a:moveTo>
                    <a:pt x="14833" y="1333"/>
                  </a:moveTo>
                  <a:cubicBezTo>
                    <a:pt x="15923" y="1333"/>
                    <a:pt x="17009" y="1490"/>
                    <a:pt x="18039" y="1823"/>
                  </a:cubicBezTo>
                  <a:cubicBezTo>
                    <a:pt x="22885" y="3120"/>
                    <a:pt x="26849" y="7168"/>
                    <a:pt x="27778" y="12169"/>
                  </a:cubicBezTo>
                  <a:cubicBezTo>
                    <a:pt x="28302" y="15015"/>
                    <a:pt x="27933" y="17944"/>
                    <a:pt x="26719" y="20563"/>
                  </a:cubicBezTo>
                  <a:cubicBezTo>
                    <a:pt x="25528" y="23111"/>
                    <a:pt x="23528" y="25206"/>
                    <a:pt x="21027" y="26504"/>
                  </a:cubicBezTo>
                  <a:cubicBezTo>
                    <a:pt x="19064" y="27542"/>
                    <a:pt x="16876" y="28079"/>
                    <a:pt x="14666" y="28079"/>
                  </a:cubicBezTo>
                  <a:cubicBezTo>
                    <a:pt x="14088" y="28079"/>
                    <a:pt x="13508" y="28043"/>
                    <a:pt x="12931" y="27969"/>
                  </a:cubicBezTo>
                  <a:cubicBezTo>
                    <a:pt x="10097" y="27576"/>
                    <a:pt x="7466" y="26242"/>
                    <a:pt x="5478" y="24170"/>
                  </a:cubicBezTo>
                  <a:cubicBezTo>
                    <a:pt x="3501" y="22158"/>
                    <a:pt x="2215" y="19575"/>
                    <a:pt x="1775" y="16789"/>
                  </a:cubicBezTo>
                  <a:cubicBezTo>
                    <a:pt x="1322" y="13645"/>
                    <a:pt x="2144" y="10407"/>
                    <a:pt x="3823" y="7728"/>
                  </a:cubicBezTo>
                  <a:cubicBezTo>
                    <a:pt x="5513" y="5049"/>
                    <a:pt x="8133" y="2930"/>
                    <a:pt x="11145" y="1930"/>
                  </a:cubicBezTo>
                  <a:cubicBezTo>
                    <a:pt x="12323" y="1541"/>
                    <a:pt x="13580" y="1333"/>
                    <a:pt x="14833" y="1333"/>
                  </a:cubicBezTo>
                  <a:close/>
                  <a:moveTo>
                    <a:pt x="14955" y="1"/>
                  </a:moveTo>
                  <a:cubicBezTo>
                    <a:pt x="9145" y="48"/>
                    <a:pt x="3739" y="4049"/>
                    <a:pt x="1489" y="9478"/>
                  </a:cubicBezTo>
                  <a:cubicBezTo>
                    <a:pt x="203" y="12621"/>
                    <a:pt x="1" y="16134"/>
                    <a:pt x="1084" y="19360"/>
                  </a:cubicBezTo>
                  <a:cubicBezTo>
                    <a:pt x="2073" y="22289"/>
                    <a:pt x="3942" y="24837"/>
                    <a:pt x="6442" y="26671"/>
                  </a:cubicBezTo>
                  <a:cubicBezTo>
                    <a:pt x="8848" y="28427"/>
                    <a:pt x="11718" y="29268"/>
                    <a:pt x="14600" y="29268"/>
                  </a:cubicBezTo>
                  <a:cubicBezTo>
                    <a:pt x="17737" y="29268"/>
                    <a:pt x="20887" y="28272"/>
                    <a:pt x="23468" y="26373"/>
                  </a:cubicBezTo>
                  <a:cubicBezTo>
                    <a:pt x="28516" y="22646"/>
                    <a:pt x="30421" y="15634"/>
                    <a:pt x="28338" y="9764"/>
                  </a:cubicBezTo>
                  <a:cubicBezTo>
                    <a:pt x="26349" y="4168"/>
                    <a:pt x="20789" y="418"/>
                    <a:pt x="14955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5" name="Google Shape;3155;p63"/>
            <p:cNvSpPr/>
            <p:nvPr/>
          </p:nvSpPr>
          <p:spPr>
            <a:xfrm>
              <a:off x="361650" y="958988"/>
              <a:ext cx="675425" cy="649900"/>
            </a:xfrm>
            <a:custGeom>
              <a:avLst/>
              <a:gdLst/>
              <a:ahLst/>
              <a:cxnLst/>
              <a:rect l="l" t="t" r="r" b="b"/>
              <a:pathLst>
                <a:path w="27017" h="25996" extrusionOk="0">
                  <a:moveTo>
                    <a:pt x="13288" y="1"/>
                  </a:moveTo>
                  <a:cubicBezTo>
                    <a:pt x="8121" y="48"/>
                    <a:pt x="3323" y="3585"/>
                    <a:pt x="1322" y="8430"/>
                  </a:cubicBezTo>
                  <a:cubicBezTo>
                    <a:pt x="179" y="11216"/>
                    <a:pt x="1" y="14336"/>
                    <a:pt x="965" y="17205"/>
                  </a:cubicBezTo>
                  <a:cubicBezTo>
                    <a:pt x="1846" y="19801"/>
                    <a:pt x="3501" y="22075"/>
                    <a:pt x="5716" y="23694"/>
                  </a:cubicBezTo>
                  <a:cubicBezTo>
                    <a:pt x="7852" y="25249"/>
                    <a:pt x="10400" y="25995"/>
                    <a:pt x="12958" y="25995"/>
                  </a:cubicBezTo>
                  <a:cubicBezTo>
                    <a:pt x="15746" y="25995"/>
                    <a:pt x="18545" y="25109"/>
                    <a:pt x="20837" y="23420"/>
                  </a:cubicBezTo>
                  <a:cubicBezTo>
                    <a:pt x="25325" y="20110"/>
                    <a:pt x="27016" y="13883"/>
                    <a:pt x="25159" y="8680"/>
                  </a:cubicBezTo>
                  <a:cubicBezTo>
                    <a:pt x="23397" y="3704"/>
                    <a:pt x="18455" y="382"/>
                    <a:pt x="132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6" name="Google Shape;3156;p63"/>
            <p:cNvSpPr/>
            <p:nvPr/>
          </p:nvSpPr>
          <p:spPr>
            <a:xfrm>
              <a:off x="424750" y="1687963"/>
              <a:ext cx="107200" cy="139325"/>
            </a:xfrm>
            <a:custGeom>
              <a:avLst/>
              <a:gdLst/>
              <a:ahLst/>
              <a:cxnLst/>
              <a:rect l="l" t="t" r="r" b="b"/>
              <a:pathLst>
                <a:path w="4288" h="5573" extrusionOk="0">
                  <a:moveTo>
                    <a:pt x="1906" y="0"/>
                  </a:moveTo>
                  <a:cubicBezTo>
                    <a:pt x="1834" y="262"/>
                    <a:pt x="1739" y="524"/>
                    <a:pt x="1608" y="774"/>
                  </a:cubicBezTo>
                  <a:cubicBezTo>
                    <a:pt x="1430" y="1191"/>
                    <a:pt x="1263" y="1596"/>
                    <a:pt x="1084" y="2012"/>
                  </a:cubicBezTo>
                  <a:cubicBezTo>
                    <a:pt x="727" y="2846"/>
                    <a:pt x="406" y="3715"/>
                    <a:pt x="1" y="4536"/>
                  </a:cubicBezTo>
                  <a:cubicBezTo>
                    <a:pt x="763" y="4775"/>
                    <a:pt x="1489" y="5132"/>
                    <a:pt x="2156" y="5572"/>
                  </a:cubicBezTo>
                  <a:cubicBezTo>
                    <a:pt x="2287" y="5215"/>
                    <a:pt x="2442" y="4870"/>
                    <a:pt x="2632" y="4536"/>
                  </a:cubicBezTo>
                  <a:cubicBezTo>
                    <a:pt x="2823" y="4120"/>
                    <a:pt x="3025" y="3703"/>
                    <a:pt x="3227" y="3286"/>
                  </a:cubicBezTo>
                  <a:cubicBezTo>
                    <a:pt x="3561" y="2572"/>
                    <a:pt x="3870" y="1786"/>
                    <a:pt x="4287" y="1107"/>
                  </a:cubicBezTo>
                  <a:cubicBezTo>
                    <a:pt x="3466" y="798"/>
                    <a:pt x="2668" y="429"/>
                    <a:pt x="1906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7" name="Google Shape;3157;p63"/>
            <p:cNvSpPr/>
            <p:nvPr/>
          </p:nvSpPr>
          <p:spPr>
            <a:xfrm>
              <a:off x="158650" y="1811263"/>
              <a:ext cx="341150" cy="559575"/>
            </a:xfrm>
            <a:custGeom>
              <a:avLst/>
              <a:gdLst/>
              <a:ahLst/>
              <a:cxnLst/>
              <a:rect l="l" t="t" r="r" b="b"/>
              <a:pathLst>
                <a:path w="13646" h="22383" extrusionOk="0">
                  <a:moveTo>
                    <a:pt x="9391" y="0"/>
                  </a:moveTo>
                  <a:cubicBezTo>
                    <a:pt x="9213" y="0"/>
                    <a:pt x="9035" y="22"/>
                    <a:pt x="8859" y="69"/>
                  </a:cubicBezTo>
                  <a:cubicBezTo>
                    <a:pt x="8561" y="176"/>
                    <a:pt x="8311" y="378"/>
                    <a:pt x="8156" y="664"/>
                  </a:cubicBezTo>
                  <a:cubicBezTo>
                    <a:pt x="8037" y="878"/>
                    <a:pt x="7930" y="1093"/>
                    <a:pt x="7811" y="1319"/>
                  </a:cubicBezTo>
                  <a:cubicBezTo>
                    <a:pt x="6918" y="3224"/>
                    <a:pt x="6061" y="5153"/>
                    <a:pt x="5097" y="7034"/>
                  </a:cubicBezTo>
                  <a:cubicBezTo>
                    <a:pt x="5085" y="7070"/>
                    <a:pt x="5061" y="7093"/>
                    <a:pt x="5025" y="7105"/>
                  </a:cubicBezTo>
                  <a:cubicBezTo>
                    <a:pt x="4120" y="9106"/>
                    <a:pt x="3251" y="11118"/>
                    <a:pt x="2406" y="13154"/>
                  </a:cubicBezTo>
                  <a:cubicBezTo>
                    <a:pt x="2013" y="14118"/>
                    <a:pt x="1620" y="15094"/>
                    <a:pt x="1215" y="16059"/>
                  </a:cubicBezTo>
                  <a:lnTo>
                    <a:pt x="560" y="17690"/>
                  </a:lnTo>
                  <a:cubicBezTo>
                    <a:pt x="382" y="18119"/>
                    <a:pt x="179" y="18559"/>
                    <a:pt x="132" y="19035"/>
                  </a:cubicBezTo>
                  <a:cubicBezTo>
                    <a:pt x="1" y="20095"/>
                    <a:pt x="941" y="20750"/>
                    <a:pt x="1751" y="21226"/>
                  </a:cubicBezTo>
                  <a:cubicBezTo>
                    <a:pt x="2632" y="21762"/>
                    <a:pt x="3596" y="22131"/>
                    <a:pt x="4608" y="22345"/>
                  </a:cubicBezTo>
                  <a:cubicBezTo>
                    <a:pt x="4749" y="22370"/>
                    <a:pt x="4882" y="22382"/>
                    <a:pt x="5007" y="22382"/>
                  </a:cubicBezTo>
                  <a:cubicBezTo>
                    <a:pt x="5836" y="22382"/>
                    <a:pt x="6345" y="21853"/>
                    <a:pt x="6728" y="21036"/>
                  </a:cubicBezTo>
                  <a:cubicBezTo>
                    <a:pt x="7168" y="20095"/>
                    <a:pt x="7561" y="19131"/>
                    <a:pt x="7954" y="18166"/>
                  </a:cubicBezTo>
                  <a:cubicBezTo>
                    <a:pt x="8799" y="16178"/>
                    <a:pt x="9609" y="14201"/>
                    <a:pt x="10419" y="12189"/>
                  </a:cubicBezTo>
                  <a:cubicBezTo>
                    <a:pt x="11228" y="10177"/>
                    <a:pt x="12062" y="8165"/>
                    <a:pt x="12776" y="6117"/>
                  </a:cubicBezTo>
                  <a:cubicBezTo>
                    <a:pt x="13098" y="5200"/>
                    <a:pt x="13490" y="4224"/>
                    <a:pt x="13562" y="3236"/>
                  </a:cubicBezTo>
                  <a:cubicBezTo>
                    <a:pt x="13645" y="2260"/>
                    <a:pt x="13062" y="1569"/>
                    <a:pt x="12264" y="1081"/>
                  </a:cubicBezTo>
                  <a:cubicBezTo>
                    <a:pt x="11585" y="652"/>
                    <a:pt x="10847" y="319"/>
                    <a:pt x="10073" y="104"/>
                  </a:cubicBezTo>
                  <a:cubicBezTo>
                    <a:pt x="9851" y="37"/>
                    <a:pt x="9622" y="0"/>
                    <a:pt x="9391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8" name="Google Shape;3158;p63"/>
            <p:cNvSpPr/>
            <p:nvPr/>
          </p:nvSpPr>
          <p:spPr>
            <a:xfrm>
              <a:off x="227125" y="825638"/>
              <a:ext cx="937925" cy="917175"/>
            </a:xfrm>
            <a:custGeom>
              <a:avLst/>
              <a:gdLst/>
              <a:ahLst/>
              <a:cxnLst/>
              <a:rect l="l" t="t" r="r" b="b"/>
              <a:pathLst>
                <a:path w="37517" h="36687" extrusionOk="0">
                  <a:moveTo>
                    <a:pt x="18681" y="453"/>
                  </a:moveTo>
                  <a:cubicBezTo>
                    <a:pt x="25789" y="965"/>
                    <a:pt x="32552" y="5525"/>
                    <a:pt x="34981" y="12348"/>
                  </a:cubicBezTo>
                  <a:cubicBezTo>
                    <a:pt x="37517" y="19491"/>
                    <a:pt x="35195" y="28028"/>
                    <a:pt x="29039" y="32564"/>
                  </a:cubicBezTo>
                  <a:cubicBezTo>
                    <a:pt x="25901" y="34884"/>
                    <a:pt x="22067" y="36099"/>
                    <a:pt x="18248" y="36099"/>
                  </a:cubicBezTo>
                  <a:cubicBezTo>
                    <a:pt x="14736" y="36099"/>
                    <a:pt x="11236" y="35072"/>
                    <a:pt x="8299" y="32933"/>
                  </a:cubicBezTo>
                  <a:cubicBezTo>
                    <a:pt x="5263" y="30707"/>
                    <a:pt x="2989" y="27611"/>
                    <a:pt x="1786" y="24039"/>
                  </a:cubicBezTo>
                  <a:cubicBezTo>
                    <a:pt x="464" y="20110"/>
                    <a:pt x="715" y="15836"/>
                    <a:pt x="2286" y="12002"/>
                  </a:cubicBezTo>
                  <a:cubicBezTo>
                    <a:pt x="5025" y="5371"/>
                    <a:pt x="11597" y="513"/>
                    <a:pt x="18681" y="453"/>
                  </a:cubicBezTo>
                  <a:close/>
                  <a:moveTo>
                    <a:pt x="18508" y="1"/>
                  </a:moveTo>
                  <a:cubicBezTo>
                    <a:pt x="16798" y="1"/>
                    <a:pt x="15084" y="283"/>
                    <a:pt x="13478" y="822"/>
                  </a:cubicBezTo>
                  <a:cubicBezTo>
                    <a:pt x="9335" y="2180"/>
                    <a:pt x="5751" y="5097"/>
                    <a:pt x="3441" y="8764"/>
                  </a:cubicBezTo>
                  <a:cubicBezTo>
                    <a:pt x="1119" y="12431"/>
                    <a:pt x="0" y="16884"/>
                    <a:pt x="619" y="21206"/>
                  </a:cubicBezTo>
                  <a:cubicBezTo>
                    <a:pt x="1179" y="25016"/>
                    <a:pt x="3024" y="28576"/>
                    <a:pt x="5703" y="31326"/>
                  </a:cubicBezTo>
                  <a:cubicBezTo>
                    <a:pt x="6858" y="32517"/>
                    <a:pt x="8180" y="33553"/>
                    <a:pt x="9632" y="34386"/>
                  </a:cubicBezTo>
                  <a:lnTo>
                    <a:pt x="9811" y="34493"/>
                  </a:lnTo>
                  <a:cubicBezTo>
                    <a:pt x="10573" y="34922"/>
                    <a:pt x="11371" y="35291"/>
                    <a:pt x="12192" y="35600"/>
                  </a:cubicBezTo>
                  <a:lnTo>
                    <a:pt x="12454" y="35708"/>
                  </a:lnTo>
                  <a:cubicBezTo>
                    <a:pt x="13573" y="36101"/>
                    <a:pt x="14740" y="36386"/>
                    <a:pt x="15919" y="36541"/>
                  </a:cubicBezTo>
                  <a:cubicBezTo>
                    <a:pt x="16697" y="36638"/>
                    <a:pt x="17478" y="36686"/>
                    <a:pt x="18256" y="36686"/>
                  </a:cubicBezTo>
                  <a:cubicBezTo>
                    <a:pt x="21298" y="36686"/>
                    <a:pt x="24306" y="35951"/>
                    <a:pt x="27027" y="34529"/>
                  </a:cubicBezTo>
                  <a:cubicBezTo>
                    <a:pt x="30444" y="32743"/>
                    <a:pt x="33195" y="29874"/>
                    <a:pt x="34838" y="26385"/>
                  </a:cubicBezTo>
                  <a:cubicBezTo>
                    <a:pt x="36493" y="22789"/>
                    <a:pt x="36993" y="18765"/>
                    <a:pt x="36278" y="14872"/>
                  </a:cubicBezTo>
                  <a:cubicBezTo>
                    <a:pt x="35005" y="7990"/>
                    <a:pt x="29575" y="2454"/>
                    <a:pt x="22920" y="668"/>
                  </a:cubicBezTo>
                  <a:cubicBezTo>
                    <a:pt x="21502" y="217"/>
                    <a:pt x="20006" y="1"/>
                    <a:pt x="185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9" name="Google Shape;3159;p63"/>
            <p:cNvSpPr/>
            <p:nvPr/>
          </p:nvSpPr>
          <p:spPr>
            <a:xfrm>
              <a:off x="310150" y="908338"/>
              <a:ext cx="770375" cy="753000"/>
            </a:xfrm>
            <a:custGeom>
              <a:avLst/>
              <a:gdLst/>
              <a:ahLst/>
              <a:cxnLst/>
              <a:rect l="l" t="t" r="r" b="b"/>
              <a:pathLst>
                <a:path w="30815" h="30120" extrusionOk="0">
                  <a:moveTo>
                    <a:pt x="15348" y="372"/>
                  </a:moveTo>
                  <a:cubicBezTo>
                    <a:pt x="21182" y="789"/>
                    <a:pt x="26742" y="4539"/>
                    <a:pt x="28731" y="10135"/>
                  </a:cubicBezTo>
                  <a:cubicBezTo>
                    <a:pt x="30814" y="16005"/>
                    <a:pt x="28909" y="23017"/>
                    <a:pt x="23861" y="26744"/>
                  </a:cubicBezTo>
                  <a:cubicBezTo>
                    <a:pt x="21280" y="28643"/>
                    <a:pt x="18130" y="29639"/>
                    <a:pt x="14993" y="29639"/>
                  </a:cubicBezTo>
                  <a:cubicBezTo>
                    <a:pt x="12111" y="29639"/>
                    <a:pt x="9241" y="28798"/>
                    <a:pt x="6835" y="27042"/>
                  </a:cubicBezTo>
                  <a:cubicBezTo>
                    <a:pt x="4347" y="25220"/>
                    <a:pt x="2466" y="22672"/>
                    <a:pt x="1477" y="19743"/>
                  </a:cubicBezTo>
                  <a:cubicBezTo>
                    <a:pt x="394" y="16517"/>
                    <a:pt x="608" y="13004"/>
                    <a:pt x="1894" y="9861"/>
                  </a:cubicBezTo>
                  <a:cubicBezTo>
                    <a:pt x="4132" y="4408"/>
                    <a:pt x="9538" y="419"/>
                    <a:pt x="15348" y="372"/>
                  </a:cubicBezTo>
                  <a:close/>
                  <a:moveTo>
                    <a:pt x="15195" y="0"/>
                  </a:moveTo>
                  <a:cubicBezTo>
                    <a:pt x="13790" y="0"/>
                    <a:pt x="12382" y="232"/>
                    <a:pt x="11062" y="670"/>
                  </a:cubicBezTo>
                  <a:cubicBezTo>
                    <a:pt x="7669" y="1801"/>
                    <a:pt x="4716" y="4182"/>
                    <a:pt x="2823" y="7194"/>
                  </a:cubicBezTo>
                  <a:cubicBezTo>
                    <a:pt x="918" y="10218"/>
                    <a:pt x="1" y="13862"/>
                    <a:pt x="513" y="17410"/>
                  </a:cubicBezTo>
                  <a:cubicBezTo>
                    <a:pt x="965" y="20541"/>
                    <a:pt x="2489" y="23458"/>
                    <a:pt x="4680" y="25720"/>
                  </a:cubicBezTo>
                  <a:cubicBezTo>
                    <a:pt x="6919" y="28054"/>
                    <a:pt x="9871" y="29554"/>
                    <a:pt x="13074" y="29995"/>
                  </a:cubicBezTo>
                  <a:cubicBezTo>
                    <a:pt x="13724" y="30078"/>
                    <a:pt x="14376" y="30120"/>
                    <a:pt x="15026" y="30120"/>
                  </a:cubicBezTo>
                  <a:cubicBezTo>
                    <a:pt x="17516" y="30120"/>
                    <a:pt x="19975" y="29511"/>
                    <a:pt x="22194" y="28340"/>
                  </a:cubicBezTo>
                  <a:cubicBezTo>
                    <a:pt x="25004" y="26887"/>
                    <a:pt x="27254" y="24530"/>
                    <a:pt x="28612" y="21660"/>
                  </a:cubicBezTo>
                  <a:cubicBezTo>
                    <a:pt x="29969" y="18707"/>
                    <a:pt x="30386" y="15409"/>
                    <a:pt x="29802" y="12219"/>
                  </a:cubicBezTo>
                  <a:cubicBezTo>
                    <a:pt x="28755" y="6563"/>
                    <a:pt x="24290" y="2015"/>
                    <a:pt x="18825" y="550"/>
                  </a:cubicBezTo>
                  <a:cubicBezTo>
                    <a:pt x="17657" y="178"/>
                    <a:pt x="16427" y="0"/>
                    <a:pt x="151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0" name="Google Shape;3160;p63"/>
            <p:cNvSpPr/>
            <p:nvPr/>
          </p:nvSpPr>
          <p:spPr>
            <a:xfrm>
              <a:off x="353025" y="950763"/>
              <a:ext cx="684050" cy="668700"/>
            </a:xfrm>
            <a:custGeom>
              <a:avLst/>
              <a:gdLst/>
              <a:ahLst/>
              <a:cxnLst/>
              <a:rect l="l" t="t" r="r" b="b"/>
              <a:pathLst>
                <a:path w="27362" h="26748" extrusionOk="0">
                  <a:moveTo>
                    <a:pt x="13633" y="342"/>
                  </a:moveTo>
                  <a:cubicBezTo>
                    <a:pt x="18812" y="711"/>
                    <a:pt x="23742" y="4033"/>
                    <a:pt x="25504" y="9009"/>
                  </a:cubicBezTo>
                  <a:cubicBezTo>
                    <a:pt x="27361" y="14212"/>
                    <a:pt x="25670" y="20439"/>
                    <a:pt x="21182" y="23749"/>
                  </a:cubicBezTo>
                  <a:cubicBezTo>
                    <a:pt x="18890" y="25438"/>
                    <a:pt x="16091" y="26324"/>
                    <a:pt x="13303" y="26324"/>
                  </a:cubicBezTo>
                  <a:cubicBezTo>
                    <a:pt x="10745" y="26324"/>
                    <a:pt x="8197" y="25578"/>
                    <a:pt x="6061" y="24023"/>
                  </a:cubicBezTo>
                  <a:cubicBezTo>
                    <a:pt x="3846" y="22404"/>
                    <a:pt x="2191" y="20142"/>
                    <a:pt x="1310" y="17546"/>
                  </a:cubicBezTo>
                  <a:cubicBezTo>
                    <a:pt x="346" y="14665"/>
                    <a:pt x="524" y="11545"/>
                    <a:pt x="1667" y="8759"/>
                  </a:cubicBezTo>
                  <a:cubicBezTo>
                    <a:pt x="3668" y="3925"/>
                    <a:pt x="8466" y="377"/>
                    <a:pt x="13633" y="342"/>
                  </a:cubicBezTo>
                  <a:close/>
                  <a:moveTo>
                    <a:pt x="13494" y="0"/>
                  </a:moveTo>
                  <a:cubicBezTo>
                    <a:pt x="12247" y="0"/>
                    <a:pt x="10998" y="204"/>
                    <a:pt x="9823" y="592"/>
                  </a:cubicBezTo>
                  <a:cubicBezTo>
                    <a:pt x="6811" y="1592"/>
                    <a:pt x="4191" y="3723"/>
                    <a:pt x="2501" y="6390"/>
                  </a:cubicBezTo>
                  <a:cubicBezTo>
                    <a:pt x="822" y="9057"/>
                    <a:pt x="0" y="12307"/>
                    <a:pt x="453" y="15463"/>
                  </a:cubicBezTo>
                  <a:cubicBezTo>
                    <a:pt x="893" y="18249"/>
                    <a:pt x="2179" y="20820"/>
                    <a:pt x="4156" y="22844"/>
                  </a:cubicBezTo>
                  <a:cubicBezTo>
                    <a:pt x="6144" y="24904"/>
                    <a:pt x="8775" y="26250"/>
                    <a:pt x="11609" y="26643"/>
                  </a:cubicBezTo>
                  <a:cubicBezTo>
                    <a:pt x="12175" y="26713"/>
                    <a:pt x="12743" y="26747"/>
                    <a:pt x="13309" y="26747"/>
                  </a:cubicBezTo>
                  <a:cubicBezTo>
                    <a:pt x="15531" y="26747"/>
                    <a:pt x="17732" y="26212"/>
                    <a:pt x="19705" y="25178"/>
                  </a:cubicBezTo>
                  <a:cubicBezTo>
                    <a:pt x="22206" y="23868"/>
                    <a:pt x="24206" y="21785"/>
                    <a:pt x="25397" y="19237"/>
                  </a:cubicBezTo>
                  <a:cubicBezTo>
                    <a:pt x="26611" y="16618"/>
                    <a:pt x="26980" y="13689"/>
                    <a:pt x="26456" y="10855"/>
                  </a:cubicBezTo>
                  <a:cubicBezTo>
                    <a:pt x="25527" y="5842"/>
                    <a:pt x="21563" y="1794"/>
                    <a:pt x="16717" y="485"/>
                  </a:cubicBezTo>
                  <a:cubicBezTo>
                    <a:pt x="15678" y="157"/>
                    <a:pt x="14586" y="0"/>
                    <a:pt x="13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1" name="Google Shape;3161;p63"/>
            <p:cNvSpPr/>
            <p:nvPr/>
          </p:nvSpPr>
          <p:spPr>
            <a:xfrm>
              <a:off x="142875" y="1685563"/>
              <a:ext cx="395625" cy="701500"/>
            </a:xfrm>
            <a:custGeom>
              <a:avLst/>
              <a:gdLst/>
              <a:ahLst/>
              <a:cxnLst/>
              <a:rect l="l" t="t" r="r" b="b"/>
              <a:pathLst>
                <a:path w="15825" h="28060" extrusionOk="0">
                  <a:moveTo>
                    <a:pt x="10046" y="5033"/>
                  </a:moveTo>
                  <a:cubicBezTo>
                    <a:pt x="10272" y="5033"/>
                    <a:pt x="10498" y="5066"/>
                    <a:pt x="10716" y="5132"/>
                  </a:cubicBezTo>
                  <a:cubicBezTo>
                    <a:pt x="11490" y="5347"/>
                    <a:pt x="12216" y="5680"/>
                    <a:pt x="12895" y="6109"/>
                  </a:cubicBezTo>
                  <a:cubicBezTo>
                    <a:pt x="13693" y="6597"/>
                    <a:pt x="14276" y="7288"/>
                    <a:pt x="14193" y="8264"/>
                  </a:cubicBezTo>
                  <a:cubicBezTo>
                    <a:pt x="14121" y="9252"/>
                    <a:pt x="13729" y="10228"/>
                    <a:pt x="13419" y="11145"/>
                  </a:cubicBezTo>
                  <a:cubicBezTo>
                    <a:pt x="12705" y="13193"/>
                    <a:pt x="11859" y="15217"/>
                    <a:pt x="11050" y="17217"/>
                  </a:cubicBezTo>
                  <a:cubicBezTo>
                    <a:pt x="10240" y="19218"/>
                    <a:pt x="9430" y="21218"/>
                    <a:pt x="8597" y="23194"/>
                  </a:cubicBezTo>
                  <a:cubicBezTo>
                    <a:pt x="8192" y="24159"/>
                    <a:pt x="7799" y="25147"/>
                    <a:pt x="7359" y="26064"/>
                  </a:cubicBezTo>
                  <a:cubicBezTo>
                    <a:pt x="6974" y="26863"/>
                    <a:pt x="6472" y="27409"/>
                    <a:pt x="5631" y="27409"/>
                  </a:cubicBezTo>
                  <a:cubicBezTo>
                    <a:pt x="5508" y="27409"/>
                    <a:pt x="5378" y="27398"/>
                    <a:pt x="5239" y="27373"/>
                  </a:cubicBezTo>
                  <a:cubicBezTo>
                    <a:pt x="4239" y="27171"/>
                    <a:pt x="3275" y="26790"/>
                    <a:pt x="2394" y="26254"/>
                  </a:cubicBezTo>
                  <a:cubicBezTo>
                    <a:pt x="1584" y="25778"/>
                    <a:pt x="644" y="25123"/>
                    <a:pt x="775" y="24063"/>
                  </a:cubicBezTo>
                  <a:cubicBezTo>
                    <a:pt x="822" y="23599"/>
                    <a:pt x="1025" y="23159"/>
                    <a:pt x="1203" y="22730"/>
                  </a:cubicBezTo>
                  <a:lnTo>
                    <a:pt x="1858" y="21087"/>
                  </a:lnTo>
                  <a:cubicBezTo>
                    <a:pt x="2263" y="20122"/>
                    <a:pt x="2656" y="19146"/>
                    <a:pt x="3049" y="18182"/>
                  </a:cubicBezTo>
                  <a:cubicBezTo>
                    <a:pt x="3894" y="16146"/>
                    <a:pt x="4763" y="14134"/>
                    <a:pt x="5668" y="12133"/>
                  </a:cubicBezTo>
                  <a:cubicBezTo>
                    <a:pt x="5704" y="12121"/>
                    <a:pt x="5728" y="12098"/>
                    <a:pt x="5739" y="12062"/>
                  </a:cubicBezTo>
                  <a:cubicBezTo>
                    <a:pt x="6704" y="10181"/>
                    <a:pt x="7561" y="8252"/>
                    <a:pt x="8454" y="6347"/>
                  </a:cubicBezTo>
                  <a:cubicBezTo>
                    <a:pt x="8573" y="6133"/>
                    <a:pt x="8680" y="5906"/>
                    <a:pt x="8799" y="5692"/>
                  </a:cubicBezTo>
                  <a:cubicBezTo>
                    <a:pt x="8954" y="5418"/>
                    <a:pt x="9204" y="5204"/>
                    <a:pt x="9502" y="5097"/>
                  </a:cubicBezTo>
                  <a:cubicBezTo>
                    <a:pt x="9682" y="5054"/>
                    <a:pt x="9864" y="5033"/>
                    <a:pt x="10046" y="5033"/>
                  </a:cubicBezTo>
                  <a:close/>
                  <a:moveTo>
                    <a:pt x="12990" y="1"/>
                  </a:moveTo>
                  <a:cubicBezTo>
                    <a:pt x="12848" y="203"/>
                    <a:pt x="12728" y="430"/>
                    <a:pt x="12621" y="656"/>
                  </a:cubicBezTo>
                  <a:cubicBezTo>
                    <a:pt x="12419" y="1084"/>
                    <a:pt x="12205" y="1525"/>
                    <a:pt x="12002" y="1965"/>
                  </a:cubicBezTo>
                  <a:cubicBezTo>
                    <a:pt x="11609" y="2799"/>
                    <a:pt x="11181" y="3644"/>
                    <a:pt x="10859" y="4513"/>
                  </a:cubicBezTo>
                  <a:cubicBezTo>
                    <a:pt x="10587" y="4446"/>
                    <a:pt x="10308" y="4402"/>
                    <a:pt x="10035" y="4402"/>
                  </a:cubicBezTo>
                  <a:cubicBezTo>
                    <a:pt x="9630" y="4402"/>
                    <a:pt x="9237" y="4500"/>
                    <a:pt x="8895" y="4763"/>
                  </a:cubicBezTo>
                  <a:cubicBezTo>
                    <a:pt x="8430" y="5109"/>
                    <a:pt x="8216" y="5668"/>
                    <a:pt x="7990" y="6168"/>
                  </a:cubicBezTo>
                  <a:cubicBezTo>
                    <a:pt x="7716" y="6776"/>
                    <a:pt x="7454" y="7371"/>
                    <a:pt x="7192" y="7966"/>
                  </a:cubicBezTo>
                  <a:lnTo>
                    <a:pt x="7192" y="7978"/>
                  </a:lnTo>
                  <a:cubicBezTo>
                    <a:pt x="5442" y="11288"/>
                    <a:pt x="3918" y="14705"/>
                    <a:pt x="2441" y="18134"/>
                  </a:cubicBezTo>
                  <a:cubicBezTo>
                    <a:pt x="1953" y="19277"/>
                    <a:pt x="1477" y="20420"/>
                    <a:pt x="1001" y="21563"/>
                  </a:cubicBezTo>
                  <a:cubicBezTo>
                    <a:pt x="620" y="22468"/>
                    <a:pt x="1" y="23504"/>
                    <a:pt x="120" y="24528"/>
                  </a:cubicBezTo>
                  <a:cubicBezTo>
                    <a:pt x="215" y="25409"/>
                    <a:pt x="882" y="26052"/>
                    <a:pt x="1584" y="26528"/>
                  </a:cubicBezTo>
                  <a:cubicBezTo>
                    <a:pt x="2513" y="27135"/>
                    <a:pt x="3525" y="27600"/>
                    <a:pt x="4596" y="27897"/>
                  </a:cubicBezTo>
                  <a:cubicBezTo>
                    <a:pt x="4955" y="27994"/>
                    <a:pt x="5324" y="28060"/>
                    <a:pt x="5683" y="28060"/>
                  </a:cubicBezTo>
                  <a:cubicBezTo>
                    <a:pt x="6204" y="28060"/>
                    <a:pt x="6704" y="27921"/>
                    <a:pt x="7121" y="27540"/>
                  </a:cubicBezTo>
                  <a:cubicBezTo>
                    <a:pt x="7811" y="26909"/>
                    <a:pt x="8133" y="25921"/>
                    <a:pt x="8490" y="25087"/>
                  </a:cubicBezTo>
                  <a:cubicBezTo>
                    <a:pt x="9478" y="22801"/>
                    <a:pt x="10431" y="20480"/>
                    <a:pt x="11347" y="18206"/>
                  </a:cubicBezTo>
                  <a:cubicBezTo>
                    <a:pt x="12264" y="15920"/>
                    <a:pt x="13229" y="13645"/>
                    <a:pt x="14026" y="11312"/>
                  </a:cubicBezTo>
                  <a:cubicBezTo>
                    <a:pt x="14622" y="9562"/>
                    <a:pt x="15503" y="7454"/>
                    <a:pt x="13860" y="6002"/>
                  </a:cubicBezTo>
                  <a:lnTo>
                    <a:pt x="13776" y="5942"/>
                  </a:lnTo>
                  <a:cubicBezTo>
                    <a:pt x="14014" y="5644"/>
                    <a:pt x="14133" y="5252"/>
                    <a:pt x="14276" y="4906"/>
                  </a:cubicBezTo>
                  <a:cubicBezTo>
                    <a:pt x="14479" y="4454"/>
                    <a:pt x="14681" y="4001"/>
                    <a:pt x="14872" y="3549"/>
                  </a:cubicBezTo>
                  <a:cubicBezTo>
                    <a:pt x="15193" y="2823"/>
                    <a:pt x="15586" y="2073"/>
                    <a:pt x="15824" y="1299"/>
                  </a:cubicBezTo>
                  <a:lnTo>
                    <a:pt x="15562" y="1203"/>
                  </a:lnTo>
                  <a:cubicBezTo>
                    <a:pt x="15145" y="1882"/>
                    <a:pt x="14848" y="2668"/>
                    <a:pt x="14479" y="3382"/>
                  </a:cubicBezTo>
                  <a:cubicBezTo>
                    <a:pt x="14288" y="3799"/>
                    <a:pt x="14086" y="4216"/>
                    <a:pt x="13883" y="4632"/>
                  </a:cubicBezTo>
                  <a:cubicBezTo>
                    <a:pt x="13705" y="4966"/>
                    <a:pt x="13538" y="5311"/>
                    <a:pt x="13419" y="5668"/>
                  </a:cubicBezTo>
                  <a:cubicBezTo>
                    <a:pt x="12752" y="5228"/>
                    <a:pt x="12026" y="4871"/>
                    <a:pt x="11264" y="4632"/>
                  </a:cubicBezTo>
                  <a:cubicBezTo>
                    <a:pt x="11669" y="3811"/>
                    <a:pt x="11990" y="2942"/>
                    <a:pt x="12347" y="2108"/>
                  </a:cubicBezTo>
                  <a:cubicBezTo>
                    <a:pt x="12526" y="1704"/>
                    <a:pt x="12693" y="1287"/>
                    <a:pt x="12871" y="870"/>
                  </a:cubicBezTo>
                  <a:cubicBezTo>
                    <a:pt x="12990" y="620"/>
                    <a:pt x="13098" y="370"/>
                    <a:pt x="13169" y="96"/>
                  </a:cubicBezTo>
                  <a:lnTo>
                    <a:pt x="129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62" name="Google Shape;3162;p63"/>
          <p:cNvGrpSpPr/>
          <p:nvPr/>
        </p:nvGrpSpPr>
        <p:grpSpPr>
          <a:xfrm rot="-1184652">
            <a:off x="5300450" y="2324707"/>
            <a:ext cx="766640" cy="721060"/>
            <a:chOff x="2811050" y="2858075"/>
            <a:chExt cx="694150" cy="652825"/>
          </a:xfrm>
        </p:grpSpPr>
        <p:sp>
          <p:nvSpPr>
            <p:cNvPr id="3163" name="Google Shape;3163;p63"/>
            <p:cNvSpPr/>
            <p:nvPr/>
          </p:nvSpPr>
          <p:spPr>
            <a:xfrm>
              <a:off x="2883075" y="2983225"/>
              <a:ext cx="611125" cy="470125"/>
            </a:xfrm>
            <a:custGeom>
              <a:avLst/>
              <a:gdLst/>
              <a:ahLst/>
              <a:cxnLst/>
              <a:rect l="l" t="t" r="r" b="b"/>
              <a:pathLst>
                <a:path w="24445" h="18805" extrusionOk="0">
                  <a:moveTo>
                    <a:pt x="21777" y="1"/>
                  </a:moveTo>
                  <a:cubicBezTo>
                    <a:pt x="20480" y="799"/>
                    <a:pt x="19206" y="1644"/>
                    <a:pt x="17932" y="2477"/>
                  </a:cubicBezTo>
                  <a:cubicBezTo>
                    <a:pt x="17575" y="2704"/>
                    <a:pt x="17229" y="2942"/>
                    <a:pt x="16884" y="3168"/>
                  </a:cubicBezTo>
                  <a:cubicBezTo>
                    <a:pt x="16824" y="3192"/>
                    <a:pt x="16777" y="3227"/>
                    <a:pt x="16741" y="3251"/>
                  </a:cubicBezTo>
                  <a:cubicBezTo>
                    <a:pt x="18146" y="5430"/>
                    <a:pt x="18265" y="8192"/>
                    <a:pt x="17063" y="10490"/>
                  </a:cubicBezTo>
                  <a:cubicBezTo>
                    <a:pt x="17063" y="10490"/>
                    <a:pt x="17051" y="10502"/>
                    <a:pt x="17051" y="10502"/>
                  </a:cubicBezTo>
                  <a:cubicBezTo>
                    <a:pt x="16848" y="10883"/>
                    <a:pt x="16622" y="11252"/>
                    <a:pt x="16360" y="11586"/>
                  </a:cubicBezTo>
                  <a:cubicBezTo>
                    <a:pt x="15634" y="12526"/>
                    <a:pt x="14669" y="13288"/>
                    <a:pt x="13491" y="13550"/>
                  </a:cubicBezTo>
                  <a:cubicBezTo>
                    <a:pt x="13014" y="13657"/>
                    <a:pt x="12531" y="13709"/>
                    <a:pt x="12049" y="13709"/>
                  </a:cubicBezTo>
                  <a:cubicBezTo>
                    <a:pt x="11289" y="13709"/>
                    <a:pt x="10533" y="13579"/>
                    <a:pt x="9812" y="13324"/>
                  </a:cubicBezTo>
                  <a:cubicBezTo>
                    <a:pt x="7526" y="12479"/>
                    <a:pt x="6454" y="10109"/>
                    <a:pt x="6299" y="7799"/>
                  </a:cubicBezTo>
                  <a:cubicBezTo>
                    <a:pt x="6287" y="7621"/>
                    <a:pt x="6276" y="7442"/>
                    <a:pt x="6276" y="7264"/>
                  </a:cubicBezTo>
                  <a:cubicBezTo>
                    <a:pt x="4597" y="6978"/>
                    <a:pt x="2918" y="6692"/>
                    <a:pt x="1239" y="6418"/>
                  </a:cubicBezTo>
                  <a:lnTo>
                    <a:pt x="596" y="6311"/>
                  </a:lnTo>
                  <a:cubicBezTo>
                    <a:pt x="430" y="6264"/>
                    <a:pt x="251" y="6240"/>
                    <a:pt x="72" y="6228"/>
                  </a:cubicBezTo>
                  <a:lnTo>
                    <a:pt x="72" y="6383"/>
                  </a:lnTo>
                  <a:cubicBezTo>
                    <a:pt x="1" y="8550"/>
                    <a:pt x="191" y="10776"/>
                    <a:pt x="965" y="12824"/>
                  </a:cubicBezTo>
                  <a:cubicBezTo>
                    <a:pt x="1656" y="14657"/>
                    <a:pt x="2978" y="16181"/>
                    <a:pt x="4692" y="17146"/>
                  </a:cubicBezTo>
                  <a:cubicBezTo>
                    <a:pt x="6430" y="18098"/>
                    <a:pt x="8359" y="18658"/>
                    <a:pt x="10347" y="18777"/>
                  </a:cubicBezTo>
                  <a:cubicBezTo>
                    <a:pt x="10643" y="18795"/>
                    <a:pt x="10939" y="18805"/>
                    <a:pt x="11235" y="18805"/>
                  </a:cubicBezTo>
                  <a:cubicBezTo>
                    <a:pt x="14754" y="18805"/>
                    <a:pt x="18255" y="17499"/>
                    <a:pt x="20682" y="14896"/>
                  </a:cubicBezTo>
                  <a:cubicBezTo>
                    <a:pt x="23123" y="12288"/>
                    <a:pt x="24444" y="8526"/>
                    <a:pt x="23849" y="4978"/>
                  </a:cubicBezTo>
                  <a:cubicBezTo>
                    <a:pt x="23552" y="3168"/>
                    <a:pt x="22790" y="1489"/>
                    <a:pt x="21777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4" name="Google Shape;3164;p63"/>
            <p:cNvSpPr/>
            <p:nvPr/>
          </p:nvSpPr>
          <p:spPr>
            <a:xfrm>
              <a:off x="3201875" y="2872200"/>
              <a:ext cx="221475" cy="184575"/>
            </a:xfrm>
            <a:custGeom>
              <a:avLst/>
              <a:gdLst/>
              <a:ahLst/>
              <a:cxnLst/>
              <a:rect l="l" t="t" r="r" b="b"/>
              <a:pathLst>
                <a:path w="8859" h="7383" extrusionOk="0">
                  <a:moveTo>
                    <a:pt x="4715" y="1"/>
                  </a:moveTo>
                  <a:cubicBezTo>
                    <a:pt x="3096" y="1442"/>
                    <a:pt x="1429" y="2858"/>
                    <a:pt x="1" y="4501"/>
                  </a:cubicBezTo>
                  <a:cubicBezTo>
                    <a:pt x="501" y="4799"/>
                    <a:pt x="1024" y="5013"/>
                    <a:pt x="1513" y="5299"/>
                  </a:cubicBezTo>
                  <a:cubicBezTo>
                    <a:pt x="2048" y="5621"/>
                    <a:pt x="2537" y="5990"/>
                    <a:pt x="2977" y="6430"/>
                  </a:cubicBezTo>
                  <a:cubicBezTo>
                    <a:pt x="3263" y="6728"/>
                    <a:pt x="3537" y="7037"/>
                    <a:pt x="3775" y="7383"/>
                  </a:cubicBezTo>
                  <a:cubicBezTo>
                    <a:pt x="4037" y="7192"/>
                    <a:pt x="4334" y="7037"/>
                    <a:pt x="4608" y="6871"/>
                  </a:cubicBezTo>
                  <a:cubicBezTo>
                    <a:pt x="6025" y="5990"/>
                    <a:pt x="7454" y="5121"/>
                    <a:pt x="8859" y="4204"/>
                  </a:cubicBezTo>
                  <a:cubicBezTo>
                    <a:pt x="7716" y="2644"/>
                    <a:pt x="6347" y="1263"/>
                    <a:pt x="4799" y="96"/>
                  </a:cubicBezTo>
                  <a:cubicBezTo>
                    <a:pt x="4763" y="72"/>
                    <a:pt x="4739" y="37"/>
                    <a:pt x="4715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5" name="Google Shape;3165;p63"/>
            <p:cNvSpPr/>
            <p:nvPr/>
          </p:nvSpPr>
          <p:spPr>
            <a:xfrm>
              <a:off x="3283125" y="3078475"/>
              <a:ext cx="37550" cy="133975"/>
            </a:xfrm>
            <a:custGeom>
              <a:avLst/>
              <a:gdLst/>
              <a:ahLst/>
              <a:cxnLst/>
              <a:rect l="l" t="t" r="r" b="b"/>
              <a:pathLst>
                <a:path w="1502" h="5359" extrusionOk="0">
                  <a:moveTo>
                    <a:pt x="394" y="1"/>
                  </a:moveTo>
                  <a:cubicBezTo>
                    <a:pt x="382" y="156"/>
                    <a:pt x="370" y="299"/>
                    <a:pt x="358" y="453"/>
                  </a:cubicBezTo>
                  <a:lnTo>
                    <a:pt x="203" y="1692"/>
                  </a:lnTo>
                  <a:cubicBezTo>
                    <a:pt x="168" y="2001"/>
                    <a:pt x="144" y="2370"/>
                    <a:pt x="1" y="2632"/>
                  </a:cubicBezTo>
                  <a:cubicBezTo>
                    <a:pt x="489" y="3477"/>
                    <a:pt x="822" y="4394"/>
                    <a:pt x="989" y="5359"/>
                  </a:cubicBezTo>
                  <a:cubicBezTo>
                    <a:pt x="1501" y="3728"/>
                    <a:pt x="1370" y="1953"/>
                    <a:pt x="620" y="406"/>
                  </a:cubicBezTo>
                  <a:cubicBezTo>
                    <a:pt x="549" y="275"/>
                    <a:pt x="477" y="144"/>
                    <a:pt x="394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6" name="Google Shape;3166;p63"/>
            <p:cNvSpPr/>
            <p:nvPr/>
          </p:nvSpPr>
          <p:spPr>
            <a:xfrm>
              <a:off x="3182525" y="2993650"/>
              <a:ext cx="103600" cy="139625"/>
            </a:xfrm>
            <a:custGeom>
              <a:avLst/>
              <a:gdLst/>
              <a:ahLst/>
              <a:cxnLst/>
              <a:rect l="l" t="t" r="r" b="b"/>
              <a:pathLst>
                <a:path w="4144" h="5585" extrusionOk="0">
                  <a:moveTo>
                    <a:pt x="274" y="1"/>
                  </a:moveTo>
                  <a:cubicBezTo>
                    <a:pt x="251" y="394"/>
                    <a:pt x="144" y="798"/>
                    <a:pt x="96" y="1167"/>
                  </a:cubicBezTo>
                  <a:cubicBezTo>
                    <a:pt x="48" y="1596"/>
                    <a:pt x="24" y="2013"/>
                    <a:pt x="1" y="2441"/>
                  </a:cubicBezTo>
                  <a:cubicBezTo>
                    <a:pt x="1537" y="3084"/>
                    <a:pt x="2834" y="4180"/>
                    <a:pt x="3739" y="5585"/>
                  </a:cubicBezTo>
                  <a:cubicBezTo>
                    <a:pt x="3763" y="5323"/>
                    <a:pt x="3823" y="5073"/>
                    <a:pt x="3846" y="4835"/>
                  </a:cubicBezTo>
                  <a:lnTo>
                    <a:pt x="4037" y="3537"/>
                  </a:lnTo>
                  <a:cubicBezTo>
                    <a:pt x="4049" y="3346"/>
                    <a:pt x="4084" y="3156"/>
                    <a:pt x="4144" y="2977"/>
                  </a:cubicBezTo>
                  <a:cubicBezTo>
                    <a:pt x="3775" y="2418"/>
                    <a:pt x="3311" y="1929"/>
                    <a:pt x="2799" y="1513"/>
                  </a:cubicBezTo>
                  <a:cubicBezTo>
                    <a:pt x="2406" y="1203"/>
                    <a:pt x="1989" y="929"/>
                    <a:pt x="1537" y="715"/>
                  </a:cubicBezTo>
                  <a:cubicBezTo>
                    <a:pt x="1096" y="513"/>
                    <a:pt x="667" y="286"/>
                    <a:pt x="274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7" name="Google Shape;3167;p63"/>
            <p:cNvSpPr/>
            <p:nvPr/>
          </p:nvSpPr>
          <p:spPr>
            <a:xfrm>
              <a:off x="2823850" y="3149025"/>
              <a:ext cx="494725" cy="347500"/>
            </a:xfrm>
            <a:custGeom>
              <a:avLst/>
              <a:gdLst/>
              <a:ahLst/>
              <a:cxnLst/>
              <a:rect l="l" t="t" r="r" b="b"/>
              <a:pathLst>
                <a:path w="19789" h="13900" extrusionOk="0">
                  <a:moveTo>
                    <a:pt x="1929" y="1"/>
                  </a:moveTo>
                  <a:cubicBezTo>
                    <a:pt x="1787" y="144"/>
                    <a:pt x="1644" y="274"/>
                    <a:pt x="1489" y="429"/>
                  </a:cubicBezTo>
                  <a:cubicBezTo>
                    <a:pt x="989" y="929"/>
                    <a:pt x="513" y="1453"/>
                    <a:pt x="1" y="1941"/>
                  </a:cubicBezTo>
                  <a:lnTo>
                    <a:pt x="1" y="2037"/>
                  </a:lnTo>
                  <a:cubicBezTo>
                    <a:pt x="179" y="4835"/>
                    <a:pt x="1036" y="7609"/>
                    <a:pt x="2775" y="9847"/>
                  </a:cubicBezTo>
                  <a:cubicBezTo>
                    <a:pt x="4430" y="11990"/>
                    <a:pt x="6871" y="13407"/>
                    <a:pt x="9561" y="13764"/>
                  </a:cubicBezTo>
                  <a:cubicBezTo>
                    <a:pt x="10240" y="13855"/>
                    <a:pt x="10922" y="13900"/>
                    <a:pt x="11601" y="13900"/>
                  </a:cubicBezTo>
                  <a:cubicBezTo>
                    <a:pt x="14481" y="13900"/>
                    <a:pt x="17322" y="13091"/>
                    <a:pt x="19789" y="11550"/>
                  </a:cubicBezTo>
                  <a:lnTo>
                    <a:pt x="19789" y="11550"/>
                  </a:lnTo>
                  <a:cubicBezTo>
                    <a:pt x="17875" y="12423"/>
                    <a:pt x="15802" y="12870"/>
                    <a:pt x="13719" y="12870"/>
                  </a:cubicBezTo>
                  <a:cubicBezTo>
                    <a:pt x="12847" y="12870"/>
                    <a:pt x="11973" y="12791"/>
                    <a:pt x="11109" y="12633"/>
                  </a:cubicBezTo>
                  <a:cubicBezTo>
                    <a:pt x="9061" y="12276"/>
                    <a:pt x="7013" y="11478"/>
                    <a:pt x="5406" y="10157"/>
                  </a:cubicBezTo>
                  <a:cubicBezTo>
                    <a:pt x="3823" y="8883"/>
                    <a:pt x="2834" y="7037"/>
                    <a:pt x="2358" y="5085"/>
                  </a:cubicBezTo>
                  <a:cubicBezTo>
                    <a:pt x="1977" y="3418"/>
                    <a:pt x="1834" y="1703"/>
                    <a:pt x="1929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8" name="Google Shape;3168;p63"/>
            <p:cNvSpPr/>
            <p:nvPr/>
          </p:nvSpPr>
          <p:spPr>
            <a:xfrm>
              <a:off x="2885175" y="2973700"/>
              <a:ext cx="186650" cy="181900"/>
            </a:xfrm>
            <a:custGeom>
              <a:avLst/>
              <a:gdLst/>
              <a:ahLst/>
              <a:cxnLst/>
              <a:rect l="l" t="t" r="r" b="b"/>
              <a:pathLst>
                <a:path w="7466" h="7276" extrusionOk="0">
                  <a:moveTo>
                    <a:pt x="1465" y="1"/>
                  </a:moveTo>
                  <a:cubicBezTo>
                    <a:pt x="1453" y="13"/>
                    <a:pt x="1429" y="37"/>
                    <a:pt x="1417" y="60"/>
                  </a:cubicBezTo>
                  <a:cubicBezTo>
                    <a:pt x="512" y="2001"/>
                    <a:pt x="107" y="4168"/>
                    <a:pt x="0" y="6311"/>
                  </a:cubicBezTo>
                  <a:cubicBezTo>
                    <a:pt x="48" y="6311"/>
                    <a:pt x="107" y="6335"/>
                    <a:pt x="143" y="6335"/>
                  </a:cubicBezTo>
                  <a:lnTo>
                    <a:pt x="798" y="6442"/>
                  </a:lnTo>
                  <a:lnTo>
                    <a:pt x="6180" y="7276"/>
                  </a:lnTo>
                  <a:cubicBezTo>
                    <a:pt x="6203" y="6228"/>
                    <a:pt x="6311" y="5168"/>
                    <a:pt x="6501" y="4132"/>
                  </a:cubicBezTo>
                  <a:cubicBezTo>
                    <a:pt x="6715" y="2894"/>
                    <a:pt x="7037" y="1680"/>
                    <a:pt x="7466" y="501"/>
                  </a:cubicBezTo>
                  <a:cubicBezTo>
                    <a:pt x="5465" y="453"/>
                    <a:pt x="3441" y="346"/>
                    <a:pt x="1465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9" name="Google Shape;3169;p63"/>
            <p:cNvSpPr/>
            <p:nvPr/>
          </p:nvSpPr>
          <p:spPr>
            <a:xfrm>
              <a:off x="2822650" y="2981150"/>
              <a:ext cx="92300" cy="208375"/>
            </a:xfrm>
            <a:custGeom>
              <a:avLst/>
              <a:gdLst/>
              <a:ahLst/>
              <a:cxnLst/>
              <a:rect l="l" t="t" r="r" b="b"/>
              <a:pathLst>
                <a:path w="3692" h="8335" extrusionOk="0">
                  <a:moveTo>
                    <a:pt x="3692" y="1"/>
                  </a:moveTo>
                  <a:lnTo>
                    <a:pt x="3692" y="1"/>
                  </a:lnTo>
                  <a:cubicBezTo>
                    <a:pt x="3156" y="560"/>
                    <a:pt x="2585" y="1096"/>
                    <a:pt x="2025" y="1620"/>
                  </a:cubicBezTo>
                  <a:cubicBezTo>
                    <a:pt x="1430" y="2179"/>
                    <a:pt x="525" y="2799"/>
                    <a:pt x="334" y="3644"/>
                  </a:cubicBezTo>
                  <a:cubicBezTo>
                    <a:pt x="168" y="4477"/>
                    <a:pt x="72" y="5323"/>
                    <a:pt x="49" y="6168"/>
                  </a:cubicBezTo>
                  <a:cubicBezTo>
                    <a:pt x="1" y="6894"/>
                    <a:pt x="1" y="7621"/>
                    <a:pt x="37" y="8335"/>
                  </a:cubicBezTo>
                  <a:cubicBezTo>
                    <a:pt x="465" y="7811"/>
                    <a:pt x="930" y="7311"/>
                    <a:pt x="1430" y="6847"/>
                  </a:cubicBezTo>
                  <a:lnTo>
                    <a:pt x="1894" y="6418"/>
                  </a:lnTo>
                  <a:cubicBezTo>
                    <a:pt x="1918" y="6394"/>
                    <a:pt x="1954" y="6358"/>
                    <a:pt x="1989" y="6323"/>
                  </a:cubicBezTo>
                  <a:cubicBezTo>
                    <a:pt x="2001" y="6085"/>
                    <a:pt x="2025" y="5846"/>
                    <a:pt x="2037" y="5620"/>
                  </a:cubicBezTo>
                  <a:cubicBezTo>
                    <a:pt x="2216" y="3644"/>
                    <a:pt x="2728" y="1727"/>
                    <a:pt x="3692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0" name="Google Shape;3170;p63"/>
            <p:cNvSpPr/>
            <p:nvPr/>
          </p:nvSpPr>
          <p:spPr>
            <a:xfrm>
              <a:off x="2811050" y="2858075"/>
              <a:ext cx="694150" cy="652825"/>
            </a:xfrm>
            <a:custGeom>
              <a:avLst/>
              <a:gdLst/>
              <a:ahLst/>
              <a:cxnLst/>
              <a:rect l="l" t="t" r="r" b="b"/>
              <a:pathLst>
                <a:path w="27766" h="26113" extrusionOk="0">
                  <a:moveTo>
                    <a:pt x="20348" y="566"/>
                  </a:moveTo>
                  <a:cubicBezTo>
                    <a:pt x="20372" y="602"/>
                    <a:pt x="20396" y="637"/>
                    <a:pt x="20432" y="661"/>
                  </a:cubicBezTo>
                  <a:cubicBezTo>
                    <a:pt x="21980" y="1828"/>
                    <a:pt x="23349" y="3209"/>
                    <a:pt x="24492" y="4769"/>
                  </a:cubicBezTo>
                  <a:cubicBezTo>
                    <a:pt x="23087" y="5686"/>
                    <a:pt x="21658" y="6555"/>
                    <a:pt x="20241" y="7436"/>
                  </a:cubicBezTo>
                  <a:cubicBezTo>
                    <a:pt x="19967" y="7602"/>
                    <a:pt x="19670" y="7757"/>
                    <a:pt x="19408" y="7948"/>
                  </a:cubicBezTo>
                  <a:cubicBezTo>
                    <a:pt x="19170" y="7602"/>
                    <a:pt x="18896" y="7293"/>
                    <a:pt x="18610" y="6995"/>
                  </a:cubicBezTo>
                  <a:cubicBezTo>
                    <a:pt x="18170" y="6555"/>
                    <a:pt x="17681" y="6186"/>
                    <a:pt x="17146" y="5864"/>
                  </a:cubicBezTo>
                  <a:cubicBezTo>
                    <a:pt x="16657" y="5578"/>
                    <a:pt x="16134" y="5364"/>
                    <a:pt x="15634" y="5066"/>
                  </a:cubicBezTo>
                  <a:cubicBezTo>
                    <a:pt x="17062" y="3435"/>
                    <a:pt x="18729" y="2007"/>
                    <a:pt x="20348" y="566"/>
                  </a:cubicBezTo>
                  <a:close/>
                  <a:moveTo>
                    <a:pt x="15145" y="5424"/>
                  </a:moveTo>
                  <a:cubicBezTo>
                    <a:pt x="15538" y="5709"/>
                    <a:pt x="15967" y="5936"/>
                    <a:pt x="16407" y="6138"/>
                  </a:cubicBezTo>
                  <a:cubicBezTo>
                    <a:pt x="16848" y="6352"/>
                    <a:pt x="17277" y="6626"/>
                    <a:pt x="17670" y="6936"/>
                  </a:cubicBezTo>
                  <a:cubicBezTo>
                    <a:pt x="18181" y="7352"/>
                    <a:pt x="18634" y="7841"/>
                    <a:pt x="19015" y="8400"/>
                  </a:cubicBezTo>
                  <a:cubicBezTo>
                    <a:pt x="18955" y="8579"/>
                    <a:pt x="18920" y="8769"/>
                    <a:pt x="18908" y="8960"/>
                  </a:cubicBezTo>
                  <a:lnTo>
                    <a:pt x="18717" y="10269"/>
                  </a:lnTo>
                  <a:cubicBezTo>
                    <a:pt x="18682" y="10496"/>
                    <a:pt x="18622" y="10758"/>
                    <a:pt x="18610" y="11008"/>
                  </a:cubicBezTo>
                  <a:cubicBezTo>
                    <a:pt x="17705" y="9603"/>
                    <a:pt x="16407" y="8507"/>
                    <a:pt x="14872" y="7864"/>
                  </a:cubicBezTo>
                  <a:cubicBezTo>
                    <a:pt x="14883" y="7448"/>
                    <a:pt x="14907" y="7019"/>
                    <a:pt x="14967" y="6590"/>
                  </a:cubicBezTo>
                  <a:cubicBezTo>
                    <a:pt x="15014" y="6221"/>
                    <a:pt x="15122" y="5817"/>
                    <a:pt x="15145" y="5424"/>
                  </a:cubicBezTo>
                  <a:close/>
                  <a:moveTo>
                    <a:pt x="4442" y="4626"/>
                  </a:moveTo>
                  <a:cubicBezTo>
                    <a:pt x="6406" y="4971"/>
                    <a:pt x="8430" y="5078"/>
                    <a:pt x="10431" y="5126"/>
                  </a:cubicBezTo>
                  <a:cubicBezTo>
                    <a:pt x="10014" y="6305"/>
                    <a:pt x="9692" y="7531"/>
                    <a:pt x="9478" y="8769"/>
                  </a:cubicBezTo>
                  <a:lnTo>
                    <a:pt x="9466" y="8757"/>
                  </a:lnTo>
                  <a:cubicBezTo>
                    <a:pt x="9276" y="9793"/>
                    <a:pt x="9168" y="10853"/>
                    <a:pt x="9157" y="11901"/>
                  </a:cubicBezTo>
                  <a:lnTo>
                    <a:pt x="3763" y="11055"/>
                  </a:lnTo>
                  <a:lnTo>
                    <a:pt x="3120" y="10948"/>
                  </a:lnTo>
                  <a:cubicBezTo>
                    <a:pt x="3072" y="10948"/>
                    <a:pt x="3013" y="10936"/>
                    <a:pt x="2965" y="10924"/>
                  </a:cubicBezTo>
                  <a:cubicBezTo>
                    <a:pt x="3084" y="8793"/>
                    <a:pt x="3477" y="6626"/>
                    <a:pt x="4382" y="4674"/>
                  </a:cubicBezTo>
                  <a:cubicBezTo>
                    <a:pt x="4394" y="4662"/>
                    <a:pt x="4418" y="4638"/>
                    <a:pt x="4442" y="4626"/>
                  </a:cubicBezTo>
                  <a:close/>
                  <a:moveTo>
                    <a:pt x="4156" y="4924"/>
                  </a:moveTo>
                  <a:lnTo>
                    <a:pt x="4156" y="4924"/>
                  </a:lnTo>
                  <a:cubicBezTo>
                    <a:pt x="3203" y="6650"/>
                    <a:pt x="2691" y="8579"/>
                    <a:pt x="2513" y="10543"/>
                  </a:cubicBezTo>
                  <a:lnTo>
                    <a:pt x="2501" y="10543"/>
                  </a:lnTo>
                  <a:cubicBezTo>
                    <a:pt x="2489" y="10781"/>
                    <a:pt x="2465" y="11008"/>
                    <a:pt x="2453" y="11258"/>
                  </a:cubicBezTo>
                  <a:cubicBezTo>
                    <a:pt x="2418" y="11293"/>
                    <a:pt x="2394" y="11329"/>
                    <a:pt x="2358" y="11353"/>
                  </a:cubicBezTo>
                  <a:lnTo>
                    <a:pt x="1906" y="11782"/>
                  </a:lnTo>
                  <a:cubicBezTo>
                    <a:pt x="1406" y="12246"/>
                    <a:pt x="941" y="12746"/>
                    <a:pt x="501" y="13270"/>
                  </a:cubicBezTo>
                  <a:cubicBezTo>
                    <a:pt x="477" y="12555"/>
                    <a:pt x="477" y="11829"/>
                    <a:pt x="513" y="11103"/>
                  </a:cubicBezTo>
                  <a:cubicBezTo>
                    <a:pt x="536" y="10258"/>
                    <a:pt x="632" y="9412"/>
                    <a:pt x="798" y="8579"/>
                  </a:cubicBezTo>
                  <a:cubicBezTo>
                    <a:pt x="1001" y="7745"/>
                    <a:pt x="1906" y="7114"/>
                    <a:pt x="2501" y="6555"/>
                  </a:cubicBezTo>
                  <a:cubicBezTo>
                    <a:pt x="3061" y="6019"/>
                    <a:pt x="3620" y="5483"/>
                    <a:pt x="4156" y="4924"/>
                  </a:cubicBezTo>
                  <a:close/>
                  <a:moveTo>
                    <a:pt x="19289" y="8817"/>
                  </a:moveTo>
                  <a:cubicBezTo>
                    <a:pt x="19360" y="8960"/>
                    <a:pt x="19432" y="9091"/>
                    <a:pt x="19503" y="9222"/>
                  </a:cubicBezTo>
                  <a:cubicBezTo>
                    <a:pt x="20253" y="10769"/>
                    <a:pt x="20384" y="12544"/>
                    <a:pt x="19872" y="14175"/>
                  </a:cubicBezTo>
                  <a:cubicBezTo>
                    <a:pt x="19705" y="13210"/>
                    <a:pt x="19372" y="12293"/>
                    <a:pt x="18884" y="11448"/>
                  </a:cubicBezTo>
                  <a:cubicBezTo>
                    <a:pt x="19039" y="11186"/>
                    <a:pt x="19051" y="10805"/>
                    <a:pt x="19086" y="10508"/>
                  </a:cubicBezTo>
                  <a:lnTo>
                    <a:pt x="19241" y="9269"/>
                  </a:lnTo>
                  <a:cubicBezTo>
                    <a:pt x="19253" y="9115"/>
                    <a:pt x="19265" y="8972"/>
                    <a:pt x="19289" y="8817"/>
                  </a:cubicBezTo>
                  <a:close/>
                  <a:moveTo>
                    <a:pt x="24647" y="4995"/>
                  </a:moveTo>
                  <a:cubicBezTo>
                    <a:pt x="25671" y="6495"/>
                    <a:pt x="26433" y="8174"/>
                    <a:pt x="26730" y="9984"/>
                  </a:cubicBezTo>
                  <a:cubicBezTo>
                    <a:pt x="27325" y="13532"/>
                    <a:pt x="26004" y="17294"/>
                    <a:pt x="23563" y="19902"/>
                  </a:cubicBezTo>
                  <a:cubicBezTo>
                    <a:pt x="21136" y="22505"/>
                    <a:pt x="17635" y="23811"/>
                    <a:pt x="14106" y="23811"/>
                  </a:cubicBezTo>
                  <a:cubicBezTo>
                    <a:pt x="13810" y="23811"/>
                    <a:pt x="13513" y="23801"/>
                    <a:pt x="13217" y="23783"/>
                  </a:cubicBezTo>
                  <a:cubicBezTo>
                    <a:pt x="11228" y="23664"/>
                    <a:pt x="9299" y="23104"/>
                    <a:pt x="7561" y="22140"/>
                  </a:cubicBezTo>
                  <a:cubicBezTo>
                    <a:pt x="5847" y="21187"/>
                    <a:pt x="4525" y="19663"/>
                    <a:pt x="3834" y="17830"/>
                  </a:cubicBezTo>
                  <a:cubicBezTo>
                    <a:pt x="3061" y="15782"/>
                    <a:pt x="2870" y="13556"/>
                    <a:pt x="2941" y="11389"/>
                  </a:cubicBezTo>
                  <a:lnTo>
                    <a:pt x="2941" y="11234"/>
                  </a:lnTo>
                  <a:cubicBezTo>
                    <a:pt x="3120" y="11234"/>
                    <a:pt x="3299" y="11258"/>
                    <a:pt x="3465" y="11305"/>
                  </a:cubicBezTo>
                  <a:lnTo>
                    <a:pt x="4120" y="11412"/>
                  </a:lnTo>
                  <a:cubicBezTo>
                    <a:pt x="5799" y="11698"/>
                    <a:pt x="7466" y="11972"/>
                    <a:pt x="9145" y="12258"/>
                  </a:cubicBezTo>
                  <a:cubicBezTo>
                    <a:pt x="9145" y="12448"/>
                    <a:pt x="9157" y="12627"/>
                    <a:pt x="9168" y="12805"/>
                  </a:cubicBezTo>
                  <a:cubicBezTo>
                    <a:pt x="9335" y="15103"/>
                    <a:pt x="10407" y="17485"/>
                    <a:pt x="12693" y="18330"/>
                  </a:cubicBezTo>
                  <a:cubicBezTo>
                    <a:pt x="13414" y="18585"/>
                    <a:pt x="14170" y="18715"/>
                    <a:pt x="14927" y="18715"/>
                  </a:cubicBezTo>
                  <a:cubicBezTo>
                    <a:pt x="15408" y="18715"/>
                    <a:pt x="15888" y="18663"/>
                    <a:pt x="16360" y="18556"/>
                  </a:cubicBezTo>
                  <a:cubicBezTo>
                    <a:pt x="17539" y="18294"/>
                    <a:pt x="18515" y="17532"/>
                    <a:pt x="19241" y="16592"/>
                  </a:cubicBezTo>
                  <a:cubicBezTo>
                    <a:pt x="19491" y="16246"/>
                    <a:pt x="19729" y="15889"/>
                    <a:pt x="19920" y="15508"/>
                  </a:cubicBezTo>
                  <a:cubicBezTo>
                    <a:pt x="19932" y="15496"/>
                    <a:pt x="19932" y="15496"/>
                    <a:pt x="19932" y="15484"/>
                  </a:cubicBezTo>
                  <a:cubicBezTo>
                    <a:pt x="21134" y="13198"/>
                    <a:pt x="21015" y="10436"/>
                    <a:pt x="19610" y="8257"/>
                  </a:cubicBezTo>
                  <a:cubicBezTo>
                    <a:pt x="19658" y="8233"/>
                    <a:pt x="19705" y="8198"/>
                    <a:pt x="19753" y="8162"/>
                  </a:cubicBezTo>
                  <a:cubicBezTo>
                    <a:pt x="20110" y="7936"/>
                    <a:pt x="20456" y="7710"/>
                    <a:pt x="20801" y="7483"/>
                  </a:cubicBezTo>
                  <a:cubicBezTo>
                    <a:pt x="22075" y="6638"/>
                    <a:pt x="23349" y="5805"/>
                    <a:pt x="24647" y="4995"/>
                  </a:cubicBezTo>
                  <a:close/>
                  <a:moveTo>
                    <a:pt x="2441" y="11639"/>
                  </a:moveTo>
                  <a:lnTo>
                    <a:pt x="2441" y="11639"/>
                  </a:lnTo>
                  <a:cubicBezTo>
                    <a:pt x="2334" y="13353"/>
                    <a:pt x="2489" y="15068"/>
                    <a:pt x="2870" y="16735"/>
                  </a:cubicBezTo>
                  <a:cubicBezTo>
                    <a:pt x="3346" y="18675"/>
                    <a:pt x="4335" y="20533"/>
                    <a:pt x="5906" y="21807"/>
                  </a:cubicBezTo>
                  <a:cubicBezTo>
                    <a:pt x="7525" y="23116"/>
                    <a:pt x="9585" y="23914"/>
                    <a:pt x="11621" y="24283"/>
                  </a:cubicBezTo>
                  <a:cubicBezTo>
                    <a:pt x="12479" y="24436"/>
                    <a:pt x="13344" y="24512"/>
                    <a:pt x="14206" y="24512"/>
                  </a:cubicBezTo>
                  <a:cubicBezTo>
                    <a:pt x="16300" y="24512"/>
                    <a:pt x="18378" y="24065"/>
                    <a:pt x="20301" y="23188"/>
                  </a:cubicBezTo>
                  <a:lnTo>
                    <a:pt x="20301" y="23188"/>
                  </a:lnTo>
                  <a:cubicBezTo>
                    <a:pt x="17834" y="24729"/>
                    <a:pt x="14993" y="25538"/>
                    <a:pt x="12113" y="25538"/>
                  </a:cubicBezTo>
                  <a:cubicBezTo>
                    <a:pt x="11434" y="25538"/>
                    <a:pt x="10752" y="25493"/>
                    <a:pt x="10073" y="25402"/>
                  </a:cubicBezTo>
                  <a:cubicBezTo>
                    <a:pt x="7383" y="25045"/>
                    <a:pt x="4942" y="23640"/>
                    <a:pt x="3275" y="21485"/>
                  </a:cubicBezTo>
                  <a:cubicBezTo>
                    <a:pt x="1537" y="19259"/>
                    <a:pt x="691" y="16484"/>
                    <a:pt x="513" y="13687"/>
                  </a:cubicBezTo>
                  <a:lnTo>
                    <a:pt x="513" y="13591"/>
                  </a:lnTo>
                  <a:cubicBezTo>
                    <a:pt x="1025" y="13103"/>
                    <a:pt x="1501" y="12567"/>
                    <a:pt x="2001" y="12067"/>
                  </a:cubicBezTo>
                  <a:cubicBezTo>
                    <a:pt x="2144" y="11924"/>
                    <a:pt x="2287" y="11793"/>
                    <a:pt x="2441" y="11639"/>
                  </a:cubicBezTo>
                  <a:close/>
                  <a:moveTo>
                    <a:pt x="20406" y="1"/>
                  </a:moveTo>
                  <a:cubicBezTo>
                    <a:pt x="20354" y="1"/>
                    <a:pt x="20302" y="19"/>
                    <a:pt x="20253" y="54"/>
                  </a:cubicBezTo>
                  <a:cubicBezTo>
                    <a:pt x="18360" y="1518"/>
                    <a:pt x="16729" y="3257"/>
                    <a:pt x="15003" y="4924"/>
                  </a:cubicBezTo>
                  <a:cubicBezTo>
                    <a:pt x="14967" y="4971"/>
                    <a:pt x="14943" y="5019"/>
                    <a:pt x="14931" y="5078"/>
                  </a:cubicBezTo>
                  <a:cubicBezTo>
                    <a:pt x="14919" y="5090"/>
                    <a:pt x="14907" y="5090"/>
                    <a:pt x="14895" y="5114"/>
                  </a:cubicBezTo>
                  <a:cubicBezTo>
                    <a:pt x="14657" y="5519"/>
                    <a:pt x="14610" y="6067"/>
                    <a:pt x="14526" y="6531"/>
                  </a:cubicBezTo>
                  <a:cubicBezTo>
                    <a:pt x="14443" y="7019"/>
                    <a:pt x="14395" y="7519"/>
                    <a:pt x="14360" y="8019"/>
                  </a:cubicBezTo>
                  <a:cubicBezTo>
                    <a:pt x="14360" y="8126"/>
                    <a:pt x="14431" y="8222"/>
                    <a:pt x="14538" y="8257"/>
                  </a:cubicBezTo>
                  <a:cubicBezTo>
                    <a:pt x="15991" y="8829"/>
                    <a:pt x="17241" y="9829"/>
                    <a:pt x="18134" y="11103"/>
                  </a:cubicBezTo>
                  <a:cubicBezTo>
                    <a:pt x="18920" y="12246"/>
                    <a:pt x="19408" y="13567"/>
                    <a:pt x="19563" y="14949"/>
                  </a:cubicBezTo>
                  <a:cubicBezTo>
                    <a:pt x="19491" y="15103"/>
                    <a:pt x="19420" y="15246"/>
                    <a:pt x="19348" y="15389"/>
                  </a:cubicBezTo>
                  <a:cubicBezTo>
                    <a:pt x="18824" y="16342"/>
                    <a:pt x="18086" y="17211"/>
                    <a:pt x="17110" y="17699"/>
                  </a:cubicBezTo>
                  <a:cubicBezTo>
                    <a:pt x="16459" y="18028"/>
                    <a:pt x="15709" y="18159"/>
                    <a:pt x="14963" y="18159"/>
                  </a:cubicBezTo>
                  <a:cubicBezTo>
                    <a:pt x="14494" y="18159"/>
                    <a:pt x="14027" y="18108"/>
                    <a:pt x="13586" y="18020"/>
                  </a:cubicBezTo>
                  <a:cubicBezTo>
                    <a:pt x="11181" y="17544"/>
                    <a:pt x="9895" y="15389"/>
                    <a:pt x="9669" y="13079"/>
                  </a:cubicBezTo>
                  <a:cubicBezTo>
                    <a:pt x="9418" y="10329"/>
                    <a:pt x="10109" y="7460"/>
                    <a:pt x="11109" y="4912"/>
                  </a:cubicBezTo>
                  <a:cubicBezTo>
                    <a:pt x="11157" y="4733"/>
                    <a:pt x="11014" y="4554"/>
                    <a:pt x="10835" y="4554"/>
                  </a:cubicBezTo>
                  <a:cubicBezTo>
                    <a:pt x="10677" y="4556"/>
                    <a:pt x="10519" y="4557"/>
                    <a:pt x="10361" y="4557"/>
                  </a:cubicBezTo>
                  <a:cubicBezTo>
                    <a:pt x="8413" y="4557"/>
                    <a:pt x="6475" y="4428"/>
                    <a:pt x="4537" y="4340"/>
                  </a:cubicBezTo>
                  <a:lnTo>
                    <a:pt x="4549" y="4304"/>
                  </a:lnTo>
                  <a:cubicBezTo>
                    <a:pt x="4557" y="4288"/>
                    <a:pt x="4542" y="4271"/>
                    <a:pt x="4528" y="4271"/>
                  </a:cubicBezTo>
                  <a:cubicBezTo>
                    <a:pt x="4522" y="4271"/>
                    <a:pt x="4517" y="4274"/>
                    <a:pt x="4513" y="4281"/>
                  </a:cubicBezTo>
                  <a:cubicBezTo>
                    <a:pt x="4501" y="4293"/>
                    <a:pt x="4501" y="4316"/>
                    <a:pt x="4489" y="4328"/>
                  </a:cubicBezTo>
                  <a:lnTo>
                    <a:pt x="4477" y="4328"/>
                  </a:lnTo>
                  <a:cubicBezTo>
                    <a:pt x="4430" y="4328"/>
                    <a:pt x="4394" y="4352"/>
                    <a:pt x="4370" y="4388"/>
                  </a:cubicBezTo>
                  <a:cubicBezTo>
                    <a:pt x="4346" y="4388"/>
                    <a:pt x="4311" y="4400"/>
                    <a:pt x="4299" y="4423"/>
                  </a:cubicBezTo>
                  <a:cubicBezTo>
                    <a:pt x="3620" y="4971"/>
                    <a:pt x="2989" y="5590"/>
                    <a:pt x="2346" y="6186"/>
                  </a:cubicBezTo>
                  <a:cubicBezTo>
                    <a:pt x="1787" y="6709"/>
                    <a:pt x="1084" y="7221"/>
                    <a:pt x="667" y="7864"/>
                  </a:cubicBezTo>
                  <a:cubicBezTo>
                    <a:pt x="286" y="8460"/>
                    <a:pt x="274" y="9269"/>
                    <a:pt x="191" y="9948"/>
                  </a:cubicBezTo>
                  <a:cubicBezTo>
                    <a:pt x="96" y="10758"/>
                    <a:pt x="36" y="11567"/>
                    <a:pt x="24" y="12389"/>
                  </a:cubicBezTo>
                  <a:cubicBezTo>
                    <a:pt x="1" y="15377"/>
                    <a:pt x="655" y="18437"/>
                    <a:pt x="2310" y="20961"/>
                  </a:cubicBezTo>
                  <a:cubicBezTo>
                    <a:pt x="3799" y="23247"/>
                    <a:pt x="5989" y="24986"/>
                    <a:pt x="8645" y="25676"/>
                  </a:cubicBezTo>
                  <a:cubicBezTo>
                    <a:pt x="9791" y="25972"/>
                    <a:pt x="10978" y="26112"/>
                    <a:pt x="12168" y="26112"/>
                  </a:cubicBezTo>
                  <a:cubicBezTo>
                    <a:pt x="13759" y="26112"/>
                    <a:pt x="15354" y="25860"/>
                    <a:pt x="16860" y="25390"/>
                  </a:cubicBezTo>
                  <a:cubicBezTo>
                    <a:pt x="19241" y="24652"/>
                    <a:pt x="21384" y="23331"/>
                    <a:pt x="23004" y="21473"/>
                  </a:cubicBezTo>
                  <a:cubicBezTo>
                    <a:pt x="23027" y="21461"/>
                    <a:pt x="23039" y="21437"/>
                    <a:pt x="23051" y="21426"/>
                  </a:cubicBezTo>
                  <a:cubicBezTo>
                    <a:pt x="25992" y="18961"/>
                    <a:pt x="27766" y="15091"/>
                    <a:pt x="27611" y="11258"/>
                  </a:cubicBezTo>
                  <a:cubicBezTo>
                    <a:pt x="27456" y="7150"/>
                    <a:pt x="25039" y="3566"/>
                    <a:pt x="21968" y="1006"/>
                  </a:cubicBezTo>
                  <a:cubicBezTo>
                    <a:pt x="21575" y="685"/>
                    <a:pt x="21182" y="375"/>
                    <a:pt x="20777" y="90"/>
                  </a:cubicBezTo>
                  <a:cubicBezTo>
                    <a:pt x="20724" y="45"/>
                    <a:pt x="20658" y="21"/>
                    <a:pt x="20589" y="21"/>
                  </a:cubicBezTo>
                  <a:cubicBezTo>
                    <a:pt x="20564" y="21"/>
                    <a:pt x="20540" y="24"/>
                    <a:pt x="20515" y="30"/>
                  </a:cubicBezTo>
                  <a:cubicBezTo>
                    <a:pt x="20480" y="10"/>
                    <a:pt x="20443" y="1"/>
                    <a:pt x="204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71" name="Google Shape;3171;p63"/>
          <p:cNvGrpSpPr/>
          <p:nvPr/>
        </p:nvGrpSpPr>
        <p:grpSpPr>
          <a:xfrm>
            <a:off x="6357131" y="2332656"/>
            <a:ext cx="698366" cy="705310"/>
            <a:chOff x="1175125" y="3402750"/>
            <a:chExt cx="506650" cy="511650"/>
          </a:xfrm>
        </p:grpSpPr>
        <p:sp>
          <p:nvSpPr>
            <p:cNvPr id="3172" name="Google Shape;3172;p63"/>
            <p:cNvSpPr/>
            <p:nvPr/>
          </p:nvSpPr>
          <p:spPr>
            <a:xfrm>
              <a:off x="1520725" y="3700875"/>
              <a:ext cx="77100" cy="74600"/>
            </a:xfrm>
            <a:custGeom>
              <a:avLst/>
              <a:gdLst/>
              <a:ahLst/>
              <a:cxnLst/>
              <a:rect l="l" t="t" r="r" b="b"/>
              <a:pathLst>
                <a:path w="3084" h="2984" extrusionOk="0">
                  <a:moveTo>
                    <a:pt x="2774" y="1"/>
                  </a:moveTo>
                  <a:cubicBezTo>
                    <a:pt x="2631" y="13"/>
                    <a:pt x="2500" y="60"/>
                    <a:pt x="2417" y="167"/>
                  </a:cubicBezTo>
                  <a:cubicBezTo>
                    <a:pt x="2369" y="525"/>
                    <a:pt x="2155" y="799"/>
                    <a:pt x="1905" y="1049"/>
                  </a:cubicBezTo>
                  <a:cubicBezTo>
                    <a:pt x="1560" y="1382"/>
                    <a:pt x="1179" y="1691"/>
                    <a:pt x="822" y="2001"/>
                  </a:cubicBezTo>
                  <a:cubicBezTo>
                    <a:pt x="643" y="2156"/>
                    <a:pt x="0" y="2596"/>
                    <a:pt x="274" y="2882"/>
                  </a:cubicBezTo>
                  <a:cubicBezTo>
                    <a:pt x="352" y="2956"/>
                    <a:pt x="455" y="2983"/>
                    <a:pt x="567" y="2983"/>
                  </a:cubicBezTo>
                  <a:cubicBezTo>
                    <a:pt x="778" y="2983"/>
                    <a:pt x="1019" y="2885"/>
                    <a:pt x="1167" y="2823"/>
                  </a:cubicBezTo>
                  <a:cubicBezTo>
                    <a:pt x="1798" y="2513"/>
                    <a:pt x="2310" y="2025"/>
                    <a:pt x="2643" y="1406"/>
                  </a:cubicBezTo>
                  <a:cubicBezTo>
                    <a:pt x="2738" y="1251"/>
                    <a:pt x="2822" y="1072"/>
                    <a:pt x="2893" y="906"/>
                  </a:cubicBezTo>
                  <a:cubicBezTo>
                    <a:pt x="2989" y="739"/>
                    <a:pt x="3036" y="548"/>
                    <a:pt x="3060" y="358"/>
                  </a:cubicBezTo>
                  <a:cubicBezTo>
                    <a:pt x="3084" y="179"/>
                    <a:pt x="2953" y="25"/>
                    <a:pt x="2774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3" name="Google Shape;3173;p63"/>
            <p:cNvSpPr/>
            <p:nvPr/>
          </p:nvSpPr>
          <p:spPr>
            <a:xfrm>
              <a:off x="1314450" y="3714050"/>
              <a:ext cx="155100" cy="102075"/>
            </a:xfrm>
            <a:custGeom>
              <a:avLst/>
              <a:gdLst/>
              <a:ahLst/>
              <a:cxnLst/>
              <a:rect l="l" t="t" r="r" b="b"/>
              <a:pathLst>
                <a:path w="6204" h="4083" extrusionOk="0">
                  <a:moveTo>
                    <a:pt x="989" y="1"/>
                  </a:moveTo>
                  <a:cubicBezTo>
                    <a:pt x="838" y="1"/>
                    <a:pt x="680" y="86"/>
                    <a:pt x="560" y="176"/>
                  </a:cubicBezTo>
                  <a:cubicBezTo>
                    <a:pt x="321" y="379"/>
                    <a:pt x="155" y="653"/>
                    <a:pt x="95" y="962"/>
                  </a:cubicBezTo>
                  <a:cubicBezTo>
                    <a:pt x="0" y="1343"/>
                    <a:pt x="131" y="1748"/>
                    <a:pt x="429" y="2010"/>
                  </a:cubicBezTo>
                  <a:cubicBezTo>
                    <a:pt x="667" y="2093"/>
                    <a:pt x="905" y="2153"/>
                    <a:pt x="1143" y="2188"/>
                  </a:cubicBezTo>
                  <a:cubicBezTo>
                    <a:pt x="1441" y="2236"/>
                    <a:pt x="1726" y="2343"/>
                    <a:pt x="1976" y="2510"/>
                  </a:cubicBezTo>
                  <a:cubicBezTo>
                    <a:pt x="2488" y="2843"/>
                    <a:pt x="2834" y="3367"/>
                    <a:pt x="3369" y="3677"/>
                  </a:cubicBezTo>
                  <a:cubicBezTo>
                    <a:pt x="3810" y="3945"/>
                    <a:pt x="4320" y="4082"/>
                    <a:pt x="4831" y="4082"/>
                  </a:cubicBezTo>
                  <a:cubicBezTo>
                    <a:pt x="4955" y="4082"/>
                    <a:pt x="5080" y="4074"/>
                    <a:pt x="5203" y="4058"/>
                  </a:cubicBezTo>
                  <a:cubicBezTo>
                    <a:pt x="5501" y="4034"/>
                    <a:pt x="5775" y="3915"/>
                    <a:pt x="6013" y="3736"/>
                  </a:cubicBezTo>
                  <a:cubicBezTo>
                    <a:pt x="6120" y="3629"/>
                    <a:pt x="6203" y="3486"/>
                    <a:pt x="6084" y="3367"/>
                  </a:cubicBezTo>
                  <a:cubicBezTo>
                    <a:pt x="5977" y="3284"/>
                    <a:pt x="5858" y="3224"/>
                    <a:pt x="5739" y="3212"/>
                  </a:cubicBezTo>
                  <a:cubicBezTo>
                    <a:pt x="5120" y="3081"/>
                    <a:pt x="4477" y="3165"/>
                    <a:pt x="3881" y="2998"/>
                  </a:cubicBezTo>
                  <a:cubicBezTo>
                    <a:pt x="3584" y="2915"/>
                    <a:pt x="3310" y="2772"/>
                    <a:pt x="3084" y="2569"/>
                  </a:cubicBezTo>
                  <a:cubicBezTo>
                    <a:pt x="2869" y="2331"/>
                    <a:pt x="2667" y="2093"/>
                    <a:pt x="2488" y="1819"/>
                  </a:cubicBezTo>
                  <a:cubicBezTo>
                    <a:pt x="2274" y="1522"/>
                    <a:pt x="2060" y="1212"/>
                    <a:pt x="1845" y="914"/>
                  </a:cubicBezTo>
                  <a:lnTo>
                    <a:pt x="1524" y="474"/>
                  </a:lnTo>
                  <a:cubicBezTo>
                    <a:pt x="1441" y="343"/>
                    <a:pt x="1345" y="212"/>
                    <a:pt x="1238" y="105"/>
                  </a:cubicBezTo>
                  <a:cubicBezTo>
                    <a:pt x="1163" y="30"/>
                    <a:pt x="1077" y="1"/>
                    <a:pt x="989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4" name="Google Shape;3174;p63"/>
            <p:cNvSpPr/>
            <p:nvPr/>
          </p:nvSpPr>
          <p:spPr>
            <a:xfrm>
              <a:off x="1416825" y="3565425"/>
              <a:ext cx="156300" cy="188950"/>
            </a:xfrm>
            <a:custGeom>
              <a:avLst/>
              <a:gdLst/>
              <a:ahLst/>
              <a:cxnLst/>
              <a:rect l="l" t="t" r="r" b="b"/>
              <a:pathLst>
                <a:path w="6252" h="7558" extrusionOk="0">
                  <a:moveTo>
                    <a:pt x="4701" y="0"/>
                  </a:moveTo>
                  <a:cubicBezTo>
                    <a:pt x="4556" y="0"/>
                    <a:pt x="4415" y="94"/>
                    <a:pt x="4358" y="240"/>
                  </a:cubicBezTo>
                  <a:cubicBezTo>
                    <a:pt x="4311" y="442"/>
                    <a:pt x="4430" y="668"/>
                    <a:pt x="4454" y="871"/>
                  </a:cubicBezTo>
                  <a:cubicBezTo>
                    <a:pt x="4489" y="1216"/>
                    <a:pt x="4418" y="1573"/>
                    <a:pt x="4227" y="1871"/>
                  </a:cubicBezTo>
                  <a:cubicBezTo>
                    <a:pt x="4097" y="2168"/>
                    <a:pt x="3906" y="2442"/>
                    <a:pt x="3668" y="2668"/>
                  </a:cubicBezTo>
                  <a:cubicBezTo>
                    <a:pt x="2989" y="3323"/>
                    <a:pt x="2096" y="3657"/>
                    <a:pt x="1322" y="4157"/>
                  </a:cubicBezTo>
                  <a:cubicBezTo>
                    <a:pt x="668" y="4573"/>
                    <a:pt x="1" y="5228"/>
                    <a:pt x="1" y="6062"/>
                  </a:cubicBezTo>
                  <a:cubicBezTo>
                    <a:pt x="1" y="6824"/>
                    <a:pt x="656" y="7395"/>
                    <a:pt x="1370" y="7526"/>
                  </a:cubicBezTo>
                  <a:cubicBezTo>
                    <a:pt x="1490" y="7547"/>
                    <a:pt x="1610" y="7557"/>
                    <a:pt x="1729" y="7557"/>
                  </a:cubicBezTo>
                  <a:cubicBezTo>
                    <a:pt x="2418" y="7557"/>
                    <a:pt x="3094" y="7228"/>
                    <a:pt x="3632" y="6812"/>
                  </a:cubicBezTo>
                  <a:cubicBezTo>
                    <a:pt x="4263" y="6324"/>
                    <a:pt x="4787" y="5705"/>
                    <a:pt x="5180" y="5002"/>
                  </a:cubicBezTo>
                  <a:cubicBezTo>
                    <a:pt x="5597" y="4276"/>
                    <a:pt x="5906" y="3490"/>
                    <a:pt x="6097" y="2680"/>
                  </a:cubicBezTo>
                  <a:cubicBezTo>
                    <a:pt x="6252" y="1906"/>
                    <a:pt x="6204" y="1013"/>
                    <a:pt x="5632" y="418"/>
                  </a:cubicBezTo>
                  <a:cubicBezTo>
                    <a:pt x="5394" y="168"/>
                    <a:pt x="5073" y="13"/>
                    <a:pt x="4728" y="1"/>
                  </a:cubicBezTo>
                  <a:cubicBezTo>
                    <a:pt x="4719" y="1"/>
                    <a:pt x="4710" y="0"/>
                    <a:pt x="4701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5" name="Google Shape;3175;p63"/>
            <p:cNvSpPr/>
            <p:nvPr/>
          </p:nvSpPr>
          <p:spPr>
            <a:xfrm>
              <a:off x="1341525" y="3555325"/>
              <a:ext cx="89625" cy="57975"/>
            </a:xfrm>
            <a:custGeom>
              <a:avLst/>
              <a:gdLst/>
              <a:ahLst/>
              <a:cxnLst/>
              <a:rect l="l" t="t" r="r" b="b"/>
              <a:pathLst>
                <a:path w="3585" h="2319" extrusionOk="0">
                  <a:moveTo>
                    <a:pt x="2132" y="1"/>
                  </a:moveTo>
                  <a:cubicBezTo>
                    <a:pt x="1894" y="1"/>
                    <a:pt x="1667" y="13"/>
                    <a:pt x="1429" y="60"/>
                  </a:cubicBezTo>
                  <a:cubicBezTo>
                    <a:pt x="1001" y="191"/>
                    <a:pt x="608" y="441"/>
                    <a:pt x="322" y="786"/>
                  </a:cubicBezTo>
                  <a:cubicBezTo>
                    <a:pt x="84" y="1072"/>
                    <a:pt x="0" y="1441"/>
                    <a:pt x="203" y="1775"/>
                  </a:cubicBezTo>
                  <a:cubicBezTo>
                    <a:pt x="417" y="2060"/>
                    <a:pt x="739" y="2251"/>
                    <a:pt x="1084" y="2287"/>
                  </a:cubicBezTo>
                  <a:cubicBezTo>
                    <a:pt x="1223" y="2308"/>
                    <a:pt x="1362" y="2318"/>
                    <a:pt x="1501" y="2318"/>
                  </a:cubicBezTo>
                  <a:cubicBezTo>
                    <a:pt x="2060" y="2318"/>
                    <a:pt x="2602" y="2147"/>
                    <a:pt x="3060" y="1822"/>
                  </a:cubicBezTo>
                  <a:cubicBezTo>
                    <a:pt x="3310" y="1644"/>
                    <a:pt x="3572" y="1394"/>
                    <a:pt x="3584" y="1072"/>
                  </a:cubicBezTo>
                  <a:cubicBezTo>
                    <a:pt x="3584" y="775"/>
                    <a:pt x="3441" y="489"/>
                    <a:pt x="3203" y="310"/>
                  </a:cubicBezTo>
                  <a:cubicBezTo>
                    <a:pt x="2906" y="72"/>
                    <a:pt x="2501" y="1"/>
                    <a:pt x="2132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6" name="Google Shape;3176;p63"/>
            <p:cNvSpPr/>
            <p:nvPr/>
          </p:nvSpPr>
          <p:spPr>
            <a:xfrm>
              <a:off x="1274550" y="3524575"/>
              <a:ext cx="191425" cy="139075"/>
            </a:xfrm>
            <a:custGeom>
              <a:avLst/>
              <a:gdLst/>
              <a:ahLst/>
              <a:cxnLst/>
              <a:rect l="l" t="t" r="r" b="b"/>
              <a:pathLst>
                <a:path w="7657" h="5563" extrusionOk="0">
                  <a:moveTo>
                    <a:pt x="4986" y="967"/>
                  </a:moveTo>
                  <a:cubicBezTo>
                    <a:pt x="5019" y="967"/>
                    <a:pt x="5052" y="968"/>
                    <a:pt x="5085" y="969"/>
                  </a:cubicBezTo>
                  <a:cubicBezTo>
                    <a:pt x="5098" y="968"/>
                    <a:pt x="5111" y="968"/>
                    <a:pt x="5124" y="968"/>
                  </a:cubicBezTo>
                  <a:cubicBezTo>
                    <a:pt x="5586" y="968"/>
                    <a:pt x="6023" y="1169"/>
                    <a:pt x="6347" y="1516"/>
                  </a:cubicBezTo>
                  <a:cubicBezTo>
                    <a:pt x="6609" y="1802"/>
                    <a:pt x="6716" y="2207"/>
                    <a:pt x="6620" y="2588"/>
                  </a:cubicBezTo>
                  <a:cubicBezTo>
                    <a:pt x="6501" y="2993"/>
                    <a:pt x="6132" y="3290"/>
                    <a:pt x="5787" y="3493"/>
                  </a:cubicBezTo>
                  <a:cubicBezTo>
                    <a:pt x="5354" y="3731"/>
                    <a:pt x="4830" y="3868"/>
                    <a:pt x="4312" y="3868"/>
                  </a:cubicBezTo>
                  <a:cubicBezTo>
                    <a:pt x="3974" y="3868"/>
                    <a:pt x="3639" y="3810"/>
                    <a:pt x="3334" y="3683"/>
                  </a:cubicBezTo>
                  <a:cubicBezTo>
                    <a:pt x="2965" y="3529"/>
                    <a:pt x="2691" y="3219"/>
                    <a:pt x="2572" y="2838"/>
                  </a:cubicBezTo>
                  <a:cubicBezTo>
                    <a:pt x="2477" y="2445"/>
                    <a:pt x="2668" y="2052"/>
                    <a:pt x="2941" y="1778"/>
                  </a:cubicBezTo>
                  <a:cubicBezTo>
                    <a:pt x="3156" y="1576"/>
                    <a:pt x="3394" y="1409"/>
                    <a:pt x="3656" y="1290"/>
                  </a:cubicBezTo>
                  <a:cubicBezTo>
                    <a:pt x="4033" y="1046"/>
                    <a:pt x="4534" y="967"/>
                    <a:pt x="4986" y="967"/>
                  </a:cubicBezTo>
                  <a:close/>
                  <a:moveTo>
                    <a:pt x="4808" y="1"/>
                  </a:moveTo>
                  <a:cubicBezTo>
                    <a:pt x="3485" y="1"/>
                    <a:pt x="2268" y="778"/>
                    <a:pt x="1275" y="1635"/>
                  </a:cubicBezTo>
                  <a:cubicBezTo>
                    <a:pt x="953" y="1969"/>
                    <a:pt x="679" y="2350"/>
                    <a:pt x="453" y="2755"/>
                  </a:cubicBezTo>
                  <a:cubicBezTo>
                    <a:pt x="239" y="3148"/>
                    <a:pt x="108" y="3576"/>
                    <a:pt x="48" y="4017"/>
                  </a:cubicBezTo>
                  <a:cubicBezTo>
                    <a:pt x="1" y="4410"/>
                    <a:pt x="24" y="4874"/>
                    <a:pt x="263" y="5207"/>
                  </a:cubicBezTo>
                  <a:cubicBezTo>
                    <a:pt x="447" y="5469"/>
                    <a:pt x="689" y="5563"/>
                    <a:pt x="954" y="5563"/>
                  </a:cubicBezTo>
                  <a:cubicBezTo>
                    <a:pt x="1510" y="5563"/>
                    <a:pt x="2168" y="5150"/>
                    <a:pt x="2620" y="5005"/>
                  </a:cubicBezTo>
                  <a:cubicBezTo>
                    <a:pt x="3453" y="4743"/>
                    <a:pt x="4334" y="4719"/>
                    <a:pt x="5192" y="4541"/>
                  </a:cubicBezTo>
                  <a:cubicBezTo>
                    <a:pt x="5906" y="4398"/>
                    <a:pt x="6656" y="4100"/>
                    <a:pt x="7132" y="3529"/>
                  </a:cubicBezTo>
                  <a:cubicBezTo>
                    <a:pt x="7561" y="2957"/>
                    <a:pt x="7656" y="2195"/>
                    <a:pt x="7359" y="1540"/>
                  </a:cubicBezTo>
                  <a:cubicBezTo>
                    <a:pt x="7049" y="850"/>
                    <a:pt x="6442" y="326"/>
                    <a:pt x="5704" y="123"/>
                  </a:cubicBezTo>
                  <a:cubicBezTo>
                    <a:pt x="5401" y="39"/>
                    <a:pt x="5102" y="1"/>
                    <a:pt x="4808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7" name="Google Shape;3177;p63"/>
            <p:cNvSpPr/>
            <p:nvPr/>
          </p:nvSpPr>
          <p:spPr>
            <a:xfrm>
              <a:off x="1209950" y="3467750"/>
              <a:ext cx="430150" cy="375500"/>
            </a:xfrm>
            <a:custGeom>
              <a:avLst/>
              <a:gdLst/>
              <a:ahLst/>
              <a:cxnLst/>
              <a:rect l="l" t="t" r="r" b="b"/>
              <a:pathLst>
                <a:path w="17206" h="15020" extrusionOk="0">
                  <a:moveTo>
                    <a:pt x="7416" y="1908"/>
                  </a:moveTo>
                  <a:cubicBezTo>
                    <a:pt x="7999" y="1908"/>
                    <a:pt x="8577" y="2043"/>
                    <a:pt x="9109" y="2313"/>
                  </a:cubicBezTo>
                  <a:cubicBezTo>
                    <a:pt x="9835" y="2718"/>
                    <a:pt x="10336" y="3432"/>
                    <a:pt x="10467" y="4254"/>
                  </a:cubicBezTo>
                  <a:cubicBezTo>
                    <a:pt x="10597" y="5063"/>
                    <a:pt x="10288" y="5873"/>
                    <a:pt x="9645" y="6385"/>
                  </a:cubicBezTo>
                  <a:cubicBezTo>
                    <a:pt x="8978" y="6921"/>
                    <a:pt x="8121" y="7123"/>
                    <a:pt x="7288" y="7242"/>
                  </a:cubicBezTo>
                  <a:cubicBezTo>
                    <a:pt x="6799" y="7314"/>
                    <a:pt x="6299" y="7361"/>
                    <a:pt x="5811" y="7468"/>
                  </a:cubicBezTo>
                  <a:cubicBezTo>
                    <a:pt x="5347" y="7576"/>
                    <a:pt x="4882" y="7742"/>
                    <a:pt x="4442" y="7945"/>
                  </a:cubicBezTo>
                  <a:cubicBezTo>
                    <a:pt x="4161" y="8057"/>
                    <a:pt x="3859" y="8142"/>
                    <a:pt x="3557" y="8142"/>
                  </a:cubicBezTo>
                  <a:cubicBezTo>
                    <a:pt x="3410" y="8142"/>
                    <a:pt x="3264" y="8122"/>
                    <a:pt x="3120" y="8076"/>
                  </a:cubicBezTo>
                  <a:cubicBezTo>
                    <a:pt x="2739" y="7909"/>
                    <a:pt x="2454" y="7564"/>
                    <a:pt x="2382" y="7159"/>
                  </a:cubicBezTo>
                  <a:cubicBezTo>
                    <a:pt x="2156" y="6242"/>
                    <a:pt x="2525" y="5278"/>
                    <a:pt x="3025" y="4516"/>
                  </a:cubicBezTo>
                  <a:cubicBezTo>
                    <a:pt x="3347" y="4051"/>
                    <a:pt x="3739" y="3635"/>
                    <a:pt x="4192" y="3289"/>
                  </a:cubicBezTo>
                  <a:cubicBezTo>
                    <a:pt x="4847" y="2694"/>
                    <a:pt x="5621" y="2265"/>
                    <a:pt x="6466" y="2027"/>
                  </a:cubicBezTo>
                  <a:cubicBezTo>
                    <a:pt x="6780" y="1948"/>
                    <a:pt x="7099" y="1908"/>
                    <a:pt x="7416" y="1908"/>
                  </a:cubicBezTo>
                  <a:close/>
                  <a:moveTo>
                    <a:pt x="13043" y="3510"/>
                  </a:moveTo>
                  <a:cubicBezTo>
                    <a:pt x="13221" y="3510"/>
                    <a:pt x="13403" y="3550"/>
                    <a:pt x="13562" y="3611"/>
                  </a:cubicBezTo>
                  <a:cubicBezTo>
                    <a:pt x="13919" y="3754"/>
                    <a:pt x="14217" y="4004"/>
                    <a:pt x="14431" y="4325"/>
                  </a:cubicBezTo>
                  <a:cubicBezTo>
                    <a:pt x="14955" y="5087"/>
                    <a:pt x="14919" y="6040"/>
                    <a:pt x="14681" y="6897"/>
                  </a:cubicBezTo>
                  <a:lnTo>
                    <a:pt x="14681" y="6885"/>
                  </a:lnTo>
                  <a:cubicBezTo>
                    <a:pt x="14431" y="7766"/>
                    <a:pt x="14074" y="8588"/>
                    <a:pt x="13598" y="9362"/>
                  </a:cubicBezTo>
                  <a:cubicBezTo>
                    <a:pt x="13157" y="10100"/>
                    <a:pt x="12550" y="10743"/>
                    <a:pt x="11836" y="11219"/>
                  </a:cubicBezTo>
                  <a:cubicBezTo>
                    <a:pt x="11304" y="11561"/>
                    <a:pt x="10657" y="11815"/>
                    <a:pt x="10012" y="11815"/>
                  </a:cubicBezTo>
                  <a:cubicBezTo>
                    <a:pt x="9805" y="11815"/>
                    <a:pt x="9598" y="11789"/>
                    <a:pt x="9395" y="11731"/>
                  </a:cubicBezTo>
                  <a:cubicBezTo>
                    <a:pt x="8645" y="11528"/>
                    <a:pt x="7990" y="10921"/>
                    <a:pt x="7919" y="10112"/>
                  </a:cubicBezTo>
                  <a:cubicBezTo>
                    <a:pt x="7847" y="9219"/>
                    <a:pt x="8431" y="8433"/>
                    <a:pt x="9145" y="7933"/>
                  </a:cubicBezTo>
                  <a:cubicBezTo>
                    <a:pt x="9847" y="7433"/>
                    <a:pt x="10681" y="7135"/>
                    <a:pt x="11395" y="6647"/>
                  </a:cubicBezTo>
                  <a:cubicBezTo>
                    <a:pt x="11550" y="6480"/>
                    <a:pt x="11693" y="6337"/>
                    <a:pt x="11848" y="6183"/>
                  </a:cubicBezTo>
                  <a:cubicBezTo>
                    <a:pt x="12157" y="5849"/>
                    <a:pt x="12443" y="5421"/>
                    <a:pt x="12431" y="4944"/>
                  </a:cubicBezTo>
                  <a:cubicBezTo>
                    <a:pt x="12419" y="4528"/>
                    <a:pt x="12098" y="4051"/>
                    <a:pt x="12479" y="3706"/>
                  </a:cubicBezTo>
                  <a:cubicBezTo>
                    <a:pt x="12633" y="3565"/>
                    <a:pt x="12835" y="3510"/>
                    <a:pt x="13043" y="3510"/>
                  </a:cubicBezTo>
                  <a:close/>
                  <a:moveTo>
                    <a:pt x="15252" y="9010"/>
                  </a:moveTo>
                  <a:cubicBezTo>
                    <a:pt x="15630" y="9010"/>
                    <a:pt x="15846" y="9388"/>
                    <a:pt x="15812" y="9754"/>
                  </a:cubicBezTo>
                  <a:cubicBezTo>
                    <a:pt x="15777" y="10171"/>
                    <a:pt x="15527" y="10600"/>
                    <a:pt x="15312" y="10957"/>
                  </a:cubicBezTo>
                  <a:cubicBezTo>
                    <a:pt x="14884" y="11636"/>
                    <a:pt x="14288" y="12231"/>
                    <a:pt x="13515" y="12493"/>
                  </a:cubicBezTo>
                  <a:cubicBezTo>
                    <a:pt x="13360" y="12546"/>
                    <a:pt x="13175" y="12591"/>
                    <a:pt x="12997" y="12591"/>
                  </a:cubicBezTo>
                  <a:cubicBezTo>
                    <a:pt x="12818" y="12591"/>
                    <a:pt x="12645" y="12546"/>
                    <a:pt x="12514" y="12421"/>
                  </a:cubicBezTo>
                  <a:cubicBezTo>
                    <a:pt x="12193" y="12112"/>
                    <a:pt x="12431" y="11695"/>
                    <a:pt x="12693" y="11457"/>
                  </a:cubicBezTo>
                  <a:cubicBezTo>
                    <a:pt x="13050" y="11112"/>
                    <a:pt x="13467" y="10802"/>
                    <a:pt x="13860" y="10505"/>
                  </a:cubicBezTo>
                  <a:cubicBezTo>
                    <a:pt x="14015" y="10326"/>
                    <a:pt x="14157" y="10135"/>
                    <a:pt x="14277" y="9933"/>
                  </a:cubicBezTo>
                  <a:cubicBezTo>
                    <a:pt x="14491" y="9564"/>
                    <a:pt x="14658" y="9064"/>
                    <a:pt x="15169" y="9016"/>
                  </a:cubicBezTo>
                  <a:cubicBezTo>
                    <a:pt x="15198" y="9012"/>
                    <a:pt x="15226" y="9010"/>
                    <a:pt x="15252" y="9010"/>
                  </a:cubicBezTo>
                  <a:close/>
                  <a:moveTo>
                    <a:pt x="5220" y="9508"/>
                  </a:moveTo>
                  <a:cubicBezTo>
                    <a:pt x="5289" y="9508"/>
                    <a:pt x="5360" y="9518"/>
                    <a:pt x="5430" y="9540"/>
                  </a:cubicBezTo>
                  <a:cubicBezTo>
                    <a:pt x="5775" y="9647"/>
                    <a:pt x="5966" y="10040"/>
                    <a:pt x="6156" y="10314"/>
                  </a:cubicBezTo>
                  <a:cubicBezTo>
                    <a:pt x="6406" y="10671"/>
                    <a:pt x="6657" y="11016"/>
                    <a:pt x="6907" y="11374"/>
                  </a:cubicBezTo>
                  <a:cubicBezTo>
                    <a:pt x="7121" y="11695"/>
                    <a:pt x="7335" y="12052"/>
                    <a:pt x="7645" y="12290"/>
                  </a:cubicBezTo>
                  <a:cubicBezTo>
                    <a:pt x="7942" y="12481"/>
                    <a:pt x="8300" y="12600"/>
                    <a:pt x="8657" y="12612"/>
                  </a:cubicBezTo>
                  <a:cubicBezTo>
                    <a:pt x="9026" y="12648"/>
                    <a:pt x="9395" y="12648"/>
                    <a:pt x="9764" y="12707"/>
                  </a:cubicBezTo>
                  <a:cubicBezTo>
                    <a:pt x="10062" y="12743"/>
                    <a:pt x="10419" y="12814"/>
                    <a:pt x="10597" y="13100"/>
                  </a:cubicBezTo>
                  <a:cubicBezTo>
                    <a:pt x="10776" y="13410"/>
                    <a:pt x="10574" y="13743"/>
                    <a:pt x="10312" y="13922"/>
                  </a:cubicBezTo>
                  <a:cubicBezTo>
                    <a:pt x="10014" y="14112"/>
                    <a:pt x="9681" y="14231"/>
                    <a:pt x="9335" y="14255"/>
                  </a:cubicBezTo>
                  <a:cubicBezTo>
                    <a:pt x="9244" y="14262"/>
                    <a:pt x="9153" y="14266"/>
                    <a:pt x="9063" y="14266"/>
                  </a:cubicBezTo>
                  <a:cubicBezTo>
                    <a:pt x="8432" y="14266"/>
                    <a:pt x="7819" y="14085"/>
                    <a:pt x="7288" y="13731"/>
                  </a:cubicBezTo>
                  <a:cubicBezTo>
                    <a:pt x="6704" y="13338"/>
                    <a:pt x="6311" y="12648"/>
                    <a:pt x="5633" y="12410"/>
                  </a:cubicBezTo>
                  <a:cubicBezTo>
                    <a:pt x="5430" y="12338"/>
                    <a:pt x="5228" y="12290"/>
                    <a:pt x="5013" y="12243"/>
                  </a:cubicBezTo>
                  <a:cubicBezTo>
                    <a:pt x="4894" y="12243"/>
                    <a:pt x="4775" y="12207"/>
                    <a:pt x="4668" y="12148"/>
                  </a:cubicBezTo>
                  <a:cubicBezTo>
                    <a:pt x="4418" y="12076"/>
                    <a:pt x="4216" y="11909"/>
                    <a:pt x="4085" y="11683"/>
                  </a:cubicBezTo>
                  <a:cubicBezTo>
                    <a:pt x="3966" y="11457"/>
                    <a:pt x="3942" y="11171"/>
                    <a:pt x="4025" y="10921"/>
                  </a:cubicBezTo>
                  <a:lnTo>
                    <a:pt x="4025" y="10862"/>
                  </a:lnTo>
                  <a:cubicBezTo>
                    <a:pt x="4073" y="10481"/>
                    <a:pt x="4240" y="10124"/>
                    <a:pt x="4501" y="9850"/>
                  </a:cubicBezTo>
                  <a:cubicBezTo>
                    <a:pt x="4691" y="9660"/>
                    <a:pt x="4948" y="9508"/>
                    <a:pt x="5220" y="9508"/>
                  </a:cubicBezTo>
                  <a:close/>
                  <a:moveTo>
                    <a:pt x="8802" y="0"/>
                  </a:moveTo>
                  <a:cubicBezTo>
                    <a:pt x="8352" y="0"/>
                    <a:pt x="7902" y="33"/>
                    <a:pt x="7454" y="98"/>
                  </a:cubicBezTo>
                  <a:cubicBezTo>
                    <a:pt x="6014" y="301"/>
                    <a:pt x="4632" y="837"/>
                    <a:pt x="3430" y="1658"/>
                  </a:cubicBezTo>
                  <a:cubicBezTo>
                    <a:pt x="2858" y="2051"/>
                    <a:pt x="2323" y="2515"/>
                    <a:pt x="1846" y="3015"/>
                  </a:cubicBezTo>
                  <a:cubicBezTo>
                    <a:pt x="1525" y="3349"/>
                    <a:pt x="1251" y="3706"/>
                    <a:pt x="965" y="4075"/>
                  </a:cubicBezTo>
                  <a:cubicBezTo>
                    <a:pt x="894" y="4218"/>
                    <a:pt x="834" y="4373"/>
                    <a:pt x="775" y="4539"/>
                  </a:cubicBezTo>
                  <a:cubicBezTo>
                    <a:pt x="84" y="6337"/>
                    <a:pt x="1" y="8433"/>
                    <a:pt x="775" y="10219"/>
                  </a:cubicBezTo>
                  <a:cubicBezTo>
                    <a:pt x="1192" y="11147"/>
                    <a:pt x="1834" y="11969"/>
                    <a:pt x="2632" y="12600"/>
                  </a:cubicBezTo>
                  <a:cubicBezTo>
                    <a:pt x="3454" y="13279"/>
                    <a:pt x="4382" y="13826"/>
                    <a:pt x="5371" y="14219"/>
                  </a:cubicBezTo>
                  <a:cubicBezTo>
                    <a:pt x="6593" y="14725"/>
                    <a:pt x="7949" y="15020"/>
                    <a:pt x="9296" y="15020"/>
                  </a:cubicBezTo>
                  <a:cubicBezTo>
                    <a:pt x="10075" y="15020"/>
                    <a:pt x="10852" y="14921"/>
                    <a:pt x="11598" y="14707"/>
                  </a:cubicBezTo>
                  <a:cubicBezTo>
                    <a:pt x="12586" y="14422"/>
                    <a:pt x="13491" y="13922"/>
                    <a:pt x="14241" y="13231"/>
                  </a:cubicBezTo>
                  <a:cubicBezTo>
                    <a:pt x="15015" y="12517"/>
                    <a:pt x="15670" y="11695"/>
                    <a:pt x="16182" y="10766"/>
                  </a:cubicBezTo>
                  <a:cubicBezTo>
                    <a:pt x="16693" y="9850"/>
                    <a:pt x="17039" y="8850"/>
                    <a:pt x="17182" y="7814"/>
                  </a:cubicBezTo>
                  <a:cubicBezTo>
                    <a:pt x="17182" y="7730"/>
                    <a:pt x="17194" y="7647"/>
                    <a:pt x="17205" y="7576"/>
                  </a:cubicBezTo>
                  <a:cubicBezTo>
                    <a:pt x="17182" y="7206"/>
                    <a:pt x="17122" y="6849"/>
                    <a:pt x="17039" y="6492"/>
                  </a:cubicBezTo>
                  <a:cubicBezTo>
                    <a:pt x="16932" y="6087"/>
                    <a:pt x="16789" y="5706"/>
                    <a:pt x="16622" y="5325"/>
                  </a:cubicBezTo>
                  <a:cubicBezTo>
                    <a:pt x="16289" y="4587"/>
                    <a:pt x="15884" y="3897"/>
                    <a:pt x="15396" y="3242"/>
                  </a:cubicBezTo>
                  <a:cubicBezTo>
                    <a:pt x="14550" y="2063"/>
                    <a:pt x="13384" y="1146"/>
                    <a:pt x="12038" y="587"/>
                  </a:cubicBezTo>
                  <a:cubicBezTo>
                    <a:pt x="11006" y="197"/>
                    <a:pt x="9907" y="0"/>
                    <a:pt x="8802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8" name="Google Shape;3178;p63"/>
            <p:cNvSpPr/>
            <p:nvPr/>
          </p:nvSpPr>
          <p:spPr>
            <a:xfrm>
              <a:off x="1188525" y="3724400"/>
              <a:ext cx="426875" cy="177800"/>
            </a:xfrm>
            <a:custGeom>
              <a:avLst/>
              <a:gdLst/>
              <a:ahLst/>
              <a:cxnLst/>
              <a:rect l="l" t="t" r="r" b="b"/>
              <a:pathLst>
                <a:path w="17075" h="7112" extrusionOk="0">
                  <a:moveTo>
                    <a:pt x="1" y="0"/>
                  </a:moveTo>
                  <a:lnTo>
                    <a:pt x="1" y="0"/>
                  </a:lnTo>
                  <a:cubicBezTo>
                    <a:pt x="144" y="1024"/>
                    <a:pt x="477" y="2013"/>
                    <a:pt x="977" y="2929"/>
                  </a:cubicBezTo>
                  <a:cubicBezTo>
                    <a:pt x="1418" y="3715"/>
                    <a:pt x="2013" y="4394"/>
                    <a:pt x="2727" y="4930"/>
                  </a:cubicBezTo>
                  <a:cubicBezTo>
                    <a:pt x="3525" y="5501"/>
                    <a:pt x="4442" y="5882"/>
                    <a:pt x="5370" y="6180"/>
                  </a:cubicBezTo>
                  <a:cubicBezTo>
                    <a:pt x="6973" y="6698"/>
                    <a:pt x="8688" y="7111"/>
                    <a:pt x="10390" y="7111"/>
                  </a:cubicBezTo>
                  <a:cubicBezTo>
                    <a:pt x="10762" y="7111"/>
                    <a:pt x="11133" y="7092"/>
                    <a:pt x="11502" y="7049"/>
                  </a:cubicBezTo>
                  <a:cubicBezTo>
                    <a:pt x="12407" y="6942"/>
                    <a:pt x="13288" y="6692"/>
                    <a:pt x="14110" y="6275"/>
                  </a:cubicBezTo>
                  <a:cubicBezTo>
                    <a:pt x="14895" y="5870"/>
                    <a:pt x="15574" y="5299"/>
                    <a:pt x="16122" y="4596"/>
                  </a:cubicBezTo>
                  <a:cubicBezTo>
                    <a:pt x="16479" y="4144"/>
                    <a:pt x="16800" y="3656"/>
                    <a:pt x="17074" y="3144"/>
                  </a:cubicBezTo>
                  <a:lnTo>
                    <a:pt x="17074" y="3144"/>
                  </a:lnTo>
                  <a:cubicBezTo>
                    <a:pt x="16407" y="3953"/>
                    <a:pt x="15598" y="4644"/>
                    <a:pt x="14693" y="5168"/>
                  </a:cubicBezTo>
                  <a:cubicBezTo>
                    <a:pt x="13621" y="5763"/>
                    <a:pt x="12443" y="6108"/>
                    <a:pt x="11216" y="6204"/>
                  </a:cubicBezTo>
                  <a:cubicBezTo>
                    <a:pt x="10907" y="6227"/>
                    <a:pt x="10598" y="6238"/>
                    <a:pt x="10290" y="6238"/>
                  </a:cubicBezTo>
                  <a:cubicBezTo>
                    <a:pt x="8067" y="6238"/>
                    <a:pt x="5879" y="5639"/>
                    <a:pt x="3965" y="4489"/>
                  </a:cubicBezTo>
                  <a:cubicBezTo>
                    <a:pt x="2918" y="3894"/>
                    <a:pt x="1977" y="3108"/>
                    <a:pt x="1191" y="2191"/>
                  </a:cubicBezTo>
                  <a:cubicBezTo>
                    <a:pt x="667" y="1536"/>
                    <a:pt x="263" y="798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9" name="Google Shape;3179;p63"/>
            <p:cNvSpPr/>
            <p:nvPr/>
          </p:nvSpPr>
          <p:spPr>
            <a:xfrm>
              <a:off x="1181975" y="3414600"/>
              <a:ext cx="487600" cy="454600"/>
            </a:xfrm>
            <a:custGeom>
              <a:avLst/>
              <a:gdLst/>
              <a:ahLst/>
              <a:cxnLst/>
              <a:rect l="l" t="t" r="r" b="b"/>
              <a:pathLst>
                <a:path w="19504" h="18184" extrusionOk="0">
                  <a:moveTo>
                    <a:pt x="10285" y="604"/>
                  </a:moveTo>
                  <a:cubicBezTo>
                    <a:pt x="12503" y="604"/>
                    <a:pt x="14683" y="1461"/>
                    <a:pt x="16324" y="3070"/>
                  </a:cubicBezTo>
                  <a:cubicBezTo>
                    <a:pt x="17765" y="4510"/>
                    <a:pt x="18646" y="6427"/>
                    <a:pt x="18777" y="8451"/>
                  </a:cubicBezTo>
                  <a:cubicBezTo>
                    <a:pt x="18848" y="9487"/>
                    <a:pt x="18705" y="10523"/>
                    <a:pt x="18384" y="11511"/>
                  </a:cubicBezTo>
                  <a:cubicBezTo>
                    <a:pt x="18027" y="12595"/>
                    <a:pt x="17467" y="13595"/>
                    <a:pt x="16765" y="14488"/>
                  </a:cubicBezTo>
                  <a:cubicBezTo>
                    <a:pt x="16110" y="15345"/>
                    <a:pt x="15312" y="16060"/>
                    <a:pt x="14383" y="16595"/>
                  </a:cubicBezTo>
                  <a:cubicBezTo>
                    <a:pt x="13431" y="17119"/>
                    <a:pt x="12383" y="17429"/>
                    <a:pt x="11300" y="17512"/>
                  </a:cubicBezTo>
                  <a:cubicBezTo>
                    <a:pt x="11018" y="17535"/>
                    <a:pt x="10735" y="17546"/>
                    <a:pt x="10453" y="17546"/>
                  </a:cubicBezTo>
                  <a:cubicBezTo>
                    <a:pt x="8499" y="17546"/>
                    <a:pt x="6568" y="17009"/>
                    <a:pt x="4882" y="16000"/>
                  </a:cubicBezTo>
                  <a:cubicBezTo>
                    <a:pt x="3954" y="15464"/>
                    <a:pt x="3120" y="14774"/>
                    <a:pt x="2418" y="13964"/>
                  </a:cubicBezTo>
                  <a:cubicBezTo>
                    <a:pt x="1739" y="13107"/>
                    <a:pt x="1287" y="12107"/>
                    <a:pt x="1096" y="11035"/>
                  </a:cubicBezTo>
                  <a:cubicBezTo>
                    <a:pt x="727" y="9082"/>
                    <a:pt x="1144" y="7023"/>
                    <a:pt x="2120" y="5296"/>
                  </a:cubicBezTo>
                  <a:cubicBezTo>
                    <a:pt x="3108" y="3558"/>
                    <a:pt x="4656" y="2189"/>
                    <a:pt x="6513" y="1427"/>
                  </a:cubicBezTo>
                  <a:cubicBezTo>
                    <a:pt x="6728" y="1332"/>
                    <a:pt x="6942" y="1260"/>
                    <a:pt x="7168" y="1189"/>
                  </a:cubicBezTo>
                  <a:cubicBezTo>
                    <a:pt x="8181" y="795"/>
                    <a:pt x="9237" y="604"/>
                    <a:pt x="10285" y="604"/>
                  </a:cubicBezTo>
                  <a:close/>
                  <a:moveTo>
                    <a:pt x="10248" y="0"/>
                  </a:moveTo>
                  <a:cubicBezTo>
                    <a:pt x="9940" y="0"/>
                    <a:pt x="9632" y="15"/>
                    <a:pt x="9323" y="46"/>
                  </a:cubicBezTo>
                  <a:cubicBezTo>
                    <a:pt x="8264" y="165"/>
                    <a:pt x="7228" y="439"/>
                    <a:pt x="6252" y="879"/>
                  </a:cubicBezTo>
                  <a:cubicBezTo>
                    <a:pt x="5751" y="1093"/>
                    <a:pt x="5275" y="1343"/>
                    <a:pt x="4823" y="1629"/>
                  </a:cubicBezTo>
                  <a:cubicBezTo>
                    <a:pt x="3061" y="2772"/>
                    <a:pt x="1632" y="4379"/>
                    <a:pt x="870" y="6356"/>
                  </a:cubicBezTo>
                  <a:cubicBezTo>
                    <a:pt x="96" y="8392"/>
                    <a:pt x="1" y="10749"/>
                    <a:pt x="870" y="12773"/>
                  </a:cubicBezTo>
                  <a:cubicBezTo>
                    <a:pt x="1346" y="13821"/>
                    <a:pt x="2061" y="14738"/>
                    <a:pt x="2965" y="15452"/>
                  </a:cubicBezTo>
                  <a:cubicBezTo>
                    <a:pt x="3894" y="16214"/>
                    <a:pt x="4942" y="16833"/>
                    <a:pt x="6061" y="17286"/>
                  </a:cubicBezTo>
                  <a:cubicBezTo>
                    <a:pt x="7442" y="17852"/>
                    <a:pt x="8977" y="18184"/>
                    <a:pt x="10498" y="18184"/>
                  </a:cubicBezTo>
                  <a:cubicBezTo>
                    <a:pt x="11376" y="18184"/>
                    <a:pt x="12249" y="18073"/>
                    <a:pt x="13086" y="17834"/>
                  </a:cubicBezTo>
                  <a:cubicBezTo>
                    <a:pt x="14193" y="17512"/>
                    <a:pt x="15205" y="16941"/>
                    <a:pt x="16062" y="16167"/>
                  </a:cubicBezTo>
                  <a:cubicBezTo>
                    <a:pt x="16931" y="15369"/>
                    <a:pt x="17670" y="14428"/>
                    <a:pt x="18241" y="13393"/>
                  </a:cubicBezTo>
                  <a:cubicBezTo>
                    <a:pt x="18825" y="12357"/>
                    <a:pt x="19206" y="11226"/>
                    <a:pt x="19372" y="10059"/>
                  </a:cubicBezTo>
                  <a:cubicBezTo>
                    <a:pt x="19503" y="8975"/>
                    <a:pt x="19432" y="7880"/>
                    <a:pt x="19170" y="6832"/>
                  </a:cubicBezTo>
                  <a:cubicBezTo>
                    <a:pt x="18622" y="4701"/>
                    <a:pt x="17324" y="2844"/>
                    <a:pt x="15515" y="1617"/>
                  </a:cubicBezTo>
                  <a:cubicBezTo>
                    <a:pt x="13951" y="554"/>
                    <a:pt x="12115" y="0"/>
                    <a:pt x="10248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0" name="Google Shape;3180;p63"/>
            <p:cNvSpPr/>
            <p:nvPr/>
          </p:nvSpPr>
          <p:spPr>
            <a:xfrm>
              <a:off x="1256700" y="3440225"/>
              <a:ext cx="380425" cy="160975"/>
            </a:xfrm>
            <a:custGeom>
              <a:avLst/>
              <a:gdLst/>
              <a:ahLst/>
              <a:cxnLst/>
              <a:rect l="l" t="t" r="r" b="b"/>
              <a:pathLst>
                <a:path w="15217" h="6439" extrusionOk="0">
                  <a:moveTo>
                    <a:pt x="7241" y="1"/>
                  </a:moveTo>
                  <a:cubicBezTo>
                    <a:pt x="6959" y="1"/>
                    <a:pt x="6677" y="15"/>
                    <a:pt x="6394" y="45"/>
                  </a:cubicBezTo>
                  <a:cubicBezTo>
                    <a:pt x="5453" y="140"/>
                    <a:pt x="4536" y="390"/>
                    <a:pt x="3679" y="771"/>
                  </a:cubicBezTo>
                  <a:cubicBezTo>
                    <a:pt x="3239" y="961"/>
                    <a:pt x="2810" y="1188"/>
                    <a:pt x="2417" y="1450"/>
                  </a:cubicBezTo>
                  <a:cubicBezTo>
                    <a:pt x="2012" y="1700"/>
                    <a:pt x="1548" y="1914"/>
                    <a:pt x="1203" y="2235"/>
                  </a:cubicBezTo>
                  <a:cubicBezTo>
                    <a:pt x="1167" y="2259"/>
                    <a:pt x="1143" y="2295"/>
                    <a:pt x="1107" y="2319"/>
                  </a:cubicBezTo>
                  <a:cubicBezTo>
                    <a:pt x="715" y="2735"/>
                    <a:pt x="393" y="3212"/>
                    <a:pt x="0" y="3628"/>
                  </a:cubicBezTo>
                  <a:cubicBezTo>
                    <a:pt x="536" y="3069"/>
                    <a:pt x="1143" y="2569"/>
                    <a:pt x="1798" y="2164"/>
                  </a:cubicBezTo>
                  <a:cubicBezTo>
                    <a:pt x="3336" y="1200"/>
                    <a:pt x="5177" y="679"/>
                    <a:pt x="7009" y="679"/>
                  </a:cubicBezTo>
                  <a:cubicBezTo>
                    <a:pt x="8367" y="679"/>
                    <a:pt x="9720" y="965"/>
                    <a:pt x="10942" y="1569"/>
                  </a:cubicBezTo>
                  <a:cubicBezTo>
                    <a:pt x="12276" y="2235"/>
                    <a:pt x="13371" y="3319"/>
                    <a:pt x="14192" y="4557"/>
                  </a:cubicBezTo>
                  <a:cubicBezTo>
                    <a:pt x="14585" y="5152"/>
                    <a:pt x="14931" y="5783"/>
                    <a:pt x="15216" y="6438"/>
                  </a:cubicBezTo>
                  <a:cubicBezTo>
                    <a:pt x="15193" y="6307"/>
                    <a:pt x="15157" y="6176"/>
                    <a:pt x="15121" y="6045"/>
                  </a:cubicBezTo>
                  <a:cubicBezTo>
                    <a:pt x="14645" y="4164"/>
                    <a:pt x="13490" y="2521"/>
                    <a:pt x="11883" y="1438"/>
                  </a:cubicBezTo>
                  <a:cubicBezTo>
                    <a:pt x="10509" y="502"/>
                    <a:pt x="8893" y="1"/>
                    <a:pt x="7241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1" name="Google Shape;3181;p63"/>
            <p:cNvSpPr/>
            <p:nvPr/>
          </p:nvSpPr>
          <p:spPr>
            <a:xfrm>
              <a:off x="1514750" y="3692750"/>
              <a:ext cx="91675" cy="89800"/>
            </a:xfrm>
            <a:custGeom>
              <a:avLst/>
              <a:gdLst/>
              <a:ahLst/>
              <a:cxnLst/>
              <a:rect l="l" t="t" r="r" b="b"/>
              <a:pathLst>
                <a:path w="3667" h="3592" extrusionOk="0">
                  <a:moveTo>
                    <a:pt x="3013" y="326"/>
                  </a:moveTo>
                  <a:cubicBezTo>
                    <a:pt x="3192" y="350"/>
                    <a:pt x="3323" y="504"/>
                    <a:pt x="3311" y="683"/>
                  </a:cubicBezTo>
                  <a:cubicBezTo>
                    <a:pt x="3287" y="873"/>
                    <a:pt x="3228" y="1064"/>
                    <a:pt x="3144" y="1231"/>
                  </a:cubicBezTo>
                  <a:cubicBezTo>
                    <a:pt x="3073" y="1397"/>
                    <a:pt x="2977" y="1576"/>
                    <a:pt x="2882" y="1731"/>
                  </a:cubicBezTo>
                  <a:cubicBezTo>
                    <a:pt x="2549" y="2350"/>
                    <a:pt x="2037" y="2838"/>
                    <a:pt x="1418" y="3148"/>
                  </a:cubicBezTo>
                  <a:cubicBezTo>
                    <a:pt x="1262" y="3210"/>
                    <a:pt x="1019" y="3308"/>
                    <a:pt x="810" y="3308"/>
                  </a:cubicBezTo>
                  <a:cubicBezTo>
                    <a:pt x="699" y="3308"/>
                    <a:pt x="599" y="3281"/>
                    <a:pt x="525" y="3207"/>
                  </a:cubicBezTo>
                  <a:cubicBezTo>
                    <a:pt x="239" y="2921"/>
                    <a:pt x="882" y="2481"/>
                    <a:pt x="1072" y="2326"/>
                  </a:cubicBezTo>
                  <a:cubicBezTo>
                    <a:pt x="1430" y="2016"/>
                    <a:pt x="1811" y="1707"/>
                    <a:pt x="2156" y="1374"/>
                  </a:cubicBezTo>
                  <a:cubicBezTo>
                    <a:pt x="2406" y="1124"/>
                    <a:pt x="2620" y="850"/>
                    <a:pt x="2668" y="492"/>
                  </a:cubicBezTo>
                  <a:cubicBezTo>
                    <a:pt x="2751" y="397"/>
                    <a:pt x="2882" y="338"/>
                    <a:pt x="3013" y="326"/>
                  </a:cubicBezTo>
                  <a:close/>
                  <a:moveTo>
                    <a:pt x="3046" y="0"/>
                  </a:moveTo>
                  <a:cubicBezTo>
                    <a:pt x="3023" y="0"/>
                    <a:pt x="3001" y="2"/>
                    <a:pt x="2977" y="4"/>
                  </a:cubicBezTo>
                  <a:cubicBezTo>
                    <a:pt x="2477" y="52"/>
                    <a:pt x="2311" y="552"/>
                    <a:pt x="2085" y="921"/>
                  </a:cubicBezTo>
                  <a:cubicBezTo>
                    <a:pt x="1965" y="1124"/>
                    <a:pt x="1823" y="1314"/>
                    <a:pt x="1668" y="1493"/>
                  </a:cubicBezTo>
                  <a:cubicBezTo>
                    <a:pt x="1275" y="1802"/>
                    <a:pt x="870" y="2112"/>
                    <a:pt x="501" y="2445"/>
                  </a:cubicBezTo>
                  <a:cubicBezTo>
                    <a:pt x="239" y="2695"/>
                    <a:pt x="1" y="3124"/>
                    <a:pt x="322" y="3421"/>
                  </a:cubicBezTo>
                  <a:cubicBezTo>
                    <a:pt x="453" y="3546"/>
                    <a:pt x="626" y="3591"/>
                    <a:pt x="805" y="3591"/>
                  </a:cubicBezTo>
                  <a:cubicBezTo>
                    <a:pt x="983" y="3591"/>
                    <a:pt x="1168" y="3546"/>
                    <a:pt x="1323" y="3493"/>
                  </a:cubicBezTo>
                  <a:cubicBezTo>
                    <a:pt x="2096" y="3231"/>
                    <a:pt x="2692" y="2624"/>
                    <a:pt x="3120" y="1933"/>
                  </a:cubicBezTo>
                  <a:cubicBezTo>
                    <a:pt x="3335" y="1588"/>
                    <a:pt x="3597" y="1159"/>
                    <a:pt x="3632" y="743"/>
                  </a:cubicBezTo>
                  <a:cubicBezTo>
                    <a:pt x="3666" y="382"/>
                    <a:pt x="3434" y="0"/>
                    <a:pt x="30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2" name="Google Shape;3182;p63"/>
            <p:cNvSpPr/>
            <p:nvPr/>
          </p:nvSpPr>
          <p:spPr>
            <a:xfrm>
              <a:off x="1406125" y="3555500"/>
              <a:ext cx="177725" cy="207625"/>
            </a:xfrm>
            <a:custGeom>
              <a:avLst/>
              <a:gdLst/>
              <a:ahLst/>
              <a:cxnLst/>
              <a:rect l="l" t="t" r="r" b="b"/>
              <a:pathLst>
                <a:path w="7109" h="8305" extrusionOk="0">
                  <a:moveTo>
                    <a:pt x="5139" y="386"/>
                  </a:moveTo>
                  <a:cubicBezTo>
                    <a:pt x="5149" y="386"/>
                    <a:pt x="5158" y="386"/>
                    <a:pt x="5167" y="387"/>
                  </a:cubicBezTo>
                  <a:cubicBezTo>
                    <a:pt x="5513" y="398"/>
                    <a:pt x="5834" y="553"/>
                    <a:pt x="6060" y="815"/>
                  </a:cubicBezTo>
                  <a:cubicBezTo>
                    <a:pt x="6632" y="1410"/>
                    <a:pt x="6680" y="2292"/>
                    <a:pt x="6525" y="3065"/>
                  </a:cubicBezTo>
                  <a:cubicBezTo>
                    <a:pt x="6334" y="3887"/>
                    <a:pt x="6025" y="4673"/>
                    <a:pt x="5608" y="5387"/>
                  </a:cubicBezTo>
                  <a:cubicBezTo>
                    <a:pt x="5215" y="6090"/>
                    <a:pt x="4691" y="6709"/>
                    <a:pt x="4060" y="7209"/>
                  </a:cubicBezTo>
                  <a:cubicBezTo>
                    <a:pt x="3526" y="7612"/>
                    <a:pt x="2856" y="7946"/>
                    <a:pt x="2165" y="7946"/>
                  </a:cubicBezTo>
                  <a:cubicBezTo>
                    <a:pt x="2039" y="7946"/>
                    <a:pt x="1913" y="7935"/>
                    <a:pt x="1786" y="7911"/>
                  </a:cubicBezTo>
                  <a:cubicBezTo>
                    <a:pt x="1084" y="7780"/>
                    <a:pt x="429" y="7221"/>
                    <a:pt x="429" y="6459"/>
                  </a:cubicBezTo>
                  <a:cubicBezTo>
                    <a:pt x="429" y="5613"/>
                    <a:pt x="1096" y="4970"/>
                    <a:pt x="1750" y="4554"/>
                  </a:cubicBezTo>
                  <a:cubicBezTo>
                    <a:pt x="2524" y="4054"/>
                    <a:pt x="3417" y="3720"/>
                    <a:pt x="4096" y="3065"/>
                  </a:cubicBezTo>
                  <a:cubicBezTo>
                    <a:pt x="4334" y="2827"/>
                    <a:pt x="4525" y="2553"/>
                    <a:pt x="4667" y="2256"/>
                  </a:cubicBezTo>
                  <a:cubicBezTo>
                    <a:pt x="4846" y="1958"/>
                    <a:pt x="4929" y="1601"/>
                    <a:pt x="4882" y="1256"/>
                  </a:cubicBezTo>
                  <a:cubicBezTo>
                    <a:pt x="4858" y="1053"/>
                    <a:pt x="4739" y="827"/>
                    <a:pt x="4798" y="625"/>
                  </a:cubicBezTo>
                  <a:cubicBezTo>
                    <a:pt x="4843" y="479"/>
                    <a:pt x="4984" y="386"/>
                    <a:pt x="5139" y="386"/>
                  </a:cubicBezTo>
                  <a:close/>
                  <a:moveTo>
                    <a:pt x="5193" y="0"/>
                  </a:moveTo>
                  <a:cubicBezTo>
                    <a:pt x="4985" y="0"/>
                    <a:pt x="4780" y="55"/>
                    <a:pt x="4620" y="196"/>
                  </a:cubicBezTo>
                  <a:cubicBezTo>
                    <a:pt x="4251" y="529"/>
                    <a:pt x="4572" y="1018"/>
                    <a:pt x="4584" y="1422"/>
                  </a:cubicBezTo>
                  <a:cubicBezTo>
                    <a:pt x="4584" y="1911"/>
                    <a:pt x="4310" y="2339"/>
                    <a:pt x="3989" y="2673"/>
                  </a:cubicBezTo>
                  <a:cubicBezTo>
                    <a:pt x="3846" y="2827"/>
                    <a:pt x="3691" y="2982"/>
                    <a:pt x="3548" y="3125"/>
                  </a:cubicBezTo>
                  <a:cubicBezTo>
                    <a:pt x="2834" y="3625"/>
                    <a:pt x="1988" y="3923"/>
                    <a:pt x="1286" y="4423"/>
                  </a:cubicBezTo>
                  <a:cubicBezTo>
                    <a:pt x="595" y="4911"/>
                    <a:pt x="0" y="5709"/>
                    <a:pt x="72" y="6602"/>
                  </a:cubicBezTo>
                  <a:cubicBezTo>
                    <a:pt x="131" y="7411"/>
                    <a:pt x="798" y="8007"/>
                    <a:pt x="1536" y="8221"/>
                  </a:cubicBezTo>
                  <a:cubicBezTo>
                    <a:pt x="1741" y="8279"/>
                    <a:pt x="1949" y="8305"/>
                    <a:pt x="2156" y="8305"/>
                  </a:cubicBezTo>
                  <a:cubicBezTo>
                    <a:pt x="2803" y="8305"/>
                    <a:pt x="3445" y="8049"/>
                    <a:pt x="3977" y="7697"/>
                  </a:cubicBezTo>
                  <a:cubicBezTo>
                    <a:pt x="4703" y="7221"/>
                    <a:pt x="5298" y="6590"/>
                    <a:pt x="5739" y="5852"/>
                  </a:cubicBezTo>
                  <a:cubicBezTo>
                    <a:pt x="6215" y="5078"/>
                    <a:pt x="6584" y="4244"/>
                    <a:pt x="6822" y="3375"/>
                  </a:cubicBezTo>
                  <a:cubicBezTo>
                    <a:pt x="7061" y="2530"/>
                    <a:pt x="7108" y="1577"/>
                    <a:pt x="6584" y="815"/>
                  </a:cubicBezTo>
                  <a:cubicBezTo>
                    <a:pt x="6370" y="494"/>
                    <a:pt x="6060" y="244"/>
                    <a:pt x="5703" y="101"/>
                  </a:cubicBezTo>
                  <a:cubicBezTo>
                    <a:pt x="5549" y="40"/>
                    <a:pt x="5370" y="0"/>
                    <a:pt x="51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3" name="Google Shape;3183;p63"/>
            <p:cNvSpPr/>
            <p:nvPr/>
          </p:nvSpPr>
          <p:spPr>
            <a:xfrm>
              <a:off x="1336175" y="3548750"/>
              <a:ext cx="105975" cy="72650"/>
            </a:xfrm>
            <a:custGeom>
              <a:avLst/>
              <a:gdLst/>
              <a:ahLst/>
              <a:cxnLst/>
              <a:rect l="l" t="t" r="r" b="b"/>
              <a:pathLst>
                <a:path w="4239" h="2906" extrusionOk="0">
                  <a:moveTo>
                    <a:pt x="2220" y="272"/>
                  </a:moveTo>
                  <a:cubicBezTo>
                    <a:pt x="2262" y="272"/>
                    <a:pt x="2304" y="273"/>
                    <a:pt x="2346" y="276"/>
                  </a:cubicBezTo>
                  <a:cubicBezTo>
                    <a:pt x="2715" y="276"/>
                    <a:pt x="3120" y="335"/>
                    <a:pt x="3417" y="573"/>
                  </a:cubicBezTo>
                  <a:cubicBezTo>
                    <a:pt x="3655" y="752"/>
                    <a:pt x="3798" y="1038"/>
                    <a:pt x="3798" y="1335"/>
                  </a:cubicBezTo>
                  <a:cubicBezTo>
                    <a:pt x="3786" y="1657"/>
                    <a:pt x="3524" y="1907"/>
                    <a:pt x="3274" y="2085"/>
                  </a:cubicBezTo>
                  <a:cubicBezTo>
                    <a:pt x="2816" y="2410"/>
                    <a:pt x="2274" y="2581"/>
                    <a:pt x="1721" y="2581"/>
                  </a:cubicBezTo>
                  <a:cubicBezTo>
                    <a:pt x="1584" y="2581"/>
                    <a:pt x="1447" y="2571"/>
                    <a:pt x="1310" y="2550"/>
                  </a:cubicBezTo>
                  <a:cubicBezTo>
                    <a:pt x="953" y="2514"/>
                    <a:pt x="631" y="2323"/>
                    <a:pt x="417" y="2038"/>
                  </a:cubicBezTo>
                  <a:cubicBezTo>
                    <a:pt x="214" y="1704"/>
                    <a:pt x="298" y="1335"/>
                    <a:pt x="536" y="1061"/>
                  </a:cubicBezTo>
                  <a:cubicBezTo>
                    <a:pt x="822" y="716"/>
                    <a:pt x="1215" y="466"/>
                    <a:pt x="1643" y="323"/>
                  </a:cubicBezTo>
                  <a:cubicBezTo>
                    <a:pt x="1839" y="294"/>
                    <a:pt x="2027" y="272"/>
                    <a:pt x="2220" y="272"/>
                  </a:cubicBezTo>
                  <a:close/>
                  <a:moveTo>
                    <a:pt x="2509" y="0"/>
                  </a:moveTo>
                  <a:cubicBezTo>
                    <a:pt x="2057" y="0"/>
                    <a:pt x="1556" y="79"/>
                    <a:pt x="1179" y="323"/>
                  </a:cubicBezTo>
                  <a:cubicBezTo>
                    <a:pt x="917" y="442"/>
                    <a:pt x="679" y="609"/>
                    <a:pt x="476" y="811"/>
                  </a:cubicBezTo>
                  <a:cubicBezTo>
                    <a:pt x="191" y="1085"/>
                    <a:pt x="0" y="1478"/>
                    <a:pt x="107" y="1871"/>
                  </a:cubicBezTo>
                  <a:cubicBezTo>
                    <a:pt x="214" y="2252"/>
                    <a:pt x="500" y="2562"/>
                    <a:pt x="869" y="2716"/>
                  </a:cubicBezTo>
                  <a:lnTo>
                    <a:pt x="881" y="2716"/>
                  </a:lnTo>
                  <a:cubicBezTo>
                    <a:pt x="1179" y="2846"/>
                    <a:pt x="1507" y="2906"/>
                    <a:pt x="1838" y="2906"/>
                  </a:cubicBezTo>
                  <a:cubicBezTo>
                    <a:pt x="2356" y="2906"/>
                    <a:pt x="2882" y="2761"/>
                    <a:pt x="3310" y="2514"/>
                  </a:cubicBezTo>
                  <a:cubicBezTo>
                    <a:pt x="3667" y="2323"/>
                    <a:pt x="4024" y="2026"/>
                    <a:pt x="4144" y="1621"/>
                  </a:cubicBezTo>
                  <a:cubicBezTo>
                    <a:pt x="4239" y="1240"/>
                    <a:pt x="4132" y="835"/>
                    <a:pt x="3870" y="549"/>
                  </a:cubicBezTo>
                  <a:cubicBezTo>
                    <a:pt x="3548" y="192"/>
                    <a:pt x="3084" y="2"/>
                    <a:pt x="2608" y="2"/>
                  </a:cubicBezTo>
                  <a:cubicBezTo>
                    <a:pt x="2575" y="1"/>
                    <a:pt x="2542" y="0"/>
                    <a:pt x="25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4" name="Google Shape;3184;p63"/>
            <p:cNvSpPr/>
            <p:nvPr/>
          </p:nvSpPr>
          <p:spPr>
            <a:xfrm>
              <a:off x="1307900" y="3705150"/>
              <a:ext cx="171175" cy="119250"/>
            </a:xfrm>
            <a:custGeom>
              <a:avLst/>
              <a:gdLst/>
              <a:ahLst/>
              <a:cxnLst/>
              <a:rect l="l" t="t" r="r" b="b"/>
              <a:pathLst>
                <a:path w="6847" h="4770" extrusionOk="0">
                  <a:moveTo>
                    <a:pt x="1264" y="375"/>
                  </a:moveTo>
                  <a:cubicBezTo>
                    <a:pt x="1352" y="375"/>
                    <a:pt x="1438" y="403"/>
                    <a:pt x="1512" y="473"/>
                  </a:cubicBezTo>
                  <a:cubicBezTo>
                    <a:pt x="1619" y="592"/>
                    <a:pt x="1715" y="711"/>
                    <a:pt x="1786" y="842"/>
                  </a:cubicBezTo>
                  <a:lnTo>
                    <a:pt x="2119" y="1294"/>
                  </a:lnTo>
                  <a:cubicBezTo>
                    <a:pt x="2334" y="1604"/>
                    <a:pt x="2548" y="1901"/>
                    <a:pt x="2762" y="2199"/>
                  </a:cubicBezTo>
                  <a:cubicBezTo>
                    <a:pt x="2941" y="2461"/>
                    <a:pt x="3131" y="2711"/>
                    <a:pt x="3358" y="2937"/>
                  </a:cubicBezTo>
                  <a:cubicBezTo>
                    <a:pt x="3584" y="3152"/>
                    <a:pt x="3846" y="3295"/>
                    <a:pt x="4143" y="3366"/>
                  </a:cubicBezTo>
                  <a:cubicBezTo>
                    <a:pt x="4751" y="3533"/>
                    <a:pt x="5394" y="3461"/>
                    <a:pt x="6001" y="3580"/>
                  </a:cubicBezTo>
                  <a:cubicBezTo>
                    <a:pt x="6120" y="3592"/>
                    <a:pt x="6239" y="3640"/>
                    <a:pt x="6334" y="3723"/>
                  </a:cubicBezTo>
                  <a:cubicBezTo>
                    <a:pt x="6465" y="3842"/>
                    <a:pt x="6382" y="3997"/>
                    <a:pt x="6275" y="4092"/>
                  </a:cubicBezTo>
                  <a:cubicBezTo>
                    <a:pt x="6037" y="4271"/>
                    <a:pt x="5763" y="4390"/>
                    <a:pt x="5465" y="4414"/>
                  </a:cubicBezTo>
                  <a:cubicBezTo>
                    <a:pt x="5336" y="4433"/>
                    <a:pt x="5205" y="4443"/>
                    <a:pt x="5075" y="4443"/>
                  </a:cubicBezTo>
                  <a:cubicBezTo>
                    <a:pt x="4570" y="4443"/>
                    <a:pt x="4067" y="4300"/>
                    <a:pt x="3631" y="4045"/>
                  </a:cubicBezTo>
                  <a:cubicBezTo>
                    <a:pt x="3096" y="3735"/>
                    <a:pt x="2750" y="3199"/>
                    <a:pt x="2238" y="2866"/>
                  </a:cubicBezTo>
                  <a:cubicBezTo>
                    <a:pt x="1988" y="2711"/>
                    <a:pt x="1703" y="2592"/>
                    <a:pt x="1405" y="2544"/>
                  </a:cubicBezTo>
                  <a:cubicBezTo>
                    <a:pt x="1167" y="2509"/>
                    <a:pt x="929" y="2449"/>
                    <a:pt x="691" y="2366"/>
                  </a:cubicBezTo>
                  <a:cubicBezTo>
                    <a:pt x="393" y="2116"/>
                    <a:pt x="262" y="1711"/>
                    <a:pt x="357" y="1330"/>
                  </a:cubicBezTo>
                  <a:cubicBezTo>
                    <a:pt x="429" y="1020"/>
                    <a:pt x="595" y="747"/>
                    <a:pt x="834" y="556"/>
                  </a:cubicBezTo>
                  <a:cubicBezTo>
                    <a:pt x="954" y="458"/>
                    <a:pt x="1113" y="375"/>
                    <a:pt x="1264" y="375"/>
                  </a:cubicBezTo>
                  <a:close/>
                  <a:moveTo>
                    <a:pt x="1296" y="0"/>
                  </a:moveTo>
                  <a:cubicBezTo>
                    <a:pt x="1030" y="0"/>
                    <a:pt x="771" y="152"/>
                    <a:pt x="572" y="342"/>
                  </a:cubicBezTo>
                  <a:cubicBezTo>
                    <a:pt x="310" y="628"/>
                    <a:pt x="143" y="985"/>
                    <a:pt x="107" y="1366"/>
                  </a:cubicBezTo>
                  <a:lnTo>
                    <a:pt x="95" y="1413"/>
                  </a:lnTo>
                  <a:cubicBezTo>
                    <a:pt x="0" y="1675"/>
                    <a:pt x="24" y="1949"/>
                    <a:pt x="143" y="2187"/>
                  </a:cubicBezTo>
                  <a:cubicBezTo>
                    <a:pt x="274" y="2402"/>
                    <a:pt x="476" y="2568"/>
                    <a:pt x="726" y="2652"/>
                  </a:cubicBezTo>
                  <a:cubicBezTo>
                    <a:pt x="834" y="2699"/>
                    <a:pt x="953" y="2735"/>
                    <a:pt x="1072" y="2747"/>
                  </a:cubicBezTo>
                  <a:cubicBezTo>
                    <a:pt x="1286" y="2783"/>
                    <a:pt x="1488" y="2842"/>
                    <a:pt x="1691" y="2902"/>
                  </a:cubicBezTo>
                  <a:cubicBezTo>
                    <a:pt x="2369" y="3152"/>
                    <a:pt x="2750" y="3842"/>
                    <a:pt x="3346" y="4223"/>
                  </a:cubicBezTo>
                  <a:cubicBezTo>
                    <a:pt x="3880" y="4579"/>
                    <a:pt x="4497" y="4770"/>
                    <a:pt x="5133" y="4770"/>
                  </a:cubicBezTo>
                  <a:cubicBezTo>
                    <a:pt x="5219" y="4770"/>
                    <a:pt x="5306" y="4766"/>
                    <a:pt x="5394" y="4759"/>
                  </a:cubicBezTo>
                  <a:cubicBezTo>
                    <a:pt x="5751" y="4723"/>
                    <a:pt x="6084" y="4616"/>
                    <a:pt x="6382" y="4426"/>
                  </a:cubicBezTo>
                  <a:cubicBezTo>
                    <a:pt x="6644" y="4235"/>
                    <a:pt x="6846" y="3902"/>
                    <a:pt x="6668" y="3592"/>
                  </a:cubicBezTo>
                  <a:cubicBezTo>
                    <a:pt x="6501" y="3318"/>
                    <a:pt x="6132" y="3247"/>
                    <a:pt x="5834" y="3199"/>
                  </a:cubicBezTo>
                  <a:cubicBezTo>
                    <a:pt x="5465" y="3152"/>
                    <a:pt x="5096" y="3152"/>
                    <a:pt x="4727" y="3116"/>
                  </a:cubicBezTo>
                  <a:cubicBezTo>
                    <a:pt x="4370" y="3092"/>
                    <a:pt x="4024" y="2985"/>
                    <a:pt x="3715" y="2783"/>
                  </a:cubicBezTo>
                  <a:cubicBezTo>
                    <a:pt x="3405" y="2544"/>
                    <a:pt x="3203" y="2187"/>
                    <a:pt x="2977" y="1878"/>
                  </a:cubicBezTo>
                  <a:cubicBezTo>
                    <a:pt x="2727" y="1520"/>
                    <a:pt x="2477" y="1163"/>
                    <a:pt x="2227" y="818"/>
                  </a:cubicBezTo>
                  <a:cubicBezTo>
                    <a:pt x="2036" y="544"/>
                    <a:pt x="1846" y="139"/>
                    <a:pt x="1500" y="32"/>
                  </a:cubicBezTo>
                  <a:cubicBezTo>
                    <a:pt x="1432" y="10"/>
                    <a:pt x="1364" y="0"/>
                    <a:pt x="12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5" name="Google Shape;3185;p63"/>
            <p:cNvSpPr/>
            <p:nvPr/>
          </p:nvSpPr>
          <p:spPr>
            <a:xfrm>
              <a:off x="1200150" y="3429600"/>
              <a:ext cx="453050" cy="423650"/>
            </a:xfrm>
            <a:custGeom>
              <a:avLst/>
              <a:gdLst/>
              <a:ahLst/>
              <a:cxnLst/>
              <a:rect l="l" t="t" r="r" b="b"/>
              <a:pathLst>
                <a:path w="18122" h="16946" extrusionOk="0">
                  <a:moveTo>
                    <a:pt x="9523" y="437"/>
                  </a:moveTo>
                  <a:cubicBezTo>
                    <a:pt x="11163" y="437"/>
                    <a:pt x="12777" y="929"/>
                    <a:pt x="14157" y="1863"/>
                  </a:cubicBezTo>
                  <a:cubicBezTo>
                    <a:pt x="15764" y="2958"/>
                    <a:pt x="16907" y="4601"/>
                    <a:pt x="17395" y="6482"/>
                  </a:cubicBezTo>
                  <a:cubicBezTo>
                    <a:pt x="17431" y="6613"/>
                    <a:pt x="17455" y="6744"/>
                    <a:pt x="17478" y="6875"/>
                  </a:cubicBezTo>
                  <a:cubicBezTo>
                    <a:pt x="17193" y="6220"/>
                    <a:pt x="16847" y="5589"/>
                    <a:pt x="16454" y="4994"/>
                  </a:cubicBezTo>
                  <a:cubicBezTo>
                    <a:pt x="15633" y="3756"/>
                    <a:pt x="14538" y="2672"/>
                    <a:pt x="13204" y="2005"/>
                  </a:cubicBezTo>
                  <a:cubicBezTo>
                    <a:pt x="11979" y="1395"/>
                    <a:pt x="10621" y="1107"/>
                    <a:pt x="9259" y="1107"/>
                  </a:cubicBezTo>
                  <a:cubicBezTo>
                    <a:pt x="7431" y="1107"/>
                    <a:pt x="5595" y="1627"/>
                    <a:pt x="4060" y="2589"/>
                  </a:cubicBezTo>
                  <a:cubicBezTo>
                    <a:pt x="3405" y="3006"/>
                    <a:pt x="2798" y="3494"/>
                    <a:pt x="2262" y="4053"/>
                  </a:cubicBezTo>
                  <a:cubicBezTo>
                    <a:pt x="2655" y="3637"/>
                    <a:pt x="2977" y="3160"/>
                    <a:pt x="3369" y="2744"/>
                  </a:cubicBezTo>
                  <a:cubicBezTo>
                    <a:pt x="3405" y="2720"/>
                    <a:pt x="3429" y="2684"/>
                    <a:pt x="3465" y="2660"/>
                  </a:cubicBezTo>
                  <a:cubicBezTo>
                    <a:pt x="3822" y="2339"/>
                    <a:pt x="4286" y="2125"/>
                    <a:pt x="4679" y="1875"/>
                  </a:cubicBezTo>
                  <a:cubicBezTo>
                    <a:pt x="5084" y="1613"/>
                    <a:pt x="5501" y="1398"/>
                    <a:pt x="5941" y="1208"/>
                  </a:cubicBezTo>
                  <a:cubicBezTo>
                    <a:pt x="6810" y="827"/>
                    <a:pt x="7727" y="577"/>
                    <a:pt x="8668" y="481"/>
                  </a:cubicBezTo>
                  <a:cubicBezTo>
                    <a:pt x="8953" y="452"/>
                    <a:pt x="9238" y="437"/>
                    <a:pt x="9523" y="437"/>
                  </a:cubicBezTo>
                  <a:close/>
                  <a:moveTo>
                    <a:pt x="9210" y="1521"/>
                  </a:moveTo>
                  <a:cubicBezTo>
                    <a:pt x="10310" y="1521"/>
                    <a:pt x="11403" y="1724"/>
                    <a:pt x="12442" y="2113"/>
                  </a:cubicBezTo>
                  <a:cubicBezTo>
                    <a:pt x="13787" y="2672"/>
                    <a:pt x="14954" y="3589"/>
                    <a:pt x="15800" y="4768"/>
                  </a:cubicBezTo>
                  <a:cubicBezTo>
                    <a:pt x="16288" y="5423"/>
                    <a:pt x="16693" y="6113"/>
                    <a:pt x="17026" y="6851"/>
                  </a:cubicBezTo>
                  <a:cubicBezTo>
                    <a:pt x="17193" y="7232"/>
                    <a:pt x="17336" y="7613"/>
                    <a:pt x="17443" y="8018"/>
                  </a:cubicBezTo>
                  <a:cubicBezTo>
                    <a:pt x="17526" y="8363"/>
                    <a:pt x="17574" y="8732"/>
                    <a:pt x="17597" y="9090"/>
                  </a:cubicBezTo>
                  <a:cubicBezTo>
                    <a:pt x="17586" y="9173"/>
                    <a:pt x="17586" y="9256"/>
                    <a:pt x="17574" y="9328"/>
                  </a:cubicBezTo>
                  <a:cubicBezTo>
                    <a:pt x="17431" y="10376"/>
                    <a:pt x="17097" y="11376"/>
                    <a:pt x="16574" y="12292"/>
                  </a:cubicBezTo>
                  <a:cubicBezTo>
                    <a:pt x="16073" y="13209"/>
                    <a:pt x="15419" y="14043"/>
                    <a:pt x="14645" y="14757"/>
                  </a:cubicBezTo>
                  <a:cubicBezTo>
                    <a:pt x="13883" y="15436"/>
                    <a:pt x="12978" y="15948"/>
                    <a:pt x="12002" y="16222"/>
                  </a:cubicBezTo>
                  <a:cubicBezTo>
                    <a:pt x="11248" y="16437"/>
                    <a:pt x="10463" y="16538"/>
                    <a:pt x="9675" y="16538"/>
                  </a:cubicBezTo>
                  <a:cubicBezTo>
                    <a:pt x="8335" y="16538"/>
                    <a:pt x="6985" y="16248"/>
                    <a:pt x="5763" y="15745"/>
                  </a:cubicBezTo>
                  <a:cubicBezTo>
                    <a:pt x="4774" y="15352"/>
                    <a:pt x="3858" y="14805"/>
                    <a:pt x="3024" y="14126"/>
                  </a:cubicBezTo>
                  <a:cubicBezTo>
                    <a:pt x="2226" y="13495"/>
                    <a:pt x="1595" y="12685"/>
                    <a:pt x="1167" y="11745"/>
                  </a:cubicBezTo>
                  <a:cubicBezTo>
                    <a:pt x="405" y="9959"/>
                    <a:pt x="488" y="7863"/>
                    <a:pt x="1167" y="6065"/>
                  </a:cubicBezTo>
                  <a:cubicBezTo>
                    <a:pt x="1226" y="5911"/>
                    <a:pt x="1298" y="5756"/>
                    <a:pt x="1357" y="5601"/>
                  </a:cubicBezTo>
                  <a:cubicBezTo>
                    <a:pt x="1643" y="5244"/>
                    <a:pt x="1929" y="4887"/>
                    <a:pt x="2238" y="4553"/>
                  </a:cubicBezTo>
                  <a:cubicBezTo>
                    <a:pt x="2727" y="4041"/>
                    <a:pt x="3250" y="3589"/>
                    <a:pt x="3834" y="3196"/>
                  </a:cubicBezTo>
                  <a:cubicBezTo>
                    <a:pt x="5036" y="2363"/>
                    <a:pt x="6406" y="1827"/>
                    <a:pt x="7858" y="1624"/>
                  </a:cubicBezTo>
                  <a:cubicBezTo>
                    <a:pt x="8308" y="1555"/>
                    <a:pt x="8760" y="1521"/>
                    <a:pt x="9210" y="1521"/>
                  </a:cubicBezTo>
                  <a:close/>
                  <a:moveTo>
                    <a:pt x="9543" y="0"/>
                  </a:moveTo>
                  <a:cubicBezTo>
                    <a:pt x="8500" y="0"/>
                    <a:pt x="7449" y="189"/>
                    <a:pt x="6441" y="577"/>
                  </a:cubicBezTo>
                  <a:cubicBezTo>
                    <a:pt x="6215" y="648"/>
                    <a:pt x="6001" y="732"/>
                    <a:pt x="5786" y="815"/>
                  </a:cubicBezTo>
                  <a:cubicBezTo>
                    <a:pt x="3929" y="1589"/>
                    <a:pt x="2381" y="2946"/>
                    <a:pt x="1393" y="4684"/>
                  </a:cubicBezTo>
                  <a:cubicBezTo>
                    <a:pt x="417" y="6411"/>
                    <a:pt x="0" y="8471"/>
                    <a:pt x="369" y="10435"/>
                  </a:cubicBezTo>
                  <a:cubicBezTo>
                    <a:pt x="548" y="11507"/>
                    <a:pt x="1012" y="12519"/>
                    <a:pt x="1691" y="13364"/>
                  </a:cubicBezTo>
                  <a:cubicBezTo>
                    <a:pt x="2381" y="14174"/>
                    <a:pt x="3215" y="14864"/>
                    <a:pt x="4143" y="15400"/>
                  </a:cubicBezTo>
                  <a:cubicBezTo>
                    <a:pt x="5829" y="16409"/>
                    <a:pt x="7760" y="16946"/>
                    <a:pt x="9722" y="16946"/>
                  </a:cubicBezTo>
                  <a:cubicBezTo>
                    <a:pt x="10005" y="16946"/>
                    <a:pt x="10289" y="16935"/>
                    <a:pt x="10573" y="16912"/>
                  </a:cubicBezTo>
                  <a:cubicBezTo>
                    <a:pt x="11644" y="16829"/>
                    <a:pt x="12704" y="16519"/>
                    <a:pt x="13656" y="16007"/>
                  </a:cubicBezTo>
                  <a:cubicBezTo>
                    <a:pt x="14573" y="15460"/>
                    <a:pt x="15383" y="14745"/>
                    <a:pt x="16026" y="13888"/>
                  </a:cubicBezTo>
                  <a:cubicBezTo>
                    <a:pt x="16740" y="13007"/>
                    <a:pt x="17288" y="11995"/>
                    <a:pt x="17657" y="10911"/>
                  </a:cubicBezTo>
                  <a:cubicBezTo>
                    <a:pt x="17978" y="9935"/>
                    <a:pt x="18121" y="8887"/>
                    <a:pt x="18050" y="7863"/>
                  </a:cubicBezTo>
                  <a:cubicBezTo>
                    <a:pt x="17919" y="5815"/>
                    <a:pt x="17038" y="3899"/>
                    <a:pt x="15597" y="2470"/>
                  </a:cubicBezTo>
                  <a:cubicBezTo>
                    <a:pt x="13952" y="857"/>
                    <a:pt x="11767" y="0"/>
                    <a:pt x="95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6" name="Google Shape;3186;p63"/>
            <p:cNvSpPr/>
            <p:nvPr/>
          </p:nvSpPr>
          <p:spPr>
            <a:xfrm>
              <a:off x="1263825" y="3515525"/>
              <a:ext cx="211075" cy="156000"/>
            </a:xfrm>
            <a:custGeom>
              <a:avLst/>
              <a:gdLst/>
              <a:ahLst/>
              <a:cxnLst/>
              <a:rect l="l" t="t" r="r" b="b"/>
              <a:pathLst>
                <a:path w="8443" h="6240" extrusionOk="0">
                  <a:moveTo>
                    <a:pt x="5237" y="368"/>
                  </a:moveTo>
                  <a:cubicBezTo>
                    <a:pt x="5539" y="368"/>
                    <a:pt x="5846" y="408"/>
                    <a:pt x="6156" y="497"/>
                  </a:cubicBezTo>
                  <a:cubicBezTo>
                    <a:pt x="6883" y="688"/>
                    <a:pt x="7490" y="1212"/>
                    <a:pt x="7788" y="1902"/>
                  </a:cubicBezTo>
                  <a:cubicBezTo>
                    <a:pt x="8085" y="2557"/>
                    <a:pt x="8002" y="3319"/>
                    <a:pt x="7573" y="3891"/>
                  </a:cubicBezTo>
                  <a:cubicBezTo>
                    <a:pt x="7097" y="4462"/>
                    <a:pt x="6347" y="4748"/>
                    <a:pt x="5633" y="4903"/>
                  </a:cubicBezTo>
                  <a:cubicBezTo>
                    <a:pt x="4775" y="5069"/>
                    <a:pt x="3894" y="5105"/>
                    <a:pt x="3049" y="5367"/>
                  </a:cubicBezTo>
                  <a:cubicBezTo>
                    <a:pt x="2597" y="5512"/>
                    <a:pt x="1939" y="5925"/>
                    <a:pt x="1386" y="5925"/>
                  </a:cubicBezTo>
                  <a:cubicBezTo>
                    <a:pt x="1123" y="5925"/>
                    <a:pt x="884" y="5831"/>
                    <a:pt x="703" y="5569"/>
                  </a:cubicBezTo>
                  <a:cubicBezTo>
                    <a:pt x="465" y="5236"/>
                    <a:pt x="441" y="4772"/>
                    <a:pt x="489" y="4379"/>
                  </a:cubicBezTo>
                  <a:cubicBezTo>
                    <a:pt x="549" y="3938"/>
                    <a:pt x="692" y="3510"/>
                    <a:pt x="906" y="3117"/>
                  </a:cubicBezTo>
                  <a:cubicBezTo>
                    <a:pt x="1120" y="2712"/>
                    <a:pt x="1406" y="2331"/>
                    <a:pt x="1727" y="1997"/>
                  </a:cubicBezTo>
                  <a:cubicBezTo>
                    <a:pt x="2715" y="1135"/>
                    <a:pt x="3924" y="368"/>
                    <a:pt x="5237" y="368"/>
                  </a:cubicBezTo>
                  <a:close/>
                  <a:moveTo>
                    <a:pt x="5281" y="0"/>
                  </a:moveTo>
                  <a:cubicBezTo>
                    <a:pt x="4958" y="0"/>
                    <a:pt x="4632" y="43"/>
                    <a:pt x="4311" y="128"/>
                  </a:cubicBezTo>
                  <a:cubicBezTo>
                    <a:pt x="3466" y="354"/>
                    <a:pt x="2692" y="783"/>
                    <a:pt x="2037" y="1378"/>
                  </a:cubicBezTo>
                  <a:cubicBezTo>
                    <a:pt x="1584" y="1724"/>
                    <a:pt x="1192" y="2140"/>
                    <a:pt x="882" y="2617"/>
                  </a:cubicBezTo>
                  <a:cubicBezTo>
                    <a:pt x="370" y="3367"/>
                    <a:pt x="1" y="4331"/>
                    <a:pt x="227" y="5260"/>
                  </a:cubicBezTo>
                  <a:cubicBezTo>
                    <a:pt x="299" y="5665"/>
                    <a:pt x="584" y="6010"/>
                    <a:pt x="977" y="6165"/>
                  </a:cubicBezTo>
                  <a:cubicBezTo>
                    <a:pt x="1122" y="6217"/>
                    <a:pt x="1270" y="6239"/>
                    <a:pt x="1419" y="6239"/>
                  </a:cubicBezTo>
                  <a:cubicBezTo>
                    <a:pt x="1713" y="6239"/>
                    <a:pt x="2011" y="6152"/>
                    <a:pt x="2287" y="6034"/>
                  </a:cubicBezTo>
                  <a:cubicBezTo>
                    <a:pt x="2727" y="5831"/>
                    <a:pt x="3192" y="5665"/>
                    <a:pt x="3656" y="5557"/>
                  </a:cubicBezTo>
                  <a:cubicBezTo>
                    <a:pt x="4156" y="5450"/>
                    <a:pt x="4644" y="5403"/>
                    <a:pt x="5133" y="5331"/>
                  </a:cubicBezTo>
                  <a:cubicBezTo>
                    <a:pt x="5966" y="5212"/>
                    <a:pt x="6823" y="5010"/>
                    <a:pt x="7490" y="4474"/>
                  </a:cubicBezTo>
                  <a:cubicBezTo>
                    <a:pt x="8133" y="3962"/>
                    <a:pt x="8442" y="3152"/>
                    <a:pt x="8312" y="2343"/>
                  </a:cubicBezTo>
                  <a:cubicBezTo>
                    <a:pt x="8181" y="1521"/>
                    <a:pt x="7680" y="807"/>
                    <a:pt x="6954" y="402"/>
                  </a:cubicBezTo>
                  <a:cubicBezTo>
                    <a:pt x="6428" y="135"/>
                    <a:pt x="5858" y="0"/>
                    <a:pt x="5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7" name="Google Shape;3187;p63"/>
            <p:cNvSpPr/>
            <p:nvPr/>
          </p:nvSpPr>
          <p:spPr>
            <a:xfrm>
              <a:off x="1175125" y="3402750"/>
              <a:ext cx="506650" cy="511650"/>
            </a:xfrm>
            <a:custGeom>
              <a:avLst/>
              <a:gdLst/>
              <a:ahLst/>
              <a:cxnLst/>
              <a:rect l="l" t="t" r="r" b="b"/>
              <a:pathLst>
                <a:path w="20266" h="20466" extrusionOk="0">
                  <a:moveTo>
                    <a:pt x="10540" y="482"/>
                  </a:moveTo>
                  <a:cubicBezTo>
                    <a:pt x="12405" y="482"/>
                    <a:pt x="14230" y="1045"/>
                    <a:pt x="15777" y="2103"/>
                  </a:cubicBezTo>
                  <a:cubicBezTo>
                    <a:pt x="17586" y="3330"/>
                    <a:pt x="18896" y="5187"/>
                    <a:pt x="19432" y="7306"/>
                  </a:cubicBezTo>
                  <a:cubicBezTo>
                    <a:pt x="19694" y="8354"/>
                    <a:pt x="19765" y="9449"/>
                    <a:pt x="19634" y="10521"/>
                  </a:cubicBezTo>
                  <a:lnTo>
                    <a:pt x="19646" y="10533"/>
                  </a:lnTo>
                  <a:cubicBezTo>
                    <a:pt x="19480" y="11700"/>
                    <a:pt x="19087" y="12831"/>
                    <a:pt x="18503" y="13867"/>
                  </a:cubicBezTo>
                  <a:cubicBezTo>
                    <a:pt x="17932" y="14902"/>
                    <a:pt x="17205" y="15843"/>
                    <a:pt x="16324" y="16641"/>
                  </a:cubicBezTo>
                  <a:cubicBezTo>
                    <a:pt x="15479" y="17426"/>
                    <a:pt x="14455" y="17986"/>
                    <a:pt x="13348" y="18308"/>
                  </a:cubicBezTo>
                  <a:cubicBezTo>
                    <a:pt x="12511" y="18547"/>
                    <a:pt x="11638" y="18658"/>
                    <a:pt x="10760" y="18658"/>
                  </a:cubicBezTo>
                  <a:cubicBezTo>
                    <a:pt x="9239" y="18658"/>
                    <a:pt x="7705" y="18326"/>
                    <a:pt x="6323" y="17760"/>
                  </a:cubicBezTo>
                  <a:cubicBezTo>
                    <a:pt x="5204" y="17319"/>
                    <a:pt x="4156" y="16700"/>
                    <a:pt x="3227" y="15938"/>
                  </a:cubicBezTo>
                  <a:cubicBezTo>
                    <a:pt x="2323" y="15224"/>
                    <a:pt x="1608" y="14307"/>
                    <a:pt x="1132" y="13259"/>
                  </a:cubicBezTo>
                  <a:cubicBezTo>
                    <a:pt x="275" y="11235"/>
                    <a:pt x="358" y="8878"/>
                    <a:pt x="1132" y="6842"/>
                  </a:cubicBezTo>
                  <a:cubicBezTo>
                    <a:pt x="1894" y="4853"/>
                    <a:pt x="3335" y="3258"/>
                    <a:pt x="5085" y="2115"/>
                  </a:cubicBezTo>
                  <a:cubicBezTo>
                    <a:pt x="5537" y="1829"/>
                    <a:pt x="6014" y="1567"/>
                    <a:pt x="6514" y="1353"/>
                  </a:cubicBezTo>
                  <a:cubicBezTo>
                    <a:pt x="7490" y="924"/>
                    <a:pt x="8526" y="651"/>
                    <a:pt x="9585" y="532"/>
                  </a:cubicBezTo>
                  <a:cubicBezTo>
                    <a:pt x="9904" y="499"/>
                    <a:pt x="10222" y="482"/>
                    <a:pt x="10540" y="482"/>
                  </a:cubicBezTo>
                  <a:close/>
                  <a:moveTo>
                    <a:pt x="537" y="12866"/>
                  </a:moveTo>
                  <a:cubicBezTo>
                    <a:pt x="799" y="13664"/>
                    <a:pt x="1203" y="14402"/>
                    <a:pt x="1739" y="15057"/>
                  </a:cubicBezTo>
                  <a:cubicBezTo>
                    <a:pt x="2525" y="15974"/>
                    <a:pt x="3454" y="16760"/>
                    <a:pt x="4513" y="17355"/>
                  </a:cubicBezTo>
                  <a:cubicBezTo>
                    <a:pt x="6427" y="18505"/>
                    <a:pt x="8615" y="19104"/>
                    <a:pt x="10838" y="19104"/>
                  </a:cubicBezTo>
                  <a:cubicBezTo>
                    <a:pt x="11146" y="19104"/>
                    <a:pt x="11455" y="19093"/>
                    <a:pt x="11764" y="19070"/>
                  </a:cubicBezTo>
                  <a:cubicBezTo>
                    <a:pt x="12979" y="18974"/>
                    <a:pt x="14157" y="18629"/>
                    <a:pt x="15241" y="18034"/>
                  </a:cubicBezTo>
                  <a:cubicBezTo>
                    <a:pt x="16146" y="17510"/>
                    <a:pt x="16943" y="16819"/>
                    <a:pt x="17622" y="16010"/>
                  </a:cubicBezTo>
                  <a:lnTo>
                    <a:pt x="17622" y="16010"/>
                  </a:lnTo>
                  <a:cubicBezTo>
                    <a:pt x="17336" y="16522"/>
                    <a:pt x="17027" y="17010"/>
                    <a:pt x="16658" y="17462"/>
                  </a:cubicBezTo>
                  <a:cubicBezTo>
                    <a:pt x="16110" y="18165"/>
                    <a:pt x="15431" y="18736"/>
                    <a:pt x="14646" y="19141"/>
                  </a:cubicBezTo>
                  <a:cubicBezTo>
                    <a:pt x="13824" y="19558"/>
                    <a:pt x="12943" y="19808"/>
                    <a:pt x="12038" y="19915"/>
                  </a:cubicBezTo>
                  <a:cubicBezTo>
                    <a:pt x="11677" y="19955"/>
                    <a:pt x="11313" y="19973"/>
                    <a:pt x="10950" y="19973"/>
                  </a:cubicBezTo>
                  <a:cubicBezTo>
                    <a:pt x="9240" y="19973"/>
                    <a:pt x="7516" y="19566"/>
                    <a:pt x="5906" y="19046"/>
                  </a:cubicBezTo>
                  <a:cubicBezTo>
                    <a:pt x="4978" y="18736"/>
                    <a:pt x="4061" y="18367"/>
                    <a:pt x="3263" y="17796"/>
                  </a:cubicBezTo>
                  <a:cubicBezTo>
                    <a:pt x="2549" y="17260"/>
                    <a:pt x="1954" y="16581"/>
                    <a:pt x="1513" y="15795"/>
                  </a:cubicBezTo>
                  <a:cubicBezTo>
                    <a:pt x="1013" y="14879"/>
                    <a:pt x="680" y="13890"/>
                    <a:pt x="537" y="12866"/>
                  </a:cubicBezTo>
                  <a:close/>
                  <a:moveTo>
                    <a:pt x="10584" y="1"/>
                  </a:moveTo>
                  <a:cubicBezTo>
                    <a:pt x="9407" y="1"/>
                    <a:pt x="8222" y="213"/>
                    <a:pt x="7085" y="651"/>
                  </a:cubicBezTo>
                  <a:cubicBezTo>
                    <a:pt x="6835" y="734"/>
                    <a:pt x="6597" y="829"/>
                    <a:pt x="6359" y="924"/>
                  </a:cubicBezTo>
                  <a:cubicBezTo>
                    <a:pt x="4263" y="1794"/>
                    <a:pt x="2513" y="3318"/>
                    <a:pt x="1394" y="5282"/>
                  </a:cubicBezTo>
                  <a:cubicBezTo>
                    <a:pt x="477" y="6889"/>
                    <a:pt x="25" y="8723"/>
                    <a:pt x="108" y="10568"/>
                  </a:cubicBezTo>
                  <a:cubicBezTo>
                    <a:pt x="1" y="12200"/>
                    <a:pt x="227" y="13890"/>
                    <a:pt x="882" y="15379"/>
                  </a:cubicBezTo>
                  <a:cubicBezTo>
                    <a:pt x="1251" y="16236"/>
                    <a:pt x="1775" y="16998"/>
                    <a:pt x="2442" y="17653"/>
                  </a:cubicBezTo>
                  <a:cubicBezTo>
                    <a:pt x="3180" y="18319"/>
                    <a:pt x="4037" y="18843"/>
                    <a:pt x="4978" y="19189"/>
                  </a:cubicBezTo>
                  <a:cubicBezTo>
                    <a:pt x="5978" y="19570"/>
                    <a:pt x="7014" y="19879"/>
                    <a:pt x="8061" y="20117"/>
                  </a:cubicBezTo>
                  <a:cubicBezTo>
                    <a:pt x="9054" y="20346"/>
                    <a:pt x="10077" y="20466"/>
                    <a:pt x="11102" y="20466"/>
                  </a:cubicBezTo>
                  <a:cubicBezTo>
                    <a:pt x="11196" y="20466"/>
                    <a:pt x="11290" y="20465"/>
                    <a:pt x="11383" y="20463"/>
                  </a:cubicBezTo>
                  <a:cubicBezTo>
                    <a:pt x="13300" y="20403"/>
                    <a:pt x="15181" y="19736"/>
                    <a:pt x="16551" y="18367"/>
                  </a:cubicBezTo>
                  <a:cubicBezTo>
                    <a:pt x="17705" y="17188"/>
                    <a:pt x="18408" y="15629"/>
                    <a:pt x="18968" y="14081"/>
                  </a:cubicBezTo>
                  <a:cubicBezTo>
                    <a:pt x="19277" y="13521"/>
                    <a:pt x="19539" y="12926"/>
                    <a:pt x="19741" y="12307"/>
                  </a:cubicBezTo>
                  <a:cubicBezTo>
                    <a:pt x="20111" y="11200"/>
                    <a:pt x="20265" y="10021"/>
                    <a:pt x="20182" y="8854"/>
                  </a:cubicBezTo>
                  <a:cubicBezTo>
                    <a:pt x="20039" y="6568"/>
                    <a:pt x="19051" y="4401"/>
                    <a:pt x="17420" y="2782"/>
                  </a:cubicBezTo>
                  <a:cubicBezTo>
                    <a:pt x="15556" y="967"/>
                    <a:pt x="13091" y="1"/>
                    <a:pt x="105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88" name="Google Shape;3188;p63"/>
          <p:cNvGrpSpPr/>
          <p:nvPr/>
        </p:nvGrpSpPr>
        <p:grpSpPr>
          <a:xfrm rot="-8451392">
            <a:off x="7588262" y="2256226"/>
            <a:ext cx="433575" cy="996263"/>
            <a:chOff x="2683209" y="45238"/>
            <a:chExt cx="361655" cy="831050"/>
          </a:xfrm>
        </p:grpSpPr>
        <p:sp>
          <p:nvSpPr>
            <p:cNvPr id="3189" name="Google Shape;3189;p63"/>
            <p:cNvSpPr/>
            <p:nvPr/>
          </p:nvSpPr>
          <p:spPr>
            <a:xfrm>
              <a:off x="2959362" y="72939"/>
              <a:ext cx="74398" cy="131116"/>
            </a:xfrm>
            <a:custGeom>
              <a:avLst/>
              <a:gdLst/>
              <a:ahLst/>
              <a:cxnLst/>
              <a:rect l="l" t="t" r="r" b="b"/>
              <a:pathLst>
                <a:path w="4061" h="7157" extrusionOk="0">
                  <a:moveTo>
                    <a:pt x="1894" y="1"/>
                  </a:moveTo>
                  <a:cubicBezTo>
                    <a:pt x="1298" y="2311"/>
                    <a:pt x="632" y="4597"/>
                    <a:pt x="1" y="6883"/>
                  </a:cubicBezTo>
                  <a:lnTo>
                    <a:pt x="834" y="7121"/>
                  </a:lnTo>
                  <a:cubicBezTo>
                    <a:pt x="856" y="7044"/>
                    <a:pt x="919" y="6977"/>
                    <a:pt x="1004" y="6977"/>
                  </a:cubicBezTo>
                  <a:cubicBezTo>
                    <a:pt x="1011" y="6977"/>
                    <a:pt x="1018" y="6977"/>
                    <a:pt x="1025" y="6978"/>
                  </a:cubicBezTo>
                  <a:cubicBezTo>
                    <a:pt x="1251" y="6990"/>
                    <a:pt x="1489" y="7002"/>
                    <a:pt x="1715" y="7037"/>
                  </a:cubicBezTo>
                  <a:cubicBezTo>
                    <a:pt x="1846" y="7049"/>
                    <a:pt x="1977" y="7073"/>
                    <a:pt x="2108" y="7097"/>
                  </a:cubicBezTo>
                  <a:cubicBezTo>
                    <a:pt x="2156" y="7109"/>
                    <a:pt x="2215" y="7133"/>
                    <a:pt x="2263" y="7157"/>
                  </a:cubicBezTo>
                  <a:cubicBezTo>
                    <a:pt x="2394" y="6692"/>
                    <a:pt x="2501" y="6240"/>
                    <a:pt x="2632" y="5775"/>
                  </a:cubicBezTo>
                  <a:lnTo>
                    <a:pt x="2501" y="5775"/>
                  </a:lnTo>
                  <a:cubicBezTo>
                    <a:pt x="2394" y="5752"/>
                    <a:pt x="2299" y="5716"/>
                    <a:pt x="2203" y="5692"/>
                  </a:cubicBezTo>
                  <a:cubicBezTo>
                    <a:pt x="2144" y="5680"/>
                    <a:pt x="2096" y="5668"/>
                    <a:pt x="2037" y="5656"/>
                  </a:cubicBezTo>
                  <a:cubicBezTo>
                    <a:pt x="2013" y="5656"/>
                    <a:pt x="1989" y="5656"/>
                    <a:pt x="1977" y="5644"/>
                  </a:cubicBezTo>
                  <a:lnTo>
                    <a:pt x="1941" y="5644"/>
                  </a:lnTo>
                  <a:cubicBezTo>
                    <a:pt x="1834" y="5633"/>
                    <a:pt x="1727" y="5621"/>
                    <a:pt x="1620" y="5621"/>
                  </a:cubicBezTo>
                  <a:cubicBezTo>
                    <a:pt x="1489" y="5621"/>
                    <a:pt x="1394" y="5525"/>
                    <a:pt x="1394" y="5406"/>
                  </a:cubicBezTo>
                  <a:cubicBezTo>
                    <a:pt x="1394" y="5287"/>
                    <a:pt x="1489" y="5180"/>
                    <a:pt x="1620" y="5180"/>
                  </a:cubicBezTo>
                  <a:cubicBezTo>
                    <a:pt x="1834" y="5180"/>
                    <a:pt x="2049" y="5192"/>
                    <a:pt x="2263" y="5216"/>
                  </a:cubicBezTo>
                  <a:cubicBezTo>
                    <a:pt x="2382" y="5228"/>
                    <a:pt x="2501" y="5240"/>
                    <a:pt x="2620" y="5275"/>
                  </a:cubicBezTo>
                  <a:cubicBezTo>
                    <a:pt x="2656" y="5287"/>
                    <a:pt x="2703" y="5299"/>
                    <a:pt x="2739" y="5323"/>
                  </a:cubicBezTo>
                  <a:lnTo>
                    <a:pt x="3096" y="3942"/>
                  </a:lnTo>
                  <a:lnTo>
                    <a:pt x="3061" y="3930"/>
                  </a:lnTo>
                  <a:cubicBezTo>
                    <a:pt x="2977" y="3894"/>
                    <a:pt x="2906" y="3858"/>
                    <a:pt x="2834" y="3823"/>
                  </a:cubicBezTo>
                  <a:lnTo>
                    <a:pt x="2775" y="3787"/>
                  </a:lnTo>
                  <a:cubicBezTo>
                    <a:pt x="2763" y="3787"/>
                    <a:pt x="2751" y="3787"/>
                    <a:pt x="2739" y="3775"/>
                  </a:cubicBezTo>
                  <a:lnTo>
                    <a:pt x="2620" y="3728"/>
                  </a:lnTo>
                  <a:cubicBezTo>
                    <a:pt x="2584" y="3716"/>
                    <a:pt x="2549" y="3716"/>
                    <a:pt x="2513" y="3704"/>
                  </a:cubicBezTo>
                  <a:lnTo>
                    <a:pt x="2418" y="3704"/>
                  </a:lnTo>
                  <a:cubicBezTo>
                    <a:pt x="2322" y="3704"/>
                    <a:pt x="2239" y="3632"/>
                    <a:pt x="2239" y="3537"/>
                  </a:cubicBezTo>
                  <a:cubicBezTo>
                    <a:pt x="2239" y="3442"/>
                    <a:pt x="2322" y="3358"/>
                    <a:pt x="2418" y="3358"/>
                  </a:cubicBezTo>
                  <a:cubicBezTo>
                    <a:pt x="2465" y="3370"/>
                    <a:pt x="2513" y="3370"/>
                    <a:pt x="2561" y="3370"/>
                  </a:cubicBezTo>
                  <a:lnTo>
                    <a:pt x="2692" y="3370"/>
                  </a:lnTo>
                  <a:cubicBezTo>
                    <a:pt x="2799" y="3382"/>
                    <a:pt x="2894" y="3394"/>
                    <a:pt x="2989" y="3418"/>
                  </a:cubicBezTo>
                  <a:cubicBezTo>
                    <a:pt x="3073" y="3430"/>
                    <a:pt x="3156" y="3454"/>
                    <a:pt x="3227" y="3489"/>
                  </a:cubicBezTo>
                  <a:cubicBezTo>
                    <a:pt x="3334" y="3061"/>
                    <a:pt x="3454" y="2644"/>
                    <a:pt x="3561" y="2215"/>
                  </a:cubicBezTo>
                  <a:cubicBezTo>
                    <a:pt x="3513" y="2204"/>
                    <a:pt x="3465" y="2180"/>
                    <a:pt x="3418" y="2168"/>
                  </a:cubicBezTo>
                  <a:lnTo>
                    <a:pt x="3168" y="2049"/>
                  </a:lnTo>
                  <a:lnTo>
                    <a:pt x="2620" y="1799"/>
                  </a:lnTo>
                  <a:cubicBezTo>
                    <a:pt x="2561" y="1763"/>
                    <a:pt x="2537" y="1692"/>
                    <a:pt x="2572" y="1632"/>
                  </a:cubicBezTo>
                  <a:cubicBezTo>
                    <a:pt x="2582" y="1585"/>
                    <a:pt x="2628" y="1553"/>
                    <a:pt x="2676" y="1553"/>
                  </a:cubicBezTo>
                  <a:cubicBezTo>
                    <a:pt x="2689" y="1553"/>
                    <a:pt x="2703" y="1555"/>
                    <a:pt x="2715" y="1561"/>
                  </a:cubicBezTo>
                  <a:lnTo>
                    <a:pt x="3311" y="1692"/>
                  </a:lnTo>
                  <a:cubicBezTo>
                    <a:pt x="3406" y="1715"/>
                    <a:pt x="3501" y="1727"/>
                    <a:pt x="3596" y="1751"/>
                  </a:cubicBezTo>
                  <a:lnTo>
                    <a:pt x="3680" y="1787"/>
                  </a:lnTo>
                  <a:cubicBezTo>
                    <a:pt x="3811" y="1311"/>
                    <a:pt x="3930" y="846"/>
                    <a:pt x="4061" y="370"/>
                  </a:cubicBezTo>
                  <a:cubicBezTo>
                    <a:pt x="3334" y="239"/>
                    <a:pt x="2620" y="120"/>
                    <a:pt x="1894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0" name="Google Shape;3190;p63"/>
            <p:cNvSpPr/>
            <p:nvPr/>
          </p:nvSpPr>
          <p:spPr>
            <a:xfrm>
              <a:off x="2844837" y="199684"/>
              <a:ext cx="153577" cy="514994"/>
            </a:xfrm>
            <a:custGeom>
              <a:avLst/>
              <a:gdLst/>
              <a:ahLst/>
              <a:cxnLst/>
              <a:rect l="l" t="t" r="r" b="b"/>
              <a:pathLst>
                <a:path w="8383" h="28111" extrusionOk="0">
                  <a:moveTo>
                    <a:pt x="6299" y="0"/>
                  </a:moveTo>
                  <a:cubicBezTo>
                    <a:pt x="6097" y="727"/>
                    <a:pt x="5895" y="1453"/>
                    <a:pt x="5704" y="2179"/>
                  </a:cubicBezTo>
                  <a:cubicBezTo>
                    <a:pt x="4228" y="7739"/>
                    <a:pt x="3001" y="13371"/>
                    <a:pt x="1846" y="19015"/>
                  </a:cubicBezTo>
                  <a:cubicBezTo>
                    <a:pt x="1275" y="21824"/>
                    <a:pt x="680" y="24622"/>
                    <a:pt x="60" y="27432"/>
                  </a:cubicBezTo>
                  <a:cubicBezTo>
                    <a:pt x="37" y="27516"/>
                    <a:pt x="13" y="27611"/>
                    <a:pt x="1" y="27694"/>
                  </a:cubicBezTo>
                  <a:lnTo>
                    <a:pt x="501" y="27801"/>
                  </a:lnTo>
                  <a:cubicBezTo>
                    <a:pt x="513" y="27742"/>
                    <a:pt x="549" y="27694"/>
                    <a:pt x="608" y="27659"/>
                  </a:cubicBezTo>
                  <a:cubicBezTo>
                    <a:pt x="643" y="27641"/>
                    <a:pt x="691" y="27630"/>
                    <a:pt x="737" y="27630"/>
                  </a:cubicBezTo>
                  <a:cubicBezTo>
                    <a:pt x="754" y="27630"/>
                    <a:pt x="771" y="27632"/>
                    <a:pt x="787" y="27635"/>
                  </a:cubicBezTo>
                  <a:cubicBezTo>
                    <a:pt x="811" y="27635"/>
                    <a:pt x="834" y="27647"/>
                    <a:pt x="870" y="27647"/>
                  </a:cubicBezTo>
                  <a:lnTo>
                    <a:pt x="1013" y="27647"/>
                  </a:lnTo>
                  <a:lnTo>
                    <a:pt x="1180" y="27670"/>
                  </a:lnTo>
                  <a:lnTo>
                    <a:pt x="1334" y="27682"/>
                  </a:lnTo>
                  <a:cubicBezTo>
                    <a:pt x="1406" y="27694"/>
                    <a:pt x="1477" y="27718"/>
                    <a:pt x="1549" y="27742"/>
                  </a:cubicBezTo>
                  <a:cubicBezTo>
                    <a:pt x="1692" y="27778"/>
                    <a:pt x="1775" y="27920"/>
                    <a:pt x="1763" y="28063"/>
                  </a:cubicBezTo>
                  <a:cubicBezTo>
                    <a:pt x="1751" y="28075"/>
                    <a:pt x="1751" y="28087"/>
                    <a:pt x="1751" y="28111"/>
                  </a:cubicBezTo>
                  <a:lnTo>
                    <a:pt x="1775" y="28111"/>
                  </a:lnTo>
                  <a:lnTo>
                    <a:pt x="2085" y="26718"/>
                  </a:lnTo>
                  <a:cubicBezTo>
                    <a:pt x="2132" y="26527"/>
                    <a:pt x="2180" y="26337"/>
                    <a:pt x="2215" y="26146"/>
                  </a:cubicBezTo>
                  <a:lnTo>
                    <a:pt x="2215" y="26146"/>
                  </a:lnTo>
                  <a:cubicBezTo>
                    <a:pt x="2192" y="26170"/>
                    <a:pt x="2168" y="26182"/>
                    <a:pt x="2144" y="26194"/>
                  </a:cubicBezTo>
                  <a:cubicBezTo>
                    <a:pt x="2108" y="26200"/>
                    <a:pt x="2070" y="26203"/>
                    <a:pt x="2031" y="26203"/>
                  </a:cubicBezTo>
                  <a:cubicBezTo>
                    <a:pt x="1992" y="26203"/>
                    <a:pt x="1954" y="26200"/>
                    <a:pt x="1918" y="26194"/>
                  </a:cubicBezTo>
                  <a:cubicBezTo>
                    <a:pt x="1882" y="26194"/>
                    <a:pt x="1846" y="26182"/>
                    <a:pt x="1811" y="26170"/>
                  </a:cubicBezTo>
                  <a:cubicBezTo>
                    <a:pt x="1739" y="26146"/>
                    <a:pt x="1668" y="26123"/>
                    <a:pt x="1596" y="26099"/>
                  </a:cubicBezTo>
                  <a:cubicBezTo>
                    <a:pt x="1513" y="26075"/>
                    <a:pt x="1430" y="26039"/>
                    <a:pt x="1346" y="25992"/>
                  </a:cubicBezTo>
                  <a:lnTo>
                    <a:pt x="1156" y="25896"/>
                  </a:lnTo>
                  <a:cubicBezTo>
                    <a:pt x="1072" y="25849"/>
                    <a:pt x="1025" y="25742"/>
                    <a:pt x="1049" y="25646"/>
                  </a:cubicBezTo>
                  <a:cubicBezTo>
                    <a:pt x="1072" y="25551"/>
                    <a:pt x="1168" y="25492"/>
                    <a:pt x="1263" y="25492"/>
                  </a:cubicBezTo>
                  <a:lnTo>
                    <a:pt x="1489" y="25515"/>
                  </a:lnTo>
                  <a:cubicBezTo>
                    <a:pt x="1584" y="25527"/>
                    <a:pt x="1668" y="25539"/>
                    <a:pt x="1763" y="25563"/>
                  </a:cubicBezTo>
                  <a:cubicBezTo>
                    <a:pt x="1823" y="25575"/>
                    <a:pt x="1906" y="25587"/>
                    <a:pt x="1977" y="25611"/>
                  </a:cubicBezTo>
                  <a:cubicBezTo>
                    <a:pt x="2025" y="25634"/>
                    <a:pt x="2085" y="25658"/>
                    <a:pt x="2132" y="25682"/>
                  </a:cubicBezTo>
                  <a:cubicBezTo>
                    <a:pt x="2192" y="25718"/>
                    <a:pt x="2251" y="25765"/>
                    <a:pt x="2287" y="25825"/>
                  </a:cubicBezTo>
                  <a:cubicBezTo>
                    <a:pt x="2442" y="25170"/>
                    <a:pt x="2596" y="24491"/>
                    <a:pt x="2751" y="23825"/>
                  </a:cubicBezTo>
                  <a:lnTo>
                    <a:pt x="2680" y="23825"/>
                  </a:lnTo>
                  <a:cubicBezTo>
                    <a:pt x="2513" y="23777"/>
                    <a:pt x="2346" y="23718"/>
                    <a:pt x="2192" y="23622"/>
                  </a:cubicBezTo>
                  <a:cubicBezTo>
                    <a:pt x="2120" y="23587"/>
                    <a:pt x="2061" y="23539"/>
                    <a:pt x="1989" y="23491"/>
                  </a:cubicBezTo>
                  <a:cubicBezTo>
                    <a:pt x="1930" y="23444"/>
                    <a:pt x="1858" y="23408"/>
                    <a:pt x="1787" y="23372"/>
                  </a:cubicBezTo>
                  <a:cubicBezTo>
                    <a:pt x="1596" y="23262"/>
                    <a:pt x="1711" y="22998"/>
                    <a:pt x="1887" y="22998"/>
                  </a:cubicBezTo>
                  <a:cubicBezTo>
                    <a:pt x="1920" y="22998"/>
                    <a:pt x="1954" y="23007"/>
                    <a:pt x="1989" y="23027"/>
                  </a:cubicBezTo>
                  <a:cubicBezTo>
                    <a:pt x="2025" y="23051"/>
                    <a:pt x="2061" y="23063"/>
                    <a:pt x="2096" y="23087"/>
                  </a:cubicBezTo>
                  <a:lnTo>
                    <a:pt x="2156" y="23098"/>
                  </a:lnTo>
                  <a:cubicBezTo>
                    <a:pt x="2227" y="23122"/>
                    <a:pt x="2311" y="23146"/>
                    <a:pt x="2382" y="23158"/>
                  </a:cubicBezTo>
                  <a:cubicBezTo>
                    <a:pt x="2454" y="23182"/>
                    <a:pt x="2525" y="23194"/>
                    <a:pt x="2596" y="23218"/>
                  </a:cubicBezTo>
                  <a:cubicBezTo>
                    <a:pt x="2668" y="23241"/>
                    <a:pt x="2751" y="23265"/>
                    <a:pt x="2823" y="23277"/>
                  </a:cubicBezTo>
                  <a:cubicBezTo>
                    <a:pt x="2847" y="23277"/>
                    <a:pt x="2847" y="23289"/>
                    <a:pt x="2870" y="23289"/>
                  </a:cubicBezTo>
                  <a:cubicBezTo>
                    <a:pt x="3025" y="22610"/>
                    <a:pt x="3192" y="21920"/>
                    <a:pt x="3347" y="21241"/>
                  </a:cubicBezTo>
                  <a:lnTo>
                    <a:pt x="3299" y="21241"/>
                  </a:lnTo>
                  <a:cubicBezTo>
                    <a:pt x="3286" y="21243"/>
                    <a:pt x="3273" y="21244"/>
                    <a:pt x="3260" y="21244"/>
                  </a:cubicBezTo>
                  <a:cubicBezTo>
                    <a:pt x="3202" y="21244"/>
                    <a:pt x="3145" y="21225"/>
                    <a:pt x="3097" y="21205"/>
                  </a:cubicBezTo>
                  <a:cubicBezTo>
                    <a:pt x="3061" y="21193"/>
                    <a:pt x="3025" y="21170"/>
                    <a:pt x="2989" y="21158"/>
                  </a:cubicBezTo>
                  <a:cubicBezTo>
                    <a:pt x="2930" y="21122"/>
                    <a:pt x="2847" y="21086"/>
                    <a:pt x="2775" y="21051"/>
                  </a:cubicBezTo>
                  <a:cubicBezTo>
                    <a:pt x="2632" y="20967"/>
                    <a:pt x="2501" y="20884"/>
                    <a:pt x="2370" y="20801"/>
                  </a:cubicBezTo>
                  <a:cubicBezTo>
                    <a:pt x="2263" y="20729"/>
                    <a:pt x="2239" y="20610"/>
                    <a:pt x="2287" y="20503"/>
                  </a:cubicBezTo>
                  <a:cubicBezTo>
                    <a:pt x="2327" y="20439"/>
                    <a:pt x="2398" y="20402"/>
                    <a:pt x="2469" y="20402"/>
                  </a:cubicBezTo>
                  <a:cubicBezTo>
                    <a:pt x="2505" y="20402"/>
                    <a:pt x="2541" y="20412"/>
                    <a:pt x="2573" y="20431"/>
                  </a:cubicBezTo>
                  <a:cubicBezTo>
                    <a:pt x="2716" y="20515"/>
                    <a:pt x="2847" y="20586"/>
                    <a:pt x="3001" y="20658"/>
                  </a:cubicBezTo>
                  <a:cubicBezTo>
                    <a:pt x="3037" y="20670"/>
                    <a:pt x="3073" y="20693"/>
                    <a:pt x="3108" y="20705"/>
                  </a:cubicBezTo>
                  <a:cubicBezTo>
                    <a:pt x="3120" y="20717"/>
                    <a:pt x="3144" y="20717"/>
                    <a:pt x="3168" y="20729"/>
                  </a:cubicBezTo>
                  <a:lnTo>
                    <a:pt x="3275" y="20765"/>
                  </a:lnTo>
                  <a:cubicBezTo>
                    <a:pt x="3323" y="20789"/>
                    <a:pt x="3382" y="20824"/>
                    <a:pt x="3430" y="20872"/>
                  </a:cubicBezTo>
                  <a:cubicBezTo>
                    <a:pt x="3597" y="20170"/>
                    <a:pt x="3763" y="19455"/>
                    <a:pt x="3930" y="18753"/>
                  </a:cubicBezTo>
                  <a:cubicBezTo>
                    <a:pt x="3906" y="18741"/>
                    <a:pt x="3882" y="18729"/>
                    <a:pt x="3859" y="18717"/>
                  </a:cubicBezTo>
                  <a:cubicBezTo>
                    <a:pt x="3823" y="18705"/>
                    <a:pt x="3787" y="18681"/>
                    <a:pt x="3751" y="18657"/>
                  </a:cubicBezTo>
                  <a:cubicBezTo>
                    <a:pt x="3692" y="18610"/>
                    <a:pt x="3620" y="18574"/>
                    <a:pt x="3561" y="18526"/>
                  </a:cubicBezTo>
                  <a:cubicBezTo>
                    <a:pt x="3525" y="18503"/>
                    <a:pt x="3489" y="18491"/>
                    <a:pt x="3454" y="18467"/>
                  </a:cubicBezTo>
                  <a:cubicBezTo>
                    <a:pt x="3430" y="18455"/>
                    <a:pt x="3418" y="18443"/>
                    <a:pt x="3406" y="18431"/>
                  </a:cubicBezTo>
                  <a:lnTo>
                    <a:pt x="3370" y="18419"/>
                  </a:lnTo>
                  <a:lnTo>
                    <a:pt x="3335" y="18419"/>
                  </a:lnTo>
                  <a:lnTo>
                    <a:pt x="3275" y="18396"/>
                  </a:lnTo>
                  <a:cubicBezTo>
                    <a:pt x="3239" y="18384"/>
                    <a:pt x="3204" y="18372"/>
                    <a:pt x="3168" y="18360"/>
                  </a:cubicBezTo>
                  <a:cubicBezTo>
                    <a:pt x="3049" y="18324"/>
                    <a:pt x="2989" y="18217"/>
                    <a:pt x="3001" y="18110"/>
                  </a:cubicBezTo>
                  <a:cubicBezTo>
                    <a:pt x="3001" y="18062"/>
                    <a:pt x="3025" y="18015"/>
                    <a:pt x="3061" y="17979"/>
                  </a:cubicBezTo>
                  <a:cubicBezTo>
                    <a:pt x="3108" y="17931"/>
                    <a:pt x="3168" y="17907"/>
                    <a:pt x="3228" y="17907"/>
                  </a:cubicBezTo>
                  <a:cubicBezTo>
                    <a:pt x="3418" y="17931"/>
                    <a:pt x="3597" y="17979"/>
                    <a:pt x="3775" y="18038"/>
                  </a:cubicBezTo>
                  <a:cubicBezTo>
                    <a:pt x="3882" y="18074"/>
                    <a:pt x="3978" y="18122"/>
                    <a:pt x="4061" y="18181"/>
                  </a:cubicBezTo>
                  <a:lnTo>
                    <a:pt x="4073" y="18181"/>
                  </a:lnTo>
                  <a:lnTo>
                    <a:pt x="4430" y="16693"/>
                  </a:lnTo>
                  <a:lnTo>
                    <a:pt x="4323" y="16693"/>
                  </a:lnTo>
                  <a:cubicBezTo>
                    <a:pt x="4287" y="16693"/>
                    <a:pt x="4251" y="16681"/>
                    <a:pt x="4216" y="16669"/>
                  </a:cubicBezTo>
                  <a:lnTo>
                    <a:pt x="4025" y="16621"/>
                  </a:lnTo>
                  <a:cubicBezTo>
                    <a:pt x="3894" y="16598"/>
                    <a:pt x="3763" y="16574"/>
                    <a:pt x="3632" y="16562"/>
                  </a:cubicBezTo>
                  <a:lnTo>
                    <a:pt x="3597" y="16562"/>
                  </a:lnTo>
                  <a:cubicBezTo>
                    <a:pt x="3537" y="16550"/>
                    <a:pt x="3478" y="16526"/>
                    <a:pt x="3430" y="16491"/>
                  </a:cubicBezTo>
                  <a:cubicBezTo>
                    <a:pt x="3382" y="16443"/>
                    <a:pt x="3358" y="16383"/>
                    <a:pt x="3358" y="16324"/>
                  </a:cubicBezTo>
                  <a:cubicBezTo>
                    <a:pt x="3358" y="16193"/>
                    <a:pt x="3466" y="16086"/>
                    <a:pt x="3597" y="16086"/>
                  </a:cubicBezTo>
                  <a:cubicBezTo>
                    <a:pt x="3763" y="16098"/>
                    <a:pt x="3906" y="16110"/>
                    <a:pt x="4061" y="16121"/>
                  </a:cubicBezTo>
                  <a:cubicBezTo>
                    <a:pt x="4132" y="16121"/>
                    <a:pt x="4204" y="16133"/>
                    <a:pt x="4287" y="16145"/>
                  </a:cubicBezTo>
                  <a:cubicBezTo>
                    <a:pt x="4347" y="16145"/>
                    <a:pt x="4394" y="16157"/>
                    <a:pt x="4454" y="16169"/>
                  </a:cubicBezTo>
                  <a:cubicBezTo>
                    <a:pt x="4490" y="16181"/>
                    <a:pt x="4513" y="16193"/>
                    <a:pt x="4549" y="16217"/>
                  </a:cubicBezTo>
                  <a:cubicBezTo>
                    <a:pt x="4644" y="15812"/>
                    <a:pt x="4740" y="15419"/>
                    <a:pt x="4835" y="15026"/>
                  </a:cubicBezTo>
                  <a:cubicBezTo>
                    <a:pt x="4775" y="15014"/>
                    <a:pt x="4728" y="15002"/>
                    <a:pt x="4680" y="15002"/>
                  </a:cubicBezTo>
                  <a:cubicBezTo>
                    <a:pt x="4573" y="14967"/>
                    <a:pt x="4478" y="14931"/>
                    <a:pt x="4382" y="14907"/>
                  </a:cubicBezTo>
                  <a:lnTo>
                    <a:pt x="4085" y="14800"/>
                  </a:lnTo>
                  <a:cubicBezTo>
                    <a:pt x="3978" y="14764"/>
                    <a:pt x="3870" y="14716"/>
                    <a:pt x="3763" y="14657"/>
                  </a:cubicBezTo>
                  <a:cubicBezTo>
                    <a:pt x="3597" y="14562"/>
                    <a:pt x="3668" y="14312"/>
                    <a:pt x="3859" y="14312"/>
                  </a:cubicBezTo>
                  <a:lnTo>
                    <a:pt x="4013" y="14312"/>
                  </a:lnTo>
                  <a:cubicBezTo>
                    <a:pt x="4085" y="14312"/>
                    <a:pt x="4156" y="14324"/>
                    <a:pt x="4216" y="14335"/>
                  </a:cubicBezTo>
                  <a:lnTo>
                    <a:pt x="4513" y="14383"/>
                  </a:lnTo>
                  <a:cubicBezTo>
                    <a:pt x="4609" y="14395"/>
                    <a:pt x="4716" y="14419"/>
                    <a:pt x="4811" y="14431"/>
                  </a:cubicBezTo>
                  <a:cubicBezTo>
                    <a:pt x="4859" y="14455"/>
                    <a:pt x="4894" y="14466"/>
                    <a:pt x="4942" y="14478"/>
                  </a:cubicBezTo>
                  <a:cubicBezTo>
                    <a:pt x="5085" y="13859"/>
                    <a:pt x="5240" y="13240"/>
                    <a:pt x="5383" y="12621"/>
                  </a:cubicBezTo>
                  <a:cubicBezTo>
                    <a:pt x="5299" y="12621"/>
                    <a:pt x="5204" y="12609"/>
                    <a:pt x="5109" y="12585"/>
                  </a:cubicBezTo>
                  <a:cubicBezTo>
                    <a:pt x="5025" y="12561"/>
                    <a:pt x="4954" y="12538"/>
                    <a:pt x="4882" y="12514"/>
                  </a:cubicBezTo>
                  <a:cubicBezTo>
                    <a:pt x="4716" y="12466"/>
                    <a:pt x="4573" y="12407"/>
                    <a:pt x="4418" y="12347"/>
                  </a:cubicBezTo>
                  <a:cubicBezTo>
                    <a:pt x="4311" y="12323"/>
                    <a:pt x="4251" y="12204"/>
                    <a:pt x="4275" y="12097"/>
                  </a:cubicBezTo>
                  <a:cubicBezTo>
                    <a:pt x="4296" y="11995"/>
                    <a:pt x="4385" y="11937"/>
                    <a:pt x="4478" y="11937"/>
                  </a:cubicBezTo>
                  <a:cubicBezTo>
                    <a:pt x="4494" y="11937"/>
                    <a:pt x="4510" y="11939"/>
                    <a:pt x="4525" y="11942"/>
                  </a:cubicBezTo>
                  <a:cubicBezTo>
                    <a:pt x="4680" y="11978"/>
                    <a:pt x="4835" y="12014"/>
                    <a:pt x="5002" y="12038"/>
                  </a:cubicBezTo>
                  <a:lnTo>
                    <a:pt x="5049" y="12049"/>
                  </a:lnTo>
                  <a:cubicBezTo>
                    <a:pt x="5049" y="12044"/>
                    <a:pt x="5052" y="12041"/>
                    <a:pt x="5055" y="12041"/>
                  </a:cubicBezTo>
                  <a:cubicBezTo>
                    <a:pt x="5058" y="12041"/>
                    <a:pt x="5061" y="12044"/>
                    <a:pt x="5061" y="12049"/>
                  </a:cubicBezTo>
                  <a:lnTo>
                    <a:pt x="5168" y="12061"/>
                  </a:lnTo>
                  <a:cubicBezTo>
                    <a:pt x="5228" y="12061"/>
                    <a:pt x="5287" y="12061"/>
                    <a:pt x="5347" y="12085"/>
                  </a:cubicBezTo>
                  <a:lnTo>
                    <a:pt x="5466" y="12121"/>
                  </a:lnTo>
                  <a:cubicBezTo>
                    <a:pt x="5478" y="12121"/>
                    <a:pt x="5490" y="12121"/>
                    <a:pt x="5502" y="12133"/>
                  </a:cubicBezTo>
                  <a:cubicBezTo>
                    <a:pt x="5633" y="11573"/>
                    <a:pt x="5775" y="11014"/>
                    <a:pt x="5906" y="10454"/>
                  </a:cubicBezTo>
                  <a:cubicBezTo>
                    <a:pt x="5895" y="10454"/>
                    <a:pt x="5883" y="10454"/>
                    <a:pt x="5859" y="10442"/>
                  </a:cubicBezTo>
                  <a:cubicBezTo>
                    <a:pt x="5740" y="10383"/>
                    <a:pt x="5633" y="10323"/>
                    <a:pt x="5525" y="10252"/>
                  </a:cubicBezTo>
                  <a:lnTo>
                    <a:pt x="5192" y="10014"/>
                  </a:lnTo>
                  <a:cubicBezTo>
                    <a:pt x="5039" y="9915"/>
                    <a:pt x="5127" y="9686"/>
                    <a:pt x="5290" y="9686"/>
                  </a:cubicBezTo>
                  <a:cubicBezTo>
                    <a:pt x="5304" y="9686"/>
                    <a:pt x="5319" y="9688"/>
                    <a:pt x="5335" y="9692"/>
                  </a:cubicBezTo>
                  <a:lnTo>
                    <a:pt x="5704" y="9835"/>
                  </a:lnTo>
                  <a:cubicBezTo>
                    <a:pt x="5811" y="9871"/>
                    <a:pt x="5918" y="9918"/>
                    <a:pt x="6025" y="9978"/>
                  </a:cubicBezTo>
                  <a:cubicBezTo>
                    <a:pt x="6037" y="9966"/>
                    <a:pt x="6037" y="9954"/>
                    <a:pt x="6037" y="9942"/>
                  </a:cubicBezTo>
                  <a:cubicBezTo>
                    <a:pt x="6228" y="9192"/>
                    <a:pt x="6418" y="8454"/>
                    <a:pt x="6609" y="7704"/>
                  </a:cubicBezTo>
                  <a:cubicBezTo>
                    <a:pt x="6537" y="7692"/>
                    <a:pt x="6478" y="7668"/>
                    <a:pt x="6430" y="7644"/>
                  </a:cubicBezTo>
                  <a:cubicBezTo>
                    <a:pt x="6395" y="7620"/>
                    <a:pt x="6359" y="7597"/>
                    <a:pt x="6323" y="7573"/>
                  </a:cubicBezTo>
                  <a:cubicBezTo>
                    <a:pt x="6264" y="7537"/>
                    <a:pt x="6204" y="7513"/>
                    <a:pt x="6145" y="7489"/>
                  </a:cubicBezTo>
                  <a:cubicBezTo>
                    <a:pt x="6085" y="7466"/>
                    <a:pt x="6037" y="7442"/>
                    <a:pt x="5978" y="7430"/>
                  </a:cubicBezTo>
                  <a:cubicBezTo>
                    <a:pt x="5942" y="7418"/>
                    <a:pt x="5906" y="7406"/>
                    <a:pt x="5883" y="7406"/>
                  </a:cubicBezTo>
                  <a:lnTo>
                    <a:pt x="5823" y="7406"/>
                  </a:lnTo>
                  <a:cubicBezTo>
                    <a:pt x="5764" y="7406"/>
                    <a:pt x="5716" y="7382"/>
                    <a:pt x="5668" y="7347"/>
                  </a:cubicBezTo>
                  <a:cubicBezTo>
                    <a:pt x="5621" y="7299"/>
                    <a:pt x="5597" y="7239"/>
                    <a:pt x="5597" y="7180"/>
                  </a:cubicBezTo>
                  <a:cubicBezTo>
                    <a:pt x="5609" y="7061"/>
                    <a:pt x="5704" y="6954"/>
                    <a:pt x="5823" y="6954"/>
                  </a:cubicBezTo>
                  <a:cubicBezTo>
                    <a:pt x="6002" y="6954"/>
                    <a:pt x="6180" y="6966"/>
                    <a:pt x="6347" y="7001"/>
                  </a:cubicBezTo>
                  <a:cubicBezTo>
                    <a:pt x="6418" y="7013"/>
                    <a:pt x="6502" y="7025"/>
                    <a:pt x="6573" y="7049"/>
                  </a:cubicBezTo>
                  <a:cubicBezTo>
                    <a:pt x="6633" y="7061"/>
                    <a:pt x="6692" y="7085"/>
                    <a:pt x="6740" y="7108"/>
                  </a:cubicBezTo>
                  <a:lnTo>
                    <a:pt x="6764" y="7120"/>
                  </a:lnTo>
                  <a:cubicBezTo>
                    <a:pt x="6895" y="6573"/>
                    <a:pt x="7038" y="6013"/>
                    <a:pt x="7180" y="5453"/>
                  </a:cubicBezTo>
                  <a:lnTo>
                    <a:pt x="7168" y="5453"/>
                  </a:lnTo>
                  <a:cubicBezTo>
                    <a:pt x="7061" y="5430"/>
                    <a:pt x="6966" y="5394"/>
                    <a:pt x="6871" y="5358"/>
                  </a:cubicBezTo>
                  <a:cubicBezTo>
                    <a:pt x="6847" y="5346"/>
                    <a:pt x="6811" y="5346"/>
                    <a:pt x="6787" y="5334"/>
                  </a:cubicBezTo>
                  <a:cubicBezTo>
                    <a:pt x="6764" y="5322"/>
                    <a:pt x="6740" y="5311"/>
                    <a:pt x="6716" y="5299"/>
                  </a:cubicBezTo>
                  <a:cubicBezTo>
                    <a:pt x="6668" y="5275"/>
                    <a:pt x="6621" y="5263"/>
                    <a:pt x="6573" y="5239"/>
                  </a:cubicBezTo>
                  <a:cubicBezTo>
                    <a:pt x="6466" y="5203"/>
                    <a:pt x="6371" y="5180"/>
                    <a:pt x="6264" y="5168"/>
                  </a:cubicBezTo>
                  <a:cubicBezTo>
                    <a:pt x="6061" y="5108"/>
                    <a:pt x="6097" y="4799"/>
                    <a:pt x="6311" y="4799"/>
                  </a:cubicBezTo>
                  <a:lnTo>
                    <a:pt x="6621" y="4822"/>
                  </a:lnTo>
                  <a:cubicBezTo>
                    <a:pt x="6740" y="4822"/>
                    <a:pt x="6859" y="4834"/>
                    <a:pt x="6978" y="4858"/>
                  </a:cubicBezTo>
                  <a:cubicBezTo>
                    <a:pt x="7097" y="4894"/>
                    <a:pt x="7204" y="4930"/>
                    <a:pt x="7299" y="4977"/>
                  </a:cubicBezTo>
                  <a:cubicBezTo>
                    <a:pt x="7454" y="4394"/>
                    <a:pt x="7597" y="3822"/>
                    <a:pt x="7752" y="3239"/>
                  </a:cubicBezTo>
                  <a:cubicBezTo>
                    <a:pt x="7597" y="3215"/>
                    <a:pt x="7430" y="3191"/>
                    <a:pt x="7276" y="3144"/>
                  </a:cubicBezTo>
                  <a:cubicBezTo>
                    <a:pt x="7180" y="3108"/>
                    <a:pt x="7097" y="3084"/>
                    <a:pt x="6990" y="3060"/>
                  </a:cubicBezTo>
                  <a:cubicBezTo>
                    <a:pt x="6895" y="3025"/>
                    <a:pt x="6787" y="3013"/>
                    <a:pt x="6692" y="2989"/>
                  </a:cubicBezTo>
                  <a:cubicBezTo>
                    <a:pt x="6609" y="2965"/>
                    <a:pt x="6561" y="2894"/>
                    <a:pt x="6573" y="2810"/>
                  </a:cubicBezTo>
                  <a:cubicBezTo>
                    <a:pt x="6585" y="2715"/>
                    <a:pt x="6657" y="2655"/>
                    <a:pt x="6740" y="2655"/>
                  </a:cubicBezTo>
                  <a:cubicBezTo>
                    <a:pt x="6835" y="2667"/>
                    <a:pt x="6954" y="2691"/>
                    <a:pt x="7049" y="2691"/>
                  </a:cubicBezTo>
                  <a:lnTo>
                    <a:pt x="7347" y="2691"/>
                  </a:lnTo>
                  <a:cubicBezTo>
                    <a:pt x="7466" y="2691"/>
                    <a:pt x="7585" y="2691"/>
                    <a:pt x="7704" y="2715"/>
                  </a:cubicBezTo>
                  <a:lnTo>
                    <a:pt x="7847" y="2739"/>
                  </a:lnTo>
                  <a:lnTo>
                    <a:pt x="7871" y="2751"/>
                  </a:lnTo>
                  <a:cubicBezTo>
                    <a:pt x="8038" y="2084"/>
                    <a:pt x="8204" y="1417"/>
                    <a:pt x="8383" y="762"/>
                  </a:cubicBezTo>
                  <a:cubicBezTo>
                    <a:pt x="8323" y="750"/>
                    <a:pt x="8288" y="739"/>
                    <a:pt x="8264" y="727"/>
                  </a:cubicBezTo>
                  <a:lnTo>
                    <a:pt x="8192" y="691"/>
                  </a:lnTo>
                  <a:cubicBezTo>
                    <a:pt x="8169" y="679"/>
                    <a:pt x="8133" y="667"/>
                    <a:pt x="8109" y="655"/>
                  </a:cubicBezTo>
                  <a:lnTo>
                    <a:pt x="7966" y="608"/>
                  </a:lnTo>
                  <a:cubicBezTo>
                    <a:pt x="7752" y="524"/>
                    <a:pt x="7538" y="477"/>
                    <a:pt x="7323" y="453"/>
                  </a:cubicBezTo>
                  <a:cubicBezTo>
                    <a:pt x="7216" y="453"/>
                    <a:pt x="7145" y="369"/>
                    <a:pt x="7133" y="262"/>
                  </a:cubicBezTo>
                  <a:cubicBezTo>
                    <a:pt x="7133" y="250"/>
                    <a:pt x="7133" y="239"/>
                    <a:pt x="7133" y="227"/>
                  </a:cubicBezTo>
                  <a:lnTo>
                    <a:pt x="6299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1" name="Google Shape;3191;p63"/>
            <p:cNvSpPr/>
            <p:nvPr/>
          </p:nvSpPr>
          <p:spPr>
            <a:xfrm>
              <a:off x="2698251" y="55937"/>
              <a:ext cx="290775" cy="799650"/>
            </a:xfrm>
            <a:custGeom>
              <a:avLst/>
              <a:gdLst/>
              <a:ahLst/>
              <a:cxnLst/>
              <a:rect l="l" t="t" r="r" b="b"/>
              <a:pathLst>
                <a:path w="15872" h="43649" extrusionOk="0">
                  <a:moveTo>
                    <a:pt x="3700" y="35808"/>
                  </a:moveTo>
                  <a:cubicBezTo>
                    <a:pt x="3781" y="35808"/>
                    <a:pt x="3862" y="35818"/>
                    <a:pt x="3942" y="35838"/>
                  </a:cubicBezTo>
                  <a:cubicBezTo>
                    <a:pt x="4430" y="35933"/>
                    <a:pt x="4859" y="36338"/>
                    <a:pt x="5121" y="36755"/>
                  </a:cubicBezTo>
                  <a:cubicBezTo>
                    <a:pt x="5371" y="37160"/>
                    <a:pt x="5478" y="37636"/>
                    <a:pt x="5442" y="38112"/>
                  </a:cubicBezTo>
                  <a:cubicBezTo>
                    <a:pt x="5359" y="39100"/>
                    <a:pt x="4561" y="39874"/>
                    <a:pt x="3561" y="39946"/>
                  </a:cubicBezTo>
                  <a:cubicBezTo>
                    <a:pt x="3538" y="39946"/>
                    <a:pt x="3516" y="39947"/>
                    <a:pt x="3494" y="39947"/>
                  </a:cubicBezTo>
                  <a:cubicBezTo>
                    <a:pt x="2571" y="39947"/>
                    <a:pt x="1797" y="39233"/>
                    <a:pt x="1715" y="38314"/>
                  </a:cubicBezTo>
                  <a:cubicBezTo>
                    <a:pt x="1692" y="38100"/>
                    <a:pt x="1727" y="37886"/>
                    <a:pt x="1799" y="37695"/>
                  </a:cubicBezTo>
                  <a:cubicBezTo>
                    <a:pt x="1882" y="37279"/>
                    <a:pt x="2085" y="36898"/>
                    <a:pt x="2406" y="36612"/>
                  </a:cubicBezTo>
                  <a:cubicBezTo>
                    <a:pt x="2620" y="36386"/>
                    <a:pt x="2858" y="36183"/>
                    <a:pt x="3108" y="35993"/>
                  </a:cubicBezTo>
                  <a:cubicBezTo>
                    <a:pt x="3289" y="35873"/>
                    <a:pt x="3493" y="35808"/>
                    <a:pt x="3700" y="35808"/>
                  </a:cubicBezTo>
                  <a:close/>
                  <a:moveTo>
                    <a:pt x="8823" y="0"/>
                  </a:moveTo>
                  <a:cubicBezTo>
                    <a:pt x="6311" y="8561"/>
                    <a:pt x="4882" y="17467"/>
                    <a:pt x="3132" y="26218"/>
                  </a:cubicBezTo>
                  <a:cubicBezTo>
                    <a:pt x="2573" y="29039"/>
                    <a:pt x="2013" y="31873"/>
                    <a:pt x="1465" y="34707"/>
                  </a:cubicBezTo>
                  <a:cubicBezTo>
                    <a:pt x="1192" y="36136"/>
                    <a:pt x="906" y="37564"/>
                    <a:pt x="632" y="38993"/>
                  </a:cubicBezTo>
                  <a:cubicBezTo>
                    <a:pt x="501" y="39696"/>
                    <a:pt x="370" y="40398"/>
                    <a:pt x="227" y="41100"/>
                  </a:cubicBezTo>
                  <a:cubicBezTo>
                    <a:pt x="180" y="41422"/>
                    <a:pt x="1" y="41862"/>
                    <a:pt x="25" y="42184"/>
                  </a:cubicBezTo>
                  <a:cubicBezTo>
                    <a:pt x="37" y="42351"/>
                    <a:pt x="25" y="42303"/>
                    <a:pt x="191" y="42351"/>
                  </a:cubicBezTo>
                  <a:cubicBezTo>
                    <a:pt x="358" y="42398"/>
                    <a:pt x="525" y="42434"/>
                    <a:pt x="691" y="42482"/>
                  </a:cubicBezTo>
                  <a:cubicBezTo>
                    <a:pt x="2108" y="42839"/>
                    <a:pt x="3525" y="43172"/>
                    <a:pt x="4942" y="43517"/>
                  </a:cubicBezTo>
                  <a:cubicBezTo>
                    <a:pt x="5109" y="43565"/>
                    <a:pt x="5275" y="43601"/>
                    <a:pt x="5442" y="43648"/>
                  </a:cubicBezTo>
                  <a:cubicBezTo>
                    <a:pt x="5430" y="43613"/>
                    <a:pt x="5430" y="43577"/>
                    <a:pt x="5442" y="43541"/>
                  </a:cubicBezTo>
                  <a:cubicBezTo>
                    <a:pt x="6180" y="40374"/>
                    <a:pt x="6978" y="37231"/>
                    <a:pt x="7692" y="34064"/>
                  </a:cubicBezTo>
                  <a:cubicBezTo>
                    <a:pt x="8990" y="28444"/>
                    <a:pt x="10228" y="22824"/>
                    <a:pt x="11526" y="17217"/>
                  </a:cubicBezTo>
                  <a:cubicBezTo>
                    <a:pt x="12181" y="14431"/>
                    <a:pt x="12836" y="11633"/>
                    <a:pt x="13538" y="8858"/>
                  </a:cubicBezTo>
                  <a:cubicBezTo>
                    <a:pt x="14217" y="6191"/>
                    <a:pt x="14931" y="3489"/>
                    <a:pt x="15872" y="893"/>
                  </a:cubicBezTo>
                  <a:cubicBezTo>
                    <a:pt x="13526" y="536"/>
                    <a:pt x="11169" y="274"/>
                    <a:pt x="882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2" name="Google Shape;3192;p63"/>
            <p:cNvSpPr/>
            <p:nvPr/>
          </p:nvSpPr>
          <p:spPr>
            <a:xfrm>
              <a:off x="2807334" y="706626"/>
              <a:ext cx="68938" cy="157644"/>
            </a:xfrm>
            <a:custGeom>
              <a:avLst/>
              <a:gdLst/>
              <a:ahLst/>
              <a:cxnLst/>
              <a:rect l="l" t="t" r="r" b="b"/>
              <a:pathLst>
                <a:path w="3763" h="8605" extrusionOk="0">
                  <a:moveTo>
                    <a:pt x="2000" y="0"/>
                  </a:moveTo>
                  <a:cubicBezTo>
                    <a:pt x="1393" y="2727"/>
                    <a:pt x="786" y="5477"/>
                    <a:pt x="36" y="8168"/>
                  </a:cubicBezTo>
                  <a:cubicBezTo>
                    <a:pt x="24" y="8204"/>
                    <a:pt x="12" y="8228"/>
                    <a:pt x="0" y="8251"/>
                  </a:cubicBezTo>
                  <a:lnTo>
                    <a:pt x="1072" y="8513"/>
                  </a:lnTo>
                  <a:cubicBezTo>
                    <a:pt x="1223" y="8550"/>
                    <a:pt x="1395" y="8604"/>
                    <a:pt x="1547" y="8604"/>
                  </a:cubicBezTo>
                  <a:cubicBezTo>
                    <a:pt x="1694" y="8604"/>
                    <a:pt x="1823" y="8553"/>
                    <a:pt x="1893" y="8382"/>
                  </a:cubicBezTo>
                  <a:cubicBezTo>
                    <a:pt x="2012" y="8061"/>
                    <a:pt x="2096" y="7739"/>
                    <a:pt x="2155" y="7406"/>
                  </a:cubicBezTo>
                  <a:cubicBezTo>
                    <a:pt x="2179" y="7311"/>
                    <a:pt x="2203" y="7216"/>
                    <a:pt x="2227" y="7120"/>
                  </a:cubicBezTo>
                  <a:lnTo>
                    <a:pt x="2155" y="7108"/>
                  </a:lnTo>
                  <a:cubicBezTo>
                    <a:pt x="2096" y="7085"/>
                    <a:pt x="2048" y="7061"/>
                    <a:pt x="2000" y="7025"/>
                  </a:cubicBezTo>
                  <a:cubicBezTo>
                    <a:pt x="1905" y="6978"/>
                    <a:pt x="1822" y="6918"/>
                    <a:pt x="1738" y="6847"/>
                  </a:cubicBezTo>
                  <a:cubicBezTo>
                    <a:pt x="1595" y="6727"/>
                    <a:pt x="1476" y="6608"/>
                    <a:pt x="1357" y="6477"/>
                  </a:cubicBezTo>
                  <a:cubicBezTo>
                    <a:pt x="1262" y="6370"/>
                    <a:pt x="1262" y="6216"/>
                    <a:pt x="1357" y="6120"/>
                  </a:cubicBezTo>
                  <a:cubicBezTo>
                    <a:pt x="1405" y="6073"/>
                    <a:pt x="1470" y="6049"/>
                    <a:pt x="1536" y="6049"/>
                  </a:cubicBezTo>
                  <a:cubicBezTo>
                    <a:pt x="1601" y="6049"/>
                    <a:pt x="1667" y="6073"/>
                    <a:pt x="1715" y="6120"/>
                  </a:cubicBezTo>
                  <a:cubicBezTo>
                    <a:pt x="1822" y="6227"/>
                    <a:pt x="1929" y="6323"/>
                    <a:pt x="2048" y="6418"/>
                  </a:cubicBezTo>
                  <a:cubicBezTo>
                    <a:pt x="2107" y="6477"/>
                    <a:pt x="2191" y="6525"/>
                    <a:pt x="2262" y="6585"/>
                  </a:cubicBezTo>
                  <a:cubicBezTo>
                    <a:pt x="2286" y="6608"/>
                    <a:pt x="2310" y="6620"/>
                    <a:pt x="2334" y="6644"/>
                  </a:cubicBezTo>
                  <a:cubicBezTo>
                    <a:pt x="2465" y="6144"/>
                    <a:pt x="2584" y="5644"/>
                    <a:pt x="2703" y="5144"/>
                  </a:cubicBezTo>
                  <a:cubicBezTo>
                    <a:pt x="2697" y="5138"/>
                    <a:pt x="2694" y="5135"/>
                    <a:pt x="2691" y="5135"/>
                  </a:cubicBezTo>
                  <a:cubicBezTo>
                    <a:pt x="2688" y="5135"/>
                    <a:pt x="2685" y="5138"/>
                    <a:pt x="2679" y="5144"/>
                  </a:cubicBezTo>
                  <a:cubicBezTo>
                    <a:pt x="2619" y="5120"/>
                    <a:pt x="2560" y="5096"/>
                    <a:pt x="2500" y="5073"/>
                  </a:cubicBezTo>
                  <a:lnTo>
                    <a:pt x="2393" y="5025"/>
                  </a:lnTo>
                  <a:cubicBezTo>
                    <a:pt x="2346" y="5001"/>
                    <a:pt x="2310" y="4977"/>
                    <a:pt x="2274" y="4953"/>
                  </a:cubicBezTo>
                  <a:cubicBezTo>
                    <a:pt x="2119" y="4858"/>
                    <a:pt x="1976" y="4763"/>
                    <a:pt x="1822" y="4668"/>
                  </a:cubicBezTo>
                  <a:cubicBezTo>
                    <a:pt x="1703" y="4584"/>
                    <a:pt x="1655" y="4418"/>
                    <a:pt x="1726" y="4287"/>
                  </a:cubicBezTo>
                  <a:cubicBezTo>
                    <a:pt x="1774" y="4200"/>
                    <a:pt x="1868" y="4150"/>
                    <a:pt x="1964" y="4150"/>
                  </a:cubicBezTo>
                  <a:cubicBezTo>
                    <a:pt x="2013" y="4150"/>
                    <a:pt x="2063" y="4163"/>
                    <a:pt x="2107" y="4191"/>
                  </a:cubicBezTo>
                  <a:lnTo>
                    <a:pt x="2584" y="4418"/>
                  </a:lnTo>
                  <a:cubicBezTo>
                    <a:pt x="2619" y="4441"/>
                    <a:pt x="2667" y="4453"/>
                    <a:pt x="2703" y="4477"/>
                  </a:cubicBezTo>
                  <a:cubicBezTo>
                    <a:pt x="2738" y="4501"/>
                    <a:pt x="2762" y="4525"/>
                    <a:pt x="2798" y="4549"/>
                  </a:cubicBezTo>
                  <a:lnTo>
                    <a:pt x="2822" y="4561"/>
                  </a:lnTo>
                  <a:cubicBezTo>
                    <a:pt x="2941" y="4060"/>
                    <a:pt x="3060" y="3572"/>
                    <a:pt x="3167" y="3072"/>
                  </a:cubicBezTo>
                  <a:cubicBezTo>
                    <a:pt x="3131" y="3072"/>
                    <a:pt x="3096" y="3060"/>
                    <a:pt x="3060" y="3048"/>
                  </a:cubicBezTo>
                  <a:lnTo>
                    <a:pt x="2953" y="2989"/>
                  </a:lnTo>
                  <a:cubicBezTo>
                    <a:pt x="2905" y="2965"/>
                    <a:pt x="2858" y="2929"/>
                    <a:pt x="2810" y="2894"/>
                  </a:cubicBezTo>
                  <a:cubicBezTo>
                    <a:pt x="2750" y="2846"/>
                    <a:pt x="2703" y="2798"/>
                    <a:pt x="2643" y="2751"/>
                  </a:cubicBezTo>
                  <a:lnTo>
                    <a:pt x="2298" y="2465"/>
                  </a:lnTo>
                  <a:cubicBezTo>
                    <a:pt x="2227" y="2394"/>
                    <a:pt x="2215" y="2275"/>
                    <a:pt x="2286" y="2203"/>
                  </a:cubicBezTo>
                  <a:cubicBezTo>
                    <a:pt x="2325" y="2148"/>
                    <a:pt x="2390" y="2119"/>
                    <a:pt x="2453" y="2119"/>
                  </a:cubicBezTo>
                  <a:cubicBezTo>
                    <a:pt x="2487" y="2119"/>
                    <a:pt x="2519" y="2127"/>
                    <a:pt x="2548" y="2144"/>
                  </a:cubicBezTo>
                  <a:cubicBezTo>
                    <a:pt x="2679" y="2215"/>
                    <a:pt x="2822" y="2275"/>
                    <a:pt x="2953" y="2346"/>
                  </a:cubicBezTo>
                  <a:cubicBezTo>
                    <a:pt x="3024" y="2382"/>
                    <a:pt x="3096" y="2417"/>
                    <a:pt x="3167" y="2453"/>
                  </a:cubicBezTo>
                  <a:cubicBezTo>
                    <a:pt x="3203" y="2477"/>
                    <a:pt x="3250" y="2501"/>
                    <a:pt x="3286" y="2536"/>
                  </a:cubicBezTo>
                  <a:cubicBezTo>
                    <a:pt x="3441" y="1834"/>
                    <a:pt x="3608" y="1132"/>
                    <a:pt x="3762" y="429"/>
                  </a:cubicBezTo>
                  <a:lnTo>
                    <a:pt x="3739" y="417"/>
                  </a:lnTo>
                  <a:cubicBezTo>
                    <a:pt x="3727" y="465"/>
                    <a:pt x="3703" y="501"/>
                    <a:pt x="3667" y="536"/>
                  </a:cubicBezTo>
                  <a:cubicBezTo>
                    <a:pt x="3608" y="596"/>
                    <a:pt x="3536" y="620"/>
                    <a:pt x="3465" y="620"/>
                  </a:cubicBezTo>
                  <a:cubicBezTo>
                    <a:pt x="3381" y="620"/>
                    <a:pt x="3310" y="608"/>
                    <a:pt x="3239" y="596"/>
                  </a:cubicBezTo>
                  <a:cubicBezTo>
                    <a:pt x="3191" y="584"/>
                    <a:pt x="3131" y="572"/>
                    <a:pt x="3084" y="548"/>
                  </a:cubicBezTo>
                  <a:lnTo>
                    <a:pt x="2941" y="501"/>
                  </a:lnTo>
                  <a:cubicBezTo>
                    <a:pt x="2881" y="489"/>
                    <a:pt x="2834" y="465"/>
                    <a:pt x="2786" y="441"/>
                  </a:cubicBezTo>
                  <a:cubicBezTo>
                    <a:pt x="2738" y="429"/>
                    <a:pt x="2703" y="417"/>
                    <a:pt x="2655" y="405"/>
                  </a:cubicBezTo>
                  <a:cubicBezTo>
                    <a:pt x="2536" y="370"/>
                    <a:pt x="2453" y="239"/>
                    <a:pt x="2488" y="108"/>
                  </a:cubicBezTo>
                  <a:lnTo>
                    <a:pt x="2000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3" name="Google Shape;3193;p63"/>
            <p:cNvSpPr/>
            <p:nvPr/>
          </p:nvSpPr>
          <p:spPr>
            <a:xfrm>
              <a:off x="2683209" y="45238"/>
              <a:ext cx="361655" cy="831050"/>
            </a:xfrm>
            <a:custGeom>
              <a:avLst/>
              <a:gdLst/>
              <a:ahLst/>
              <a:cxnLst/>
              <a:rect l="l" t="t" r="r" b="b"/>
              <a:pathLst>
                <a:path w="19741" h="45363" extrusionOk="0">
                  <a:moveTo>
                    <a:pt x="9644" y="584"/>
                  </a:moveTo>
                  <a:cubicBezTo>
                    <a:pt x="12002" y="858"/>
                    <a:pt x="14359" y="1120"/>
                    <a:pt x="16705" y="1477"/>
                  </a:cubicBezTo>
                  <a:cubicBezTo>
                    <a:pt x="15752" y="4073"/>
                    <a:pt x="15038" y="6764"/>
                    <a:pt x="14359" y="9442"/>
                  </a:cubicBezTo>
                  <a:cubicBezTo>
                    <a:pt x="13657" y="12217"/>
                    <a:pt x="13002" y="15015"/>
                    <a:pt x="12347" y="17812"/>
                  </a:cubicBezTo>
                  <a:cubicBezTo>
                    <a:pt x="11049" y="23420"/>
                    <a:pt x="9799" y="29040"/>
                    <a:pt x="8513" y="34648"/>
                  </a:cubicBezTo>
                  <a:cubicBezTo>
                    <a:pt x="7787" y="37815"/>
                    <a:pt x="7001" y="40970"/>
                    <a:pt x="6251" y="44125"/>
                  </a:cubicBezTo>
                  <a:cubicBezTo>
                    <a:pt x="6251" y="44161"/>
                    <a:pt x="6251" y="44197"/>
                    <a:pt x="6251" y="44232"/>
                  </a:cubicBezTo>
                  <a:cubicBezTo>
                    <a:pt x="6096" y="44197"/>
                    <a:pt x="5930" y="44149"/>
                    <a:pt x="5763" y="44113"/>
                  </a:cubicBezTo>
                  <a:cubicBezTo>
                    <a:pt x="4334" y="43768"/>
                    <a:pt x="2929" y="43435"/>
                    <a:pt x="1512" y="43066"/>
                  </a:cubicBezTo>
                  <a:cubicBezTo>
                    <a:pt x="1346" y="43030"/>
                    <a:pt x="1167" y="42982"/>
                    <a:pt x="1012" y="42935"/>
                  </a:cubicBezTo>
                  <a:cubicBezTo>
                    <a:pt x="846" y="42899"/>
                    <a:pt x="858" y="42935"/>
                    <a:pt x="846" y="42780"/>
                  </a:cubicBezTo>
                  <a:cubicBezTo>
                    <a:pt x="822" y="42446"/>
                    <a:pt x="989" y="42018"/>
                    <a:pt x="1048" y="41684"/>
                  </a:cubicBezTo>
                  <a:cubicBezTo>
                    <a:pt x="1191" y="40982"/>
                    <a:pt x="1322" y="40280"/>
                    <a:pt x="1453" y="39577"/>
                  </a:cubicBezTo>
                  <a:cubicBezTo>
                    <a:pt x="1727" y="38148"/>
                    <a:pt x="2001" y="36720"/>
                    <a:pt x="2286" y="35303"/>
                  </a:cubicBezTo>
                  <a:cubicBezTo>
                    <a:pt x="2834" y="32469"/>
                    <a:pt x="3394" y="29635"/>
                    <a:pt x="3953" y="26802"/>
                  </a:cubicBezTo>
                  <a:cubicBezTo>
                    <a:pt x="5703" y="18063"/>
                    <a:pt x="7132" y="9145"/>
                    <a:pt x="9644" y="584"/>
                  </a:cubicBezTo>
                  <a:close/>
                  <a:moveTo>
                    <a:pt x="16919" y="1525"/>
                  </a:moveTo>
                  <a:cubicBezTo>
                    <a:pt x="17634" y="1632"/>
                    <a:pt x="18360" y="1751"/>
                    <a:pt x="19074" y="1882"/>
                  </a:cubicBezTo>
                  <a:cubicBezTo>
                    <a:pt x="18955" y="2358"/>
                    <a:pt x="18824" y="2823"/>
                    <a:pt x="18705" y="3299"/>
                  </a:cubicBezTo>
                  <a:lnTo>
                    <a:pt x="18622" y="3263"/>
                  </a:lnTo>
                  <a:cubicBezTo>
                    <a:pt x="18527" y="3239"/>
                    <a:pt x="18431" y="3227"/>
                    <a:pt x="18336" y="3204"/>
                  </a:cubicBezTo>
                  <a:lnTo>
                    <a:pt x="17741" y="3073"/>
                  </a:lnTo>
                  <a:cubicBezTo>
                    <a:pt x="17729" y="3071"/>
                    <a:pt x="17717" y="3070"/>
                    <a:pt x="17706" y="3070"/>
                  </a:cubicBezTo>
                  <a:cubicBezTo>
                    <a:pt x="17650" y="3070"/>
                    <a:pt x="17606" y="3094"/>
                    <a:pt x="17586" y="3144"/>
                  </a:cubicBezTo>
                  <a:cubicBezTo>
                    <a:pt x="17562" y="3204"/>
                    <a:pt x="17586" y="3275"/>
                    <a:pt x="17645" y="3311"/>
                  </a:cubicBezTo>
                  <a:lnTo>
                    <a:pt x="18181" y="3561"/>
                  </a:lnTo>
                  <a:lnTo>
                    <a:pt x="18443" y="3680"/>
                  </a:lnTo>
                  <a:cubicBezTo>
                    <a:pt x="18491" y="3692"/>
                    <a:pt x="18527" y="3716"/>
                    <a:pt x="18586" y="3727"/>
                  </a:cubicBezTo>
                  <a:cubicBezTo>
                    <a:pt x="18467" y="4156"/>
                    <a:pt x="18360" y="4573"/>
                    <a:pt x="18241" y="5001"/>
                  </a:cubicBezTo>
                  <a:cubicBezTo>
                    <a:pt x="18169" y="4966"/>
                    <a:pt x="18086" y="4942"/>
                    <a:pt x="18015" y="4930"/>
                  </a:cubicBezTo>
                  <a:cubicBezTo>
                    <a:pt x="17919" y="4906"/>
                    <a:pt x="17812" y="4894"/>
                    <a:pt x="17717" y="4894"/>
                  </a:cubicBezTo>
                  <a:lnTo>
                    <a:pt x="17586" y="4894"/>
                  </a:lnTo>
                  <a:cubicBezTo>
                    <a:pt x="17526" y="4882"/>
                    <a:pt x="17479" y="4882"/>
                    <a:pt x="17431" y="4882"/>
                  </a:cubicBezTo>
                  <a:cubicBezTo>
                    <a:pt x="17336" y="4882"/>
                    <a:pt x="17264" y="4954"/>
                    <a:pt x="17264" y="5049"/>
                  </a:cubicBezTo>
                  <a:cubicBezTo>
                    <a:pt x="17264" y="5144"/>
                    <a:pt x="17336" y="5216"/>
                    <a:pt x="17431" y="5216"/>
                  </a:cubicBezTo>
                  <a:lnTo>
                    <a:pt x="17526" y="5216"/>
                  </a:lnTo>
                  <a:cubicBezTo>
                    <a:pt x="17574" y="5228"/>
                    <a:pt x="17610" y="5240"/>
                    <a:pt x="17645" y="5251"/>
                  </a:cubicBezTo>
                  <a:lnTo>
                    <a:pt x="17765" y="5287"/>
                  </a:lnTo>
                  <a:cubicBezTo>
                    <a:pt x="17776" y="5299"/>
                    <a:pt x="17788" y="5299"/>
                    <a:pt x="17800" y="5311"/>
                  </a:cubicBezTo>
                  <a:lnTo>
                    <a:pt x="17848" y="5335"/>
                  </a:lnTo>
                  <a:cubicBezTo>
                    <a:pt x="17931" y="5370"/>
                    <a:pt x="18003" y="5406"/>
                    <a:pt x="18074" y="5442"/>
                  </a:cubicBezTo>
                  <a:lnTo>
                    <a:pt x="18110" y="5466"/>
                  </a:lnTo>
                  <a:lnTo>
                    <a:pt x="17753" y="6835"/>
                  </a:lnTo>
                  <a:cubicBezTo>
                    <a:pt x="17717" y="6811"/>
                    <a:pt x="17681" y="6799"/>
                    <a:pt x="17634" y="6787"/>
                  </a:cubicBezTo>
                  <a:cubicBezTo>
                    <a:pt x="17514" y="6752"/>
                    <a:pt x="17395" y="6740"/>
                    <a:pt x="17264" y="6728"/>
                  </a:cubicBezTo>
                  <a:cubicBezTo>
                    <a:pt x="17050" y="6704"/>
                    <a:pt x="16836" y="6692"/>
                    <a:pt x="16622" y="6692"/>
                  </a:cubicBezTo>
                  <a:cubicBezTo>
                    <a:pt x="16502" y="6692"/>
                    <a:pt x="16407" y="6799"/>
                    <a:pt x="16407" y="6918"/>
                  </a:cubicBezTo>
                  <a:cubicBezTo>
                    <a:pt x="16407" y="7037"/>
                    <a:pt x="16502" y="7133"/>
                    <a:pt x="16622" y="7133"/>
                  </a:cubicBezTo>
                  <a:cubicBezTo>
                    <a:pt x="16729" y="7145"/>
                    <a:pt x="16836" y="7145"/>
                    <a:pt x="16943" y="7156"/>
                  </a:cubicBezTo>
                  <a:lnTo>
                    <a:pt x="16979" y="7156"/>
                  </a:lnTo>
                  <a:cubicBezTo>
                    <a:pt x="17003" y="7168"/>
                    <a:pt x="17026" y="7168"/>
                    <a:pt x="17050" y="7168"/>
                  </a:cubicBezTo>
                  <a:cubicBezTo>
                    <a:pt x="17098" y="7180"/>
                    <a:pt x="17157" y="7192"/>
                    <a:pt x="17205" y="7204"/>
                  </a:cubicBezTo>
                  <a:cubicBezTo>
                    <a:pt x="17312" y="7228"/>
                    <a:pt x="17407" y="7264"/>
                    <a:pt x="17503" y="7287"/>
                  </a:cubicBezTo>
                  <a:lnTo>
                    <a:pt x="17634" y="7287"/>
                  </a:lnTo>
                  <a:cubicBezTo>
                    <a:pt x="17514" y="7752"/>
                    <a:pt x="17395" y="8204"/>
                    <a:pt x="17276" y="8657"/>
                  </a:cubicBezTo>
                  <a:cubicBezTo>
                    <a:pt x="17217" y="8645"/>
                    <a:pt x="17169" y="8621"/>
                    <a:pt x="17110" y="8609"/>
                  </a:cubicBezTo>
                  <a:cubicBezTo>
                    <a:pt x="16979" y="8585"/>
                    <a:pt x="16848" y="8561"/>
                    <a:pt x="16729" y="8549"/>
                  </a:cubicBezTo>
                  <a:cubicBezTo>
                    <a:pt x="16491" y="8514"/>
                    <a:pt x="16264" y="8502"/>
                    <a:pt x="16026" y="8478"/>
                  </a:cubicBezTo>
                  <a:cubicBezTo>
                    <a:pt x="15931" y="8478"/>
                    <a:pt x="15860" y="8549"/>
                    <a:pt x="15836" y="8633"/>
                  </a:cubicBezTo>
                  <a:cubicBezTo>
                    <a:pt x="15836" y="8645"/>
                    <a:pt x="15836" y="8657"/>
                    <a:pt x="15836" y="8669"/>
                  </a:cubicBezTo>
                  <a:cubicBezTo>
                    <a:pt x="15848" y="8776"/>
                    <a:pt x="15919" y="8859"/>
                    <a:pt x="16026" y="8859"/>
                  </a:cubicBezTo>
                  <a:cubicBezTo>
                    <a:pt x="16241" y="8883"/>
                    <a:pt x="16455" y="8930"/>
                    <a:pt x="16669" y="9002"/>
                  </a:cubicBezTo>
                  <a:lnTo>
                    <a:pt x="16812" y="9061"/>
                  </a:lnTo>
                  <a:cubicBezTo>
                    <a:pt x="16836" y="9073"/>
                    <a:pt x="16872" y="9085"/>
                    <a:pt x="16895" y="9097"/>
                  </a:cubicBezTo>
                  <a:lnTo>
                    <a:pt x="16967" y="9121"/>
                  </a:lnTo>
                  <a:cubicBezTo>
                    <a:pt x="17026" y="9145"/>
                    <a:pt x="17086" y="9169"/>
                    <a:pt x="17133" y="9180"/>
                  </a:cubicBezTo>
                  <a:cubicBezTo>
                    <a:pt x="16967" y="9835"/>
                    <a:pt x="16800" y="10502"/>
                    <a:pt x="16622" y="11157"/>
                  </a:cubicBezTo>
                  <a:lnTo>
                    <a:pt x="16598" y="11157"/>
                  </a:lnTo>
                  <a:lnTo>
                    <a:pt x="16455" y="11133"/>
                  </a:lnTo>
                  <a:cubicBezTo>
                    <a:pt x="16336" y="11109"/>
                    <a:pt x="16217" y="11109"/>
                    <a:pt x="16098" y="11097"/>
                  </a:cubicBezTo>
                  <a:cubicBezTo>
                    <a:pt x="16034" y="11097"/>
                    <a:pt x="15971" y="11103"/>
                    <a:pt x="15904" y="11103"/>
                  </a:cubicBezTo>
                  <a:cubicBezTo>
                    <a:pt x="15870" y="11103"/>
                    <a:pt x="15836" y="11101"/>
                    <a:pt x="15800" y="11097"/>
                  </a:cubicBezTo>
                  <a:cubicBezTo>
                    <a:pt x="15705" y="11097"/>
                    <a:pt x="15598" y="11085"/>
                    <a:pt x="15490" y="11074"/>
                  </a:cubicBezTo>
                  <a:cubicBezTo>
                    <a:pt x="15407" y="11074"/>
                    <a:pt x="15336" y="11133"/>
                    <a:pt x="15324" y="11228"/>
                  </a:cubicBezTo>
                  <a:cubicBezTo>
                    <a:pt x="15312" y="11312"/>
                    <a:pt x="15371" y="11383"/>
                    <a:pt x="15455" y="11407"/>
                  </a:cubicBezTo>
                  <a:cubicBezTo>
                    <a:pt x="15550" y="11431"/>
                    <a:pt x="15657" y="11443"/>
                    <a:pt x="15752" y="11478"/>
                  </a:cubicBezTo>
                  <a:cubicBezTo>
                    <a:pt x="15848" y="11502"/>
                    <a:pt x="15943" y="11526"/>
                    <a:pt x="16038" y="11562"/>
                  </a:cubicBezTo>
                  <a:cubicBezTo>
                    <a:pt x="16193" y="11609"/>
                    <a:pt x="16348" y="11633"/>
                    <a:pt x="16502" y="11657"/>
                  </a:cubicBezTo>
                  <a:cubicBezTo>
                    <a:pt x="16360" y="12240"/>
                    <a:pt x="16205" y="12812"/>
                    <a:pt x="16062" y="13395"/>
                  </a:cubicBezTo>
                  <a:cubicBezTo>
                    <a:pt x="15955" y="13348"/>
                    <a:pt x="15848" y="13312"/>
                    <a:pt x="15740" y="13276"/>
                  </a:cubicBezTo>
                  <a:cubicBezTo>
                    <a:pt x="15621" y="13252"/>
                    <a:pt x="15502" y="13241"/>
                    <a:pt x="15383" y="13241"/>
                  </a:cubicBezTo>
                  <a:lnTo>
                    <a:pt x="15074" y="13217"/>
                  </a:lnTo>
                  <a:cubicBezTo>
                    <a:pt x="14859" y="13217"/>
                    <a:pt x="14812" y="13526"/>
                    <a:pt x="15014" y="13586"/>
                  </a:cubicBezTo>
                  <a:cubicBezTo>
                    <a:pt x="15121" y="13598"/>
                    <a:pt x="15228" y="13621"/>
                    <a:pt x="15324" y="13657"/>
                  </a:cubicBezTo>
                  <a:cubicBezTo>
                    <a:pt x="15371" y="13681"/>
                    <a:pt x="15431" y="13693"/>
                    <a:pt x="15479" y="13717"/>
                  </a:cubicBezTo>
                  <a:cubicBezTo>
                    <a:pt x="15502" y="13729"/>
                    <a:pt x="15526" y="13741"/>
                    <a:pt x="15550" y="13752"/>
                  </a:cubicBezTo>
                  <a:cubicBezTo>
                    <a:pt x="15574" y="13764"/>
                    <a:pt x="15598" y="13764"/>
                    <a:pt x="15621" y="13776"/>
                  </a:cubicBezTo>
                  <a:cubicBezTo>
                    <a:pt x="15717" y="13812"/>
                    <a:pt x="15824" y="13848"/>
                    <a:pt x="15919" y="13872"/>
                  </a:cubicBezTo>
                  <a:lnTo>
                    <a:pt x="15943" y="13872"/>
                  </a:lnTo>
                  <a:cubicBezTo>
                    <a:pt x="15800" y="14431"/>
                    <a:pt x="15657" y="14991"/>
                    <a:pt x="15514" y="15538"/>
                  </a:cubicBezTo>
                  <a:lnTo>
                    <a:pt x="15502" y="15526"/>
                  </a:lnTo>
                  <a:cubicBezTo>
                    <a:pt x="15443" y="15503"/>
                    <a:pt x="15383" y="15479"/>
                    <a:pt x="15324" y="15467"/>
                  </a:cubicBezTo>
                  <a:cubicBezTo>
                    <a:pt x="15252" y="15443"/>
                    <a:pt x="15181" y="15431"/>
                    <a:pt x="15109" y="15419"/>
                  </a:cubicBezTo>
                  <a:cubicBezTo>
                    <a:pt x="14931" y="15384"/>
                    <a:pt x="14752" y="15372"/>
                    <a:pt x="14586" y="15372"/>
                  </a:cubicBezTo>
                  <a:cubicBezTo>
                    <a:pt x="14455" y="15372"/>
                    <a:pt x="14359" y="15479"/>
                    <a:pt x="14359" y="15598"/>
                  </a:cubicBezTo>
                  <a:cubicBezTo>
                    <a:pt x="14359" y="15657"/>
                    <a:pt x="14383" y="15717"/>
                    <a:pt x="14419" y="15765"/>
                  </a:cubicBezTo>
                  <a:cubicBezTo>
                    <a:pt x="14466" y="15800"/>
                    <a:pt x="14526" y="15824"/>
                    <a:pt x="14586" y="15824"/>
                  </a:cubicBezTo>
                  <a:lnTo>
                    <a:pt x="14633" y="15824"/>
                  </a:lnTo>
                  <a:cubicBezTo>
                    <a:pt x="14669" y="15836"/>
                    <a:pt x="14705" y="15836"/>
                    <a:pt x="14728" y="15848"/>
                  </a:cubicBezTo>
                  <a:cubicBezTo>
                    <a:pt x="14788" y="15860"/>
                    <a:pt x="14847" y="15884"/>
                    <a:pt x="14895" y="15907"/>
                  </a:cubicBezTo>
                  <a:cubicBezTo>
                    <a:pt x="14955" y="15931"/>
                    <a:pt x="15014" y="15955"/>
                    <a:pt x="15074" y="15991"/>
                  </a:cubicBezTo>
                  <a:cubicBezTo>
                    <a:pt x="15109" y="16015"/>
                    <a:pt x="15145" y="16038"/>
                    <a:pt x="15181" y="16062"/>
                  </a:cubicBezTo>
                  <a:cubicBezTo>
                    <a:pt x="15240" y="16086"/>
                    <a:pt x="15300" y="16110"/>
                    <a:pt x="15359" y="16122"/>
                  </a:cubicBezTo>
                  <a:cubicBezTo>
                    <a:pt x="15169" y="16872"/>
                    <a:pt x="14978" y="17610"/>
                    <a:pt x="14788" y="18360"/>
                  </a:cubicBezTo>
                  <a:cubicBezTo>
                    <a:pt x="14788" y="18372"/>
                    <a:pt x="14788" y="18384"/>
                    <a:pt x="14788" y="18396"/>
                  </a:cubicBezTo>
                  <a:cubicBezTo>
                    <a:pt x="14681" y="18336"/>
                    <a:pt x="14574" y="18289"/>
                    <a:pt x="14455" y="18241"/>
                  </a:cubicBezTo>
                  <a:lnTo>
                    <a:pt x="14085" y="18110"/>
                  </a:lnTo>
                  <a:cubicBezTo>
                    <a:pt x="14070" y="18106"/>
                    <a:pt x="14055" y="18104"/>
                    <a:pt x="14040" y="18104"/>
                  </a:cubicBezTo>
                  <a:cubicBezTo>
                    <a:pt x="13879" y="18104"/>
                    <a:pt x="13801" y="18333"/>
                    <a:pt x="13955" y="18432"/>
                  </a:cubicBezTo>
                  <a:lnTo>
                    <a:pt x="14276" y="18658"/>
                  </a:lnTo>
                  <a:cubicBezTo>
                    <a:pt x="14383" y="18741"/>
                    <a:pt x="14502" y="18801"/>
                    <a:pt x="14621" y="18860"/>
                  </a:cubicBezTo>
                  <a:cubicBezTo>
                    <a:pt x="14633" y="18872"/>
                    <a:pt x="14645" y="18872"/>
                    <a:pt x="14669" y="18872"/>
                  </a:cubicBezTo>
                  <a:cubicBezTo>
                    <a:pt x="14526" y="19432"/>
                    <a:pt x="14395" y="19991"/>
                    <a:pt x="14252" y="20551"/>
                  </a:cubicBezTo>
                  <a:cubicBezTo>
                    <a:pt x="14240" y="20539"/>
                    <a:pt x="14228" y="20539"/>
                    <a:pt x="14216" y="20527"/>
                  </a:cubicBezTo>
                  <a:lnTo>
                    <a:pt x="14097" y="20491"/>
                  </a:lnTo>
                  <a:cubicBezTo>
                    <a:pt x="14050" y="20479"/>
                    <a:pt x="13990" y="20479"/>
                    <a:pt x="13931" y="20468"/>
                  </a:cubicBezTo>
                  <a:lnTo>
                    <a:pt x="13824" y="20456"/>
                  </a:lnTo>
                  <a:lnTo>
                    <a:pt x="13752" y="20456"/>
                  </a:lnTo>
                  <a:cubicBezTo>
                    <a:pt x="13597" y="20432"/>
                    <a:pt x="13431" y="20396"/>
                    <a:pt x="13288" y="20360"/>
                  </a:cubicBezTo>
                  <a:cubicBezTo>
                    <a:pt x="13270" y="20357"/>
                    <a:pt x="13253" y="20355"/>
                    <a:pt x="13237" y="20355"/>
                  </a:cubicBezTo>
                  <a:cubicBezTo>
                    <a:pt x="13139" y="20355"/>
                    <a:pt x="13056" y="20414"/>
                    <a:pt x="13026" y="20515"/>
                  </a:cubicBezTo>
                  <a:cubicBezTo>
                    <a:pt x="13002" y="20622"/>
                    <a:pt x="13073" y="20741"/>
                    <a:pt x="13181" y="20765"/>
                  </a:cubicBezTo>
                  <a:cubicBezTo>
                    <a:pt x="13335" y="20825"/>
                    <a:pt x="13490" y="20884"/>
                    <a:pt x="13633" y="20932"/>
                  </a:cubicBezTo>
                  <a:cubicBezTo>
                    <a:pt x="13716" y="20956"/>
                    <a:pt x="13788" y="20980"/>
                    <a:pt x="13859" y="21003"/>
                  </a:cubicBezTo>
                  <a:cubicBezTo>
                    <a:pt x="13955" y="21027"/>
                    <a:pt x="14050" y="21039"/>
                    <a:pt x="14145" y="21039"/>
                  </a:cubicBezTo>
                  <a:cubicBezTo>
                    <a:pt x="13990" y="21658"/>
                    <a:pt x="13847" y="22277"/>
                    <a:pt x="13693" y="22896"/>
                  </a:cubicBezTo>
                  <a:cubicBezTo>
                    <a:pt x="13657" y="22885"/>
                    <a:pt x="13609" y="22873"/>
                    <a:pt x="13574" y="22849"/>
                  </a:cubicBezTo>
                  <a:cubicBezTo>
                    <a:pt x="13478" y="22837"/>
                    <a:pt x="13371" y="22813"/>
                    <a:pt x="13276" y="22801"/>
                  </a:cubicBezTo>
                  <a:lnTo>
                    <a:pt x="12978" y="22754"/>
                  </a:lnTo>
                  <a:cubicBezTo>
                    <a:pt x="12907" y="22742"/>
                    <a:pt x="12835" y="22730"/>
                    <a:pt x="12776" y="22730"/>
                  </a:cubicBezTo>
                  <a:lnTo>
                    <a:pt x="12609" y="22730"/>
                  </a:lnTo>
                  <a:cubicBezTo>
                    <a:pt x="12419" y="22730"/>
                    <a:pt x="12359" y="22980"/>
                    <a:pt x="12514" y="23075"/>
                  </a:cubicBezTo>
                  <a:cubicBezTo>
                    <a:pt x="12621" y="23135"/>
                    <a:pt x="12728" y="23182"/>
                    <a:pt x="12847" y="23218"/>
                  </a:cubicBezTo>
                  <a:lnTo>
                    <a:pt x="13145" y="23325"/>
                  </a:lnTo>
                  <a:cubicBezTo>
                    <a:pt x="13240" y="23349"/>
                    <a:pt x="13335" y="23385"/>
                    <a:pt x="13443" y="23408"/>
                  </a:cubicBezTo>
                  <a:cubicBezTo>
                    <a:pt x="13490" y="23420"/>
                    <a:pt x="13538" y="23432"/>
                    <a:pt x="13585" y="23432"/>
                  </a:cubicBezTo>
                  <a:cubicBezTo>
                    <a:pt x="13490" y="23837"/>
                    <a:pt x="13395" y="24242"/>
                    <a:pt x="13300" y="24623"/>
                  </a:cubicBezTo>
                  <a:cubicBezTo>
                    <a:pt x="13276" y="24611"/>
                    <a:pt x="13240" y="24599"/>
                    <a:pt x="13216" y="24587"/>
                  </a:cubicBezTo>
                  <a:cubicBezTo>
                    <a:pt x="13157" y="24575"/>
                    <a:pt x="13097" y="24563"/>
                    <a:pt x="13038" y="24563"/>
                  </a:cubicBezTo>
                  <a:cubicBezTo>
                    <a:pt x="12966" y="24551"/>
                    <a:pt x="12895" y="24540"/>
                    <a:pt x="12812" y="24540"/>
                  </a:cubicBezTo>
                  <a:cubicBezTo>
                    <a:pt x="12669" y="24528"/>
                    <a:pt x="12502" y="24504"/>
                    <a:pt x="12359" y="24504"/>
                  </a:cubicBezTo>
                  <a:cubicBezTo>
                    <a:pt x="12228" y="24504"/>
                    <a:pt x="12121" y="24611"/>
                    <a:pt x="12121" y="24742"/>
                  </a:cubicBezTo>
                  <a:cubicBezTo>
                    <a:pt x="12121" y="24801"/>
                    <a:pt x="12145" y="24861"/>
                    <a:pt x="12192" y="24909"/>
                  </a:cubicBezTo>
                  <a:cubicBezTo>
                    <a:pt x="12240" y="24944"/>
                    <a:pt x="12288" y="24968"/>
                    <a:pt x="12359" y="24980"/>
                  </a:cubicBezTo>
                  <a:lnTo>
                    <a:pt x="12383" y="24980"/>
                  </a:lnTo>
                  <a:cubicBezTo>
                    <a:pt x="12514" y="24992"/>
                    <a:pt x="12657" y="25016"/>
                    <a:pt x="12776" y="25040"/>
                  </a:cubicBezTo>
                  <a:lnTo>
                    <a:pt x="12978" y="25087"/>
                  </a:lnTo>
                  <a:cubicBezTo>
                    <a:pt x="13014" y="25099"/>
                    <a:pt x="13038" y="25111"/>
                    <a:pt x="13073" y="25111"/>
                  </a:cubicBezTo>
                  <a:lnTo>
                    <a:pt x="13181" y="25111"/>
                  </a:lnTo>
                  <a:lnTo>
                    <a:pt x="12823" y="26599"/>
                  </a:lnTo>
                  <a:cubicBezTo>
                    <a:pt x="12728" y="26540"/>
                    <a:pt x="12633" y="26492"/>
                    <a:pt x="12538" y="26456"/>
                  </a:cubicBezTo>
                  <a:cubicBezTo>
                    <a:pt x="12347" y="26397"/>
                    <a:pt x="12169" y="26349"/>
                    <a:pt x="11978" y="26325"/>
                  </a:cubicBezTo>
                  <a:cubicBezTo>
                    <a:pt x="11919" y="26325"/>
                    <a:pt x="11859" y="26349"/>
                    <a:pt x="11823" y="26397"/>
                  </a:cubicBezTo>
                  <a:cubicBezTo>
                    <a:pt x="11788" y="26433"/>
                    <a:pt x="11764" y="26480"/>
                    <a:pt x="11752" y="26528"/>
                  </a:cubicBezTo>
                  <a:cubicBezTo>
                    <a:pt x="11740" y="26635"/>
                    <a:pt x="11811" y="26742"/>
                    <a:pt x="11919" y="26778"/>
                  </a:cubicBezTo>
                  <a:cubicBezTo>
                    <a:pt x="11954" y="26790"/>
                    <a:pt x="11990" y="26802"/>
                    <a:pt x="12026" y="26814"/>
                  </a:cubicBezTo>
                  <a:lnTo>
                    <a:pt x="12097" y="26837"/>
                  </a:lnTo>
                  <a:lnTo>
                    <a:pt x="12133" y="26837"/>
                  </a:lnTo>
                  <a:lnTo>
                    <a:pt x="12157" y="26849"/>
                  </a:lnTo>
                  <a:cubicBezTo>
                    <a:pt x="12169" y="26861"/>
                    <a:pt x="12192" y="26873"/>
                    <a:pt x="12204" y="26885"/>
                  </a:cubicBezTo>
                  <a:cubicBezTo>
                    <a:pt x="12240" y="26909"/>
                    <a:pt x="12276" y="26921"/>
                    <a:pt x="12311" y="26945"/>
                  </a:cubicBezTo>
                  <a:cubicBezTo>
                    <a:pt x="12383" y="26992"/>
                    <a:pt x="12442" y="27028"/>
                    <a:pt x="12514" y="27076"/>
                  </a:cubicBezTo>
                  <a:cubicBezTo>
                    <a:pt x="12550" y="27099"/>
                    <a:pt x="12585" y="27123"/>
                    <a:pt x="12621" y="27135"/>
                  </a:cubicBezTo>
                  <a:cubicBezTo>
                    <a:pt x="12645" y="27147"/>
                    <a:pt x="12669" y="27159"/>
                    <a:pt x="12692" y="27171"/>
                  </a:cubicBezTo>
                  <a:cubicBezTo>
                    <a:pt x="12526" y="27873"/>
                    <a:pt x="12347" y="28588"/>
                    <a:pt x="12180" y="29290"/>
                  </a:cubicBezTo>
                  <a:cubicBezTo>
                    <a:pt x="12133" y="29242"/>
                    <a:pt x="12085" y="29207"/>
                    <a:pt x="12026" y="29183"/>
                  </a:cubicBezTo>
                  <a:lnTo>
                    <a:pt x="11919" y="29147"/>
                  </a:lnTo>
                  <a:cubicBezTo>
                    <a:pt x="11907" y="29135"/>
                    <a:pt x="11883" y="29135"/>
                    <a:pt x="11859" y="29123"/>
                  </a:cubicBezTo>
                  <a:cubicBezTo>
                    <a:pt x="11823" y="29111"/>
                    <a:pt x="11788" y="29088"/>
                    <a:pt x="11752" y="29076"/>
                  </a:cubicBezTo>
                  <a:cubicBezTo>
                    <a:pt x="11609" y="29004"/>
                    <a:pt x="11466" y="28933"/>
                    <a:pt x="11335" y="28850"/>
                  </a:cubicBezTo>
                  <a:cubicBezTo>
                    <a:pt x="11299" y="28830"/>
                    <a:pt x="11262" y="28820"/>
                    <a:pt x="11227" y="28820"/>
                  </a:cubicBezTo>
                  <a:cubicBezTo>
                    <a:pt x="11155" y="28820"/>
                    <a:pt x="11089" y="28858"/>
                    <a:pt x="11049" y="28921"/>
                  </a:cubicBezTo>
                  <a:cubicBezTo>
                    <a:pt x="10990" y="29028"/>
                    <a:pt x="11026" y="29147"/>
                    <a:pt x="11121" y="29219"/>
                  </a:cubicBezTo>
                  <a:cubicBezTo>
                    <a:pt x="11252" y="29302"/>
                    <a:pt x="11395" y="29385"/>
                    <a:pt x="11526" y="29469"/>
                  </a:cubicBezTo>
                  <a:cubicBezTo>
                    <a:pt x="11597" y="29504"/>
                    <a:pt x="11669" y="29540"/>
                    <a:pt x="11752" y="29576"/>
                  </a:cubicBezTo>
                  <a:cubicBezTo>
                    <a:pt x="11776" y="29588"/>
                    <a:pt x="11811" y="29612"/>
                    <a:pt x="11847" y="29623"/>
                  </a:cubicBezTo>
                  <a:cubicBezTo>
                    <a:pt x="11905" y="29643"/>
                    <a:pt x="11964" y="29662"/>
                    <a:pt x="12022" y="29662"/>
                  </a:cubicBezTo>
                  <a:cubicBezTo>
                    <a:pt x="12035" y="29662"/>
                    <a:pt x="12048" y="29661"/>
                    <a:pt x="12061" y="29659"/>
                  </a:cubicBezTo>
                  <a:lnTo>
                    <a:pt x="12109" y="29659"/>
                  </a:lnTo>
                  <a:cubicBezTo>
                    <a:pt x="11942" y="30338"/>
                    <a:pt x="11776" y="31028"/>
                    <a:pt x="11621" y="31707"/>
                  </a:cubicBezTo>
                  <a:cubicBezTo>
                    <a:pt x="11609" y="31707"/>
                    <a:pt x="11597" y="31695"/>
                    <a:pt x="11573" y="31695"/>
                  </a:cubicBezTo>
                  <a:cubicBezTo>
                    <a:pt x="11502" y="31683"/>
                    <a:pt x="11430" y="31659"/>
                    <a:pt x="11347" y="31636"/>
                  </a:cubicBezTo>
                  <a:cubicBezTo>
                    <a:pt x="11276" y="31612"/>
                    <a:pt x="11204" y="31600"/>
                    <a:pt x="11133" y="31576"/>
                  </a:cubicBezTo>
                  <a:cubicBezTo>
                    <a:pt x="11061" y="31564"/>
                    <a:pt x="10990" y="31540"/>
                    <a:pt x="10918" y="31517"/>
                  </a:cubicBezTo>
                  <a:lnTo>
                    <a:pt x="10859" y="31505"/>
                  </a:lnTo>
                  <a:cubicBezTo>
                    <a:pt x="10823" y="31481"/>
                    <a:pt x="10776" y="31469"/>
                    <a:pt x="10740" y="31445"/>
                  </a:cubicBezTo>
                  <a:cubicBezTo>
                    <a:pt x="10705" y="31425"/>
                    <a:pt x="10671" y="31416"/>
                    <a:pt x="10639" y="31416"/>
                  </a:cubicBezTo>
                  <a:cubicBezTo>
                    <a:pt x="10465" y="31416"/>
                    <a:pt x="10358" y="31680"/>
                    <a:pt x="10549" y="31790"/>
                  </a:cubicBezTo>
                  <a:cubicBezTo>
                    <a:pt x="10609" y="31826"/>
                    <a:pt x="10680" y="31862"/>
                    <a:pt x="10752" y="31909"/>
                  </a:cubicBezTo>
                  <a:cubicBezTo>
                    <a:pt x="10811" y="31957"/>
                    <a:pt x="10883" y="32005"/>
                    <a:pt x="10954" y="32040"/>
                  </a:cubicBezTo>
                  <a:cubicBezTo>
                    <a:pt x="11097" y="32136"/>
                    <a:pt x="11264" y="32195"/>
                    <a:pt x="11442" y="32243"/>
                  </a:cubicBezTo>
                  <a:lnTo>
                    <a:pt x="11502" y="32243"/>
                  </a:lnTo>
                  <a:cubicBezTo>
                    <a:pt x="11347" y="32910"/>
                    <a:pt x="11192" y="33576"/>
                    <a:pt x="11037" y="34243"/>
                  </a:cubicBezTo>
                  <a:cubicBezTo>
                    <a:pt x="11002" y="34184"/>
                    <a:pt x="10954" y="34136"/>
                    <a:pt x="10895" y="34100"/>
                  </a:cubicBezTo>
                  <a:cubicBezTo>
                    <a:pt x="10835" y="34076"/>
                    <a:pt x="10787" y="34053"/>
                    <a:pt x="10728" y="34029"/>
                  </a:cubicBezTo>
                  <a:cubicBezTo>
                    <a:pt x="10668" y="34005"/>
                    <a:pt x="10585" y="33993"/>
                    <a:pt x="10514" y="33981"/>
                  </a:cubicBezTo>
                  <a:cubicBezTo>
                    <a:pt x="10430" y="33957"/>
                    <a:pt x="10335" y="33945"/>
                    <a:pt x="10240" y="33934"/>
                  </a:cubicBezTo>
                  <a:lnTo>
                    <a:pt x="10014" y="33910"/>
                  </a:lnTo>
                  <a:cubicBezTo>
                    <a:pt x="9918" y="33910"/>
                    <a:pt x="9835" y="33969"/>
                    <a:pt x="9811" y="34064"/>
                  </a:cubicBezTo>
                  <a:cubicBezTo>
                    <a:pt x="9787" y="34160"/>
                    <a:pt x="9823" y="34267"/>
                    <a:pt x="9906" y="34315"/>
                  </a:cubicBezTo>
                  <a:lnTo>
                    <a:pt x="10097" y="34410"/>
                  </a:lnTo>
                  <a:cubicBezTo>
                    <a:pt x="10180" y="34457"/>
                    <a:pt x="10264" y="34493"/>
                    <a:pt x="10359" y="34517"/>
                  </a:cubicBezTo>
                  <a:cubicBezTo>
                    <a:pt x="10430" y="34541"/>
                    <a:pt x="10502" y="34565"/>
                    <a:pt x="10561" y="34588"/>
                  </a:cubicBezTo>
                  <a:cubicBezTo>
                    <a:pt x="10597" y="34600"/>
                    <a:pt x="10633" y="34612"/>
                    <a:pt x="10680" y="34612"/>
                  </a:cubicBezTo>
                  <a:cubicBezTo>
                    <a:pt x="10716" y="34618"/>
                    <a:pt x="10752" y="34621"/>
                    <a:pt x="10787" y="34621"/>
                  </a:cubicBezTo>
                  <a:cubicBezTo>
                    <a:pt x="10823" y="34621"/>
                    <a:pt x="10859" y="34618"/>
                    <a:pt x="10895" y="34612"/>
                  </a:cubicBezTo>
                  <a:cubicBezTo>
                    <a:pt x="10918" y="34600"/>
                    <a:pt x="10954" y="34588"/>
                    <a:pt x="10978" y="34565"/>
                  </a:cubicBezTo>
                  <a:lnTo>
                    <a:pt x="10978" y="34565"/>
                  </a:lnTo>
                  <a:cubicBezTo>
                    <a:pt x="10930" y="34755"/>
                    <a:pt x="10883" y="34946"/>
                    <a:pt x="10847" y="35136"/>
                  </a:cubicBezTo>
                  <a:lnTo>
                    <a:pt x="10526" y="36517"/>
                  </a:lnTo>
                  <a:cubicBezTo>
                    <a:pt x="10371" y="37232"/>
                    <a:pt x="10216" y="37934"/>
                    <a:pt x="10049" y="38636"/>
                  </a:cubicBezTo>
                  <a:cubicBezTo>
                    <a:pt x="10014" y="38601"/>
                    <a:pt x="9978" y="38577"/>
                    <a:pt x="9930" y="38541"/>
                  </a:cubicBezTo>
                  <a:cubicBezTo>
                    <a:pt x="9859" y="38506"/>
                    <a:pt x="9799" y="38482"/>
                    <a:pt x="9728" y="38446"/>
                  </a:cubicBezTo>
                  <a:cubicBezTo>
                    <a:pt x="9585" y="38375"/>
                    <a:pt x="9454" y="38315"/>
                    <a:pt x="9311" y="38244"/>
                  </a:cubicBezTo>
                  <a:cubicBezTo>
                    <a:pt x="9282" y="38227"/>
                    <a:pt x="9248" y="38219"/>
                    <a:pt x="9213" y="38219"/>
                  </a:cubicBezTo>
                  <a:cubicBezTo>
                    <a:pt x="9151" y="38219"/>
                    <a:pt x="9088" y="38245"/>
                    <a:pt x="9049" y="38291"/>
                  </a:cubicBezTo>
                  <a:cubicBezTo>
                    <a:pt x="8990" y="38375"/>
                    <a:pt x="8990" y="38494"/>
                    <a:pt x="9061" y="38565"/>
                  </a:cubicBezTo>
                  <a:lnTo>
                    <a:pt x="9406" y="38851"/>
                  </a:lnTo>
                  <a:cubicBezTo>
                    <a:pt x="9466" y="38898"/>
                    <a:pt x="9525" y="38946"/>
                    <a:pt x="9573" y="38994"/>
                  </a:cubicBezTo>
                  <a:cubicBezTo>
                    <a:pt x="9621" y="39029"/>
                    <a:pt x="9668" y="39065"/>
                    <a:pt x="9728" y="39089"/>
                  </a:cubicBezTo>
                  <a:lnTo>
                    <a:pt x="9835" y="39148"/>
                  </a:lnTo>
                  <a:cubicBezTo>
                    <a:pt x="9859" y="39160"/>
                    <a:pt x="9894" y="39172"/>
                    <a:pt x="9942" y="39172"/>
                  </a:cubicBezTo>
                  <a:cubicBezTo>
                    <a:pt x="9823" y="39672"/>
                    <a:pt x="9704" y="40172"/>
                    <a:pt x="9597" y="40661"/>
                  </a:cubicBezTo>
                  <a:lnTo>
                    <a:pt x="9561" y="40649"/>
                  </a:lnTo>
                  <a:cubicBezTo>
                    <a:pt x="9537" y="40625"/>
                    <a:pt x="9502" y="40601"/>
                    <a:pt x="9466" y="40577"/>
                  </a:cubicBezTo>
                  <a:cubicBezTo>
                    <a:pt x="9430" y="40553"/>
                    <a:pt x="9383" y="40530"/>
                    <a:pt x="9347" y="40518"/>
                  </a:cubicBezTo>
                  <a:lnTo>
                    <a:pt x="8871" y="40280"/>
                  </a:lnTo>
                  <a:cubicBezTo>
                    <a:pt x="8829" y="40257"/>
                    <a:pt x="8785" y="40246"/>
                    <a:pt x="8740" y="40246"/>
                  </a:cubicBezTo>
                  <a:cubicBezTo>
                    <a:pt x="8643" y="40246"/>
                    <a:pt x="8547" y="40297"/>
                    <a:pt x="8490" y="40387"/>
                  </a:cubicBezTo>
                  <a:cubicBezTo>
                    <a:pt x="8418" y="40518"/>
                    <a:pt x="8466" y="40684"/>
                    <a:pt x="8597" y="40756"/>
                  </a:cubicBezTo>
                  <a:cubicBezTo>
                    <a:pt x="8740" y="40863"/>
                    <a:pt x="8894" y="40958"/>
                    <a:pt x="9037" y="41042"/>
                  </a:cubicBezTo>
                  <a:cubicBezTo>
                    <a:pt x="9073" y="41077"/>
                    <a:pt x="9109" y="41101"/>
                    <a:pt x="9156" y="41113"/>
                  </a:cubicBezTo>
                  <a:lnTo>
                    <a:pt x="9263" y="41173"/>
                  </a:lnTo>
                  <a:cubicBezTo>
                    <a:pt x="9323" y="41196"/>
                    <a:pt x="9383" y="41220"/>
                    <a:pt x="9442" y="41232"/>
                  </a:cubicBezTo>
                  <a:lnTo>
                    <a:pt x="9466" y="41232"/>
                  </a:lnTo>
                  <a:cubicBezTo>
                    <a:pt x="9347" y="41732"/>
                    <a:pt x="9228" y="42244"/>
                    <a:pt x="9109" y="42744"/>
                  </a:cubicBezTo>
                  <a:cubicBezTo>
                    <a:pt x="9073" y="42720"/>
                    <a:pt x="9049" y="42708"/>
                    <a:pt x="9025" y="42685"/>
                  </a:cubicBezTo>
                  <a:cubicBezTo>
                    <a:pt x="8966" y="42625"/>
                    <a:pt x="8882" y="42577"/>
                    <a:pt x="8811" y="42518"/>
                  </a:cubicBezTo>
                  <a:cubicBezTo>
                    <a:pt x="8680" y="42423"/>
                    <a:pt x="8549" y="42327"/>
                    <a:pt x="8430" y="42220"/>
                  </a:cubicBezTo>
                  <a:cubicBezTo>
                    <a:pt x="8382" y="42173"/>
                    <a:pt x="8320" y="42149"/>
                    <a:pt x="8256" y="42149"/>
                  </a:cubicBezTo>
                  <a:cubicBezTo>
                    <a:pt x="8192" y="42149"/>
                    <a:pt x="8126" y="42173"/>
                    <a:pt x="8073" y="42220"/>
                  </a:cubicBezTo>
                  <a:cubicBezTo>
                    <a:pt x="7978" y="42327"/>
                    <a:pt x="7978" y="42482"/>
                    <a:pt x="8073" y="42577"/>
                  </a:cubicBezTo>
                  <a:cubicBezTo>
                    <a:pt x="8192" y="42720"/>
                    <a:pt x="8323" y="42839"/>
                    <a:pt x="8454" y="42958"/>
                  </a:cubicBezTo>
                  <a:cubicBezTo>
                    <a:pt x="8537" y="43018"/>
                    <a:pt x="8621" y="43078"/>
                    <a:pt x="8716" y="43137"/>
                  </a:cubicBezTo>
                  <a:cubicBezTo>
                    <a:pt x="8763" y="43173"/>
                    <a:pt x="8823" y="43197"/>
                    <a:pt x="8871" y="43208"/>
                  </a:cubicBezTo>
                  <a:lnTo>
                    <a:pt x="8942" y="43220"/>
                  </a:lnTo>
                  <a:cubicBezTo>
                    <a:pt x="8918" y="43316"/>
                    <a:pt x="8894" y="43411"/>
                    <a:pt x="8871" y="43518"/>
                  </a:cubicBezTo>
                  <a:cubicBezTo>
                    <a:pt x="8823" y="43839"/>
                    <a:pt x="8728" y="44173"/>
                    <a:pt x="8621" y="44482"/>
                  </a:cubicBezTo>
                  <a:cubicBezTo>
                    <a:pt x="8544" y="44653"/>
                    <a:pt x="8416" y="44704"/>
                    <a:pt x="8270" y="44704"/>
                  </a:cubicBezTo>
                  <a:cubicBezTo>
                    <a:pt x="8119" y="44704"/>
                    <a:pt x="7950" y="44650"/>
                    <a:pt x="7799" y="44613"/>
                  </a:cubicBezTo>
                  <a:lnTo>
                    <a:pt x="6716" y="44351"/>
                  </a:lnTo>
                  <a:cubicBezTo>
                    <a:pt x="6739" y="44328"/>
                    <a:pt x="6751" y="44304"/>
                    <a:pt x="6751" y="44280"/>
                  </a:cubicBezTo>
                  <a:cubicBezTo>
                    <a:pt x="7501" y="41577"/>
                    <a:pt x="8109" y="38839"/>
                    <a:pt x="8716" y="36100"/>
                  </a:cubicBezTo>
                  <a:cubicBezTo>
                    <a:pt x="8740" y="36017"/>
                    <a:pt x="8751" y="35934"/>
                    <a:pt x="8775" y="35850"/>
                  </a:cubicBezTo>
                  <a:cubicBezTo>
                    <a:pt x="9394" y="33041"/>
                    <a:pt x="9978" y="30231"/>
                    <a:pt x="10561" y="27421"/>
                  </a:cubicBezTo>
                  <a:cubicBezTo>
                    <a:pt x="11716" y="21789"/>
                    <a:pt x="12942" y="16158"/>
                    <a:pt x="14419" y="10585"/>
                  </a:cubicBezTo>
                  <a:cubicBezTo>
                    <a:pt x="14609" y="9859"/>
                    <a:pt x="14812" y="9133"/>
                    <a:pt x="15014" y="8407"/>
                  </a:cubicBezTo>
                  <a:cubicBezTo>
                    <a:pt x="15657" y="6121"/>
                    <a:pt x="16324" y="3823"/>
                    <a:pt x="16919" y="1525"/>
                  </a:cubicBezTo>
                  <a:close/>
                  <a:moveTo>
                    <a:pt x="9430" y="1"/>
                  </a:moveTo>
                  <a:cubicBezTo>
                    <a:pt x="9311" y="1"/>
                    <a:pt x="9204" y="84"/>
                    <a:pt x="9168" y="203"/>
                  </a:cubicBezTo>
                  <a:cubicBezTo>
                    <a:pt x="7799" y="5656"/>
                    <a:pt x="6454" y="11097"/>
                    <a:pt x="5489" y="16646"/>
                  </a:cubicBezTo>
                  <a:cubicBezTo>
                    <a:pt x="5489" y="16693"/>
                    <a:pt x="5513" y="16753"/>
                    <a:pt x="5573" y="16753"/>
                  </a:cubicBezTo>
                  <a:cubicBezTo>
                    <a:pt x="4941" y="19575"/>
                    <a:pt x="4322" y="22384"/>
                    <a:pt x="3727" y="25206"/>
                  </a:cubicBezTo>
                  <a:cubicBezTo>
                    <a:pt x="3108" y="28147"/>
                    <a:pt x="2489" y="31088"/>
                    <a:pt x="1870" y="34029"/>
                  </a:cubicBezTo>
                  <a:cubicBezTo>
                    <a:pt x="1572" y="35481"/>
                    <a:pt x="1274" y="36934"/>
                    <a:pt x="977" y="38375"/>
                  </a:cubicBezTo>
                  <a:cubicBezTo>
                    <a:pt x="822" y="39125"/>
                    <a:pt x="667" y="39875"/>
                    <a:pt x="524" y="40625"/>
                  </a:cubicBezTo>
                  <a:cubicBezTo>
                    <a:pt x="381" y="41327"/>
                    <a:pt x="191" y="42006"/>
                    <a:pt x="96" y="42744"/>
                  </a:cubicBezTo>
                  <a:cubicBezTo>
                    <a:pt x="0" y="43470"/>
                    <a:pt x="608" y="43601"/>
                    <a:pt x="1179" y="43720"/>
                  </a:cubicBezTo>
                  <a:cubicBezTo>
                    <a:pt x="1905" y="43887"/>
                    <a:pt x="2620" y="44066"/>
                    <a:pt x="3346" y="44232"/>
                  </a:cubicBezTo>
                  <a:cubicBezTo>
                    <a:pt x="4811" y="44578"/>
                    <a:pt x="6275" y="44935"/>
                    <a:pt x="7751" y="45280"/>
                  </a:cubicBezTo>
                  <a:cubicBezTo>
                    <a:pt x="7943" y="45326"/>
                    <a:pt x="8147" y="45363"/>
                    <a:pt x="8344" y="45363"/>
                  </a:cubicBezTo>
                  <a:cubicBezTo>
                    <a:pt x="8660" y="45363"/>
                    <a:pt x="8958" y="45267"/>
                    <a:pt x="9156" y="44959"/>
                  </a:cubicBezTo>
                  <a:cubicBezTo>
                    <a:pt x="9275" y="44732"/>
                    <a:pt x="9371" y="44494"/>
                    <a:pt x="9406" y="44244"/>
                  </a:cubicBezTo>
                  <a:cubicBezTo>
                    <a:pt x="9490" y="43863"/>
                    <a:pt x="9585" y="43482"/>
                    <a:pt x="9668" y="43101"/>
                  </a:cubicBezTo>
                  <a:cubicBezTo>
                    <a:pt x="10002" y="41649"/>
                    <a:pt x="10299" y="40196"/>
                    <a:pt x="10621" y="38744"/>
                  </a:cubicBezTo>
                  <a:cubicBezTo>
                    <a:pt x="11895" y="32898"/>
                    <a:pt x="13216" y="27099"/>
                    <a:pt x="14645" y="21289"/>
                  </a:cubicBezTo>
                  <a:cubicBezTo>
                    <a:pt x="16074" y="15467"/>
                    <a:pt x="17562" y="9669"/>
                    <a:pt x="19134" y="3882"/>
                  </a:cubicBezTo>
                  <a:lnTo>
                    <a:pt x="19705" y="1739"/>
                  </a:lnTo>
                  <a:cubicBezTo>
                    <a:pt x="19741" y="1608"/>
                    <a:pt x="19670" y="1465"/>
                    <a:pt x="19527" y="1430"/>
                  </a:cubicBezTo>
                  <a:cubicBezTo>
                    <a:pt x="16193" y="810"/>
                    <a:pt x="12823" y="239"/>
                    <a:pt x="94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4" name="Google Shape;3194;p63"/>
            <p:cNvSpPr/>
            <p:nvPr/>
          </p:nvSpPr>
          <p:spPr>
            <a:xfrm>
              <a:off x="2852477" y="705307"/>
              <a:ext cx="23798" cy="12677"/>
            </a:xfrm>
            <a:custGeom>
              <a:avLst/>
              <a:gdLst/>
              <a:ahLst/>
              <a:cxnLst/>
              <a:rect l="l" t="t" r="r" b="b"/>
              <a:pathLst>
                <a:path w="1299" h="692" extrusionOk="0">
                  <a:moveTo>
                    <a:pt x="286" y="489"/>
                  </a:moveTo>
                  <a:cubicBezTo>
                    <a:pt x="294" y="489"/>
                    <a:pt x="306" y="494"/>
                    <a:pt x="320" y="500"/>
                  </a:cubicBezTo>
                  <a:lnTo>
                    <a:pt x="320" y="500"/>
                  </a:lnTo>
                  <a:lnTo>
                    <a:pt x="286" y="489"/>
                  </a:lnTo>
                  <a:close/>
                  <a:moveTo>
                    <a:pt x="259" y="1"/>
                  </a:moveTo>
                  <a:cubicBezTo>
                    <a:pt x="220" y="1"/>
                    <a:pt x="182" y="14"/>
                    <a:pt x="144" y="37"/>
                  </a:cubicBezTo>
                  <a:cubicBezTo>
                    <a:pt x="96" y="61"/>
                    <a:pt x="48" y="108"/>
                    <a:pt x="36" y="168"/>
                  </a:cubicBezTo>
                  <a:cubicBezTo>
                    <a:pt x="1" y="299"/>
                    <a:pt x="72" y="430"/>
                    <a:pt x="203" y="465"/>
                  </a:cubicBezTo>
                  <a:cubicBezTo>
                    <a:pt x="238" y="477"/>
                    <a:pt x="285" y="489"/>
                    <a:pt x="320" y="501"/>
                  </a:cubicBezTo>
                  <a:lnTo>
                    <a:pt x="320" y="501"/>
                  </a:lnTo>
                  <a:cubicBezTo>
                    <a:pt x="328" y="504"/>
                    <a:pt x="337" y="509"/>
                    <a:pt x="346" y="513"/>
                  </a:cubicBezTo>
                  <a:lnTo>
                    <a:pt x="322" y="513"/>
                  </a:lnTo>
                  <a:cubicBezTo>
                    <a:pt x="370" y="537"/>
                    <a:pt x="429" y="549"/>
                    <a:pt x="477" y="573"/>
                  </a:cubicBezTo>
                  <a:lnTo>
                    <a:pt x="632" y="620"/>
                  </a:lnTo>
                  <a:cubicBezTo>
                    <a:pt x="679" y="632"/>
                    <a:pt x="727" y="656"/>
                    <a:pt x="775" y="668"/>
                  </a:cubicBezTo>
                  <a:cubicBezTo>
                    <a:pt x="858" y="680"/>
                    <a:pt x="929" y="692"/>
                    <a:pt x="1001" y="692"/>
                  </a:cubicBezTo>
                  <a:cubicBezTo>
                    <a:pt x="1084" y="692"/>
                    <a:pt x="1156" y="668"/>
                    <a:pt x="1203" y="608"/>
                  </a:cubicBezTo>
                  <a:cubicBezTo>
                    <a:pt x="1239" y="573"/>
                    <a:pt x="1263" y="537"/>
                    <a:pt x="1275" y="489"/>
                  </a:cubicBezTo>
                  <a:cubicBezTo>
                    <a:pt x="1287" y="477"/>
                    <a:pt x="1287" y="465"/>
                    <a:pt x="1287" y="442"/>
                  </a:cubicBezTo>
                  <a:cubicBezTo>
                    <a:pt x="1298" y="299"/>
                    <a:pt x="1215" y="168"/>
                    <a:pt x="1084" y="120"/>
                  </a:cubicBezTo>
                  <a:cubicBezTo>
                    <a:pt x="1013" y="96"/>
                    <a:pt x="941" y="72"/>
                    <a:pt x="870" y="61"/>
                  </a:cubicBezTo>
                  <a:lnTo>
                    <a:pt x="715" y="37"/>
                  </a:lnTo>
                  <a:lnTo>
                    <a:pt x="548" y="25"/>
                  </a:lnTo>
                  <a:cubicBezTo>
                    <a:pt x="525" y="19"/>
                    <a:pt x="501" y="16"/>
                    <a:pt x="477" y="16"/>
                  </a:cubicBezTo>
                  <a:cubicBezTo>
                    <a:pt x="453" y="16"/>
                    <a:pt x="429" y="19"/>
                    <a:pt x="405" y="25"/>
                  </a:cubicBezTo>
                  <a:cubicBezTo>
                    <a:pt x="382" y="13"/>
                    <a:pt x="346" y="13"/>
                    <a:pt x="322" y="13"/>
                  </a:cubicBezTo>
                  <a:cubicBezTo>
                    <a:pt x="301" y="4"/>
                    <a:pt x="280" y="1"/>
                    <a:pt x="2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5" name="Google Shape;3195;p63"/>
            <p:cNvSpPr/>
            <p:nvPr/>
          </p:nvSpPr>
          <p:spPr>
            <a:xfrm>
              <a:off x="2729231" y="711884"/>
              <a:ext cx="69378" cy="75918"/>
            </a:xfrm>
            <a:custGeom>
              <a:avLst/>
              <a:gdLst/>
              <a:ahLst/>
              <a:cxnLst/>
              <a:rect l="l" t="t" r="r" b="b"/>
              <a:pathLst>
                <a:path w="3787" h="4144" extrusionOk="0">
                  <a:moveTo>
                    <a:pt x="1909" y="410"/>
                  </a:moveTo>
                  <a:cubicBezTo>
                    <a:pt x="1944" y="410"/>
                    <a:pt x="1979" y="412"/>
                    <a:pt x="2013" y="416"/>
                  </a:cubicBezTo>
                  <a:cubicBezTo>
                    <a:pt x="2799" y="523"/>
                    <a:pt x="3311" y="1416"/>
                    <a:pt x="3299" y="2154"/>
                  </a:cubicBezTo>
                  <a:cubicBezTo>
                    <a:pt x="3275" y="2892"/>
                    <a:pt x="2739" y="3523"/>
                    <a:pt x="2013" y="3666"/>
                  </a:cubicBezTo>
                  <a:cubicBezTo>
                    <a:pt x="1924" y="3685"/>
                    <a:pt x="1836" y="3695"/>
                    <a:pt x="1749" y="3695"/>
                  </a:cubicBezTo>
                  <a:cubicBezTo>
                    <a:pt x="1130" y="3695"/>
                    <a:pt x="559" y="3236"/>
                    <a:pt x="382" y="2630"/>
                  </a:cubicBezTo>
                  <a:cubicBezTo>
                    <a:pt x="108" y="1761"/>
                    <a:pt x="775" y="1059"/>
                    <a:pt x="1417" y="547"/>
                  </a:cubicBezTo>
                  <a:cubicBezTo>
                    <a:pt x="1566" y="458"/>
                    <a:pt x="1739" y="410"/>
                    <a:pt x="1909" y="410"/>
                  </a:cubicBezTo>
                  <a:close/>
                  <a:moveTo>
                    <a:pt x="2032" y="1"/>
                  </a:moveTo>
                  <a:cubicBezTo>
                    <a:pt x="1817" y="1"/>
                    <a:pt x="1604" y="65"/>
                    <a:pt x="1417" y="190"/>
                  </a:cubicBezTo>
                  <a:cubicBezTo>
                    <a:pt x="1167" y="368"/>
                    <a:pt x="929" y="571"/>
                    <a:pt x="715" y="797"/>
                  </a:cubicBezTo>
                  <a:cubicBezTo>
                    <a:pt x="394" y="1083"/>
                    <a:pt x="191" y="1464"/>
                    <a:pt x="108" y="1880"/>
                  </a:cubicBezTo>
                  <a:cubicBezTo>
                    <a:pt x="36" y="2083"/>
                    <a:pt x="1" y="2297"/>
                    <a:pt x="24" y="2500"/>
                  </a:cubicBezTo>
                  <a:cubicBezTo>
                    <a:pt x="106" y="3437"/>
                    <a:pt x="903" y="4143"/>
                    <a:pt x="1836" y="4143"/>
                  </a:cubicBezTo>
                  <a:cubicBezTo>
                    <a:pt x="1851" y="4143"/>
                    <a:pt x="1866" y="4143"/>
                    <a:pt x="1882" y="4143"/>
                  </a:cubicBezTo>
                  <a:cubicBezTo>
                    <a:pt x="2870" y="4071"/>
                    <a:pt x="3656" y="3297"/>
                    <a:pt x="3751" y="2309"/>
                  </a:cubicBezTo>
                  <a:cubicBezTo>
                    <a:pt x="3787" y="1833"/>
                    <a:pt x="3680" y="1357"/>
                    <a:pt x="3430" y="952"/>
                  </a:cubicBezTo>
                  <a:cubicBezTo>
                    <a:pt x="3168" y="535"/>
                    <a:pt x="2739" y="130"/>
                    <a:pt x="2251" y="23"/>
                  </a:cubicBezTo>
                  <a:cubicBezTo>
                    <a:pt x="2179" y="8"/>
                    <a:pt x="2105" y="1"/>
                    <a:pt x="20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96" name="Google Shape;3196;p63"/>
          <p:cNvSpPr txBox="1"/>
          <p:nvPr/>
        </p:nvSpPr>
        <p:spPr>
          <a:xfrm>
            <a:off x="1046625" y="4007650"/>
            <a:ext cx="1757700" cy="3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Viga"/>
                <a:ea typeface="Viga"/>
                <a:cs typeface="Viga"/>
                <a:sym typeface="Viga"/>
              </a:rPr>
              <a:t>Microscope</a:t>
            </a:r>
            <a:endParaRPr sz="1800">
              <a:solidFill>
                <a:schemeClr val="accent2"/>
              </a:solidFill>
              <a:latin typeface="Viga"/>
              <a:ea typeface="Viga"/>
              <a:cs typeface="Viga"/>
              <a:sym typeface="Viga"/>
            </a:endParaRPr>
          </a:p>
        </p:txBody>
      </p:sp>
      <p:sp>
        <p:nvSpPr>
          <p:cNvPr id="3197" name="Google Shape;3197;p63"/>
          <p:cNvSpPr txBox="1"/>
          <p:nvPr/>
        </p:nvSpPr>
        <p:spPr>
          <a:xfrm>
            <a:off x="2891056" y="4007650"/>
            <a:ext cx="1757700" cy="3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Viga"/>
                <a:ea typeface="Viga"/>
                <a:cs typeface="Viga"/>
                <a:sym typeface="Viga"/>
              </a:rPr>
              <a:t>Bunsen burner</a:t>
            </a:r>
            <a:endParaRPr sz="1800">
              <a:solidFill>
                <a:schemeClr val="accent2"/>
              </a:solidFill>
              <a:latin typeface="Viga"/>
              <a:ea typeface="Viga"/>
              <a:cs typeface="Viga"/>
              <a:sym typeface="Viga"/>
            </a:endParaRPr>
          </a:p>
        </p:txBody>
      </p:sp>
      <p:sp>
        <p:nvSpPr>
          <p:cNvPr id="3198" name="Google Shape;3198;p63"/>
          <p:cNvSpPr txBox="1"/>
          <p:nvPr/>
        </p:nvSpPr>
        <p:spPr>
          <a:xfrm>
            <a:off x="6579917" y="4007650"/>
            <a:ext cx="1757700" cy="3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Viga"/>
                <a:ea typeface="Viga"/>
                <a:cs typeface="Viga"/>
                <a:sym typeface="Viga"/>
              </a:rPr>
              <a:t>Hand lens</a:t>
            </a:r>
            <a:endParaRPr sz="1800">
              <a:solidFill>
                <a:schemeClr val="accent2"/>
              </a:solidFill>
              <a:latin typeface="Viga"/>
              <a:ea typeface="Viga"/>
              <a:cs typeface="Viga"/>
              <a:sym typeface="Viga"/>
            </a:endParaRPr>
          </a:p>
        </p:txBody>
      </p:sp>
      <p:sp>
        <p:nvSpPr>
          <p:cNvPr id="3199" name="Google Shape;3199;p63"/>
          <p:cNvSpPr txBox="1"/>
          <p:nvPr/>
        </p:nvSpPr>
        <p:spPr>
          <a:xfrm>
            <a:off x="1843875" y="1218300"/>
            <a:ext cx="1757700" cy="3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Viga"/>
                <a:ea typeface="Viga"/>
                <a:cs typeface="Viga"/>
                <a:sym typeface="Viga"/>
              </a:rPr>
              <a:t>Test tube</a:t>
            </a:r>
            <a:endParaRPr sz="1800">
              <a:solidFill>
                <a:schemeClr val="accent2"/>
              </a:solidFill>
              <a:latin typeface="Viga"/>
              <a:ea typeface="Viga"/>
              <a:cs typeface="Viga"/>
              <a:sym typeface="Viga"/>
            </a:endParaRPr>
          </a:p>
        </p:txBody>
      </p:sp>
      <p:sp>
        <p:nvSpPr>
          <p:cNvPr id="3200" name="Google Shape;3200;p63"/>
          <p:cNvSpPr txBox="1"/>
          <p:nvPr/>
        </p:nvSpPr>
        <p:spPr>
          <a:xfrm>
            <a:off x="3863238" y="1218300"/>
            <a:ext cx="1757700" cy="3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Viga"/>
                <a:ea typeface="Viga"/>
                <a:cs typeface="Viga"/>
                <a:sym typeface="Viga"/>
              </a:rPr>
              <a:t>Magnet</a:t>
            </a:r>
            <a:endParaRPr sz="1800">
              <a:solidFill>
                <a:schemeClr val="accent2"/>
              </a:solidFill>
              <a:latin typeface="Viga"/>
              <a:ea typeface="Viga"/>
              <a:cs typeface="Viga"/>
              <a:sym typeface="Viga"/>
            </a:endParaRPr>
          </a:p>
        </p:txBody>
      </p:sp>
      <p:sp>
        <p:nvSpPr>
          <p:cNvPr id="3201" name="Google Shape;3201;p63"/>
          <p:cNvSpPr txBox="1"/>
          <p:nvPr/>
        </p:nvSpPr>
        <p:spPr>
          <a:xfrm>
            <a:off x="5882625" y="1218300"/>
            <a:ext cx="1757700" cy="3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Viga"/>
                <a:ea typeface="Viga"/>
                <a:cs typeface="Viga"/>
                <a:sym typeface="Viga"/>
              </a:rPr>
              <a:t>Sample plate</a:t>
            </a:r>
            <a:endParaRPr sz="1800">
              <a:solidFill>
                <a:schemeClr val="accent2"/>
              </a:solidFill>
              <a:latin typeface="Viga"/>
              <a:ea typeface="Viga"/>
              <a:cs typeface="Viga"/>
              <a:sym typeface="Viga"/>
            </a:endParaRPr>
          </a:p>
        </p:txBody>
      </p:sp>
      <p:grpSp>
        <p:nvGrpSpPr>
          <p:cNvPr id="3202" name="Google Shape;3202;p63"/>
          <p:cNvGrpSpPr/>
          <p:nvPr/>
        </p:nvGrpSpPr>
        <p:grpSpPr>
          <a:xfrm>
            <a:off x="3614284" y="2322678"/>
            <a:ext cx="401655" cy="891406"/>
            <a:chOff x="1204300" y="2632925"/>
            <a:chExt cx="313450" cy="695650"/>
          </a:xfrm>
        </p:grpSpPr>
        <p:sp>
          <p:nvSpPr>
            <p:cNvPr id="3203" name="Google Shape;3203;p63"/>
            <p:cNvSpPr/>
            <p:nvPr/>
          </p:nvSpPr>
          <p:spPr>
            <a:xfrm>
              <a:off x="1296875" y="2887675"/>
              <a:ext cx="209875" cy="429550"/>
            </a:xfrm>
            <a:custGeom>
              <a:avLst/>
              <a:gdLst/>
              <a:ahLst/>
              <a:cxnLst/>
              <a:rect l="l" t="t" r="r" b="b"/>
              <a:pathLst>
                <a:path w="8395" h="17182" extrusionOk="0">
                  <a:moveTo>
                    <a:pt x="4834" y="1"/>
                  </a:moveTo>
                  <a:cubicBezTo>
                    <a:pt x="4334" y="680"/>
                    <a:pt x="3644" y="1204"/>
                    <a:pt x="2846" y="1489"/>
                  </a:cubicBezTo>
                  <a:cubicBezTo>
                    <a:pt x="2394" y="1650"/>
                    <a:pt x="1906" y="1739"/>
                    <a:pt x="1419" y="1739"/>
                  </a:cubicBezTo>
                  <a:cubicBezTo>
                    <a:pt x="932" y="1739"/>
                    <a:pt x="447" y="1650"/>
                    <a:pt x="1" y="1454"/>
                  </a:cubicBezTo>
                  <a:lnTo>
                    <a:pt x="1" y="1454"/>
                  </a:lnTo>
                  <a:cubicBezTo>
                    <a:pt x="322" y="2692"/>
                    <a:pt x="643" y="3930"/>
                    <a:pt x="953" y="5168"/>
                  </a:cubicBezTo>
                  <a:cubicBezTo>
                    <a:pt x="1405" y="6895"/>
                    <a:pt x="1834" y="8633"/>
                    <a:pt x="2298" y="10371"/>
                  </a:cubicBezTo>
                  <a:cubicBezTo>
                    <a:pt x="2525" y="11229"/>
                    <a:pt x="2763" y="12086"/>
                    <a:pt x="3049" y="12931"/>
                  </a:cubicBezTo>
                  <a:cubicBezTo>
                    <a:pt x="3299" y="13753"/>
                    <a:pt x="3632" y="14538"/>
                    <a:pt x="4049" y="15277"/>
                  </a:cubicBezTo>
                  <a:cubicBezTo>
                    <a:pt x="4430" y="15920"/>
                    <a:pt x="4906" y="16551"/>
                    <a:pt x="5573" y="16908"/>
                  </a:cubicBezTo>
                  <a:cubicBezTo>
                    <a:pt x="5881" y="17081"/>
                    <a:pt x="6244" y="17182"/>
                    <a:pt x="6605" y="17182"/>
                  </a:cubicBezTo>
                  <a:cubicBezTo>
                    <a:pt x="6914" y="17182"/>
                    <a:pt x="7221" y="17108"/>
                    <a:pt x="7490" y="16944"/>
                  </a:cubicBezTo>
                  <a:cubicBezTo>
                    <a:pt x="8085" y="16574"/>
                    <a:pt x="8287" y="15789"/>
                    <a:pt x="8335" y="15122"/>
                  </a:cubicBezTo>
                  <a:cubicBezTo>
                    <a:pt x="8394" y="14336"/>
                    <a:pt x="8252" y="13550"/>
                    <a:pt x="8073" y="12788"/>
                  </a:cubicBezTo>
                  <a:cubicBezTo>
                    <a:pt x="7668" y="11074"/>
                    <a:pt x="7216" y="9359"/>
                    <a:pt x="6775" y="7657"/>
                  </a:cubicBezTo>
                  <a:cubicBezTo>
                    <a:pt x="6335" y="5918"/>
                    <a:pt x="5894" y="4180"/>
                    <a:pt x="5454" y="2442"/>
                  </a:cubicBezTo>
                  <a:cubicBezTo>
                    <a:pt x="5239" y="1632"/>
                    <a:pt x="5037" y="811"/>
                    <a:pt x="4834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4" name="Google Shape;3204;p63"/>
            <p:cNvSpPr/>
            <p:nvPr/>
          </p:nvSpPr>
          <p:spPr>
            <a:xfrm>
              <a:off x="1295975" y="2877875"/>
              <a:ext cx="117600" cy="44750"/>
            </a:xfrm>
            <a:custGeom>
              <a:avLst/>
              <a:gdLst/>
              <a:ahLst/>
              <a:cxnLst/>
              <a:rect l="l" t="t" r="r" b="b"/>
              <a:pathLst>
                <a:path w="4704" h="1790" extrusionOk="0">
                  <a:moveTo>
                    <a:pt x="4704" y="0"/>
                  </a:moveTo>
                  <a:cubicBezTo>
                    <a:pt x="4549" y="119"/>
                    <a:pt x="4370" y="214"/>
                    <a:pt x="4192" y="298"/>
                  </a:cubicBezTo>
                  <a:cubicBezTo>
                    <a:pt x="4001" y="381"/>
                    <a:pt x="3799" y="464"/>
                    <a:pt x="3597" y="512"/>
                  </a:cubicBezTo>
                  <a:cubicBezTo>
                    <a:pt x="3156" y="619"/>
                    <a:pt x="2704" y="679"/>
                    <a:pt x="2251" y="679"/>
                  </a:cubicBezTo>
                  <a:cubicBezTo>
                    <a:pt x="2222" y="679"/>
                    <a:pt x="2194" y="680"/>
                    <a:pt x="2164" y="680"/>
                  </a:cubicBezTo>
                  <a:cubicBezTo>
                    <a:pt x="1986" y="680"/>
                    <a:pt x="1801" y="668"/>
                    <a:pt x="1617" y="668"/>
                  </a:cubicBezTo>
                  <a:cubicBezTo>
                    <a:pt x="1356" y="668"/>
                    <a:pt x="1099" y="692"/>
                    <a:pt x="870" y="810"/>
                  </a:cubicBezTo>
                  <a:cubicBezTo>
                    <a:pt x="679" y="929"/>
                    <a:pt x="489" y="1072"/>
                    <a:pt x="346" y="1238"/>
                  </a:cubicBezTo>
                  <a:cubicBezTo>
                    <a:pt x="215" y="1369"/>
                    <a:pt x="108" y="1500"/>
                    <a:pt x="1" y="1631"/>
                  </a:cubicBezTo>
                  <a:cubicBezTo>
                    <a:pt x="429" y="1731"/>
                    <a:pt x="865" y="1790"/>
                    <a:pt x="1299" y="1790"/>
                  </a:cubicBezTo>
                  <a:cubicBezTo>
                    <a:pt x="1794" y="1790"/>
                    <a:pt x="2287" y="1714"/>
                    <a:pt x="2763" y="1536"/>
                  </a:cubicBezTo>
                  <a:cubicBezTo>
                    <a:pt x="3549" y="1226"/>
                    <a:pt x="4216" y="691"/>
                    <a:pt x="4704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5" name="Google Shape;3205;p63"/>
            <p:cNvSpPr/>
            <p:nvPr/>
          </p:nvSpPr>
          <p:spPr>
            <a:xfrm>
              <a:off x="1215625" y="2642425"/>
              <a:ext cx="197650" cy="269400"/>
            </a:xfrm>
            <a:custGeom>
              <a:avLst/>
              <a:gdLst/>
              <a:ahLst/>
              <a:cxnLst/>
              <a:rect l="l" t="t" r="r" b="b"/>
              <a:pathLst>
                <a:path w="7906" h="10776" extrusionOk="0">
                  <a:moveTo>
                    <a:pt x="5093" y="415"/>
                  </a:moveTo>
                  <a:cubicBezTo>
                    <a:pt x="5244" y="415"/>
                    <a:pt x="5394" y="452"/>
                    <a:pt x="5489" y="560"/>
                  </a:cubicBezTo>
                  <a:cubicBezTo>
                    <a:pt x="5679" y="774"/>
                    <a:pt x="5465" y="1048"/>
                    <a:pt x="5275" y="1167"/>
                  </a:cubicBezTo>
                  <a:cubicBezTo>
                    <a:pt x="4751" y="1477"/>
                    <a:pt x="4191" y="1715"/>
                    <a:pt x="3620" y="1881"/>
                  </a:cubicBezTo>
                  <a:cubicBezTo>
                    <a:pt x="3060" y="2072"/>
                    <a:pt x="2489" y="2203"/>
                    <a:pt x="1905" y="2274"/>
                  </a:cubicBezTo>
                  <a:cubicBezTo>
                    <a:pt x="1835" y="2282"/>
                    <a:pt x="1742" y="2289"/>
                    <a:pt x="1639" y="2289"/>
                  </a:cubicBezTo>
                  <a:cubicBezTo>
                    <a:pt x="1271" y="2289"/>
                    <a:pt x="788" y="2203"/>
                    <a:pt x="881" y="1774"/>
                  </a:cubicBezTo>
                  <a:cubicBezTo>
                    <a:pt x="917" y="1560"/>
                    <a:pt x="1119" y="1417"/>
                    <a:pt x="1298" y="1334"/>
                  </a:cubicBezTo>
                  <a:cubicBezTo>
                    <a:pt x="1548" y="1215"/>
                    <a:pt x="1810" y="1119"/>
                    <a:pt x="2084" y="1060"/>
                  </a:cubicBezTo>
                  <a:cubicBezTo>
                    <a:pt x="2119" y="1060"/>
                    <a:pt x="2131" y="1119"/>
                    <a:pt x="2096" y="1131"/>
                  </a:cubicBezTo>
                  <a:cubicBezTo>
                    <a:pt x="1834" y="1227"/>
                    <a:pt x="1584" y="1369"/>
                    <a:pt x="1357" y="1548"/>
                  </a:cubicBezTo>
                  <a:cubicBezTo>
                    <a:pt x="1274" y="1596"/>
                    <a:pt x="1203" y="1667"/>
                    <a:pt x="1167" y="1762"/>
                  </a:cubicBezTo>
                  <a:cubicBezTo>
                    <a:pt x="1119" y="1881"/>
                    <a:pt x="1226" y="1929"/>
                    <a:pt x="1322" y="1941"/>
                  </a:cubicBezTo>
                  <a:cubicBezTo>
                    <a:pt x="1383" y="1947"/>
                    <a:pt x="1445" y="1950"/>
                    <a:pt x="1506" y="1950"/>
                  </a:cubicBezTo>
                  <a:cubicBezTo>
                    <a:pt x="1682" y="1950"/>
                    <a:pt x="1856" y="1926"/>
                    <a:pt x="2024" y="1881"/>
                  </a:cubicBezTo>
                  <a:cubicBezTo>
                    <a:pt x="2286" y="1834"/>
                    <a:pt x="2536" y="1774"/>
                    <a:pt x="2786" y="1703"/>
                  </a:cubicBezTo>
                  <a:cubicBezTo>
                    <a:pt x="3298" y="1560"/>
                    <a:pt x="3810" y="1381"/>
                    <a:pt x="4298" y="1179"/>
                  </a:cubicBezTo>
                  <a:cubicBezTo>
                    <a:pt x="4536" y="1084"/>
                    <a:pt x="4786" y="965"/>
                    <a:pt x="5013" y="846"/>
                  </a:cubicBezTo>
                  <a:cubicBezTo>
                    <a:pt x="5048" y="834"/>
                    <a:pt x="5108" y="786"/>
                    <a:pt x="5132" y="762"/>
                  </a:cubicBezTo>
                  <a:cubicBezTo>
                    <a:pt x="5084" y="750"/>
                    <a:pt x="5036" y="738"/>
                    <a:pt x="4989" y="727"/>
                  </a:cubicBezTo>
                  <a:cubicBezTo>
                    <a:pt x="4906" y="715"/>
                    <a:pt x="4834" y="715"/>
                    <a:pt x="4763" y="715"/>
                  </a:cubicBezTo>
                  <a:cubicBezTo>
                    <a:pt x="4620" y="715"/>
                    <a:pt x="4584" y="512"/>
                    <a:pt x="4727" y="477"/>
                  </a:cubicBezTo>
                  <a:cubicBezTo>
                    <a:pt x="4827" y="443"/>
                    <a:pt x="4961" y="415"/>
                    <a:pt x="5093" y="415"/>
                  </a:cubicBezTo>
                  <a:close/>
                  <a:moveTo>
                    <a:pt x="5239" y="0"/>
                  </a:moveTo>
                  <a:cubicBezTo>
                    <a:pt x="4810" y="12"/>
                    <a:pt x="4382" y="60"/>
                    <a:pt x="3965" y="155"/>
                  </a:cubicBezTo>
                  <a:cubicBezTo>
                    <a:pt x="3048" y="298"/>
                    <a:pt x="2143" y="548"/>
                    <a:pt x="1286" y="893"/>
                  </a:cubicBezTo>
                  <a:cubicBezTo>
                    <a:pt x="703" y="1131"/>
                    <a:pt x="0" y="1679"/>
                    <a:pt x="95" y="2393"/>
                  </a:cubicBezTo>
                  <a:cubicBezTo>
                    <a:pt x="143" y="2763"/>
                    <a:pt x="441" y="3001"/>
                    <a:pt x="786" y="3084"/>
                  </a:cubicBezTo>
                  <a:lnTo>
                    <a:pt x="905" y="3108"/>
                  </a:lnTo>
                  <a:cubicBezTo>
                    <a:pt x="935" y="3088"/>
                    <a:pt x="967" y="3078"/>
                    <a:pt x="998" y="3078"/>
                  </a:cubicBezTo>
                  <a:cubicBezTo>
                    <a:pt x="1042" y="3078"/>
                    <a:pt x="1085" y="3097"/>
                    <a:pt x="1119" y="3132"/>
                  </a:cubicBezTo>
                  <a:cubicBezTo>
                    <a:pt x="1465" y="3120"/>
                    <a:pt x="1810" y="3072"/>
                    <a:pt x="2131" y="2953"/>
                  </a:cubicBezTo>
                  <a:cubicBezTo>
                    <a:pt x="2167" y="2953"/>
                    <a:pt x="2179" y="2989"/>
                    <a:pt x="2143" y="3001"/>
                  </a:cubicBezTo>
                  <a:cubicBezTo>
                    <a:pt x="1869" y="3132"/>
                    <a:pt x="1572" y="3251"/>
                    <a:pt x="1274" y="3334"/>
                  </a:cubicBezTo>
                  <a:lnTo>
                    <a:pt x="1203" y="3346"/>
                  </a:lnTo>
                  <a:cubicBezTo>
                    <a:pt x="1298" y="3715"/>
                    <a:pt x="1405" y="4096"/>
                    <a:pt x="1500" y="4465"/>
                  </a:cubicBezTo>
                  <a:cubicBezTo>
                    <a:pt x="2048" y="6561"/>
                    <a:pt x="2596" y="8668"/>
                    <a:pt x="3143" y="10775"/>
                  </a:cubicBezTo>
                  <a:cubicBezTo>
                    <a:pt x="3286" y="10490"/>
                    <a:pt x="3501" y="10252"/>
                    <a:pt x="3751" y="10061"/>
                  </a:cubicBezTo>
                  <a:cubicBezTo>
                    <a:pt x="4069" y="9800"/>
                    <a:pt x="4427" y="9759"/>
                    <a:pt x="4805" y="9759"/>
                  </a:cubicBezTo>
                  <a:cubicBezTo>
                    <a:pt x="4893" y="9759"/>
                    <a:pt x="4982" y="9761"/>
                    <a:pt x="5072" y="9763"/>
                  </a:cubicBezTo>
                  <a:cubicBezTo>
                    <a:pt x="5169" y="9768"/>
                    <a:pt x="5267" y="9771"/>
                    <a:pt x="5365" y="9771"/>
                  </a:cubicBezTo>
                  <a:cubicBezTo>
                    <a:pt x="5747" y="9771"/>
                    <a:pt x="6131" y="9734"/>
                    <a:pt x="6501" y="9668"/>
                  </a:cubicBezTo>
                  <a:cubicBezTo>
                    <a:pt x="6739" y="9620"/>
                    <a:pt x="6965" y="9549"/>
                    <a:pt x="7192" y="9466"/>
                  </a:cubicBezTo>
                  <a:cubicBezTo>
                    <a:pt x="7287" y="9418"/>
                    <a:pt x="7394" y="9370"/>
                    <a:pt x="7489" y="9311"/>
                  </a:cubicBezTo>
                  <a:cubicBezTo>
                    <a:pt x="7596" y="9251"/>
                    <a:pt x="7703" y="9156"/>
                    <a:pt x="7811" y="9109"/>
                  </a:cubicBezTo>
                  <a:cubicBezTo>
                    <a:pt x="7827" y="9100"/>
                    <a:pt x="7850" y="9092"/>
                    <a:pt x="7875" y="9092"/>
                  </a:cubicBezTo>
                  <a:cubicBezTo>
                    <a:pt x="7885" y="9092"/>
                    <a:pt x="7895" y="9093"/>
                    <a:pt x="7906" y="9097"/>
                  </a:cubicBezTo>
                  <a:lnTo>
                    <a:pt x="7370" y="7001"/>
                  </a:lnTo>
                  <a:cubicBezTo>
                    <a:pt x="6941" y="5310"/>
                    <a:pt x="6501" y="3632"/>
                    <a:pt x="6001" y="1977"/>
                  </a:cubicBezTo>
                  <a:cubicBezTo>
                    <a:pt x="5679" y="2143"/>
                    <a:pt x="5334" y="2262"/>
                    <a:pt x="5013" y="2417"/>
                  </a:cubicBezTo>
                  <a:cubicBezTo>
                    <a:pt x="4981" y="2437"/>
                    <a:pt x="4950" y="2446"/>
                    <a:pt x="4921" y="2446"/>
                  </a:cubicBezTo>
                  <a:cubicBezTo>
                    <a:pt x="4777" y="2446"/>
                    <a:pt x="4687" y="2231"/>
                    <a:pt x="4846" y="2131"/>
                  </a:cubicBezTo>
                  <a:cubicBezTo>
                    <a:pt x="5251" y="1870"/>
                    <a:pt x="5763" y="1739"/>
                    <a:pt x="6120" y="1393"/>
                  </a:cubicBezTo>
                  <a:cubicBezTo>
                    <a:pt x="6418" y="1108"/>
                    <a:pt x="6608" y="679"/>
                    <a:pt x="6263" y="334"/>
                  </a:cubicBezTo>
                  <a:cubicBezTo>
                    <a:pt x="6001" y="60"/>
                    <a:pt x="5608" y="0"/>
                    <a:pt x="5239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6" name="Google Shape;3206;p63"/>
            <p:cNvSpPr/>
            <p:nvPr/>
          </p:nvSpPr>
          <p:spPr>
            <a:xfrm>
              <a:off x="1204300" y="2632925"/>
              <a:ext cx="313450" cy="695650"/>
            </a:xfrm>
            <a:custGeom>
              <a:avLst/>
              <a:gdLst/>
              <a:ahLst/>
              <a:cxnLst/>
              <a:rect l="l" t="t" r="r" b="b"/>
              <a:pathLst>
                <a:path w="12538" h="27826" extrusionOk="0">
                  <a:moveTo>
                    <a:pt x="5692" y="356"/>
                  </a:moveTo>
                  <a:cubicBezTo>
                    <a:pt x="6061" y="356"/>
                    <a:pt x="6454" y="428"/>
                    <a:pt x="6716" y="702"/>
                  </a:cubicBezTo>
                  <a:cubicBezTo>
                    <a:pt x="7061" y="1047"/>
                    <a:pt x="6871" y="1464"/>
                    <a:pt x="6573" y="1761"/>
                  </a:cubicBezTo>
                  <a:cubicBezTo>
                    <a:pt x="6216" y="2107"/>
                    <a:pt x="5704" y="2238"/>
                    <a:pt x="5299" y="2500"/>
                  </a:cubicBezTo>
                  <a:cubicBezTo>
                    <a:pt x="5140" y="2599"/>
                    <a:pt x="5230" y="2814"/>
                    <a:pt x="5374" y="2814"/>
                  </a:cubicBezTo>
                  <a:cubicBezTo>
                    <a:pt x="5403" y="2814"/>
                    <a:pt x="5434" y="2805"/>
                    <a:pt x="5466" y="2785"/>
                  </a:cubicBezTo>
                  <a:cubicBezTo>
                    <a:pt x="5787" y="2631"/>
                    <a:pt x="6132" y="2511"/>
                    <a:pt x="6454" y="2345"/>
                  </a:cubicBezTo>
                  <a:cubicBezTo>
                    <a:pt x="6954" y="4000"/>
                    <a:pt x="7383" y="5690"/>
                    <a:pt x="7811" y="7369"/>
                  </a:cubicBezTo>
                  <a:lnTo>
                    <a:pt x="8347" y="9465"/>
                  </a:lnTo>
                  <a:cubicBezTo>
                    <a:pt x="8323" y="9465"/>
                    <a:pt x="8287" y="9465"/>
                    <a:pt x="8264" y="9477"/>
                  </a:cubicBezTo>
                  <a:cubicBezTo>
                    <a:pt x="8145" y="9536"/>
                    <a:pt x="8049" y="9619"/>
                    <a:pt x="7930" y="9691"/>
                  </a:cubicBezTo>
                  <a:cubicBezTo>
                    <a:pt x="7835" y="9739"/>
                    <a:pt x="7740" y="9786"/>
                    <a:pt x="7633" y="9834"/>
                  </a:cubicBezTo>
                  <a:cubicBezTo>
                    <a:pt x="7418" y="9917"/>
                    <a:pt x="7192" y="9989"/>
                    <a:pt x="6954" y="10036"/>
                  </a:cubicBezTo>
                  <a:cubicBezTo>
                    <a:pt x="6575" y="10103"/>
                    <a:pt x="6196" y="10139"/>
                    <a:pt x="5817" y="10139"/>
                  </a:cubicBezTo>
                  <a:cubicBezTo>
                    <a:pt x="5720" y="10139"/>
                    <a:pt x="5622" y="10136"/>
                    <a:pt x="5525" y="10131"/>
                  </a:cubicBezTo>
                  <a:cubicBezTo>
                    <a:pt x="5491" y="10131"/>
                    <a:pt x="5457" y="10131"/>
                    <a:pt x="5423" y="10131"/>
                  </a:cubicBezTo>
                  <a:cubicBezTo>
                    <a:pt x="4983" y="10131"/>
                    <a:pt x="4557" y="10142"/>
                    <a:pt x="4192" y="10429"/>
                  </a:cubicBezTo>
                  <a:cubicBezTo>
                    <a:pt x="3942" y="10632"/>
                    <a:pt x="3739" y="10870"/>
                    <a:pt x="3584" y="11143"/>
                  </a:cubicBezTo>
                  <a:cubicBezTo>
                    <a:pt x="3049" y="9048"/>
                    <a:pt x="2501" y="6941"/>
                    <a:pt x="1953" y="4833"/>
                  </a:cubicBezTo>
                  <a:cubicBezTo>
                    <a:pt x="1858" y="4464"/>
                    <a:pt x="1763" y="4095"/>
                    <a:pt x="1656" y="3726"/>
                  </a:cubicBezTo>
                  <a:lnTo>
                    <a:pt x="1715" y="3714"/>
                  </a:lnTo>
                  <a:cubicBezTo>
                    <a:pt x="2025" y="3619"/>
                    <a:pt x="2311" y="3512"/>
                    <a:pt x="2596" y="3369"/>
                  </a:cubicBezTo>
                  <a:cubicBezTo>
                    <a:pt x="2617" y="3369"/>
                    <a:pt x="2610" y="3331"/>
                    <a:pt x="2592" y="3331"/>
                  </a:cubicBezTo>
                  <a:cubicBezTo>
                    <a:pt x="2589" y="3331"/>
                    <a:pt x="2587" y="3332"/>
                    <a:pt x="2584" y="3333"/>
                  </a:cubicBezTo>
                  <a:cubicBezTo>
                    <a:pt x="2263" y="3440"/>
                    <a:pt x="1918" y="3500"/>
                    <a:pt x="1572" y="3500"/>
                  </a:cubicBezTo>
                  <a:cubicBezTo>
                    <a:pt x="1538" y="3465"/>
                    <a:pt x="1491" y="3446"/>
                    <a:pt x="1446" y="3446"/>
                  </a:cubicBezTo>
                  <a:cubicBezTo>
                    <a:pt x="1414" y="3446"/>
                    <a:pt x="1383" y="3456"/>
                    <a:pt x="1358" y="3476"/>
                  </a:cubicBezTo>
                  <a:lnTo>
                    <a:pt x="1239" y="3464"/>
                  </a:lnTo>
                  <a:cubicBezTo>
                    <a:pt x="894" y="3369"/>
                    <a:pt x="584" y="3131"/>
                    <a:pt x="548" y="2762"/>
                  </a:cubicBezTo>
                  <a:cubicBezTo>
                    <a:pt x="453" y="2047"/>
                    <a:pt x="1156" y="1499"/>
                    <a:pt x="1739" y="1249"/>
                  </a:cubicBezTo>
                  <a:cubicBezTo>
                    <a:pt x="2596" y="904"/>
                    <a:pt x="3501" y="666"/>
                    <a:pt x="4418" y="523"/>
                  </a:cubicBezTo>
                  <a:cubicBezTo>
                    <a:pt x="4835" y="428"/>
                    <a:pt x="5263" y="380"/>
                    <a:pt x="5692" y="356"/>
                  </a:cubicBezTo>
                  <a:close/>
                  <a:moveTo>
                    <a:pt x="8359" y="9798"/>
                  </a:moveTo>
                  <a:cubicBezTo>
                    <a:pt x="7883" y="10489"/>
                    <a:pt x="7204" y="11024"/>
                    <a:pt x="6418" y="11334"/>
                  </a:cubicBezTo>
                  <a:cubicBezTo>
                    <a:pt x="5942" y="11512"/>
                    <a:pt x="5449" y="11588"/>
                    <a:pt x="4954" y="11588"/>
                  </a:cubicBezTo>
                  <a:cubicBezTo>
                    <a:pt x="4520" y="11588"/>
                    <a:pt x="4084" y="11529"/>
                    <a:pt x="3656" y="11429"/>
                  </a:cubicBezTo>
                  <a:cubicBezTo>
                    <a:pt x="3763" y="11286"/>
                    <a:pt x="3882" y="11167"/>
                    <a:pt x="4001" y="11036"/>
                  </a:cubicBezTo>
                  <a:cubicBezTo>
                    <a:pt x="4156" y="10858"/>
                    <a:pt x="4335" y="10715"/>
                    <a:pt x="4525" y="10596"/>
                  </a:cubicBezTo>
                  <a:cubicBezTo>
                    <a:pt x="4740" y="10485"/>
                    <a:pt x="4983" y="10460"/>
                    <a:pt x="5228" y="10460"/>
                  </a:cubicBezTo>
                  <a:cubicBezTo>
                    <a:pt x="5433" y="10460"/>
                    <a:pt x="5639" y="10478"/>
                    <a:pt x="5832" y="10478"/>
                  </a:cubicBezTo>
                  <a:cubicBezTo>
                    <a:pt x="5857" y="10478"/>
                    <a:pt x="5882" y="10477"/>
                    <a:pt x="5906" y="10477"/>
                  </a:cubicBezTo>
                  <a:cubicBezTo>
                    <a:pt x="6359" y="10477"/>
                    <a:pt x="6811" y="10417"/>
                    <a:pt x="7252" y="10310"/>
                  </a:cubicBezTo>
                  <a:cubicBezTo>
                    <a:pt x="7454" y="10251"/>
                    <a:pt x="7656" y="10179"/>
                    <a:pt x="7859" y="10084"/>
                  </a:cubicBezTo>
                  <a:cubicBezTo>
                    <a:pt x="8037" y="10012"/>
                    <a:pt x="8204" y="9917"/>
                    <a:pt x="8359" y="9798"/>
                  </a:cubicBezTo>
                  <a:close/>
                  <a:moveTo>
                    <a:pt x="8537" y="10179"/>
                  </a:moveTo>
                  <a:cubicBezTo>
                    <a:pt x="8752" y="11001"/>
                    <a:pt x="8954" y="11810"/>
                    <a:pt x="9169" y="12620"/>
                  </a:cubicBezTo>
                  <a:cubicBezTo>
                    <a:pt x="9597" y="14358"/>
                    <a:pt x="10038" y="16096"/>
                    <a:pt x="10490" y="17847"/>
                  </a:cubicBezTo>
                  <a:cubicBezTo>
                    <a:pt x="10919" y="19549"/>
                    <a:pt x="11371" y="21264"/>
                    <a:pt x="11776" y="22978"/>
                  </a:cubicBezTo>
                  <a:cubicBezTo>
                    <a:pt x="11966" y="23740"/>
                    <a:pt x="12109" y="24526"/>
                    <a:pt x="12050" y="25312"/>
                  </a:cubicBezTo>
                  <a:cubicBezTo>
                    <a:pt x="12002" y="25979"/>
                    <a:pt x="11800" y="26764"/>
                    <a:pt x="11193" y="27134"/>
                  </a:cubicBezTo>
                  <a:cubicBezTo>
                    <a:pt x="10924" y="27298"/>
                    <a:pt x="10619" y="27372"/>
                    <a:pt x="10313" y="27372"/>
                  </a:cubicBezTo>
                  <a:cubicBezTo>
                    <a:pt x="9956" y="27372"/>
                    <a:pt x="9596" y="27271"/>
                    <a:pt x="9288" y="27098"/>
                  </a:cubicBezTo>
                  <a:cubicBezTo>
                    <a:pt x="8621" y="26729"/>
                    <a:pt x="8145" y="26110"/>
                    <a:pt x="7764" y="25467"/>
                  </a:cubicBezTo>
                  <a:cubicBezTo>
                    <a:pt x="7347" y="24728"/>
                    <a:pt x="7002" y="23943"/>
                    <a:pt x="6752" y="23121"/>
                  </a:cubicBezTo>
                  <a:cubicBezTo>
                    <a:pt x="6478" y="22276"/>
                    <a:pt x="6228" y="21419"/>
                    <a:pt x="6001" y="20561"/>
                  </a:cubicBezTo>
                  <a:cubicBezTo>
                    <a:pt x="5537" y="18835"/>
                    <a:pt x="5108" y="17097"/>
                    <a:pt x="4656" y="15358"/>
                  </a:cubicBezTo>
                  <a:cubicBezTo>
                    <a:pt x="4346" y="14120"/>
                    <a:pt x="4025" y="12882"/>
                    <a:pt x="3715" y="11644"/>
                  </a:cubicBezTo>
                  <a:lnTo>
                    <a:pt x="3715" y="11644"/>
                  </a:lnTo>
                  <a:cubicBezTo>
                    <a:pt x="4156" y="11840"/>
                    <a:pt x="4641" y="11929"/>
                    <a:pt x="5128" y="11929"/>
                  </a:cubicBezTo>
                  <a:cubicBezTo>
                    <a:pt x="5614" y="11929"/>
                    <a:pt x="6103" y="11840"/>
                    <a:pt x="6549" y="11679"/>
                  </a:cubicBezTo>
                  <a:cubicBezTo>
                    <a:pt x="7347" y="11394"/>
                    <a:pt x="8037" y="10870"/>
                    <a:pt x="8537" y="10179"/>
                  </a:cubicBezTo>
                  <a:close/>
                  <a:moveTo>
                    <a:pt x="5695" y="1"/>
                  </a:moveTo>
                  <a:cubicBezTo>
                    <a:pt x="5437" y="1"/>
                    <a:pt x="5182" y="28"/>
                    <a:pt x="4930" y="83"/>
                  </a:cubicBezTo>
                  <a:cubicBezTo>
                    <a:pt x="4358" y="178"/>
                    <a:pt x="3787" y="297"/>
                    <a:pt x="3215" y="452"/>
                  </a:cubicBezTo>
                  <a:cubicBezTo>
                    <a:pt x="2692" y="571"/>
                    <a:pt x="2191" y="726"/>
                    <a:pt x="1679" y="916"/>
                  </a:cubicBezTo>
                  <a:cubicBezTo>
                    <a:pt x="894" y="1214"/>
                    <a:pt x="1" y="1714"/>
                    <a:pt x="25" y="2678"/>
                  </a:cubicBezTo>
                  <a:cubicBezTo>
                    <a:pt x="36" y="3226"/>
                    <a:pt x="453" y="3607"/>
                    <a:pt x="965" y="3726"/>
                  </a:cubicBezTo>
                  <a:cubicBezTo>
                    <a:pt x="1072" y="3750"/>
                    <a:pt x="1179" y="3750"/>
                    <a:pt x="1298" y="3762"/>
                  </a:cubicBezTo>
                  <a:cubicBezTo>
                    <a:pt x="1703" y="5548"/>
                    <a:pt x="2156" y="7298"/>
                    <a:pt x="2608" y="9096"/>
                  </a:cubicBezTo>
                  <a:cubicBezTo>
                    <a:pt x="3049" y="10893"/>
                    <a:pt x="3513" y="12679"/>
                    <a:pt x="3965" y="14477"/>
                  </a:cubicBezTo>
                  <a:cubicBezTo>
                    <a:pt x="4430" y="16275"/>
                    <a:pt x="4882" y="18085"/>
                    <a:pt x="5347" y="19883"/>
                  </a:cubicBezTo>
                  <a:cubicBezTo>
                    <a:pt x="5573" y="20752"/>
                    <a:pt x="5811" y="21633"/>
                    <a:pt x="6073" y="22502"/>
                  </a:cubicBezTo>
                  <a:cubicBezTo>
                    <a:pt x="6323" y="23359"/>
                    <a:pt x="6632" y="24205"/>
                    <a:pt x="7002" y="25026"/>
                  </a:cubicBezTo>
                  <a:cubicBezTo>
                    <a:pt x="7635" y="26316"/>
                    <a:pt x="8695" y="27825"/>
                    <a:pt x="10285" y="27825"/>
                  </a:cubicBezTo>
                  <a:cubicBezTo>
                    <a:pt x="10310" y="27825"/>
                    <a:pt x="10334" y="27825"/>
                    <a:pt x="10359" y="27824"/>
                  </a:cubicBezTo>
                  <a:cubicBezTo>
                    <a:pt x="11085" y="27812"/>
                    <a:pt x="11752" y="27419"/>
                    <a:pt x="12097" y="26776"/>
                  </a:cubicBezTo>
                  <a:cubicBezTo>
                    <a:pt x="12467" y="26098"/>
                    <a:pt x="12538" y="25264"/>
                    <a:pt x="12478" y="24502"/>
                  </a:cubicBezTo>
                  <a:cubicBezTo>
                    <a:pt x="12395" y="23716"/>
                    <a:pt x="12252" y="22931"/>
                    <a:pt x="12026" y="22157"/>
                  </a:cubicBezTo>
                  <a:cubicBezTo>
                    <a:pt x="11800" y="21252"/>
                    <a:pt x="11574" y="20347"/>
                    <a:pt x="11335" y="19442"/>
                  </a:cubicBezTo>
                  <a:lnTo>
                    <a:pt x="9978" y="14072"/>
                  </a:lnTo>
                  <a:cubicBezTo>
                    <a:pt x="9526" y="12275"/>
                    <a:pt x="9085" y="10477"/>
                    <a:pt x="8633" y="8691"/>
                  </a:cubicBezTo>
                  <a:cubicBezTo>
                    <a:pt x="8192" y="6917"/>
                    <a:pt x="7764" y="5131"/>
                    <a:pt x="7240" y="3369"/>
                  </a:cubicBezTo>
                  <a:cubicBezTo>
                    <a:pt x="7109" y="2940"/>
                    <a:pt x="6978" y="2511"/>
                    <a:pt x="6847" y="2083"/>
                  </a:cubicBezTo>
                  <a:lnTo>
                    <a:pt x="6859" y="2071"/>
                  </a:lnTo>
                  <a:cubicBezTo>
                    <a:pt x="7180" y="1797"/>
                    <a:pt x="7394" y="1333"/>
                    <a:pt x="7287" y="904"/>
                  </a:cubicBezTo>
                  <a:cubicBezTo>
                    <a:pt x="7168" y="440"/>
                    <a:pt x="6716" y="142"/>
                    <a:pt x="6275" y="47"/>
                  </a:cubicBezTo>
                  <a:cubicBezTo>
                    <a:pt x="6081" y="16"/>
                    <a:pt x="5887" y="1"/>
                    <a:pt x="56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7" name="Google Shape;3207;p63"/>
            <p:cNvSpPr/>
            <p:nvPr/>
          </p:nvSpPr>
          <p:spPr>
            <a:xfrm>
              <a:off x="1235325" y="2652900"/>
              <a:ext cx="122600" cy="46750"/>
            </a:xfrm>
            <a:custGeom>
              <a:avLst/>
              <a:gdLst/>
              <a:ahLst/>
              <a:cxnLst/>
              <a:rect l="l" t="t" r="r" b="b"/>
              <a:pathLst>
                <a:path w="4904" h="1870" extrusionOk="0">
                  <a:moveTo>
                    <a:pt x="4330" y="1"/>
                  </a:moveTo>
                  <a:cubicBezTo>
                    <a:pt x="4193" y="1"/>
                    <a:pt x="4053" y="29"/>
                    <a:pt x="3951" y="58"/>
                  </a:cubicBezTo>
                  <a:cubicBezTo>
                    <a:pt x="3808" y="93"/>
                    <a:pt x="3844" y="296"/>
                    <a:pt x="3987" y="296"/>
                  </a:cubicBezTo>
                  <a:cubicBezTo>
                    <a:pt x="4058" y="296"/>
                    <a:pt x="4129" y="296"/>
                    <a:pt x="4213" y="308"/>
                  </a:cubicBezTo>
                  <a:cubicBezTo>
                    <a:pt x="4260" y="319"/>
                    <a:pt x="4308" y="331"/>
                    <a:pt x="4356" y="343"/>
                  </a:cubicBezTo>
                  <a:cubicBezTo>
                    <a:pt x="4320" y="355"/>
                    <a:pt x="4260" y="415"/>
                    <a:pt x="4225" y="427"/>
                  </a:cubicBezTo>
                  <a:cubicBezTo>
                    <a:pt x="3998" y="546"/>
                    <a:pt x="3748" y="653"/>
                    <a:pt x="3510" y="760"/>
                  </a:cubicBezTo>
                  <a:cubicBezTo>
                    <a:pt x="3022" y="962"/>
                    <a:pt x="2510" y="1141"/>
                    <a:pt x="1998" y="1284"/>
                  </a:cubicBezTo>
                  <a:cubicBezTo>
                    <a:pt x="1748" y="1355"/>
                    <a:pt x="1498" y="1415"/>
                    <a:pt x="1236" y="1462"/>
                  </a:cubicBezTo>
                  <a:cubicBezTo>
                    <a:pt x="1068" y="1507"/>
                    <a:pt x="894" y="1531"/>
                    <a:pt x="718" y="1531"/>
                  </a:cubicBezTo>
                  <a:cubicBezTo>
                    <a:pt x="657" y="1531"/>
                    <a:pt x="595" y="1528"/>
                    <a:pt x="534" y="1522"/>
                  </a:cubicBezTo>
                  <a:cubicBezTo>
                    <a:pt x="438" y="1510"/>
                    <a:pt x="331" y="1462"/>
                    <a:pt x="379" y="1343"/>
                  </a:cubicBezTo>
                  <a:cubicBezTo>
                    <a:pt x="415" y="1248"/>
                    <a:pt x="486" y="1177"/>
                    <a:pt x="569" y="1129"/>
                  </a:cubicBezTo>
                  <a:cubicBezTo>
                    <a:pt x="796" y="950"/>
                    <a:pt x="1046" y="808"/>
                    <a:pt x="1308" y="712"/>
                  </a:cubicBezTo>
                  <a:cubicBezTo>
                    <a:pt x="1343" y="700"/>
                    <a:pt x="1331" y="641"/>
                    <a:pt x="1296" y="641"/>
                  </a:cubicBezTo>
                  <a:cubicBezTo>
                    <a:pt x="1022" y="700"/>
                    <a:pt x="760" y="796"/>
                    <a:pt x="510" y="915"/>
                  </a:cubicBezTo>
                  <a:cubicBezTo>
                    <a:pt x="331" y="998"/>
                    <a:pt x="129" y="1141"/>
                    <a:pt x="93" y="1355"/>
                  </a:cubicBezTo>
                  <a:cubicBezTo>
                    <a:pt x="0" y="1784"/>
                    <a:pt x="483" y="1870"/>
                    <a:pt x="851" y="1870"/>
                  </a:cubicBezTo>
                  <a:cubicBezTo>
                    <a:pt x="954" y="1870"/>
                    <a:pt x="1047" y="1863"/>
                    <a:pt x="1117" y="1855"/>
                  </a:cubicBezTo>
                  <a:cubicBezTo>
                    <a:pt x="1701" y="1784"/>
                    <a:pt x="2272" y="1653"/>
                    <a:pt x="2832" y="1462"/>
                  </a:cubicBezTo>
                  <a:cubicBezTo>
                    <a:pt x="3415" y="1296"/>
                    <a:pt x="3975" y="1058"/>
                    <a:pt x="4499" y="748"/>
                  </a:cubicBezTo>
                  <a:cubicBezTo>
                    <a:pt x="4689" y="629"/>
                    <a:pt x="4903" y="355"/>
                    <a:pt x="4713" y="141"/>
                  </a:cubicBezTo>
                  <a:cubicBezTo>
                    <a:pt x="4626" y="35"/>
                    <a:pt x="4480" y="1"/>
                    <a:pt x="43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08" name="Google Shape;3208;p63"/>
          <p:cNvSpPr/>
          <p:nvPr/>
        </p:nvSpPr>
        <p:spPr>
          <a:xfrm rot="-5400000" flipH="1">
            <a:off x="1803239" y="3698631"/>
            <a:ext cx="244476" cy="244207"/>
          </a:xfrm>
          <a:custGeom>
            <a:avLst/>
            <a:gdLst/>
            <a:ahLst/>
            <a:cxnLst/>
            <a:rect l="l" t="t" r="r" b="b"/>
            <a:pathLst>
              <a:path w="5454" h="5448" extrusionOk="0">
                <a:moveTo>
                  <a:pt x="2720" y="0"/>
                </a:moveTo>
                <a:cubicBezTo>
                  <a:pt x="2376" y="0"/>
                  <a:pt x="2033" y="72"/>
                  <a:pt x="1715" y="215"/>
                </a:cubicBezTo>
                <a:cubicBezTo>
                  <a:pt x="763" y="870"/>
                  <a:pt x="1" y="1858"/>
                  <a:pt x="24" y="3073"/>
                </a:cubicBezTo>
                <a:cubicBezTo>
                  <a:pt x="60" y="4442"/>
                  <a:pt x="1191" y="5382"/>
                  <a:pt x="2513" y="5442"/>
                </a:cubicBezTo>
                <a:cubicBezTo>
                  <a:pt x="2573" y="5446"/>
                  <a:pt x="2633" y="5448"/>
                  <a:pt x="2693" y="5448"/>
                </a:cubicBezTo>
                <a:cubicBezTo>
                  <a:pt x="3194" y="5448"/>
                  <a:pt x="3696" y="5315"/>
                  <a:pt x="4132" y="5049"/>
                </a:cubicBezTo>
                <a:cubicBezTo>
                  <a:pt x="4680" y="4704"/>
                  <a:pt x="4989" y="4132"/>
                  <a:pt x="5132" y="3501"/>
                </a:cubicBezTo>
                <a:cubicBezTo>
                  <a:pt x="5454" y="2204"/>
                  <a:pt x="4906" y="739"/>
                  <a:pt x="3644" y="179"/>
                </a:cubicBezTo>
                <a:cubicBezTo>
                  <a:pt x="3348" y="60"/>
                  <a:pt x="3034" y="0"/>
                  <a:pt x="2720" y="0"/>
                </a:cubicBezTo>
                <a:close/>
              </a:path>
            </a:pathLst>
          </a:custGeom>
          <a:solidFill>
            <a:srgbClr val="F5E3AE"/>
          </a:solidFill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9" name="Google Shape;3209;p63"/>
          <p:cNvSpPr/>
          <p:nvPr/>
        </p:nvSpPr>
        <p:spPr>
          <a:xfrm rot="-5400000" flipH="1">
            <a:off x="3647858" y="3698838"/>
            <a:ext cx="244080" cy="243798"/>
          </a:xfrm>
          <a:custGeom>
            <a:avLst/>
            <a:gdLst/>
            <a:ahLst/>
            <a:cxnLst/>
            <a:rect l="l" t="t" r="r" b="b"/>
            <a:pathLst>
              <a:path w="5454" h="5448" extrusionOk="0">
                <a:moveTo>
                  <a:pt x="2720" y="0"/>
                </a:moveTo>
                <a:cubicBezTo>
                  <a:pt x="2376" y="0"/>
                  <a:pt x="2033" y="72"/>
                  <a:pt x="1715" y="215"/>
                </a:cubicBezTo>
                <a:cubicBezTo>
                  <a:pt x="763" y="870"/>
                  <a:pt x="1" y="1858"/>
                  <a:pt x="24" y="3073"/>
                </a:cubicBezTo>
                <a:cubicBezTo>
                  <a:pt x="60" y="4442"/>
                  <a:pt x="1191" y="5382"/>
                  <a:pt x="2513" y="5442"/>
                </a:cubicBezTo>
                <a:cubicBezTo>
                  <a:pt x="2573" y="5446"/>
                  <a:pt x="2633" y="5448"/>
                  <a:pt x="2693" y="5448"/>
                </a:cubicBezTo>
                <a:cubicBezTo>
                  <a:pt x="3194" y="5448"/>
                  <a:pt x="3696" y="5315"/>
                  <a:pt x="4132" y="5049"/>
                </a:cubicBezTo>
                <a:cubicBezTo>
                  <a:pt x="4680" y="4704"/>
                  <a:pt x="4989" y="4132"/>
                  <a:pt x="5132" y="3501"/>
                </a:cubicBezTo>
                <a:cubicBezTo>
                  <a:pt x="5454" y="2204"/>
                  <a:pt x="4906" y="739"/>
                  <a:pt x="3644" y="179"/>
                </a:cubicBezTo>
                <a:cubicBezTo>
                  <a:pt x="3348" y="60"/>
                  <a:pt x="3034" y="0"/>
                  <a:pt x="2720" y="0"/>
                </a:cubicBezTo>
                <a:close/>
              </a:path>
            </a:pathLst>
          </a:custGeom>
          <a:solidFill>
            <a:srgbClr val="DAE3AC"/>
          </a:solidFill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0" name="Google Shape;3210;p63"/>
          <p:cNvSpPr/>
          <p:nvPr/>
        </p:nvSpPr>
        <p:spPr>
          <a:xfrm rot="-5400000" flipH="1">
            <a:off x="5492517" y="3699062"/>
            <a:ext cx="243644" cy="243376"/>
          </a:xfrm>
          <a:custGeom>
            <a:avLst/>
            <a:gdLst/>
            <a:ahLst/>
            <a:cxnLst/>
            <a:rect l="l" t="t" r="r" b="b"/>
            <a:pathLst>
              <a:path w="5454" h="5448" extrusionOk="0">
                <a:moveTo>
                  <a:pt x="2720" y="0"/>
                </a:moveTo>
                <a:cubicBezTo>
                  <a:pt x="2376" y="0"/>
                  <a:pt x="2033" y="72"/>
                  <a:pt x="1715" y="215"/>
                </a:cubicBezTo>
                <a:cubicBezTo>
                  <a:pt x="763" y="870"/>
                  <a:pt x="1" y="1858"/>
                  <a:pt x="24" y="3073"/>
                </a:cubicBezTo>
                <a:cubicBezTo>
                  <a:pt x="60" y="4442"/>
                  <a:pt x="1191" y="5382"/>
                  <a:pt x="2513" y="5442"/>
                </a:cubicBezTo>
                <a:cubicBezTo>
                  <a:pt x="2573" y="5446"/>
                  <a:pt x="2633" y="5448"/>
                  <a:pt x="2693" y="5448"/>
                </a:cubicBezTo>
                <a:cubicBezTo>
                  <a:pt x="3194" y="5448"/>
                  <a:pt x="3696" y="5315"/>
                  <a:pt x="4132" y="5049"/>
                </a:cubicBezTo>
                <a:cubicBezTo>
                  <a:pt x="4680" y="4704"/>
                  <a:pt x="4989" y="4132"/>
                  <a:pt x="5132" y="3501"/>
                </a:cubicBezTo>
                <a:cubicBezTo>
                  <a:pt x="5454" y="2204"/>
                  <a:pt x="4906" y="739"/>
                  <a:pt x="3644" y="179"/>
                </a:cubicBezTo>
                <a:cubicBezTo>
                  <a:pt x="3348" y="60"/>
                  <a:pt x="3034" y="0"/>
                  <a:pt x="2720" y="0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1" name="Google Shape;3211;p63"/>
          <p:cNvSpPr/>
          <p:nvPr/>
        </p:nvSpPr>
        <p:spPr>
          <a:xfrm rot="-5400000" flipH="1">
            <a:off x="7337068" y="3699212"/>
            <a:ext cx="243344" cy="243076"/>
          </a:xfrm>
          <a:custGeom>
            <a:avLst/>
            <a:gdLst/>
            <a:ahLst/>
            <a:cxnLst/>
            <a:rect l="l" t="t" r="r" b="b"/>
            <a:pathLst>
              <a:path w="5454" h="5448" extrusionOk="0">
                <a:moveTo>
                  <a:pt x="2720" y="0"/>
                </a:moveTo>
                <a:cubicBezTo>
                  <a:pt x="2376" y="0"/>
                  <a:pt x="2033" y="72"/>
                  <a:pt x="1715" y="215"/>
                </a:cubicBezTo>
                <a:cubicBezTo>
                  <a:pt x="763" y="870"/>
                  <a:pt x="1" y="1858"/>
                  <a:pt x="24" y="3073"/>
                </a:cubicBezTo>
                <a:cubicBezTo>
                  <a:pt x="60" y="4442"/>
                  <a:pt x="1191" y="5382"/>
                  <a:pt x="2513" y="5442"/>
                </a:cubicBezTo>
                <a:cubicBezTo>
                  <a:pt x="2573" y="5446"/>
                  <a:pt x="2633" y="5448"/>
                  <a:pt x="2693" y="5448"/>
                </a:cubicBezTo>
                <a:cubicBezTo>
                  <a:pt x="3194" y="5448"/>
                  <a:pt x="3696" y="5315"/>
                  <a:pt x="4132" y="5049"/>
                </a:cubicBezTo>
                <a:cubicBezTo>
                  <a:pt x="4680" y="4704"/>
                  <a:pt x="4989" y="4132"/>
                  <a:pt x="5132" y="3501"/>
                </a:cubicBezTo>
                <a:cubicBezTo>
                  <a:pt x="5454" y="2204"/>
                  <a:pt x="4906" y="739"/>
                  <a:pt x="3644" y="179"/>
                </a:cubicBezTo>
                <a:cubicBezTo>
                  <a:pt x="3348" y="60"/>
                  <a:pt x="3034" y="0"/>
                  <a:pt x="2720" y="0"/>
                </a:cubicBez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2" name="Google Shape;3212;p63"/>
          <p:cNvSpPr/>
          <p:nvPr/>
        </p:nvSpPr>
        <p:spPr>
          <a:xfrm rot="-5400000" flipH="1">
            <a:off x="2605345" y="1666778"/>
            <a:ext cx="234754" cy="234496"/>
          </a:xfrm>
          <a:custGeom>
            <a:avLst/>
            <a:gdLst/>
            <a:ahLst/>
            <a:cxnLst/>
            <a:rect l="l" t="t" r="r" b="b"/>
            <a:pathLst>
              <a:path w="5454" h="5448" extrusionOk="0">
                <a:moveTo>
                  <a:pt x="2720" y="0"/>
                </a:moveTo>
                <a:cubicBezTo>
                  <a:pt x="2376" y="0"/>
                  <a:pt x="2033" y="72"/>
                  <a:pt x="1715" y="215"/>
                </a:cubicBezTo>
                <a:cubicBezTo>
                  <a:pt x="763" y="870"/>
                  <a:pt x="1" y="1858"/>
                  <a:pt x="24" y="3073"/>
                </a:cubicBezTo>
                <a:cubicBezTo>
                  <a:pt x="60" y="4442"/>
                  <a:pt x="1191" y="5382"/>
                  <a:pt x="2513" y="5442"/>
                </a:cubicBezTo>
                <a:cubicBezTo>
                  <a:pt x="2573" y="5446"/>
                  <a:pt x="2633" y="5448"/>
                  <a:pt x="2693" y="5448"/>
                </a:cubicBezTo>
                <a:cubicBezTo>
                  <a:pt x="3194" y="5448"/>
                  <a:pt x="3696" y="5315"/>
                  <a:pt x="4132" y="5049"/>
                </a:cubicBezTo>
                <a:cubicBezTo>
                  <a:pt x="4680" y="4704"/>
                  <a:pt x="4989" y="4132"/>
                  <a:pt x="5132" y="3501"/>
                </a:cubicBezTo>
                <a:cubicBezTo>
                  <a:pt x="5454" y="2204"/>
                  <a:pt x="4906" y="739"/>
                  <a:pt x="3644" y="179"/>
                </a:cubicBezTo>
                <a:cubicBezTo>
                  <a:pt x="3348" y="60"/>
                  <a:pt x="3034" y="0"/>
                  <a:pt x="2720" y="0"/>
                </a:cubicBezTo>
                <a:close/>
              </a:path>
            </a:pathLst>
          </a:custGeom>
          <a:solidFill>
            <a:srgbClr val="F5E3AE"/>
          </a:solidFill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3" name="Google Shape;3213;p63"/>
          <p:cNvSpPr/>
          <p:nvPr/>
        </p:nvSpPr>
        <p:spPr>
          <a:xfrm rot="-5400000" flipH="1">
            <a:off x="4624570" y="1666628"/>
            <a:ext cx="235054" cy="234795"/>
          </a:xfrm>
          <a:custGeom>
            <a:avLst/>
            <a:gdLst/>
            <a:ahLst/>
            <a:cxnLst/>
            <a:rect l="l" t="t" r="r" b="b"/>
            <a:pathLst>
              <a:path w="5454" h="5448" extrusionOk="0">
                <a:moveTo>
                  <a:pt x="2720" y="0"/>
                </a:moveTo>
                <a:cubicBezTo>
                  <a:pt x="2376" y="0"/>
                  <a:pt x="2033" y="72"/>
                  <a:pt x="1715" y="215"/>
                </a:cubicBezTo>
                <a:cubicBezTo>
                  <a:pt x="763" y="870"/>
                  <a:pt x="1" y="1858"/>
                  <a:pt x="24" y="3073"/>
                </a:cubicBezTo>
                <a:cubicBezTo>
                  <a:pt x="60" y="4442"/>
                  <a:pt x="1191" y="5382"/>
                  <a:pt x="2513" y="5442"/>
                </a:cubicBezTo>
                <a:cubicBezTo>
                  <a:pt x="2573" y="5446"/>
                  <a:pt x="2633" y="5448"/>
                  <a:pt x="2693" y="5448"/>
                </a:cubicBezTo>
                <a:cubicBezTo>
                  <a:pt x="3194" y="5448"/>
                  <a:pt x="3696" y="5315"/>
                  <a:pt x="4132" y="5049"/>
                </a:cubicBezTo>
                <a:cubicBezTo>
                  <a:pt x="4680" y="4704"/>
                  <a:pt x="4989" y="4132"/>
                  <a:pt x="5132" y="3501"/>
                </a:cubicBezTo>
                <a:cubicBezTo>
                  <a:pt x="5454" y="2204"/>
                  <a:pt x="4906" y="739"/>
                  <a:pt x="3644" y="179"/>
                </a:cubicBezTo>
                <a:cubicBezTo>
                  <a:pt x="3348" y="60"/>
                  <a:pt x="3034" y="0"/>
                  <a:pt x="2720" y="0"/>
                </a:cubicBezTo>
                <a:close/>
              </a:path>
            </a:pathLst>
          </a:custGeom>
          <a:solidFill>
            <a:srgbClr val="DAE3AC"/>
          </a:solidFill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4" name="Google Shape;3214;p63"/>
          <p:cNvSpPr/>
          <p:nvPr/>
        </p:nvSpPr>
        <p:spPr>
          <a:xfrm rot="-5400000" flipH="1">
            <a:off x="6643765" y="1666460"/>
            <a:ext cx="235395" cy="235122"/>
          </a:xfrm>
          <a:custGeom>
            <a:avLst/>
            <a:gdLst/>
            <a:ahLst/>
            <a:cxnLst/>
            <a:rect l="l" t="t" r="r" b="b"/>
            <a:pathLst>
              <a:path w="5454" h="5448" extrusionOk="0">
                <a:moveTo>
                  <a:pt x="2720" y="0"/>
                </a:moveTo>
                <a:cubicBezTo>
                  <a:pt x="2376" y="0"/>
                  <a:pt x="2033" y="72"/>
                  <a:pt x="1715" y="215"/>
                </a:cubicBezTo>
                <a:cubicBezTo>
                  <a:pt x="763" y="870"/>
                  <a:pt x="1" y="1858"/>
                  <a:pt x="24" y="3073"/>
                </a:cubicBezTo>
                <a:cubicBezTo>
                  <a:pt x="60" y="4442"/>
                  <a:pt x="1191" y="5382"/>
                  <a:pt x="2513" y="5442"/>
                </a:cubicBezTo>
                <a:cubicBezTo>
                  <a:pt x="2573" y="5446"/>
                  <a:pt x="2633" y="5448"/>
                  <a:pt x="2693" y="5448"/>
                </a:cubicBezTo>
                <a:cubicBezTo>
                  <a:pt x="3194" y="5448"/>
                  <a:pt x="3696" y="5315"/>
                  <a:pt x="4132" y="5049"/>
                </a:cubicBezTo>
                <a:cubicBezTo>
                  <a:pt x="4680" y="4704"/>
                  <a:pt x="4989" y="4132"/>
                  <a:pt x="5132" y="3501"/>
                </a:cubicBezTo>
                <a:cubicBezTo>
                  <a:pt x="5454" y="2204"/>
                  <a:pt x="4906" y="739"/>
                  <a:pt x="3644" y="179"/>
                </a:cubicBezTo>
                <a:cubicBezTo>
                  <a:pt x="3348" y="60"/>
                  <a:pt x="3034" y="0"/>
                  <a:pt x="2720" y="0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15" name="Google Shape;3215;p63"/>
          <p:cNvGrpSpPr/>
          <p:nvPr/>
        </p:nvGrpSpPr>
        <p:grpSpPr>
          <a:xfrm>
            <a:off x="910171" y="269271"/>
            <a:ext cx="415892" cy="483539"/>
            <a:chOff x="227650" y="187100"/>
            <a:chExt cx="374475" cy="435425"/>
          </a:xfrm>
        </p:grpSpPr>
        <p:sp>
          <p:nvSpPr>
            <p:cNvPr id="3216" name="Google Shape;3216;p63"/>
            <p:cNvSpPr/>
            <p:nvPr/>
          </p:nvSpPr>
          <p:spPr>
            <a:xfrm>
              <a:off x="401775" y="198450"/>
              <a:ext cx="181900" cy="153775"/>
            </a:xfrm>
            <a:custGeom>
              <a:avLst/>
              <a:gdLst/>
              <a:ahLst/>
              <a:cxnLst/>
              <a:rect l="l" t="t" r="r" b="b"/>
              <a:pathLst>
                <a:path w="7276" h="6151" extrusionOk="0">
                  <a:moveTo>
                    <a:pt x="3445" y="0"/>
                  </a:moveTo>
                  <a:cubicBezTo>
                    <a:pt x="3120" y="0"/>
                    <a:pt x="2794" y="38"/>
                    <a:pt x="2477" y="114"/>
                  </a:cubicBezTo>
                  <a:cubicBezTo>
                    <a:pt x="1930" y="245"/>
                    <a:pt x="1418" y="471"/>
                    <a:pt x="953" y="793"/>
                  </a:cubicBezTo>
                  <a:cubicBezTo>
                    <a:pt x="703" y="960"/>
                    <a:pt x="477" y="1138"/>
                    <a:pt x="263" y="1329"/>
                  </a:cubicBezTo>
                  <a:cubicBezTo>
                    <a:pt x="167" y="1412"/>
                    <a:pt x="96" y="1495"/>
                    <a:pt x="1" y="1555"/>
                  </a:cubicBezTo>
                  <a:cubicBezTo>
                    <a:pt x="1310" y="1662"/>
                    <a:pt x="2549" y="2210"/>
                    <a:pt x="3513" y="3091"/>
                  </a:cubicBezTo>
                  <a:cubicBezTo>
                    <a:pt x="4382" y="3900"/>
                    <a:pt x="4966" y="4972"/>
                    <a:pt x="5168" y="6151"/>
                  </a:cubicBezTo>
                  <a:cubicBezTo>
                    <a:pt x="6097" y="5782"/>
                    <a:pt x="6799" y="4972"/>
                    <a:pt x="7025" y="4008"/>
                  </a:cubicBezTo>
                  <a:cubicBezTo>
                    <a:pt x="7275" y="2876"/>
                    <a:pt x="6811" y="1626"/>
                    <a:pt x="5930" y="876"/>
                  </a:cubicBezTo>
                  <a:cubicBezTo>
                    <a:pt x="5240" y="291"/>
                    <a:pt x="4344" y="0"/>
                    <a:pt x="344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63"/>
            <p:cNvSpPr/>
            <p:nvPr/>
          </p:nvSpPr>
          <p:spPr>
            <a:xfrm>
              <a:off x="238675" y="251225"/>
              <a:ext cx="283975" cy="253775"/>
            </a:xfrm>
            <a:custGeom>
              <a:avLst/>
              <a:gdLst/>
              <a:ahLst/>
              <a:cxnLst/>
              <a:rect l="l" t="t" r="r" b="b"/>
              <a:pathLst>
                <a:path w="11359" h="10151" extrusionOk="0">
                  <a:moveTo>
                    <a:pt x="5814" y="1"/>
                  </a:moveTo>
                  <a:cubicBezTo>
                    <a:pt x="4149" y="1"/>
                    <a:pt x="2476" y="671"/>
                    <a:pt x="1322" y="1885"/>
                  </a:cubicBezTo>
                  <a:cubicBezTo>
                    <a:pt x="1024" y="2194"/>
                    <a:pt x="774" y="2528"/>
                    <a:pt x="560" y="2897"/>
                  </a:cubicBezTo>
                  <a:cubicBezTo>
                    <a:pt x="107" y="3944"/>
                    <a:pt x="0" y="5111"/>
                    <a:pt x="262" y="6219"/>
                  </a:cubicBezTo>
                  <a:cubicBezTo>
                    <a:pt x="619" y="7635"/>
                    <a:pt x="1560" y="8838"/>
                    <a:pt x="2858" y="9517"/>
                  </a:cubicBezTo>
                  <a:cubicBezTo>
                    <a:pt x="3658" y="9936"/>
                    <a:pt x="4541" y="10150"/>
                    <a:pt x="5427" y="10150"/>
                  </a:cubicBezTo>
                  <a:cubicBezTo>
                    <a:pt x="6150" y="10150"/>
                    <a:pt x="6876" y="10008"/>
                    <a:pt x="7561" y="9719"/>
                  </a:cubicBezTo>
                  <a:cubicBezTo>
                    <a:pt x="7596" y="9683"/>
                    <a:pt x="7656" y="9659"/>
                    <a:pt x="7715" y="9659"/>
                  </a:cubicBezTo>
                  <a:cubicBezTo>
                    <a:pt x="8632" y="9255"/>
                    <a:pt x="9442" y="8624"/>
                    <a:pt x="10049" y="7838"/>
                  </a:cubicBezTo>
                  <a:cubicBezTo>
                    <a:pt x="10918" y="6695"/>
                    <a:pt x="11359" y="5278"/>
                    <a:pt x="11025" y="3861"/>
                  </a:cubicBezTo>
                  <a:cubicBezTo>
                    <a:pt x="10704" y="2563"/>
                    <a:pt x="9882" y="1456"/>
                    <a:pt x="8727" y="777"/>
                  </a:cubicBezTo>
                  <a:cubicBezTo>
                    <a:pt x="7839" y="250"/>
                    <a:pt x="6828" y="1"/>
                    <a:pt x="581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63"/>
            <p:cNvSpPr/>
            <p:nvPr/>
          </p:nvSpPr>
          <p:spPr>
            <a:xfrm>
              <a:off x="246100" y="463825"/>
              <a:ext cx="184875" cy="146850"/>
            </a:xfrm>
            <a:custGeom>
              <a:avLst/>
              <a:gdLst/>
              <a:ahLst/>
              <a:cxnLst/>
              <a:rect l="l" t="t" r="r" b="b"/>
              <a:pathLst>
                <a:path w="7395" h="5874" extrusionOk="0">
                  <a:moveTo>
                    <a:pt x="668" y="1"/>
                  </a:moveTo>
                  <a:cubicBezTo>
                    <a:pt x="346" y="1215"/>
                    <a:pt x="1" y="2429"/>
                    <a:pt x="394" y="3668"/>
                  </a:cubicBezTo>
                  <a:cubicBezTo>
                    <a:pt x="775" y="4858"/>
                    <a:pt x="1811" y="5716"/>
                    <a:pt x="3049" y="5846"/>
                  </a:cubicBezTo>
                  <a:cubicBezTo>
                    <a:pt x="3200" y="5865"/>
                    <a:pt x="3349" y="5874"/>
                    <a:pt x="3497" y="5874"/>
                  </a:cubicBezTo>
                  <a:cubicBezTo>
                    <a:pt x="5644" y="5874"/>
                    <a:pt x="7394" y="3984"/>
                    <a:pt x="7216" y="1834"/>
                  </a:cubicBezTo>
                  <a:lnTo>
                    <a:pt x="7216" y="1834"/>
                  </a:lnTo>
                  <a:cubicBezTo>
                    <a:pt x="6577" y="2056"/>
                    <a:pt x="5913" y="2165"/>
                    <a:pt x="5253" y="2165"/>
                  </a:cubicBezTo>
                  <a:cubicBezTo>
                    <a:pt x="3896" y="2165"/>
                    <a:pt x="2554" y="1707"/>
                    <a:pt x="1465" y="834"/>
                  </a:cubicBezTo>
                  <a:cubicBezTo>
                    <a:pt x="1168" y="584"/>
                    <a:pt x="906" y="310"/>
                    <a:pt x="66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219;p63"/>
            <p:cNvSpPr/>
            <p:nvPr/>
          </p:nvSpPr>
          <p:spPr>
            <a:xfrm>
              <a:off x="227650" y="187100"/>
              <a:ext cx="374475" cy="435425"/>
            </a:xfrm>
            <a:custGeom>
              <a:avLst/>
              <a:gdLst/>
              <a:ahLst/>
              <a:cxnLst/>
              <a:rect l="l" t="t" r="r" b="b"/>
              <a:pathLst>
                <a:path w="14979" h="17417" extrusionOk="0">
                  <a:moveTo>
                    <a:pt x="10410" y="466"/>
                  </a:moveTo>
                  <a:cubicBezTo>
                    <a:pt x="11309" y="466"/>
                    <a:pt x="12205" y="757"/>
                    <a:pt x="12895" y="1342"/>
                  </a:cubicBezTo>
                  <a:cubicBezTo>
                    <a:pt x="13776" y="2080"/>
                    <a:pt x="14240" y="3330"/>
                    <a:pt x="13990" y="4462"/>
                  </a:cubicBezTo>
                  <a:cubicBezTo>
                    <a:pt x="13764" y="5438"/>
                    <a:pt x="13062" y="6236"/>
                    <a:pt x="12133" y="6605"/>
                  </a:cubicBezTo>
                  <a:cubicBezTo>
                    <a:pt x="11919" y="5438"/>
                    <a:pt x="11347" y="4366"/>
                    <a:pt x="10478" y="3557"/>
                  </a:cubicBezTo>
                  <a:cubicBezTo>
                    <a:pt x="9514" y="2676"/>
                    <a:pt x="8275" y="2128"/>
                    <a:pt x="6966" y="2021"/>
                  </a:cubicBezTo>
                  <a:cubicBezTo>
                    <a:pt x="7061" y="1949"/>
                    <a:pt x="7144" y="1866"/>
                    <a:pt x="7228" y="1795"/>
                  </a:cubicBezTo>
                  <a:cubicBezTo>
                    <a:pt x="7442" y="1604"/>
                    <a:pt x="7680" y="1425"/>
                    <a:pt x="7918" y="1259"/>
                  </a:cubicBezTo>
                  <a:cubicBezTo>
                    <a:pt x="8383" y="937"/>
                    <a:pt x="8895" y="711"/>
                    <a:pt x="9442" y="580"/>
                  </a:cubicBezTo>
                  <a:cubicBezTo>
                    <a:pt x="9759" y="504"/>
                    <a:pt x="10085" y="466"/>
                    <a:pt x="10410" y="466"/>
                  </a:cubicBezTo>
                  <a:close/>
                  <a:moveTo>
                    <a:pt x="6266" y="2566"/>
                  </a:moveTo>
                  <a:cubicBezTo>
                    <a:pt x="7281" y="2566"/>
                    <a:pt x="8292" y="2815"/>
                    <a:pt x="9180" y="3342"/>
                  </a:cubicBezTo>
                  <a:cubicBezTo>
                    <a:pt x="10323" y="4021"/>
                    <a:pt x="11157" y="5128"/>
                    <a:pt x="11466" y="6426"/>
                  </a:cubicBezTo>
                  <a:cubicBezTo>
                    <a:pt x="11800" y="7843"/>
                    <a:pt x="11359" y="9260"/>
                    <a:pt x="10502" y="10403"/>
                  </a:cubicBezTo>
                  <a:lnTo>
                    <a:pt x="10490" y="10403"/>
                  </a:lnTo>
                  <a:cubicBezTo>
                    <a:pt x="9883" y="11189"/>
                    <a:pt x="9085" y="11820"/>
                    <a:pt x="8168" y="12224"/>
                  </a:cubicBezTo>
                  <a:cubicBezTo>
                    <a:pt x="8109" y="12224"/>
                    <a:pt x="8049" y="12248"/>
                    <a:pt x="8002" y="12284"/>
                  </a:cubicBezTo>
                  <a:cubicBezTo>
                    <a:pt x="7322" y="12573"/>
                    <a:pt x="6600" y="12715"/>
                    <a:pt x="5878" y="12715"/>
                  </a:cubicBezTo>
                  <a:cubicBezTo>
                    <a:pt x="4994" y="12715"/>
                    <a:pt x="4111" y="12501"/>
                    <a:pt x="3311" y="12082"/>
                  </a:cubicBezTo>
                  <a:cubicBezTo>
                    <a:pt x="2013" y="11403"/>
                    <a:pt x="1072" y="10200"/>
                    <a:pt x="715" y="8784"/>
                  </a:cubicBezTo>
                  <a:cubicBezTo>
                    <a:pt x="453" y="7676"/>
                    <a:pt x="548" y="6509"/>
                    <a:pt x="1013" y="5462"/>
                  </a:cubicBezTo>
                  <a:cubicBezTo>
                    <a:pt x="1227" y="5093"/>
                    <a:pt x="1477" y="4759"/>
                    <a:pt x="1775" y="4450"/>
                  </a:cubicBezTo>
                  <a:cubicBezTo>
                    <a:pt x="2929" y="3236"/>
                    <a:pt x="4602" y="2566"/>
                    <a:pt x="6266" y="2566"/>
                  </a:cubicBezTo>
                  <a:close/>
                  <a:moveTo>
                    <a:pt x="1406" y="11058"/>
                  </a:moveTo>
                  <a:cubicBezTo>
                    <a:pt x="1644" y="11367"/>
                    <a:pt x="1906" y="11641"/>
                    <a:pt x="2203" y="11891"/>
                  </a:cubicBezTo>
                  <a:cubicBezTo>
                    <a:pt x="3289" y="12769"/>
                    <a:pt x="4627" y="13225"/>
                    <a:pt x="5979" y="13225"/>
                  </a:cubicBezTo>
                  <a:cubicBezTo>
                    <a:pt x="6643" y="13225"/>
                    <a:pt x="7311" y="13115"/>
                    <a:pt x="7954" y="12891"/>
                  </a:cubicBezTo>
                  <a:lnTo>
                    <a:pt x="7954" y="12891"/>
                  </a:lnTo>
                  <a:cubicBezTo>
                    <a:pt x="8132" y="15048"/>
                    <a:pt x="6400" y="16945"/>
                    <a:pt x="4251" y="16945"/>
                  </a:cubicBezTo>
                  <a:cubicBezTo>
                    <a:pt x="4098" y="16945"/>
                    <a:pt x="3943" y="16935"/>
                    <a:pt x="3787" y="16915"/>
                  </a:cubicBezTo>
                  <a:cubicBezTo>
                    <a:pt x="2549" y="16773"/>
                    <a:pt x="1513" y="15915"/>
                    <a:pt x="1144" y="14737"/>
                  </a:cubicBezTo>
                  <a:cubicBezTo>
                    <a:pt x="739" y="13498"/>
                    <a:pt x="1084" y="12272"/>
                    <a:pt x="1406" y="11058"/>
                  </a:cubicBezTo>
                  <a:close/>
                  <a:moveTo>
                    <a:pt x="10336" y="0"/>
                  </a:moveTo>
                  <a:cubicBezTo>
                    <a:pt x="9941" y="0"/>
                    <a:pt x="9543" y="54"/>
                    <a:pt x="9157" y="163"/>
                  </a:cubicBezTo>
                  <a:cubicBezTo>
                    <a:pt x="8573" y="330"/>
                    <a:pt x="8037" y="604"/>
                    <a:pt x="7549" y="961"/>
                  </a:cubicBezTo>
                  <a:cubicBezTo>
                    <a:pt x="7275" y="1164"/>
                    <a:pt x="6680" y="1592"/>
                    <a:pt x="6668" y="1997"/>
                  </a:cubicBezTo>
                  <a:cubicBezTo>
                    <a:pt x="6551" y="1991"/>
                    <a:pt x="6434" y="1988"/>
                    <a:pt x="6317" y="1988"/>
                  </a:cubicBezTo>
                  <a:cubicBezTo>
                    <a:pt x="4808" y="1988"/>
                    <a:pt x="3337" y="2486"/>
                    <a:pt x="2144" y="3426"/>
                  </a:cubicBezTo>
                  <a:cubicBezTo>
                    <a:pt x="905" y="4402"/>
                    <a:pt x="96" y="5855"/>
                    <a:pt x="48" y="7438"/>
                  </a:cubicBezTo>
                  <a:cubicBezTo>
                    <a:pt x="1" y="8688"/>
                    <a:pt x="417" y="9986"/>
                    <a:pt x="1286" y="10903"/>
                  </a:cubicBezTo>
                  <a:cubicBezTo>
                    <a:pt x="989" y="11379"/>
                    <a:pt x="775" y="11915"/>
                    <a:pt x="655" y="12474"/>
                  </a:cubicBezTo>
                  <a:cubicBezTo>
                    <a:pt x="524" y="13022"/>
                    <a:pt x="489" y="13606"/>
                    <a:pt x="560" y="14165"/>
                  </a:cubicBezTo>
                  <a:cubicBezTo>
                    <a:pt x="679" y="15201"/>
                    <a:pt x="1167" y="16177"/>
                    <a:pt x="2048" y="16773"/>
                  </a:cubicBezTo>
                  <a:cubicBezTo>
                    <a:pt x="2693" y="17212"/>
                    <a:pt x="3444" y="17416"/>
                    <a:pt x="4198" y="17416"/>
                  </a:cubicBezTo>
                  <a:cubicBezTo>
                    <a:pt x="5507" y="17416"/>
                    <a:pt x="6827" y="16802"/>
                    <a:pt x="7621" y="15737"/>
                  </a:cubicBezTo>
                  <a:cubicBezTo>
                    <a:pt x="8252" y="14868"/>
                    <a:pt x="8537" y="13796"/>
                    <a:pt x="8418" y="12724"/>
                  </a:cubicBezTo>
                  <a:cubicBezTo>
                    <a:pt x="9085" y="12439"/>
                    <a:pt x="9704" y="12058"/>
                    <a:pt x="10240" y="11570"/>
                  </a:cubicBezTo>
                  <a:cubicBezTo>
                    <a:pt x="11407" y="10522"/>
                    <a:pt x="12216" y="9034"/>
                    <a:pt x="12216" y="7450"/>
                  </a:cubicBezTo>
                  <a:cubicBezTo>
                    <a:pt x="12216" y="7331"/>
                    <a:pt x="12205" y="7212"/>
                    <a:pt x="12193" y="7093"/>
                  </a:cubicBezTo>
                  <a:cubicBezTo>
                    <a:pt x="14110" y="6581"/>
                    <a:pt x="14979" y="4331"/>
                    <a:pt x="14252" y="2545"/>
                  </a:cubicBezTo>
                  <a:cubicBezTo>
                    <a:pt x="13618" y="938"/>
                    <a:pt x="11996" y="0"/>
                    <a:pt x="10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20" name="Google Shape;3220;p63"/>
          <p:cNvGrpSpPr/>
          <p:nvPr/>
        </p:nvGrpSpPr>
        <p:grpSpPr>
          <a:xfrm rot="1640401">
            <a:off x="8385783" y="4286238"/>
            <a:ext cx="432673" cy="635139"/>
            <a:chOff x="5498600" y="3949025"/>
            <a:chExt cx="405125" cy="594700"/>
          </a:xfrm>
        </p:grpSpPr>
        <p:sp>
          <p:nvSpPr>
            <p:cNvPr id="3221" name="Google Shape;3221;p63"/>
            <p:cNvSpPr/>
            <p:nvPr/>
          </p:nvSpPr>
          <p:spPr>
            <a:xfrm>
              <a:off x="5582825" y="4045850"/>
              <a:ext cx="99150" cy="150950"/>
            </a:xfrm>
            <a:custGeom>
              <a:avLst/>
              <a:gdLst/>
              <a:ahLst/>
              <a:cxnLst/>
              <a:rect l="l" t="t" r="r" b="b"/>
              <a:pathLst>
                <a:path w="3966" h="6038" extrusionOk="0">
                  <a:moveTo>
                    <a:pt x="1088" y="1"/>
                  </a:moveTo>
                  <a:cubicBezTo>
                    <a:pt x="1063" y="1"/>
                    <a:pt x="1038" y="5"/>
                    <a:pt x="1013" y="13"/>
                  </a:cubicBezTo>
                  <a:cubicBezTo>
                    <a:pt x="846" y="37"/>
                    <a:pt x="691" y="84"/>
                    <a:pt x="536" y="144"/>
                  </a:cubicBezTo>
                  <a:cubicBezTo>
                    <a:pt x="358" y="204"/>
                    <a:pt x="179" y="275"/>
                    <a:pt x="1" y="346"/>
                  </a:cubicBezTo>
                  <a:cubicBezTo>
                    <a:pt x="310" y="680"/>
                    <a:pt x="608" y="1025"/>
                    <a:pt x="882" y="1394"/>
                  </a:cubicBezTo>
                  <a:cubicBezTo>
                    <a:pt x="1441" y="2120"/>
                    <a:pt x="1953" y="2894"/>
                    <a:pt x="2394" y="3692"/>
                  </a:cubicBezTo>
                  <a:cubicBezTo>
                    <a:pt x="2834" y="4430"/>
                    <a:pt x="3203" y="5228"/>
                    <a:pt x="3477" y="6038"/>
                  </a:cubicBezTo>
                  <a:lnTo>
                    <a:pt x="3584" y="6014"/>
                  </a:lnTo>
                  <a:cubicBezTo>
                    <a:pt x="3715" y="5966"/>
                    <a:pt x="3846" y="5907"/>
                    <a:pt x="3965" y="5847"/>
                  </a:cubicBezTo>
                  <a:lnTo>
                    <a:pt x="3227" y="4275"/>
                  </a:lnTo>
                  <a:cubicBezTo>
                    <a:pt x="2775" y="3323"/>
                    <a:pt x="2322" y="2359"/>
                    <a:pt x="1882" y="1394"/>
                  </a:cubicBezTo>
                  <a:cubicBezTo>
                    <a:pt x="1775" y="1156"/>
                    <a:pt x="1668" y="918"/>
                    <a:pt x="1560" y="680"/>
                  </a:cubicBezTo>
                  <a:lnTo>
                    <a:pt x="1382" y="287"/>
                  </a:lnTo>
                  <a:cubicBezTo>
                    <a:pt x="1358" y="192"/>
                    <a:pt x="1298" y="96"/>
                    <a:pt x="1215" y="37"/>
                  </a:cubicBezTo>
                  <a:cubicBezTo>
                    <a:pt x="1177" y="14"/>
                    <a:pt x="1133" y="1"/>
                    <a:pt x="108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2" name="Google Shape;3222;p63"/>
            <p:cNvSpPr/>
            <p:nvPr/>
          </p:nvSpPr>
          <p:spPr>
            <a:xfrm>
              <a:off x="5673025" y="3959550"/>
              <a:ext cx="116400" cy="226250"/>
            </a:xfrm>
            <a:custGeom>
              <a:avLst/>
              <a:gdLst/>
              <a:ahLst/>
              <a:cxnLst/>
              <a:rect l="l" t="t" r="r" b="b"/>
              <a:pathLst>
                <a:path w="4656" h="9050" extrusionOk="0">
                  <a:moveTo>
                    <a:pt x="4656" y="0"/>
                  </a:moveTo>
                  <a:lnTo>
                    <a:pt x="4656" y="0"/>
                  </a:lnTo>
                  <a:cubicBezTo>
                    <a:pt x="3917" y="286"/>
                    <a:pt x="3203" y="655"/>
                    <a:pt x="2536" y="1096"/>
                  </a:cubicBezTo>
                  <a:cubicBezTo>
                    <a:pt x="1346" y="1929"/>
                    <a:pt x="369" y="3144"/>
                    <a:pt x="119" y="4596"/>
                  </a:cubicBezTo>
                  <a:cubicBezTo>
                    <a:pt x="0" y="5370"/>
                    <a:pt x="12" y="6144"/>
                    <a:pt x="167" y="6906"/>
                  </a:cubicBezTo>
                  <a:cubicBezTo>
                    <a:pt x="226" y="7299"/>
                    <a:pt x="322" y="7680"/>
                    <a:pt x="417" y="8061"/>
                  </a:cubicBezTo>
                  <a:cubicBezTo>
                    <a:pt x="441" y="8144"/>
                    <a:pt x="465" y="8239"/>
                    <a:pt x="476" y="8323"/>
                  </a:cubicBezTo>
                  <a:cubicBezTo>
                    <a:pt x="500" y="8263"/>
                    <a:pt x="512" y="8180"/>
                    <a:pt x="524" y="8108"/>
                  </a:cubicBezTo>
                  <a:cubicBezTo>
                    <a:pt x="560" y="7847"/>
                    <a:pt x="607" y="7596"/>
                    <a:pt x="655" y="7335"/>
                  </a:cubicBezTo>
                  <a:cubicBezTo>
                    <a:pt x="1036" y="5561"/>
                    <a:pt x="1762" y="3894"/>
                    <a:pt x="2822" y="2417"/>
                  </a:cubicBezTo>
                  <a:cubicBezTo>
                    <a:pt x="2829" y="2411"/>
                    <a:pt x="2837" y="2408"/>
                    <a:pt x="2845" y="2408"/>
                  </a:cubicBezTo>
                  <a:cubicBezTo>
                    <a:pt x="2867" y="2408"/>
                    <a:pt x="2887" y="2427"/>
                    <a:pt x="2870" y="2453"/>
                  </a:cubicBezTo>
                  <a:cubicBezTo>
                    <a:pt x="2584" y="2870"/>
                    <a:pt x="2322" y="3310"/>
                    <a:pt x="2084" y="3763"/>
                  </a:cubicBezTo>
                  <a:cubicBezTo>
                    <a:pt x="1667" y="4548"/>
                    <a:pt x="1346" y="5394"/>
                    <a:pt x="1119" y="6263"/>
                  </a:cubicBezTo>
                  <a:cubicBezTo>
                    <a:pt x="1012" y="6704"/>
                    <a:pt x="929" y="7144"/>
                    <a:pt x="857" y="7585"/>
                  </a:cubicBezTo>
                  <a:cubicBezTo>
                    <a:pt x="834" y="7811"/>
                    <a:pt x="798" y="8037"/>
                    <a:pt x="786" y="8263"/>
                  </a:cubicBezTo>
                  <a:cubicBezTo>
                    <a:pt x="798" y="8478"/>
                    <a:pt x="786" y="8692"/>
                    <a:pt x="738" y="8906"/>
                  </a:cubicBezTo>
                  <a:cubicBezTo>
                    <a:pt x="727" y="8954"/>
                    <a:pt x="691" y="8990"/>
                    <a:pt x="643" y="9001"/>
                  </a:cubicBezTo>
                  <a:lnTo>
                    <a:pt x="667" y="9049"/>
                  </a:lnTo>
                  <a:cubicBezTo>
                    <a:pt x="1131" y="8668"/>
                    <a:pt x="1548" y="8228"/>
                    <a:pt x="1893" y="7739"/>
                  </a:cubicBezTo>
                  <a:cubicBezTo>
                    <a:pt x="2667" y="6632"/>
                    <a:pt x="3179" y="5394"/>
                    <a:pt x="3548" y="4108"/>
                  </a:cubicBezTo>
                  <a:cubicBezTo>
                    <a:pt x="3763" y="3358"/>
                    <a:pt x="3953" y="2620"/>
                    <a:pt x="4132" y="1870"/>
                  </a:cubicBezTo>
                  <a:cubicBezTo>
                    <a:pt x="4298" y="1250"/>
                    <a:pt x="4465" y="619"/>
                    <a:pt x="4656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3223;p63"/>
            <p:cNvSpPr/>
            <p:nvPr/>
          </p:nvSpPr>
          <p:spPr>
            <a:xfrm>
              <a:off x="5498600" y="4144075"/>
              <a:ext cx="393525" cy="389700"/>
            </a:xfrm>
            <a:custGeom>
              <a:avLst/>
              <a:gdLst/>
              <a:ahLst/>
              <a:cxnLst/>
              <a:rect l="l" t="t" r="r" b="b"/>
              <a:pathLst>
                <a:path w="15741" h="15588" extrusionOk="0">
                  <a:moveTo>
                    <a:pt x="10197" y="1"/>
                  </a:moveTo>
                  <a:cubicBezTo>
                    <a:pt x="9971" y="1"/>
                    <a:pt x="9742" y="31"/>
                    <a:pt x="9513" y="96"/>
                  </a:cubicBezTo>
                  <a:cubicBezTo>
                    <a:pt x="9489" y="96"/>
                    <a:pt x="9478" y="108"/>
                    <a:pt x="9454" y="108"/>
                  </a:cubicBezTo>
                  <a:cubicBezTo>
                    <a:pt x="9370" y="251"/>
                    <a:pt x="9263" y="406"/>
                    <a:pt x="9156" y="549"/>
                  </a:cubicBezTo>
                  <a:cubicBezTo>
                    <a:pt x="9299" y="561"/>
                    <a:pt x="9370" y="716"/>
                    <a:pt x="9287" y="835"/>
                  </a:cubicBezTo>
                  <a:cubicBezTo>
                    <a:pt x="8727" y="1609"/>
                    <a:pt x="7930" y="2180"/>
                    <a:pt x="7013" y="2454"/>
                  </a:cubicBezTo>
                  <a:cubicBezTo>
                    <a:pt x="6646" y="2570"/>
                    <a:pt x="6264" y="2631"/>
                    <a:pt x="5885" y="2631"/>
                  </a:cubicBezTo>
                  <a:cubicBezTo>
                    <a:pt x="5797" y="2631"/>
                    <a:pt x="5708" y="2627"/>
                    <a:pt x="5620" y="2621"/>
                  </a:cubicBezTo>
                  <a:cubicBezTo>
                    <a:pt x="5406" y="2609"/>
                    <a:pt x="5191" y="2561"/>
                    <a:pt x="4989" y="2490"/>
                  </a:cubicBezTo>
                  <a:cubicBezTo>
                    <a:pt x="4786" y="2406"/>
                    <a:pt x="4608" y="2275"/>
                    <a:pt x="4441" y="2120"/>
                  </a:cubicBezTo>
                  <a:cubicBezTo>
                    <a:pt x="4423" y="2102"/>
                    <a:pt x="4440" y="2062"/>
                    <a:pt x="4460" y="2062"/>
                  </a:cubicBezTo>
                  <a:cubicBezTo>
                    <a:pt x="4466" y="2062"/>
                    <a:pt x="4472" y="2065"/>
                    <a:pt x="4477" y="2073"/>
                  </a:cubicBezTo>
                  <a:cubicBezTo>
                    <a:pt x="4758" y="2292"/>
                    <a:pt x="5204" y="2337"/>
                    <a:pt x="5566" y="2337"/>
                  </a:cubicBezTo>
                  <a:cubicBezTo>
                    <a:pt x="5617" y="2337"/>
                    <a:pt x="5668" y="2336"/>
                    <a:pt x="5715" y="2335"/>
                  </a:cubicBezTo>
                  <a:cubicBezTo>
                    <a:pt x="6025" y="2311"/>
                    <a:pt x="6334" y="2263"/>
                    <a:pt x="6632" y="2180"/>
                  </a:cubicBezTo>
                  <a:cubicBezTo>
                    <a:pt x="6406" y="1775"/>
                    <a:pt x="6215" y="1347"/>
                    <a:pt x="6013" y="930"/>
                  </a:cubicBezTo>
                  <a:cubicBezTo>
                    <a:pt x="5953" y="906"/>
                    <a:pt x="5894" y="894"/>
                    <a:pt x="5834" y="882"/>
                  </a:cubicBezTo>
                  <a:cubicBezTo>
                    <a:pt x="5573" y="816"/>
                    <a:pt x="5307" y="783"/>
                    <a:pt x="5041" y="783"/>
                  </a:cubicBezTo>
                  <a:cubicBezTo>
                    <a:pt x="4542" y="783"/>
                    <a:pt x="4046" y="899"/>
                    <a:pt x="3596" y="1132"/>
                  </a:cubicBezTo>
                  <a:cubicBezTo>
                    <a:pt x="2786" y="1501"/>
                    <a:pt x="2167" y="2192"/>
                    <a:pt x="1715" y="2942"/>
                  </a:cubicBezTo>
                  <a:cubicBezTo>
                    <a:pt x="0" y="5752"/>
                    <a:pt x="298" y="9443"/>
                    <a:pt x="2131" y="12122"/>
                  </a:cubicBezTo>
                  <a:cubicBezTo>
                    <a:pt x="2572" y="12765"/>
                    <a:pt x="3096" y="13372"/>
                    <a:pt x="3691" y="13896"/>
                  </a:cubicBezTo>
                  <a:cubicBezTo>
                    <a:pt x="4286" y="14432"/>
                    <a:pt x="4953" y="14884"/>
                    <a:pt x="5679" y="15229"/>
                  </a:cubicBezTo>
                  <a:cubicBezTo>
                    <a:pt x="6131" y="15432"/>
                    <a:pt x="6639" y="15588"/>
                    <a:pt x="7141" y="15588"/>
                  </a:cubicBezTo>
                  <a:cubicBezTo>
                    <a:pt x="7434" y="15588"/>
                    <a:pt x="7725" y="15535"/>
                    <a:pt x="8001" y="15408"/>
                  </a:cubicBezTo>
                  <a:cubicBezTo>
                    <a:pt x="8704" y="15074"/>
                    <a:pt x="9156" y="14384"/>
                    <a:pt x="9513" y="13729"/>
                  </a:cubicBezTo>
                  <a:cubicBezTo>
                    <a:pt x="9551" y="13678"/>
                    <a:pt x="9613" y="13651"/>
                    <a:pt x="9673" y="13651"/>
                  </a:cubicBezTo>
                  <a:cubicBezTo>
                    <a:pt x="9726" y="13651"/>
                    <a:pt x="9777" y="13672"/>
                    <a:pt x="9811" y="13717"/>
                  </a:cubicBezTo>
                  <a:cubicBezTo>
                    <a:pt x="10192" y="14253"/>
                    <a:pt x="10835" y="14515"/>
                    <a:pt x="11478" y="14539"/>
                  </a:cubicBezTo>
                  <a:cubicBezTo>
                    <a:pt x="11511" y="14540"/>
                    <a:pt x="11544" y="14540"/>
                    <a:pt x="11577" y="14540"/>
                  </a:cubicBezTo>
                  <a:cubicBezTo>
                    <a:pt x="12232" y="14540"/>
                    <a:pt x="12861" y="14316"/>
                    <a:pt x="13371" y="13908"/>
                  </a:cubicBezTo>
                  <a:cubicBezTo>
                    <a:pt x="14490" y="13038"/>
                    <a:pt x="15062" y="11562"/>
                    <a:pt x="15371" y="10205"/>
                  </a:cubicBezTo>
                  <a:cubicBezTo>
                    <a:pt x="15740" y="8657"/>
                    <a:pt x="15728" y="7038"/>
                    <a:pt x="15335" y="5502"/>
                  </a:cubicBezTo>
                  <a:cubicBezTo>
                    <a:pt x="14954" y="4014"/>
                    <a:pt x="14204" y="2656"/>
                    <a:pt x="13145" y="1549"/>
                  </a:cubicBezTo>
                  <a:cubicBezTo>
                    <a:pt x="12391" y="746"/>
                    <a:pt x="11324" y="1"/>
                    <a:pt x="1019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63"/>
            <p:cNvSpPr/>
            <p:nvPr/>
          </p:nvSpPr>
          <p:spPr>
            <a:xfrm>
              <a:off x="5498600" y="3949025"/>
              <a:ext cx="405125" cy="594700"/>
            </a:xfrm>
            <a:custGeom>
              <a:avLst/>
              <a:gdLst/>
              <a:ahLst/>
              <a:cxnLst/>
              <a:rect l="l" t="t" r="r" b="b"/>
              <a:pathLst>
                <a:path w="16205" h="23788" extrusionOk="0">
                  <a:moveTo>
                    <a:pt x="11633" y="421"/>
                  </a:moveTo>
                  <a:lnTo>
                    <a:pt x="11633" y="421"/>
                  </a:lnTo>
                  <a:cubicBezTo>
                    <a:pt x="11442" y="1040"/>
                    <a:pt x="11263" y="1671"/>
                    <a:pt x="11109" y="2291"/>
                  </a:cubicBezTo>
                  <a:cubicBezTo>
                    <a:pt x="10918" y="3041"/>
                    <a:pt x="10740" y="3791"/>
                    <a:pt x="10525" y="4529"/>
                  </a:cubicBezTo>
                  <a:cubicBezTo>
                    <a:pt x="10144" y="5815"/>
                    <a:pt x="9644" y="7065"/>
                    <a:pt x="8870" y="8160"/>
                  </a:cubicBezTo>
                  <a:cubicBezTo>
                    <a:pt x="8513" y="8649"/>
                    <a:pt x="8096" y="9089"/>
                    <a:pt x="7632" y="9470"/>
                  </a:cubicBezTo>
                  <a:lnTo>
                    <a:pt x="7608" y="9422"/>
                  </a:lnTo>
                  <a:cubicBezTo>
                    <a:pt x="7656" y="9411"/>
                    <a:pt x="7704" y="9375"/>
                    <a:pt x="7715" y="9327"/>
                  </a:cubicBezTo>
                  <a:cubicBezTo>
                    <a:pt x="7751" y="9113"/>
                    <a:pt x="7775" y="8899"/>
                    <a:pt x="7763" y="8684"/>
                  </a:cubicBezTo>
                  <a:cubicBezTo>
                    <a:pt x="7775" y="8446"/>
                    <a:pt x="7799" y="8232"/>
                    <a:pt x="7834" y="8006"/>
                  </a:cubicBezTo>
                  <a:cubicBezTo>
                    <a:pt x="7894" y="7565"/>
                    <a:pt x="7989" y="7125"/>
                    <a:pt x="8096" y="6684"/>
                  </a:cubicBezTo>
                  <a:cubicBezTo>
                    <a:pt x="8323" y="5815"/>
                    <a:pt x="8644" y="4981"/>
                    <a:pt x="9061" y="4184"/>
                  </a:cubicBezTo>
                  <a:cubicBezTo>
                    <a:pt x="9299" y="3731"/>
                    <a:pt x="9561" y="3291"/>
                    <a:pt x="9847" y="2874"/>
                  </a:cubicBezTo>
                  <a:cubicBezTo>
                    <a:pt x="9855" y="2848"/>
                    <a:pt x="9839" y="2829"/>
                    <a:pt x="9816" y="2829"/>
                  </a:cubicBezTo>
                  <a:cubicBezTo>
                    <a:pt x="9807" y="2829"/>
                    <a:pt x="9797" y="2832"/>
                    <a:pt x="9787" y="2838"/>
                  </a:cubicBezTo>
                  <a:cubicBezTo>
                    <a:pt x="8739" y="4315"/>
                    <a:pt x="8001" y="5993"/>
                    <a:pt x="7632" y="7756"/>
                  </a:cubicBezTo>
                  <a:cubicBezTo>
                    <a:pt x="7584" y="8017"/>
                    <a:pt x="7537" y="8268"/>
                    <a:pt x="7501" y="8529"/>
                  </a:cubicBezTo>
                  <a:cubicBezTo>
                    <a:pt x="7489" y="8601"/>
                    <a:pt x="7465" y="8672"/>
                    <a:pt x="7453" y="8744"/>
                  </a:cubicBezTo>
                  <a:cubicBezTo>
                    <a:pt x="7430" y="8660"/>
                    <a:pt x="7418" y="8565"/>
                    <a:pt x="7394" y="8482"/>
                  </a:cubicBezTo>
                  <a:cubicBezTo>
                    <a:pt x="7287" y="8101"/>
                    <a:pt x="7203" y="7720"/>
                    <a:pt x="7132" y="7327"/>
                  </a:cubicBezTo>
                  <a:cubicBezTo>
                    <a:pt x="6989" y="6565"/>
                    <a:pt x="6977" y="5791"/>
                    <a:pt x="7084" y="5017"/>
                  </a:cubicBezTo>
                  <a:cubicBezTo>
                    <a:pt x="7346" y="3565"/>
                    <a:pt x="8323" y="2350"/>
                    <a:pt x="9513" y="1517"/>
                  </a:cubicBezTo>
                  <a:cubicBezTo>
                    <a:pt x="10180" y="1076"/>
                    <a:pt x="10882" y="707"/>
                    <a:pt x="11633" y="421"/>
                  </a:cubicBezTo>
                  <a:close/>
                  <a:moveTo>
                    <a:pt x="11870" y="1"/>
                  </a:moveTo>
                  <a:cubicBezTo>
                    <a:pt x="11847" y="1"/>
                    <a:pt x="11823" y="6"/>
                    <a:pt x="11799" y="16"/>
                  </a:cubicBezTo>
                  <a:cubicBezTo>
                    <a:pt x="10299" y="540"/>
                    <a:pt x="8823" y="1398"/>
                    <a:pt x="7823" y="2660"/>
                  </a:cubicBezTo>
                  <a:cubicBezTo>
                    <a:pt x="7358" y="3243"/>
                    <a:pt x="7025" y="3922"/>
                    <a:pt x="6834" y="4636"/>
                  </a:cubicBezTo>
                  <a:cubicBezTo>
                    <a:pt x="6656" y="5422"/>
                    <a:pt x="6632" y="6232"/>
                    <a:pt x="6763" y="7017"/>
                  </a:cubicBezTo>
                  <a:cubicBezTo>
                    <a:pt x="6811" y="7410"/>
                    <a:pt x="6894" y="7779"/>
                    <a:pt x="6989" y="8160"/>
                  </a:cubicBezTo>
                  <a:cubicBezTo>
                    <a:pt x="6727" y="7601"/>
                    <a:pt x="6465" y="7065"/>
                    <a:pt x="6203" y="6517"/>
                  </a:cubicBezTo>
                  <a:cubicBezTo>
                    <a:pt x="5965" y="6005"/>
                    <a:pt x="5703" y="5505"/>
                    <a:pt x="5453" y="4993"/>
                  </a:cubicBezTo>
                  <a:cubicBezTo>
                    <a:pt x="5322" y="4731"/>
                    <a:pt x="5203" y="4469"/>
                    <a:pt x="5060" y="4207"/>
                  </a:cubicBezTo>
                  <a:cubicBezTo>
                    <a:pt x="4965" y="4029"/>
                    <a:pt x="4882" y="3803"/>
                    <a:pt x="4691" y="3696"/>
                  </a:cubicBezTo>
                  <a:cubicBezTo>
                    <a:pt x="4618" y="3655"/>
                    <a:pt x="4539" y="3636"/>
                    <a:pt x="4459" y="3636"/>
                  </a:cubicBezTo>
                  <a:cubicBezTo>
                    <a:pt x="4421" y="3636"/>
                    <a:pt x="4384" y="3640"/>
                    <a:pt x="4346" y="3648"/>
                  </a:cubicBezTo>
                  <a:lnTo>
                    <a:pt x="4370" y="3874"/>
                  </a:lnTo>
                  <a:cubicBezTo>
                    <a:pt x="4388" y="3871"/>
                    <a:pt x="4406" y="3870"/>
                    <a:pt x="4425" y="3870"/>
                  </a:cubicBezTo>
                  <a:cubicBezTo>
                    <a:pt x="4481" y="3870"/>
                    <a:pt x="4539" y="3883"/>
                    <a:pt x="4584" y="3910"/>
                  </a:cubicBezTo>
                  <a:cubicBezTo>
                    <a:pt x="4667" y="3969"/>
                    <a:pt x="4727" y="4065"/>
                    <a:pt x="4751" y="4160"/>
                  </a:cubicBezTo>
                  <a:lnTo>
                    <a:pt x="4917" y="4553"/>
                  </a:lnTo>
                  <a:cubicBezTo>
                    <a:pt x="5025" y="4791"/>
                    <a:pt x="5144" y="5029"/>
                    <a:pt x="5251" y="5267"/>
                  </a:cubicBezTo>
                  <a:cubicBezTo>
                    <a:pt x="5691" y="6232"/>
                    <a:pt x="6144" y="7184"/>
                    <a:pt x="6596" y="8148"/>
                  </a:cubicBezTo>
                  <a:lnTo>
                    <a:pt x="7334" y="9720"/>
                  </a:lnTo>
                  <a:cubicBezTo>
                    <a:pt x="7215" y="9780"/>
                    <a:pt x="7084" y="9839"/>
                    <a:pt x="6953" y="9887"/>
                  </a:cubicBezTo>
                  <a:lnTo>
                    <a:pt x="6846" y="9911"/>
                  </a:lnTo>
                  <a:lnTo>
                    <a:pt x="6632" y="9982"/>
                  </a:lnTo>
                  <a:cubicBezTo>
                    <a:pt x="6334" y="10065"/>
                    <a:pt x="6025" y="10113"/>
                    <a:pt x="5715" y="10125"/>
                  </a:cubicBezTo>
                  <a:cubicBezTo>
                    <a:pt x="5652" y="10129"/>
                    <a:pt x="5585" y="10131"/>
                    <a:pt x="5516" y="10131"/>
                  </a:cubicBezTo>
                  <a:cubicBezTo>
                    <a:pt x="5164" y="10131"/>
                    <a:pt x="4747" y="10072"/>
                    <a:pt x="4489" y="9863"/>
                  </a:cubicBezTo>
                  <a:cubicBezTo>
                    <a:pt x="4482" y="9858"/>
                    <a:pt x="4475" y="9856"/>
                    <a:pt x="4469" y="9856"/>
                  </a:cubicBezTo>
                  <a:cubicBezTo>
                    <a:pt x="4442" y="9856"/>
                    <a:pt x="4424" y="9891"/>
                    <a:pt x="4453" y="9911"/>
                  </a:cubicBezTo>
                  <a:cubicBezTo>
                    <a:pt x="4608" y="10077"/>
                    <a:pt x="4798" y="10196"/>
                    <a:pt x="5001" y="10292"/>
                  </a:cubicBezTo>
                  <a:cubicBezTo>
                    <a:pt x="5203" y="10363"/>
                    <a:pt x="5406" y="10411"/>
                    <a:pt x="5620" y="10423"/>
                  </a:cubicBezTo>
                  <a:cubicBezTo>
                    <a:pt x="5688" y="10426"/>
                    <a:pt x="5756" y="10428"/>
                    <a:pt x="5824" y="10428"/>
                  </a:cubicBezTo>
                  <a:cubicBezTo>
                    <a:pt x="6232" y="10428"/>
                    <a:pt x="6637" y="10366"/>
                    <a:pt x="7025" y="10244"/>
                  </a:cubicBezTo>
                  <a:cubicBezTo>
                    <a:pt x="7942" y="9970"/>
                    <a:pt x="8739" y="9399"/>
                    <a:pt x="9299" y="8625"/>
                  </a:cubicBezTo>
                  <a:cubicBezTo>
                    <a:pt x="9382" y="8506"/>
                    <a:pt x="9311" y="8351"/>
                    <a:pt x="9168" y="8339"/>
                  </a:cubicBezTo>
                  <a:cubicBezTo>
                    <a:pt x="9263" y="8196"/>
                    <a:pt x="9370" y="8041"/>
                    <a:pt x="9466" y="7898"/>
                  </a:cubicBezTo>
                  <a:cubicBezTo>
                    <a:pt x="9478" y="7898"/>
                    <a:pt x="9501" y="7887"/>
                    <a:pt x="9513" y="7887"/>
                  </a:cubicBezTo>
                  <a:cubicBezTo>
                    <a:pt x="9745" y="7821"/>
                    <a:pt x="9975" y="7791"/>
                    <a:pt x="10203" y="7791"/>
                  </a:cubicBezTo>
                  <a:cubicBezTo>
                    <a:pt x="11336" y="7791"/>
                    <a:pt x="12403" y="8534"/>
                    <a:pt x="13157" y="9327"/>
                  </a:cubicBezTo>
                  <a:cubicBezTo>
                    <a:pt x="14204" y="10446"/>
                    <a:pt x="14954" y="11816"/>
                    <a:pt x="15335" y="13304"/>
                  </a:cubicBezTo>
                  <a:cubicBezTo>
                    <a:pt x="15728" y="14840"/>
                    <a:pt x="15740" y="16459"/>
                    <a:pt x="15371" y="18007"/>
                  </a:cubicBezTo>
                  <a:cubicBezTo>
                    <a:pt x="15062" y="19364"/>
                    <a:pt x="14490" y="20829"/>
                    <a:pt x="13371" y="21710"/>
                  </a:cubicBezTo>
                  <a:cubicBezTo>
                    <a:pt x="12861" y="22118"/>
                    <a:pt x="12232" y="22342"/>
                    <a:pt x="11577" y="22342"/>
                  </a:cubicBezTo>
                  <a:cubicBezTo>
                    <a:pt x="11544" y="22342"/>
                    <a:pt x="11511" y="22342"/>
                    <a:pt x="11478" y="22341"/>
                  </a:cubicBezTo>
                  <a:cubicBezTo>
                    <a:pt x="10835" y="22317"/>
                    <a:pt x="10192" y="22055"/>
                    <a:pt x="9811" y="21519"/>
                  </a:cubicBezTo>
                  <a:cubicBezTo>
                    <a:pt x="9776" y="21473"/>
                    <a:pt x="9722" y="21449"/>
                    <a:pt x="9667" y="21449"/>
                  </a:cubicBezTo>
                  <a:cubicBezTo>
                    <a:pt x="9609" y="21449"/>
                    <a:pt x="9550" y="21476"/>
                    <a:pt x="9513" y="21531"/>
                  </a:cubicBezTo>
                  <a:cubicBezTo>
                    <a:pt x="9156" y="22186"/>
                    <a:pt x="8704" y="22876"/>
                    <a:pt x="8001" y="23198"/>
                  </a:cubicBezTo>
                  <a:cubicBezTo>
                    <a:pt x="7720" y="23332"/>
                    <a:pt x="7425" y="23387"/>
                    <a:pt x="7127" y="23387"/>
                  </a:cubicBezTo>
                  <a:cubicBezTo>
                    <a:pt x="6629" y="23387"/>
                    <a:pt x="6126" y="23232"/>
                    <a:pt x="5679" y="23031"/>
                  </a:cubicBezTo>
                  <a:cubicBezTo>
                    <a:pt x="4953" y="22686"/>
                    <a:pt x="4286" y="22234"/>
                    <a:pt x="3691" y="21698"/>
                  </a:cubicBezTo>
                  <a:cubicBezTo>
                    <a:pt x="3096" y="21162"/>
                    <a:pt x="2572" y="20567"/>
                    <a:pt x="2131" y="19912"/>
                  </a:cubicBezTo>
                  <a:cubicBezTo>
                    <a:pt x="298" y="17245"/>
                    <a:pt x="0" y="13554"/>
                    <a:pt x="1715" y="10744"/>
                  </a:cubicBezTo>
                  <a:cubicBezTo>
                    <a:pt x="2167" y="9994"/>
                    <a:pt x="2786" y="9303"/>
                    <a:pt x="3596" y="8922"/>
                  </a:cubicBezTo>
                  <a:cubicBezTo>
                    <a:pt x="4051" y="8695"/>
                    <a:pt x="4553" y="8581"/>
                    <a:pt x="5057" y="8581"/>
                  </a:cubicBezTo>
                  <a:cubicBezTo>
                    <a:pt x="5317" y="8581"/>
                    <a:pt x="5579" y="8611"/>
                    <a:pt x="5834" y="8672"/>
                  </a:cubicBezTo>
                  <a:lnTo>
                    <a:pt x="5882" y="8494"/>
                  </a:lnTo>
                  <a:cubicBezTo>
                    <a:pt x="5532" y="8358"/>
                    <a:pt x="5160" y="8288"/>
                    <a:pt x="4787" y="8288"/>
                  </a:cubicBezTo>
                  <a:cubicBezTo>
                    <a:pt x="4475" y="8288"/>
                    <a:pt x="4161" y="8337"/>
                    <a:pt x="3858" y="8434"/>
                  </a:cubicBezTo>
                  <a:cubicBezTo>
                    <a:pt x="3048" y="8672"/>
                    <a:pt x="2370" y="9232"/>
                    <a:pt x="1858" y="9875"/>
                  </a:cubicBezTo>
                  <a:cubicBezTo>
                    <a:pt x="798" y="11220"/>
                    <a:pt x="286" y="13018"/>
                    <a:pt x="262" y="14721"/>
                  </a:cubicBezTo>
                  <a:cubicBezTo>
                    <a:pt x="226" y="16447"/>
                    <a:pt x="667" y="18150"/>
                    <a:pt x="1548" y="19638"/>
                  </a:cubicBezTo>
                  <a:cubicBezTo>
                    <a:pt x="2417" y="21114"/>
                    <a:pt x="3655" y="22329"/>
                    <a:pt x="5132" y="23186"/>
                  </a:cubicBezTo>
                  <a:cubicBezTo>
                    <a:pt x="5744" y="23526"/>
                    <a:pt x="6452" y="23787"/>
                    <a:pt x="7158" y="23787"/>
                  </a:cubicBezTo>
                  <a:cubicBezTo>
                    <a:pt x="7316" y="23787"/>
                    <a:pt x="7475" y="23774"/>
                    <a:pt x="7632" y="23746"/>
                  </a:cubicBezTo>
                  <a:cubicBezTo>
                    <a:pt x="8477" y="23603"/>
                    <a:pt x="9108" y="22984"/>
                    <a:pt x="9549" y="22257"/>
                  </a:cubicBezTo>
                  <a:cubicBezTo>
                    <a:pt x="9609" y="22162"/>
                    <a:pt x="9656" y="22067"/>
                    <a:pt x="9716" y="21972"/>
                  </a:cubicBezTo>
                  <a:cubicBezTo>
                    <a:pt x="10215" y="22492"/>
                    <a:pt x="10925" y="22741"/>
                    <a:pt x="11645" y="22741"/>
                  </a:cubicBezTo>
                  <a:cubicBezTo>
                    <a:pt x="12111" y="22741"/>
                    <a:pt x="12581" y="22637"/>
                    <a:pt x="13002" y="22436"/>
                  </a:cubicBezTo>
                  <a:cubicBezTo>
                    <a:pt x="14371" y="21769"/>
                    <a:pt x="15133" y="20281"/>
                    <a:pt x="15574" y="18888"/>
                  </a:cubicBezTo>
                  <a:cubicBezTo>
                    <a:pt x="16097" y="17257"/>
                    <a:pt x="16205" y="15530"/>
                    <a:pt x="15907" y="13840"/>
                  </a:cubicBezTo>
                  <a:cubicBezTo>
                    <a:pt x="15609" y="12208"/>
                    <a:pt x="14895" y="10684"/>
                    <a:pt x="13835" y="9411"/>
                  </a:cubicBezTo>
                  <a:cubicBezTo>
                    <a:pt x="12944" y="8369"/>
                    <a:pt x="11646" y="7337"/>
                    <a:pt x="10229" y="7337"/>
                  </a:cubicBezTo>
                  <a:cubicBezTo>
                    <a:pt x="10075" y="7337"/>
                    <a:pt x="9920" y="7349"/>
                    <a:pt x="9763" y="7375"/>
                  </a:cubicBezTo>
                  <a:cubicBezTo>
                    <a:pt x="10525" y="5958"/>
                    <a:pt x="10942" y="4291"/>
                    <a:pt x="11311" y="2767"/>
                  </a:cubicBezTo>
                  <a:cubicBezTo>
                    <a:pt x="11525" y="1910"/>
                    <a:pt x="11716" y="1040"/>
                    <a:pt x="12014" y="207"/>
                  </a:cubicBezTo>
                  <a:cubicBezTo>
                    <a:pt x="12053" y="100"/>
                    <a:pt x="11972" y="1"/>
                    <a:pt x="118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3225;p63"/>
            <p:cNvSpPr/>
            <p:nvPr/>
          </p:nvSpPr>
          <p:spPr>
            <a:xfrm>
              <a:off x="5572125" y="4040200"/>
              <a:ext cx="97650" cy="158375"/>
            </a:xfrm>
            <a:custGeom>
              <a:avLst/>
              <a:gdLst/>
              <a:ahLst/>
              <a:cxnLst/>
              <a:rect l="l" t="t" r="r" b="b"/>
              <a:pathLst>
                <a:path w="3906" h="6335" extrusionOk="0">
                  <a:moveTo>
                    <a:pt x="1393" y="1"/>
                  </a:moveTo>
                  <a:cubicBezTo>
                    <a:pt x="1274" y="25"/>
                    <a:pt x="1167" y="60"/>
                    <a:pt x="1048" y="96"/>
                  </a:cubicBezTo>
                  <a:cubicBezTo>
                    <a:pt x="750" y="179"/>
                    <a:pt x="452" y="287"/>
                    <a:pt x="155" y="382"/>
                  </a:cubicBezTo>
                  <a:cubicBezTo>
                    <a:pt x="48" y="406"/>
                    <a:pt x="0" y="537"/>
                    <a:pt x="71" y="620"/>
                  </a:cubicBezTo>
                  <a:cubicBezTo>
                    <a:pt x="810" y="1501"/>
                    <a:pt x="1500" y="2430"/>
                    <a:pt x="2119" y="3406"/>
                  </a:cubicBezTo>
                  <a:cubicBezTo>
                    <a:pt x="2417" y="3882"/>
                    <a:pt x="2691" y="4359"/>
                    <a:pt x="2941" y="4847"/>
                  </a:cubicBezTo>
                  <a:lnTo>
                    <a:pt x="2893" y="5037"/>
                  </a:lnTo>
                  <a:cubicBezTo>
                    <a:pt x="2953" y="5049"/>
                    <a:pt x="3012" y="5061"/>
                    <a:pt x="3060" y="5085"/>
                  </a:cubicBezTo>
                  <a:cubicBezTo>
                    <a:pt x="3274" y="5502"/>
                    <a:pt x="3465" y="5930"/>
                    <a:pt x="3691" y="6335"/>
                  </a:cubicBezTo>
                  <a:lnTo>
                    <a:pt x="3905" y="6275"/>
                  </a:lnTo>
                  <a:cubicBezTo>
                    <a:pt x="3620" y="5454"/>
                    <a:pt x="3262" y="4656"/>
                    <a:pt x="2810" y="3918"/>
                  </a:cubicBezTo>
                  <a:cubicBezTo>
                    <a:pt x="2369" y="3120"/>
                    <a:pt x="1857" y="2346"/>
                    <a:pt x="1298" y="1620"/>
                  </a:cubicBezTo>
                  <a:cubicBezTo>
                    <a:pt x="1024" y="1251"/>
                    <a:pt x="726" y="906"/>
                    <a:pt x="417" y="572"/>
                  </a:cubicBezTo>
                  <a:cubicBezTo>
                    <a:pt x="595" y="501"/>
                    <a:pt x="774" y="430"/>
                    <a:pt x="953" y="370"/>
                  </a:cubicBezTo>
                  <a:cubicBezTo>
                    <a:pt x="1107" y="310"/>
                    <a:pt x="1262" y="263"/>
                    <a:pt x="1417" y="239"/>
                  </a:cubicBezTo>
                  <a:lnTo>
                    <a:pt x="139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0" name="Google Shape;3230;p64"/>
          <p:cNvSpPr txBox="1">
            <a:spLocks noGrp="1"/>
          </p:cNvSpPr>
          <p:nvPr>
            <p:ph type="title"/>
          </p:nvPr>
        </p:nvSpPr>
        <p:spPr>
          <a:xfrm>
            <a:off x="758775" y="405130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Great science museums for kids</a:t>
            </a:r>
            <a:endParaRPr/>
          </a:p>
        </p:txBody>
      </p:sp>
      <p:sp>
        <p:nvSpPr>
          <p:cNvPr id="3231" name="Google Shape;3231;p64"/>
          <p:cNvSpPr txBox="1"/>
          <p:nvPr/>
        </p:nvSpPr>
        <p:spPr>
          <a:xfrm>
            <a:off x="6080100" y="1460265"/>
            <a:ext cx="23505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2"/>
                </a:solidFill>
                <a:latin typeface="Viga"/>
                <a:ea typeface="Viga"/>
                <a:cs typeface="Viga"/>
                <a:sym typeface="Viga"/>
              </a:rPr>
              <a:t>Fly kids</a:t>
            </a:r>
            <a:endParaRPr sz="2400">
              <a:solidFill>
                <a:schemeClr val="accent2"/>
              </a:solidFill>
              <a:latin typeface="Viga"/>
              <a:ea typeface="Viga"/>
              <a:cs typeface="Viga"/>
              <a:sym typeface="Viga"/>
            </a:endParaRPr>
          </a:p>
        </p:txBody>
      </p:sp>
      <p:sp>
        <p:nvSpPr>
          <p:cNvPr id="3232" name="Google Shape;3232;p64"/>
          <p:cNvSpPr txBox="1"/>
          <p:nvPr/>
        </p:nvSpPr>
        <p:spPr>
          <a:xfrm>
            <a:off x="6080050" y="1802566"/>
            <a:ext cx="2350500" cy="2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Jupiter is a gas giant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33" name="Google Shape;3233;p64"/>
          <p:cNvSpPr txBox="1"/>
          <p:nvPr/>
        </p:nvSpPr>
        <p:spPr>
          <a:xfrm>
            <a:off x="6080100" y="2500278"/>
            <a:ext cx="23505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2"/>
                </a:solidFill>
                <a:latin typeface="Viga"/>
                <a:ea typeface="Viga"/>
                <a:cs typeface="Viga"/>
                <a:sym typeface="Viga"/>
              </a:rPr>
              <a:t>Science garden</a:t>
            </a:r>
            <a:endParaRPr sz="2400">
              <a:solidFill>
                <a:schemeClr val="accent2"/>
              </a:solidFill>
              <a:latin typeface="Viga"/>
              <a:ea typeface="Viga"/>
              <a:cs typeface="Viga"/>
              <a:sym typeface="Viga"/>
            </a:endParaRPr>
          </a:p>
        </p:txBody>
      </p:sp>
      <p:sp>
        <p:nvSpPr>
          <p:cNvPr id="3234" name="Google Shape;3234;p64"/>
          <p:cNvSpPr txBox="1"/>
          <p:nvPr/>
        </p:nvSpPr>
        <p:spPr>
          <a:xfrm>
            <a:off x="6080100" y="2875267"/>
            <a:ext cx="2350500" cy="2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Earth is where we live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35" name="Google Shape;3235;p64"/>
          <p:cNvSpPr txBox="1"/>
          <p:nvPr/>
        </p:nvSpPr>
        <p:spPr>
          <a:xfrm>
            <a:off x="6080100" y="3554042"/>
            <a:ext cx="23505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2"/>
                </a:solidFill>
                <a:latin typeface="Viga"/>
                <a:ea typeface="Viga"/>
                <a:cs typeface="Viga"/>
                <a:sym typeface="Viga"/>
              </a:rPr>
              <a:t>Hall of science</a:t>
            </a:r>
            <a:endParaRPr sz="2400">
              <a:solidFill>
                <a:schemeClr val="accent2"/>
              </a:solidFill>
              <a:latin typeface="Viga"/>
              <a:ea typeface="Viga"/>
              <a:cs typeface="Viga"/>
              <a:sym typeface="Viga"/>
            </a:endParaRPr>
          </a:p>
        </p:txBody>
      </p:sp>
      <p:sp>
        <p:nvSpPr>
          <p:cNvPr id="3236" name="Google Shape;3236;p64"/>
          <p:cNvSpPr txBox="1"/>
          <p:nvPr/>
        </p:nvSpPr>
        <p:spPr>
          <a:xfrm>
            <a:off x="6080050" y="3929040"/>
            <a:ext cx="2350500" cy="2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Mars is a cold place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237" name="Google Shape;3237;p64"/>
          <p:cNvGrpSpPr/>
          <p:nvPr/>
        </p:nvGrpSpPr>
        <p:grpSpPr>
          <a:xfrm>
            <a:off x="1038084" y="1346524"/>
            <a:ext cx="4118681" cy="2708336"/>
            <a:chOff x="235800" y="830650"/>
            <a:chExt cx="6978450" cy="4588844"/>
          </a:xfrm>
        </p:grpSpPr>
        <p:sp>
          <p:nvSpPr>
            <p:cNvPr id="3238" name="Google Shape;3238;p64"/>
            <p:cNvSpPr/>
            <p:nvPr/>
          </p:nvSpPr>
          <p:spPr>
            <a:xfrm>
              <a:off x="235800" y="1224769"/>
              <a:ext cx="2592225" cy="4194725"/>
            </a:xfrm>
            <a:custGeom>
              <a:avLst/>
              <a:gdLst/>
              <a:ahLst/>
              <a:cxnLst/>
              <a:rect l="l" t="t" r="r" b="b"/>
              <a:pathLst>
                <a:path w="103689" h="167789" extrusionOk="0">
                  <a:moveTo>
                    <a:pt x="13807" y="0"/>
                  </a:moveTo>
                  <a:cubicBezTo>
                    <a:pt x="11526" y="0"/>
                    <a:pt x="9194" y="921"/>
                    <a:pt x="7431" y="2357"/>
                  </a:cubicBezTo>
                  <a:cubicBezTo>
                    <a:pt x="6418" y="3183"/>
                    <a:pt x="7559" y="5231"/>
                    <a:pt x="8433" y="6203"/>
                  </a:cubicBezTo>
                  <a:cubicBezTo>
                    <a:pt x="9308" y="7175"/>
                    <a:pt x="10393" y="8259"/>
                    <a:pt x="10189" y="9549"/>
                  </a:cubicBezTo>
                  <a:cubicBezTo>
                    <a:pt x="9355" y="9975"/>
                    <a:pt x="8287" y="10084"/>
                    <a:pt x="7292" y="10084"/>
                  </a:cubicBezTo>
                  <a:cubicBezTo>
                    <a:pt x="7024" y="10084"/>
                    <a:pt x="6762" y="10076"/>
                    <a:pt x="6511" y="10065"/>
                  </a:cubicBezTo>
                  <a:cubicBezTo>
                    <a:pt x="6102" y="10046"/>
                    <a:pt x="5686" y="9992"/>
                    <a:pt x="5277" y="9992"/>
                  </a:cubicBezTo>
                  <a:cubicBezTo>
                    <a:pt x="4990" y="9992"/>
                    <a:pt x="4705" y="10019"/>
                    <a:pt x="4430" y="10104"/>
                  </a:cubicBezTo>
                  <a:cubicBezTo>
                    <a:pt x="3763" y="10310"/>
                    <a:pt x="3182" y="11034"/>
                    <a:pt x="3440" y="11683"/>
                  </a:cubicBezTo>
                  <a:cubicBezTo>
                    <a:pt x="2981" y="12481"/>
                    <a:pt x="2431" y="12899"/>
                    <a:pt x="2962" y="13650"/>
                  </a:cubicBezTo>
                  <a:cubicBezTo>
                    <a:pt x="3377" y="14235"/>
                    <a:pt x="4081" y="14716"/>
                    <a:pt x="4076" y="15434"/>
                  </a:cubicBezTo>
                  <a:cubicBezTo>
                    <a:pt x="4071" y="16003"/>
                    <a:pt x="3591" y="16462"/>
                    <a:pt x="3082" y="16719"/>
                  </a:cubicBezTo>
                  <a:cubicBezTo>
                    <a:pt x="2572" y="16973"/>
                    <a:pt x="2000" y="17102"/>
                    <a:pt x="1518" y="17408"/>
                  </a:cubicBezTo>
                  <a:cubicBezTo>
                    <a:pt x="13" y="18366"/>
                    <a:pt x="0" y="20519"/>
                    <a:pt x="159" y="22295"/>
                  </a:cubicBezTo>
                  <a:cubicBezTo>
                    <a:pt x="1133" y="23491"/>
                    <a:pt x="1285" y="25550"/>
                    <a:pt x="817" y="27017"/>
                  </a:cubicBezTo>
                  <a:cubicBezTo>
                    <a:pt x="639" y="27577"/>
                    <a:pt x="351" y="28172"/>
                    <a:pt x="552" y="28724"/>
                  </a:cubicBezTo>
                  <a:cubicBezTo>
                    <a:pt x="782" y="29356"/>
                    <a:pt x="1526" y="29605"/>
                    <a:pt x="2177" y="29773"/>
                  </a:cubicBezTo>
                  <a:cubicBezTo>
                    <a:pt x="2891" y="29958"/>
                    <a:pt x="3669" y="30130"/>
                    <a:pt x="4408" y="30130"/>
                  </a:cubicBezTo>
                  <a:cubicBezTo>
                    <a:pt x="5109" y="30130"/>
                    <a:pt x="5775" y="29975"/>
                    <a:pt x="6314" y="29528"/>
                  </a:cubicBezTo>
                  <a:cubicBezTo>
                    <a:pt x="7583" y="28478"/>
                    <a:pt x="9157" y="28121"/>
                    <a:pt x="10834" y="28121"/>
                  </a:cubicBezTo>
                  <a:cubicBezTo>
                    <a:pt x="13016" y="28121"/>
                    <a:pt x="15374" y="28725"/>
                    <a:pt x="17464" y="29196"/>
                  </a:cubicBezTo>
                  <a:cubicBezTo>
                    <a:pt x="18740" y="29482"/>
                    <a:pt x="20083" y="29952"/>
                    <a:pt x="20830" y="31028"/>
                  </a:cubicBezTo>
                  <a:cubicBezTo>
                    <a:pt x="21824" y="32461"/>
                    <a:pt x="21400" y="34451"/>
                    <a:pt x="20580" y="35993"/>
                  </a:cubicBezTo>
                  <a:cubicBezTo>
                    <a:pt x="19762" y="37533"/>
                    <a:pt x="18587" y="38903"/>
                    <a:pt x="18068" y="40567"/>
                  </a:cubicBezTo>
                  <a:cubicBezTo>
                    <a:pt x="17582" y="42129"/>
                    <a:pt x="17717" y="43806"/>
                    <a:pt x="17859" y="45436"/>
                  </a:cubicBezTo>
                  <a:cubicBezTo>
                    <a:pt x="18032" y="47441"/>
                    <a:pt x="18242" y="49554"/>
                    <a:pt x="19405" y="51198"/>
                  </a:cubicBezTo>
                  <a:cubicBezTo>
                    <a:pt x="20624" y="52922"/>
                    <a:pt x="21392" y="55494"/>
                    <a:pt x="21294" y="57601"/>
                  </a:cubicBezTo>
                  <a:cubicBezTo>
                    <a:pt x="21216" y="59294"/>
                    <a:pt x="20619" y="60958"/>
                    <a:pt x="20775" y="62645"/>
                  </a:cubicBezTo>
                  <a:cubicBezTo>
                    <a:pt x="21057" y="65704"/>
                    <a:pt x="23699" y="67999"/>
                    <a:pt x="26397" y="69471"/>
                  </a:cubicBezTo>
                  <a:cubicBezTo>
                    <a:pt x="29219" y="71013"/>
                    <a:pt x="31651" y="73637"/>
                    <a:pt x="32623" y="76701"/>
                  </a:cubicBezTo>
                  <a:cubicBezTo>
                    <a:pt x="33112" y="78241"/>
                    <a:pt x="33257" y="79868"/>
                    <a:pt x="33688" y="81425"/>
                  </a:cubicBezTo>
                  <a:cubicBezTo>
                    <a:pt x="34432" y="84119"/>
                    <a:pt x="36051" y="86565"/>
                    <a:pt x="38239" y="88307"/>
                  </a:cubicBezTo>
                  <a:cubicBezTo>
                    <a:pt x="39834" y="89575"/>
                    <a:pt x="42451" y="90023"/>
                    <a:pt x="44455" y="90388"/>
                  </a:cubicBezTo>
                  <a:cubicBezTo>
                    <a:pt x="45495" y="90578"/>
                    <a:pt x="46617" y="90728"/>
                    <a:pt x="47400" y="91437"/>
                  </a:cubicBezTo>
                  <a:cubicBezTo>
                    <a:pt x="47762" y="91764"/>
                    <a:pt x="48023" y="92187"/>
                    <a:pt x="48369" y="92530"/>
                  </a:cubicBezTo>
                  <a:cubicBezTo>
                    <a:pt x="50044" y="94188"/>
                    <a:pt x="53127" y="93507"/>
                    <a:pt x="54821" y="95145"/>
                  </a:cubicBezTo>
                  <a:cubicBezTo>
                    <a:pt x="55259" y="95566"/>
                    <a:pt x="55558" y="96107"/>
                    <a:pt x="55941" y="96579"/>
                  </a:cubicBezTo>
                  <a:cubicBezTo>
                    <a:pt x="56887" y="97736"/>
                    <a:pt x="58370" y="98428"/>
                    <a:pt x="59861" y="98428"/>
                  </a:cubicBezTo>
                  <a:cubicBezTo>
                    <a:pt x="60003" y="98428"/>
                    <a:pt x="60145" y="98421"/>
                    <a:pt x="60286" y="98409"/>
                  </a:cubicBezTo>
                  <a:lnTo>
                    <a:pt x="60286" y="98409"/>
                  </a:lnTo>
                  <a:cubicBezTo>
                    <a:pt x="59905" y="99653"/>
                    <a:pt x="61397" y="101114"/>
                    <a:pt x="60936" y="102330"/>
                  </a:cubicBezTo>
                  <a:cubicBezTo>
                    <a:pt x="60565" y="103312"/>
                    <a:pt x="59445" y="103741"/>
                    <a:pt x="58674" y="104452"/>
                  </a:cubicBezTo>
                  <a:cubicBezTo>
                    <a:pt x="57337" y="105685"/>
                    <a:pt x="57129" y="107795"/>
                    <a:pt x="57705" y="109521"/>
                  </a:cubicBezTo>
                  <a:cubicBezTo>
                    <a:pt x="58282" y="111246"/>
                    <a:pt x="59498" y="112671"/>
                    <a:pt x="60717" y="114022"/>
                  </a:cubicBezTo>
                  <a:cubicBezTo>
                    <a:pt x="62978" y="116530"/>
                    <a:pt x="65696" y="117746"/>
                    <a:pt x="68148" y="120066"/>
                  </a:cubicBezTo>
                  <a:cubicBezTo>
                    <a:pt x="70420" y="122216"/>
                    <a:pt x="70937" y="125696"/>
                    <a:pt x="70438" y="128784"/>
                  </a:cubicBezTo>
                  <a:cubicBezTo>
                    <a:pt x="69938" y="131872"/>
                    <a:pt x="68585" y="134744"/>
                    <a:pt x="67620" y="137718"/>
                  </a:cubicBezTo>
                  <a:cubicBezTo>
                    <a:pt x="65814" y="143276"/>
                    <a:pt x="65376" y="149382"/>
                    <a:pt x="67102" y="154963"/>
                  </a:cubicBezTo>
                  <a:cubicBezTo>
                    <a:pt x="68828" y="160546"/>
                    <a:pt x="72869" y="165522"/>
                    <a:pt x="78283" y="167717"/>
                  </a:cubicBezTo>
                  <a:cubicBezTo>
                    <a:pt x="78404" y="167766"/>
                    <a:pt x="78530" y="167788"/>
                    <a:pt x="78658" y="167788"/>
                  </a:cubicBezTo>
                  <a:cubicBezTo>
                    <a:pt x="79167" y="167788"/>
                    <a:pt x="79705" y="167444"/>
                    <a:pt x="80056" y="167066"/>
                  </a:cubicBezTo>
                  <a:cubicBezTo>
                    <a:pt x="80495" y="166591"/>
                    <a:pt x="80589" y="165833"/>
                    <a:pt x="80281" y="165265"/>
                  </a:cubicBezTo>
                  <a:cubicBezTo>
                    <a:pt x="79304" y="163467"/>
                    <a:pt x="77566" y="161932"/>
                    <a:pt x="76298" y="160326"/>
                  </a:cubicBezTo>
                  <a:cubicBezTo>
                    <a:pt x="75898" y="159821"/>
                    <a:pt x="75478" y="159248"/>
                    <a:pt x="75530" y="158607"/>
                  </a:cubicBezTo>
                  <a:cubicBezTo>
                    <a:pt x="75589" y="157886"/>
                    <a:pt x="76208" y="157367"/>
                    <a:pt x="76666" y="156807"/>
                  </a:cubicBezTo>
                  <a:cubicBezTo>
                    <a:pt x="77361" y="155947"/>
                    <a:pt x="77729" y="154867"/>
                    <a:pt x="77704" y="153762"/>
                  </a:cubicBezTo>
                  <a:cubicBezTo>
                    <a:pt x="77674" y="152733"/>
                    <a:pt x="77075" y="151726"/>
                    <a:pt x="77111" y="150697"/>
                  </a:cubicBezTo>
                  <a:cubicBezTo>
                    <a:pt x="77146" y="149667"/>
                    <a:pt x="77701" y="148583"/>
                    <a:pt x="78676" y="148251"/>
                  </a:cubicBezTo>
                  <a:cubicBezTo>
                    <a:pt x="79120" y="148100"/>
                    <a:pt x="79614" y="148115"/>
                    <a:pt x="80042" y="147926"/>
                  </a:cubicBezTo>
                  <a:cubicBezTo>
                    <a:pt x="81453" y="147303"/>
                    <a:pt x="81228" y="145153"/>
                    <a:pt x="82249" y="143996"/>
                  </a:cubicBezTo>
                  <a:cubicBezTo>
                    <a:pt x="82722" y="143460"/>
                    <a:pt x="83419" y="143193"/>
                    <a:pt x="84064" y="142883"/>
                  </a:cubicBezTo>
                  <a:cubicBezTo>
                    <a:pt x="86792" y="141571"/>
                    <a:pt x="89035" y="138972"/>
                    <a:pt x="89283" y="135957"/>
                  </a:cubicBezTo>
                  <a:cubicBezTo>
                    <a:pt x="89483" y="133544"/>
                    <a:pt x="88605" y="130615"/>
                    <a:pt x="90438" y="129034"/>
                  </a:cubicBezTo>
                  <a:cubicBezTo>
                    <a:pt x="91238" y="128344"/>
                    <a:pt x="92244" y="128199"/>
                    <a:pt x="93314" y="128199"/>
                  </a:cubicBezTo>
                  <a:cubicBezTo>
                    <a:pt x="94087" y="128199"/>
                    <a:pt x="94894" y="128275"/>
                    <a:pt x="95682" y="128275"/>
                  </a:cubicBezTo>
                  <a:cubicBezTo>
                    <a:pt x="96098" y="128275"/>
                    <a:pt x="96509" y="128254"/>
                    <a:pt x="96908" y="128189"/>
                  </a:cubicBezTo>
                  <a:cubicBezTo>
                    <a:pt x="97800" y="128044"/>
                    <a:pt x="98396" y="127214"/>
                    <a:pt x="98814" y="126412"/>
                  </a:cubicBezTo>
                  <a:cubicBezTo>
                    <a:pt x="99231" y="125609"/>
                    <a:pt x="99280" y="124658"/>
                    <a:pt x="99129" y="123766"/>
                  </a:cubicBezTo>
                  <a:cubicBezTo>
                    <a:pt x="98945" y="122668"/>
                    <a:pt x="98473" y="121597"/>
                    <a:pt x="98577" y="120489"/>
                  </a:cubicBezTo>
                  <a:cubicBezTo>
                    <a:pt x="98723" y="118930"/>
                    <a:pt x="99942" y="117730"/>
                    <a:pt x="100886" y="116480"/>
                  </a:cubicBezTo>
                  <a:cubicBezTo>
                    <a:pt x="102003" y="114998"/>
                    <a:pt x="102797" y="113297"/>
                    <a:pt x="103214" y="111488"/>
                  </a:cubicBezTo>
                  <a:cubicBezTo>
                    <a:pt x="103689" y="109429"/>
                    <a:pt x="102371" y="106997"/>
                    <a:pt x="100524" y="105970"/>
                  </a:cubicBezTo>
                  <a:cubicBezTo>
                    <a:pt x="98677" y="104943"/>
                    <a:pt x="96462" y="104915"/>
                    <a:pt x="94350" y="104853"/>
                  </a:cubicBezTo>
                  <a:cubicBezTo>
                    <a:pt x="92237" y="104794"/>
                    <a:pt x="89999" y="104633"/>
                    <a:pt x="88273" y="103414"/>
                  </a:cubicBezTo>
                  <a:cubicBezTo>
                    <a:pt x="86692" y="102296"/>
                    <a:pt x="85799" y="100469"/>
                    <a:pt x="84550" y="98991"/>
                  </a:cubicBezTo>
                  <a:cubicBezTo>
                    <a:pt x="82441" y="96497"/>
                    <a:pt x="79375" y="95057"/>
                    <a:pt x="76410" y="93690"/>
                  </a:cubicBezTo>
                  <a:cubicBezTo>
                    <a:pt x="75559" y="93298"/>
                    <a:pt x="74630" y="92901"/>
                    <a:pt x="73720" y="92901"/>
                  </a:cubicBezTo>
                  <a:cubicBezTo>
                    <a:pt x="73431" y="92901"/>
                    <a:pt x="73144" y="92941"/>
                    <a:pt x="72862" y="93034"/>
                  </a:cubicBezTo>
                  <a:cubicBezTo>
                    <a:pt x="72400" y="93185"/>
                    <a:pt x="71985" y="93473"/>
                    <a:pt x="71508" y="93564"/>
                  </a:cubicBezTo>
                  <a:cubicBezTo>
                    <a:pt x="71390" y="93586"/>
                    <a:pt x="71274" y="93597"/>
                    <a:pt x="71159" y="93597"/>
                  </a:cubicBezTo>
                  <a:cubicBezTo>
                    <a:pt x="70006" y="93597"/>
                    <a:pt x="69033" y="92520"/>
                    <a:pt x="67966" y="91944"/>
                  </a:cubicBezTo>
                  <a:cubicBezTo>
                    <a:pt x="67424" y="91651"/>
                    <a:pt x="66830" y="91518"/>
                    <a:pt x="66231" y="91518"/>
                  </a:cubicBezTo>
                  <a:cubicBezTo>
                    <a:pt x="64138" y="91518"/>
                    <a:pt x="61986" y="93147"/>
                    <a:pt x="61817" y="95293"/>
                  </a:cubicBezTo>
                  <a:cubicBezTo>
                    <a:pt x="61476" y="95410"/>
                    <a:pt x="61056" y="95468"/>
                    <a:pt x="60611" y="95468"/>
                  </a:cubicBezTo>
                  <a:cubicBezTo>
                    <a:pt x="59413" y="95468"/>
                    <a:pt x="58031" y="95047"/>
                    <a:pt x="57510" y="94228"/>
                  </a:cubicBezTo>
                  <a:cubicBezTo>
                    <a:pt x="56995" y="93419"/>
                    <a:pt x="56789" y="92287"/>
                    <a:pt x="55904" y="91918"/>
                  </a:cubicBezTo>
                  <a:cubicBezTo>
                    <a:pt x="55432" y="91722"/>
                    <a:pt x="54840" y="91796"/>
                    <a:pt x="54455" y="91458"/>
                  </a:cubicBezTo>
                  <a:cubicBezTo>
                    <a:pt x="53818" y="90898"/>
                    <a:pt x="54313" y="89881"/>
                    <a:pt x="54428" y="89040"/>
                  </a:cubicBezTo>
                  <a:cubicBezTo>
                    <a:pt x="54609" y="87696"/>
                    <a:pt x="53607" y="86419"/>
                    <a:pt x="52383" y="85834"/>
                  </a:cubicBezTo>
                  <a:cubicBezTo>
                    <a:pt x="51161" y="85249"/>
                    <a:pt x="49761" y="85202"/>
                    <a:pt x="48407" y="85159"/>
                  </a:cubicBezTo>
                  <a:cubicBezTo>
                    <a:pt x="47051" y="85115"/>
                    <a:pt x="45649" y="85054"/>
                    <a:pt x="44436" y="84447"/>
                  </a:cubicBezTo>
                  <a:cubicBezTo>
                    <a:pt x="42077" y="83264"/>
                    <a:pt x="41111" y="80063"/>
                    <a:pt x="42146" y="77635"/>
                  </a:cubicBezTo>
                  <a:cubicBezTo>
                    <a:pt x="43156" y="75267"/>
                    <a:pt x="45760" y="73783"/>
                    <a:pt x="48337" y="73783"/>
                  </a:cubicBezTo>
                  <a:cubicBezTo>
                    <a:pt x="48401" y="73783"/>
                    <a:pt x="48464" y="73784"/>
                    <a:pt x="48528" y="73786"/>
                  </a:cubicBezTo>
                  <a:cubicBezTo>
                    <a:pt x="51112" y="73862"/>
                    <a:pt x="53842" y="75749"/>
                    <a:pt x="53870" y="78335"/>
                  </a:cubicBezTo>
                  <a:cubicBezTo>
                    <a:pt x="53875" y="78746"/>
                    <a:pt x="54287" y="78928"/>
                    <a:pt x="54735" y="78928"/>
                  </a:cubicBezTo>
                  <a:cubicBezTo>
                    <a:pt x="55004" y="78928"/>
                    <a:pt x="55285" y="78863"/>
                    <a:pt x="55498" y="78741"/>
                  </a:cubicBezTo>
                  <a:cubicBezTo>
                    <a:pt x="56067" y="78416"/>
                    <a:pt x="56365" y="77760"/>
                    <a:pt x="56505" y="77119"/>
                  </a:cubicBezTo>
                  <a:cubicBezTo>
                    <a:pt x="56645" y="76478"/>
                    <a:pt x="56664" y="75812"/>
                    <a:pt x="56860" y="75186"/>
                  </a:cubicBezTo>
                  <a:cubicBezTo>
                    <a:pt x="57310" y="73749"/>
                    <a:pt x="58757" y="72690"/>
                    <a:pt x="60261" y="72690"/>
                  </a:cubicBezTo>
                  <a:cubicBezTo>
                    <a:pt x="60273" y="72690"/>
                    <a:pt x="60285" y="72690"/>
                    <a:pt x="60297" y="72690"/>
                  </a:cubicBezTo>
                  <a:cubicBezTo>
                    <a:pt x="60306" y="72690"/>
                    <a:pt x="60314" y="72690"/>
                    <a:pt x="60323" y="72690"/>
                  </a:cubicBezTo>
                  <a:cubicBezTo>
                    <a:pt x="61893" y="72690"/>
                    <a:pt x="62998" y="71122"/>
                    <a:pt x="64116" y="70013"/>
                  </a:cubicBezTo>
                  <a:cubicBezTo>
                    <a:pt x="65241" y="68896"/>
                    <a:pt x="65913" y="67214"/>
                    <a:pt x="65469" y="65693"/>
                  </a:cubicBezTo>
                  <a:cubicBezTo>
                    <a:pt x="65229" y="64873"/>
                    <a:pt x="64683" y="64046"/>
                    <a:pt x="64956" y="63238"/>
                  </a:cubicBezTo>
                  <a:cubicBezTo>
                    <a:pt x="65170" y="62604"/>
                    <a:pt x="65822" y="62237"/>
                    <a:pt x="66438" y="61978"/>
                  </a:cubicBezTo>
                  <a:cubicBezTo>
                    <a:pt x="67992" y="61328"/>
                    <a:pt x="69657" y="60995"/>
                    <a:pt x="71338" y="60995"/>
                  </a:cubicBezTo>
                  <a:cubicBezTo>
                    <a:pt x="71514" y="60995"/>
                    <a:pt x="71689" y="60998"/>
                    <a:pt x="71865" y="61005"/>
                  </a:cubicBezTo>
                  <a:cubicBezTo>
                    <a:pt x="71916" y="61008"/>
                    <a:pt x="71966" y="61009"/>
                    <a:pt x="72016" y="61009"/>
                  </a:cubicBezTo>
                  <a:cubicBezTo>
                    <a:pt x="73530" y="61009"/>
                    <a:pt x="74333" y="60016"/>
                    <a:pt x="75129" y="58671"/>
                  </a:cubicBezTo>
                  <a:cubicBezTo>
                    <a:pt x="75724" y="57667"/>
                    <a:pt x="75988" y="56400"/>
                    <a:pt x="76935" y="55719"/>
                  </a:cubicBezTo>
                  <a:cubicBezTo>
                    <a:pt x="77461" y="55341"/>
                    <a:pt x="78061" y="55227"/>
                    <a:pt x="78697" y="55227"/>
                  </a:cubicBezTo>
                  <a:cubicBezTo>
                    <a:pt x="79669" y="55227"/>
                    <a:pt x="80723" y="55493"/>
                    <a:pt x="81724" y="55493"/>
                  </a:cubicBezTo>
                  <a:cubicBezTo>
                    <a:pt x="81835" y="55493"/>
                    <a:pt x="81945" y="55490"/>
                    <a:pt x="82055" y="55483"/>
                  </a:cubicBezTo>
                  <a:cubicBezTo>
                    <a:pt x="84597" y="55311"/>
                    <a:pt x="86582" y="52458"/>
                    <a:pt x="85860" y="50015"/>
                  </a:cubicBezTo>
                  <a:cubicBezTo>
                    <a:pt x="85517" y="48852"/>
                    <a:pt x="84704" y="47901"/>
                    <a:pt x="84043" y="46884"/>
                  </a:cubicBezTo>
                  <a:cubicBezTo>
                    <a:pt x="83131" y="45481"/>
                    <a:pt x="82492" y="43918"/>
                    <a:pt x="82159" y="42277"/>
                  </a:cubicBezTo>
                  <a:cubicBezTo>
                    <a:pt x="81854" y="40773"/>
                    <a:pt x="81767" y="39118"/>
                    <a:pt x="80776" y="37947"/>
                  </a:cubicBezTo>
                  <a:cubicBezTo>
                    <a:pt x="79227" y="38020"/>
                    <a:pt x="77350" y="37975"/>
                    <a:pt x="75971" y="38686"/>
                  </a:cubicBezTo>
                  <a:cubicBezTo>
                    <a:pt x="75699" y="37108"/>
                    <a:pt x="75398" y="35461"/>
                    <a:pt x="74423" y="34192"/>
                  </a:cubicBezTo>
                  <a:cubicBezTo>
                    <a:pt x="73732" y="33291"/>
                    <a:pt x="72587" y="32657"/>
                    <a:pt x="71488" y="32657"/>
                  </a:cubicBezTo>
                  <a:cubicBezTo>
                    <a:pt x="71039" y="32657"/>
                    <a:pt x="70597" y="32763"/>
                    <a:pt x="70198" y="32999"/>
                  </a:cubicBezTo>
                  <a:cubicBezTo>
                    <a:pt x="68851" y="33794"/>
                    <a:pt x="68559" y="35642"/>
                    <a:pt x="68807" y="37187"/>
                  </a:cubicBezTo>
                  <a:cubicBezTo>
                    <a:pt x="69057" y="38731"/>
                    <a:pt x="69698" y="40227"/>
                    <a:pt x="69655" y="41791"/>
                  </a:cubicBezTo>
                  <a:cubicBezTo>
                    <a:pt x="69615" y="43336"/>
                    <a:pt x="68552" y="45042"/>
                    <a:pt x="67017" y="45042"/>
                  </a:cubicBezTo>
                  <a:cubicBezTo>
                    <a:pt x="66998" y="45042"/>
                    <a:pt x="66979" y="45041"/>
                    <a:pt x="66960" y="45041"/>
                  </a:cubicBezTo>
                  <a:cubicBezTo>
                    <a:pt x="66146" y="45019"/>
                    <a:pt x="65416" y="44522"/>
                    <a:pt x="64843" y="43941"/>
                  </a:cubicBezTo>
                  <a:cubicBezTo>
                    <a:pt x="64022" y="43112"/>
                    <a:pt x="63372" y="42052"/>
                    <a:pt x="62317" y="41553"/>
                  </a:cubicBezTo>
                  <a:cubicBezTo>
                    <a:pt x="61507" y="41171"/>
                    <a:pt x="60577" y="41179"/>
                    <a:pt x="59704" y="40982"/>
                  </a:cubicBezTo>
                  <a:cubicBezTo>
                    <a:pt x="56728" y="40316"/>
                    <a:pt x="54688" y="36902"/>
                    <a:pt x="55510" y="33965"/>
                  </a:cubicBezTo>
                  <a:cubicBezTo>
                    <a:pt x="56182" y="31564"/>
                    <a:pt x="58657" y="29882"/>
                    <a:pt x="61117" y="29882"/>
                  </a:cubicBezTo>
                  <a:cubicBezTo>
                    <a:pt x="61664" y="29882"/>
                    <a:pt x="62211" y="29966"/>
                    <a:pt x="62737" y="30143"/>
                  </a:cubicBezTo>
                  <a:cubicBezTo>
                    <a:pt x="66237" y="28861"/>
                    <a:pt x="67660" y="24447"/>
                    <a:pt x="66265" y="20991"/>
                  </a:cubicBezTo>
                  <a:cubicBezTo>
                    <a:pt x="64868" y="17535"/>
                    <a:pt x="61115" y="15389"/>
                    <a:pt x="57392" y="15226"/>
                  </a:cubicBezTo>
                  <a:cubicBezTo>
                    <a:pt x="56302" y="15179"/>
                    <a:pt x="55191" y="15275"/>
                    <a:pt x="54134" y="15007"/>
                  </a:cubicBezTo>
                  <a:cubicBezTo>
                    <a:pt x="51145" y="14251"/>
                    <a:pt x="49582" y="10965"/>
                    <a:pt x="46980" y="9310"/>
                  </a:cubicBezTo>
                  <a:cubicBezTo>
                    <a:pt x="46287" y="8869"/>
                    <a:pt x="45224" y="8778"/>
                    <a:pt x="44079" y="8778"/>
                  </a:cubicBezTo>
                  <a:cubicBezTo>
                    <a:pt x="43277" y="8778"/>
                    <a:pt x="42435" y="8823"/>
                    <a:pt x="41651" y="8823"/>
                  </a:cubicBezTo>
                  <a:cubicBezTo>
                    <a:pt x="40795" y="8823"/>
                    <a:pt x="40007" y="8769"/>
                    <a:pt x="39418" y="8547"/>
                  </a:cubicBezTo>
                  <a:cubicBezTo>
                    <a:pt x="38499" y="8200"/>
                    <a:pt x="37525" y="8023"/>
                    <a:pt x="36546" y="8023"/>
                  </a:cubicBezTo>
                  <a:cubicBezTo>
                    <a:pt x="36275" y="8023"/>
                    <a:pt x="36003" y="8037"/>
                    <a:pt x="35731" y="8064"/>
                  </a:cubicBezTo>
                  <a:cubicBezTo>
                    <a:pt x="34635" y="9104"/>
                    <a:pt x="32585" y="9398"/>
                    <a:pt x="31077" y="9499"/>
                  </a:cubicBezTo>
                  <a:cubicBezTo>
                    <a:pt x="29526" y="7990"/>
                    <a:pt x="27655" y="6585"/>
                    <a:pt x="25725" y="5605"/>
                  </a:cubicBezTo>
                  <a:cubicBezTo>
                    <a:pt x="24435" y="4951"/>
                    <a:pt x="22930" y="4260"/>
                    <a:pt x="22532" y="2870"/>
                  </a:cubicBezTo>
                  <a:cubicBezTo>
                    <a:pt x="22012" y="1053"/>
                    <a:pt x="19376" y="125"/>
                    <a:pt x="17200" y="125"/>
                  </a:cubicBezTo>
                  <a:cubicBezTo>
                    <a:pt x="16716" y="125"/>
                    <a:pt x="16254" y="171"/>
                    <a:pt x="15844" y="263"/>
                  </a:cubicBezTo>
                  <a:cubicBezTo>
                    <a:pt x="15181" y="84"/>
                    <a:pt x="14496" y="0"/>
                    <a:pt x="13807" y="0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9" name="Google Shape;3239;p64"/>
            <p:cNvSpPr/>
            <p:nvPr/>
          </p:nvSpPr>
          <p:spPr>
            <a:xfrm>
              <a:off x="2370225" y="830650"/>
              <a:ext cx="1016975" cy="1158500"/>
            </a:xfrm>
            <a:custGeom>
              <a:avLst/>
              <a:gdLst/>
              <a:ahLst/>
              <a:cxnLst/>
              <a:rect l="l" t="t" r="r" b="b"/>
              <a:pathLst>
                <a:path w="40679" h="46340" extrusionOk="0">
                  <a:moveTo>
                    <a:pt x="15780" y="0"/>
                  </a:moveTo>
                  <a:cubicBezTo>
                    <a:pt x="14989" y="0"/>
                    <a:pt x="14213" y="109"/>
                    <a:pt x="13470" y="421"/>
                  </a:cubicBezTo>
                  <a:cubicBezTo>
                    <a:pt x="9879" y="1928"/>
                    <a:pt x="10933" y="5468"/>
                    <a:pt x="8580" y="7572"/>
                  </a:cubicBezTo>
                  <a:cubicBezTo>
                    <a:pt x="6546" y="9390"/>
                    <a:pt x="2788" y="7963"/>
                    <a:pt x="1150" y="10460"/>
                  </a:cubicBezTo>
                  <a:cubicBezTo>
                    <a:pt x="0" y="12215"/>
                    <a:pt x="1289" y="14606"/>
                    <a:pt x="2962" y="15871"/>
                  </a:cubicBezTo>
                  <a:cubicBezTo>
                    <a:pt x="4636" y="17135"/>
                    <a:pt x="6731" y="17894"/>
                    <a:pt x="8056" y="19522"/>
                  </a:cubicBezTo>
                  <a:cubicBezTo>
                    <a:pt x="10183" y="22136"/>
                    <a:pt x="9577" y="26004"/>
                    <a:pt x="8413" y="29169"/>
                  </a:cubicBezTo>
                  <a:cubicBezTo>
                    <a:pt x="7247" y="32332"/>
                    <a:pt x="5603" y="35532"/>
                    <a:pt x="6005" y="38881"/>
                  </a:cubicBezTo>
                  <a:cubicBezTo>
                    <a:pt x="6193" y="40459"/>
                    <a:pt x="6837" y="41956"/>
                    <a:pt x="7675" y="43307"/>
                  </a:cubicBezTo>
                  <a:cubicBezTo>
                    <a:pt x="8488" y="44615"/>
                    <a:pt x="9597" y="45873"/>
                    <a:pt x="11095" y="46235"/>
                  </a:cubicBezTo>
                  <a:cubicBezTo>
                    <a:pt x="11391" y="46306"/>
                    <a:pt x="11688" y="46339"/>
                    <a:pt x="11983" y="46339"/>
                  </a:cubicBezTo>
                  <a:cubicBezTo>
                    <a:pt x="13586" y="46339"/>
                    <a:pt x="15150" y="45367"/>
                    <a:pt x="16368" y="44250"/>
                  </a:cubicBezTo>
                  <a:cubicBezTo>
                    <a:pt x="17812" y="42927"/>
                    <a:pt x="19065" y="41325"/>
                    <a:pt x="20822" y="40465"/>
                  </a:cubicBezTo>
                  <a:cubicBezTo>
                    <a:pt x="23353" y="39224"/>
                    <a:pt x="26610" y="39686"/>
                    <a:pt x="28815" y="37929"/>
                  </a:cubicBezTo>
                  <a:cubicBezTo>
                    <a:pt x="31544" y="35754"/>
                    <a:pt x="31140" y="31606"/>
                    <a:pt x="31890" y="28199"/>
                  </a:cubicBezTo>
                  <a:cubicBezTo>
                    <a:pt x="33150" y="22476"/>
                    <a:pt x="38102" y="18249"/>
                    <a:pt x="40038" y="12718"/>
                  </a:cubicBezTo>
                  <a:cubicBezTo>
                    <a:pt x="40418" y="11636"/>
                    <a:pt x="40679" y="10499"/>
                    <a:pt x="40652" y="9352"/>
                  </a:cubicBezTo>
                  <a:cubicBezTo>
                    <a:pt x="40569" y="5649"/>
                    <a:pt x="37449" y="2571"/>
                    <a:pt x="33956" y="1339"/>
                  </a:cubicBezTo>
                  <a:cubicBezTo>
                    <a:pt x="31938" y="627"/>
                    <a:pt x="29911" y="457"/>
                    <a:pt x="27871" y="457"/>
                  </a:cubicBezTo>
                  <a:cubicBezTo>
                    <a:pt x="26007" y="457"/>
                    <a:pt x="24132" y="599"/>
                    <a:pt x="22245" y="599"/>
                  </a:cubicBezTo>
                  <a:cubicBezTo>
                    <a:pt x="21785" y="599"/>
                    <a:pt x="21325" y="591"/>
                    <a:pt x="20863" y="570"/>
                  </a:cubicBezTo>
                  <a:cubicBezTo>
                    <a:pt x="19225" y="496"/>
                    <a:pt x="17470" y="0"/>
                    <a:pt x="15780" y="0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0" name="Google Shape;3240;p64"/>
            <p:cNvSpPr/>
            <p:nvPr/>
          </p:nvSpPr>
          <p:spPr>
            <a:xfrm>
              <a:off x="3143325" y="1089650"/>
              <a:ext cx="4064350" cy="3503975"/>
            </a:xfrm>
            <a:custGeom>
              <a:avLst/>
              <a:gdLst/>
              <a:ahLst/>
              <a:cxnLst/>
              <a:rect l="l" t="t" r="r" b="b"/>
              <a:pathLst>
                <a:path w="162574" h="140159" extrusionOk="0">
                  <a:moveTo>
                    <a:pt x="149391" y="0"/>
                  </a:moveTo>
                  <a:cubicBezTo>
                    <a:pt x="148360" y="0"/>
                    <a:pt x="147330" y="156"/>
                    <a:pt x="146349" y="477"/>
                  </a:cubicBezTo>
                  <a:cubicBezTo>
                    <a:pt x="145329" y="812"/>
                    <a:pt x="144363" y="1309"/>
                    <a:pt x="143326" y="1583"/>
                  </a:cubicBezTo>
                  <a:cubicBezTo>
                    <a:pt x="142494" y="1801"/>
                    <a:pt x="141638" y="1870"/>
                    <a:pt x="140776" y="1870"/>
                  </a:cubicBezTo>
                  <a:cubicBezTo>
                    <a:pt x="140050" y="1870"/>
                    <a:pt x="139319" y="1821"/>
                    <a:pt x="138596" y="1772"/>
                  </a:cubicBezTo>
                  <a:lnTo>
                    <a:pt x="130106" y="1191"/>
                  </a:lnTo>
                  <a:cubicBezTo>
                    <a:pt x="129237" y="1132"/>
                    <a:pt x="128350" y="1076"/>
                    <a:pt x="127469" y="1076"/>
                  </a:cubicBezTo>
                  <a:cubicBezTo>
                    <a:pt x="125783" y="1076"/>
                    <a:pt x="124119" y="1281"/>
                    <a:pt x="122644" y="2056"/>
                  </a:cubicBezTo>
                  <a:cubicBezTo>
                    <a:pt x="119360" y="3782"/>
                    <a:pt x="117499" y="8084"/>
                    <a:pt x="113816" y="8529"/>
                  </a:cubicBezTo>
                  <a:cubicBezTo>
                    <a:pt x="113611" y="8554"/>
                    <a:pt x="113408" y="8566"/>
                    <a:pt x="113207" y="8566"/>
                  </a:cubicBezTo>
                  <a:cubicBezTo>
                    <a:pt x="110853" y="8566"/>
                    <a:pt x="108715" y="6973"/>
                    <a:pt x="106473" y="6087"/>
                  </a:cubicBezTo>
                  <a:cubicBezTo>
                    <a:pt x="105100" y="5543"/>
                    <a:pt x="103627" y="5279"/>
                    <a:pt x="102152" y="5279"/>
                  </a:cubicBezTo>
                  <a:cubicBezTo>
                    <a:pt x="99404" y="5279"/>
                    <a:pt x="96647" y="6196"/>
                    <a:pt x="94512" y="7933"/>
                  </a:cubicBezTo>
                  <a:cubicBezTo>
                    <a:pt x="93279" y="7304"/>
                    <a:pt x="93660" y="5468"/>
                    <a:pt x="93225" y="4153"/>
                  </a:cubicBezTo>
                  <a:cubicBezTo>
                    <a:pt x="92771" y="2782"/>
                    <a:pt x="91297" y="1954"/>
                    <a:pt x="89858" y="1828"/>
                  </a:cubicBezTo>
                  <a:cubicBezTo>
                    <a:pt x="89687" y="1813"/>
                    <a:pt x="89517" y="1806"/>
                    <a:pt x="89348" y="1806"/>
                  </a:cubicBezTo>
                  <a:cubicBezTo>
                    <a:pt x="88082" y="1806"/>
                    <a:pt x="86834" y="2194"/>
                    <a:pt x="85623" y="2590"/>
                  </a:cubicBezTo>
                  <a:cubicBezTo>
                    <a:pt x="82664" y="3556"/>
                    <a:pt x="79224" y="5204"/>
                    <a:pt x="78950" y="8303"/>
                  </a:cubicBezTo>
                  <a:cubicBezTo>
                    <a:pt x="78873" y="9176"/>
                    <a:pt x="79068" y="10104"/>
                    <a:pt x="78702" y="10900"/>
                  </a:cubicBezTo>
                  <a:cubicBezTo>
                    <a:pt x="78178" y="12033"/>
                    <a:pt x="76762" y="12408"/>
                    <a:pt x="75881" y="13291"/>
                  </a:cubicBezTo>
                  <a:cubicBezTo>
                    <a:pt x="74831" y="14345"/>
                    <a:pt x="74664" y="15971"/>
                    <a:pt x="74621" y="17458"/>
                  </a:cubicBezTo>
                  <a:cubicBezTo>
                    <a:pt x="74577" y="18944"/>
                    <a:pt x="74563" y="20541"/>
                    <a:pt x="73703" y="21754"/>
                  </a:cubicBezTo>
                  <a:cubicBezTo>
                    <a:pt x="73148" y="22537"/>
                    <a:pt x="71069" y="23068"/>
                    <a:pt x="69376" y="23068"/>
                  </a:cubicBezTo>
                  <a:cubicBezTo>
                    <a:pt x="68445" y="23068"/>
                    <a:pt x="67630" y="22907"/>
                    <a:pt x="67252" y="22539"/>
                  </a:cubicBezTo>
                  <a:cubicBezTo>
                    <a:pt x="66636" y="21940"/>
                    <a:pt x="65905" y="21693"/>
                    <a:pt x="65124" y="21693"/>
                  </a:cubicBezTo>
                  <a:cubicBezTo>
                    <a:pt x="63293" y="21693"/>
                    <a:pt x="61194" y="23048"/>
                    <a:pt x="59696" y="24392"/>
                  </a:cubicBezTo>
                  <a:lnTo>
                    <a:pt x="53326" y="30110"/>
                  </a:lnTo>
                  <a:cubicBezTo>
                    <a:pt x="51731" y="31541"/>
                    <a:pt x="50013" y="33034"/>
                    <a:pt x="47899" y="33389"/>
                  </a:cubicBezTo>
                  <a:cubicBezTo>
                    <a:pt x="47672" y="33427"/>
                    <a:pt x="47440" y="33446"/>
                    <a:pt x="47206" y="33446"/>
                  </a:cubicBezTo>
                  <a:cubicBezTo>
                    <a:pt x="45267" y="33446"/>
                    <a:pt x="43232" y="32171"/>
                    <a:pt x="43155" y="30259"/>
                  </a:cubicBezTo>
                  <a:cubicBezTo>
                    <a:pt x="43563" y="29875"/>
                    <a:pt x="44085" y="29761"/>
                    <a:pt x="44655" y="29761"/>
                  </a:cubicBezTo>
                  <a:cubicBezTo>
                    <a:pt x="45498" y="29761"/>
                    <a:pt x="46445" y="30012"/>
                    <a:pt x="47276" y="30012"/>
                  </a:cubicBezTo>
                  <a:cubicBezTo>
                    <a:pt x="47872" y="30012"/>
                    <a:pt x="48409" y="29883"/>
                    <a:pt x="48805" y="29438"/>
                  </a:cubicBezTo>
                  <a:cubicBezTo>
                    <a:pt x="49977" y="28121"/>
                    <a:pt x="48243" y="26238"/>
                    <a:pt x="46718" y="25356"/>
                  </a:cubicBezTo>
                  <a:cubicBezTo>
                    <a:pt x="43929" y="23744"/>
                    <a:pt x="41047" y="22101"/>
                    <a:pt x="37854" y="21667"/>
                  </a:cubicBezTo>
                  <a:cubicBezTo>
                    <a:pt x="37395" y="21605"/>
                    <a:pt x="36928" y="21573"/>
                    <a:pt x="36459" y="21573"/>
                  </a:cubicBezTo>
                  <a:cubicBezTo>
                    <a:pt x="33662" y="21573"/>
                    <a:pt x="30804" y="22696"/>
                    <a:pt x="29384" y="25062"/>
                  </a:cubicBezTo>
                  <a:cubicBezTo>
                    <a:pt x="27966" y="27426"/>
                    <a:pt x="28225" y="30512"/>
                    <a:pt x="26820" y="32884"/>
                  </a:cubicBezTo>
                  <a:cubicBezTo>
                    <a:pt x="25941" y="34369"/>
                    <a:pt x="24491" y="35431"/>
                    <a:pt x="23493" y="36839"/>
                  </a:cubicBezTo>
                  <a:cubicBezTo>
                    <a:pt x="22495" y="38247"/>
                    <a:pt x="22067" y="40372"/>
                    <a:pt x="23291" y="41591"/>
                  </a:cubicBezTo>
                  <a:cubicBezTo>
                    <a:pt x="24277" y="42574"/>
                    <a:pt x="25957" y="42576"/>
                    <a:pt x="26934" y="43568"/>
                  </a:cubicBezTo>
                  <a:cubicBezTo>
                    <a:pt x="27686" y="44334"/>
                    <a:pt x="27942" y="45612"/>
                    <a:pt x="28928" y="46032"/>
                  </a:cubicBezTo>
                  <a:cubicBezTo>
                    <a:pt x="29116" y="46112"/>
                    <a:pt x="29308" y="46149"/>
                    <a:pt x="29499" y="46149"/>
                  </a:cubicBezTo>
                  <a:cubicBezTo>
                    <a:pt x="30453" y="46149"/>
                    <a:pt x="31375" y="45228"/>
                    <a:pt x="31599" y="44232"/>
                  </a:cubicBezTo>
                  <a:cubicBezTo>
                    <a:pt x="31870" y="43035"/>
                    <a:pt x="31491" y="41803"/>
                    <a:pt x="31294" y="40594"/>
                  </a:cubicBezTo>
                  <a:cubicBezTo>
                    <a:pt x="30707" y="36976"/>
                    <a:pt x="32524" y="32527"/>
                    <a:pt x="36153" y="32010"/>
                  </a:cubicBezTo>
                  <a:cubicBezTo>
                    <a:pt x="36979" y="32041"/>
                    <a:pt x="37253" y="33221"/>
                    <a:pt x="36881" y="33960"/>
                  </a:cubicBezTo>
                  <a:cubicBezTo>
                    <a:pt x="36512" y="34700"/>
                    <a:pt x="35790" y="35213"/>
                    <a:pt x="35400" y="35941"/>
                  </a:cubicBezTo>
                  <a:cubicBezTo>
                    <a:pt x="34663" y="37314"/>
                    <a:pt x="35518" y="39272"/>
                    <a:pt x="37026" y="39667"/>
                  </a:cubicBezTo>
                  <a:cubicBezTo>
                    <a:pt x="38598" y="40078"/>
                    <a:pt x="41223" y="39748"/>
                    <a:pt x="41017" y="41358"/>
                  </a:cubicBezTo>
                  <a:cubicBezTo>
                    <a:pt x="40797" y="43068"/>
                    <a:pt x="37630" y="41948"/>
                    <a:pt x="36606" y="43336"/>
                  </a:cubicBezTo>
                  <a:cubicBezTo>
                    <a:pt x="36002" y="44155"/>
                    <a:pt x="36537" y="45296"/>
                    <a:pt x="36521" y="46313"/>
                  </a:cubicBezTo>
                  <a:cubicBezTo>
                    <a:pt x="36494" y="48303"/>
                    <a:pt x="34299" y="49599"/>
                    <a:pt x="32313" y="49739"/>
                  </a:cubicBezTo>
                  <a:cubicBezTo>
                    <a:pt x="32097" y="49755"/>
                    <a:pt x="31880" y="49762"/>
                    <a:pt x="31663" y="49762"/>
                  </a:cubicBezTo>
                  <a:cubicBezTo>
                    <a:pt x="30164" y="49762"/>
                    <a:pt x="28664" y="49439"/>
                    <a:pt x="27166" y="49439"/>
                  </a:cubicBezTo>
                  <a:cubicBezTo>
                    <a:pt x="26898" y="49439"/>
                    <a:pt x="26629" y="49449"/>
                    <a:pt x="26361" y="49474"/>
                  </a:cubicBezTo>
                  <a:cubicBezTo>
                    <a:pt x="24379" y="49654"/>
                    <a:pt x="22222" y="51058"/>
                    <a:pt x="22312" y="53044"/>
                  </a:cubicBezTo>
                  <a:cubicBezTo>
                    <a:pt x="19567" y="54331"/>
                    <a:pt x="16715" y="55374"/>
                    <a:pt x="13788" y="56164"/>
                  </a:cubicBezTo>
                  <a:cubicBezTo>
                    <a:pt x="13912" y="58317"/>
                    <a:pt x="17975" y="58517"/>
                    <a:pt x="17960" y="60675"/>
                  </a:cubicBezTo>
                  <a:cubicBezTo>
                    <a:pt x="17949" y="61887"/>
                    <a:pt x="16542" y="62556"/>
                    <a:pt x="15302" y="62556"/>
                  </a:cubicBezTo>
                  <a:cubicBezTo>
                    <a:pt x="15219" y="62556"/>
                    <a:pt x="15137" y="62553"/>
                    <a:pt x="15056" y="62547"/>
                  </a:cubicBezTo>
                  <a:cubicBezTo>
                    <a:pt x="14072" y="62475"/>
                    <a:pt x="13082" y="62160"/>
                    <a:pt x="12113" y="62160"/>
                  </a:cubicBezTo>
                  <a:cubicBezTo>
                    <a:pt x="11810" y="62160"/>
                    <a:pt x="11508" y="62191"/>
                    <a:pt x="11210" y="62270"/>
                  </a:cubicBezTo>
                  <a:cubicBezTo>
                    <a:pt x="9047" y="62839"/>
                    <a:pt x="8290" y="65880"/>
                    <a:pt x="9487" y="67769"/>
                  </a:cubicBezTo>
                  <a:cubicBezTo>
                    <a:pt x="10572" y="69481"/>
                    <a:pt x="12694" y="70258"/>
                    <a:pt x="14741" y="70258"/>
                  </a:cubicBezTo>
                  <a:cubicBezTo>
                    <a:pt x="14954" y="70258"/>
                    <a:pt x="15165" y="70249"/>
                    <a:pt x="15375" y="70233"/>
                  </a:cubicBezTo>
                  <a:cubicBezTo>
                    <a:pt x="16269" y="70162"/>
                    <a:pt x="17225" y="69924"/>
                    <a:pt x="17785" y="69223"/>
                  </a:cubicBezTo>
                  <a:cubicBezTo>
                    <a:pt x="18318" y="68554"/>
                    <a:pt x="18362" y="67634"/>
                    <a:pt x="18586" y="66808"/>
                  </a:cubicBezTo>
                  <a:cubicBezTo>
                    <a:pt x="19089" y="64960"/>
                    <a:pt x="20667" y="63445"/>
                    <a:pt x="22534" y="63019"/>
                  </a:cubicBezTo>
                  <a:cubicBezTo>
                    <a:pt x="23588" y="62778"/>
                    <a:pt x="24878" y="62758"/>
                    <a:pt x="25444" y="61839"/>
                  </a:cubicBezTo>
                  <a:cubicBezTo>
                    <a:pt x="27854" y="63143"/>
                    <a:pt x="29550" y="65685"/>
                    <a:pt x="29826" y="68413"/>
                  </a:cubicBezTo>
                  <a:cubicBezTo>
                    <a:pt x="30020" y="68663"/>
                    <a:pt x="30274" y="68770"/>
                    <a:pt x="30543" y="68770"/>
                  </a:cubicBezTo>
                  <a:cubicBezTo>
                    <a:pt x="31347" y="68770"/>
                    <a:pt x="32287" y="67809"/>
                    <a:pt x="32159" y="66868"/>
                  </a:cubicBezTo>
                  <a:cubicBezTo>
                    <a:pt x="31991" y="65614"/>
                    <a:pt x="30882" y="64743"/>
                    <a:pt x="30003" y="63834"/>
                  </a:cubicBezTo>
                  <a:cubicBezTo>
                    <a:pt x="29122" y="62923"/>
                    <a:pt x="28387" y="61510"/>
                    <a:pt x="29078" y="60448"/>
                  </a:cubicBezTo>
                  <a:lnTo>
                    <a:pt x="29078" y="60448"/>
                  </a:lnTo>
                  <a:cubicBezTo>
                    <a:pt x="33197" y="61658"/>
                    <a:pt x="36527" y="65238"/>
                    <a:pt x="37435" y="69435"/>
                  </a:cubicBezTo>
                  <a:cubicBezTo>
                    <a:pt x="38871" y="69149"/>
                    <a:pt x="39664" y="67205"/>
                    <a:pt x="38838" y="65997"/>
                  </a:cubicBezTo>
                  <a:cubicBezTo>
                    <a:pt x="39003" y="65628"/>
                    <a:pt x="39328" y="65472"/>
                    <a:pt x="39697" y="65472"/>
                  </a:cubicBezTo>
                  <a:cubicBezTo>
                    <a:pt x="40331" y="65472"/>
                    <a:pt x="41094" y="65932"/>
                    <a:pt x="41391" y="66558"/>
                  </a:cubicBezTo>
                  <a:cubicBezTo>
                    <a:pt x="41862" y="67549"/>
                    <a:pt x="41819" y="68770"/>
                    <a:pt x="42492" y="69636"/>
                  </a:cubicBezTo>
                  <a:cubicBezTo>
                    <a:pt x="43175" y="70517"/>
                    <a:pt x="44261" y="70711"/>
                    <a:pt x="45451" y="70711"/>
                  </a:cubicBezTo>
                  <a:cubicBezTo>
                    <a:pt x="46388" y="70711"/>
                    <a:pt x="47390" y="70590"/>
                    <a:pt x="48312" y="70590"/>
                  </a:cubicBezTo>
                  <a:cubicBezTo>
                    <a:pt x="49551" y="70590"/>
                    <a:pt x="50643" y="70808"/>
                    <a:pt x="51235" y="71828"/>
                  </a:cubicBezTo>
                  <a:cubicBezTo>
                    <a:pt x="52336" y="73723"/>
                    <a:pt x="49909" y="75927"/>
                    <a:pt x="47711" y="75927"/>
                  </a:cubicBezTo>
                  <a:cubicBezTo>
                    <a:pt x="47678" y="75927"/>
                    <a:pt x="47645" y="75926"/>
                    <a:pt x="47613" y="75925"/>
                  </a:cubicBezTo>
                  <a:cubicBezTo>
                    <a:pt x="45391" y="75856"/>
                    <a:pt x="43361" y="74585"/>
                    <a:pt x="41147" y="74365"/>
                  </a:cubicBezTo>
                  <a:cubicBezTo>
                    <a:pt x="40897" y="74340"/>
                    <a:pt x="40647" y="74329"/>
                    <a:pt x="40397" y="74329"/>
                  </a:cubicBezTo>
                  <a:cubicBezTo>
                    <a:pt x="38218" y="74329"/>
                    <a:pt x="36082" y="75200"/>
                    <a:pt x="33896" y="75455"/>
                  </a:cubicBezTo>
                  <a:cubicBezTo>
                    <a:pt x="33619" y="75487"/>
                    <a:pt x="33335" y="75503"/>
                    <a:pt x="33048" y="75503"/>
                  </a:cubicBezTo>
                  <a:cubicBezTo>
                    <a:pt x="30807" y="75503"/>
                    <a:pt x="28395" y="74514"/>
                    <a:pt x="27939" y="72388"/>
                  </a:cubicBezTo>
                  <a:cubicBezTo>
                    <a:pt x="27802" y="71741"/>
                    <a:pt x="27855" y="71030"/>
                    <a:pt x="27514" y="70464"/>
                  </a:cubicBezTo>
                  <a:cubicBezTo>
                    <a:pt x="27109" y="69793"/>
                    <a:pt x="26279" y="69553"/>
                    <a:pt x="25473" y="69553"/>
                  </a:cubicBezTo>
                  <a:cubicBezTo>
                    <a:pt x="25313" y="69553"/>
                    <a:pt x="25154" y="69562"/>
                    <a:pt x="24999" y="69580"/>
                  </a:cubicBezTo>
                  <a:cubicBezTo>
                    <a:pt x="21817" y="69942"/>
                    <a:pt x="18598" y="72595"/>
                    <a:pt x="15740" y="72595"/>
                  </a:cubicBezTo>
                  <a:cubicBezTo>
                    <a:pt x="14956" y="72595"/>
                    <a:pt x="14199" y="72395"/>
                    <a:pt x="13478" y="71894"/>
                  </a:cubicBezTo>
                  <a:cubicBezTo>
                    <a:pt x="11337" y="76062"/>
                    <a:pt x="6101" y="77629"/>
                    <a:pt x="3179" y="81294"/>
                  </a:cubicBezTo>
                  <a:cubicBezTo>
                    <a:pt x="0" y="85282"/>
                    <a:pt x="268" y="91440"/>
                    <a:pt x="3354" y="95500"/>
                  </a:cubicBezTo>
                  <a:cubicBezTo>
                    <a:pt x="6050" y="99045"/>
                    <a:pt x="10552" y="100957"/>
                    <a:pt x="15019" y="100957"/>
                  </a:cubicBezTo>
                  <a:cubicBezTo>
                    <a:pt x="15667" y="100957"/>
                    <a:pt x="16314" y="100917"/>
                    <a:pt x="16954" y="100836"/>
                  </a:cubicBezTo>
                  <a:cubicBezTo>
                    <a:pt x="17630" y="100750"/>
                    <a:pt x="18327" y="100626"/>
                    <a:pt x="19005" y="100626"/>
                  </a:cubicBezTo>
                  <a:cubicBezTo>
                    <a:pt x="19489" y="100626"/>
                    <a:pt x="19963" y="100690"/>
                    <a:pt x="20413" y="100875"/>
                  </a:cubicBezTo>
                  <a:cubicBezTo>
                    <a:pt x="21482" y="101317"/>
                    <a:pt x="22166" y="102352"/>
                    <a:pt x="23058" y="103088"/>
                  </a:cubicBezTo>
                  <a:cubicBezTo>
                    <a:pt x="23580" y="103519"/>
                    <a:pt x="24303" y="103823"/>
                    <a:pt x="24961" y="103823"/>
                  </a:cubicBezTo>
                  <a:cubicBezTo>
                    <a:pt x="25427" y="103823"/>
                    <a:pt x="25861" y="103670"/>
                    <a:pt x="26168" y="103301"/>
                  </a:cubicBezTo>
                  <a:lnTo>
                    <a:pt x="26168" y="103301"/>
                  </a:lnTo>
                  <a:cubicBezTo>
                    <a:pt x="25321" y="105399"/>
                    <a:pt x="25557" y="107902"/>
                    <a:pt x="26779" y="109805"/>
                  </a:cubicBezTo>
                  <a:cubicBezTo>
                    <a:pt x="28099" y="111859"/>
                    <a:pt x="30559" y="113484"/>
                    <a:pt x="30509" y="115926"/>
                  </a:cubicBezTo>
                  <a:cubicBezTo>
                    <a:pt x="30482" y="117190"/>
                    <a:pt x="29748" y="118318"/>
                    <a:pt x="29403" y="119536"/>
                  </a:cubicBezTo>
                  <a:cubicBezTo>
                    <a:pt x="27829" y="125109"/>
                    <a:pt x="34415" y="129657"/>
                    <a:pt x="35455" y="135354"/>
                  </a:cubicBezTo>
                  <a:cubicBezTo>
                    <a:pt x="35736" y="136888"/>
                    <a:pt x="35735" y="138735"/>
                    <a:pt x="37029" y="139601"/>
                  </a:cubicBezTo>
                  <a:cubicBezTo>
                    <a:pt x="37625" y="139999"/>
                    <a:pt x="38374" y="140081"/>
                    <a:pt x="39090" y="140127"/>
                  </a:cubicBezTo>
                  <a:cubicBezTo>
                    <a:pt x="39409" y="140148"/>
                    <a:pt x="39736" y="140158"/>
                    <a:pt x="40067" y="140158"/>
                  </a:cubicBezTo>
                  <a:cubicBezTo>
                    <a:pt x="43538" y="140158"/>
                    <a:pt x="47454" y="138962"/>
                    <a:pt x="48151" y="135675"/>
                  </a:cubicBezTo>
                  <a:cubicBezTo>
                    <a:pt x="48366" y="134657"/>
                    <a:pt x="48212" y="133602"/>
                    <a:pt x="48243" y="132560"/>
                  </a:cubicBezTo>
                  <a:cubicBezTo>
                    <a:pt x="48336" y="129451"/>
                    <a:pt x="50239" y="126459"/>
                    <a:pt x="53017" y="125056"/>
                  </a:cubicBezTo>
                  <a:cubicBezTo>
                    <a:pt x="53771" y="124675"/>
                    <a:pt x="54600" y="124390"/>
                    <a:pt x="55202" y="123799"/>
                  </a:cubicBezTo>
                  <a:cubicBezTo>
                    <a:pt x="56528" y="122495"/>
                    <a:pt x="56234" y="120283"/>
                    <a:pt x="55553" y="118553"/>
                  </a:cubicBezTo>
                  <a:cubicBezTo>
                    <a:pt x="54872" y="116821"/>
                    <a:pt x="53881" y="115076"/>
                    <a:pt x="54120" y="113231"/>
                  </a:cubicBezTo>
                  <a:cubicBezTo>
                    <a:pt x="54502" y="110269"/>
                    <a:pt x="57681" y="108706"/>
                    <a:pt x="60090" y="106941"/>
                  </a:cubicBezTo>
                  <a:cubicBezTo>
                    <a:pt x="63716" y="104284"/>
                    <a:pt x="66206" y="100125"/>
                    <a:pt x="66835" y="95675"/>
                  </a:cubicBezTo>
                  <a:lnTo>
                    <a:pt x="66835" y="95675"/>
                  </a:lnTo>
                  <a:cubicBezTo>
                    <a:pt x="65061" y="96232"/>
                    <a:pt x="63075" y="96745"/>
                    <a:pt x="61220" y="96745"/>
                  </a:cubicBezTo>
                  <a:cubicBezTo>
                    <a:pt x="59581" y="96745"/>
                    <a:pt x="58045" y="96344"/>
                    <a:pt x="56849" y="95215"/>
                  </a:cubicBezTo>
                  <a:cubicBezTo>
                    <a:pt x="55965" y="94380"/>
                    <a:pt x="55421" y="93259"/>
                    <a:pt x="54897" y="92162"/>
                  </a:cubicBezTo>
                  <a:lnTo>
                    <a:pt x="50173" y="82291"/>
                  </a:lnTo>
                  <a:cubicBezTo>
                    <a:pt x="49966" y="81857"/>
                    <a:pt x="49755" y="81362"/>
                    <a:pt x="49925" y="80912"/>
                  </a:cubicBezTo>
                  <a:cubicBezTo>
                    <a:pt x="50074" y="80517"/>
                    <a:pt x="50366" y="80356"/>
                    <a:pt x="50717" y="80356"/>
                  </a:cubicBezTo>
                  <a:cubicBezTo>
                    <a:pt x="51453" y="80356"/>
                    <a:pt x="52449" y="81064"/>
                    <a:pt x="52928" y="81807"/>
                  </a:cubicBezTo>
                  <a:cubicBezTo>
                    <a:pt x="55452" y="85724"/>
                    <a:pt x="57718" y="89804"/>
                    <a:pt x="59707" y="94020"/>
                  </a:cubicBezTo>
                  <a:cubicBezTo>
                    <a:pt x="63791" y="93273"/>
                    <a:pt x="67648" y="91596"/>
                    <a:pt x="70980" y="89118"/>
                  </a:cubicBezTo>
                  <a:cubicBezTo>
                    <a:pt x="72037" y="88329"/>
                    <a:pt x="73088" y="87386"/>
                    <a:pt x="73445" y="86117"/>
                  </a:cubicBezTo>
                  <a:cubicBezTo>
                    <a:pt x="73802" y="84846"/>
                    <a:pt x="73146" y="83218"/>
                    <a:pt x="71846" y="82993"/>
                  </a:cubicBezTo>
                  <a:cubicBezTo>
                    <a:pt x="71723" y="82971"/>
                    <a:pt x="71600" y="82963"/>
                    <a:pt x="71476" y="82963"/>
                  </a:cubicBezTo>
                  <a:cubicBezTo>
                    <a:pt x="71093" y="82963"/>
                    <a:pt x="70708" y="83045"/>
                    <a:pt x="70324" y="83086"/>
                  </a:cubicBezTo>
                  <a:cubicBezTo>
                    <a:pt x="70133" y="83106"/>
                    <a:pt x="69943" y="83115"/>
                    <a:pt x="69755" y="83115"/>
                  </a:cubicBezTo>
                  <a:cubicBezTo>
                    <a:pt x="66927" y="83115"/>
                    <a:pt x="64468" y="80925"/>
                    <a:pt x="62588" y="78727"/>
                  </a:cubicBezTo>
                  <a:cubicBezTo>
                    <a:pt x="63132" y="78118"/>
                    <a:pt x="63852" y="77890"/>
                    <a:pt x="64640" y="77890"/>
                  </a:cubicBezTo>
                  <a:cubicBezTo>
                    <a:pt x="65842" y="77890"/>
                    <a:pt x="67201" y="78421"/>
                    <a:pt x="68334" y="78941"/>
                  </a:cubicBezTo>
                  <a:cubicBezTo>
                    <a:pt x="71699" y="80486"/>
                    <a:pt x="75249" y="81588"/>
                    <a:pt x="78895" y="82221"/>
                  </a:cubicBezTo>
                  <a:cubicBezTo>
                    <a:pt x="79803" y="82378"/>
                    <a:pt x="80736" y="82513"/>
                    <a:pt x="81554" y="82936"/>
                  </a:cubicBezTo>
                  <a:cubicBezTo>
                    <a:pt x="82126" y="83232"/>
                    <a:pt x="82622" y="83658"/>
                    <a:pt x="83095" y="84096"/>
                  </a:cubicBezTo>
                  <a:cubicBezTo>
                    <a:pt x="87298" y="87967"/>
                    <a:pt x="90407" y="93013"/>
                    <a:pt x="91975" y="98509"/>
                  </a:cubicBezTo>
                  <a:cubicBezTo>
                    <a:pt x="92104" y="98538"/>
                    <a:pt x="92231" y="98552"/>
                    <a:pt x="92354" y="98552"/>
                  </a:cubicBezTo>
                  <a:cubicBezTo>
                    <a:pt x="93754" y="98552"/>
                    <a:pt x="94717" y="96760"/>
                    <a:pt x="94833" y="95252"/>
                  </a:cubicBezTo>
                  <a:cubicBezTo>
                    <a:pt x="94960" y="93612"/>
                    <a:pt x="94769" y="91722"/>
                    <a:pt x="95948" y="90578"/>
                  </a:cubicBezTo>
                  <a:cubicBezTo>
                    <a:pt x="96875" y="89678"/>
                    <a:pt x="98399" y="89556"/>
                    <a:pt x="99214" y="88552"/>
                  </a:cubicBezTo>
                  <a:cubicBezTo>
                    <a:pt x="100238" y="87289"/>
                    <a:pt x="99703" y="85157"/>
                    <a:pt x="100900" y="84056"/>
                  </a:cubicBezTo>
                  <a:cubicBezTo>
                    <a:pt x="101284" y="83704"/>
                    <a:pt x="101728" y="83552"/>
                    <a:pt x="102190" y="83552"/>
                  </a:cubicBezTo>
                  <a:cubicBezTo>
                    <a:pt x="103537" y="83552"/>
                    <a:pt x="105034" y="84844"/>
                    <a:pt x="105630" y="86240"/>
                  </a:cubicBezTo>
                  <a:cubicBezTo>
                    <a:pt x="106431" y="88116"/>
                    <a:pt x="106723" y="90422"/>
                    <a:pt x="108410" y="91569"/>
                  </a:cubicBezTo>
                  <a:lnTo>
                    <a:pt x="111137" y="91176"/>
                  </a:lnTo>
                  <a:cubicBezTo>
                    <a:pt x="111152" y="95778"/>
                    <a:pt x="112750" y="100362"/>
                    <a:pt x="115602" y="103975"/>
                  </a:cubicBezTo>
                  <a:cubicBezTo>
                    <a:pt x="117157" y="103161"/>
                    <a:pt x="116453" y="100795"/>
                    <a:pt x="115480" y="99330"/>
                  </a:cubicBezTo>
                  <a:cubicBezTo>
                    <a:pt x="114508" y="97866"/>
                    <a:pt x="113554" y="95681"/>
                    <a:pt x="114936" y="94596"/>
                  </a:cubicBezTo>
                  <a:lnTo>
                    <a:pt x="114936" y="94596"/>
                  </a:lnTo>
                  <a:cubicBezTo>
                    <a:pt x="116854" y="94614"/>
                    <a:pt x="117747" y="97259"/>
                    <a:pt x="119611" y="97712"/>
                  </a:cubicBezTo>
                  <a:cubicBezTo>
                    <a:pt x="119777" y="97752"/>
                    <a:pt x="119940" y="97771"/>
                    <a:pt x="120101" y="97771"/>
                  </a:cubicBezTo>
                  <a:cubicBezTo>
                    <a:pt x="121744" y="97771"/>
                    <a:pt x="123089" y="95790"/>
                    <a:pt x="122784" y="94080"/>
                  </a:cubicBezTo>
                  <a:cubicBezTo>
                    <a:pt x="122451" y="92201"/>
                    <a:pt x="120835" y="90820"/>
                    <a:pt x="119169" y="89895"/>
                  </a:cubicBezTo>
                  <a:cubicBezTo>
                    <a:pt x="117675" y="88258"/>
                    <a:pt x="119833" y="85644"/>
                    <a:pt x="122018" y="85274"/>
                  </a:cubicBezTo>
                  <a:cubicBezTo>
                    <a:pt x="122730" y="85153"/>
                    <a:pt x="123464" y="85138"/>
                    <a:pt x="124199" y="85138"/>
                  </a:cubicBezTo>
                  <a:cubicBezTo>
                    <a:pt x="124443" y="85138"/>
                    <a:pt x="124686" y="85140"/>
                    <a:pt x="124930" y="85140"/>
                  </a:cubicBezTo>
                  <a:cubicBezTo>
                    <a:pt x="126201" y="85140"/>
                    <a:pt x="127452" y="85095"/>
                    <a:pt x="128573" y="84531"/>
                  </a:cubicBezTo>
                  <a:cubicBezTo>
                    <a:pt x="130946" y="83339"/>
                    <a:pt x="131739" y="80207"/>
                    <a:pt x="131200" y="77607"/>
                  </a:cubicBezTo>
                  <a:cubicBezTo>
                    <a:pt x="130659" y="75007"/>
                    <a:pt x="129117" y="72748"/>
                    <a:pt x="127857" y="70410"/>
                  </a:cubicBezTo>
                  <a:cubicBezTo>
                    <a:pt x="126781" y="68413"/>
                    <a:pt x="126249" y="65298"/>
                    <a:pt x="128341" y="64420"/>
                  </a:cubicBezTo>
                  <a:cubicBezTo>
                    <a:pt x="128900" y="64186"/>
                    <a:pt x="129528" y="64195"/>
                    <a:pt x="130135" y="64170"/>
                  </a:cubicBezTo>
                  <a:cubicBezTo>
                    <a:pt x="138047" y="63837"/>
                    <a:pt x="144592" y="55459"/>
                    <a:pt x="143005" y="47701"/>
                  </a:cubicBezTo>
                  <a:cubicBezTo>
                    <a:pt x="142706" y="46238"/>
                    <a:pt x="142140" y="44786"/>
                    <a:pt x="141097" y="43719"/>
                  </a:cubicBezTo>
                  <a:cubicBezTo>
                    <a:pt x="139216" y="41800"/>
                    <a:pt x="136024" y="41349"/>
                    <a:pt x="134619" y="39057"/>
                  </a:cubicBezTo>
                  <a:cubicBezTo>
                    <a:pt x="132900" y="36255"/>
                    <a:pt x="135025" y="32537"/>
                    <a:pt x="137778" y="30737"/>
                  </a:cubicBezTo>
                  <a:cubicBezTo>
                    <a:pt x="140529" y="28938"/>
                    <a:pt x="143891" y="28156"/>
                    <a:pt x="146461" y="26105"/>
                  </a:cubicBezTo>
                  <a:cubicBezTo>
                    <a:pt x="147145" y="26087"/>
                    <a:pt x="147512" y="25417"/>
                    <a:pt x="147638" y="24743"/>
                  </a:cubicBezTo>
                  <a:cubicBezTo>
                    <a:pt x="147716" y="24319"/>
                    <a:pt x="147611" y="23887"/>
                    <a:pt x="147608" y="23456"/>
                  </a:cubicBezTo>
                  <a:cubicBezTo>
                    <a:pt x="147598" y="22276"/>
                    <a:pt x="148442" y="21139"/>
                    <a:pt x="149574" y="20805"/>
                  </a:cubicBezTo>
                  <a:cubicBezTo>
                    <a:pt x="149811" y="20736"/>
                    <a:pt x="150056" y="20702"/>
                    <a:pt x="150302" y="20702"/>
                  </a:cubicBezTo>
                  <a:cubicBezTo>
                    <a:pt x="151231" y="20702"/>
                    <a:pt x="152165" y="21179"/>
                    <a:pt x="152664" y="21968"/>
                  </a:cubicBezTo>
                  <a:cubicBezTo>
                    <a:pt x="153442" y="23198"/>
                    <a:pt x="153129" y="24821"/>
                    <a:pt x="152563" y="26163"/>
                  </a:cubicBezTo>
                  <a:cubicBezTo>
                    <a:pt x="151998" y="27505"/>
                    <a:pt x="151199" y="28790"/>
                    <a:pt x="151051" y="30239"/>
                  </a:cubicBezTo>
                  <a:cubicBezTo>
                    <a:pt x="150905" y="31687"/>
                    <a:pt x="151726" y="33391"/>
                    <a:pt x="153173" y="33553"/>
                  </a:cubicBezTo>
                  <a:cubicBezTo>
                    <a:pt x="153252" y="33562"/>
                    <a:pt x="153330" y="33566"/>
                    <a:pt x="153406" y="33566"/>
                  </a:cubicBezTo>
                  <a:cubicBezTo>
                    <a:pt x="155043" y="33566"/>
                    <a:pt x="156090" y="31574"/>
                    <a:pt x="156201" y="29877"/>
                  </a:cubicBezTo>
                  <a:cubicBezTo>
                    <a:pt x="156318" y="28099"/>
                    <a:pt x="155972" y="26160"/>
                    <a:pt x="156925" y="24659"/>
                  </a:cubicBezTo>
                  <a:cubicBezTo>
                    <a:pt x="158377" y="22374"/>
                    <a:pt x="162385" y="21839"/>
                    <a:pt x="162490" y="19133"/>
                  </a:cubicBezTo>
                  <a:cubicBezTo>
                    <a:pt x="162574" y="16945"/>
                    <a:pt x="159821" y="15661"/>
                    <a:pt x="159327" y="13530"/>
                  </a:cubicBezTo>
                  <a:cubicBezTo>
                    <a:pt x="159129" y="12668"/>
                    <a:pt x="159325" y="11773"/>
                    <a:pt x="159405" y="10894"/>
                  </a:cubicBezTo>
                  <a:cubicBezTo>
                    <a:pt x="159709" y="7612"/>
                    <a:pt x="158263" y="4218"/>
                    <a:pt x="155688" y="2163"/>
                  </a:cubicBezTo>
                  <a:cubicBezTo>
                    <a:pt x="153919" y="751"/>
                    <a:pt x="151652" y="0"/>
                    <a:pt x="149391" y="0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1" name="Google Shape;3241;p64"/>
            <p:cNvSpPr/>
            <p:nvPr/>
          </p:nvSpPr>
          <p:spPr>
            <a:xfrm>
              <a:off x="6146600" y="3671525"/>
              <a:ext cx="342925" cy="189500"/>
            </a:xfrm>
            <a:custGeom>
              <a:avLst/>
              <a:gdLst/>
              <a:ahLst/>
              <a:cxnLst/>
              <a:rect l="l" t="t" r="r" b="b"/>
              <a:pathLst>
                <a:path w="13717" h="7580" extrusionOk="0">
                  <a:moveTo>
                    <a:pt x="9951" y="0"/>
                  </a:moveTo>
                  <a:cubicBezTo>
                    <a:pt x="6355" y="0"/>
                    <a:pt x="1" y="1281"/>
                    <a:pt x="2486" y="4894"/>
                  </a:cubicBezTo>
                  <a:cubicBezTo>
                    <a:pt x="3169" y="5885"/>
                    <a:pt x="4297" y="6467"/>
                    <a:pt x="5404" y="6938"/>
                  </a:cubicBezTo>
                  <a:cubicBezTo>
                    <a:pt x="6217" y="7282"/>
                    <a:pt x="7136" y="7580"/>
                    <a:pt x="8003" y="7580"/>
                  </a:cubicBezTo>
                  <a:cubicBezTo>
                    <a:pt x="8565" y="7580"/>
                    <a:pt x="9106" y="7454"/>
                    <a:pt x="9581" y="7134"/>
                  </a:cubicBezTo>
                  <a:cubicBezTo>
                    <a:pt x="10406" y="6577"/>
                    <a:pt x="13156" y="2774"/>
                    <a:pt x="13348" y="1948"/>
                  </a:cubicBezTo>
                  <a:cubicBezTo>
                    <a:pt x="13716" y="358"/>
                    <a:pt x="13186" y="447"/>
                    <a:pt x="11597" y="126"/>
                  </a:cubicBezTo>
                  <a:cubicBezTo>
                    <a:pt x="11194" y="44"/>
                    <a:pt x="10620" y="0"/>
                    <a:pt x="9951" y="0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2" name="Google Shape;3242;p64"/>
            <p:cNvSpPr/>
            <p:nvPr/>
          </p:nvSpPr>
          <p:spPr>
            <a:xfrm>
              <a:off x="5901600" y="3652500"/>
              <a:ext cx="558700" cy="402875"/>
            </a:xfrm>
            <a:custGeom>
              <a:avLst/>
              <a:gdLst/>
              <a:ahLst/>
              <a:cxnLst/>
              <a:rect l="l" t="t" r="r" b="b"/>
              <a:pathLst>
                <a:path w="22348" h="16115" extrusionOk="0">
                  <a:moveTo>
                    <a:pt x="946" y="1"/>
                  </a:moveTo>
                  <a:cubicBezTo>
                    <a:pt x="616" y="1"/>
                    <a:pt x="299" y="66"/>
                    <a:pt x="1" y="208"/>
                  </a:cubicBezTo>
                  <a:cubicBezTo>
                    <a:pt x="742" y="1762"/>
                    <a:pt x="2032" y="3475"/>
                    <a:pt x="2935" y="5119"/>
                  </a:cubicBezTo>
                  <a:cubicBezTo>
                    <a:pt x="6575" y="11745"/>
                    <a:pt x="13987" y="16115"/>
                    <a:pt x="21544" y="16115"/>
                  </a:cubicBezTo>
                  <a:cubicBezTo>
                    <a:pt x="21635" y="16115"/>
                    <a:pt x="21726" y="16114"/>
                    <a:pt x="21817" y="16113"/>
                  </a:cubicBezTo>
                  <a:cubicBezTo>
                    <a:pt x="22347" y="15571"/>
                    <a:pt x="21564" y="14744"/>
                    <a:pt x="20866" y="14448"/>
                  </a:cubicBezTo>
                  <a:cubicBezTo>
                    <a:pt x="18934" y="13634"/>
                    <a:pt x="16857" y="13226"/>
                    <a:pt x="14879" y="12532"/>
                  </a:cubicBezTo>
                  <a:cubicBezTo>
                    <a:pt x="12900" y="11839"/>
                    <a:pt x="10943" y="10790"/>
                    <a:pt x="9769" y="9051"/>
                  </a:cubicBezTo>
                  <a:cubicBezTo>
                    <a:pt x="9280" y="8326"/>
                    <a:pt x="8945" y="7508"/>
                    <a:pt x="8542" y="6731"/>
                  </a:cubicBezTo>
                  <a:cubicBezTo>
                    <a:pt x="7503" y="4729"/>
                    <a:pt x="3759" y="1"/>
                    <a:pt x="946" y="1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3" name="Google Shape;3243;p64"/>
            <p:cNvSpPr/>
            <p:nvPr/>
          </p:nvSpPr>
          <p:spPr>
            <a:xfrm>
              <a:off x="6249675" y="4061675"/>
              <a:ext cx="964575" cy="811125"/>
            </a:xfrm>
            <a:custGeom>
              <a:avLst/>
              <a:gdLst/>
              <a:ahLst/>
              <a:cxnLst/>
              <a:rect l="l" t="t" r="r" b="b"/>
              <a:pathLst>
                <a:path w="38583" h="32445" extrusionOk="0">
                  <a:moveTo>
                    <a:pt x="17573" y="0"/>
                  </a:moveTo>
                  <a:cubicBezTo>
                    <a:pt x="14431" y="0"/>
                    <a:pt x="10968" y="2180"/>
                    <a:pt x="9011" y="4369"/>
                  </a:cubicBezTo>
                  <a:cubicBezTo>
                    <a:pt x="8028" y="5468"/>
                    <a:pt x="7111" y="6810"/>
                    <a:pt x="5676" y="7153"/>
                  </a:cubicBezTo>
                  <a:cubicBezTo>
                    <a:pt x="4830" y="7356"/>
                    <a:pt x="3925" y="7164"/>
                    <a:pt x="3076" y="7361"/>
                  </a:cubicBezTo>
                  <a:cubicBezTo>
                    <a:pt x="581" y="7938"/>
                    <a:pt x="1" y="11293"/>
                    <a:pt x="569" y="13791"/>
                  </a:cubicBezTo>
                  <a:cubicBezTo>
                    <a:pt x="1136" y="16289"/>
                    <a:pt x="2307" y="18910"/>
                    <a:pt x="1374" y="21296"/>
                  </a:cubicBezTo>
                  <a:cubicBezTo>
                    <a:pt x="1185" y="21776"/>
                    <a:pt x="913" y="22246"/>
                    <a:pt x="921" y="22762"/>
                  </a:cubicBezTo>
                  <a:cubicBezTo>
                    <a:pt x="932" y="23380"/>
                    <a:pt x="1355" y="23921"/>
                    <a:pt x="1849" y="24293"/>
                  </a:cubicBezTo>
                  <a:cubicBezTo>
                    <a:pt x="2646" y="24890"/>
                    <a:pt x="3559" y="25128"/>
                    <a:pt x="4517" y="25128"/>
                  </a:cubicBezTo>
                  <a:cubicBezTo>
                    <a:pt x="6301" y="25128"/>
                    <a:pt x="8239" y="24301"/>
                    <a:pt x="9868" y="23418"/>
                  </a:cubicBezTo>
                  <a:cubicBezTo>
                    <a:pt x="11665" y="22444"/>
                    <a:pt x="13735" y="21414"/>
                    <a:pt x="15685" y="21414"/>
                  </a:cubicBezTo>
                  <a:cubicBezTo>
                    <a:pt x="16453" y="21414"/>
                    <a:pt x="17203" y="21574"/>
                    <a:pt x="17910" y="21960"/>
                  </a:cubicBezTo>
                  <a:cubicBezTo>
                    <a:pt x="20585" y="23420"/>
                    <a:pt x="20837" y="27119"/>
                    <a:pt x="22486" y="29685"/>
                  </a:cubicBezTo>
                  <a:cubicBezTo>
                    <a:pt x="23522" y="31296"/>
                    <a:pt x="25450" y="32445"/>
                    <a:pt x="27291" y="32445"/>
                  </a:cubicBezTo>
                  <a:cubicBezTo>
                    <a:pt x="28027" y="32445"/>
                    <a:pt x="28749" y="32261"/>
                    <a:pt x="29394" y="31851"/>
                  </a:cubicBezTo>
                  <a:cubicBezTo>
                    <a:pt x="30163" y="31362"/>
                    <a:pt x="30731" y="30624"/>
                    <a:pt x="31285" y="29900"/>
                  </a:cubicBezTo>
                  <a:lnTo>
                    <a:pt x="34684" y="25460"/>
                  </a:lnTo>
                  <a:cubicBezTo>
                    <a:pt x="36183" y="23501"/>
                    <a:pt x="37736" y="21414"/>
                    <a:pt x="38025" y="18965"/>
                  </a:cubicBezTo>
                  <a:cubicBezTo>
                    <a:pt x="38582" y="14235"/>
                    <a:pt x="34390" y="10436"/>
                    <a:pt x="30609" y="7540"/>
                  </a:cubicBezTo>
                  <a:cubicBezTo>
                    <a:pt x="30407" y="6031"/>
                    <a:pt x="30190" y="4479"/>
                    <a:pt x="29421" y="3165"/>
                  </a:cubicBezTo>
                  <a:cubicBezTo>
                    <a:pt x="28683" y="1906"/>
                    <a:pt x="27576" y="1186"/>
                    <a:pt x="26718" y="1186"/>
                  </a:cubicBezTo>
                  <a:cubicBezTo>
                    <a:pt x="25783" y="1186"/>
                    <a:pt x="25141" y="2039"/>
                    <a:pt x="25589" y="3982"/>
                  </a:cubicBezTo>
                  <a:cubicBezTo>
                    <a:pt x="25561" y="3983"/>
                    <a:pt x="25533" y="3983"/>
                    <a:pt x="25505" y="3983"/>
                  </a:cubicBezTo>
                  <a:cubicBezTo>
                    <a:pt x="23077" y="3983"/>
                    <a:pt x="21095" y="399"/>
                    <a:pt x="18382" y="51"/>
                  </a:cubicBezTo>
                  <a:cubicBezTo>
                    <a:pt x="18115" y="17"/>
                    <a:pt x="17846" y="0"/>
                    <a:pt x="17573" y="0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44" name="Google Shape;3244;p64"/>
          <p:cNvSpPr/>
          <p:nvPr/>
        </p:nvSpPr>
        <p:spPr>
          <a:xfrm>
            <a:off x="5839761" y="1511389"/>
            <a:ext cx="240344" cy="240053"/>
          </a:xfrm>
          <a:custGeom>
            <a:avLst/>
            <a:gdLst/>
            <a:ahLst/>
            <a:cxnLst/>
            <a:rect l="l" t="t" r="r" b="b"/>
            <a:pathLst>
              <a:path w="5454" h="5448" extrusionOk="0">
                <a:moveTo>
                  <a:pt x="2720" y="0"/>
                </a:moveTo>
                <a:cubicBezTo>
                  <a:pt x="2376" y="0"/>
                  <a:pt x="2033" y="72"/>
                  <a:pt x="1715" y="215"/>
                </a:cubicBezTo>
                <a:cubicBezTo>
                  <a:pt x="763" y="870"/>
                  <a:pt x="1" y="1858"/>
                  <a:pt x="24" y="3073"/>
                </a:cubicBezTo>
                <a:cubicBezTo>
                  <a:pt x="60" y="4442"/>
                  <a:pt x="1191" y="5382"/>
                  <a:pt x="2513" y="5442"/>
                </a:cubicBezTo>
                <a:cubicBezTo>
                  <a:pt x="2573" y="5446"/>
                  <a:pt x="2633" y="5448"/>
                  <a:pt x="2693" y="5448"/>
                </a:cubicBezTo>
                <a:cubicBezTo>
                  <a:pt x="3194" y="5448"/>
                  <a:pt x="3696" y="5315"/>
                  <a:pt x="4132" y="5049"/>
                </a:cubicBezTo>
                <a:cubicBezTo>
                  <a:pt x="4680" y="4704"/>
                  <a:pt x="4989" y="4132"/>
                  <a:pt x="5132" y="3501"/>
                </a:cubicBezTo>
                <a:cubicBezTo>
                  <a:pt x="5454" y="2204"/>
                  <a:pt x="4906" y="739"/>
                  <a:pt x="3644" y="179"/>
                </a:cubicBezTo>
                <a:cubicBezTo>
                  <a:pt x="3348" y="60"/>
                  <a:pt x="3034" y="0"/>
                  <a:pt x="2720" y="0"/>
                </a:cubicBezTo>
                <a:close/>
              </a:path>
            </a:pathLst>
          </a:custGeom>
          <a:solidFill>
            <a:srgbClr val="F5E3AE"/>
          </a:solidFill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5" name="Google Shape;3245;p64"/>
          <p:cNvSpPr/>
          <p:nvPr/>
        </p:nvSpPr>
        <p:spPr>
          <a:xfrm>
            <a:off x="5839761" y="2567751"/>
            <a:ext cx="240344" cy="240053"/>
          </a:xfrm>
          <a:custGeom>
            <a:avLst/>
            <a:gdLst/>
            <a:ahLst/>
            <a:cxnLst/>
            <a:rect l="l" t="t" r="r" b="b"/>
            <a:pathLst>
              <a:path w="5454" h="5448" extrusionOk="0">
                <a:moveTo>
                  <a:pt x="2720" y="0"/>
                </a:moveTo>
                <a:cubicBezTo>
                  <a:pt x="2376" y="0"/>
                  <a:pt x="2033" y="72"/>
                  <a:pt x="1715" y="215"/>
                </a:cubicBezTo>
                <a:cubicBezTo>
                  <a:pt x="763" y="870"/>
                  <a:pt x="1" y="1858"/>
                  <a:pt x="24" y="3073"/>
                </a:cubicBezTo>
                <a:cubicBezTo>
                  <a:pt x="60" y="4442"/>
                  <a:pt x="1191" y="5382"/>
                  <a:pt x="2513" y="5442"/>
                </a:cubicBezTo>
                <a:cubicBezTo>
                  <a:pt x="2573" y="5446"/>
                  <a:pt x="2633" y="5448"/>
                  <a:pt x="2693" y="5448"/>
                </a:cubicBezTo>
                <a:cubicBezTo>
                  <a:pt x="3194" y="5448"/>
                  <a:pt x="3696" y="5315"/>
                  <a:pt x="4132" y="5049"/>
                </a:cubicBezTo>
                <a:cubicBezTo>
                  <a:pt x="4680" y="4704"/>
                  <a:pt x="4989" y="4132"/>
                  <a:pt x="5132" y="3501"/>
                </a:cubicBezTo>
                <a:cubicBezTo>
                  <a:pt x="5454" y="2204"/>
                  <a:pt x="4906" y="739"/>
                  <a:pt x="3644" y="179"/>
                </a:cubicBezTo>
                <a:cubicBezTo>
                  <a:pt x="3348" y="60"/>
                  <a:pt x="3034" y="0"/>
                  <a:pt x="2720" y="0"/>
                </a:cubicBezTo>
                <a:close/>
              </a:path>
            </a:pathLst>
          </a:custGeom>
          <a:solidFill>
            <a:srgbClr val="DAE3AC"/>
          </a:solidFill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6" name="Google Shape;3246;p64"/>
          <p:cNvSpPr/>
          <p:nvPr/>
        </p:nvSpPr>
        <p:spPr>
          <a:xfrm>
            <a:off x="5839761" y="3621515"/>
            <a:ext cx="240344" cy="240053"/>
          </a:xfrm>
          <a:custGeom>
            <a:avLst/>
            <a:gdLst/>
            <a:ahLst/>
            <a:cxnLst/>
            <a:rect l="l" t="t" r="r" b="b"/>
            <a:pathLst>
              <a:path w="5454" h="5448" extrusionOk="0">
                <a:moveTo>
                  <a:pt x="2720" y="0"/>
                </a:moveTo>
                <a:cubicBezTo>
                  <a:pt x="2376" y="0"/>
                  <a:pt x="2033" y="72"/>
                  <a:pt x="1715" y="215"/>
                </a:cubicBezTo>
                <a:cubicBezTo>
                  <a:pt x="763" y="870"/>
                  <a:pt x="1" y="1858"/>
                  <a:pt x="24" y="3073"/>
                </a:cubicBezTo>
                <a:cubicBezTo>
                  <a:pt x="60" y="4442"/>
                  <a:pt x="1191" y="5382"/>
                  <a:pt x="2513" y="5442"/>
                </a:cubicBezTo>
                <a:cubicBezTo>
                  <a:pt x="2573" y="5446"/>
                  <a:pt x="2633" y="5448"/>
                  <a:pt x="2693" y="5448"/>
                </a:cubicBezTo>
                <a:cubicBezTo>
                  <a:pt x="3194" y="5448"/>
                  <a:pt x="3696" y="5315"/>
                  <a:pt x="4132" y="5049"/>
                </a:cubicBezTo>
                <a:cubicBezTo>
                  <a:pt x="4680" y="4704"/>
                  <a:pt x="4989" y="4132"/>
                  <a:pt x="5132" y="3501"/>
                </a:cubicBezTo>
                <a:cubicBezTo>
                  <a:pt x="5454" y="2204"/>
                  <a:pt x="4906" y="739"/>
                  <a:pt x="3644" y="179"/>
                </a:cubicBezTo>
                <a:cubicBezTo>
                  <a:pt x="3348" y="60"/>
                  <a:pt x="3034" y="0"/>
                  <a:pt x="2720" y="0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7" name="Google Shape;3247;p64"/>
          <p:cNvSpPr/>
          <p:nvPr/>
        </p:nvSpPr>
        <p:spPr>
          <a:xfrm>
            <a:off x="2977261" y="2151931"/>
            <a:ext cx="240344" cy="240053"/>
          </a:xfrm>
          <a:custGeom>
            <a:avLst/>
            <a:gdLst/>
            <a:ahLst/>
            <a:cxnLst/>
            <a:rect l="l" t="t" r="r" b="b"/>
            <a:pathLst>
              <a:path w="5454" h="5448" extrusionOk="0">
                <a:moveTo>
                  <a:pt x="2720" y="0"/>
                </a:moveTo>
                <a:cubicBezTo>
                  <a:pt x="2376" y="0"/>
                  <a:pt x="2033" y="72"/>
                  <a:pt x="1715" y="215"/>
                </a:cubicBezTo>
                <a:cubicBezTo>
                  <a:pt x="763" y="870"/>
                  <a:pt x="1" y="1858"/>
                  <a:pt x="24" y="3073"/>
                </a:cubicBezTo>
                <a:cubicBezTo>
                  <a:pt x="60" y="4442"/>
                  <a:pt x="1191" y="5382"/>
                  <a:pt x="2513" y="5442"/>
                </a:cubicBezTo>
                <a:cubicBezTo>
                  <a:pt x="2573" y="5446"/>
                  <a:pt x="2633" y="5448"/>
                  <a:pt x="2693" y="5448"/>
                </a:cubicBezTo>
                <a:cubicBezTo>
                  <a:pt x="3194" y="5448"/>
                  <a:pt x="3696" y="5315"/>
                  <a:pt x="4132" y="5049"/>
                </a:cubicBezTo>
                <a:cubicBezTo>
                  <a:pt x="4680" y="4704"/>
                  <a:pt x="4989" y="4132"/>
                  <a:pt x="5132" y="3501"/>
                </a:cubicBezTo>
                <a:cubicBezTo>
                  <a:pt x="5454" y="2204"/>
                  <a:pt x="4906" y="739"/>
                  <a:pt x="3644" y="179"/>
                </a:cubicBezTo>
                <a:cubicBezTo>
                  <a:pt x="3348" y="60"/>
                  <a:pt x="3034" y="0"/>
                  <a:pt x="2720" y="0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8" name="Google Shape;3248;p64"/>
          <p:cNvSpPr/>
          <p:nvPr/>
        </p:nvSpPr>
        <p:spPr>
          <a:xfrm>
            <a:off x="1282736" y="2151944"/>
            <a:ext cx="240344" cy="240053"/>
          </a:xfrm>
          <a:custGeom>
            <a:avLst/>
            <a:gdLst/>
            <a:ahLst/>
            <a:cxnLst/>
            <a:rect l="l" t="t" r="r" b="b"/>
            <a:pathLst>
              <a:path w="5454" h="5448" extrusionOk="0">
                <a:moveTo>
                  <a:pt x="2720" y="0"/>
                </a:moveTo>
                <a:cubicBezTo>
                  <a:pt x="2376" y="0"/>
                  <a:pt x="2033" y="72"/>
                  <a:pt x="1715" y="215"/>
                </a:cubicBezTo>
                <a:cubicBezTo>
                  <a:pt x="763" y="870"/>
                  <a:pt x="1" y="1858"/>
                  <a:pt x="24" y="3073"/>
                </a:cubicBezTo>
                <a:cubicBezTo>
                  <a:pt x="60" y="4442"/>
                  <a:pt x="1191" y="5382"/>
                  <a:pt x="2513" y="5442"/>
                </a:cubicBezTo>
                <a:cubicBezTo>
                  <a:pt x="2573" y="5446"/>
                  <a:pt x="2633" y="5448"/>
                  <a:pt x="2693" y="5448"/>
                </a:cubicBezTo>
                <a:cubicBezTo>
                  <a:pt x="3194" y="5448"/>
                  <a:pt x="3696" y="5315"/>
                  <a:pt x="4132" y="5049"/>
                </a:cubicBezTo>
                <a:cubicBezTo>
                  <a:pt x="4680" y="4704"/>
                  <a:pt x="4989" y="4132"/>
                  <a:pt x="5132" y="3501"/>
                </a:cubicBezTo>
                <a:cubicBezTo>
                  <a:pt x="5454" y="2204"/>
                  <a:pt x="4906" y="739"/>
                  <a:pt x="3644" y="179"/>
                </a:cubicBezTo>
                <a:cubicBezTo>
                  <a:pt x="3348" y="60"/>
                  <a:pt x="3034" y="0"/>
                  <a:pt x="2720" y="0"/>
                </a:cubicBezTo>
                <a:close/>
              </a:path>
            </a:pathLst>
          </a:custGeom>
          <a:solidFill>
            <a:srgbClr val="F5E3AE"/>
          </a:solidFill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9" name="Google Shape;3249;p64"/>
          <p:cNvSpPr/>
          <p:nvPr/>
        </p:nvSpPr>
        <p:spPr>
          <a:xfrm>
            <a:off x="1939636" y="2327681"/>
            <a:ext cx="240344" cy="240053"/>
          </a:xfrm>
          <a:custGeom>
            <a:avLst/>
            <a:gdLst/>
            <a:ahLst/>
            <a:cxnLst/>
            <a:rect l="l" t="t" r="r" b="b"/>
            <a:pathLst>
              <a:path w="5454" h="5448" extrusionOk="0">
                <a:moveTo>
                  <a:pt x="2720" y="0"/>
                </a:moveTo>
                <a:cubicBezTo>
                  <a:pt x="2376" y="0"/>
                  <a:pt x="2033" y="72"/>
                  <a:pt x="1715" y="215"/>
                </a:cubicBezTo>
                <a:cubicBezTo>
                  <a:pt x="763" y="870"/>
                  <a:pt x="1" y="1858"/>
                  <a:pt x="24" y="3073"/>
                </a:cubicBezTo>
                <a:cubicBezTo>
                  <a:pt x="60" y="4442"/>
                  <a:pt x="1191" y="5382"/>
                  <a:pt x="2513" y="5442"/>
                </a:cubicBezTo>
                <a:cubicBezTo>
                  <a:pt x="2573" y="5446"/>
                  <a:pt x="2633" y="5448"/>
                  <a:pt x="2693" y="5448"/>
                </a:cubicBezTo>
                <a:cubicBezTo>
                  <a:pt x="3194" y="5448"/>
                  <a:pt x="3696" y="5315"/>
                  <a:pt x="4132" y="5049"/>
                </a:cubicBezTo>
                <a:cubicBezTo>
                  <a:pt x="4680" y="4704"/>
                  <a:pt x="4989" y="4132"/>
                  <a:pt x="5132" y="3501"/>
                </a:cubicBezTo>
                <a:cubicBezTo>
                  <a:pt x="5454" y="2204"/>
                  <a:pt x="4906" y="739"/>
                  <a:pt x="3644" y="179"/>
                </a:cubicBezTo>
                <a:cubicBezTo>
                  <a:pt x="3348" y="60"/>
                  <a:pt x="3034" y="0"/>
                  <a:pt x="2720" y="0"/>
                </a:cubicBezTo>
                <a:close/>
              </a:path>
            </a:pathLst>
          </a:custGeom>
          <a:solidFill>
            <a:srgbClr val="DAE3AC"/>
          </a:solidFill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50" name="Google Shape;3250;p64"/>
          <p:cNvGrpSpPr/>
          <p:nvPr/>
        </p:nvGrpSpPr>
        <p:grpSpPr>
          <a:xfrm rot="-4694984">
            <a:off x="8061049" y="872789"/>
            <a:ext cx="498836" cy="473866"/>
            <a:chOff x="4608300" y="2378075"/>
            <a:chExt cx="340550" cy="323525"/>
          </a:xfrm>
        </p:grpSpPr>
        <p:sp>
          <p:nvSpPr>
            <p:cNvPr id="3251" name="Google Shape;3251;p64"/>
            <p:cNvSpPr/>
            <p:nvPr/>
          </p:nvSpPr>
          <p:spPr>
            <a:xfrm>
              <a:off x="4624075" y="2389575"/>
              <a:ext cx="298875" cy="96000"/>
            </a:xfrm>
            <a:custGeom>
              <a:avLst/>
              <a:gdLst/>
              <a:ahLst/>
              <a:cxnLst/>
              <a:rect l="l" t="t" r="r" b="b"/>
              <a:pathLst>
                <a:path w="11955" h="3840" extrusionOk="0">
                  <a:moveTo>
                    <a:pt x="5678" y="1"/>
                  </a:moveTo>
                  <a:cubicBezTo>
                    <a:pt x="4528" y="1"/>
                    <a:pt x="3380" y="9"/>
                    <a:pt x="2227" y="18"/>
                  </a:cubicBezTo>
                  <a:lnTo>
                    <a:pt x="977" y="42"/>
                  </a:lnTo>
                  <a:cubicBezTo>
                    <a:pt x="775" y="42"/>
                    <a:pt x="572" y="53"/>
                    <a:pt x="382" y="53"/>
                  </a:cubicBezTo>
                  <a:cubicBezTo>
                    <a:pt x="334" y="49"/>
                    <a:pt x="286" y="46"/>
                    <a:pt x="238" y="46"/>
                  </a:cubicBezTo>
                  <a:cubicBezTo>
                    <a:pt x="156" y="46"/>
                    <a:pt x="76" y="55"/>
                    <a:pt x="1" y="77"/>
                  </a:cubicBezTo>
                  <a:cubicBezTo>
                    <a:pt x="715" y="685"/>
                    <a:pt x="1417" y="1316"/>
                    <a:pt x="2132" y="1923"/>
                  </a:cubicBezTo>
                  <a:cubicBezTo>
                    <a:pt x="2882" y="2566"/>
                    <a:pt x="3632" y="3268"/>
                    <a:pt x="4442" y="3840"/>
                  </a:cubicBezTo>
                  <a:cubicBezTo>
                    <a:pt x="5692" y="3185"/>
                    <a:pt x="7001" y="2637"/>
                    <a:pt x="8275" y="2042"/>
                  </a:cubicBezTo>
                  <a:cubicBezTo>
                    <a:pt x="9526" y="1458"/>
                    <a:pt x="10728" y="815"/>
                    <a:pt x="11954" y="220"/>
                  </a:cubicBezTo>
                  <a:cubicBezTo>
                    <a:pt x="10347" y="101"/>
                    <a:pt x="8740" y="30"/>
                    <a:pt x="7109" y="6"/>
                  </a:cubicBezTo>
                  <a:cubicBezTo>
                    <a:pt x="6631" y="2"/>
                    <a:pt x="6154" y="1"/>
                    <a:pt x="567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64"/>
            <p:cNvSpPr/>
            <p:nvPr/>
          </p:nvSpPr>
          <p:spPr>
            <a:xfrm>
              <a:off x="4680325" y="2407275"/>
              <a:ext cx="236075" cy="274150"/>
            </a:xfrm>
            <a:custGeom>
              <a:avLst/>
              <a:gdLst/>
              <a:ahLst/>
              <a:cxnLst/>
              <a:rect l="l" t="t" r="r" b="b"/>
              <a:pathLst>
                <a:path w="9443" h="10966" extrusionOk="0">
                  <a:moveTo>
                    <a:pt x="9443" y="0"/>
                  </a:moveTo>
                  <a:cubicBezTo>
                    <a:pt x="8347" y="548"/>
                    <a:pt x="7204" y="1060"/>
                    <a:pt x="6097" y="1584"/>
                  </a:cubicBezTo>
                  <a:cubicBezTo>
                    <a:pt x="4847" y="2167"/>
                    <a:pt x="3585" y="2774"/>
                    <a:pt x="2275" y="3239"/>
                  </a:cubicBezTo>
                  <a:cubicBezTo>
                    <a:pt x="2275" y="3263"/>
                    <a:pt x="2275" y="3275"/>
                    <a:pt x="2275" y="3286"/>
                  </a:cubicBezTo>
                  <a:cubicBezTo>
                    <a:pt x="1894" y="4560"/>
                    <a:pt x="1513" y="5834"/>
                    <a:pt x="1132" y="7096"/>
                  </a:cubicBezTo>
                  <a:cubicBezTo>
                    <a:pt x="739" y="8370"/>
                    <a:pt x="418" y="9656"/>
                    <a:pt x="13" y="10906"/>
                  </a:cubicBezTo>
                  <a:cubicBezTo>
                    <a:pt x="13" y="10918"/>
                    <a:pt x="1" y="10930"/>
                    <a:pt x="1" y="10942"/>
                  </a:cubicBezTo>
                  <a:lnTo>
                    <a:pt x="25" y="10966"/>
                  </a:lnTo>
                  <a:cubicBezTo>
                    <a:pt x="3120" y="7275"/>
                    <a:pt x="6264" y="3620"/>
                    <a:pt x="944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64"/>
            <p:cNvSpPr/>
            <p:nvPr/>
          </p:nvSpPr>
          <p:spPr>
            <a:xfrm>
              <a:off x="4621100" y="2392100"/>
              <a:ext cx="109850" cy="295875"/>
            </a:xfrm>
            <a:custGeom>
              <a:avLst/>
              <a:gdLst/>
              <a:ahLst/>
              <a:cxnLst/>
              <a:rect l="l" t="t" r="r" b="b"/>
              <a:pathLst>
                <a:path w="4394" h="11835" extrusionOk="0">
                  <a:moveTo>
                    <a:pt x="84" y="0"/>
                  </a:moveTo>
                  <a:cubicBezTo>
                    <a:pt x="48" y="24"/>
                    <a:pt x="24" y="72"/>
                    <a:pt x="24" y="119"/>
                  </a:cubicBezTo>
                  <a:cubicBezTo>
                    <a:pt x="1" y="322"/>
                    <a:pt x="120" y="643"/>
                    <a:pt x="155" y="834"/>
                  </a:cubicBezTo>
                  <a:cubicBezTo>
                    <a:pt x="191" y="1036"/>
                    <a:pt x="239" y="1226"/>
                    <a:pt x="274" y="1417"/>
                  </a:cubicBezTo>
                  <a:cubicBezTo>
                    <a:pt x="334" y="1798"/>
                    <a:pt x="417" y="2191"/>
                    <a:pt x="489" y="2572"/>
                  </a:cubicBezTo>
                  <a:cubicBezTo>
                    <a:pt x="1072" y="5656"/>
                    <a:pt x="1667" y="8739"/>
                    <a:pt x="2167" y="11835"/>
                  </a:cubicBezTo>
                  <a:lnTo>
                    <a:pt x="2394" y="11573"/>
                  </a:lnTo>
                  <a:lnTo>
                    <a:pt x="2370" y="11549"/>
                  </a:lnTo>
                  <a:cubicBezTo>
                    <a:pt x="2346" y="11580"/>
                    <a:pt x="2315" y="11594"/>
                    <a:pt x="2285" y="11594"/>
                  </a:cubicBezTo>
                  <a:cubicBezTo>
                    <a:pt x="2224" y="11594"/>
                    <a:pt x="2167" y="11538"/>
                    <a:pt x="2191" y="11466"/>
                  </a:cubicBezTo>
                  <a:cubicBezTo>
                    <a:pt x="2787" y="9216"/>
                    <a:pt x="3489" y="6977"/>
                    <a:pt x="4120" y="4751"/>
                  </a:cubicBezTo>
                  <a:cubicBezTo>
                    <a:pt x="4180" y="4548"/>
                    <a:pt x="4394" y="4108"/>
                    <a:pt x="4334" y="3917"/>
                  </a:cubicBezTo>
                  <a:cubicBezTo>
                    <a:pt x="4287" y="3727"/>
                    <a:pt x="3870" y="3477"/>
                    <a:pt x="3727" y="3346"/>
                  </a:cubicBezTo>
                  <a:cubicBezTo>
                    <a:pt x="3322" y="3000"/>
                    <a:pt x="2906" y="2643"/>
                    <a:pt x="2501" y="2274"/>
                  </a:cubicBezTo>
                  <a:cubicBezTo>
                    <a:pt x="1679" y="1536"/>
                    <a:pt x="858" y="786"/>
                    <a:pt x="8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64"/>
            <p:cNvSpPr/>
            <p:nvPr/>
          </p:nvSpPr>
          <p:spPr>
            <a:xfrm>
              <a:off x="4608300" y="2378075"/>
              <a:ext cx="340550" cy="323525"/>
            </a:xfrm>
            <a:custGeom>
              <a:avLst/>
              <a:gdLst/>
              <a:ahLst/>
              <a:cxnLst/>
              <a:rect l="l" t="t" r="r" b="b"/>
              <a:pathLst>
                <a:path w="13622" h="12941" extrusionOk="0">
                  <a:moveTo>
                    <a:pt x="6225" y="456"/>
                  </a:moveTo>
                  <a:cubicBezTo>
                    <a:pt x="6729" y="456"/>
                    <a:pt x="7234" y="458"/>
                    <a:pt x="7740" y="466"/>
                  </a:cubicBezTo>
                  <a:cubicBezTo>
                    <a:pt x="9359" y="478"/>
                    <a:pt x="10978" y="549"/>
                    <a:pt x="12585" y="668"/>
                  </a:cubicBezTo>
                  <a:cubicBezTo>
                    <a:pt x="11359" y="1275"/>
                    <a:pt x="10157" y="1918"/>
                    <a:pt x="8906" y="2490"/>
                  </a:cubicBezTo>
                  <a:lnTo>
                    <a:pt x="8906" y="2502"/>
                  </a:lnTo>
                  <a:cubicBezTo>
                    <a:pt x="7632" y="3097"/>
                    <a:pt x="6323" y="3645"/>
                    <a:pt x="5073" y="4300"/>
                  </a:cubicBezTo>
                  <a:cubicBezTo>
                    <a:pt x="4263" y="3716"/>
                    <a:pt x="3513" y="3026"/>
                    <a:pt x="2763" y="2371"/>
                  </a:cubicBezTo>
                  <a:cubicBezTo>
                    <a:pt x="2048" y="1764"/>
                    <a:pt x="1346" y="1145"/>
                    <a:pt x="632" y="537"/>
                  </a:cubicBezTo>
                  <a:cubicBezTo>
                    <a:pt x="721" y="511"/>
                    <a:pt x="817" y="497"/>
                    <a:pt x="915" y="497"/>
                  </a:cubicBezTo>
                  <a:cubicBezTo>
                    <a:pt x="947" y="497"/>
                    <a:pt x="980" y="499"/>
                    <a:pt x="1013" y="502"/>
                  </a:cubicBezTo>
                  <a:cubicBezTo>
                    <a:pt x="1203" y="490"/>
                    <a:pt x="1406" y="490"/>
                    <a:pt x="1608" y="490"/>
                  </a:cubicBezTo>
                  <a:lnTo>
                    <a:pt x="2858" y="478"/>
                  </a:lnTo>
                  <a:cubicBezTo>
                    <a:pt x="3983" y="470"/>
                    <a:pt x="5103" y="456"/>
                    <a:pt x="6225" y="456"/>
                  </a:cubicBezTo>
                  <a:close/>
                  <a:moveTo>
                    <a:pt x="596" y="549"/>
                  </a:moveTo>
                  <a:cubicBezTo>
                    <a:pt x="1370" y="1347"/>
                    <a:pt x="2191" y="2097"/>
                    <a:pt x="3013" y="2835"/>
                  </a:cubicBezTo>
                  <a:cubicBezTo>
                    <a:pt x="3418" y="3192"/>
                    <a:pt x="3834" y="3550"/>
                    <a:pt x="4239" y="3907"/>
                  </a:cubicBezTo>
                  <a:cubicBezTo>
                    <a:pt x="4394" y="4038"/>
                    <a:pt x="4799" y="4276"/>
                    <a:pt x="4846" y="4478"/>
                  </a:cubicBezTo>
                  <a:cubicBezTo>
                    <a:pt x="4906" y="4669"/>
                    <a:pt x="4704" y="5109"/>
                    <a:pt x="4644" y="5312"/>
                  </a:cubicBezTo>
                  <a:cubicBezTo>
                    <a:pt x="4013" y="7550"/>
                    <a:pt x="3299" y="9777"/>
                    <a:pt x="2703" y="12015"/>
                  </a:cubicBezTo>
                  <a:cubicBezTo>
                    <a:pt x="2687" y="12089"/>
                    <a:pt x="2751" y="12147"/>
                    <a:pt x="2811" y="12147"/>
                  </a:cubicBezTo>
                  <a:cubicBezTo>
                    <a:pt x="2838" y="12147"/>
                    <a:pt x="2864" y="12136"/>
                    <a:pt x="2882" y="12110"/>
                  </a:cubicBezTo>
                  <a:cubicBezTo>
                    <a:pt x="2894" y="12098"/>
                    <a:pt x="2894" y="12086"/>
                    <a:pt x="2906" y="12074"/>
                  </a:cubicBezTo>
                  <a:cubicBezTo>
                    <a:pt x="3299" y="10812"/>
                    <a:pt x="3632" y="9527"/>
                    <a:pt x="4013" y="8264"/>
                  </a:cubicBezTo>
                  <a:cubicBezTo>
                    <a:pt x="4394" y="6990"/>
                    <a:pt x="4775" y="5728"/>
                    <a:pt x="5156" y="4454"/>
                  </a:cubicBezTo>
                  <a:cubicBezTo>
                    <a:pt x="5168" y="4443"/>
                    <a:pt x="5168" y="4419"/>
                    <a:pt x="5156" y="4407"/>
                  </a:cubicBezTo>
                  <a:cubicBezTo>
                    <a:pt x="6466" y="3942"/>
                    <a:pt x="7728" y="3323"/>
                    <a:pt x="8978" y="2740"/>
                  </a:cubicBezTo>
                  <a:cubicBezTo>
                    <a:pt x="10097" y="2228"/>
                    <a:pt x="11228" y="1716"/>
                    <a:pt x="12335" y="1168"/>
                  </a:cubicBezTo>
                  <a:lnTo>
                    <a:pt x="12335" y="1168"/>
                  </a:lnTo>
                  <a:cubicBezTo>
                    <a:pt x="9145" y="4800"/>
                    <a:pt x="6001" y="8443"/>
                    <a:pt x="2906" y="12134"/>
                  </a:cubicBezTo>
                  <a:lnTo>
                    <a:pt x="2679" y="12396"/>
                  </a:lnTo>
                  <a:cubicBezTo>
                    <a:pt x="2191" y="9300"/>
                    <a:pt x="1584" y="6217"/>
                    <a:pt x="1001" y="3133"/>
                  </a:cubicBezTo>
                  <a:cubicBezTo>
                    <a:pt x="929" y="2752"/>
                    <a:pt x="846" y="2359"/>
                    <a:pt x="774" y="1978"/>
                  </a:cubicBezTo>
                  <a:cubicBezTo>
                    <a:pt x="739" y="1787"/>
                    <a:pt x="703" y="1597"/>
                    <a:pt x="667" y="1395"/>
                  </a:cubicBezTo>
                  <a:cubicBezTo>
                    <a:pt x="632" y="1192"/>
                    <a:pt x="501" y="871"/>
                    <a:pt x="536" y="668"/>
                  </a:cubicBezTo>
                  <a:cubicBezTo>
                    <a:pt x="536" y="621"/>
                    <a:pt x="560" y="585"/>
                    <a:pt x="596" y="549"/>
                  </a:cubicBezTo>
                  <a:close/>
                  <a:moveTo>
                    <a:pt x="5977" y="0"/>
                  </a:moveTo>
                  <a:cubicBezTo>
                    <a:pt x="4888" y="0"/>
                    <a:pt x="3801" y="11"/>
                    <a:pt x="2715" y="25"/>
                  </a:cubicBezTo>
                  <a:cubicBezTo>
                    <a:pt x="2298" y="25"/>
                    <a:pt x="1882" y="37"/>
                    <a:pt x="1453" y="37"/>
                  </a:cubicBezTo>
                  <a:cubicBezTo>
                    <a:pt x="1426" y="38"/>
                    <a:pt x="1398" y="39"/>
                    <a:pt x="1370" y="39"/>
                  </a:cubicBezTo>
                  <a:cubicBezTo>
                    <a:pt x="1206" y="39"/>
                    <a:pt x="1027" y="25"/>
                    <a:pt x="852" y="25"/>
                  </a:cubicBezTo>
                  <a:cubicBezTo>
                    <a:pt x="687" y="25"/>
                    <a:pt x="525" y="37"/>
                    <a:pt x="382" y="85"/>
                  </a:cubicBezTo>
                  <a:cubicBezTo>
                    <a:pt x="143" y="168"/>
                    <a:pt x="1" y="394"/>
                    <a:pt x="24" y="644"/>
                  </a:cubicBezTo>
                  <a:cubicBezTo>
                    <a:pt x="72" y="1037"/>
                    <a:pt x="155" y="1430"/>
                    <a:pt x="251" y="1823"/>
                  </a:cubicBezTo>
                  <a:cubicBezTo>
                    <a:pt x="596" y="3526"/>
                    <a:pt x="929" y="5240"/>
                    <a:pt x="1275" y="6955"/>
                  </a:cubicBezTo>
                  <a:cubicBezTo>
                    <a:pt x="1644" y="8860"/>
                    <a:pt x="2025" y="10765"/>
                    <a:pt x="2465" y="12658"/>
                  </a:cubicBezTo>
                  <a:cubicBezTo>
                    <a:pt x="2366" y="12775"/>
                    <a:pt x="2465" y="12941"/>
                    <a:pt x="2587" y="12941"/>
                  </a:cubicBezTo>
                  <a:cubicBezTo>
                    <a:pt x="2625" y="12941"/>
                    <a:pt x="2666" y="12924"/>
                    <a:pt x="2703" y="12884"/>
                  </a:cubicBezTo>
                  <a:cubicBezTo>
                    <a:pt x="6347" y="8860"/>
                    <a:pt x="9930" y="4776"/>
                    <a:pt x="13467" y="656"/>
                  </a:cubicBezTo>
                  <a:cubicBezTo>
                    <a:pt x="13621" y="490"/>
                    <a:pt x="13514" y="216"/>
                    <a:pt x="13276" y="216"/>
                  </a:cubicBezTo>
                  <a:cubicBezTo>
                    <a:pt x="10849" y="51"/>
                    <a:pt x="8411" y="0"/>
                    <a:pt x="597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55" name="Google Shape;3255;p64"/>
          <p:cNvGrpSpPr/>
          <p:nvPr/>
        </p:nvGrpSpPr>
        <p:grpSpPr>
          <a:xfrm rot="-2700000">
            <a:off x="883538" y="4129103"/>
            <a:ext cx="447872" cy="753301"/>
            <a:chOff x="6439525" y="3953600"/>
            <a:chExt cx="519425" cy="873650"/>
          </a:xfrm>
        </p:grpSpPr>
        <p:sp>
          <p:nvSpPr>
            <p:cNvPr id="3256" name="Google Shape;3256;p64"/>
            <p:cNvSpPr/>
            <p:nvPr/>
          </p:nvSpPr>
          <p:spPr>
            <a:xfrm>
              <a:off x="6453800" y="4033125"/>
              <a:ext cx="497125" cy="782025"/>
            </a:xfrm>
            <a:custGeom>
              <a:avLst/>
              <a:gdLst/>
              <a:ahLst/>
              <a:cxnLst/>
              <a:rect l="l" t="t" r="r" b="b"/>
              <a:pathLst>
                <a:path w="19885" h="31281" extrusionOk="0">
                  <a:moveTo>
                    <a:pt x="9156" y="10744"/>
                  </a:moveTo>
                  <a:cubicBezTo>
                    <a:pt x="10509" y="10744"/>
                    <a:pt x="11844" y="11159"/>
                    <a:pt x="13038" y="11789"/>
                  </a:cubicBezTo>
                  <a:cubicBezTo>
                    <a:pt x="13788" y="12182"/>
                    <a:pt x="14491" y="12658"/>
                    <a:pt x="15205" y="13134"/>
                  </a:cubicBezTo>
                  <a:cubicBezTo>
                    <a:pt x="15931" y="13599"/>
                    <a:pt x="16682" y="14003"/>
                    <a:pt x="17432" y="14432"/>
                  </a:cubicBezTo>
                  <a:cubicBezTo>
                    <a:pt x="17491" y="14456"/>
                    <a:pt x="17515" y="14539"/>
                    <a:pt x="17503" y="14599"/>
                  </a:cubicBezTo>
                  <a:cubicBezTo>
                    <a:pt x="17503" y="15003"/>
                    <a:pt x="17515" y="15396"/>
                    <a:pt x="17515" y="15789"/>
                  </a:cubicBezTo>
                  <a:cubicBezTo>
                    <a:pt x="17527" y="19028"/>
                    <a:pt x="17503" y="22254"/>
                    <a:pt x="17479" y="25493"/>
                  </a:cubicBezTo>
                  <a:lnTo>
                    <a:pt x="17479" y="25481"/>
                  </a:lnTo>
                  <a:cubicBezTo>
                    <a:pt x="17479" y="26279"/>
                    <a:pt x="17479" y="27064"/>
                    <a:pt x="17467" y="27862"/>
                  </a:cubicBezTo>
                  <a:cubicBezTo>
                    <a:pt x="17467" y="28434"/>
                    <a:pt x="17563" y="29220"/>
                    <a:pt x="17110" y="29672"/>
                  </a:cubicBezTo>
                  <a:cubicBezTo>
                    <a:pt x="16904" y="29910"/>
                    <a:pt x="16619" y="29971"/>
                    <a:pt x="16318" y="29971"/>
                  </a:cubicBezTo>
                  <a:cubicBezTo>
                    <a:pt x="16289" y="29971"/>
                    <a:pt x="16259" y="29971"/>
                    <a:pt x="16229" y="29970"/>
                  </a:cubicBezTo>
                  <a:cubicBezTo>
                    <a:pt x="15836" y="29958"/>
                    <a:pt x="15443" y="29946"/>
                    <a:pt x="15050" y="29922"/>
                  </a:cubicBezTo>
                  <a:cubicBezTo>
                    <a:pt x="14253" y="29862"/>
                    <a:pt x="13455" y="29803"/>
                    <a:pt x="12669" y="29708"/>
                  </a:cubicBezTo>
                  <a:cubicBezTo>
                    <a:pt x="9526" y="29362"/>
                    <a:pt x="6430" y="28708"/>
                    <a:pt x="3406" y="27767"/>
                  </a:cubicBezTo>
                  <a:cubicBezTo>
                    <a:pt x="3037" y="27648"/>
                    <a:pt x="2680" y="27529"/>
                    <a:pt x="2311" y="27410"/>
                  </a:cubicBezTo>
                  <a:cubicBezTo>
                    <a:pt x="1989" y="27303"/>
                    <a:pt x="1644" y="27219"/>
                    <a:pt x="1382" y="27005"/>
                  </a:cubicBezTo>
                  <a:cubicBezTo>
                    <a:pt x="1132" y="26803"/>
                    <a:pt x="989" y="26505"/>
                    <a:pt x="977" y="26183"/>
                  </a:cubicBezTo>
                  <a:cubicBezTo>
                    <a:pt x="941" y="25814"/>
                    <a:pt x="953" y="25433"/>
                    <a:pt x="1001" y="25064"/>
                  </a:cubicBezTo>
                  <a:cubicBezTo>
                    <a:pt x="1191" y="23516"/>
                    <a:pt x="1965" y="22111"/>
                    <a:pt x="2561" y="20695"/>
                  </a:cubicBezTo>
                  <a:cubicBezTo>
                    <a:pt x="3775" y="17801"/>
                    <a:pt x="4775" y="14837"/>
                    <a:pt x="5787" y="11884"/>
                  </a:cubicBezTo>
                  <a:cubicBezTo>
                    <a:pt x="5763" y="11884"/>
                    <a:pt x="5752" y="11860"/>
                    <a:pt x="5763" y="11836"/>
                  </a:cubicBezTo>
                  <a:lnTo>
                    <a:pt x="5823" y="11801"/>
                  </a:lnTo>
                  <a:lnTo>
                    <a:pt x="5823" y="11765"/>
                  </a:lnTo>
                  <a:cubicBezTo>
                    <a:pt x="5835" y="11753"/>
                    <a:pt x="5847" y="11753"/>
                    <a:pt x="5859" y="11753"/>
                  </a:cubicBezTo>
                  <a:cubicBezTo>
                    <a:pt x="6156" y="11515"/>
                    <a:pt x="6490" y="11313"/>
                    <a:pt x="6859" y="11182"/>
                  </a:cubicBezTo>
                  <a:cubicBezTo>
                    <a:pt x="7252" y="11015"/>
                    <a:pt x="7657" y="10908"/>
                    <a:pt x="8073" y="10836"/>
                  </a:cubicBezTo>
                  <a:cubicBezTo>
                    <a:pt x="8434" y="10774"/>
                    <a:pt x="8796" y="10744"/>
                    <a:pt x="9156" y="10744"/>
                  </a:cubicBezTo>
                  <a:close/>
                  <a:moveTo>
                    <a:pt x="8557" y="1"/>
                  </a:moveTo>
                  <a:cubicBezTo>
                    <a:pt x="8507" y="1"/>
                    <a:pt x="8457" y="4"/>
                    <a:pt x="8407" y="14"/>
                  </a:cubicBezTo>
                  <a:cubicBezTo>
                    <a:pt x="8228" y="61"/>
                    <a:pt x="8109" y="204"/>
                    <a:pt x="8061" y="371"/>
                  </a:cubicBezTo>
                  <a:cubicBezTo>
                    <a:pt x="8026" y="573"/>
                    <a:pt x="8073" y="776"/>
                    <a:pt x="8192" y="930"/>
                  </a:cubicBezTo>
                  <a:cubicBezTo>
                    <a:pt x="8335" y="1145"/>
                    <a:pt x="8561" y="1299"/>
                    <a:pt x="8811" y="1371"/>
                  </a:cubicBezTo>
                  <a:cubicBezTo>
                    <a:pt x="8866" y="1369"/>
                    <a:pt x="8921" y="1369"/>
                    <a:pt x="8976" y="1369"/>
                  </a:cubicBezTo>
                  <a:cubicBezTo>
                    <a:pt x="9338" y="1369"/>
                    <a:pt x="9700" y="1401"/>
                    <a:pt x="10062" y="1442"/>
                  </a:cubicBezTo>
                  <a:cubicBezTo>
                    <a:pt x="10466" y="1502"/>
                    <a:pt x="10871" y="1549"/>
                    <a:pt x="11288" y="1609"/>
                  </a:cubicBezTo>
                  <a:cubicBezTo>
                    <a:pt x="11705" y="1680"/>
                    <a:pt x="12121" y="1764"/>
                    <a:pt x="12538" y="1847"/>
                  </a:cubicBezTo>
                  <a:cubicBezTo>
                    <a:pt x="12955" y="1930"/>
                    <a:pt x="13372" y="2002"/>
                    <a:pt x="13788" y="2097"/>
                  </a:cubicBezTo>
                  <a:cubicBezTo>
                    <a:pt x="13832" y="2108"/>
                    <a:pt x="13825" y="2170"/>
                    <a:pt x="13787" y="2170"/>
                  </a:cubicBezTo>
                  <a:cubicBezTo>
                    <a:pt x="13783" y="2170"/>
                    <a:pt x="13780" y="2169"/>
                    <a:pt x="13776" y="2169"/>
                  </a:cubicBezTo>
                  <a:cubicBezTo>
                    <a:pt x="12943" y="2109"/>
                    <a:pt x="12098" y="2026"/>
                    <a:pt x="11264" y="1907"/>
                  </a:cubicBezTo>
                  <a:cubicBezTo>
                    <a:pt x="10859" y="1847"/>
                    <a:pt x="10455" y="1776"/>
                    <a:pt x="10050" y="1704"/>
                  </a:cubicBezTo>
                  <a:cubicBezTo>
                    <a:pt x="9764" y="1657"/>
                    <a:pt x="9490" y="1597"/>
                    <a:pt x="9216" y="1526"/>
                  </a:cubicBezTo>
                  <a:cubicBezTo>
                    <a:pt x="9173" y="1528"/>
                    <a:pt x="9129" y="1529"/>
                    <a:pt x="9085" y="1529"/>
                  </a:cubicBezTo>
                  <a:cubicBezTo>
                    <a:pt x="8867" y="1529"/>
                    <a:pt x="8651" y="1504"/>
                    <a:pt x="8442" y="1454"/>
                  </a:cubicBezTo>
                  <a:cubicBezTo>
                    <a:pt x="8300" y="1990"/>
                    <a:pt x="8145" y="2538"/>
                    <a:pt x="8002" y="3073"/>
                  </a:cubicBezTo>
                  <a:cubicBezTo>
                    <a:pt x="7335" y="5407"/>
                    <a:pt x="6585" y="7729"/>
                    <a:pt x="5799" y="10039"/>
                  </a:cubicBezTo>
                  <a:cubicBezTo>
                    <a:pt x="5025" y="12336"/>
                    <a:pt x="4204" y="14622"/>
                    <a:pt x="3370" y="16908"/>
                  </a:cubicBezTo>
                  <a:cubicBezTo>
                    <a:pt x="2537" y="19194"/>
                    <a:pt x="1692" y="21469"/>
                    <a:pt x="882" y="23766"/>
                  </a:cubicBezTo>
                  <a:cubicBezTo>
                    <a:pt x="691" y="24338"/>
                    <a:pt x="489" y="24909"/>
                    <a:pt x="334" y="25493"/>
                  </a:cubicBezTo>
                  <a:cubicBezTo>
                    <a:pt x="251" y="25779"/>
                    <a:pt x="179" y="26076"/>
                    <a:pt x="108" y="26362"/>
                  </a:cubicBezTo>
                  <a:cubicBezTo>
                    <a:pt x="72" y="26600"/>
                    <a:pt x="1" y="26874"/>
                    <a:pt x="108" y="27112"/>
                  </a:cubicBezTo>
                  <a:cubicBezTo>
                    <a:pt x="310" y="27541"/>
                    <a:pt x="894" y="27791"/>
                    <a:pt x="1299" y="27969"/>
                  </a:cubicBezTo>
                  <a:cubicBezTo>
                    <a:pt x="1823" y="28184"/>
                    <a:pt x="2370" y="28374"/>
                    <a:pt x="2918" y="28517"/>
                  </a:cubicBezTo>
                  <a:cubicBezTo>
                    <a:pt x="5287" y="29172"/>
                    <a:pt x="7704" y="29672"/>
                    <a:pt x="10133" y="30124"/>
                  </a:cubicBezTo>
                  <a:cubicBezTo>
                    <a:pt x="11336" y="30351"/>
                    <a:pt x="12538" y="30553"/>
                    <a:pt x="13741" y="30744"/>
                  </a:cubicBezTo>
                  <a:cubicBezTo>
                    <a:pt x="14943" y="30946"/>
                    <a:pt x="16146" y="31172"/>
                    <a:pt x="17372" y="31255"/>
                  </a:cubicBezTo>
                  <a:cubicBezTo>
                    <a:pt x="17483" y="31272"/>
                    <a:pt x="17593" y="31281"/>
                    <a:pt x="17704" y="31281"/>
                  </a:cubicBezTo>
                  <a:cubicBezTo>
                    <a:pt x="17831" y="31281"/>
                    <a:pt x="17959" y="31269"/>
                    <a:pt x="18086" y="31244"/>
                  </a:cubicBezTo>
                  <a:cubicBezTo>
                    <a:pt x="18277" y="31196"/>
                    <a:pt x="18408" y="31029"/>
                    <a:pt x="18432" y="30839"/>
                  </a:cubicBezTo>
                  <a:cubicBezTo>
                    <a:pt x="18456" y="30589"/>
                    <a:pt x="18467" y="30339"/>
                    <a:pt x="18456" y="30101"/>
                  </a:cubicBezTo>
                  <a:cubicBezTo>
                    <a:pt x="18444" y="29791"/>
                    <a:pt x="18432" y="29493"/>
                    <a:pt x="18432" y="29196"/>
                  </a:cubicBezTo>
                  <a:cubicBezTo>
                    <a:pt x="18420" y="27957"/>
                    <a:pt x="18408" y="26731"/>
                    <a:pt x="18408" y="25493"/>
                  </a:cubicBezTo>
                  <a:cubicBezTo>
                    <a:pt x="18420" y="23052"/>
                    <a:pt x="18444" y="20587"/>
                    <a:pt x="18491" y="18147"/>
                  </a:cubicBezTo>
                  <a:cubicBezTo>
                    <a:pt x="18527" y="15694"/>
                    <a:pt x="18587" y="13253"/>
                    <a:pt x="18658" y="10789"/>
                  </a:cubicBezTo>
                  <a:cubicBezTo>
                    <a:pt x="18729" y="8324"/>
                    <a:pt x="18825" y="5871"/>
                    <a:pt x="18908" y="3407"/>
                  </a:cubicBezTo>
                  <a:cubicBezTo>
                    <a:pt x="18908" y="3359"/>
                    <a:pt x="18920" y="3300"/>
                    <a:pt x="18932" y="3264"/>
                  </a:cubicBezTo>
                  <a:lnTo>
                    <a:pt x="18932" y="3264"/>
                  </a:lnTo>
                  <a:cubicBezTo>
                    <a:pt x="18921" y="3264"/>
                    <a:pt x="18910" y="3264"/>
                    <a:pt x="18899" y="3264"/>
                  </a:cubicBezTo>
                  <a:cubicBezTo>
                    <a:pt x="18292" y="3264"/>
                    <a:pt x="17718" y="2942"/>
                    <a:pt x="17110" y="2931"/>
                  </a:cubicBezTo>
                  <a:cubicBezTo>
                    <a:pt x="17003" y="2919"/>
                    <a:pt x="16979" y="2764"/>
                    <a:pt x="17086" y="2764"/>
                  </a:cubicBezTo>
                  <a:cubicBezTo>
                    <a:pt x="17121" y="2762"/>
                    <a:pt x="17155" y="2761"/>
                    <a:pt x="17189" y="2761"/>
                  </a:cubicBezTo>
                  <a:cubicBezTo>
                    <a:pt x="17688" y="2761"/>
                    <a:pt x="18187" y="2950"/>
                    <a:pt x="18686" y="2950"/>
                  </a:cubicBezTo>
                  <a:cubicBezTo>
                    <a:pt x="18795" y="2950"/>
                    <a:pt x="18905" y="2941"/>
                    <a:pt x="19015" y="2919"/>
                  </a:cubicBezTo>
                  <a:cubicBezTo>
                    <a:pt x="19253" y="2883"/>
                    <a:pt x="19479" y="2776"/>
                    <a:pt x="19646" y="2597"/>
                  </a:cubicBezTo>
                  <a:cubicBezTo>
                    <a:pt x="19765" y="2454"/>
                    <a:pt x="19884" y="2133"/>
                    <a:pt x="19646" y="2038"/>
                  </a:cubicBezTo>
                  <a:cubicBezTo>
                    <a:pt x="19491" y="1990"/>
                    <a:pt x="19349" y="1966"/>
                    <a:pt x="19182" y="1954"/>
                  </a:cubicBezTo>
                  <a:lnTo>
                    <a:pt x="18706" y="1847"/>
                  </a:lnTo>
                  <a:cubicBezTo>
                    <a:pt x="18408" y="1788"/>
                    <a:pt x="18098" y="1716"/>
                    <a:pt x="17789" y="1657"/>
                  </a:cubicBezTo>
                  <a:cubicBezTo>
                    <a:pt x="17158" y="1526"/>
                    <a:pt x="16539" y="1407"/>
                    <a:pt x="15908" y="1276"/>
                  </a:cubicBezTo>
                  <a:cubicBezTo>
                    <a:pt x="14657" y="1026"/>
                    <a:pt x="13395" y="799"/>
                    <a:pt x="12133" y="573"/>
                  </a:cubicBezTo>
                  <a:cubicBezTo>
                    <a:pt x="11502" y="466"/>
                    <a:pt x="10883" y="347"/>
                    <a:pt x="10252" y="252"/>
                  </a:cubicBezTo>
                  <a:lnTo>
                    <a:pt x="9312" y="97"/>
                  </a:lnTo>
                  <a:cubicBezTo>
                    <a:pt x="9145" y="73"/>
                    <a:pt x="8978" y="37"/>
                    <a:pt x="8800" y="25"/>
                  </a:cubicBezTo>
                  <a:cubicBezTo>
                    <a:pt x="8719" y="11"/>
                    <a:pt x="8638" y="1"/>
                    <a:pt x="85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64"/>
            <p:cNvSpPr/>
            <p:nvPr/>
          </p:nvSpPr>
          <p:spPr>
            <a:xfrm>
              <a:off x="6692525" y="3963500"/>
              <a:ext cx="240225" cy="103900"/>
            </a:xfrm>
            <a:custGeom>
              <a:avLst/>
              <a:gdLst/>
              <a:ahLst/>
              <a:cxnLst/>
              <a:rect l="l" t="t" r="r" b="b"/>
              <a:pathLst>
                <a:path w="9609" h="4156" extrusionOk="0">
                  <a:moveTo>
                    <a:pt x="72" y="1"/>
                  </a:moveTo>
                  <a:cubicBezTo>
                    <a:pt x="72" y="179"/>
                    <a:pt x="60" y="358"/>
                    <a:pt x="60" y="536"/>
                  </a:cubicBezTo>
                  <a:cubicBezTo>
                    <a:pt x="48" y="786"/>
                    <a:pt x="60" y="1025"/>
                    <a:pt x="48" y="1275"/>
                  </a:cubicBezTo>
                  <a:cubicBezTo>
                    <a:pt x="36" y="1525"/>
                    <a:pt x="36" y="1775"/>
                    <a:pt x="36" y="2025"/>
                  </a:cubicBezTo>
                  <a:cubicBezTo>
                    <a:pt x="36" y="2215"/>
                    <a:pt x="24" y="2418"/>
                    <a:pt x="1" y="2608"/>
                  </a:cubicBezTo>
                  <a:lnTo>
                    <a:pt x="596" y="2715"/>
                  </a:lnTo>
                  <a:cubicBezTo>
                    <a:pt x="1322" y="2846"/>
                    <a:pt x="2037" y="2977"/>
                    <a:pt x="2751" y="3108"/>
                  </a:cubicBezTo>
                  <a:cubicBezTo>
                    <a:pt x="4192" y="3358"/>
                    <a:pt x="5632" y="3620"/>
                    <a:pt x="7073" y="3882"/>
                  </a:cubicBezTo>
                  <a:lnTo>
                    <a:pt x="8645" y="4156"/>
                  </a:lnTo>
                  <a:cubicBezTo>
                    <a:pt x="8978" y="3322"/>
                    <a:pt x="9288" y="2477"/>
                    <a:pt x="9609" y="1632"/>
                  </a:cubicBezTo>
                  <a:cubicBezTo>
                    <a:pt x="8942" y="1536"/>
                    <a:pt x="8287" y="1441"/>
                    <a:pt x="7621" y="1334"/>
                  </a:cubicBezTo>
                  <a:cubicBezTo>
                    <a:pt x="6335" y="1120"/>
                    <a:pt x="5049" y="905"/>
                    <a:pt x="3763" y="667"/>
                  </a:cubicBezTo>
                  <a:cubicBezTo>
                    <a:pt x="3120" y="548"/>
                    <a:pt x="2477" y="429"/>
                    <a:pt x="1834" y="298"/>
                  </a:cubicBezTo>
                  <a:cubicBezTo>
                    <a:pt x="1501" y="227"/>
                    <a:pt x="1179" y="167"/>
                    <a:pt x="858" y="96"/>
                  </a:cubicBezTo>
                  <a:cubicBezTo>
                    <a:pt x="596" y="48"/>
                    <a:pt x="334" y="12"/>
                    <a:pt x="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8" name="Google Shape;3258;p64"/>
            <p:cNvSpPr/>
            <p:nvPr/>
          </p:nvSpPr>
          <p:spPr>
            <a:xfrm>
              <a:off x="6487450" y="4330500"/>
              <a:ext cx="397675" cy="440950"/>
            </a:xfrm>
            <a:custGeom>
              <a:avLst/>
              <a:gdLst/>
              <a:ahLst/>
              <a:cxnLst/>
              <a:rect l="l" t="t" r="r" b="b"/>
              <a:pathLst>
                <a:path w="15907" h="17638" extrusionOk="0">
                  <a:moveTo>
                    <a:pt x="4501" y="1"/>
                  </a:moveTo>
                  <a:cubicBezTo>
                    <a:pt x="4406" y="322"/>
                    <a:pt x="4310" y="656"/>
                    <a:pt x="4215" y="977"/>
                  </a:cubicBezTo>
                  <a:cubicBezTo>
                    <a:pt x="3358" y="3918"/>
                    <a:pt x="2441" y="6835"/>
                    <a:pt x="1250" y="9669"/>
                  </a:cubicBezTo>
                  <a:cubicBezTo>
                    <a:pt x="691" y="11014"/>
                    <a:pt x="0" y="12407"/>
                    <a:pt x="0" y="13896"/>
                  </a:cubicBezTo>
                  <a:cubicBezTo>
                    <a:pt x="0" y="14217"/>
                    <a:pt x="12" y="14598"/>
                    <a:pt x="250" y="14812"/>
                  </a:cubicBezTo>
                  <a:cubicBezTo>
                    <a:pt x="488" y="15027"/>
                    <a:pt x="846" y="15098"/>
                    <a:pt x="1143" y="15205"/>
                  </a:cubicBezTo>
                  <a:cubicBezTo>
                    <a:pt x="1870" y="15455"/>
                    <a:pt x="2608" y="15681"/>
                    <a:pt x="3346" y="15896"/>
                  </a:cubicBezTo>
                  <a:cubicBezTo>
                    <a:pt x="6287" y="16705"/>
                    <a:pt x="9299" y="17253"/>
                    <a:pt x="12347" y="17491"/>
                  </a:cubicBezTo>
                  <a:cubicBezTo>
                    <a:pt x="13121" y="17563"/>
                    <a:pt x="13895" y="17610"/>
                    <a:pt x="14669" y="17634"/>
                  </a:cubicBezTo>
                  <a:cubicBezTo>
                    <a:pt x="14744" y="17634"/>
                    <a:pt x="14825" y="17638"/>
                    <a:pt x="14907" y="17638"/>
                  </a:cubicBezTo>
                  <a:cubicBezTo>
                    <a:pt x="15121" y="17638"/>
                    <a:pt x="15340" y="17613"/>
                    <a:pt x="15478" y="17432"/>
                  </a:cubicBezTo>
                  <a:cubicBezTo>
                    <a:pt x="15609" y="17217"/>
                    <a:pt x="15669" y="16967"/>
                    <a:pt x="15657" y="16705"/>
                  </a:cubicBezTo>
                  <a:cubicBezTo>
                    <a:pt x="15705" y="15955"/>
                    <a:pt x="15681" y="15205"/>
                    <a:pt x="15693" y="14455"/>
                  </a:cubicBezTo>
                  <a:lnTo>
                    <a:pt x="15728" y="12110"/>
                  </a:lnTo>
                  <a:cubicBezTo>
                    <a:pt x="15776" y="9002"/>
                    <a:pt x="15788" y="5895"/>
                    <a:pt x="15907" y="2787"/>
                  </a:cubicBezTo>
                  <a:lnTo>
                    <a:pt x="15871" y="2775"/>
                  </a:lnTo>
                  <a:cubicBezTo>
                    <a:pt x="15859" y="2835"/>
                    <a:pt x="15824" y="2882"/>
                    <a:pt x="15764" y="2894"/>
                  </a:cubicBezTo>
                  <a:cubicBezTo>
                    <a:pt x="14955" y="3192"/>
                    <a:pt x="14097" y="3359"/>
                    <a:pt x="13240" y="3382"/>
                  </a:cubicBezTo>
                  <a:cubicBezTo>
                    <a:pt x="13151" y="3384"/>
                    <a:pt x="13061" y="3385"/>
                    <a:pt x="12972" y="3385"/>
                  </a:cubicBezTo>
                  <a:cubicBezTo>
                    <a:pt x="11514" y="3385"/>
                    <a:pt x="10062" y="3111"/>
                    <a:pt x="8716" y="2561"/>
                  </a:cubicBezTo>
                  <a:cubicBezTo>
                    <a:pt x="7954" y="2251"/>
                    <a:pt x="7215" y="1894"/>
                    <a:pt x="6513" y="1477"/>
                  </a:cubicBezTo>
                  <a:cubicBezTo>
                    <a:pt x="5822" y="1061"/>
                    <a:pt x="5096" y="632"/>
                    <a:pt x="4548" y="49"/>
                  </a:cubicBezTo>
                  <a:cubicBezTo>
                    <a:pt x="4537" y="37"/>
                    <a:pt x="4537" y="25"/>
                    <a:pt x="4548" y="13"/>
                  </a:cubicBezTo>
                  <a:lnTo>
                    <a:pt x="450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9" name="Google Shape;3259;p64"/>
            <p:cNvSpPr/>
            <p:nvPr/>
          </p:nvSpPr>
          <p:spPr>
            <a:xfrm>
              <a:off x="6599950" y="4306675"/>
              <a:ext cx="273875" cy="100900"/>
            </a:xfrm>
            <a:custGeom>
              <a:avLst/>
              <a:gdLst/>
              <a:ahLst/>
              <a:cxnLst/>
              <a:rect l="l" t="t" r="r" b="b"/>
              <a:pathLst>
                <a:path w="10955" h="4036" extrusionOk="0">
                  <a:moveTo>
                    <a:pt x="3238" y="1"/>
                  </a:moveTo>
                  <a:cubicBezTo>
                    <a:pt x="2852" y="1"/>
                    <a:pt x="2466" y="37"/>
                    <a:pt x="2084" y="109"/>
                  </a:cubicBezTo>
                  <a:cubicBezTo>
                    <a:pt x="1703" y="180"/>
                    <a:pt x="1334" y="287"/>
                    <a:pt x="977" y="430"/>
                  </a:cubicBezTo>
                  <a:cubicBezTo>
                    <a:pt x="644" y="573"/>
                    <a:pt x="334" y="752"/>
                    <a:pt x="13" y="906"/>
                  </a:cubicBezTo>
                  <a:cubicBezTo>
                    <a:pt x="1" y="918"/>
                    <a:pt x="1" y="930"/>
                    <a:pt x="1" y="942"/>
                  </a:cubicBezTo>
                  <a:lnTo>
                    <a:pt x="37" y="954"/>
                  </a:lnTo>
                  <a:cubicBezTo>
                    <a:pt x="45" y="946"/>
                    <a:pt x="53" y="937"/>
                    <a:pt x="62" y="937"/>
                  </a:cubicBezTo>
                  <a:cubicBezTo>
                    <a:pt x="65" y="937"/>
                    <a:pt x="69" y="939"/>
                    <a:pt x="72" y="942"/>
                  </a:cubicBezTo>
                  <a:cubicBezTo>
                    <a:pt x="477" y="1133"/>
                    <a:pt x="846" y="1383"/>
                    <a:pt x="1227" y="1621"/>
                  </a:cubicBezTo>
                  <a:cubicBezTo>
                    <a:pt x="1608" y="1847"/>
                    <a:pt x="1977" y="2085"/>
                    <a:pt x="2370" y="2311"/>
                  </a:cubicBezTo>
                  <a:cubicBezTo>
                    <a:pt x="3727" y="3061"/>
                    <a:pt x="5192" y="3669"/>
                    <a:pt x="6728" y="3919"/>
                  </a:cubicBezTo>
                  <a:cubicBezTo>
                    <a:pt x="7192" y="3997"/>
                    <a:pt x="7662" y="4035"/>
                    <a:pt x="8131" y="4035"/>
                  </a:cubicBezTo>
                  <a:cubicBezTo>
                    <a:pt x="9092" y="4035"/>
                    <a:pt x="10050" y="3874"/>
                    <a:pt x="10955" y="3561"/>
                  </a:cubicBezTo>
                  <a:cubicBezTo>
                    <a:pt x="10288" y="3216"/>
                    <a:pt x="9657" y="2823"/>
                    <a:pt x="9050" y="2395"/>
                  </a:cubicBezTo>
                  <a:cubicBezTo>
                    <a:pt x="7645" y="1454"/>
                    <a:pt x="6240" y="490"/>
                    <a:pt x="4561" y="144"/>
                  </a:cubicBezTo>
                  <a:cubicBezTo>
                    <a:pt x="4127" y="49"/>
                    <a:pt x="3683" y="1"/>
                    <a:pt x="32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0" name="Google Shape;3260;p64"/>
            <p:cNvSpPr/>
            <p:nvPr/>
          </p:nvSpPr>
          <p:spPr>
            <a:xfrm>
              <a:off x="6439525" y="3953600"/>
              <a:ext cx="519425" cy="873650"/>
            </a:xfrm>
            <a:custGeom>
              <a:avLst/>
              <a:gdLst/>
              <a:ahLst/>
              <a:cxnLst/>
              <a:rect l="l" t="t" r="r" b="b"/>
              <a:pathLst>
                <a:path w="20777" h="34946" extrusionOk="0">
                  <a:moveTo>
                    <a:pt x="10192" y="408"/>
                  </a:moveTo>
                  <a:cubicBezTo>
                    <a:pt x="10454" y="420"/>
                    <a:pt x="10716" y="456"/>
                    <a:pt x="10966" y="504"/>
                  </a:cubicBezTo>
                  <a:cubicBezTo>
                    <a:pt x="11299" y="575"/>
                    <a:pt x="11621" y="635"/>
                    <a:pt x="11954" y="706"/>
                  </a:cubicBezTo>
                  <a:cubicBezTo>
                    <a:pt x="12597" y="825"/>
                    <a:pt x="13240" y="956"/>
                    <a:pt x="13883" y="1075"/>
                  </a:cubicBezTo>
                  <a:cubicBezTo>
                    <a:pt x="15169" y="1313"/>
                    <a:pt x="16455" y="1528"/>
                    <a:pt x="17741" y="1730"/>
                  </a:cubicBezTo>
                  <a:lnTo>
                    <a:pt x="19729" y="2028"/>
                  </a:lnTo>
                  <a:cubicBezTo>
                    <a:pt x="19408" y="2873"/>
                    <a:pt x="19098" y="3718"/>
                    <a:pt x="18765" y="4552"/>
                  </a:cubicBezTo>
                  <a:lnTo>
                    <a:pt x="17193" y="4278"/>
                  </a:lnTo>
                  <a:cubicBezTo>
                    <a:pt x="15752" y="4028"/>
                    <a:pt x="14312" y="3766"/>
                    <a:pt x="12871" y="3516"/>
                  </a:cubicBezTo>
                  <a:cubicBezTo>
                    <a:pt x="12157" y="3385"/>
                    <a:pt x="11430" y="3254"/>
                    <a:pt x="10716" y="3123"/>
                  </a:cubicBezTo>
                  <a:lnTo>
                    <a:pt x="10121" y="3016"/>
                  </a:lnTo>
                  <a:cubicBezTo>
                    <a:pt x="10144" y="2814"/>
                    <a:pt x="10156" y="2623"/>
                    <a:pt x="10156" y="2421"/>
                  </a:cubicBezTo>
                  <a:cubicBezTo>
                    <a:pt x="10168" y="2183"/>
                    <a:pt x="10156" y="1932"/>
                    <a:pt x="10168" y="1682"/>
                  </a:cubicBezTo>
                  <a:cubicBezTo>
                    <a:pt x="10180" y="1432"/>
                    <a:pt x="10180" y="1182"/>
                    <a:pt x="10180" y="932"/>
                  </a:cubicBezTo>
                  <a:cubicBezTo>
                    <a:pt x="10180" y="754"/>
                    <a:pt x="10192" y="587"/>
                    <a:pt x="10192" y="408"/>
                  </a:cubicBezTo>
                  <a:close/>
                  <a:moveTo>
                    <a:pt x="9122" y="3164"/>
                  </a:moveTo>
                  <a:cubicBezTo>
                    <a:pt x="9206" y="3164"/>
                    <a:pt x="9292" y="3172"/>
                    <a:pt x="9382" y="3195"/>
                  </a:cubicBezTo>
                  <a:cubicBezTo>
                    <a:pt x="9549" y="3206"/>
                    <a:pt x="9716" y="3242"/>
                    <a:pt x="9894" y="3266"/>
                  </a:cubicBezTo>
                  <a:lnTo>
                    <a:pt x="10823" y="3409"/>
                  </a:lnTo>
                  <a:cubicBezTo>
                    <a:pt x="11454" y="3516"/>
                    <a:pt x="12085" y="3623"/>
                    <a:pt x="12704" y="3742"/>
                  </a:cubicBezTo>
                  <a:cubicBezTo>
                    <a:pt x="13966" y="3957"/>
                    <a:pt x="15228" y="4183"/>
                    <a:pt x="16479" y="4445"/>
                  </a:cubicBezTo>
                  <a:cubicBezTo>
                    <a:pt x="17110" y="4564"/>
                    <a:pt x="17729" y="4695"/>
                    <a:pt x="18360" y="4826"/>
                  </a:cubicBezTo>
                  <a:cubicBezTo>
                    <a:pt x="18669" y="4885"/>
                    <a:pt x="18979" y="4945"/>
                    <a:pt x="19288" y="5016"/>
                  </a:cubicBezTo>
                  <a:lnTo>
                    <a:pt x="19765" y="5111"/>
                  </a:lnTo>
                  <a:cubicBezTo>
                    <a:pt x="19908" y="5135"/>
                    <a:pt x="20062" y="5171"/>
                    <a:pt x="20217" y="5207"/>
                  </a:cubicBezTo>
                  <a:cubicBezTo>
                    <a:pt x="20455" y="5302"/>
                    <a:pt x="20336" y="5623"/>
                    <a:pt x="20217" y="5778"/>
                  </a:cubicBezTo>
                  <a:cubicBezTo>
                    <a:pt x="20039" y="5945"/>
                    <a:pt x="19824" y="6052"/>
                    <a:pt x="19586" y="6076"/>
                  </a:cubicBezTo>
                  <a:cubicBezTo>
                    <a:pt x="19476" y="6098"/>
                    <a:pt x="19366" y="6107"/>
                    <a:pt x="19257" y="6107"/>
                  </a:cubicBezTo>
                  <a:cubicBezTo>
                    <a:pt x="18758" y="6107"/>
                    <a:pt x="18259" y="5918"/>
                    <a:pt x="17760" y="5918"/>
                  </a:cubicBezTo>
                  <a:cubicBezTo>
                    <a:pt x="17726" y="5918"/>
                    <a:pt x="17692" y="5919"/>
                    <a:pt x="17657" y="5921"/>
                  </a:cubicBezTo>
                  <a:cubicBezTo>
                    <a:pt x="17550" y="5933"/>
                    <a:pt x="17574" y="6088"/>
                    <a:pt x="17681" y="6088"/>
                  </a:cubicBezTo>
                  <a:cubicBezTo>
                    <a:pt x="18289" y="6099"/>
                    <a:pt x="18863" y="6421"/>
                    <a:pt x="19470" y="6421"/>
                  </a:cubicBezTo>
                  <a:cubicBezTo>
                    <a:pt x="19481" y="6421"/>
                    <a:pt x="19492" y="6421"/>
                    <a:pt x="19503" y="6421"/>
                  </a:cubicBezTo>
                  <a:lnTo>
                    <a:pt x="19503" y="6421"/>
                  </a:lnTo>
                  <a:cubicBezTo>
                    <a:pt x="19491" y="6469"/>
                    <a:pt x="19479" y="6516"/>
                    <a:pt x="19479" y="6576"/>
                  </a:cubicBezTo>
                  <a:cubicBezTo>
                    <a:pt x="19396" y="9029"/>
                    <a:pt x="19300" y="11493"/>
                    <a:pt x="19229" y="13958"/>
                  </a:cubicBezTo>
                  <a:cubicBezTo>
                    <a:pt x="19169" y="16399"/>
                    <a:pt x="19110" y="18851"/>
                    <a:pt x="19062" y="21304"/>
                  </a:cubicBezTo>
                  <a:cubicBezTo>
                    <a:pt x="19003" y="23757"/>
                    <a:pt x="18979" y="26209"/>
                    <a:pt x="18979" y="28662"/>
                  </a:cubicBezTo>
                  <a:cubicBezTo>
                    <a:pt x="18979" y="29888"/>
                    <a:pt x="18991" y="31127"/>
                    <a:pt x="19003" y="32353"/>
                  </a:cubicBezTo>
                  <a:cubicBezTo>
                    <a:pt x="19015" y="32651"/>
                    <a:pt x="19015" y="32960"/>
                    <a:pt x="19027" y="33258"/>
                  </a:cubicBezTo>
                  <a:cubicBezTo>
                    <a:pt x="19038" y="33508"/>
                    <a:pt x="19027" y="33758"/>
                    <a:pt x="19003" y="33996"/>
                  </a:cubicBezTo>
                  <a:cubicBezTo>
                    <a:pt x="18979" y="34186"/>
                    <a:pt x="18848" y="34353"/>
                    <a:pt x="18657" y="34413"/>
                  </a:cubicBezTo>
                  <a:cubicBezTo>
                    <a:pt x="18526" y="34432"/>
                    <a:pt x="18395" y="34441"/>
                    <a:pt x="18264" y="34441"/>
                  </a:cubicBezTo>
                  <a:cubicBezTo>
                    <a:pt x="18157" y="34441"/>
                    <a:pt x="18050" y="34435"/>
                    <a:pt x="17943" y="34425"/>
                  </a:cubicBezTo>
                  <a:cubicBezTo>
                    <a:pt x="16717" y="34341"/>
                    <a:pt x="15514" y="34115"/>
                    <a:pt x="14312" y="33913"/>
                  </a:cubicBezTo>
                  <a:cubicBezTo>
                    <a:pt x="13109" y="33710"/>
                    <a:pt x="11907" y="33508"/>
                    <a:pt x="10704" y="33282"/>
                  </a:cubicBezTo>
                  <a:cubicBezTo>
                    <a:pt x="8275" y="32841"/>
                    <a:pt x="5870" y="32341"/>
                    <a:pt x="3489" y="31674"/>
                  </a:cubicBezTo>
                  <a:cubicBezTo>
                    <a:pt x="2941" y="31531"/>
                    <a:pt x="2394" y="31353"/>
                    <a:pt x="1870" y="31127"/>
                  </a:cubicBezTo>
                  <a:cubicBezTo>
                    <a:pt x="1465" y="30948"/>
                    <a:pt x="881" y="30710"/>
                    <a:pt x="679" y="30269"/>
                  </a:cubicBezTo>
                  <a:cubicBezTo>
                    <a:pt x="572" y="30043"/>
                    <a:pt x="631" y="29769"/>
                    <a:pt x="679" y="29531"/>
                  </a:cubicBezTo>
                  <a:cubicBezTo>
                    <a:pt x="750" y="29233"/>
                    <a:pt x="822" y="28948"/>
                    <a:pt x="905" y="28662"/>
                  </a:cubicBezTo>
                  <a:cubicBezTo>
                    <a:pt x="1060" y="28079"/>
                    <a:pt x="1262" y="27507"/>
                    <a:pt x="1453" y="26924"/>
                  </a:cubicBezTo>
                  <a:cubicBezTo>
                    <a:pt x="2263" y="24638"/>
                    <a:pt x="3108" y="22364"/>
                    <a:pt x="3941" y="20078"/>
                  </a:cubicBezTo>
                  <a:cubicBezTo>
                    <a:pt x="4775" y="17792"/>
                    <a:pt x="5596" y="15506"/>
                    <a:pt x="6370" y="13196"/>
                  </a:cubicBezTo>
                  <a:cubicBezTo>
                    <a:pt x="7156" y="10886"/>
                    <a:pt x="7906" y="8576"/>
                    <a:pt x="8573" y="6231"/>
                  </a:cubicBezTo>
                  <a:cubicBezTo>
                    <a:pt x="8728" y="5695"/>
                    <a:pt x="8871" y="5159"/>
                    <a:pt x="9013" y="4611"/>
                  </a:cubicBezTo>
                  <a:cubicBezTo>
                    <a:pt x="9201" y="4665"/>
                    <a:pt x="9395" y="4692"/>
                    <a:pt x="9591" y="4692"/>
                  </a:cubicBezTo>
                  <a:cubicBezTo>
                    <a:pt x="9656" y="4692"/>
                    <a:pt x="9722" y="4689"/>
                    <a:pt x="9787" y="4683"/>
                  </a:cubicBezTo>
                  <a:cubicBezTo>
                    <a:pt x="10061" y="4754"/>
                    <a:pt x="10335" y="4826"/>
                    <a:pt x="10621" y="4861"/>
                  </a:cubicBezTo>
                  <a:cubicBezTo>
                    <a:pt x="11026" y="4933"/>
                    <a:pt x="11430" y="5004"/>
                    <a:pt x="11835" y="5076"/>
                  </a:cubicBezTo>
                  <a:cubicBezTo>
                    <a:pt x="12669" y="5183"/>
                    <a:pt x="13514" y="5266"/>
                    <a:pt x="14347" y="5338"/>
                  </a:cubicBezTo>
                  <a:cubicBezTo>
                    <a:pt x="14395" y="5338"/>
                    <a:pt x="14407" y="5278"/>
                    <a:pt x="14359" y="5266"/>
                  </a:cubicBezTo>
                  <a:cubicBezTo>
                    <a:pt x="13943" y="5171"/>
                    <a:pt x="13526" y="5100"/>
                    <a:pt x="13109" y="5016"/>
                  </a:cubicBezTo>
                  <a:cubicBezTo>
                    <a:pt x="12692" y="4921"/>
                    <a:pt x="12276" y="4838"/>
                    <a:pt x="11859" y="4778"/>
                  </a:cubicBezTo>
                  <a:cubicBezTo>
                    <a:pt x="11454" y="4707"/>
                    <a:pt x="11037" y="4659"/>
                    <a:pt x="10633" y="4611"/>
                  </a:cubicBezTo>
                  <a:cubicBezTo>
                    <a:pt x="10216" y="4552"/>
                    <a:pt x="9799" y="4528"/>
                    <a:pt x="9382" y="4528"/>
                  </a:cubicBezTo>
                  <a:cubicBezTo>
                    <a:pt x="9132" y="4457"/>
                    <a:pt x="8906" y="4302"/>
                    <a:pt x="8763" y="4099"/>
                  </a:cubicBezTo>
                  <a:cubicBezTo>
                    <a:pt x="8644" y="3933"/>
                    <a:pt x="8597" y="3730"/>
                    <a:pt x="8632" y="3540"/>
                  </a:cubicBezTo>
                  <a:cubicBezTo>
                    <a:pt x="8680" y="3361"/>
                    <a:pt x="8799" y="3230"/>
                    <a:pt x="8978" y="3171"/>
                  </a:cubicBezTo>
                  <a:cubicBezTo>
                    <a:pt x="9026" y="3166"/>
                    <a:pt x="9074" y="3164"/>
                    <a:pt x="9122" y="3164"/>
                  </a:cubicBezTo>
                  <a:close/>
                  <a:moveTo>
                    <a:pt x="9997" y="1"/>
                  </a:moveTo>
                  <a:cubicBezTo>
                    <a:pt x="9903" y="1"/>
                    <a:pt x="9818" y="67"/>
                    <a:pt x="9799" y="170"/>
                  </a:cubicBezTo>
                  <a:cubicBezTo>
                    <a:pt x="9752" y="420"/>
                    <a:pt x="9728" y="670"/>
                    <a:pt x="9740" y="932"/>
                  </a:cubicBezTo>
                  <a:cubicBezTo>
                    <a:pt x="9728" y="1182"/>
                    <a:pt x="9728" y="1444"/>
                    <a:pt x="9740" y="1694"/>
                  </a:cubicBezTo>
                  <a:cubicBezTo>
                    <a:pt x="9752" y="1956"/>
                    <a:pt x="9763" y="2206"/>
                    <a:pt x="9799" y="2456"/>
                  </a:cubicBezTo>
                  <a:cubicBezTo>
                    <a:pt x="9823" y="2635"/>
                    <a:pt x="9859" y="2802"/>
                    <a:pt x="9894" y="2968"/>
                  </a:cubicBezTo>
                  <a:lnTo>
                    <a:pt x="9621" y="2921"/>
                  </a:lnTo>
                  <a:cubicBezTo>
                    <a:pt x="9409" y="2878"/>
                    <a:pt x="9186" y="2806"/>
                    <a:pt x="8968" y="2806"/>
                  </a:cubicBezTo>
                  <a:cubicBezTo>
                    <a:pt x="8878" y="2806"/>
                    <a:pt x="8790" y="2818"/>
                    <a:pt x="8704" y="2849"/>
                  </a:cubicBezTo>
                  <a:cubicBezTo>
                    <a:pt x="8132" y="3052"/>
                    <a:pt x="8037" y="3849"/>
                    <a:pt x="8430" y="4266"/>
                  </a:cubicBezTo>
                  <a:cubicBezTo>
                    <a:pt x="8525" y="4373"/>
                    <a:pt x="8632" y="4457"/>
                    <a:pt x="8751" y="4516"/>
                  </a:cubicBezTo>
                  <a:cubicBezTo>
                    <a:pt x="8085" y="6897"/>
                    <a:pt x="7358" y="9243"/>
                    <a:pt x="6561" y="11600"/>
                  </a:cubicBezTo>
                  <a:cubicBezTo>
                    <a:pt x="5751" y="13958"/>
                    <a:pt x="4894" y="16303"/>
                    <a:pt x="4025" y="18625"/>
                  </a:cubicBezTo>
                  <a:cubicBezTo>
                    <a:pt x="3156" y="20959"/>
                    <a:pt x="2286" y="23280"/>
                    <a:pt x="1441" y="25602"/>
                  </a:cubicBezTo>
                  <a:cubicBezTo>
                    <a:pt x="1012" y="26769"/>
                    <a:pt x="572" y="27924"/>
                    <a:pt x="274" y="29126"/>
                  </a:cubicBezTo>
                  <a:cubicBezTo>
                    <a:pt x="143" y="29662"/>
                    <a:pt x="0" y="30245"/>
                    <a:pt x="381" y="30722"/>
                  </a:cubicBezTo>
                  <a:cubicBezTo>
                    <a:pt x="715" y="31138"/>
                    <a:pt x="1239" y="31388"/>
                    <a:pt x="1727" y="31579"/>
                  </a:cubicBezTo>
                  <a:cubicBezTo>
                    <a:pt x="2274" y="31793"/>
                    <a:pt x="2834" y="31972"/>
                    <a:pt x="3406" y="32115"/>
                  </a:cubicBezTo>
                  <a:cubicBezTo>
                    <a:pt x="4013" y="32281"/>
                    <a:pt x="4620" y="32436"/>
                    <a:pt x="5227" y="32591"/>
                  </a:cubicBezTo>
                  <a:cubicBezTo>
                    <a:pt x="6442" y="32889"/>
                    <a:pt x="7668" y="33163"/>
                    <a:pt x="8894" y="33401"/>
                  </a:cubicBezTo>
                  <a:cubicBezTo>
                    <a:pt x="10121" y="33639"/>
                    <a:pt x="11359" y="33877"/>
                    <a:pt x="12585" y="34091"/>
                  </a:cubicBezTo>
                  <a:cubicBezTo>
                    <a:pt x="13812" y="34306"/>
                    <a:pt x="15038" y="34532"/>
                    <a:pt x="16276" y="34722"/>
                  </a:cubicBezTo>
                  <a:cubicBezTo>
                    <a:pt x="16883" y="34829"/>
                    <a:pt x="17503" y="34901"/>
                    <a:pt x="18122" y="34937"/>
                  </a:cubicBezTo>
                  <a:cubicBezTo>
                    <a:pt x="18200" y="34942"/>
                    <a:pt x="18280" y="34946"/>
                    <a:pt x="18359" y="34946"/>
                  </a:cubicBezTo>
                  <a:cubicBezTo>
                    <a:pt x="18783" y="34946"/>
                    <a:pt x="19195" y="34844"/>
                    <a:pt x="19396" y="34413"/>
                  </a:cubicBezTo>
                  <a:cubicBezTo>
                    <a:pt x="19491" y="34186"/>
                    <a:pt x="19539" y="33936"/>
                    <a:pt x="19539" y="33686"/>
                  </a:cubicBezTo>
                  <a:cubicBezTo>
                    <a:pt x="19550" y="33389"/>
                    <a:pt x="19539" y="33091"/>
                    <a:pt x="19539" y="32793"/>
                  </a:cubicBezTo>
                  <a:cubicBezTo>
                    <a:pt x="19527" y="32162"/>
                    <a:pt x="19527" y="31543"/>
                    <a:pt x="19527" y="30912"/>
                  </a:cubicBezTo>
                  <a:cubicBezTo>
                    <a:pt x="19515" y="28400"/>
                    <a:pt x="19527" y="25888"/>
                    <a:pt x="19562" y="23376"/>
                  </a:cubicBezTo>
                  <a:cubicBezTo>
                    <a:pt x="19598" y="20887"/>
                    <a:pt x="19646" y="18387"/>
                    <a:pt x="19717" y="15875"/>
                  </a:cubicBezTo>
                  <a:cubicBezTo>
                    <a:pt x="19789" y="13362"/>
                    <a:pt x="19872" y="10850"/>
                    <a:pt x="19955" y="8338"/>
                  </a:cubicBezTo>
                  <a:cubicBezTo>
                    <a:pt x="19967" y="7731"/>
                    <a:pt x="19979" y="7124"/>
                    <a:pt x="20003" y="6528"/>
                  </a:cubicBezTo>
                  <a:cubicBezTo>
                    <a:pt x="20003" y="6457"/>
                    <a:pt x="19967" y="6397"/>
                    <a:pt x="19920" y="6362"/>
                  </a:cubicBezTo>
                  <a:cubicBezTo>
                    <a:pt x="20312" y="6243"/>
                    <a:pt x="20658" y="5945"/>
                    <a:pt x="20717" y="5540"/>
                  </a:cubicBezTo>
                  <a:cubicBezTo>
                    <a:pt x="20777" y="5266"/>
                    <a:pt x="20658" y="4992"/>
                    <a:pt x="20408" y="4873"/>
                  </a:cubicBezTo>
                  <a:cubicBezTo>
                    <a:pt x="20265" y="4814"/>
                    <a:pt x="20110" y="4778"/>
                    <a:pt x="19955" y="4766"/>
                  </a:cubicBezTo>
                  <a:lnTo>
                    <a:pt x="19360" y="4659"/>
                  </a:lnTo>
                  <a:lnTo>
                    <a:pt x="19158" y="4623"/>
                  </a:lnTo>
                  <a:cubicBezTo>
                    <a:pt x="19467" y="3730"/>
                    <a:pt x="19800" y="2849"/>
                    <a:pt x="20134" y="1968"/>
                  </a:cubicBezTo>
                  <a:cubicBezTo>
                    <a:pt x="20181" y="1873"/>
                    <a:pt x="20110" y="1754"/>
                    <a:pt x="20003" y="1730"/>
                  </a:cubicBezTo>
                  <a:cubicBezTo>
                    <a:pt x="17407" y="1385"/>
                    <a:pt x="14824" y="980"/>
                    <a:pt x="12240" y="516"/>
                  </a:cubicBezTo>
                  <a:cubicBezTo>
                    <a:pt x="11514" y="385"/>
                    <a:pt x="10776" y="278"/>
                    <a:pt x="10073" y="16"/>
                  </a:cubicBezTo>
                  <a:cubicBezTo>
                    <a:pt x="10048" y="6"/>
                    <a:pt x="10022" y="1"/>
                    <a:pt x="99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1" name="Google Shape;3261;p64"/>
            <p:cNvSpPr/>
            <p:nvPr/>
          </p:nvSpPr>
          <p:spPr>
            <a:xfrm>
              <a:off x="6477325" y="4301725"/>
              <a:ext cx="415250" cy="480650"/>
            </a:xfrm>
            <a:custGeom>
              <a:avLst/>
              <a:gdLst/>
              <a:ahLst/>
              <a:cxnLst/>
              <a:rect l="l" t="t" r="r" b="b"/>
              <a:pathLst>
                <a:path w="16610" h="19226" extrusionOk="0">
                  <a:moveTo>
                    <a:pt x="8143" y="199"/>
                  </a:moveTo>
                  <a:cubicBezTo>
                    <a:pt x="8588" y="199"/>
                    <a:pt x="9032" y="247"/>
                    <a:pt x="9466" y="342"/>
                  </a:cubicBezTo>
                  <a:cubicBezTo>
                    <a:pt x="11145" y="688"/>
                    <a:pt x="12550" y="1652"/>
                    <a:pt x="13955" y="2593"/>
                  </a:cubicBezTo>
                  <a:cubicBezTo>
                    <a:pt x="14562" y="3021"/>
                    <a:pt x="15193" y="3414"/>
                    <a:pt x="15860" y="3748"/>
                  </a:cubicBezTo>
                  <a:cubicBezTo>
                    <a:pt x="14953" y="4068"/>
                    <a:pt x="13992" y="4233"/>
                    <a:pt x="13028" y="4233"/>
                  </a:cubicBezTo>
                  <a:cubicBezTo>
                    <a:pt x="12562" y="4233"/>
                    <a:pt x="12095" y="4194"/>
                    <a:pt x="11633" y="4117"/>
                  </a:cubicBezTo>
                  <a:cubicBezTo>
                    <a:pt x="10097" y="3867"/>
                    <a:pt x="8632" y="3259"/>
                    <a:pt x="7275" y="2509"/>
                  </a:cubicBezTo>
                  <a:cubicBezTo>
                    <a:pt x="6882" y="2283"/>
                    <a:pt x="6513" y="2045"/>
                    <a:pt x="6132" y="1819"/>
                  </a:cubicBezTo>
                  <a:cubicBezTo>
                    <a:pt x="5751" y="1592"/>
                    <a:pt x="5382" y="1331"/>
                    <a:pt x="4977" y="1140"/>
                  </a:cubicBezTo>
                  <a:cubicBezTo>
                    <a:pt x="4974" y="1137"/>
                    <a:pt x="4970" y="1135"/>
                    <a:pt x="4967" y="1135"/>
                  </a:cubicBezTo>
                  <a:cubicBezTo>
                    <a:pt x="4958" y="1135"/>
                    <a:pt x="4950" y="1144"/>
                    <a:pt x="4942" y="1152"/>
                  </a:cubicBezTo>
                  <a:cubicBezTo>
                    <a:pt x="4942" y="1164"/>
                    <a:pt x="4942" y="1176"/>
                    <a:pt x="4942" y="1188"/>
                  </a:cubicBezTo>
                  <a:cubicBezTo>
                    <a:pt x="5501" y="1771"/>
                    <a:pt x="6227" y="2212"/>
                    <a:pt x="6918" y="2616"/>
                  </a:cubicBezTo>
                  <a:cubicBezTo>
                    <a:pt x="7620" y="3033"/>
                    <a:pt x="8347" y="3402"/>
                    <a:pt x="9109" y="3700"/>
                  </a:cubicBezTo>
                  <a:cubicBezTo>
                    <a:pt x="10446" y="4241"/>
                    <a:pt x="11866" y="4527"/>
                    <a:pt x="13310" y="4527"/>
                  </a:cubicBezTo>
                  <a:cubicBezTo>
                    <a:pt x="13421" y="4527"/>
                    <a:pt x="13533" y="4525"/>
                    <a:pt x="13645" y="4521"/>
                  </a:cubicBezTo>
                  <a:cubicBezTo>
                    <a:pt x="14502" y="4498"/>
                    <a:pt x="15360" y="4343"/>
                    <a:pt x="16169" y="4045"/>
                  </a:cubicBezTo>
                  <a:cubicBezTo>
                    <a:pt x="16229" y="4021"/>
                    <a:pt x="16264" y="3986"/>
                    <a:pt x="16276" y="3926"/>
                  </a:cubicBezTo>
                  <a:lnTo>
                    <a:pt x="16312" y="3938"/>
                  </a:lnTo>
                  <a:lnTo>
                    <a:pt x="16312" y="3950"/>
                  </a:lnTo>
                  <a:cubicBezTo>
                    <a:pt x="16193" y="7046"/>
                    <a:pt x="16181" y="10153"/>
                    <a:pt x="16133" y="13261"/>
                  </a:cubicBezTo>
                  <a:cubicBezTo>
                    <a:pt x="16122" y="14046"/>
                    <a:pt x="16110" y="14820"/>
                    <a:pt x="16098" y="15606"/>
                  </a:cubicBezTo>
                  <a:cubicBezTo>
                    <a:pt x="16086" y="16356"/>
                    <a:pt x="16098" y="17118"/>
                    <a:pt x="16062" y="17856"/>
                  </a:cubicBezTo>
                  <a:cubicBezTo>
                    <a:pt x="16074" y="18118"/>
                    <a:pt x="16002" y="18368"/>
                    <a:pt x="15871" y="18583"/>
                  </a:cubicBezTo>
                  <a:cubicBezTo>
                    <a:pt x="15742" y="18764"/>
                    <a:pt x="15525" y="18789"/>
                    <a:pt x="15312" y="18789"/>
                  </a:cubicBezTo>
                  <a:cubicBezTo>
                    <a:pt x="15230" y="18789"/>
                    <a:pt x="15149" y="18785"/>
                    <a:pt x="15074" y="18785"/>
                  </a:cubicBezTo>
                  <a:cubicBezTo>
                    <a:pt x="14300" y="18761"/>
                    <a:pt x="13526" y="18714"/>
                    <a:pt x="12752" y="18642"/>
                  </a:cubicBezTo>
                  <a:cubicBezTo>
                    <a:pt x="9704" y="18392"/>
                    <a:pt x="6692" y="17856"/>
                    <a:pt x="3751" y="17035"/>
                  </a:cubicBezTo>
                  <a:cubicBezTo>
                    <a:pt x="3013" y="16832"/>
                    <a:pt x="2275" y="16606"/>
                    <a:pt x="1548" y="16356"/>
                  </a:cubicBezTo>
                  <a:cubicBezTo>
                    <a:pt x="1251" y="16249"/>
                    <a:pt x="905" y="16178"/>
                    <a:pt x="655" y="15963"/>
                  </a:cubicBezTo>
                  <a:cubicBezTo>
                    <a:pt x="405" y="15737"/>
                    <a:pt x="405" y="15356"/>
                    <a:pt x="405" y="15047"/>
                  </a:cubicBezTo>
                  <a:cubicBezTo>
                    <a:pt x="405" y="13558"/>
                    <a:pt x="1084" y="12153"/>
                    <a:pt x="1655" y="10808"/>
                  </a:cubicBezTo>
                  <a:cubicBezTo>
                    <a:pt x="2846" y="7986"/>
                    <a:pt x="3751" y="5057"/>
                    <a:pt x="4620" y="2128"/>
                  </a:cubicBezTo>
                  <a:cubicBezTo>
                    <a:pt x="4715" y="1795"/>
                    <a:pt x="4811" y="1473"/>
                    <a:pt x="4906" y="1140"/>
                  </a:cubicBezTo>
                  <a:cubicBezTo>
                    <a:pt x="4918" y="1128"/>
                    <a:pt x="4918" y="1116"/>
                    <a:pt x="4918" y="1104"/>
                  </a:cubicBezTo>
                  <a:cubicBezTo>
                    <a:pt x="5239" y="950"/>
                    <a:pt x="5549" y="759"/>
                    <a:pt x="5882" y="628"/>
                  </a:cubicBezTo>
                  <a:cubicBezTo>
                    <a:pt x="6239" y="485"/>
                    <a:pt x="6608" y="378"/>
                    <a:pt x="6989" y="307"/>
                  </a:cubicBezTo>
                  <a:cubicBezTo>
                    <a:pt x="7371" y="235"/>
                    <a:pt x="7757" y="199"/>
                    <a:pt x="8143" y="199"/>
                  </a:cubicBezTo>
                  <a:close/>
                  <a:moveTo>
                    <a:pt x="8210" y="0"/>
                  </a:moveTo>
                  <a:cubicBezTo>
                    <a:pt x="7851" y="0"/>
                    <a:pt x="7490" y="30"/>
                    <a:pt x="7132" y="92"/>
                  </a:cubicBezTo>
                  <a:cubicBezTo>
                    <a:pt x="6716" y="164"/>
                    <a:pt x="6299" y="271"/>
                    <a:pt x="5906" y="438"/>
                  </a:cubicBezTo>
                  <a:cubicBezTo>
                    <a:pt x="5549" y="569"/>
                    <a:pt x="5203" y="759"/>
                    <a:pt x="4906" y="1009"/>
                  </a:cubicBezTo>
                  <a:cubicBezTo>
                    <a:pt x="4894" y="1009"/>
                    <a:pt x="4882" y="1009"/>
                    <a:pt x="4882" y="1021"/>
                  </a:cubicBezTo>
                  <a:lnTo>
                    <a:pt x="4870" y="1045"/>
                  </a:lnTo>
                  <a:lnTo>
                    <a:pt x="4822" y="1092"/>
                  </a:lnTo>
                  <a:cubicBezTo>
                    <a:pt x="4811" y="1116"/>
                    <a:pt x="4822" y="1140"/>
                    <a:pt x="4846" y="1140"/>
                  </a:cubicBezTo>
                  <a:cubicBezTo>
                    <a:pt x="3834" y="4093"/>
                    <a:pt x="2822" y="7057"/>
                    <a:pt x="1620" y="9951"/>
                  </a:cubicBezTo>
                  <a:cubicBezTo>
                    <a:pt x="1024" y="11367"/>
                    <a:pt x="250" y="12784"/>
                    <a:pt x="60" y="14320"/>
                  </a:cubicBezTo>
                  <a:cubicBezTo>
                    <a:pt x="0" y="14689"/>
                    <a:pt x="0" y="15070"/>
                    <a:pt x="24" y="15439"/>
                  </a:cubicBezTo>
                  <a:cubicBezTo>
                    <a:pt x="48" y="15761"/>
                    <a:pt x="191" y="16059"/>
                    <a:pt x="429" y="16261"/>
                  </a:cubicBezTo>
                  <a:cubicBezTo>
                    <a:pt x="703" y="16475"/>
                    <a:pt x="1048" y="16571"/>
                    <a:pt x="1370" y="16666"/>
                  </a:cubicBezTo>
                  <a:cubicBezTo>
                    <a:pt x="1727" y="16785"/>
                    <a:pt x="2096" y="16904"/>
                    <a:pt x="2465" y="17023"/>
                  </a:cubicBezTo>
                  <a:cubicBezTo>
                    <a:pt x="5477" y="17964"/>
                    <a:pt x="8585" y="18618"/>
                    <a:pt x="11728" y="18964"/>
                  </a:cubicBezTo>
                  <a:cubicBezTo>
                    <a:pt x="12514" y="19059"/>
                    <a:pt x="13312" y="19118"/>
                    <a:pt x="14109" y="19166"/>
                  </a:cubicBezTo>
                  <a:cubicBezTo>
                    <a:pt x="14502" y="19202"/>
                    <a:pt x="14895" y="19214"/>
                    <a:pt x="15288" y="19226"/>
                  </a:cubicBezTo>
                  <a:cubicBezTo>
                    <a:pt x="15610" y="19226"/>
                    <a:pt x="15931" y="19178"/>
                    <a:pt x="16169" y="18928"/>
                  </a:cubicBezTo>
                  <a:cubicBezTo>
                    <a:pt x="16610" y="18476"/>
                    <a:pt x="16526" y="17690"/>
                    <a:pt x="16526" y="17118"/>
                  </a:cubicBezTo>
                  <a:cubicBezTo>
                    <a:pt x="16538" y="16320"/>
                    <a:pt x="16538" y="15535"/>
                    <a:pt x="16538" y="14737"/>
                  </a:cubicBezTo>
                  <a:cubicBezTo>
                    <a:pt x="16562" y="11510"/>
                    <a:pt x="16586" y="8272"/>
                    <a:pt x="16574" y="5045"/>
                  </a:cubicBezTo>
                  <a:cubicBezTo>
                    <a:pt x="16574" y="4640"/>
                    <a:pt x="16562" y="4248"/>
                    <a:pt x="16550" y="3855"/>
                  </a:cubicBezTo>
                  <a:cubicBezTo>
                    <a:pt x="16574" y="3783"/>
                    <a:pt x="16538" y="3712"/>
                    <a:pt x="16479" y="3688"/>
                  </a:cubicBezTo>
                  <a:cubicBezTo>
                    <a:pt x="15729" y="3259"/>
                    <a:pt x="14979" y="2843"/>
                    <a:pt x="14264" y="2390"/>
                  </a:cubicBezTo>
                  <a:cubicBezTo>
                    <a:pt x="13550" y="1926"/>
                    <a:pt x="12835" y="1450"/>
                    <a:pt x="12085" y="1045"/>
                  </a:cubicBezTo>
                  <a:cubicBezTo>
                    <a:pt x="10901" y="415"/>
                    <a:pt x="9560" y="0"/>
                    <a:pt x="82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2" name="Google Shape;3322;p66"/>
          <p:cNvSpPr txBox="1">
            <a:spLocks noGrp="1"/>
          </p:cNvSpPr>
          <p:nvPr>
            <p:ph type="title"/>
          </p:nvPr>
        </p:nvSpPr>
        <p:spPr>
          <a:xfrm>
            <a:off x="758775" y="405130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Visit </a:t>
            </a:r>
            <a:r>
              <a:rPr lang="en"/>
              <a:t>our web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3323" name="Google Shape;3323;p66"/>
          <p:cNvSpPr txBox="1">
            <a:spLocks noGrp="1"/>
          </p:cNvSpPr>
          <p:nvPr>
            <p:ph type="subTitle" idx="1"/>
          </p:nvPr>
        </p:nvSpPr>
        <p:spPr>
          <a:xfrm>
            <a:off x="1115750" y="2298500"/>
            <a:ext cx="2895900" cy="13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replace the image on the screen with your own work. Right click on it and choose "Replace image" so you can add yours</a:t>
            </a:r>
            <a:endParaRPr/>
          </a:p>
        </p:txBody>
      </p:sp>
      <p:grpSp>
        <p:nvGrpSpPr>
          <p:cNvPr id="3324" name="Google Shape;3324;p66"/>
          <p:cNvGrpSpPr/>
          <p:nvPr/>
        </p:nvGrpSpPr>
        <p:grpSpPr>
          <a:xfrm>
            <a:off x="1071524" y="1054676"/>
            <a:ext cx="644463" cy="572716"/>
            <a:chOff x="3695975" y="41175"/>
            <a:chExt cx="550400" cy="489125"/>
          </a:xfrm>
        </p:grpSpPr>
        <p:sp>
          <p:nvSpPr>
            <p:cNvPr id="3325" name="Google Shape;3325;p66"/>
            <p:cNvSpPr/>
            <p:nvPr/>
          </p:nvSpPr>
          <p:spPr>
            <a:xfrm>
              <a:off x="3750750" y="46525"/>
              <a:ext cx="466150" cy="86775"/>
            </a:xfrm>
            <a:custGeom>
              <a:avLst/>
              <a:gdLst/>
              <a:ahLst/>
              <a:cxnLst/>
              <a:rect l="l" t="t" r="r" b="b"/>
              <a:pathLst>
                <a:path w="18646" h="3471" extrusionOk="0">
                  <a:moveTo>
                    <a:pt x="9431" y="377"/>
                  </a:moveTo>
                  <a:cubicBezTo>
                    <a:pt x="9455" y="377"/>
                    <a:pt x="9478" y="393"/>
                    <a:pt x="9478" y="420"/>
                  </a:cubicBezTo>
                  <a:cubicBezTo>
                    <a:pt x="9490" y="527"/>
                    <a:pt x="9478" y="634"/>
                    <a:pt x="9478" y="741"/>
                  </a:cubicBezTo>
                  <a:cubicBezTo>
                    <a:pt x="9466" y="848"/>
                    <a:pt x="9442" y="944"/>
                    <a:pt x="9418" y="1051"/>
                  </a:cubicBezTo>
                  <a:cubicBezTo>
                    <a:pt x="9395" y="1253"/>
                    <a:pt x="9347" y="1467"/>
                    <a:pt x="9287" y="1670"/>
                  </a:cubicBezTo>
                  <a:cubicBezTo>
                    <a:pt x="9274" y="1701"/>
                    <a:pt x="9250" y="1714"/>
                    <a:pt x="9226" y="1714"/>
                  </a:cubicBezTo>
                  <a:cubicBezTo>
                    <a:pt x="9185" y="1714"/>
                    <a:pt x="9140" y="1679"/>
                    <a:pt x="9133" y="1634"/>
                  </a:cubicBezTo>
                  <a:cubicBezTo>
                    <a:pt x="9109" y="1420"/>
                    <a:pt x="9133" y="1205"/>
                    <a:pt x="9180" y="1003"/>
                  </a:cubicBezTo>
                  <a:cubicBezTo>
                    <a:pt x="9192" y="896"/>
                    <a:pt x="9228" y="789"/>
                    <a:pt x="9252" y="694"/>
                  </a:cubicBezTo>
                  <a:cubicBezTo>
                    <a:pt x="9287" y="586"/>
                    <a:pt x="9323" y="491"/>
                    <a:pt x="9383" y="408"/>
                  </a:cubicBezTo>
                  <a:cubicBezTo>
                    <a:pt x="9393" y="387"/>
                    <a:pt x="9413" y="377"/>
                    <a:pt x="9431" y="377"/>
                  </a:cubicBezTo>
                  <a:close/>
                  <a:moveTo>
                    <a:pt x="9317" y="1"/>
                  </a:moveTo>
                  <a:cubicBezTo>
                    <a:pt x="8618" y="1"/>
                    <a:pt x="7912" y="28"/>
                    <a:pt x="7216" y="39"/>
                  </a:cubicBezTo>
                  <a:cubicBezTo>
                    <a:pt x="6358" y="51"/>
                    <a:pt x="5501" y="74"/>
                    <a:pt x="4644" y="98"/>
                  </a:cubicBezTo>
                  <a:cubicBezTo>
                    <a:pt x="3870" y="122"/>
                    <a:pt x="3108" y="158"/>
                    <a:pt x="2334" y="193"/>
                  </a:cubicBezTo>
                  <a:cubicBezTo>
                    <a:pt x="1953" y="205"/>
                    <a:pt x="1584" y="229"/>
                    <a:pt x="1203" y="253"/>
                  </a:cubicBezTo>
                  <a:lnTo>
                    <a:pt x="584" y="289"/>
                  </a:lnTo>
                  <a:lnTo>
                    <a:pt x="310" y="313"/>
                  </a:lnTo>
                  <a:cubicBezTo>
                    <a:pt x="227" y="324"/>
                    <a:pt x="131" y="336"/>
                    <a:pt x="36" y="336"/>
                  </a:cubicBezTo>
                  <a:cubicBezTo>
                    <a:pt x="24" y="336"/>
                    <a:pt x="12" y="348"/>
                    <a:pt x="0" y="348"/>
                  </a:cubicBezTo>
                  <a:lnTo>
                    <a:pt x="0" y="360"/>
                  </a:lnTo>
                  <a:cubicBezTo>
                    <a:pt x="1346" y="658"/>
                    <a:pt x="2667" y="1027"/>
                    <a:pt x="3977" y="1408"/>
                  </a:cubicBezTo>
                  <a:cubicBezTo>
                    <a:pt x="5227" y="1765"/>
                    <a:pt x="6466" y="2134"/>
                    <a:pt x="7704" y="2539"/>
                  </a:cubicBezTo>
                  <a:cubicBezTo>
                    <a:pt x="8073" y="2670"/>
                    <a:pt x="8430" y="2789"/>
                    <a:pt x="8799" y="2920"/>
                  </a:cubicBezTo>
                  <a:cubicBezTo>
                    <a:pt x="8823" y="2860"/>
                    <a:pt x="8835" y="2801"/>
                    <a:pt x="8847" y="2741"/>
                  </a:cubicBezTo>
                  <a:lnTo>
                    <a:pt x="8978" y="2337"/>
                  </a:lnTo>
                  <a:cubicBezTo>
                    <a:pt x="8988" y="2301"/>
                    <a:pt x="9016" y="2285"/>
                    <a:pt x="9044" y="2285"/>
                  </a:cubicBezTo>
                  <a:cubicBezTo>
                    <a:pt x="9082" y="2285"/>
                    <a:pt x="9121" y="2313"/>
                    <a:pt x="9121" y="2360"/>
                  </a:cubicBezTo>
                  <a:cubicBezTo>
                    <a:pt x="9121" y="2432"/>
                    <a:pt x="9109" y="2503"/>
                    <a:pt x="9109" y="2575"/>
                  </a:cubicBezTo>
                  <a:lnTo>
                    <a:pt x="9109" y="2587"/>
                  </a:lnTo>
                  <a:cubicBezTo>
                    <a:pt x="9109" y="2610"/>
                    <a:pt x="9109" y="2634"/>
                    <a:pt x="9097" y="2658"/>
                  </a:cubicBezTo>
                  <a:cubicBezTo>
                    <a:pt x="9085" y="2706"/>
                    <a:pt x="9085" y="2741"/>
                    <a:pt x="9085" y="2789"/>
                  </a:cubicBezTo>
                  <a:cubicBezTo>
                    <a:pt x="9073" y="2860"/>
                    <a:pt x="9061" y="2932"/>
                    <a:pt x="9049" y="3003"/>
                  </a:cubicBezTo>
                  <a:cubicBezTo>
                    <a:pt x="9049" y="3003"/>
                    <a:pt x="9049" y="3003"/>
                    <a:pt x="9049" y="3015"/>
                  </a:cubicBezTo>
                  <a:cubicBezTo>
                    <a:pt x="9204" y="3063"/>
                    <a:pt x="9359" y="3122"/>
                    <a:pt x="9514" y="3182"/>
                  </a:cubicBezTo>
                  <a:cubicBezTo>
                    <a:pt x="9799" y="3301"/>
                    <a:pt x="10109" y="3396"/>
                    <a:pt x="10418" y="3456"/>
                  </a:cubicBezTo>
                  <a:cubicBezTo>
                    <a:pt x="10534" y="3465"/>
                    <a:pt x="10647" y="3471"/>
                    <a:pt x="10760" y="3471"/>
                  </a:cubicBezTo>
                  <a:cubicBezTo>
                    <a:pt x="10939" y="3471"/>
                    <a:pt x="11117" y="3457"/>
                    <a:pt x="11300" y="3420"/>
                  </a:cubicBezTo>
                  <a:cubicBezTo>
                    <a:pt x="13752" y="3122"/>
                    <a:pt x="16205" y="2849"/>
                    <a:pt x="18646" y="2491"/>
                  </a:cubicBezTo>
                  <a:cubicBezTo>
                    <a:pt x="17181" y="2110"/>
                    <a:pt x="15705" y="1729"/>
                    <a:pt x="14240" y="1348"/>
                  </a:cubicBezTo>
                  <a:cubicBezTo>
                    <a:pt x="13466" y="1146"/>
                    <a:pt x="12693" y="944"/>
                    <a:pt x="11919" y="729"/>
                  </a:cubicBezTo>
                  <a:lnTo>
                    <a:pt x="10776" y="396"/>
                  </a:lnTo>
                  <a:cubicBezTo>
                    <a:pt x="10395" y="289"/>
                    <a:pt x="10026" y="134"/>
                    <a:pt x="9656" y="15"/>
                  </a:cubicBezTo>
                  <a:lnTo>
                    <a:pt x="9656" y="3"/>
                  </a:lnTo>
                  <a:cubicBezTo>
                    <a:pt x="9543" y="1"/>
                    <a:pt x="9430" y="1"/>
                    <a:pt x="9317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6" name="Google Shape;3326;p66"/>
            <p:cNvSpPr/>
            <p:nvPr/>
          </p:nvSpPr>
          <p:spPr>
            <a:xfrm>
              <a:off x="3960300" y="112675"/>
              <a:ext cx="274750" cy="405125"/>
            </a:xfrm>
            <a:custGeom>
              <a:avLst/>
              <a:gdLst/>
              <a:ahLst/>
              <a:cxnLst/>
              <a:rect l="l" t="t" r="r" b="b"/>
              <a:pathLst>
                <a:path w="10990" h="16205" extrusionOk="0">
                  <a:moveTo>
                    <a:pt x="2684" y="11463"/>
                  </a:moveTo>
                  <a:cubicBezTo>
                    <a:pt x="2690" y="11463"/>
                    <a:pt x="2696" y="11464"/>
                    <a:pt x="2703" y="11466"/>
                  </a:cubicBezTo>
                  <a:lnTo>
                    <a:pt x="2941" y="11525"/>
                  </a:lnTo>
                  <a:lnTo>
                    <a:pt x="3060" y="11537"/>
                  </a:lnTo>
                  <a:cubicBezTo>
                    <a:pt x="3108" y="11549"/>
                    <a:pt x="3144" y="11561"/>
                    <a:pt x="3191" y="11585"/>
                  </a:cubicBezTo>
                  <a:cubicBezTo>
                    <a:pt x="3263" y="11597"/>
                    <a:pt x="3346" y="11633"/>
                    <a:pt x="3418" y="11668"/>
                  </a:cubicBezTo>
                  <a:cubicBezTo>
                    <a:pt x="3453" y="11692"/>
                    <a:pt x="3489" y="11716"/>
                    <a:pt x="3537" y="11740"/>
                  </a:cubicBezTo>
                  <a:cubicBezTo>
                    <a:pt x="3560" y="11775"/>
                    <a:pt x="3584" y="11799"/>
                    <a:pt x="3620" y="11835"/>
                  </a:cubicBezTo>
                  <a:cubicBezTo>
                    <a:pt x="3644" y="11894"/>
                    <a:pt x="3608" y="11978"/>
                    <a:pt x="3537" y="11990"/>
                  </a:cubicBezTo>
                  <a:lnTo>
                    <a:pt x="3406" y="11990"/>
                  </a:lnTo>
                  <a:cubicBezTo>
                    <a:pt x="3358" y="11978"/>
                    <a:pt x="3322" y="11966"/>
                    <a:pt x="3275" y="11942"/>
                  </a:cubicBezTo>
                  <a:cubicBezTo>
                    <a:pt x="3203" y="11918"/>
                    <a:pt x="3132" y="11883"/>
                    <a:pt x="3060" y="11859"/>
                  </a:cubicBezTo>
                  <a:cubicBezTo>
                    <a:pt x="3001" y="11823"/>
                    <a:pt x="2929" y="11775"/>
                    <a:pt x="2870" y="11740"/>
                  </a:cubicBezTo>
                  <a:cubicBezTo>
                    <a:pt x="2798" y="11704"/>
                    <a:pt x="2727" y="11668"/>
                    <a:pt x="2656" y="11633"/>
                  </a:cubicBezTo>
                  <a:cubicBezTo>
                    <a:pt x="2567" y="11599"/>
                    <a:pt x="2602" y="11463"/>
                    <a:pt x="2684" y="11463"/>
                  </a:cubicBezTo>
                  <a:close/>
                  <a:moveTo>
                    <a:pt x="4369" y="12144"/>
                  </a:moveTo>
                  <a:cubicBezTo>
                    <a:pt x="4373" y="12144"/>
                    <a:pt x="4378" y="12144"/>
                    <a:pt x="4382" y="12144"/>
                  </a:cubicBezTo>
                  <a:lnTo>
                    <a:pt x="4596" y="12192"/>
                  </a:lnTo>
                  <a:cubicBezTo>
                    <a:pt x="4656" y="12216"/>
                    <a:pt x="4727" y="12228"/>
                    <a:pt x="4799" y="12228"/>
                  </a:cubicBezTo>
                  <a:cubicBezTo>
                    <a:pt x="4882" y="12240"/>
                    <a:pt x="4965" y="12264"/>
                    <a:pt x="5037" y="12299"/>
                  </a:cubicBezTo>
                  <a:cubicBezTo>
                    <a:pt x="5108" y="12323"/>
                    <a:pt x="5180" y="12371"/>
                    <a:pt x="5227" y="12430"/>
                  </a:cubicBezTo>
                  <a:cubicBezTo>
                    <a:pt x="5311" y="12514"/>
                    <a:pt x="5263" y="12656"/>
                    <a:pt x="5144" y="12668"/>
                  </a:cubicBezTo>
                  <a:cubicBezTo>
                    <a:pt x="5123" y="12671"/>
                    <a:pt x="5102" y="12673"/>
                    <a:pt x="5080" y="12673"/>
                  </a:cubicBezTo>
                  <a:cubicBezTo>
                    <a:pt x="5014" y="12673"/>
                    <a:pt x="4945" y="12659"/>
                    <a:pt x="4882" y="12633"/>
                  </a:cubicBezTo>
                  <a:cubicBezTo>
                    <a:pt x="4811" y="12609"/>
                    <a:pt x="4751" y="12585"/>
                    <a:pt x="4692" y="12549"/>
                  </a:cubicBezTo>
                  <a:cubicBezTo>
                    <a:pt x="4632" y="12502"/>
                    <a:pt x="4572" y="12466"/>
                    <a:pt x="4501" y="12430"/>
                  </a:cubicBezTo>
                  <a:lnTo>
                    <a:pt x="4311" y="12347"/>
                  </a:lnTo>
                  <a:cubicBezTo>
                    <a:pt x="4219" y="12290"/>
                    <a:pt x="4260" y="12144"/>
                    <a:pt x="4369" y="12144"/>
                  </a:cubicBezTo>
                  <a:close/>
                  <a:moveTo>
                    <a:pt x="5813" y="12748"/>
                  </a:moveTo>
                  <a:cubicBezTo>
                    <a:pt x="5823" y="12748"/>
                    <a:pt x="5835" y="12749"/>
                    <a:pt x="5846" y="12752"/>
                  </a:cubicBezTo>
                  <a:cubicBezTo>
                    <a:pt x="5966" y="12776"/>
                    <a:pt x="6073" y="12811"/>
                    <a:pt x="6192" y="12847"/>
                  </a:cubicBezTo>
                  <a:cubicBezTo>
                    <a:pt x="6251" y="12859"/>
                    <a:pt x="6299" y="12871"/>
                    <a:pt x="6370" y="12883"/>
                  </a:cubicBezTo>
                  <a:cubicBezTo>
                    <a:pt x="6430" y="12906"/>
                    <a:pt x="6501" y="12930"/>
                    <a:pt x="6573" y="12954"/>
                  </a:cubicBezTo>
                  <a:cubicBezTo>
                    <a:pt x="6608" y="12978"/>
                    <a:pt x="6644" y="13014"/>
                    <a:pt x="6656" y="13061"/>
                  </a:cubicBezTo>
                  <a:cubicBezTo>
                    <a:pt x="6680" y="13109"/>
                    <a:pt x="6668" y="13157"/>
                    <a:pt x="6656" y="13204"/>
                  </a:cubicBezTo>
                  <a:lnTo>
                    <a:pt x="6656" y="13216"/>
                  </a:lnTo>
                  <a:cubicBezTo>
                    <a:pt x="6632" y="13252"/>
                    <a:pt x="6597" y="13287"/>
                    <a:pt x="6549" y="13299"/>
                  </a:cubicBezTo>
                  <a:cubicBezTo>
                    <a:pt x="6529" y="13304"/>
                    <a:pt x="6507" y="13307"/>
                    <a:pt x="6485" y="13307"/>
                  </a:cubicBezTo>
                  <a:cubicBezTo>
                    <a:pt x="6454" y="13307"/>
                    <a:pt x="6422" y="13301"/>
                    <a:pt x="6394" y="13287"/>
                  </a:cubicBezTo>
                  <a:cubicBezTo>
                    <a:pt x="6347" y="13264"/>
                    <a:pt x="6275" y="13252"/>
                    <a:pt x="6227" y="13228"/>
                  </a:cubicBezTo>
                  <a:cubicBezTo>
                    <a:pt x="6180" y="13204"/>
                    <a:pt x="6132" y="13168"/>
                    <a:pt x="6085" y="13145"/>
                  </a:cubicBezTo>
                  <a:cubicBezTo>
                    <a:pt x="5977" y="13097"/>
                    <a:pt x="5870" y="13049"/>
                    <a:pt x="5763" y="13002"/>
                  </a:cubicBezTo>
                  <a:cubicBezTo>
                    <a:pt x="5631" y="12936"/>
                    <a:pt x="5682" y="12748"/>
                    <a:pt x="5813" y="12748"/>
                  </a:cubicBezTo>
                  <a:close/>
                  <a:moveTo>
                    <a:pt x="10954" y="0"/>
                  </a:moveTo>
                  <a:cubicBezTo>
                    <a:pt x="10930" y="72"/>
                    <a:pt x="10871" y="119"/>
                    <a:pt x="10799" y="119"/>
                  </a:cubicBezTo>
                  <a:cubicBezTo>
                    <a:pt x="9311" y="298"/>
                    <a:pt x="7835" y="500"/>
                    <a:pt x="6347" y="715"/>
                  </a:cubicBezTo>
                  <a:lnTo>
                    <a:pt x="4382" y="988"/>
                  </a:lnTo>
                  <a:lnTo>
                    <a:pt x="3394" y="1131"/>
                  </a:lnTo>
                  <a:cubicBezTo>
                    <a:pt x="3096" y="1179"/>
                    <a:pt x="2787" y="1215"/>
                    <a:pt x="2489" y="1238"/>
                  </a:cubicBezTo>
                  <a:lnTo>
                    <a:pt x="2275" y="1238"/>
                  </a:lnTo>
                  <a:cubicBezTo>
                    <a:pt x="2191" y="1750"/>
                    <a:pt x="2084" y="2250"/>
                    <a:pt x="2001" y="2762"/>
                  </a:cubicBezTo>
                  <a:cubicBezTo>
                    <a:pt x="1905" y="3310"/>
                    <a:pt x="1810" y="3858"/>
                    <a:pt x="1739" y="4417"/>
                  </a:cubicBezTo>
                  <a:cubicBezTo>
                    <a:pt x="1477" y="6382"/>
                    <a:pt x="1274" y="8370"/>
                    <a:pt x="977" y="10335"/>
                  </a:cubicBezTo>
                  <a:cubicBezTo>
                    <a:pt x="965" y="10430"/>
                    <a:pt x="953" y="10537"/>
                    <a:pt x="929" y="10632"/>
                  </a:cubicBezTo>
                  <a:cubicBezTo>
                    <a:pt x="1060" y="10668"/>
                    <a:pt x="1179" y="10692"/>
                    <a:pt x="1310" y="10740"/>
                  </a:cubicBezTo>
                  <a:cubicBezTo>
                    <a:pt x="1405" y="10763"/>
                    <a:pt x="1489" y="10799"/>
                    <a:pt x="1572" y="10847"/>
                  </a:cubicBezTo>
                  <a:cubicBezTo>
                    <a:pt x="1667" y="10906"/>
                    <a:pt x="1751" y="10966"/>
                    <a:pt x="1822" y="11025"/>
                  </a:cubicBezTo>
                  <a:cubicBezTo>
                    <a:pt x="1943" y="11116"/>
                    <a:pt x="1860" y="11282"/>
                    <a:pt x="1738" y="11282"/>
                  </a:cubicBezTo>
                  <a:cubicBezTo>
                    <a:pt x="1716" y="11282"/>
                    <a:pt x="1692" y="11276"/>
                    <a:pt x="1667" y="11263"/>
                  </a:cubicBezTo>
                  <a:cubicBezTo>
                    <a:pt x="1584" y="11216"/>
                    <a:pt x="1501" y="11180"/>
                    <a:pt x="1405" y="11144"/>
                  </a:cubicBezTo>
                  <a:cubicBezTo>
                    <a:pt x="1322" y="11097"/>
                    <a:pt x="1263" y="11061"/>
                    <a:pt x="1179" y="11001"/>
                  </a:cubicBezTo>
                  <a:cubicBezTo>
                    <a:pt x="1084" y="10954"/>
                    <a:pt x="989" y="10906"/>
                    <a:pt x="893" y="10859"/>
                  </a:cubicBezTo>
                  <a:cubicBezTo>
                    <a:pt x="632" y="12645"/>
                    <a:pt x="322" y="14430"/>
                    <a:pt x="0" y="16205"/>
                  </a:cubicBezTo>
                  <a:cubicBezTo>
                    <a:pt x="84" y="16193"/>
                    <a:pt x="167" y="16169"/>
                    <a:pt x="251" y="16145"/>
                  </a:cubicBezTo>
                  <a:cubicBezTo>
                    <a:pt x="405" y="16109"/>
                    <a:pt x="572" y="16062"/>
                    <a:pt x="727" y="16026"/>
                  </a:cubicBezTo>
                  <a:cubicBezTo>
                    <a:pt x="3096" y="15383"/>
                    <a:pt x="5454" y="14669"/>
                    <a:pt x="7799" y="13883"/>
                  </a:cubicBezTo>
                  <a:cubicBezTo>
                    <a:pt x="7644" y="13823"/>
                    <a:pt x="7501" y="13752"/>
                    <a:pt x="7370" y="13657"/>
                  </a:cubicBezTo>
                  <a:cubicBezTo>
                    <a:pt x="7218" y="13585"/>
                    <a:pt x="7291" y="13375"/>
                    <a:pt x="7428" y="13375"/>
                  </a:cubicBezTo>
                  <a:cubicBezTo>
                    <a:pt x="7451" y="13375"/>
                    <a:pt x="7476" y="13381"/>
                    <a:pt x="7501" y="13395"/>
                  </a:cubicBezTo>
                  <a:lnTo>
                    <a:pt x="7597" y="13418"/>
                  </a:lnTo>
                  <a:lnTo>
                    <a:pt x="7632" y="13442"/>
                  </a:lnTo>
                  <a:lnTo>
                    <a:pt x="7644" y="13442"/>
                  </a:lnTo>
                  <a:cubicBezTo>
                    <a:pt x="7692" y="13454"/>
                    <a:pt x="7751" y="13466"/>
                    <a:pt x="7811" y="13490"/>
                  </a:cubicBezTo>
                  <a:cubicBezTo>
                    <a:pt x="7930" y="13514"/>
                    <a:pt x="8061" y="13561"/>
                    <a:pt x="8180" y="13597"/>
                  </a:cubicBezTo>
                  <a:cubicBezTo>
                    <a:pt x="8204" y="13609"/>
                    <a:pt x="8216" y="13621"/>
                    <a:pt x="8228" y="13633"/>
                  </a:cubicBezTo>
                  <a:cubicBezTo>
                    <a:pt x="8656" y="11966"/>
                    <a:pt x="9061" y="10287"/>
                    <a:pt x="9406" y="8596"/>
                  </a:cubicBezTo>
                  <a:cubicBezTo>
                    <a:pt x="9716" y="7061"/>
                    <a:pt x="10014" y="5501"/>
                    <a:pt x="10299" y="3953"/>
                  </a:cubicBezTo>
                  <a:cubicBezTo>
                    <a:pt x="10442" y="3179"/>
                    <a:pt x="10573" y="2393"/>
                    <a:pt x="10716" y="1619"/>
                  </a:cubicBezTo>
                  <a:cubicBezTo>
                    <a:pt x="10776" y="1226"/>
                    <a:pt x="10847" y="845"/>
                    <a:pt x="10907" y="453"/>
                  </a:cubicBezTo>
                  <a:cubicBezTo>
                    <a:pt x="10930" y="334"/>
                    <a:pt x="10954" y="226"/>
                    <a:pt x="10966" y="119"/>
                  </a:cubicBezTo>
                  <a:cubicBezTo>
                    <a:pt x="10978" y="83"/>
                    <a:pt x="10990" y="24"/>
                    <a:pt x="10990" y="24"/>
                  </a:cubicBezTo>
                  <a:cubicBezTo>
                    <a:pt x="10978" y="12"/>
                    <a:pt x="10966" y="12"/>
                    <a:pt x="10954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7" name="Google Shape;3327;p66"/>
            <p:cNvSpPr/>
            <p:nvPr/>
          </p:nvSpPr>
          <p:spPr>
            <a:xfrm>
              <a:off x="3708175" y="59375"/>
              <a:ext cx="304825" cy="456050"/>
            </a:xfrm>
            <a:custGeom>
              <a:avLst/>
              <a:gdLst/>
              <a:ahLst/>
              <a:cxnLst/>
              <a:rect l="l" t="t" r="r" b="b"/>
              <a:pathLst>
                <a:path w="12193" h="18242" extrusionOk="0">
                  <a:moveTo>
                    <a:pt x="10458" y="3841"/>
                  </a:moveTo>
                  <a:cubicBezTo>
                    <a:pt x="10516" y="3841"/>
                    <a:pt x="10574" y="3879"/>
                    <a:pt x="10574" y="3954"/>
                  </a:cubicBezTo>
                  <a:cubicBezTo>
                    <a:pt x="10574" y="4109"/>
                    <a:pt x="10562" y="4263"/>
                    <a:pt x="10538" y="4406"/>
                  </a:cubicBezTo>
                  <a:cubicBezTo>
                    <a:pt x="10514" y="4561"/>
                    <a:pt x="10478" y="4716"/>
                    <a:pt x="10443" y="4859"/>
                  </a:cubicBezTo>
                  <a:cubicBezTo>
                    <a:pt x="10419" y="4930"/>
                    <a:pt x="10359" y="4966"/>
                    <a:pt x="10288" y="4966"/>
                  </a:cubicBezTo>
                  <a:cubicBezTo>
                    <a:pt x="10216" y="4942"/>
                    <a:pt x="10181" y="4882"/>
                    <a:pt x="10181" y="4811"/>
                  </a:cubicBezTo>
                  <a:cubicBezTo>
                    <a:pt x="10216" y="4668"/>
                    <a:pt x="10240" y="4525"/>
                    <a:pt x="10276" y="4382"/>
                  </a:cubicBezTo>
                  <a:cubicBezTo>
                    <a:pt x="10300" y="4240"/>
                    <a:pt x="10324" y="4085"/>
                    <a:pt x="10347" y="3942"/>
                  </a:cubicBezTo>
                  <a:cubicBezTo>
                    <a:pt x="10353" y="3873"/>
                    <a:pt x="10405" y="3841"/>
                    <a:pt x="10458" y="3841"/>
                  </a:cubicBezTo>
                  <a:close/>
                  <a:moveTo>
                    <a:pt x="10047" y="6158"/>
                  </a:moveTo>
                  <a:cubicBezTo>
                    <a:pt x="10105" y="6158"/>
                    <a:pt x="10164" y="6201"/>
                    <a:pt x="10157" y="6276"/>
                  </a:cubicBezTo>
                  <a:cubicBezTo>
                    <a:pt x="10121" y="6466"/>
                    <a:pt x="10085" y="6645"/>
                    <a:pt x="10050" y="6835"/>
                  </a:cubicBezTo>
                  <a:cubicBezTo>
                    <a:pt x="10038" y="6930"/>
                    <a:pt x="10014" y="7014"/>
                    <a:pt x="10002" y="7109"/>
                  </a:cubicBezTo>
                  <a:cubicBezTo>
                    <a:pt x="9978" y="7204"/>
                    <a:pt x="9943" y="7299"/>
                    <a:pt x="9907" y="7395"/>
                  </a:cubicBezTo>
                  <a:cubicBezTo>
                    <a:pt x="9885" y="7443"/>
                    <a:pt x="9844" y="7464"/>
                    <a:pt x="9802" y="7464"/>
                  </a:cubicBezTo>
                  <a:cubicBezTo>
                    <a:pt x="9731" y="7464"/>
                    <a:pt x="9658" y="7402"/>
                    <a:pt x="9681" y="7311"/>
                  </a:cubicBezTo>
                  <a:cubicBezTo>
                    <a:pt x="9740" y="6942"/>
                    <a:pt x="9824" y="6585"/>
                    <a:pt x="9943" y="6240"/>
                  </a:cubicBezTo>
                  <a:cubicBezTo>
                    <a:pt x="9958" y="6183"/>
                    <a:pt x="10003" y="6158"/>
                    <a:pt x="10047" y="6158"/>
                  </a:cubicBezTo>
                  <a:close/>
                  <a:moveTo>
                    <a:pt x="9579" y="8298"/>
                  </a:moveTo>
                  <a:cubicBezTo>
                    <a:pt x="9585" y="8298"/>
                    <a:pt x="9591" y="8298"/>
                    <a:pt x="9597" y="8300"/>
                  </a:cubicBezTo>
                  <a:cubicBezTo>
                    <a:pt x="9669" y="8311"/>
                    <a:pt x="9716" y="8383"/>
                    <a:pt x="9704" y="8442"/>
                  </a:cubicBezTo>
                  <a:lnTo>
                    <a:pt x="9716" y="8442"/>
                  </a:lnTo>
                  <a:cubicBezTo>
                    <a:pt x="9693" y="8573"/>
                    <a:pt x="9669" y="8704"/>
                    <a:pt x="9645" y="8835"/>
                  </a:cubicBezTo>
                  <a:cubicBezTo>
                    <a:pt x="9621" y="8966"/>
                    <a:pt x="9597" y="9085"/>
                    <a:pt x="9562" y="9216"/>
                  </a:cubicBezTo>
                  <a:cubicBezTo>
                    <a:pt x="9551" y="9298"/>
                    <a:pt x="9493" y="9334"/>
                    <a:pt x="9433" y="9334"/>
                  </a:cubicBezTo>
                  <a:cubicBezTo>
                    <a:pt x="9354" y="9334"/>
                    <a:pt x="9272" y="9271"/>
                    <a:pt x="9300" y="9169"/>
                  </a:cubicBezTo>
                  <a:cubicBezTo>
                    <a:pt x="9323" y="9038"/>
                    <a:pt x="9335" y="8907"/>
                    <a:pt x="9371" y="8776"/>
                  </a:cubicBezTo>
                  <a:cubicBezTo>
                    <a:pt x="9395" y="8657"/>
                    <a:pt x="9431" y="8526"/>
                    <a:pt x="9454" y="8407"/>
                  </a:cubicBezTo>
                  <a:cubicBezTo>
                    <a:pt x="9465" y="8343"/>
                    <a:pt x="9524" y="8298"/>
                    <a:pt x="9579" y="8298"/>
                  </a:cubicBezTo>
                  <a:close/>
                  <a:moveTo>
                    <a:pt x="9219" y="10310"/>
                  </a:moveTo>
                  <a:cubicBezTo>
                    <a:pt x="9304" y="10310"/>
                    <a:pt x="9391" y="10376"/>
                    <a:pt x="9371" y="10490"/>
                  </a:cubicBezTo>
                  <a:cubicBezTo>
                    <a:pt x="9323" y="10788"/>
                    <a:pt x="9288" y="11074"/>
                    <a:pt x="9216" y="11359"/>
                  </a:cubicBezTo>
                  <a:cubicBezTo>
                    <a:pt x="9196" y="11456"/>
                    <a:pt x="9123" y="11498"/>
                    <a:pt x="9051" y="11498"/>
                  </a:cubicBezTo>
                  <a:cubicBezTo>
                    <a:pt x="8953" y="11498"/>
                    <a:pt x="8856" y="11423"/>
                    <a:pt x="8883" y="11300"/>
                  </a:cubicBezTo>
                  <a:cubicBezTo>
                    <a:pt x="8931" y="11014"/>
                    <a:pt x="9002" y="10717"/>
                    <a:pt x="9073" y="10431"/>
                  </a:cubicBezTo>
                  <a:cubicBezTo>
                    <a:pt x="9089" y="10348"/>
                    <a:pt x="9153" y="10310"/>
                    <a:pt x="9219" y="10310"/>
                  </a:cubicBezTo>
                  <a:close/>
                  <a:moveTo>
                    <a:pt x="8374" y="11879"/>
                  </a:moveTo>
                  <a:cubicBezTo>
                    <a:pt x="8408" y="11879"/>
                    <a:pt x="8443" y="11890"/>
                    <a:pt x="8478" y="11907"/>
                  </a:cubicBezTo>
                  <a:cubicBezTo>
                    <a:pt x="8502" y="11931"/>
                    <a:pt x="8526" y="11967"/>
                    <a:pt x="8538" y="12002"/>
                  </a:cubicBezTo>
                  <a:cubicBezTo>
                    <a:pt x="8561" y="12098"/>
                    <a:pt x="8490" y="12181"/>
                    <a:pt x="8395" y="12193"/>
                  </a:cubicBezTo>
                  <a:lnTo>
                    <a:pt x="8407" y="12193"/>
                  </a:lnTo>
                  <a:cubicBezTo>
                    <a:pt x="8300" y="12205"/>
                    <a:pt x="8204" y="12217"/>
                    <a:pt x="8109" y="12229"/>
                  </a:cubicBezTo>
                  <a:cubicBezTo>
                    <a:pt x="8050" y="12229"/>
                    <a:pt x="8002" y="12241"/>
                    <a:pt x="7954" y="12241"/>
                  </a:cubicBezTo>
                  <a:lnTo>
                    <a:pt x="7811" y="12264"/>
                  </a:lnTo>
                  <a:cubicBezTo>
                    <a:pt x="7807" y="12265"/>
                    <a:pt x="7804" y="12265"/>
                    <a:pt x="7800" y="12265"/>
                  </a:cubicBezTo>
                  <a:cubicBezTo>
                    <a:pt x="7678" y="12265"/>
                    <a:pt x="7637" y="12084"/>
                    <a:pt x="7764" y="12038"/>
                  </a:cubicBezTo>
                  <a:lnTo>
                    <a:pt x="7907" y="12002"/>
                  </a:lnTo>
                  <a:cubicBezTo>
                    <a:pt x="7954" y="11990"/>
                    <a:pt x="8002" y="11979"/>
                    <a:pt x="8050" y="11967"/>
                  </a:cubicBezTo>
                  <a:cubicBezTo>
                    <a:pt x="8145" y="11931"/>
                    <a:pt x="8240" y="11907"/>
                    <a:pt x="8335" y="11883"/>
                  </a:cubicBezTo>
                  <a:cubicBezTo>
                    <a:pt x="8348" y="11880"/>
                    <a:pt x="8361" y="11879"/>
                    <a:pt x="8374" y="11879"/>
                  </a:cubicBezTo>
                  <a:close/>
                  <a:moveTo>
                    <a:pt x="7025" y="12133"/>
                  </a:moveTo>
                  <a:cubicBezTo>
                    <a:pt x="7159" y="12133"/>
                    <a:pt x="7200" y="12337"/>
                    <a:pt x="7061" y="12371"/>
                  </a:cubicBezTo>
                  <a:lnTo>
                    <a:pt x="6978" y="12407"/>
                  </a:lnTo>
                  <a:cubicBezTo>
                    <a:pt x="6930" y="12419"/>
                    <a:pt x="6895" y="12431"/>
                    <a:pt x="6859" y="12431"/>
                  </a:cubicBezTo>
                  <a:cubicBezTo>
                    <a:pt x="6799" y="12443"/>
                    <a:pt x="6740" y="12455"/>
                    <a:pt x="6680" y="12455"/>
                  </a:cubicBezTo>
                  <a:lnTo>
                    <a:pt x="6502" y="12455"/>
                  </a:lnTo>
                  <a:cubicBezTo>
                    <a:pt x="6442" y="12455"/>
                    <a:pt x="6383" y="12467"/>
                    <a:pt x="6323" y="12467"/>
                  </a:cubicBezTo>
                  <a:cubicBezTo>
                    <a:pt x="6240" y="12467"/>
                    <a:pt x="6204" y="12336"/>
                    <a:pt x="6287" y="12312"/>
                  </a:cubicBezTo>
                  <a:cubicBezTo>
                    <a:pt x="6347" y="12300"/>
                    <a:pt x="6406" y="12276"/>
                    <a:pt x="6466" y="12252"/>
                  </a:cubicBezTo>
                  <a:lnTo>
                    <a:pt x="6633" y="12193"/>
                  </a:lnTo>
                  <a:cubicBezTo>
                    <a:pt x="6692" y="12169"/>
                    <a:pt x="6752" y="12157"/>
                    <a:pt x="6823" y="12145"/>
                  </a:cubicBezTo>
                  <a:cubicBezTo>
                    <a:pt x="6883" y="12133"/>
                    <a:pt x="6942" y="12133"/>
                    <a:pt x="7014" y="12133"/>
                  </a:cubicBezTo>
                  <a:cubicBezTo>
                    <a:pt x="7018" y="12133"/>
                    <a:pt x="7021" y="12133"/>
                    <a:pt x="7025" y="12133"/>
                  </a:cubicBezTo>
                  <a:close/>
                  <a:moveTo>
                    <a:pt x="9269" y="12047"/>
                  </a:moveTo>
                  <a:cubicBezTo>
                    <a:pt x="9275" y="12047"/>
                    <a:pt x="9281" y="12048"/>
                    <a:pt x="9288" y="12050"/>
                  </a:cubicBezTo>
                  <a:lnTo>
                    <a:pt x="9740" y="12181"/>
                  </a:lnTo>
                  <a:cubicBezTo>
                    <a:pt x="9824" y="12205"/>
                    <a:pt x="9895" y="12229"/>
                    <a:pt x="9978" y="12264"/>
                  </a:cubicBezTo>
                  <a:cubicBezTo>
                    <a:pt x="10050" y="12300"/>
                    <a:pt x="10133" y="12348"/>
                    <a:pt x="10193" y="12419"/>
                  </a:cubicBezTo>
                  <a:cubicBezTo>
                    <a:pt x="10228" y="12455"/>
                    <a:pt x="10240" y="12514"/>
                    <a:pt x="10216" y="12562"/>
                  </a:cubicBezTo>
                  <a:cubicBezTo>
                    <a:pt x="10193" y="12610"/>
                    <a:pt x="10133" y="12633"/>
                    <a:pt x="10085" y="12633"/>
                  </a:cubicBezTo>
                  <a:cubicBezTo>
                    <a:pt x="10002" y="12610"/>
                    <a:pt x="9919" y="12586"/>
                    <a:pt x="9835" y="12550"/>
                  </a:cubicBezTo>
                  <a:cubicBezTo>
                    <a:pt x="9776" y="12514"/>
                    <a:pt x="9704" y="12467"/>
                    <a:pt x="9645" y="12431"/>
                  </a:cubicBezTo>
                  <a:cubicBezTo>
                    <a:pt x="9514" y="12348"/>
                    <a:pt x="9383" y="12276"/>
                    <a:pt x="9240" y="12205"/>
                  </a:cubicBezTo>
                  <a:cubicBezTo>
                    <a:pt x="9163" y="12172"/>
                    <a:pt x="9198" y="12047"/>
                    <a:pt x="9269" y="12047"/>
                  </a:cubicBezTo>
                  <a:close/>
                  <a:moveTo>
                    <a:pt x="5287" y="12348"/>
                  </a:moveTo>
                  <a:cubicBezTo>
                    <a:pt x="5347" y="12348"/>
                    <a:pt x="5406" y="12360"/>
                    <a:pt x="5454" y="12383"/>
                  </a:cubicBezTo>
                  <a:cubicBezTo>
                    <a:pt x="5525" y="12419"/>
                    <a:pt x="5537" y="12514"/>
                    <a:pt x="5478" y="12562"/>
                  </a:cubicBezTo>
                  <a:cubicBezTo>
                    <a:pt x="5430" y="12598"/>
                    <a:pt x="5383" y="12622"/>
                    <a:pt x="5335" y="12645"/>
                  </a:cubicBezTo>
                  <a:cubicBezTo>
                    <a:pt x="5275" y="12657"/>
                    <a:pt x="5216" y="12669"/>
                    <a:pt x="5156" y="12669"/>
                  </a:cubicBezTo>
                  <a:cubicBezTo>
                    <a:pt x="5049" y="12681"/>
                    <a:pt x="4954" y="12693"/>
                    <a:pt x="4847" y="12693"/>
                  </a:cubicBezTo>
                  <a:lnTo>
                    <a:pt x="4228" y="12693"/>
                  </a:lnTo>
                  <a:cubicBezTo>
                    <a:pt x="4156" y="12693"/>
                    <a:pt x="4120" y="12586"/>
                    <a:pt x="4204" y="12562"/>
                  </a:cubicBezTo>
                  <a:cubicBezTo>
                    <a:pt x="4394" y="12514"/>
                    <a:pt x="4609" y="12467"/>
                    <a:pt x="4811" y="12419"/>
                  </a:cubicBezTo>
                  <a:cubicBezTo>
                    <a:pt x="4918" y="12395"/>
                    <a:pt x="5025" y="12371"/>
                    <a:pt x="5132" y="12360"/>
                  </a:cubicBezTo>
                  <a:cubicBezTo>
                    <a:pt x="5180" y="12348"/>
                    <a:pt x="5240" y="12348"/>
                    <a:pt x="5287" y="12348"/>
                  </a:cubicBezTo>
                  <a:close/>
                  <a:moveTo>
                    <a:pt x="2909" y="12630"/>
                  </a:moveTo>
                  <a:cubicBezTo>
                    <a:pt x="2982" y="12630"/>
                    <a:pt x="3050" y="12714"/>
                    <a:pt x="3061" y="12788"/>
                  </a:cubicBezTo>
                  <a:cubicBezTo>
                    <a:pt x="3061" y="12872"/>
                    <a:pt x="3001" y="12955"/>
                    <a:pt x="2906" y="12967"/>
                  </a:cubicBezTo>
                  <a:cubicBezTo>
                    <a:pt x="2751" y="12991"/>
                    <a:pt x="2608" y="13003"/>
                    <a:pt x="2454" y="13014"/>
                  </a:cubicBezTo>
                  <a:cubicBezTo>
                    <a:pt x="2299" y="13038"/>
                    <a:pt x="2144" y="13038"/>
                    <a:pt x="2001" y="13038"/>
                  </a:cubicBezTo>
                  <a:cubicBezTo>
                    <a:pt x="1906" y="13038"/>
                    <a:pt x="1882" y="12919"/>
                    <a:pt x="1965" y="12883"/>
                  </a:cubicBezTo>
                  <a:cubicBezTo>
                    <a:pt x="2108" y="12836"/>
                    <a:pt x="2251" y="12788"/>
                    <a:pt x="2406" y="12752"/>
                  </a:cubicBezTo>
                  <a:cubicBezTo>
                    <a:pt x="2561" y="12705"/>
                    <a:pt x="2716" y="12669"/>
                    <a:pt x="2882" y="12633"/>
                  </a:cubicBezTo>
                  <a:cubicBezTo>
                    <a:pt x="2891" y="12631"/>
                    <a:pt x="2900" y="12630"/>
                    <a:pt x="2909" y="12630"/>
                  </a:cubicBezTo>
                  <a:close/>
                  <a:moveTo>
                    <a:pt x="1668" y="1"/>
                  </a:moveTo>
                  <a:cubicBezTo>
                    <a:pt x="1656" y="72"/>
                    <a:pt x="1644" y="156"/>
                    <a:pt x="1632" y="227"/>
                  </a:cubicBezTo>
                  <a:cubicBezTo>
                    <a:pt x="1596" y="406"/>
                    <a:pt x="1573" y="584"/>
                    <a:pt x="1537" y="775"/>
                  </a:cubicBezTo>
                  <a:cubicBezTo>
                    <a:pt x="1465" y="1156"/>
                    <a:pt x="1406" y="1549"/>
                    <a:pt x="1346" y="1930"/>
                  </a:cubicBezTo>
                  <a:cubicBezTo>
                    <a:pt x="1215" y="2680"/>
                    <a:pt x="1096" y="3442"/>
                    <a:pt x="989" y="4192"/>
                  </a:cubicBezTo>
                  <a:cubicBezTo>
                    <a:pt x="763" y="5728"/>
                    <a:pt x="560" y="7276"/>
                    <a:pt x="394" y="8823"/>
                  </a:cubicBezTo>
                  <a:cubicBezTo>
                    <a:pt x="239" y="10240"/>
                    <a:pt x="84" y="11669"/>
                    <a:pt x="1" y="13110"/>
                  </a:cubicBezTo>
                  <a:cubicBezTo>
                    <a:pt x="144" y="13062"/>
                    <a:pt x="299" y="13014"/>
                    <a:pt x="430" y="12979"/>
                  </a:cubicBezTo>
                  <a:cubicBezTo>
                    <a:pt x="560" y="12943"/>
                    <a:pt x="703" y="12931"/>
                    <a:pt x="834" y="12907"/>
                  </a:cubicBezTo>
                  <a:cubicBezTo>
                    <a:pt x="906" y="12895"/>
                    <a:pt x="977" y="12889"/>
                    <a:pt x="1049" y="12889"/>
                  </a:cubicBezTo>
                  <a:cubicBezTo>
                    <a:pt x="1120" y="12889"/>
                    <a:pt x="1192" y="12895"/>
                    <a:pt x="1263" y="12907"/>
                  </a:cubicBezTo>
                  <a:cubicBezTo>
                    <a:pt x="1382" y="12919"/>
                    <a:pt x="1370" y="13074"/>
                    <a:pt x="1275" y="13122"/>
                  </a:cubicBezTo>
                  <a:cubicBezTo>
                    <a:pt x="1156" y="13181"/>
                    <a:pt x="1013" y="13217"/>
                    <a:pt x="882" y="13241"/>
                  </a:cubicBezTo>
                  <a:cubicBezTo>
                    <a:pt x="751" y="13264"/>
                    <a:pt x="620" y="13300"/>
                    <a:pt x="489" y="13312"/>
                  </a:cubicBezTo>
                  <a:cubicBezTo>
                    <a:pt x="322" y="13324"/>
                    <a:pt x="168" y="13348"/>
                    <a:pt x="1" y="13372"/>
                  </a:cubicBezTo>
                  <a:cubicBezTo>
                    <a:pt x="1311" y="13931"/>
                    <a:pt x="2596" y="14586"/>
                    <a:pt x="3870" y="15217"/>
                  </a:cubicBezTo>
                  <a:cubicBezTo>
                    <a:pt x="5037" y="15800"/>
                    <a:pt x="6192" y="16396"/>
                    <a:pt x="7347" y="17003"/>
                  </a:cubicBezTo>
                  <a:cubicBezTo>
                    <a:pt x="7930" y="17313"/>
                    <a:pt x="8514" y="17622"/>
                    <a:pt x="9097" y="17944"/>
                  </a:cubicBezTo>
                  <a:lnTo>
                    <a:pt x="9538" y="18182"/>
                  </a:lnTo>
                  <a:lnTo>
                    <a:pt x="9657" y="18241"/>
                  </a:lnTo>
                  <a:cubicBezTo>
                    <a:pt x="9847" y="17146"/>
                    <a:pt x="10038" y="16051"/>
                    <a:pt x="10228" y="14967"/>
                  </a:cubicBezTo>
                  <a:cubicBezTo>
                    <a:pt x="10574" y="13003"/>
                    <a:pt x="10871" y="11038"/>
                    <a:pt x="11133" y="9062"/>
                  </a:cubicBezTo>
                  <a:cubicBezTo>
                    <a:pt x="11264" y="8073"/>
                    <a:pt x="11383" y="7085"/>
                    <a:pt x="11562" y="6109"/>
                  </a:cubicBezTo>
                  <a:cubicBezTo>
                    <a:pt x="11717" y="5180"/>
                    <a:pt x="11871" y="4240"/>
                    <a:pt x="12193" y="3347"/>
                  </a:cubicBezTo>
                  <a:cubicBezTo>
                    <a:pt x="11705" y="3275"/>
                    <a:pt x="11228" y="3073"/>
                    <a:pt x="10764" y="2894"/>
                  </a:cubicBezTo>
                  <a:cubicBezTo>
                    <a:pt x="10145" y="2668"/>
                    <a:pt x="9538" y="2442"/>
                    <a:pt x="8919" y="2227"/>
                  </a:cubicBezTo>
                  <a:cubicBezTo>
                    <a:pt x="7680" y="1811"/>
                    <a:pt x="6430" y="1418"/>
                    <a:pt x="5180" y="1049"/>
                  </a:cubicBezTo>
                  <a:cubicBezTo>
                    <a:pt x="4013" y="703"/>
                    <a:pt x="2835" y="370"/>
                    <a:pt x="1668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8" name="Google Shape;3328;p66"/>
            <p:cNvSpPr/>
            <p:nvPr/>
          </p:nvSpPr>
          <p:spPr>
            <a:xfrm>
              <a:off x="4101000" y="431400"/>
              <a:ext cx="26300" cy="14125"/>
            </a:xfrm>
            <a:custGeom>
              <a:avLst/>
              <a:gdLst/>
              <a:ahLst/>
              <a:cxnLst/>
              <a:rect l="l" t="t" r="r" b="b"/>
              <a:pathLst>
                <a:path w="1052" h="565" extrusionOk="0">
                  <a:moveTo>
                    <a:pt x="194" y="1"/>
                  </a:moveTo>
                  <a:cubicBezTo>
                    <a:pt x="56" y="1"/>
                    <a:pt x="0" y="185"/>
                    <a:pt x="135" y="253"/>
                  </a:cubicBezTo>
                  <a:cubicBezTo>
                    <a:pt x="242" y="300"/>
                    <a:pt x="349" y="348"/>
                    <a:pt x="457" y="408"/>
                  </a:cubicBezTo>
                  <a:cubicBezTo>
                    <a:pt x="504" y="431"/>
                    <a:pt x="552" y="455"/>
                    <a:pt x="599" y="479"/>
                  </a:cubicBezTo>
                  <a:cubicBezTo>
                    <a:pt x="659" y="503"/>
                    <a:pt x="719" y="527"/>
                    <a:pt x="766" y="550"/>
                  </a:cubicBezTo>
                  <a:cubicBezTo>
                    <a:pt x="794" y="557"/>
                    <a:pt x="825" y="564"/>
                    <a:pt x="856" y="564"/>
                  </a:cubicBezTo>
                  <a:cubicBezTo>
                    <a:pt x="879" y="564"/>
                    <a:pt x="901" y="560"/>
                    <a:pt x="921" y="550"/>
                  </a:cubicBezTo>
                  <a:cubicBezTo>
                    <a:pt x="969" y="538"/>
                    <a:pt x="1004" y="503"/>
                    <a:pt x="1028" y="467"/>
                  </a:cubicBezTo>
                  <a:cubicBezTo>
                    <a:pt x="1052" y="419"/>
                    <a:pt x="1052" y="360"/>
                    <a:pt x="1040" y="312"/>
                  </a:cubicBezTo>
                  <a:cubicBezTo>
                    <a:pt x="1016" y="277"/>
                    <a:pt x="980" y="229"/>
                    <a:pt x="945" y="217"/>
                  </a:cubicBezTo>
                  <a:cubicBezTo>
                    <a:pt x="873" y="193"/>
                    <a:pt x="790" y="157"/>
                    <a:pt x="742" y="146"/>
                  </a:cubicBezTo>
                  <a:cubicBezTo>
                    <a:pt x="683" y="122"/>
                    <a:pt x="623" y="110"/>
                    <a:pt x="564" y="98"/>
                  </a:cubicBezTo>
                  <a:cubicBezTo>
                    <a:pt x="445" y="74"/>
                    <a:pt x="338" y="38"/>
                    <a:pt x="218" y="3"/>
                  </a:cubicBezTo>
                  <a:cubicBezTo>
                    <a:pt x="210" y="1"/>
                    <a:pt x="202" y="1"/>
                    <a:pt x="1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9" name="Google Shape;3329;p66"/>
            <p:cNvSpPr/>
            <p:nvPr/>
          </p:nvSpPr>
          <p:spPr>
            <a:xfrm>
              <a:off x="4065750" y="416250"/>
              <a:ext cx="27325" cy="13250"/>
            </a:xfrm>
            <a:custGeom>
              <a:avLst/>
              <a:gdLst/>
              <a:ahLst/>
              <a:cxnLst/>
              <a:rect l="l" t="t" r="r" b="b"/>
              <a:pathLst>
                <a:path w="1093" h="530" extrusionOk="0">
                  <a:moveTo>
                    <a:pt x="151" y="1"/>
                  </a:moveTo>
                  <a:cubicBezTo>
                    <a:pt x="42" y="1"/>
                    <a:pt x="1" y="147"/>
                    <a:pt x="93" y="204"/>
                  </a:cubicBezTo>
                  <a:lnTo>
                    <a:pt x="283" y="299"/>
                  </a:lnTo>
                  <a:cubicBezTo>
                    <a:pt x="354" y="323"/>
                    <a:pt x="414" y="359"/>
                    <a:pt x="474" y="406"/>
                  </a:cubicBezTo>
                  <a:cubicBezTo>
                    <a:pt x="533" y="442"/>
                    <a:pt x="593" y="466"/>
                    <a:pt x="664" y="490"/>
                  </a:cubicBezTo>
                  <a:cubicBezTo>
                    <a:pt x="727" y="516"/>
                    <a:pt x="796" y="530"/>
                    <a:pt x="862" y="530"/>
                  </a:cubicBezTo>
                  <a:cubicBezTo>
                    <a:pt x="884" y="530"/>
                    <a:pt x="905" y="528"/>
                    <a:pt x="926" y="525"/>
                  </a:cubicBezTo>
                  <a:cubicBezTo>
                    <a:pt x="1045" y="513"/>
                    <a:pt x="1093" y="371"/>
                    <a:pt x="1009" y="287"/>
                  </a:cubicBezTo>
                  <a:cubicBezTo>
                    <a:pt x="962" y="228"/>
                    <a:pt x="890" y="180"/>
                    <a:pt x="819" y="156"/>
                  </a:cubicBezTo>
                  <a:cubicBezTo>
                    <a:pt x="747" y="121"/>
                    <a:pt x="664" y="97"/>
                    <a:pt x="581" y="85"/>
                  </a:cubicBezTo>
                  <a:cubicBezTo>
                    <a:pt x="509" y="85"/>
                    <a:pt x="438" y="73"/>
                    <a:pt x="378" y="61"/>
                  </a:cubicBezTo>
                  <a:lnTo>
                    <a:pt x="164" y="1"/>
                  </a:lnTo>
                  <a:cubicBezTo>
                    <a:pt x="160" y="1"/>
                    <a:pt x="155" y="1"/>
                    <a:pt x="1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0" name="Google Shape;3330;p66"/>
            <p:cNvSpPr/>
            <p:nvPr/>
          </p:nvSpPr>
          <p:spPr>
            <a:xfrm>
              <a:off x="4024475" y="399250"/>
              <a:ext cx="26925" cy="12875"/>
            </a:xfrm>
            <a:custGeom>
              <a:avLst/>
              <a:gdLst/>
              <a:ahLst/>
              <a:cxnLst/>
              <a:rect l="l" t="t" r="r" b="b"/>
              <a:pathLst>
                <a:path w="1077" h="515" extrusionOk="0">
                  <a:moveTo>
                    <a:pt x="115" y="0"/>
                  </a:moveTo>
                  <a:cubicBezTo>
                    <a:pt x="35" y="0"/>
                    <a:pt x="1" y="125"/>
                    <a:pt x="89" y="158"/>
                  </a:cubicBezTo>
                  <a:cubicBezTo>
                    <a:pt x="148" y="193"/>
                    <a:pt x="231" y="241"/>
                    <a:pt x="303" y="277"/>
                  </a:cubicBezTo>
                  <a:cubicBezTo>
                    <a:pt x="362" y="300"/>
                    <a:pt x="434" y="348"/>
                    <a:pt x="493" y="384"/>
                  </a:cubicBezTo>
                  <a:cubicBezTo>
                    <a:pt x="565" y="408"/>
                    <a:pt x="636" y="443"/>
                    <a:pt x="708" y="479"/>
                  </a:cubicBezTo>
                  <a:cubicBezTo>
                    <a:pt x="755" y="491"/>
                    <a:pt x="791" y="503"/>
                    <a:pt x="839" y="515"/>
                  </a:cubicBezTo>
                  <a:lnTo>
                    <a:pt x="970" y="515"/>
                  </a:lnTo>
                  <a:cubicBezTo>
                    <a:pt x="1041" y="503"/>
                    <a:pt x="1077" y="431"/>
                    <a:pt x="1041" y="372"/>
                  </a:cubicBezTo>
                  <a:cubicBezTo>
                    <a:pt x="1017" y="336"/>
                    <a:pt x="993" y="300"/>
                    <a:pt x="958" y="277"/>
                  </a:cubicBezTo>
                  <a:cubicBezTo>
                    <a:pt x="922" y="241"/>
                    <a:pt x="886" y="217"/>
                    <a:pt x="839" y="193"/>
                  </a:cubicBezTo>
                  <a:cubicBezTo>
                    <a:pt x="779" y="158"/>
                    <a:pt x="696" y="134"/>
                    <a:pt x="624" y="110"/>
                  </a:cubicBezTo>
                  <a:cubicBezTo>
                    <a:pt x="577" y="98"/>
                    <a:pt x="541" y="86"/>
                    <a:pt x="493" y="74"/>
                  </a:cubicBezTo>
                  <a:lnTo>
                    <a:pt x="374" y="50"/>
                  </a:lnTo>
                  <a:lnTo>
                    <a:pt x="136" y="3"/>
                  </a:lnTo>
                  <a:cubicBezTo>
                    <a:pt x="129" y="1"/>
                    <a:pt x="122" y="0"/>
                    <a:pt x="1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1" name="Google Shape;3331;p66"/>
            <p:cNvSpPr/>
            <p:nvPr/>
          </p:nvSpPr>
          <p:spPr>
            <a:xfrm>
              <a:off x="3978450" y="55950"/>
              <a:ext cx="9550" cy="33425"/>
            </a:xfrm>
            <a:custGeom>
              <a:avLst/>
              <a:gdLst/>
              <a:ahLst/>
              <a:cxnLst/>
              <a:rect l="l" t="t" r="r" b="b"/>
              <a:pathLst>
                <a:path w="382" h="1337" extrusionOk="0">
                  <a:moveTo>
                    <a:pt x="323" y="0"/>
                  </a:moveTo>
                  <a:cubicBezTo>
                    <a:pt x="305" y="0"/>
                    <a:pt x="285" y="10"/>
                    <a:pt x="275" y="31"/>
                  </a:cubicBezTo>
                  <a:cubicBezTo>
                    <a:pt x="215" y="114"/>
                    <a:pt x="179" y="209"/>
                    <a:pt x="144" y="317"/>
                  </a:cubicBezTo>
                  <a:cubicBezTo>
                    <a:pt x="120" y="412"/>
                    <a:pt x="84" y="519"/>
                    <a:pt x="72" y="626"/>
                  </a:cubicBezTo>
                  <a:cubicBezTo>
                    <a:pt x="25" y="828"/>
                    <a:pt x="1" y="1043"/>
                    <a:pt x="25" y="1257"/>
                  </a:cubicBezTo>
                  <a:cubicBezTo>
                    <a:pt x="32" y="1302"/>
                    <a:pt x="77" y="1337"/>
                    <a:pt x="118" y="1337"/>
                  </a:cubicBezTo>
                  <a:cubicBezTo>
                    <a:pt x="142" y="1337"/>
                    <a:pt x="166" y="1324"/>
                    <a:pt x="179" y="1293"/>
                  </a:cubicBezTo>
                  <a:cubicBezTo>
                    <a:pt x="251" y="1090"/>
                    <a:pt x="287" y="876"/>
                    <a:pt x="322" y="674"/>
                  </a:cubicBezTo>
                  <a:cubicBezTo>
                    <a:pt x="334" y="567"/>
                    <a:pt x="358" y="471"/>
                    <a:pt x="370" y="364"/>
                  </a:cubicBezTo>
                  <a:cubicBezTo>
                    <a:pt x="370" y="257"/>
                    <a:pt x="382" y="150"/>
                    <a:pt x="370" y="43"/>
                  </a:cubicBezTo>
                  <a:cubicBezTo>
                    <a:pt x="370" y="16"/>
                    <a:pt x="347" y="0"/>
                    <a:pt x="3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2" name="Google Shape;3332;p66"/>
            <p:cNvSpPr/>
            <p:nvPr/>
          </p:nvSpPr>
          <p:spPr>
            <a:xfrm>
              <a:off x="3962675" y="155675"/>
              <a:ext cx="10150" cy="27900"/>
            </a:xfrm>
            <a:custGeom>
              <a:avLst/>
              <a:gdLst/>
              <a:ahLst/>
              <a:cxnLst/>
              <a:rect l="l" t="t" r="r" b="b"/>
              <a:pathLst>
                <a:path w="406" h="1116" extrusionOk="0">
                  <a:moveTo>
                    <a:pt x="406" y="102"/>
                  </a:moveTo>
                  <a:cubicBezTo>
                    <a:pt x="406" y="105"/>
                    <a:pt x="406" y="108"/>
                    <a:pt x="406" y="111"/>
                  </a:cubicBezTo>
                  <a:lnTo>
                    <a:pt x="406" y="111"/>
                  </a:lnTo>
                  <a:cubicBezTo>
                    <a:pt x="406" y="112"/>
                    <a:pt x="406" y="113"/>
                    <a:pt x="406" y="114"/>
                  </a:cubicBezTo>
                  <a:lnTo>
                    <a:pt x="406" y="102"/>
                  </a:lnTo>
                  <a:close/>
                  <a:moveTo>
                    <a:pt x="288" y="0"/>
                  </a:moveTo>
                  <a:cubicBezTo>
                    <a:pt x="234" y="0"/>
                    <a:pt x="179" y="33"/>
                    <a:pt x="167" y="102"/>
                  </a:cubicBezTo>
                  <a:cubicBezTo>
                    <a:pt x="156" y="233"/>
                    <a:pt x="132" y="388"/>
                    <a:pt x="108" y="530"/>
                  </a:cubicBezTo>
                  <a:cubicBezTo>
                    <a:pt x="72" y="685"/>
                    <a:pt x="48" y="816"/>
                    <a:pt x="13" y="971"/>
                  </a:cubicBezTo>
                  <a:cubicBezTo>
                    <a:pt x="1" y="1042"/>
                    <a:pt x="48" y="1102"/>
                    <a:pt x="120" y="1114"/>
                  </a:cubicBezTo>
                  <a:cubicBezTo>
                    <a:pt x="127" y="1115"/>
                    <a:pt x="135" y="1116"/>
                    <a:pt x="142" y="1116"/>
                  </a:cubicBezTo>
                  <a:cubicBezTo>
                    <a:pt x="203" y="1116"/>
                    <a:pt x="252" y="1072"/>
                    <a:pt x="263" y="1019"/>
                  </a:cubicBezTo>
                  <a:cubicBezTo>
                    <a:pt x="310" y="864"/>
                    <a:pt x="346" y="721"/>
                    <a:pt x="358" y="566"/>
                  </a:cubicBezTo>
                  <a:cubicBezTo>
                    <a:pt x="381" y="415"/>
                    <a:pt x="405" y="252"/>
                    <a:pt x="406" y="111"/>
                  </a:cubicBezTo>
                  <a:lnTo>
                    <a:pt x="406" y="111"/>
                  </a:lnTo>
                  <a:cubicBezTo>
                    <a:pt x="404" y="38"/>
                    <a:pt x="347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3" name="Google Shape;3333;p66"/>
            <p:cNvSpPr/>
            <p:nvPr/>
          </p:nvSpPr>
          <p:spPr>
            <a:xfrm>
              <a:off x="3949625" y="213225"/>
              <a:ext cx="12650" cy="32675"/>
            </a:xfrm>
            <a:custGeom>
              <a:avLst/>
              <a:gdLst/>
              <a:ahLst/>
              <a:cxnLst/>
              <a:rect l="l" t="t" r="r" b="b"/>
              <a:pathLst>
                <a:path w="506" h="1307" extrusionOk="0">
                  <a:moveTo>
                    <a:pt x="387" y="0"/>
                  </a:moveTo>
                  <a:cubicBezTo>
                    <a:pt x="343" y="0"/>
                    <a:pt x="300" y="23"/>
                    <a:pt x="285" y="74"/>
                  </a:cubicBezTo>
                  <a:cubicBezTo>
                    <a:pt x="166" y="431"/>
                    <a:pt x="82" y="788"/>
                    <a:pt x="23" y="1157"/>
                  </a:cubicBezTo>
                  <a:cubicBezTo>
                    <a:pt x="1" y="1246"/>
                    <a:pt x="69" y="1307"/>
                    <a:pt x="139" y="1307"/>
                  </a:cubicBezTo>
                  <a:cubicBezTo>
                    <a:pt x="183" y="1307"/>
                    <a:pt x="226" y="1283"/>
                    <a:pt x="249" y="1229"/>
                  </a:cubicBezTo>
                  <a:cubicBezTo>
                    <a:pt x="285" y="1134"/>
                    <a:pt x="320" y="1038"/>
                    <a:pt x="344" y="943"/>
                  </a:cubicBezTo>
                  <a:cubicBezTo>
                    <a:pt x="356" y="860"/>
                    <a:pt x="380" y="764"/>
                    <a:pt x="392" y="669"/>
                  </a:cubicBezTo>
                  <a:cubicBezTo>
                    <a:pt x="427" y="491"/>
                    <a:pt x="463" y="300"/>
                    <a:pt x="499" y="110"/>
                  </a:cubicBezTo>
                  <a:cubicBezTo>
                    <a:pt x="506" y="41"/>
                    <a:pt x="446" y="0"/>
                    <a:pt x="3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Google Shape;3334;p66"/>
            <p:cNvSpPr/>
            <p:nvPr/>
          </p:nvSpPr>
          <p:spPr>
            <a:xfrm>
              <a:off x="3939975" y="266800"/>
              <a:ext cx="11425" cy="25900"/>
            </a:xfrm>
            <a:custGeom>
              <a:avLst/>
              <a:gdLst/>
              <a:ahLst/>
              <a:cxnLst/>
              <a:rect l="l" t="t" r="r" b="b"/>
              <a:pathLst>
                <a:path w="457" h="1036" extrusionOk="0">
                  <a:moveTo>
                    <a:pt x="306" y="1"/>
                  </a:moveTo>
                  <a:cubicBezTo>
                    <a:pt x="252" y="1"/>
                    <a:pt x="193" y="44"/>
                    <a:pt x="182" y="98"/>
                  </a:cubicBezTo>
                  <a:cubicBezTo>
                    <a:pt x="159" y="229"/>
                    <a:pt x="123" y="348"/>
                    <a:pt x="99" y="479"/>
                  </a:cubicBezTo>
                  <a:cubicBezTo>
                    <a:pt x="75" y="610"/>
                    <a:pt x="51" y="729"/>
                    <a:pt x="28" y="860"/>
                  </a:cubicBezTo>
                  <a:cubicBezTo>
                    <a:pt x="0" y="970"/>
                    <a:pt x="83" y="1036"/>
                    <a:pt x="164" y="1036"/>
                  </a:cubicBezTo>
                  <a:cubicBezTo>
                    <a:pt x="222" y="1036"/>
                    <a:pt x="280" y="1000"/>
                    <a:pt x="290" y="919"/>
                  </a:cubicBezTo>
                  <a:cubicBezTo>
                    <a:pt x="325" y="788"/>
                    <a:pt x="349" y="657"/>
                    <a:pt x="373" y="538"/>
                  </a:cubicBezTo>
                  <a:cubicBezTo>
                    <a:pt x="397" y="407"/>
                    <a:pt x="421" y="276"/>
                    <a:pt x="444" y="145"/>
                  </a:cubicBezTo>
                  <a:cubicBezTo>
                    <a:pt x="456" y="74"/>
                    <a:pt x="409" y="3"/>
                    <a:pt x="325" y="3"/>
                  </a:cubicBezTo>
                  <a:cubicBezTo>
                    <a:pt x="319" y="1"/>
                    <a:pt x="313" y="1"/>
                    <a:pt x="3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5" name="Google Shape;3335;p66"/>
            <p:cNvSpPr/>
            <p:nvPr/>
          </p:nvSpPr>
          <p:spPr>
            <a:xfrm>
              <a:off x="3937250" y="360550"/>
              <a:ext cx="26950" cy="14725"/>
            </a:xfrm>
            <a:custGeom>
              <a:avLst/>
              <a:gdLst/>
              <a:ahLst/>
              <a:cxnLst/>
              <a:rect l="l" t="t" r="r" b="b"/>
              <a:pathLst>
                <a:path w="1078" h="589" extrusionOk="0">
                  <a:moveTo>
                    <a:pt x="106" y="0"/>
                  </a:moveTo>
                  <a:cubicBezTo>
                    <a:pt x="35" y="0"/>
                    <a:pt x="0" y="125"/>
                    <a:pt x="77" y="158"/>
                  </a:cubicBezTo>
                  <a:cubicBezTo>
                    <a:pt x="208" y="229"/>
                    <a:pt x="351" y="301"/>
                    <a:pt x="482" y="384"/>
                  </a:cubicBezTo>
                  <a:cubicBezTo>
                    <a:pt x="541" y="432"/>
                    <a:pt x="613" y="467"/>
                    <a:pt x="672" y="503"/>
                  </a:cubicBezTo>
                  <a:cubicBezTo>
                    <a:pt x="756" y="539"/>
                    <a:pt x="839" y="575"/>
                    <a:pt x="922" y="586"/>
                  </a:cubicBezTo>
                  <a:cubicBezTo>
                    <a:pt x="929" y="588"/>
                    <a:pt x="935" y="589"/>
                    <a:pt x="942" y="589"/>
                  </a:cubicBezTo>
                  <a:cubicBezTo>
                    <a:pt x="985" y="589"/>
                    <a:pt x="1033" y="556"/>
                    <a:pt x="1053" y="515"/>
                  </a:cubicBezTo>
                  <a:cubicBezTo>
                    <a:pt x="1077" y="467"/>
                    <a:pt x="1065" y="408"/>
                    <a:pt x="1018" y="372"/>
                  </a:cubicBezTo>
                  <a:cubicBezTo>
                    <a:pt x="958" y="301"/>
                    <a:pt x="887" y="253"/>
                    <a:pt x="815" y="217"/>
                  </a:cubicBezTo>
                  <a:cubicBezTo>
                    <a:pt x="732" y="194"/>
                    <a:pt x="649" y="158"/>
                    <a:pt x="577" y="134"/>
                  </a:cubicBezTo>
                  <a:lnTo>
                    <a:pt x="125" y="3"/>
                  </a:lnTo>
                  <a:cubicBezTo>
                    <a:pt x="118" y="1"/>
                    <a:pt x="112" y="0"/>
                    <a:pt x="1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6" name="Google Shape;3336;p66"/>
            <p:cNvSpPr/>
            <p:nvPr/>
          </p:nvSpPr>
          <p:spPr>
            <a:xfrm>
              <a:off x="3930025" y="317125"/>
              <a:ext cx="13250" cy="29725"/>
            </a:xfrm>
            <a:custGeom>
              <a:avLst/>
              <a:gdLst/>
              <a:ahLst/>
              <a:cxnLst/>
              <a:rect l="l" t="t" r="r" b="b"/>
              <a:pathLst>
                <a:path w="530" h="1189" extrusionOk="0">
                  <a:moveTo>
                    <a:pt x="357" y="0"/>
                  </a:moveTo>
                  <a:cubicBezTo>
                    <a:pt x="291" y="0"/>
                    <a:pt x="227" y="38"/>
                    <a:pt x="211" y="121"/>
                  </a:cubicBezTo>
                  <a:cubicBezTo>
                    <a:pt x="140" y="407"/>
                    <a:pt x="68" y="692"/>
                    <a:pt x="21" y="990"/>
                  </a:cubicBezTo>
                  <a:cubicBezTo>
                    <a:pt x="0" y="1113"/>
                    <a:pt x="101" y="1188"/>
                    <a:pt x="197" y="1188"/>
                  </a:cubicBezTo>
                  <a:cubicBezTo>
                    <a:pt x="269" y="1188"/>
                    <a:pt x="339" y="1146"/>
                    <a:pt x="354" y="1049"/>
                  </a:cubicBezTo>
                  <a:cubicBezTo>
                    <a:pt x="414" y="764"/>
                    <a:pt x="449" y="478"/>
                    <a:pt x="509" y="180"/>
                  </a:cubicBezTo>
                  <a:cubicBezTo>
                    <a:pt x="529" y="66"/>
                    <a:pt x="442" y="0"/>
                    <a:pt x="3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7" name="Google Shape;3337;p66"/>
            <p:cNvSpPr/>
            <p:nvPr/>
          </p:nvSpPr>
          <p:spPr>
            <a:xfrm>
              <a:off x="3899075" y="356325"/>
              <a:ext cx="23150" cy="9675"/>
            </a:xfrm>
            <a:custGeom>
              <a:avLst/>
              <a:gdLst/>
              <a:ahLst/>
              <a:cxnLst/>
              <a:rect l="l" t="t" r="r" b="b"/>
              <a:pathLst>
                <a:path w="926" h="387" extrusionOk="0">
                  <a:moveTo>
                    <a:pt x="737" y="1"/>
                  </a:moveTo>
                  <a:cubicBezTo>
                    <a:pt x="725" y="1"/>
                    <a:pt x="712" y="2"/>
                    <a:pt x="699" y="5"/>
                  </a:cubicBezTo>
                  <a:cubicBezTo>
                    <a:pt x="604" y="29"/>
                    <a:pt x="497" y="53"/>
                    <a:pt x="414" y="89"/>
                  </a:cubicBezTo>
                  <a:cubicBezTo>
                    <a:pt x="366" y="101"/>
                    <a:pt x="318" y="112"/>
                    <a:pt x="271" y="124"/>
                  </a:cubicBezTo>
                  <a:lnTo>
                    <a:pt x="128" y="160"/>
                  </a:lnTo>
                  <a:cubicBezTo>
                    <a:pt x="1" y="206"/>
                    <a:pt x="30" y="387"/>
                    <a:pt x="163" y="387"/>
                  </a:cubicBezTo>
                  <a:cubicBezTo>
                    <a:pt x="167" y="387"/>
                    <a:pt x="171" y="387"/>
                    <a:pt x="175" y="386"/>
                  </a:cubicBezTo>
                  <a:lnTo>
                    <a:pt x="318" y="363"/>
                  </a:lnTo>
                  <a:cubicBezTo>
                    <a:pt x="378" y="351"/>
                    <a:pt x="425" y="351"/>
                    <a:pt x="473" y="351"/>
                  </a:cubicBezTo>
                  <a:cubicBezTo>
                    <a:pt x="568" y="351"/>
                    <a:pt x="675" y="327"/>
                    <a:pt x="771" y="315"/>
                  </a:cubicBezTo>
                  <a:cubicBezTo>
                    <a:pt x="866" y="303"/>
                    <a:pt x="925" y="220"/>
                    <a:pt x="902" y="124"/>
                  </a:cubicBezTo>
                  <a:cubicBezTo>
                    <a:pt x="890" y="89"/>
                    <a:pt x="866" y="53"/>
                    <a:pt x="830" y="29"/>
                  </a:cubicBezTo>
                  <a:cubicBezTo>
                    <a:pt x="804" y="12"/>
                    <a:pt x="772" y="1"/>
                    <a:pt x="7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8" name="Google Shape;3338;p66"/>
            <p:cNvSpPr/>
            <p:nvPr/>
          </p:nvSpPr>
          <p:spPr>
            <a:xfrm>
              <a:off x="3863650" y="362650"/>
              <a:ext cx="24725" cy="8125"/>
            </a:xfrm>
            <a:custGeom>
              <a:avLst/>
              <a:gdLst/>
              <a:ahLst/>
              <a:cxnLst/>
              <a:rect l="l" t="t" r="r" b="b"/>
              <a:pathLst>
                <a:path w="989" h="325" extrusionOk="0">
                  <a:moveTo>
                    <a:pt x="818" y="1"/>
                  </a:moveTo>
                  <a:cubicBezTo>
                    <a:pt x="811" y="1"/>
                    <a:pt x="803" y="1"/>
                    <a:pt x="795" y="2"/>
                  </a:cubicBezTo>
                  <a:cubicBezTo>
                    <a:pt x="735" y="2"/>
                    <a:pt x="676" y="2"/>
                    <a:pt x="616" y="14"/>
                  </a:cubicBezTo>
                  <a:cubicBezTo>
                    <a:pt x="545" y="26"/>
                    <a:pt x="485" y="38"/>
                    <a:pt x="414" y="62"/>
                  </a:cubicBezTo>
                  <a:lnTo>
                    <a:pt x="259" y="121"/>
                  </a:lnTo>
                  <a:cubicBezTo>
                    <a:pt x="199" y="145"/>
                    <a:pt x="140" y="157"/>
                    <a:pt x="80" y="181"/>
                  </a:cubicBezTo>
                  <a:cubicBezTo>
                    <a:pt x="1" y="204"/>
                    <a:pt x="19" y="325"/>
                    <a:pt x="104" y="325"/>
                  </a:cubicBezTo>
                  <a:cubicBezTo>
                    <a:pt x="108" y="325"/>
                    <a:pt x="112" y="324"/>
                    <a:pt x="116" y="324"/>
                  </a:cubicBezTo>
                  <a:cubicBezTo>
                    <a:pt x="176" y="312"/>
                    <a:pt x="235" y="312"/>
                    <a:pt x="295" y="312"/>
                  </a:cubicBezTo>
                  <a:lnTo>
                    <a:pt x="473" y="312"/>
                  </a:lnTo>
                  <a:cubicBezTo>
                    <a:pt x="533" y="312"/>
                    <a:pt x="592" y="312"/>
                    <a:pt x="652" y="300"/>
                  </a:cubicBezTo>
                  <a:cubicBezTo>
                    <a:pt x="688" y="288"/>
                    <a:pt x="723" y="288"/>
                    <a:pt x="759" y="276"/>
                  </a:cubicBezTo>
                  <a:lnTo>
                    <a:pt x="842" y="240"/>
                  </a:lnTo>
                  <a:cubicBezTo>
                    <a:pt x="989" y="195"/>
                    <a:pt x="954" y="1"/>
                    <a:pt x="8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9" name="Google Shape;3339;p66"/>
            <p:cNvSpPr/>
            <p:nvPr/>
          </p:nvSpPr>
          <p:spPr>
            <a:xfrm>
              <a:off x="3695975" y="41175"/>
              <a:ext cx="550400" cy="489125"/>
            </a:xfrm>
            <a:custGeom>
              <a:avLst/>
              <a:gdLst/>
              <a:ahLst/>
              <a:cxnLst/>
              <a:rect l="l" t="t" r="r" b="b"/>
              <a:pathLst>
                <a:path w="22016" h="19565" extrusionOk="0">
                  <a:moveTo>
                    <a:pt x="11496" y="203"/>
                  </a:moveTo>
                  <a:cubicBezTo>
                    <a:pt x="11609" y="203"/>
                    <a:pt x="11722" y="203"/>
                    <a:pt x="11836" y="205"/>
                  </a:cubicBezTo>
                  <a:cubicBezTo>
                    <a:pt x="11836" y="205"/>
                    <a:pt x="11836" y="217"/>
                    <a:pt x="11836" y="217"/>
                  </a:cubicBezTo>
                  <a:cubicBezTo>
                    <a:pt x="12228" y="348"/>
                    <a:pt x="12586" y="503"/>
                    <a:pt x="12967" y="610"/>
                  </a:cubicBezTo>
                  <a:lnTo>
                    <a:pt x="14110" y="931"/>
                  </a:lnTo>
                  <a:cubicBezTo>
                    <a:pt x="14872" y="1146"/>
                    <a:pt x="15646" y="1348"/>
                    <a:pt x="16419" y="1550"/>
                  </a:cubicBezTo>
                  <a:cubicBezTo>
                    <a:pt x="17896" y="1931"/>
                    <a:pt x="19360" y="2324"/>
                    <a:pt x="20837" y="2693"/>
                  </a:cubicBezTo>
                  <a:cubicBezTo>
                    <a:pt x="18396" y="3051"/>
                    <a:pt x="15931" y="3336"/>
                    <a:pt x="13491" y="3634"/>
                  </a:cubicBezTo>
                  <a:cubicBezTo>
                    <a:pt x="13310" y="3663"/>
                    <a:pt x="13134" y="3679"/>
                    <a:pt x="12958" y="3679"/>
                  </a:cubicBezTo>
                  <a:cubicBezTo>
                    <a:pt x="12842" y="3679"/>
                    <a:pt x="12727" y="3672"/>
                    <a:pt x="12609" y="3658"/>
                  </a:cubicBezTo>
                  <a:cubicBezTo>
                    <a:pt x="12300" y="3598"/>
                    <a:pt x="11990" y="3503"/>
                    <a:pt x="11693" y="3384"/>
                  </a:cubicBezTo>
                  <a:cubicBezTo>
                    <a:pt x="11550" y="3324"/>
                    <a:pt x="11383" y="3277"/>
                    <a:pt x="11240" y="3217"/>
                  </a:cubicBezTo>
                  <a:cubicBezTo>
                    <a:pt x="11240" y="3217"/>
                    <a:pt x="11240" y="3205"/>
                    <a:pt x="11240" y="3205"/>
                  </a:cubicBezTo>
                  <a:cubicBezTo>
                    <a:pt x="11252" y="3134"/>
                    <a:pt x="11264" y="3063"/>
                    <a:pt x="11264" y="3003"/>
                  </a:cubicBezTo>
                  <a:cubicBezTo>
                    <a:pt x="11276" y="2955"/>
                    <a:pt x="11276" y="2908"/>
                    <a:pt x="11276" y="2860"/>
                  </a:cubicBezTo>
                  <a:cubicBezTo>
                    <a:pt x="11300" y="2836"/>
                    <a:pt x="11300" y="2813"/>
                    <a:pt x="11288" y="2789"/>
                  </a:cubicBezTo>
                  <a:lnTo>
                    <a:pt x="11288" y="2777"/>
                  </a:lnTo>
                  <a:cubicBezTo>
                    <a:pt x="11300" y="2705"/>
                    <a:pt x="11312" y="2646"/>
                    <a:pt x="11312" y="2574"/>
                  </a:cubicBezTo>
                  <a:cubicBezTo>
                    <a:pt x="11312" y="2525"/>
                    <a:pt x="11270" y="2496"/>
                    <a:pt x="11228" y="2496"/>
                  </a:cubicBezTo>
                  <a:cubicBezTo>
                    <a:pt x="11200" y="2496"/>
                    <a:pt x="11171" y="2510"/>
                    <a:pt x="11157" y="2539"/>
                  </a:cubicBezTo>
                  <a:lnTo>
                    <a:pt x="11038" y="2955"/>
                  </a:lnTo>
                  <a:cubicBezTo>
                    <a:pt x="11014" y="3015"/>
                    <a:pt x="11002" y="3074"/>
                    <a:pt x="10990" y="3134"/>
                  </a:cubicBezTo>
                  <a:cubicBezTo>
                    <a:pt x="10621" y="3003"/>
                    <a:pt x="10264" y="2872"/>
                    <a:pt x="9895" y="2753"/>
                  </a:cubicBezTo>
                  <a:cubicBezTo>
                    <a:pt x="8668" y="2348"/>
                    <a:pt x="7418" y="1967"/>
                    <a:pt x="6168" y="1610"/>
                  </a:cubicBezTo>
                  <a:cubicBezTo>
                    <a:pt x="4847" y="1241"/>
                    <a:pt x="3537" y="884"/>
                    <a:pt x="2191" y="574"/>
                  </a:cubicBezTo>
                  <a:lnTo>
                    <a:pt x="2191" y="538"/>
                  </a:lnTo>
                  <a:lnTo>
                    <a:pt x="2227" y="538"/>
                  </a:lnTo>
                  <a:cubicBezTo>
                    <a:pt x="2322" y="538"/>
                    <a:pt x="2406" y="527"/>
                    <a:pt x="2501" y="515"/>
                  </a:cubicBezTo>
                  <a:lnTo>
                    <a:pt x="2775" y="491"/>
                  </a:lnTo>
                  <a:lnTo>
                    <a:pt x="3394" y="455"/>
                  </a:lnTo>
                  <a:cubicBezTo>
                    <a:pt x="3763" y="431"/>
                    <a:pt x="4144" y="419"/>
                    <a:pt x="4525" y="396"/>
                  </a:cubicBezTo>
                  <a:cubicBezTo>
                    <a:pt x="5287" y="360"/>
                    <a:pt x="6061" y="336"/>
                    <a:pt x="6823" y="312"/>
                  </a:cubicBezTo>
                  <a:cubicBezTo>
                    <a:pt x="7680" y="276"/>
                    <a:pt x="8549" y="253"/>
                    <a:pt x="9407" y="241"/>
                  </a:cubicBezTo>
                  <a:cubicBezTo>
                    <a:pt x="10103" y="231"/>
                    <a:pt x="10800" y="203"/>
                    <a:pt x="11496" y="203"/>
                  </a:cubicBezTo>
                  <a:close/>
                  <a:moveTo>
                    <a:pt x="2156" y="741"/>
                  </a:moveTo>
                  <a:cubicBezTo>
                    <a:pt x="3323" y="1110"/>
                    <a:pt x="4489" y="1431"/>
                    <a:pt x="5668" y="1777"/>
                  </a:cubicBezTo>
                  <a:cubicBezTo>
                    <a:pt x="6918" y="2158"/>
                    <a:pt x="8157" y="2539"/>
                    <a:pt x="9395" y="2967"/>
                  </a:cubicBezTo>
                  <a:cubicBezTo>
                    <a:pt x="10014" y="3182"/>
                    <a:pt x="10633" y="3396"/>
                    <a:pt x="11240" y="3634"/>
                  </a:cubicBezTo>
                  <a:cubicBezTo>
                    <a:pt x="11716" y="3801"/>
                    <a:pt x="12181" y="4015"/>
                    <a:pt x="12681" y="4075"/>
                  </a:cubicBezTo>
                  <a:cubicBezTo>
                    <a:pt x="12359" y="4968"/>
                    <a:pt x="12205" y="5920"/>
                    <a:pt x="12038" y="6837"/>
                  </a:cubicBezTo>
                  <a:cubicBezTo>
                    <a:pt x="11871" y="7825"/>
                    <a:pt x="11740" y="8801"/>
                    <a:pt x="11621" y="9790"/>
                  </a:cubicBezTo>
                  <a:cubicBezTo>
                    <a:pt x="11359" y="11766"/>
                    <a:pt x="11050" y="13731"/>
                    <a:pt x="10716" y="15695"/>
                  </a:cubicBezTo>
                  <a:cubicBezTo>
                    <a:pt x="10514" y="16790"/>
                    <a:pt x="10323" y="17886"/>
                    <a:pt x="10133" y="18981"/>
                  </a:cubicBezTo>
                  <a:lnTo>
                    <a:pt x="10026" y="18922"/>
                  </a:lnTo>
                  <a:lnTo>
                    <a:pt x="9573" y="18672"/>
                  </a:lnTo>
                  <a:cubicBezTo>
                    <a:pt x="8990" y="18362"/>
                    <a:pt x="8407" y="18041"/>
                    <a:pt x="7823" y="17731"/>
                  </a:cubicBezTo>
                  <a:cubicBezTo>
                    <a:pt x="6680" y="17124"/>
                    <a:pt x="5525" y="16528"/>
                    <a:pt x="4358" y="15945"/>
                  </a:cubicBezTo>
                  <a:cubicBezTo>
                    <a:pt x="3084" y="15314"/>
                    <a:pt x="1799" y="14671"/>
                    <a:pt x="489" y="14100"/>
                  </a:cubicBezTo>
                  <a:cubicBezTo>
                    <a:pt x="644" y="14076"/>
                    <a:pt x="810" y="14064"/>
                    <a:pt x="965" y="14040"/>
                  </a:cubicBezTo>
                  <a:cubicBezTo>
                    <a:pt x="1096" y="14028"/>
                    <a:pt x="1227" y="13992"/>
                    <a:pt x="1358" y="13969"/>
                  </a:cubicBezTo>
                  <a:cubicBezTo>
                    <a:pt x="1501" y="13957"/>
                    <a:pt x="1632" y="13909"/>
                    <a:pt x="1763" y="13850"/>
                  </a:cubicBezTo>
                  <a:cubicBezTo>
                    <a:pt x="1858" y="13802"/>
                    <a:pt x="1870" y="13647"/>
                    <a:pt x="1751" y="13635"/>
                  </a:cubicBezTo>
                  <a:cubicBezTo>
                    <a:pt x="1680" y="13623"/>
                    <a:pt x="1608" y="13617"/>
                    <a:pt x="1537" y="13617"/>
                  </a:cubicBezTo>
                  <a:cubicBezTo>
                    <a:pt x="1465" y="13617"/>
                    <a:pt x="1394" y="13623"/>
                    <a:pt x="1322" y="13635"/>
                  </a:cubicBezTo>
                  <a:cubicBezTo>
                    <a:pt x="1179" y="13659"/>
                    <a:pt x="1048" y="13683"/>
                    <a:pt x="918" y="13707"/>
                  </a:cubicBezTo>
                  <a:lnTo>
                    <a:pt x="906" y="13707"/>
                  </a:lnTo>
                  <a:cubicBezTo>
                    <a:pt x="763" y="13754"/>
                    <a:pt x="620" y="13790"/>
                    <a:pt x="477" y="13838"/>
                  </a:cubicBezTo>
                  <a:cubicBezTo>
                    <a:pt x="572" y="12409"/>
                    <a:pt x="727" y="10980"/>
                    <a:pt x="870" y="9551"/>
                  </a:cubicBezTo>
                  <a:cubicBezTo>
                    <a:pt x="1037" y="8004"/>
                    <a:pt x="1239" y="6468"/>
                    <a:pt x="1465" y="4920"/>
                  </a:cubicBezTo>
                  <a:cubicBezTo>
                    <a:pt x="1584" y="4170"/>
                    <a:pt x="1703" y="3420"/>
                    <a:pt x="1822" y="2670"/>
                  </a:cubicBezTo>
                  <a:cubicBezTo>
                    <a:pt x="1882" y="2277"/>
                    <a:pt x="1953" y="1896"/>
                    <a:pt x="2025" y="1503"/>
                  </a:cubicBezTo>
                  <a:cubicBezTo>
                    <a:pt x="2049" y="1324"/>
                    <a:pt x="2084" y="1146"/>
                    <a:pt x="2120" y="955"/>
                  </a:cubicBezTo>
                  <a:cubicBezTo>
                    <a:pt x="2132" y="884"/>
                    <a:pt x="2144" y="812"/>
                    <a:pt x="2156" y="741"/>
                  </a:cubicBezTo>
                  <a:close/>
                  <a:moveTo>
                    <a:pt x="21515" y="2860"/>
                  </a:moveTo>
                  <a:cubicBezTo>
                    <a:pt x="21527" y="2872"/>
                    <a:pt x="21539" y="2872"/>
                    <a:pt x="21551" y="2884"/>
                  </a:cubicBezTo>
                  <a:cubicBezTo>
                    <a:pt x="21551" y="2884"/>
                    <a:pt x="21539" y="2943"/>
                    <a:pt x="21539" y="2967"/>
                  </a:cubicBezTo>
                  <a:cubicBezTo>
                    <a:pt x="21515" y="3086"/>
                    <a:pt x="21503" y="3194"/>
                    <a:pt x="21480" y="3313"/>
                  </a:cubicBezTo>
                  <a:cubicBezTo>
                    <a:pt x="21408" y="3694"/>
                    <a:pt x="21349" y="4086"/>
                    <a:pt x="21277" y="4479"/>
                  </a:cubicBezTo>
                  <a:cubicBezTo>
                    <a:pt x="21146" y="5253"/>
                    <a:pt x="21003" y="6027"/>
                    <a:pt x="20860" y="6813"/>
                  </a:cubicBezTo>
                  <a:cubicBezTo>
                    <a:pt x="20587" y="8361"/>
                    <a:pt x="20289" y="9909"/>
                    <a:pt x="19968" y="11456"/>
                  </a:cubicBezTo>
                  <a:cubicBezTo>
                    <a:pt x="19622" y="13147"/>
                    <a:pt x="19229" y="14826"/>
                    <a:pt x="18801" y="16493"/>
                  </a:cubicBezTo>
                  <a:cubicBezTo>
                    <a:pt x="18789" y="16469"/>
                    <a:pt x="18765" y="16457"/>
                    <a:pt x="18753" y="16457"/>
                  </a:cubicBezTo>
                  <a:cubicBezTo>
                    <a:pt x="18634" y="16409"/>
                    <a:pt x="18503" y="16374"/>
                    <a:pt x="18372" y="16338"/>
                  </a:cubicBezTo>
                  <a:cubicBezTo>
                    <a:pt x="18324" y="16326"/>
                    <a:pt x="18265" y="16314"/>
                    <a:pt x="18205" y="16290"/>
                  </a:cubicBezTo>
                  <a:lnTo>
                    <a:pt x="18193" y="16290"/>
                  </a:lnTo>
                  <a:lnTo>
                    <a:pt x="18158" y="16278"/>
                  </a:lnTo>
                  <a:lnTo>
                    <a:pt x="18074" y="16243"/>
                  </a:lnTo>
                  <a:cubicBezTo>
                    <a:pt x="18050" y="16232"/>
                    <a:pt x="18027" y="16227"/>
                    <a:pt x="18005" y="16227"/>
                  </a:cubicBezTo>
                  <a:cubicBezTo>
                    <a:pt x="17864" y="16227"/>
                    <a:pt x="17778" y="16434"/>
                    <a:pt x="17943" y="16517"/>
                  </a:cubicBezTo>
                  <a:cubicBezTo>
                    <a:pt x="18074" y="16600"/>
                    <a:pt x="18217" y="16683"/>
                    <a:pt x="18372" y="16743"/>
                  </a:cubicBezTo>
                  <a:cubicBezTo>
                    <a:pt x="16027" y="17517"/>
                    <a:pt x="13669" y="18231"/>
                    <a:pt x="11288" y="18874"/>
                  </a:cubicBezTo>
                  <a:cubicBezTo>
                    <a:pt x="11133" y="18922"/>
                    <a:pt x="10978" y="18957"/>
                    <a:pt x="10824" y="19005"/>
                  </a:cubicBezTo>
                  <a:cubicBezTo>
                    <a:pt x="10740" y="19029"/>
                    <a:pt x="10657" y="19053"/>
                    <a:pt x="10562" y="19065"/>
                  </a:cubicBezTo>
                  <a:cubicBezTo>
                    <a:pt x="10895" y="17290"/>
                    <a:pt x="11193" y="15505"/>
                    <a:pt x="11466" y="13719"/>
                  </a:cubicBezTo>
                  <a:cubicBezTo>
                    <a:pt x="11562" y="13754"/>
                    <a:pt x="11645" y="13814"/>
                    <a:pt x="11728" y="13861"/>
                  </a:cubicBezTo>
                  <a:cubicBezTo>
                    <a:pt x="11812" y="13909"/>
                    <a:pt x="11883" y="13957"/>
                    <a:pt x="11967" y="13992"/>
                  </a:cubicBezTo>
                  <a:cubicBezTo>
                    <a:pt x="12050" y="14040"/>
                    <a:pt x="12133" y="14076"/>
                    <a:pt x="12217" y="14123"/>
                  </a:cubicBezTo>
                  <a:cubicBezTo>
                    <a:pt x="12241" y="14136"/>
                    <a:pt x="12265" y="14142"/>
                    <a:pt x="12287" y="14142"/>
                  </a:cubicBezTo>
                  <a:cubicBezTo>
                    <a:pt x="12409" y="14142"/>
                    <a:pt x="12494" y="13974"/>
                    <a:pt x="12383" y="13873"/>
                  </a:cubicBezTo>
                  <a:cubicBezTo>
                    <a:pt x="12300" y="13814"/>
                    <a:pt x="12217" y="13766"/>
                    <a:pt x="12133" y="13707"/>
                  </a:cubicBezTo>
                  <a:cubicBezTo>
                    <a:pt x="12050" y="13659"/>
                    <a:pt x="11955" y="13623"/>
                    <a:pt x="11859" y="13600"/>
                  </a:cubicBezTo>
                  <a:cubicBezTo>
                    <a:pt x="11740" y="13552"/>
                    <a:pt x="11621" y="13516"/>
                    <a:pt x="11490" y="13492"/>
                  </a:cubicBezTo>
                  <a:cubicBezTo>
                    <a:pt x="11502" y="13397"/>
                    <a:pt x="11526" y="13290"/>
                    <a:pt x="11538" y="13183"/>
                  </a:cubicBezTo>
                  <a:cubicBezTo>
                    <a:pt x="11824" y="11218"/>
                    <a:pt x="12038" y="9242"/>
                    <a:pt x="12300" y="7265"/>
                  </a:cubicBezTo>
                  <a:cubicBezTo>
                    <a:pt x="12371" y="6718"/>
                    <a:pt x="12455" y="6170"/>
                    <a:pt x="12550" y="5622"/>
                  </a:cubicBezTo>
                  <a:cubicBezTo>
                    <a:pt x="12645" y="5110"/>
                    <a:pt x="12752" y="4598"/>
                    <a:pt x="12824" y="4086"/>
                  </a:cubicBezTo>
                  <a:lnTo>
                    <a:pt x="13038" y="4086"/>
                  </a:lnTo>
                  <a:cubicBezTo>
                    <a:pt x="13348" y="4075"/>
                    <a:pt x="13645" y="4039"/>
                    <a:pt x="13955" y="3979"/>
                  </a:cubicBezTo>
                  <a:lnTo>
                    <a:pt x="14943" y="3848"/>
                  </a:lnTo>
                  <a:lnTo>
                    <a:pt x="16920" y="3563"/>
                  </a:lnTo>
                  <a:cubicBezTo>
                    <a:pt x="18384" y="3360"/>
                    <a:pt x="19872" y="3146"/>
                    <a:pt x="21361" y="2979"/>
                  </a:cubicBezTo>
                  <a:cubicBezTo>
                    <a:pt x="21432" y="2979"/>
                    <a:pt x="21492" y="2932"/>
                    <a:pt x="21515" y="2860"/>
                  </a:cubicBezTo>
                  <a:close/>
                  <a:moveTo>
                    <a:pt x="6721" y="1"/>
                  </a:moveTo>
                  <a:cubicBezTo>
                    <a:pt x="5308" y="1"/>
                    <a:pt x="3903" y="42"/>
                    <a:pt x="2489" y="74"/>
                  </a:cubicBezTo>
                  <a:cubicBezTo>
                    <a:pt x="2450" y="71"/>
                    <a:pt x="2410" y="70"/>
                    <a:pt x="2371" y="70"/>
                  </a:cubicBezTo>
                  <a:cubicBezTo>
                    <a:pt x="2244" y="70"/>
                    <a:pt x="2116" y="85"/>
                    <a:pt x="1989" y="122"/>
                  </a:cubicBezTo>
                  <a:cubicBezTo>
                    <a:pt x="1822" y="193"/>
                    <a:pt x="1715" y="348"/>
                    <a:pt x="1703" y="527"/>
                  </a:cubicBezTo>
                  <a:cubicBezTo>
                    <a:pt x="1644" y="931"/>
                    <a:pt x="1572" y="1324"/>
                    <a:pt x="1513" y="1717"/>
                  </a:cubicBezTo>
                  <a:cubicBezTo>
                    <a:pt x="1394" y="2503"/>
                    <a:pt x="1275" y="3289"/>
                    <a:pt x="1168" y="4075"/>
                  </a:cubicBezTo>
                  <a:cubicBezTo>
                    <a:pt x="953" y="5658"/>
                    <a:pt x="751" y="7242"/>
                    <a:pt x="572" y="8837"/>
                  </a:cubicBezTo>
                  <a:cubicBezTo>
                    <a:pt x="358" y="10611"/>
                    <a:pt x="215" y="12397"/>
                    <a:pt x="25" y="14183"/>
                  </a:cubicBezTo>
                  <a:cubicBezTo>
                    <a:pt x="1" y="14278"/>
                    <a:pt x="48" y="14373"/>
                    <a:pt x="132" y="14421"/>
                  </a:cubicBezTo>
                  <a:cubicBezTo>
                    <a:pt x="1334" y="15016"/>
                    <a:pt x="2561" y="15576"/>
                    <a:pt x="3763" y="16171"/>
                  </a:cubicBezTo>
                  <a:cubicBezTo>
                    <a:pt x="4954" y="16755"/>
                    <a:pt x="6132" y="17374"/>
                    <a:pt x="7311" y="17993"/>
                  </a:cubicBezTo>
                  <a:cubicBezTo>
                    <a:pt x="7906" y="18314"/>
                    <a:pt x="8502" y="18636"/>
                    <a:pt x="9085" y="18957"/>
                  </a:cubicBezTo>
                  <a:cubicBezTo>
                    <a:pt x="9371" y="19112"/>
                    <a:pt x="9645" y="19291"/>
                    <a:pt x="9942" y="19434"/>
                  </a:cubicBezTo>
                  <a:cubicBezTo>
                    <a:pt x="10112" y="19522"/>
                    <a:pt x="10295" y="19565"/>
                    <a:pt x="10478" y="19565"/>
                  </a:cubicBezTo>
                  <a:cubicBezTo>
                    <a:pt x="10590" y="19565"/>
                    <a:pt x="10703" y="19549"/>
                    <a:pt x="10812" y="19517"/>
                  </a:cubicBezTo>
                  <a:cubicBezTo>
                    <a:pt x="12097" y="19207"/>
                    <a:pt x="13371" y="18826"/>
                    <a:pt x="14622" y="18433"/>
                  </a:cubicBezTo>
                  <a:cubicBezTo>
                    <a:pt x="16038" y="17993"/>
                    <a:pt x="17455" y="17517"/>
                    <a:pt x="18848" y="17017"/>
                  </a:cubicBezTo>
                  <a:cubicBezTo>
                    <a:pt x="18884" y="17017"/>
                    <a:pt x="18908" y="16993"/>
                    <a:pt x="18932" y="16981"/>
                  </a:cubicBezTo>
                  <a:cubicBezTo>
                    <a:pt x="18954" y="16986"/>
                    <a:pt x="18976" y="16989"/>
                    <a:pt x="18998" y="16989"/>
                  </a:cubicBezTo>
                  <a:cubicBezTo>
                    <a:pt x="19120" y="16989"/>
                    <a:pt x="19235" y="16909"/>
                    <a:pt x="19265" y="16779"/>
                  </a:cubicBezTo>
                  <a:cubicBezTo>
                    <a:pt x="20015" y="13600"/>
                    <a:pt x="20634" y="10385"/>
                    <a:pt x="21218" y="7170"/>
                  </a:cubicBezTo>
                  <a:cubicBezTo>
                    <a:pt x="21361" y="6361"/>
                    <a:pt x="21503" y="5551"/>
                    <a:pt x="21658" y="4741"/>
                  </a:cubicBezTo>
                  <a:cubicBezTo>
                    <a:pt x="21718" y="4360"/>
                    <a:pt x="21801" y="3967"/>
                    <a:pt x="21873" y="3586"/>
                  </a:cubicBezTo>
                  <a:cubicBezTo>
                    <a:pt x="21908" y="3384"/>
                    <a:pt x="21956" y="3182"/>
                    <a:pt x="21980" y="2991"/>
                  </a:cubicBezTo>
                  <a:cubicBezTo>
                    <a:pt x="22015" y="2836"/>
                    <a:pt x="21968" y="2670"/>
                    <a:pt x="21849" y="2562"/>
                  </a:cubicBezTo>
                  <a:cubicBezTo>
                    <a:pt x="21718" y="2467"/>
                    <a:pt x="21575" y="2420"/>
                    <a:pt x="21408" y="2396"/>
                  </a:cubicBezTo>
                  <a:cubicBezTo>
                    <a:pt x="21206" y="2360"/>
                    <a:pt x="20991" y="2301"/>
                    <a:pt x="20777" y="2253"/>
                  </a:cubicBezTo>
                  <a:lnTo>
                    <a:pt x="19598" y="1955"/>
                  </a:lnTo>
                  <a:lnTo>
                    <a:pt x="17217" y="1384"/>
                  </a:lnTo>
                  <a:lnTo>
                    <a:pt x="14562" y="741"/>
                  </a:lnTo>
                  <a:cubicBezTo>
                    <a:pt x="14110" y="634"/>
                    <a:pt x="13669" y="538"/>
                    <a:pt x="13217" y="443"/>
                  </a:cubicBezTo>
                  <a:cubicBezTo>
                    <a:pt x="12776" y="348"/>
                    <a:pt x="12324" y="288"/>
                    <a:pt x="11883" y="217"/>
                  </a:cubicBezTo>
                  <a:lnTo>
                    <a:pt x="12026" y="217"/>
                  </a:lnTo>
                  <a:cubicBezTo>
                    <a:pt x="12074" y="217"/>
                    <a:pt x="12074" y="157"/>
                    <a:pt x="12026" y="157"/>
                  </a:cubicBezTo>
                  <a:cubicBezTo>
                    <a:pt x="11228" y="134"/>
                    <a:pt x="10431" y="62"/>
                    <a:pt x="9633" y="38"/>
                  </a:cubicBezTo>
                  <a:cubicBezTo>
                    <a:pt x="8823" y="15"/>
                    <a:pt x="8026" y="3"/>
                    <a:pt x="7228" y="3"/>
                  </a:cubicBezTo>
                  <a:cubicBezTo>
                    <a:pt x="7059" y="1"/>
                    <a:pt x="6890" y="1"/>
                    <a:pt x="67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0" name="Google Shape;3340;p66"/>
            <p:cNvSpPr/>
            <p:nvPr/>
          </p:nvSpPr>
          <p:spPr>
            <a:xfrm>
              <a:off x="3811175" y="367750"/>
              <a:ext cx="35150" cy="8675"/>
            </a:xfrm>
            <a:custGeom>
              <a:avLst/>
              <a:gdLst/>
              <a:ahLst/>
              <a:cxnLst/>
              <a:rect l="l" t="t" r="r" b="b"/>
              <a:pathLst>
                <a:path w="1406" h="347" extrusionOk="0">
                  <a:moveTo>
                    <a:pt x="1167" y="1"/>
                  </a:moveTo>
                  <a:cubicBezTo>
                    <a:pt x="1108" y="1"/>
                    <a:pt x="1060" y="13"/>
                    <a:pt x="1012" y="13"/>
                  </a:cubicBezTo>
                  <a:cubicBezTo>
                    <a:pt x="893" y="25"/>
                    <a:pt x="786" y="48"/>
                    <a:pt x="679" y="72"/>
                  </a:cubicBezTo>
                  <a:cubicBezTo>
                    <a:pt x="477" y="120"/>
                    <a:pt x="274" y="179"/>
                    <a:pt x="72" y="227"/>
                  </a:cubicBezTo>
                  <a:cubicBezTo>
                    <a:pt x="0" y="239"/>
                    <a:pt x="24" y="346"/>
                    <a:pt x="96" y="346"/>
                  </a:cubicBezTo>
                  <a:lnTo>
                    <a:pt x="727" y="346"/>
                  </a:lnTo>
                  <a:cubicBezTo>
                    <a:pt x="834" y="346"/>
                    <a:pt x="929" y="346"/>
                    <a:pt x="1024" y="322"/>
                  </a:cubicBezTo>
                  <a:cubicBezTo>
                    <a:pt x="1084" y="310"/>
                    <a:pt x="1143" y="310"/>
                    <a:pt x="1203" y="298"/>
                  </a:cubicBezTo>
                  <a:cubicBezTo>
                    <a:pt x="1251" y="275"/>
                    <a:pt x="1298" y="251"/>
                    <a:pt x="1346" y="227"/>
                  </a:cubicBezTo>
                  <a:cubicBezTo>
                    <a:pt x="1405" y="179"/>
                    <a:pt x="1405" y="84"/>
                    <a:pt x="1334" y="48"/>
                  </a:cubicBezTo>
                  <a:cubicBezTo>
                    <a:pt x="1274" y="25"/>
                    <a:pt x="1227" y="13"/>
                    <a:pt x="11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1" name="Google Shape;3341;p66"/>
            <p:cNvSpPr/>
            <p:nvPr/>
          </p:nvSpPr>
          <p:spPr>
            <a:xfrm>
              <a:off x="3755500" y="375175"/>
              <a:ext cx="29200" cy="10175"/>
            </a:xfrm>
            <a:custGeom>
              <a:avLst/>
              <a:gdLst/>
              <a:ahLst/>
              <a:cxnLst/>
              <a:rect l="l" t="t" r="r" b="b"/>
              <a:pathLst>
                <a:path w="1168" h="407" extrusionOk="0">
                  <a:moveTo>
                    <a:pt x="1005" y="0"/>
                  </a:moveTo>
                  <a:cubicBezTo>
                    <a:pt x="1000" y="0"/>
                    <a:pt x="995" y="1"/>
                    <a:pt x="989" y="1"/>
                  </a:cubicBezTo>
                  <a:cubicBezTo>
                    <a:pt x="834" y="37"/>
                    <a:pt x="668" y="73"/>
                    <a:pt x="513" y="120"/>
                  </a:cubicBezTo>
                  <a:cubicBezTo>
                    <a:pt x="370" y="156"/>
                    <a:pt x="215" y="204"/>
                    <a:pt x="84" y="251"/>
                  </a:cubicBezTo>
                  <a:cubicBezTo>
                    <a:pt x="1" y="287"/>
                    <a:pt x="25" y="406"/>
                    <a:pt x="120" y="406"/>
                  </a:cubicBezTo>
                  <a:cubicBezTo>
                    <a:pt x="275" y="394"/>
                    <a:pt x="418" y="394"/>
                    <a:pt x="572" y="382"/>
                  </a:cubicBezTo>
                  <a:cubicBezTo>
                    <a:pt x="715" y="371"/>
                    <a:pt x="870" y="359"/>
                    <a:pt x="1013" y="335"/>
                  </a:cubicBezTo>
                  <a:cubicBezTo>
                    <a:pt x="1108" y="323"/>
                    <a:pt x="1168" y="240"/>
                    <a:pt x="1168" y="156"/>
                  </a:cubicBezTo>
                  <a:cubicBezTo>
                    <a:pt x="1157" y="78"/>
                    <a:pt x="1083" y="0"/>
                    <a:pt x="10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42" name="Google Shape;3342;p66"/>
          <p:cNvGrpSpPr/>
          <p:nvPr/>
        </p:nvGrpSpPr>
        <p:grpSpPr>
          <a:xfrm rot="-2204559">
            <a:off x="8010374" y="586177"/>
            <a:ext cx="411164" cy="770098"/>
            <a:chOff x="895350" y="107900"/>
            <a:chExt cx="317050" cy="593825"/>
          </a:xfrm>
        </p:grpSpPr>
        <p:sp>
          <p:nvSpPr>
            <p:cNvPr id="3343" name="Google Shape;3343;p66"/>
            <p:cNvSpPr/>
            <p:nvPr/>
          </p:nvSpPr>
          <p:spPr>
            <a:xfrm>
              <a:off x="1059975" y="119550"/>
              <a:ext cx="136050" cy="136175"/>
            </a:xfrm>
            <a:custGeom>
              <a:avLst/>
              <a:gdLst/>
              <a:ahLst/>
              <a:cxnLst/>
              <a:rect l="l" t="t" r="r" b="b"/>
              <a:pathLst>
                <a:path w="5442" h="5447" extrusionOk="0">
                  <a:moveTo>
                    <a:pt x="2706" y="1"/>
                  </a:moveTo>
                  <a:cubicBezTo>
                    <a:pt x="2367" y="1"/>
                    <a:pt x="2028" y="72"/>
                    <a:pt x="1715" y="214"/>
                  </a:cubicBezTo>
                  <a:cubicBezTo>
                    <a:pt x="750" y="869"/>
                    <a:pt x="0" y="1857"/>
                    <a:pt x="24" y="3071"/>
                  </a:cubicBezTo>
                  <a:cubicBezTo>
                    <a:pt x="60" y="4441"/>
                    <a:pt x="1179" y="5381"/>
                    <a:pt x="2512" y="5441"/>
                  </a:cubicBezTo>
                  <a:cubicBezTo>
                    <a:pt x="2572" y="5445"/>
                    <a:pt x="2632" y="5446"/>
                    <a:pt x="2692" y="5446"/>
                  </a:cubicBezTo>
                  <a:cubicBezTo>
                    <a:pt x="3191" y="5446"/>
                    <a:pt x="3684" y="5314"/>
                    <a:pt x="4120" y="5048"/>
                  </a:cubicBezTo>
                  <a:cubicBezTo>
                    <a:pt x="4679" y="4703"/>
                    <a:pt x="4989" y="4131"/>
                    <a:pt x="5132" y="3500"/>
                  </a:cubicBezTo>
                  <a:cubicBezTo>
                    <a:pt x="5441" y="2202"/>
                    <a:pt x="4905" y="738"/>
                    <a:pt x="3631" y="190"/>
                  </a:cubicBezTo>
                  <a:cubicBezTo>
                    <a:pt x="3338" y="63"/>
                    <a:pt x="3022" y="1"/>
                    <a:pt x="2706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4" name="Google Shape;3344;p66"/>
            <p:cNvSpPr/>
            <p:nvPr/>
          </p:nvSpPr>
          <p:spPr>
            <a:xfrm>
              <a:off x="984650" y="553850"/>
              <a:ext cx="136650" cy="136150"/>
            </a:xfrm>
            <a:custGeom>
              <a:avLst/>
              <a:gdLst/>
              <a:ahLst/>
              <a:cxnLst/>
              <a:rect l="l" t="t" r="r" b="b"/>
              <a:pathLst>
                <a:path w="5466" h="5446" extrusionOk="0">
                  <a:moveTo>
                    <a:pt x="2720" y="0"/>
                  </a:moveTo>
                  <a:cubicBezTo>
                    <a:pt x="2380" y="0"/>
                    <a:pt x="2041" y="72"/>
                    <a:pt x="1727" y="213"/>
                  </a:cubicBezTo>
                  <a:cubicBezTo>
                    <a:pt x="763" y="868"/>
                    <a:pt x="1" y="1856"/>
                    <a:pt x="36" y="3071"/>
                  </a:cubicBezTo>
                  <a:cubicBezTo>
                    <a:pt x="72" y="4452"/>
                    <a:pt x="1191" y="5380"/>
                    <a:pt x="2513" y="5440"/>
                  </a:cubicBezTo>
                  <a:cubicBezTo>
                    <a:pt x="2574" y="5444"/>
                    <a:pt x="2635" y="5446"/>
                    <a:pt x="2696" y="5446"/>
                  </a:cubicBezTo>
                  <a:cubicBezTo>
                    <a:pt x="3204" y="5446"/>
                    <a:pt x="3696" y="5313"/>
                    <a:pt x="4132" y="5047"/>
                  </a:cubicBezTo>
                  <a:cubicBezTo>
                    <a:pt x="4692" y="4702"/>
                    <a:pt x="5001" y="4130"/>
                    <a:pt x="5144" y="3499"/>
                  </a:cubicBezTo>
                  <a:cubicBezTo>
                    <a:pt x="5466" y="2201"/>
                    <a:pt x="4930" y="737"/>
                    <a:pt x="3656" y="189"/>
                  </a:cubicBezTo>
                  <a:cubicBezTo>
                    <a:pt x="3357" y="63"/>
                    <a:pt x="3038" y="0"/>
                    <a:pt x="272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5" name="Google Shape;3345;p66"/>
            <p:cNvSpPr/>
            <p:nvPr/>
          </p:nvSpPr>
          <p:spPr>
            <a:xfrm>
              <a:off x="998350" y="236800"/>
              <a:ext cx="99450" cy="100350"/>
            </a:xfrm>
            <a:custGeom>
              <a:avLst/>
              <a:gdLst/>
              <a:ahLst/>
              <a:cxnLst/>
              <a:rect l="l" t="t" r="r" b="b"/>
              <a:pathLst>
                <a:path w="3978" h="4014" extrusionOk="0">
                  <a:moveTo>
                    <a:pt x="2620" y="1"/>
                  </a:moveTo>
                  <a:cubicBezTo>
                    <a:pt x="2155" y="477"/>
                    <a:pt x="1703" y="965"/>
                    <a:pt x="1263" y="1465"/>
                  </a:cubicBezTo>
                  <a:cubicBezTo>
                    <a:pt x="1012" y="1739"/>
                    <a:pt x="762" y="2013"/>
                    <a:pt x="512" y="2287"/>
                  </a:cubicBezTo>
                  <a:cubicBezTo>
                    <a:pt x="393" y="2418"/>
                    <a:pt x="274" y="2560"/>
                    <a:pt x="143" y="2691"/>
                  </a:cubicBezTo>
                  <a:cubicBezTo>
                    <a:pt x="96" y="2739"/>
                    <a:pt x="48" y="2775"/>
                    <a:pt x="0" y="2811"/>
                  </a:cubicBezTo>
                  <a:cubicBezTo>
                    <a:pt x="179" y="2882"/>
                    <a:pt x="358" y="2953"/>
                    <a:pt x="512" y="3049"/>
                  </a:cubicBezTo>
                  <a:cubicBezTo>
                    <a:pt x="917" y="3287"/>
                    <a:pt x="1263" y="3620"/>
                    <a:pt x="1524" y="4013"/>
                  </a:cubicBezTo>
                  <a:cubicBezTo>
                    <a:pt x="1572" y="3906"/>
                    <a:pt x="1632" y="3811"/>
                    <a:pt x="1691" y="3727"/>
                  </a:cubicBezTo>
                  <a:cubicBezTo>
                    <a:pt x="1786" y="3584"/>
                    <a:pt x="1882" y="3442"/>
                    <a:pt x="1989" y="3311"/>
                  </a:cubicBezTo>
                  <a:cubicBezTo>
                    <a:pt x="2203" y="3037"/>
                    <a:pt x="2417" y="2775"/>
                    <a:pt x="2644" y="2525"/>
                  </a:cubicBezTo>
                  <a:cubicBezTo>
                    <a:pt x="3072" y="2001"/>
                    <a:pt x="3525" y="1501"/>
                    <a:pt x="3977" y="1013"/>
                  </a:cubicBezTo>
                  <a:cubicBezTo>
                    <a:pt x="3453" y="822"/>
                    <a:pt x="3001" y="489"/>
                    <a:pt x="2656" y="60"/>
                  </a:cubicBezTo>
                  <a:cubicBezTo>
                    <a:pt x="2644" y="36"/>
                    <a:pt x="2632" y="24"/>
                    <a:pt x="26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6" name="Google Shape;3346;p66"/>
            <p:cNvSpPr/>
            <p:nvPr/>
          </p:nvSpPr>
          <p:spPr>
            <a:xfrm>
              <a:off x="977800" y="449325"/>
              <a:ext cx="73850" cy="109575"/>
            </a:xfrm>
            <a:custGeom>
              <a:avLst/>
              <a:gdLst/>
              <a:ahLst/>
              <a:cxnLst/>
              <a:rect l="l" t="t" r="r" b="b"/>
              <a:pathLst>
                <a:path w="2954" h="4383" extrusionOk="0">
                  <a:moveTo>
                    <a:pt x="1668" y="1"/>
                  </a:moveTo>
                  <a:cubicBezTo>
                    <a:pt x="1168" y="334"/>
                    <a:pt x="596" y="536"/>
                    <a:pt x="1" y="560"/>
                  </a:cubicBezTo>
                  <a:cubicBezTo>
                    <a:pt x="120" y="810"/>
                    <a:pt x="191" y="1084"/>
                    <a:pt x="287" y="1346"/>
                  </a:cubicBezTo>
                  <a:cubicBezTo>
                    <a:pt x="418" y="1703"/>
                    <a:pt x="549" y="2072"/>
                    <a:pt x="668" y="2430"/>
                  </a:cubicBezTo>
                  <a:cubicBezTo>
                    <a:pt x="906" y="3096"/>
                    <a:pt x="1156" y="3739"/>
                    <a:pt x="1418" y="4382"/>
                  </a:cubicBezTo>
                  <a:cubicBezTo>
                    <a:pt x="1644" y="4180"/>
                    <a:pt x="1906" y="4013"/>
                    <a:pt x="2192" y="3894"/>
                  </a:cubicBezTo>
                  <a:cubicBezTo>
                    <a:pt x="2430" y="3799"/>
                    <a:pt x="2692" y="3739"/>
                    <a:pt x="2954" y="3727"/>
                  </a:cubicBezTo>
                  <a:cubicBezTo>
                    <a:pt x="2787" y="3299"/>
                    <a:pt x="2632" y="2870"/>
                    <a:pt x="2489" y="2430"/>
                  </a:cubicBezTo>
                  <a:cubicBezTo>
                    <a:pt x="2477" y="2430"/>
                    <a:pt x="2477" y="2418"/>
                    <a:pt x="2477" y="2418"/>
                  </a:cubicBezTo>
                  <a:cubicBezTo>
                    <a:pt x="2299" y="1953"/>
                    <a:pt x="2108" y="1501"/>
                    <a:pt x="1965" y="1037"/>
                  </a:cubicBezTo>
                  <a:cubicBezTo>
                    <a:pt x="1894" y="810"/>
                    <a:pt x="1811" y="572"/>
                    <a:pt x="1751" y="346"/>
                  </a:cubicBezTo>
                  <a:cubicBezTo>
                    <a:pt x="1715" y="227"/>
                    <a:pt x="1692" y="108"/>
                    <a:pt x="16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7" name="Google Shape;3347;p66"/>
            <p:cNvSpPr/>
            <p:nvPr/>
          </p:nvSpPr>
          <p:spPr>
            <a:xfrm>
              <a:off x="905775" y="315375"/>
              <a:ext cx="136350" cy="136200"/>
            </a:xfrm>
            <a:custGeom>
              <a:avLst/>
              <a:gdLst/>
              <a:ahLst/>
              <a:cxnLst/>
              <a:rect l="l" t="t" r="r" b="b"/>
              <a:pathLst>
                <a:path w="5454" h="5448" extrusionOk="0">
                  <a:moveTo>
                    <a:pt x="2720" y="0"/>
                  </a:moveTo>
                  <a:cubicBezTo>
                    <a:pt x="2376" y="0"/>
                    <a:pt x="2033" y="72"/>
                    <a:pt x="1715" y="215"/>
                  </a:cubicBezTo>
                  <a:cubicBezTo>
                    <a:pt x="763" y="870"/>
                    <a:pt x="1" y="1858"/>
                    <a:pt x="24" y="3073"/>
                  </a:cubicBezTo>
                  <a:cubicBezTo>
                    <a:pt x="60" y="4442"/>
                    <a:pt x="1191" y="5382"/>
                    <a:pt x="2513" y="5442"/>
                  </a:cubicBezTo>
                  <a:cubicBezTo>
                    <a:pt x="2573" y="5446"/>
                    <a:pt x="2633" y="5448"/>
                    <a:pt x="2693" y="5448"/>
                  </a:cubicBezTo>
                  <a:cubicBezTo>
                    <a:pt x="3194" y="5448"/>
                    <a:pt x="3696" y="5315"/>
                    <a:pt x="4132" y="5049"/>
                  </a:cubicBezTo>
                  <a:cubicBezTo>
                    <a:pt x="4680" y="4704"/>
                    <a:pt x="4989" y="4132"/>
                    <a:pt x="5132" y="3501"/>
                  </a:cubicBezTo>
                  <a:cubicBezTo>
                    <a:pt x="5454" y="2204"/>
                    <a:pt x="4906" y="739"/>
                    <a:pt x="3644" y="179"/>
                  </a:cubicBezTo>
                  <a:cubicBezTo>
                    <a:pt x="3348" y="60"/>
                    <a:pt x="3034" y="0"/>
                    <a:pt x="2720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8" name="Google Shape;3348;p66"/>
            <p:cNvSpPr/>
            <p:nvPr/>
          </p:nvSpPr>
          <p:spPr>
            <a:xfrm>
              <a:off x="895350" y="107900"/>
              <a:ext cx="317050" cy="593825"/>
            </a:xfrm>
            <a:custGeom>
              <a:avLst/>
              <a:gdLst/>
              <a:ahLst/>
              <a:cxnLst/>
              <a:rect l="l" t="t" r="r" b="b"/>
              <a:pathLst>
                <a:path w="12682" h="23753" extrusionOk="0">
                  <a:moveTo>
                    <a:pt x="9291" y="467"/>
                  </a:moveTo>
                  <a:cubicBezTo>
                    <a:pt x="9607" y="467"/>
                    <a:pt x="9923" y="529"/>
                    <a:pt x="10216" y="656"/>
                  </a:cubicBezTo>
                  <a:cubicBezTo>
                    <a:pt x="11490" y="1204"/>
                    <a:pt x="12038" y="2668"/>
                    <a:pt x="11717" y="3966"/>
                  </a:cubicBezTo>
                  <a:cubicBezTo>
                    <a:pt x="11574" y="4597"/>
                    <a:pt x="11264" y="5169"/>
                    <a:pt x="10705" y="5514"/>
                  </a:cubicBezTo>
                  <a:cubicBezTo>
                    <a:pt x="10269" y="5780"/>
                    <a:pt x="9776" y="5912"/>
                    <a:pt x="9269" y="5912"/>
                  </a:cubicBezTo>
                  <a:cubicBezTo>
                    <a:pt x="9208" y="5912"/>
                    <a:pt x="9147" y="5911"/>
                    <a:pt x="9085" y="5907"/>
                  </a:cubicBezTo>
                  <a:cubicBezTo>
                    <a:pt x="7764" y="5847"/>
                    <a:pt x="6645" y="4907"/>
                    <a:pt x="6609" y="3537"/>
                  </a:cubicBezTo>
                  <a:cubicBezTo>
                    <a:pt x="6585" y="2323"/>
                    <a:pt x="7335" y="1335"/>
                    <a:pt x="8300" y="680"/>
                  </a:cubicBezTo>
                  <a:cubicBezTo>
                    <a:pt x="8613" y="538"/>
                    <a:pt x="8952" y="467"/>
                    <a:pt x="9291" y="467"/>
                  </a:cubicBezTo>
                  <a:close/>
                  <a:moveTo>
                    <a:pt x="6728" y="5157"/>
                  </a:moveTo>
                  <a:cubicBezTo>
                    <a:pt x="6740" y="5180"/>
                    <a:pt x="6752" y="5192"/>
                    <a:pt x="6764" y="5216"/>
                  </a:cubicBezTo>
                  <a:cubicBezTo>
                    <a:pt x="7109" y="5645"/>
                    <a:pt x="7573" y="5978"/>
                    <a:pt x="8097" y="6169"/>
                  </a:cubicBezTo>
                  <a:cubicBezTo>
                    <a:pt x="7645" y="6657"/>
                    <a:pt x="7192" y="7157"/>
                    <a:pt x="6752" y="7681"/>
                  </a:cubicBezTo>
                  <a:cubicBezTo>
                    <a:pt x="6537" y="7943"/>
                    <a:pt x="6323" y="8193"/>
                    <a:pt x="6109" y="8467"/>
                  </a:cubicBezTo>
                  <a:cubicBezTo>
                    <a:pt x="6002" y="8598"/>
                    <a:pt x="5906" y="8728"/>
                    <a:pt x="5811" y="8883"/>
                  </a:cubicBezTo>
                  <a:cubicBezTo>
                    <a:pt x="5740" y="8967"/>
                    <a:pt x="5680" y="9062"/>
                    <a:pt x="5633" y="9169"/>
                  </a:cubicBezTo>
                  <a:cubicBezTo>
                    <a:pt x="5371" y="8776"/>
                    <a:pt x="5025" y="8443"/>
                    <a:pt x="4632" y="8205"/>
                  </a:cubicBezTo>
                  <a:cubicBezTo>
                    <a:pt x="4466" y="8109"/>
                    <a:pt x="4287" y="8038"/>
                    <a:pt x="4109" y="7967"/>
                  </a:cubicBezTo>
                  <a:cubicBezTo>
                    <a:pt x="4156" y="7931"/>
                    <a:pt x="4204" y="7895"/>
                    <a:pt x="4251" y="7847"/>
                  </a:cubicBezTo>
                  <a:cubicBezTo>
                    <a:pt x="4382" y="7716"/>
                    <a:pt x="4501" y="7574"/>
                    <a:pt x="4621" y="7443"/>
                  </a:cubicBezTo>
                  <a:cubicBezTo>
                    <a:pt x="4871" y="7169"/>
                    <a:pt x="5121" y="6895"/>
                    <a:pt x="5371" y="6621"/>
                  </a:cubicBezTo>
                  <a:cubicBezTo>
                    <a:pt x="5811" y="6121"/>
                    <a:pt x="6264" y="5633"/>
                    <a:pt x="6728" y="5157"/>
                  </a:cubicBezTo>
                  <a:close/>
                  <a:moveTo>
                    <a:pt x="3125" y="8301"/>
                  </a:moveTo>
                  <a:cubicBezTo>
                    <a:pt x="3443" y="8301"/>
                    <a:pt x="3762" y="8364"/>
                    <a:pt x="4061" y="8490"/>
                  </a:cubicBezTo>
                  <a:cubicBezTo>
                    <a:pt x="5335" y="9038"/>
                    <a:pt x="5871" y="10503"/>
                    <a:pt x="5561" y="11812"/>
                  </a:cubicBezTo>
                  <a:cubicBezTo>
                    <a:pt x="5406" y="12431"/>
                    <a:pt x="5097" y="13003"/>
                    <a:pt x="4549" y="13348"/>
                  </a:cubicBezTo>
                  <a:cubicBezTo>
                    <a:pt x="4113" y="13614"/>
                    <a:pt x="3620" y="13747"/>
                    <a:pt x="3113" y="13747"/>
                  </a:cubicBezTo>
                  <a:cubicBezTo>
                    <a:pt x="3052" y="13747"/>
                    <a:pt x="2991" y="13745"/>
                    <a:pt x="2930" y="13741"/>
                  </a:cubicBezTo>
                  <a:cubicBezTo>
                    <a:pt x="1608" y="13681"/>
                    <a:pt x="477" y="12753"/>
                    <a:pt x="441" y="11384"/>
                  </a:cubicBezTo>
                  <a:cubicBezTo>
                    <a:pt x="418" y="10157"/>
                    <a:pt x="1180" y="9181"/>
                    <a:pt x="2132" y="8514"/>
                  </a:cubicBezTo>
                  <a:cubicBezTo>
                    <a:pt x="2446" y="8373"/>
                    <a:pt x="2785" y="8301"/>
                    <a:pt x="3125" y="8301"/>
                  </a:cubicBezTo>
                  <a:close/>
                  <a:moveTo>
                    <a:pt x="4966" y="13658"/>
                  </a:moveTo>
                  <a:cubicBezTo>
                    <a:pt x="4990" y="13765"/>
                    <a:pt x="5025" y="13884"/>
                    <a:pt x="5049" y="14003"/>
                  </a:cubicBezTo>
                  <a:cubicBezTo>
                    <a:pt x="5121" y="14229"/>
                    <a:pt x="5192" y="14467"/>
                    <a:pt x="5263" y="14694"/>
                  </a:cubicBezTo>
                  <a:cubicBezTo>
                    <a:pt x="5418" y="15158"/>
                    <a:pt x="5597" y="15610"/>
                    <a:pt x="5775" y="16075"/>
                  </a:cubicBezTo>
                  <a:cubicBezTo>
                    <a:pt x="5775" y="16075"/>
                    <a:pt x="5775" y="16087"/>
                    <a:pt x="5787" y="16087"/>
                  </a:cubicBezTo>
                  <a:cubicBezTo>
                    <a:pt x="5930" y="16527"/>
                    <a:pt x="6085" y="16956"/>
                    <a:pt x="6252" y="17384"/>
                  </a:cubicBezTo>
                  <a:cubicBezTo>
                    <a:pt x="5990" y="17396"/>
                    <a:pt x="5740" y="17456"/>
                    <a:pt x="5490" y="17551"/>
                  </a:cubicBezTo>
                  <a:cubicBezTo>
                    <a:pt x="5204" y="17670"/>
                    <a:pt x="4942" y="17837"/>
                    <a:pt x="4716" y="18039"/>
                  </a:cubicBezTo>
                  <a:cubicBezTo>
                    <a:pt x="4454" y="17396"/>
                    <a:pt x="4204" y="16753"/>
                    <a:pt x="3978" y="16087"/>
                  </a:cubicBezTo>
                  <a:cubicBezTo>
                    <a:pt x="3847" y="15729"/>
                    <a:pt x="3716" y="15360"/>
                    <a:pt x="3585" y="15003"/>
                  </a:cubicBezTo>
                  <a:cubicBezTo>
                    <a:pt x="3501" y="14741"/>
                    <a:pt x="3418" y="14467"/>
                    <a:pt x="3299" y="14217"/>
                  </a:cubicBezTo>
                  <a:cubicBezTo>
                    <a:pt x="3894" y="14193"/>
                    <a:pt x="4478" y="13991"/>
                    <a:pt x="4966" y="13658"/>
                  </a:cubicBezTo>
                  <a:close/>
                  <a:moveTo>
                    <a:pt x="6304" y="17838"/>
                  </a:moveTo>
                  <a:cubicBezTo>
                    <a:pt x="6622" y="17838"/>
                    <a:pt x="6941" y="17901"/>
                    <a:pt x="7240" y="18027"/>
                  </a:cubicBezTo>
                  <a:cubicBezTo>
                    <a:pt x="8502" y="18575"/>
                    <a:pt x="9038" y="20039"/>
                    <a:pt x="8728" y="21337"/>
                  </a:cubicBezTo>
                  <a:cubicBezTo>
                    <a:pt x="8573" y="21968"/>
                    <a:pt x="8264" y="22540"/>
                    <a:pt x="7716" y="22885"/>
                  </a:cubicBezTo>
                  <a:cubicBezTo>
                    <a:pt x="7291" y="23151"/>
                    <a:pt x="6790" y="23284"/>
                    <a:pt x="6289" y="23284"/>
                  </a:cubicBezTo>
                  <a:cubicBezTo>
                    <a:pt x="6229" y="23284"/>
                    <a:pt x="6169" y="23282"/>
                    <a:pt x="6109" y="23278"/>
                  </a:cubicBezTo>
                  <a:cubicBezTo>
                    <a:pt x="4775" y="23218"/>
                    <a:pt x="3656" y="22278"/>
                    <a:pt x="3620" y="20909"/>
                  </a:cubicBezTo>
                  <a:cubicBezTo>
                    <a:pt x="3597" y="19694"/>
                    <a:pt x="4347" y="18706"/>
                    <a:pt x="5311" y="18051"/>
                  </a:cubicBezTo>
                  <a:cubicBezTo>
                    <a:pt x="5625" y="17910"/>
                    <a:pt x="5964" y="17838"/>
                    <a:pt x="6304" y="17838"/>
                  </a:cubicBezTo>
                  <a:close/>
                  <a:moveTo>
                    <a:pt x="9456" y="1"/>
                  </a:moveTo>
                  <a:cubicBezTo>
                    <a:pt x="9126" y="1"/>
                    <a:pt x="8794" y="63"/>
                    <a:pt x="8478" y="192"/>
                  </a:cubicBezTo>
                  <a:cubicBezTo>
                    <a:pt x="7930" y="418"/>
                    <a:pt x="7466" y="811"/>
                    <a:pt x="7157" y="1323"/>
                  </a:cubicBezTo>
                  <a:cubicBezTo>
                    <a:pt x="6656" y="1835"/>
                    <a:pt x="6335" y="2502"/>
                    <a:pt x="6252" y="3216"/>
                  </a:cubicBezTo>
                  <a:cubicBezTo>
                    <a:pt x="6192" y="3787"/>
                    <a:pt x="6287" y="4359"/>
                    <a:pt x="6549" y="4871"/>
                  </a:cubicBezTo>
                  <a:cubicBezTo>
                    <a:pt x="6037" y="5359"/>
                    <a:pt x="5537" y="5847"/>
                    <a:pt x="5061" y="6359"/>
                  </a:cubicBezTo>
                  <a:cubicBezTo>
                    <a:pt x="4811" y="6645"/>
                    <a:pt x="4585" y="6931"/>
                    <a:pt x="4347" y="7216"/>
                  </a:cubicBezTo>
                  <a:cubicBezTo>
                    <a:pt x="4240" y="7359"/>
                    <a:pt x="4120" y="7490"/>
                    <a:pt x="4025" y="7645"/>
                  </a:cubicBezTo>
                  <a:cubicBezTo>
                    <a:pt x="3978" y="7728"/>
                    <a:pt x="3918" y="7800"/>
                    <a:pt x="3882" y="7871"/>
                  </a:cubicBezTo>
                  <a:lnTo>
                    <a:pt x="3859" y="7907"/>
                  </a:lnTo>
                  <a:cubicBezTo>
                    <a:pt x="3664" y="7862"/>
                    <a:pt x="3467" y="7839"/>
                    <a:pt x="3269" y="7839"/>
                  </a:cubicBezTo>
                  <a:cubicBezTo>
                    <a:pt x="2945" y="7839"/>
                    <a:pt x="2621" y="7900"/>
                    <a:pt x="2311" y="8026"/>
                  </a:cubicBezTo>
                  <a:cubicBezTo>
                    <a:pt x="1763" y="8252"/>
                    <a:pt x="1299" y="8645"/>
                    <a:pt x="989" y="9157"/>
                  </a:cubicBezTo>
                  <a:cubicBezTo>
                    <a:pt x="489" y="9669"/>
                    <a:pt x="168" y="10336"/>
                    <a:pt x="84" y="11050"/>
                  </a:cubicBezTo>
                  <a:cubicBezTo>
                    <a:pt x="1" y="11753"/>
                    <a:pt x="179" y="12479"/>
                    <a:pt x="608" y="13050"/>
                  </a:cubicBezTo>
                  <a:cubicBezTo>
                    <a:pt x="1084" y="13646"/>
                    <a:pt x="1751" y="14039"/>
                    <a:pt x="2501" y="14158"/>
                  </a:cubicBezTo>
                  <a:cubicBezTo>
                    <a:pt x="2668" y="14193"/>
                    <a:pt x="2823" y="14205"/>
                    <a:pt x="2989" y="14217"/>
                  </a:cubicBezTo>
                  <a:cubicBezTo>
                    <a:pt x="3049" y="14515"/>
                    <a:pt x="3132" y="14813"/>
                    <a:pt x="3239" y="15098"/>
                  </a:cubicBezTo>
                  <a:cubicBezTo>
                    <a:pt x="3358" y="15467"/>
                    <a:pt x="3489" y="15837"/>
                    <a:pt x="3620" y="16194"/>
                  </a:cubicBezTo>
                  <a:cubicBezTo>
                    <a:pt x="3894" y="16908"/>
                    <a:pt x="4156" y="17622"/>
                    <a:pt x="4418" y="18337"/>
                  </a:cubicBezTo>
                  <a:cubicBezTo>
                    <a:pt x="4323" y="18444"/>
                    <a:pt x="4228" y="18563"/>
                    <a:pt x="4156" y="18694"/>
                  </a:cubicBezTo>
                  <a:cubicBezTo>
                    <a:pt x="3656" y="19206"/>
                    <a:pt x="3347" y="19873"/>
                    <a:pt x="3263" y="20587"/>
                  </a:cubicBezTo>
                  <a:cubicBezTo>
                    <a:pt x="3180" y="21290"/>
                    <a:pt x="3358" y="22004"/>
                    <a:pt x="3775" y="22587"/>
                  </a:cubicBezTo>
                  <a:cubicBezTo>
                    <a:pt x="4251" y="23171"/>
                    <a:pt x="4930" y="23564"/>
                    <a:pt x="5680" y="23695"/>
                  </a:cubicBezTo>
                  <a:cubicBezTo>
                    <a:pt x="5895" y="23733"/>
                    <a:pt x="6110" y="23753"/>
                    <a:pt x="6322" y="23753"/>
                  </a:cubicBezTo>
                  <a:cubicBezTo>
                    <a:pt x="7545" y="23753"/>
                    <a:pt x="8676" y="23114"/>
                    <a:pt x="9133" y="21897"/>
                  </a:cubicBezTo>
                  <a:cubicBezTo>
                    <a:pt x="9693" y="20397"/>
                    <a:pt x="9228" y="18575"/>
                    <a:pt x="7799" y="17742"/>
                  </a:cubicBezTo>
                  <a:cubicBezTo>
                    <a:pt x="7454" y="17539"/>
                    <a:pt x="7073" y="17420"/>
                    <a:pt x="6680" y="17372"/>
                  </a:cubicBezTo>
                  <a:cubicBezTo>
                    <a:pt x="6442" y="16765"/>
                    <a:pt x="6204" y="16158"/>
                    <a:pt x="5954" y="15563"/>
                  </a:cubicBezTo>
                  <a:cubicBezTo>
                    <a:pt x="5823" y="15241"/>
                    <a:pt x="5692" y="14944"/>
                    <a:pt x="5561" y="14646"/>
                  </a:cubicBezTo>
                  <a:cubicBezTo>
                    <a:pt x="5549" y="14634"/>
                    <a:pt x="5549" y="14622"/>
                    <a:pt x="5549" y="14610"/>
                  </a:cubicBezTo>
                  <a:cubicBezTo>
                    <a:pt x="5466" y="14372"/>
                    <a:pt x="5394" y="14158"/>
                    <a:pt x="5299" y="13932"/>
                  </a:cubicBezTo>
                  <a:cubicBezTo>
                    <a:pt x="5252" y="13812"/>
                    <a:pt x="5192" y="13693"/>
                    <a:pt x="5144" y="13586"/>
                  </a:cubicBezTo>
                  <a:cubicBezTo>
                    <a:pt x="5144" y="13562"/>
                    <a:pt x="5132" y="13551"/>
                    <a:pt x="5121" y="13527"/>
                  </a:cubicBezTo>
                  <a:cubicBezTo>
                    <a:pt x="5502" y="13217"/>
                    <a:pt x="5787" y="12812"/>
                    <a:pt x="5966" y="12360"/>
                  </a:cubicBezTo>
                  <a:cubicBezTo>
                    <a:pt x="6335" y="11348"/>
                    <a:pt x="6252" y="10229"/>
                    <a:pt x="5716" y="9288"/>
                  </a:cubicBezTo>
                  <a:cubicBezTo>
                    <a:pt x="5799" y="9217"/>
                    <a:pt x="5894" y="9133"/>
                    <a:pt x="5978" y="9050"/>
                  </a:cubicBezTo>
                  <a:cubicBezTo>
                    <a:pt x="6097" y="8931"/>
                    <a:pt x="6216" y="8812"/>
                    <a:pt x="6335" y="8681"/>
                  </a:cubicBezTo>
                  <a:cubicBezTo>
                    <a:pt x="6561" y="8419"/>
                    <a:pt x="6787" y="8157"/>
                    <a:pt x="7014" y="7895"/>
                  </a:cubicBezTo>
                  <a:cubicBezTo>
                    <a:pt x="7478" y="7383"/>
                    <a:pt x="7930" y="6871"/>
                    <a:pt x="8395" y="6359"/>
                  </a:cubicBezTo>
                  <a:cubicBezTo>
                    <a:pt x="8419" y="6335"/>
                    <a:pt x="8431" y="6300"/>
                    <a:pt x="8431" y="6276"/>
                  </a:cubicBezTo>
                  <a:cubicBezTo>
                    <a:pt x="8514" y="6288"/>
                    <a:pt x="8597" y="6312"/>
                    <a:pt x="8681" y="6323"/>
                  </a:cubicBezTo>
                  <a:cubicBezTo>
                    <a:pt x="8891" y="6362"/>
                    <a:pt x="9103" y="6381"/>
                    <a:pt x="9311" y="6381"/>
                  </a:cubicBezTo>
                  <a:cubicBezTo>
                    <a:pt x="10530" y="6381"/>
                    <a:pt x="11664" y="5735"/>
                    <a:pt x="12121" y="4526"/>
                  </a:cubicBezTo>
                  <a:cubicBezTo>
                    <a:pt x="12681" y="3014"/>
                    <a:pt x="12217" y="1204"/>
                    <a:pt x="10788" y="370"/>
                  </a:cubicBezTo>
                  <a:cubicBezTo>
                    <a:pt x="10383" y="126"/>
                    <a:pt x="9922" y="1"/>
                    <a:pt x="94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49" name="Google Shape;3349;p66"/>
          <p:cNvGrpSpPr/>
          <p:nvPr/>
        </p:nvGrpSpPr>
        <p:grpSpPr>
          <a:xfrm>
            <a:off x="7820880" y="3427448"/>
            <a:ext cx="710626" cy="1109192"/>
            <a:chOff x="2134338" y="103125"/>
            <a:chExt cx="485500" cy="757800"/>
          </a:xfrm>
        </p:grpSpPr>
        <p:sp>
          <p:nvSpPr>
            <p:cNvPr id="3350" name="Google Shape;3350;p66"/>
            <p:cNvSpPr/>
            <p:nvPr/>
          </p:nvSpPr>
          <p:spPr>
            <a:xfrm>
              <a:off x="2367388" y="701950"/>
              <a:ext cx="50325" cy="70750"/>
            </a:xfrm>
            <a:custGeom>
              <a:avLst/>
              <a:gdLst/>
              <a:ahLst/>
              <a:cxnLst/>
              <a:rect l="l" t="t" r="r" b="b"/>
              <a:pathLst>
                <a:path w="2013" h="2830" extrusionOk="0">
                  <a:moveTo>
                    <a:pt x="1441" y="0"/>
                  </a:moveTo>
                  <a:cubicBezTo>
                    <a:pt x="1156" y="1000"/>
                    <a:pt x="667" y="1929"/>
                    <a:pt x="1" y="2739"/>
                  </a:cubicBezTo>
                  <a:cubicBezTo>
                    <a:pt x="118" y="2791"/>
                    <a:pt x="243" y="2829"/>
                    <a:pt x="363" y="2829"/>
                  </a:cubicBezTo>
                  <a:cubicBezTo>
                    <a:pt x="487" y="2829"/>
                    <a:pt x="606" y="2788"/>
                    <a:pt x="703" y="2679"/>
                  </a:cubicBezTo>
                  <a:cubicBezTo>
                    <a:pt x="917" y="2381"/>
                    <a:pt x="1108" y="2072"/>
                    <a:pt x="1263" y="1750"/>
                  </a:cubicBezTo>
                  <a:cubicBezTo>
                    <a:pt x="1572" y="1191"/>
                    <a:pt x="1810" y="607"/>
                    <a:pt x="2013" y="12"/>
                  </a:cubicBezTo>
                  <a:cubicBezTo>
                    <a:pt x="1822" y="0"/>
                    <a:pt x="1632" y="0"/>
                    <a:pt x="1441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1" name="Google Shape;3351;p66"/>
            <p:cNvSpPr/>
            <p:nvPr/>
          </p:nvSpPr>
          <p:spPr>
            <a:xfrm>
              <a:off x="2405788" y="664725"/>
              <a:ext cx="20275" cy="27725"/>
            </a:xfrm>
            <a:custGeom>
              <a:avLst/>
              <a:gdLst/>
              <a:ahLst/>
              <a:cxnLst/>
              <a:rect l="l" t="t" r="r" b="b"/>
              <a:pathLst>
                <a:path w="811" h="1109" extrusionOk="0">
                  <a:moveTo>
                    <a:pt x="215" y="1"/>
                  </a:moveTo>
                  <a:cubicBezTo>
                    <a:pt x="167" y="370"/>
                    <a:pt x="96" y="739"/>
                    <a:pt x="1" y="1096"/>
                  </a:cubicBezTo>
                  <a:cubicBezTo>
                    <a:pt x="203" y="1108"/>
                    <a:pt x="394" y="1108"/>
                    <a:pt x="596" y="1108"/>
                  </a:cubicBezTo>
                  <a:cubicBezTo>
                    <a:pt x="679" y="799"/>
                    <a:pt x="751" y="477"/>
                    <a:pt x="810" y="167"/>
                  </a:cubicBezTo>
                  <a:cubicBezTo>
                    <a:pt x="620" y="120"/>
                    <a:pt x="429" y="72"/>
                    <a:pt x="239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2" name="Google Shape;3352;p66"/>
            <p:cNvSpPr/>
            <p:nvPr/>
          </p:nvSpPr>
          <p:spPr>
            <a:xfrm>
              <a:off x="2407863" y="548050"/>
              <a:ext cx="25325" cy="112850"/>
            </a:xfrm>
            <a:custGeom>
              <a:avLst/>
              <a:gdLst/>
              <a:ahLst/>
              <a:cxnLst/>
              <a:rect l="l" t="t" r="r" b="b"/>
              <a:pathLst>
                <a:path w="1013" h="4514" extrusionOk="0">
                  <a:moveTo>
                    <a:pt x="1" y="1"/>
                  </a:moveTo>
                  <a:lnTo>
                    <a:pt x="1" y="1"/>
                  </a:lnTo>
                  <a:cubicBezTo>
                    <a:pt x="144" y="727"/>
                    <a:pt x="227" y="1465"/>
                    <a:pt x="239" y="2191"/>
                  </a:cubicBezTo>
                  <a:cubicBezTo>
                    <a:pt x="263" y="2918"/>
                    <a:pt x="239" y="3644"/>
                    <a:pt x="168" y="4370"/>
                  </a:cubicBezTo>
                  <a:cubicBezTo>
                    <a:pt x="227" y="4382"/>
                    <a:pt x="275" y="4394"/>
                    <a:pt x="334" y="4406"/>
                  </a:cubicBezTo>
                  <a:cubicBezTo>
                    <a:pt x="477" y="4453"/>
                    <a:pt x="644" y="4477"/>
                    <a:pt x="787" y="4513"/>
                  </a:cubicBezTo>
                  <a:cubicBezTo>
                    <a:pt x="1013" y="3072"/>
                    <a:pt x="977" y="1608"/>
                    <a:pt x="656" y="179"/>
                  </a:cubicBezTo>
                  <a:cubicBezTo>
                    <a:pt x="656" y="167"/>
                    <a:pt x="656" y="155"/>
                    <a:pt x="656" y="132"/>
                  </a:cubicBezTo>
                  <a:cubicBezTo>
                    <a:pt x="441" y="96"/>
                    <a:pt x="227" y="48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3" name="Google Shape;3353;p66"/>
            <p:cNvSpPr/>
            <p:nvPr/>
          </p:nvSpPr>
          <p:spPr>
            <a:xfrm>
              <a:off x="2426913" y="666225"/>
              <a:ext cx="132500" cy="26225"/>
            </a:xfrm>
            <a:custGeom>
              <a:avLst/>
              <a:gdLst/>
              <a:ahLst/>
              <a:cxnLst/>
              <a:rect l="l" t="t" r="r" b="b"/>
              <a:pathLst>
                <a:path w="5300" h="1049" extrusionOk="0">
                  <a:moveTo>
                    <a:pt x="5299" y="0"/>
                  </a:moveTo>
                  <a:cubicBezTo>
                    <a:pt x="4466" y="238"/>
                    <a:pt x="3597" y="369"/>
                    <a:pt x="2716" y="381"/>
                  </a:cubicBezTo>
                  <a:cubicBezTo>
                    <a:pt x="2622" y="384"/>
                    <a:pt x="2528" y="385"/>
                    <a:pt x="2434" y="385"/>
                  </a:cubicBezTo>
                  <a:cubicBezTo>
                    <a:pt x="1692" y="385"/>
                    <a:pt x="944" y="303"/>
                    <a:pt x="215" y="155"/>
                  </a:cubicBezTo>
                  <a:cubicBezTo>
                    <a:pt x="156" y="453"/>
                    <a:pt x="84" y="750"/>
                    <a:pt x="1" y="1048"/>
                  </a:cubicBezTo>
                  <a:lnTo>
                    <a:pt x="418" y="1048"/>
                  </a:lnTo>
                  <a:cubicBezTo>
                    <a:pt x="1477" y="1036"/>
                    <a:pt x="2525" y="893"/>
                    <a:pt x="3561" y="643"/>
                  </a:cubicBezTo>
                  <a:cubicBezTo>
                    <a:pt x="4073" y="512"/>
                    <a:pt x="4573" y="334"/>
                    <a:pt x="5061" y="119"/>
                  </a:cubicBezTo>
                  <a:cubicBezTo>
                    <a:pt x="5144" y="84"/>
                    <a:pt x="5228" y="48"/>
                    <a:pt x="52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66"/>
            <p:cNvSpPr/>
            <p:nvPr/>
          </p:nvSpPr>
          <p:spPr>
            <a:xfrm>
              <a:off x="2148313" y="637350"/>
              <a:ext cx="458125" cy="210825"/>
            </a:xfrm>
            <a:custGeom>
              <a:avLst/>
              <a:gdLst/>
              <a:ahLst/>
              <a:cxnLst/>
              <a:rect l="l" t="t" r="r" b="b"/>
              <a:pathLst>
                <a:path w="18325" h="8433" extrusionOk="0">
                  <a:moveTo>
                    <a:pt x="1215" y="0"/>
                  </a:moveTo>
                  <a:cubicBezTo>
                    <a:pt x="989" y="453"/>
                    <a:pt x="787" y="917"/>
                    <a:pt x="644" y="1417"/>
                  </a:cubicBezTo>
                  <a:cubicBezTo>
                    <a:pt x="429" y="2167"/>
                    <a:pt x="275" y="2929"/>
                    <a:pt x="191" y="3703"/>
                  </a:cubicBezTo>
                  <a:cubicBezTo>
                    <a:pt x="144" y="4108"/>
                    <a:pt x="108" y="4501"/>
                    <a:pt x="84" y="4894"/>
                  </a:cubicBezTo>
                  <a:cubicBezTo>
                    <a:pt x="60" y="5096"/>
                    <a:pt x="48" y="5299"/>
                    <a:pt x="36" y="5501"/>
                  </a:cubicBezTo>
                  <a:cubicBezTo>
                    <a:pt x="36" y="5596"/>
                    <a:pt x="25" y="5692"/>
                    <a:pt x="25" y="5775"/>
                  </a:cubicBezTo>
                  <a:cubicBezTo>
                    <a:pt x="25" y="5823"/>
                    <a:pt x="1" y="5930"/>
                    <a:pt x="25" y="5977"/>
                  </a:cubicBezTo>
                  <a:cubicBezTo>
                    <a:pt x="48" y="6025"/>
                    <a:pt x="155" y="6025"/>
                    <a:pt x="203" y="6037"/>
                  </a:cubicBezTo>
                  <a:lnTo>
                    <a:pt x="453" y="6108"/>
                  </a:lnTo>
                  <a:lnTo>
                    <a:pt x="1001" y="6239"/>
                  </a:lnTo>
                  <a:lnTo>
                    <a:pt x="2132" y="6525"/>
                  </a:lnTo>
                  <a:cubicBezTo>
                    <a:pt x="2870" y="6704"/>
                    <a:pt x="3620" y="6882"/>
                    <a:pt x="4358" y="7049"/>
                  </a:cubicBezTo>
                  <a:cubicBezTo>
                    <a:pt x="7323" y="7739"/>
                    <a:pt x="10335" y="8287"/>
                    <a:pt x="13395" y="8406"/>
                  </a:cubicBezTo>
                  <a:cubicBezTo>
                    <a:pt x="13770" y="8424"/>
                    <a:pt x="14148" y="8433"/>
                    <a:pt x="14528" y="8433"/>
                  </a:cubicBezTo>
                  <a:cubicBezTo>
                    <a:pt x="14907" y="8433"/>
                    <a:pt x="15288" y="8424"/>
                    <a:pt x="15669" y="8406"/>
                  </a:cubicBezTo>
                  <a:cubicBezTo>
                    <a:pt x="16050" y="8394"/>
                    <a:pt x="16419" y="8371"/>
                    <a:pt x="16789" y="8347"/>
                  </a:cubicBezTo>
                  <a:cubicBezTo>
                    <a:pt x="16991" y="8335"/>
                    <a:pt x="17193" y="8311"/>
                    <a:pt x="17384" y="8299"/>
                  </a:cubicBezTo>
                  <a:cubicBezTo>
                    <a:pt x="17527" y="8287"/>
                    <a:pt x="17658" y="8299"/>
                    <a:pt x="17729" y="8144"/>
                  </a:cubicBezTo>
                  <a:cubicBezTo>
                    <a:pt x="17789" y="7978"/>
                    <a:pt x="17836" y="7799"/>
                    <a:pt x="17872" y="7620"/>
                  </a:cubicBezTo>
                  <a:cubicBezTo>
                    <a:pt x="17920" y="7454"/>
                    <a:pt x="17955" y="7275"/>
                    <a:pt x="17991" y="7097"/>
                  </a:cubicBezTo>
                  <a:cubicBezTo>
                    <a:pt x="18062" y="6727"/>
                    <a:pt x="18134" y="6358"/>
                    <a:pt x="18182" y="5989"/>
                  </a:cubicBezTo>
                  <a:cubicBezTo>
                    <a:pt x="18277" y="5227"/>
                    <a:pt x="18324" y="4465"/>
                    <a:pt x="18301" y="3691"/>
                  </a:cubicBezTo>
                  <a:cubicBezTo>
                    <a:pt x="18277" y="2739"/>
                    <a:pt x="18205" y="1691"/>
                    <a:pt x="17872" y="774"/>
                  </a:cubicBezTo>
                  <a:cubicBezTo>
                    <a:pt x="17431" y="1191"/>
                    <a:pt x="16824" y="1477"/>
                    <a:pt x="16265" y="1715"/>
                  </a:cubicBezTo>
                  <a:cubicBezTo>
                    <a:pt x="15705" y="1941"/>
                    <a:pt x="15134" y="2132"/>
                    <a:pt x="14550" y="2263"/>
                  </a:cubicBezTo>
                  <a:cubicBezTo>
                    <a:pt x="13516" y="2479"/>
                    <a:pt x="12471" y="2597"/>
                    <a:pt x="11426" y="2597"/>
                  </a:cubicBezTo>
                  <a:cubicBezTo>
                    <a:pt x="11376" y="2597"/>
                    <a:pt x="11326" y="2597"/>
                    <a:pt x="11276" y="2596"/>
                  </a:cubicBezTo>
                  <a:lnTo>
                    <a:pt x="11038" y="2596"/>
                  </a:lnTo>
                  <a:cubicBezTo>
                    <a:pt x="10978" y="2786"/>
                    <a:pt x="10907" y="2965"/>
                    <a:pt x="10847" y="3156"/>
                  </a:cubicBezTo>
                  <a:cubicBezTo>
                    <a:pt x="10609" y="3822"/>
                    <a:pt x="10312" y="4465"/>
                    <a:pt x="9954" y="5072"/>
                  </a:cubicBezTo>
                  <a:cubicBezTo>
                    <a:pt x="9800" y="5334"/>
                    <a:pt x="9633" y="5644"/>
                    <a:pt x="9299" y="5715"/>
                  </a:cubicBezTo>
                  <a:cubicBezTo>
                    <a:pt x="9248" y="5726"/>
                    <a:pt x="9197" y="5730"/>
                    <a:pt x="9145" y="5730"/>
                  </a:cubicBezTo>
                  <a:cubicBezTo>
                    <a:pt x="8897" y="5730"/>
                    <a:pt x="8647" y="5624"/>
                    <a:pt x="8430" y="5525"/>
                  </a:cubicBezTo>
                  <a:cubicBezTo>
                    <a:pt x="8335" y="5477"/>
                    <a:pt x="8311" y="5346"/>
                    <a:pt x="8383" y="5263"/>
                  </a:cubicBezTo>
                  <a:cubicBezTo>
                    <a:pt x="8811" y="4775"/>
                    <a:pt x="9169" y="4239"/>
                    <a:pt x="9454" y="3656"/>
                  </a:cubicBezTo>
                  <a:cubicBezTo>
                    <a:pt x="9633" y="3298"/>
                    <a:pt x="9776" y="2929"/>
                    <a:pt x="9895" y="2560"/>
                  </a:cubicBezTo>
                  <a:cubicBezTo>
                    <a:pt x="9169" y="2513"/>
                    <a:pt x="8454" y="2429"/>
                    <a:pt x="7752" y="2310"/>
                  </a:cubicBezTo>
                  <a:cubicBezTo>
                    <a:pt x="5442" y="1941"/>
                    <a:pt x="3239" y="1155"/>
                    <a:pt x="1215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66"/>
            <p:cNvSpPr/>
            <p:nvPr/>
          </p:nvSpPr>
          <p:spPr>
            <a:xfrm>
              <a:off x="2181063" y="614900"/>
              <a:ext cx="223275" cy="76950"/>
            </a:xfrm>
            <a:custGeom>
              <a:avLst/>
              <a:gdLst/>
              <a:ahLst/>
              <a:cxnLst/>
              <a:rect l="l" t="t" r="r" b="b"/>
              <a:pathLst>
                <a:path w="8931" h="3078" extrusionOk="0">
                  <a:moveTo>
                    <a:pt x="2517" y="0"/>
                  </a:moveTo>
                  <a:cubicBezTo>
                    <a:pt x="1651" y="0"/>
                    <a:pt x="801" y="190"/>
                    <a:pt x="36" y="684"/>
                  </a:cubicBezTo>
                  <a:cubicBezTo>
                    <a:pt x="24" y="708"/>
                    <a:pt x="12" y="732"/>
                    <a:pt x="0" y="756"/>
                  </a:cubicBezTo>
                  <a:cubicBezTo>
                    <a:pt x="1120" y="1303"/>
                    <a:pt x="2286" y="1768"/>
                    <a:pt x="3477" y="2149"/>
                  </a:cubicBezTo>
                  <a:cubicBezTo>
                    <a:pt x="5168" y="2672"/>
                    <a:pt x="6918" y="2982"/>
                    <a:pt x="8680" y="3077"/>
                  </a:cubicBezTo>
                  <a:cubicBezTo>
                    <a:pt x="8787" y="2696"/>
                    <a:pt x="8871" y="2303"/>
                    <a:pt x="8930" y="1910"/>
                  </a:cubicBezTo>
                  <a:cubicBezTo>
                    <a:pt x="7859" y="1565"/>
                    <a:pt x="6846" y="1077"/>
                    <a:pt x="5799" y="696"/>
                  </a:cubicBezTo>
                  <a:cubicBezTo>
                    <a:pt x="4774" y="314"/>
                    <a:pt x="3631" y="0"/>
                    <a:pt x="2517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6" name="Google Shape;3356;p66"/>
            <p:cNvSpPr/>
            <p:nvPr/>
          </p:nvSpPr>
          <p:spPr>
            <a:xfrm>
              <a:off x="2188788" y="516500"/>
              <a:ext cx="219100" cy="138725"/>
            </a:xfrm>
            <a:custGeom>
              <a:avLst/>
              <a:gdLst/>
              <a:ahLst/>
              <a:cxnLst/>
              <a:rect l="l" t="t" r="r" b="b"/>
              <a:pathLst>
                <a:path w="8764" h="5549" extrusionOk="0">
                  <a:moveTo>
                    <a:pt x="4740" y="1"/>
                  </a:moveTo>
                  <a:cubicBezTo>
                    <a:pt x="4680" y="262"/>
                    <a:pt x="4585" y="512"/>
                    <a:pt x="4442" y="739"/>
                  </a:cubicBezTo>
                  <a:cubicBezTo>
                    <a:pt x="4073" y="1310"/>
                    <a:pt x="3418" y="1679"/>
                    <a:pt x="2823" y="1965"/>
                  </a:cubicBezTo>
                  <a:cubicBezTo>
                    <a:pt x="2192" y="2263"/>
                    <a:pt x="1584" y="2548"/>
                    <a:pt x="1049" y="2989"/>
                  </a:cubicBezTo>
                  <a:cubicBezTo>
                    <a:pt x="644" y="3346"/>
                    <a:pt x="287" y="3739"/>
                    <a:pt x="1" y="4191"/>
                  </a:cubicBezTo>
                  <a:cubicBezTo>
                    <a:pt x="263" y="4013"/>
                    <a:pt x="549" y="3882"/>
                    <a:pt x="846" y="3799"/>
                  </a:cubicBezTo>
                  <a:cubicBezTo>
                    <a:pt x="1304" y="3663"/>
                    <a:pt x="1780" y="3592"/>
                    <a:pt x="2259" y="3592"/>
                  </a:cubicBezTo>
                  <a:cubicBezTo>
                    <a:pt x="2328" y="3592"/>
                    <a:pt x="2397" y="3593"/>
                    <a:pt x="2466" y="3596"/>
                  </a:cubicBezTo>
                  <a:cubicBezTo>
                    <a:pt x="4680" y="3644"/>
                    <a:pt x="6573" y="4930"/>
                    <a:pt x="8657" y="5549"/>
                  </a:cubicBezTo>
                  <a:cubicBezTo>
                    <a:pt x="8681" y="5394"/>
                    <a:pt x="8693" y="5251"/>
                    <a:pt x="8704" y="5096"/>
                  </a:cubicBezTo>
                  <a:cubicBezTo>
                    <a:pt x="8764" y="4442"/>
                    <a:pt x="8764" y="3787"/>
                    <a:pt x="8740" y="3120"/>
                  </a:cubicBezTo>
                  <a:cubicBezTo>
                    <a:pt x="8716" y="2501"/>
                    <a:pt x="8657" y="1870"/>
                    <a:pt x="8657" y="1239"/>
                  </a:cubicBezTo>
                  <a:cubicBezTo>
                    <a:pt x="8097" y="1108"/>
                    <a:pt x="7550" y="965"/>
                    <a:pt x="7002" y="786"/>
                  </a:cubicBezTo>
                  <a:cubicBezTo>
                    <a:pt x="6442" y="608"/>
                    <a:pt x="5906" y="429"/>
                    <a:pt x="5359" y="227"/>
                  </a:cubicBezTo>
                  <a:cubicBezTo>
                    <a:pt x="5168" y="155"/>
                    <a:pt x="4942" y="84"/>
                    <a:pt x="4740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7" name="Google Shape;3357;p66"/>
            <p:cNvSpPr/>
            <p:nvPr/>
          </p:nvSpPr>
          <p:spPr>
            <a:xfrm>
              <a:off x="2432288" y="552825"/>
              <a:ext cx="159275" cy="113525"/>
            </a:xfrm>
            <a:custGeom>
              <a:avLst/>
              <a:gdLst/>
              <a:ahLst/>
              <a:cxnLst/>
              <a:rect l="l" t="t" r="r" b="b"/>
              <a:pathLst>
                <a:path w="6371" h="4541" extrusionOk="0">
                  <a:moveTo>
                    <a:pt x="0" y="0"/>
                  </a:moveTo>
                  <a:lnTo>
                    <a:pt x="0" y="0"/>
                  </a:lnTo>
                  <a:cubicBezTo>
                    <a:pt x="167" y="774"/>
                    <a:pt x="262" y="1572"/>
                    <a:pt x="262" y="2381"/>
                  </a:cubicBezTo>
                  <a:cubicBezTo>
                    <a:pt x="250" y="3048"/>
                    <a:pt x="191" y="3715"/>
                    <a:pt x="72" y="4370"/>
                  </a:cubicBezTo>
                  <a:cubicBezTo>
                    <a:pt x="741" y="4484"/>
                    <a:pt x="1417" y="4541"/>
                    <a:pt x="2093" y="4541"/>
                  </a:cubicBezTo>
                  <a:cubicBezTo>
                    <a:pt x="3459" y="4541"/>
                    <a:pt x="4821" y="4308"/>
                    <a:pt x="6120" y="3846"/>
                  </a:cubicBezTo>
                  <a:cubicBezTo>
                    <a:pt x="6130" y="3843"/>
                    <a:pt x="6141" y="3841"/>
                    <a:pt x="6153" y="3841"/>
                  </a:cubicBezTo>
                  <a:cubicBezTo>
                    <a:pt x="6186" y="3841"/>
                    <a:pt x="6225" y="3852"/>
                    <a:pt x="6251" y="3870"/>
                  </a:cubicBezTo>
                  <a:lnTo>
                    <a:pt x="6263" y="3858"/>
                  </a:lnTo>
                  <a:cubicBezTo>
                    <a:pt x="6289" y="3840"/>
                    <a:pt x="6315" y="3829"/>
                    <a:pt x="6341" y="3829"/>
                  </a:cubicBezTo>
                  <a:cubicBezTo>
                    <a:pt x="6351" y="3829"/>
                    <a:pt x="6361" y="3831"/>
                    <a:pt x="6370" y="3834"/>
                  </a:cubicBezTo>
                  <a:cubicBezTo>
                    <a:pt x="6263" y="3608"/>
                    <a:pt x="6144" y="3405"/>
                    <a:pt x="6001" y="3215"/>
                  </a:cubicBezTo>
                  <a:cubicBezTo>
                    <a:pt x="5596" y="2655"/>
                    <a:pt x="5001" y="2262"/>
                    <a:pt x="4489" y="1798"/>
                  </a:cubicBezTo>
                  <a:cubicBezTo>
                    <a:pt x="4013" y="1345"/>
                    <a:pt x="3596" y="833"/>
                    <a:pt x="3477" y="167"/>
                  </a:cubicBezTo>
                  <a:cubicBezTo>
                    <a:pt x="3465" y="119"/>
                    <a:pt x="3477" y="71"/>
                    <a:pt x="3501" y="36"/>
                  </a:cubicBezTo>
                  <a:lnTo>
                    <a:pt x="3501" y="36"/>
                  </a:lnTo>
                  <a:cubicBezTo>
                    <a:pt x="3120" y="95"/>
                    <a:pt x="2727" y="131"/>
                    <a:pt x="2334" y="143"/>
                  </a:cubicBezTo>
                  <a:cubicBezTo>
                    <a:pt x="2189" y="149"/>
                    <a:pt x="2044" y="152"/>
                    <a:pt x="1898" y="152"/>
                  </a:cubicBezTo>
                  <a:cubicBezTo>
                    <a:pt x="1480" y="152"/>
                    <a:pt x="1058" y="128"/>
                    <a:pt x="643" y="83"/>
                  </a:cubicBezTo>
                  <a:cubicBezTo>
                    <a:pt x="417" y="60"/>
                    <a:pt x="215" y="36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8" name="Google Shape;3358;p66"/>
            <p:cNvSpPr/>
            <p:nvPr/>
          </p:nvSpPr>
          <p:spPr>
            <a:xfrm>
              <a:off x="2299238" y="375125"/>
              <a:ext cx="278025" cy="170025"/>
            </a:xfrm>
            <a:custGeom>
              <a:avLst/>
              <a:gdLst/>
              <a:ahLst/>
              <a:cxnLst/>
              <a:rect l="l" t="t" r="r" b="b"/>
              <a:pathLst>
                <a:path w="11121" h="6801" extrusionOk="0">
                  <a:moveTo>
                    <a:pt x="750" y="1417"/>
                  </a:moveTo>
                  <a:cubicBezTo>
                    <a:pt x="1298" y="1810"/>
                    <a:pt x="1905" y="2096"/>
                    <a:pt x="2548" y="2274"/>
                  </a:cubicBezTo>
                  <a:cubicBezTo>
                    <a:pt x="3727" y="2631"/>
                    <a:pt x="4929" y="2858"/>
                    <a:pt x="6156" y="2917"/>
                  </a:cubicBezTo>
                  <a:cubicBezTo>
                    <a:pt x="6711" y="2949"/>
                    <a:pt x="7271" y="2974"/>
                    <a:pt x="7831" y="2974"/>
                  </a:cubicBezTo>
                  <a:cubicBezTo>
                    <a:pt x="8507" y="2974"/>
                    <a:pt x="9182" y="2938"/>
                    <a:pt x="9847" y="2834"/>
                  </a:cubicBezTo>
                  <a:cubicBezTo>
                    <a:pt x="9850" y="2833"/>
                    <a:pt x="9854" y="2833"/>
                    <a:pt x="9857" y="2833"/>
                  </a:cubicBezTo>
                  <a:cubicBezTo>
                    <a:pt x="9919" y="2833"/>
                    <a:pt x="9926" y="2930"/>
                    <a:pt x="9859" y="2953"/>
                  </a:cubicBezTo>
                  <a:cubicBezTo>
                    <a:pt x="9156" y="3131"/>
                    <a:pt x="8442" y="3250"/>
                    <a:pt x="7715" y="3322"/>
                  </a:cubicBezTo>
                  <a:cubicBezTo>
                    <a:pt x="7465" y="3338"/>
                    <a:pt x="7215" y="3346"/>
                    <a:pt x="6964" y="3346"/>
                  </a:cubicBezTo>
                  <a:cubicBezTo>
                    <a:pt x="5942" y="3346"/>
                    <a:pt x="4924" y="3211"/>
                    <a:pt x="3929" y="2953"/>
                  </a:cubicBezTo>
                  <a:cubicBezTo>
                    <a:pt x="3310" y="2810"/>
                    <a:pt x="2715" y="2608"/>
                    <a:pt x="2143" y="2369"/>
                  </a:cubicBezTo>
                  <a:cubicBezTo>
                    <a:pt x="1608" y="2155"/>
                    <a:pt x="1096" y="1881"/>
                    <a:pt x="738" y="1429"/>
                  </a:cubicBezTo>
                  <a:cubicBezTo>
                    <a:pt x="726" y="1417"/>
                    <a:pt x="738" y="1417"/>
                    <a:pt x="750" y="1417"/>
                  </a:cubicBezTo>
                  <a:close/>
                  <a:moveTo>
                    <a:pt x="2417" y="0"/>
                  </a:moveTo>
                  <a:lnTo>
                    <a:pt x="2370" y="12"/>
                  </a:lnTo>
                  <a:cubicBezTo>
                    <a:pt x="1989" y="119"/>
                    <a:pt x="1608" y="250"/>
                    <a:pt x="1250" y="417"/>
                  </a:cubicBezTo>
                  <a:cubicBezTo>
                    <a:pt x="1060" y="512"/>
                    <a:pt x="869" y="631"/>
                    <a:pt x="703" y="762"/>
                  </a:cubicBezTo>
                  <a:cubicBezTo>
                    <a:pt x="548" y="881"/>
                    <a:pt x="369" y="1000"/>
                    <a:pt x="345" y="1214"/>
                  </a:cubicBezTo>
                  <a:cubicBezTo>
                    <a:pt x="310" y="1595"/>
                    <a:pt x="595" y="1929"/>
                    <a:pt x="869" y="2155"/>
                  </a:cubicBezTo>
                  <a:cubicBezTo>
                    <a:pt x="1227" y="2405"/>
                    <a:pt x="1608" y="2608"/>
                    <a:pt x="2012" y="2750"/>
                  </a:cubicBezTo>
                  <a:cubicBezTo>
                    <a:pt x="2489" y="2941"/>
                    <a:pt x="2977" y="3096"/>
                    <a:pt x="3465" y="3215"/>
                  </a:cubicBezTo>
                  <a:cubicBezTo>
                    <a:pt x="3604" y="3261"/>
                    <a:pt x="3574" y="3453"/>
                    <a:pt x="3441" y="3453"/>
                  </a:cubicBezTo>
                  <a:cubicBezTo>
                    <a:pt x="3437" y="3453"/>
                    <a:pt x="3433" y="3453"/>
                    <a:pt x="3429" y="3453"/>
                  </a:cubicBezTo>
                  <a:cubicBezTo>
                    <a:pt x="2774" y="3358"/>
                    <a:pt x="2131" y="3179"/>
                    <a:pt x="1512" y="2917"/>
                  </a:cubicBezTo>
                  <a:cubicBezTo>
                    <a:pt x="1072" y="2762"/>
                    <a:pt x="667" y="2524"/>
                    <a:pt x="322" y="2215"/>
                  </a:cubicBezTo>
                  <a:cubicBezTo>
                    <a:pt x="310" y="2191"/>
                    <a:pt x="298" y="2179"/>
                    <a:pt x="274" y="2155"/>
                  </a:cubicBezTo>
                  <a:cubicBezTo>
                    <a:pt x="262" y="2310"/>
                    <a:pt x="250" y="2453"/>
                    <a:pt x="226" y="2608"/>
                  </a:cubicBezTo>
                  <a:cubicBezTo>
                    <a:pt x="203" y="2929"/>
                    <a:pt x="167" y="3274"/>
                    <a:pt x="131" y="3584"/>
                  </a:cubicBezTo>
                  <a:cubicBezTo>
                    <a:pt x="95" y="3881"/>
                    <a:pt x="48" y="4191"/>
                    <a:pt x="24" y="4489"/>
                  </a:cubicBezTo>
                  <a:cubicBezTo>
                    <a:pt x="0" y="4727"/>
                    <a:pt x="12" y="4965"/>
                    <a:pt x="214" y="5108"/>
                  </a:cubicBezTo>
                  <a:cubicBezTo>
                    <a:pt x="429" y="5239"/>
                    <a:pt x="655" y="5334"/>
                    <a:pt x="893" y="5394"/>
                  </a:cubicBezTo>
                  <a:cubicBezTo>
                    <a:pt x="1143" y="5489"/>
                    <a:pt x="1393" y="5584"/>
                    <a:pt x="1655" y="5667"/>
                  </a:cubicBezTo>
                  <a:cubicBezTo>
                    <a:pt x="2155" y="5846"/>
                    <a:pt x="2655" y="6013"/>
                    <a:pt x="3155" y="6156"/>
                  </a:cubicBezTo>
                  <a:cubicBezTo>
                    <a:pt x="4179" y="6465"/>
                    <a:pt x="5227" y="6668"/>
                    <a:pt x="6299" y="6763"/>
                  </a:cubicBezTo>
                  <a:cubicBezTo>
                    <a:pt x="6573" y="6788"/>
                    <a:pt x="6847" y="6800"/>
                    <a:pt x="7122" y="6800"/>
                  </a:cubicBezTo>
                  <a:cubicBezTo>
                    <a:pt x="7359" y="6800"/>
                    <a:pt x="7597" y="6791"/>
                    <a:pt x="7834" y="6775"/>
                  </a:cubicBezTo>
                  <a:cubicBezTo>
                    <a:pt x="8323" y="6739"/>
                    <a:pt x="8835" y="6715"/>
                    <a:pt x="9299" y="6525"/>
                  </a:cubicBezTo>
                  <a:cubicBezTo>
                    <a:pt x="9763" y="6334"/>
                    <a:pt x="9811" y="5810"/>
                    <a:pt x="9906" y="5370"/>
                  </a:cubicBezTo>
                  <a:cubicBezTo>
                    <a:pt x="10013" y="4882"/>
                    <a:pt x="10073" y="4382"/>
                    <a:pt x="10156" y="3881"/>
                  </a:cubicBezTo>
                  <a:lnTo>
                    <a:pt x="10156" y="3881"/>
                  </a:lnTo>
                  <a:cubicBezTo>
                    <a:pt x="9990" y="3941"/>
                    <a:pt x="9811" y="3989"/>
                    <a:pt x="9644" y="4012"/>
                  </a:cubicBezTo>
                  <a:cubicBezTo>
                    <a:pt x="9388" y="4060"/>
                    <a:pt x="9126" y="4084"/>
                    <a:pt x="8864" y="4084"/>
                  </a:cubicBezTo>
                  <a:cubicBezTo>
                    <a:pt x="8602" y="4084"/>
                    <a:pt x="8340" y="4060"/>
                    <a:pt x="8085" y="4012"/>
                  </a:cubicBezTo>
                  <a:cubicBezTo>
                    <a:pt x="7930" y="3965"/>
                    <a:pt x="7977" y="3727"/>
                    <a:pt x="8132" y="3727"/>
                  </a:cubicBezTo>
                  <a:cubicBezTo>
                    <a:pt x="8326" y="3755"/>
                    <a:pt x="8520" y="3769"/>
                    <a:pt x="8714" y="3769"/>
                  </a:cubicBezTo>
                  <a:cubicBezTo>
                    <a:pt x="9093" y="3769"/>
                    <a:pt x="9468" y="3714"/>
                    <a:pt x="9823" y="3596"/>
                  </a:cubicBezTo>
                  <a:cubicBezTo>
                    <a:pt x="10287" y="3465"/>
                    <a:pt x="10835" y="3239"/>
                    <a:pt x="10966" y="2727"/>
                  </a:cubicBezTo>
                  <a:cubicBezTo>
                    <a:pt x="11121" y="2191"/>
                    <a:pt x="10573" y="1798"/>
                    <a:pt x="10180" y="1524"/>
                  </a:cubicBezTo>
                  <a:cubicBezTo>
                    <a:pt x="9966" y="1381"/>
                    <a:pt x="9728" y="1250"/>
                    <a:pt x="9478" y="1143"/>
                  </a:cubicBezTo>
                  <a:cubicBezTo>
                    <a:pt x="9311" y="1060"/>
                    <a:pt x="9132" y="1012"/>
                    <a:pt x="8966" y="929"/>
                  </a:cubicBezTo>
                  <a:cubicBezTo>
                    <a:pt x="8739" y="1226"/>
                    <a:pt x="8489" y="1488"/>
                    <a:pt x="8204" y="1726"/>
                  </a:cubicBezTo>
                  <a:cubicBezTo>
                    <a:pt x="7656" y="2131"/>
                    <a:pt x="7013" y="2381"/>
                    <a:pt x="6334" y="2417"/>
                  </a:cubicBezTo>
                  <a:cubicBezTo>
                    <a:pt x="6235" y="2425"/>
                    <a:pt x="6136" y="2428"/>
                    <a:pt x="6038" y="2428"/>
                  </a:cubicBezTo>
                  <a:cubicBezTo>
                    <a:pt x="4754" y="2428"/>
                    <a:pt x="3553" y="1788"/>
                    <a:pt x="2834" y="726"/>
                  </a:cubicBezTo>
                  <a:cubicBezTo>
                    <a:pt x="2774" y="631"/>
                    <a:pt x="2715" y="536"/>
                    <a:pt x="2667" y="441"/>
                  </a:cubicBezTo>
                  <a:cubicBezTo>
                    <a:pt x="2620" y="381"/>
                    <a:pt x="2584" y="322"/>
                    <a:pt x="2548" y="262"/>
                  </a:cubicBezTo>
                  <a:cubicBezTo>
                    <a:pt x="2500" y="179"/>
                    <a:pt x="2453" y="95"/>
                    <a:pt x="2417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Google Shape;3359;p66"/>
            <p:cNvSpPr/>
            <p:nvPr/>
          </p:nvSpPr>
          <p:spPr>
            <a:xfrm>
              <a:off x="2382288" y="214975"/>
              <a:ext cx="126525" cy="210800"/>
            </a:xfrm>
            <a:custGeom>
              <a:avLst/>
              <a:gdLst/>
              <a:ahLst/>
              <a:cxnLst/>
              <a:rect l="l" t="t" r="r" b="b"/>
              <a:pathLst>
                <a:path w="5061" h="8432" extrusionOk="0">
                  <a:moveTo>
                    <a:pt x="4346" y="0"/>
                  </a:moveTo>
                  <a:cubicBezTo>
                    <a:pt x="4346" y="1751"/>
                    <a:pt x="2965" y="2870"/>
                    <a:pt x="2215" y="4370"/>
                  </a:cubicBezTo>
                  <a:cubicBezTo>
                    <a:pt x="1965" y="5001"/>
                    <a:pt x="2096" y="5751"/>
                    <a:pt x="2215" y="6501"/>
                  </a:cubicBezTo>
                  <a:cubicBezTo>
                    <a:pt x="1595" y="5370"/>
                    <a:pt x="714" y="4620"/>
                    <a:pt x="595" y="3370"/>
                  </a:cubicBezTo>
                  <a:cubicBezTo>
                    <a:pt x="119" y="4727"/>
                    <a:pt x="0" y="6227"/>
                    <a:pt x="417" y="7561"/>
                  </a:cubicBezTo>
                  <a:cubicBezTo>
                    <a:pt x="1055" y="8128"/>
                    <a:pt x="1871" y="8432"/>
                    <a:pt x="2704" y="8432"/>
                  </a:cubicBezTo>
                  <a:cubicBezTo>
                    <a:pt x="2990" y="8432"/>
                    <a:pt x="3277" y="8396"/>
                    <a:pt x="3560" y="8323"/>
                  </a:cubicBezTo>
                  <a:cubicBezTo>
                    <a:pt x="3798" y="8263"/>
                    <a:pt x="4012" y="8168"/>
                    <a:pt x="4227" y="8061"/>
                  </a:cubicBezTo>
                  <a:cubicBezTo>
                    <a:pt x="5060" y="5501"/>
                    <a:pt x="5024" y="2715"/>
                    <a:pt x="434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0" name="Google Shape;3360;p66"/>
            <p:cNvSpPr/>
            <p:nvPr/>
          </p:nvSpPr>
          <p:spPr>
            <a:xfrm>
              <a:off x="2355788" y="115250"/>
              <a:ext cx="198550" cy="301250"/>
            </a:xfrm>
            <a:custGeom>
              <a:avLst/>
              <a:gdLst/>
              <a:ahLst/>
              <a:cxnLst/>
              <a:rect l="l" t="t" r="r" b="b"/>
              <a:pathLst>
                <a:path w="7942" h="12050" extrusionOk="0">
                  <a:moveTo>
                    <a:pt x="5346" y="1"/>
                  </a:moveTo>
                  <a:cubicBezTo>
                    <a:pt x="5180" y="418"/>
                    <a:pt x="4989" y="834"/>
                    <a:pt x="4763" y="1227"/>
                  </a:cubicBezTo>
                  <a:cubicBezTo>
                    <a:pt x="4275" y="2085"/>
                    <a:pt x="3715" y="2918"/>
                    <a:pt x="3382" y="3847"/>
                  </a:cubicBezTo>
                  <a:cubicBezTo>
                    <a:pt x="3084" y="4692"/>
                    <a:pt x="2989" y="5633"/>
                    <a:pt x="3370" y="6478"/>
                  </a:cubicBezTo>
                  <a:cubicBezTo>
                    <a:pt x="3414" y="6629"/>
                    <a:pt x="3292" y="6768"/>
                    <a:pt x="3158" y="6768"/>
                  </a:cubicBezTo>
                  <a:cubicBezTo>
                    <a:pt x="3113" y="6768"/>
                    <a:pt x="3066" y="6752"/>
                    <a:pt x="3025" y="6716"/>
                  </a:cubicBezTo>
                  <a:cubicBezTo>
                    <a:pt x="2477" y="6240"/>
                    <a:pt x="2013" y="5680"/>
                    <a:pt x="1643" y="5061"/>
                  </a:cubicBezTo>
                  <a:cubicBezTo>
                    <a:pt x="1334" y="5513"/>
                    <a:pt x="1048" y="5978"/>
                    <a:pt x="786" y="6454"/>
                  </a:cubicBezTo>
                  <a:cubicBezTo>
                    <a:pt x="500" y="6990"/>
                    <a:pt x="298" y="7573"/>
                    <a:pt x="191" y="8169"/>
                  </a:cubicBezTo>
                  <a:cubicBezTo>
                    <a:pt x="0" y="9443"/>
                    <a:pt x="489" y="10728"/>
                    <a:pt x="1477" y="11562"/>
                  </a:cubicBezTo>
                  <a:cubicBezTo>
                    <a:pt x="1048" y="10216"/>
                    <a:pt x="1179" y="8716"/>
                    <a:pt x="1655" y="7359"/>
                  </a:cubicBezTo>
                  <a:cubicBezTo>
                    <a:pt x="1774" y="8609"/>
                    <a:pt x="2655" y="9359"/>
                    <a:pt x="3275" y="10490"/>
                  </a:cubicBezTo>
                  <a:cubicBezTo>
                    <a:pt x="3156" y="9740"/>
                    <a:pt x="3025" y="8990"/>
                    <a:pt x="3275" y="8359"/>
                  </a:cubicBezTo>
                  <a:cubicBezTo>
                    <a:pt x="4025" y="6859"/>
                    <a:pt x="5406" y="5740"/>
                    <a:pt x="5406" y="3989"/>
                  </a:cubicBezTo>
                  <a:lnTo>
                    <a:pt x="5406" y="3989"/>
                  </a:lnTo>
                  <a:cubicBezTo>
                    <a:pt x="6084" y="6716"/>
                    <a:pt x="6120" y="9490"/>
                    <a:pt x="5287" y="12050"/>
                  </a:cubicBezTo>
                  <a:cubicBezTo>
                    <a:pt x="5668" y="11848"/>
                    <a:pt x="6001" y="11586"/>
                    <a:pt x="6275" y="11252"/>
                  </a:cubicBezTo>
                  <a:cubicBezTo>
                    <a:pt x="6787" y="10633"/>
                    <a:pt x="7180" y="9931"/>
                    <a:pt x="7418" y="9169"/>
                  </a:cubicBezTo>
                  <a:cubicBezTo>
                    <a:pt x="7942" y="7561"/>
                    <a:pt x="7561" y="5787"/>
                    <a:pt x="7085" y="4228"/>
                  </a:cubicBezTo>
                  <a:cubicBezTo>
                    <a:pt x="6846" y="3454"/>
                    <a:pt x="6561" y="2692"/>
                    <a:pt x="6239" y="1942"/>
                  </a:cubicBezTo>
                  <a:cubicBezTo>
                    <a:pt x="5953" y="1287"/>
                    <a:pt x="5668" y="632"/>
                    <a:pt x="5346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1" name="Google Shape;3361;p66"/>
            <p:cNvSpPr/>
            <p:nvPr/>
          </p:nvSpPr>
          <p:spPr>
            <a:xfrm>
              <a:off x="2348938" y="103125"/>
              <a:ext cx="206000" cy="332375"/>
            </a:xfrm>
            <a:custGeom>
              <a:avLst/>
              <a:gdLst/>
              <a:ahLst/>
              <a:cxnLst/>
              <a:rect l="l" t="t" r="r" b="b"/>
              <a:pathLst>
                <a:path w="8240" h="13295" extrusionOk="0">
                  <a:moveTo>
                    <a:pt x="5620" y="486"/>
                  </a:moveTo>
                  <a:cubicBezTo>
                    <a:pt x="5942" y="1117"/>
                    <a:pt x="6227" y="1784"/>
                    <a:pt x="6513" y="2439"/>
                  </a:cubicBezTo>
                  <a:cubicBezTo>
                    <a:pt x="6835" y="3177"/>
                    <a:pt x="7120" y="3939"/>
                    <a:pt x="7359" y="4725"/>
                  </a:cubicBezTo>
                  <a:cubicBezTo>
                    <a:pt x="7847" y="6284"/>
                    <a:pt x="8216" y="8058"/>
                    <a:pt x="7692" y="9654"/>
                  </a:cubicBezTo>
                  <a:cubicBezTo>
                    <a:pt x="7454" y="10416"/>
                    <a:pt x="7061" y="11130"/>
                    <a:pt x="6549" y="11749"/>
                  </a:cubicBezTo>
                  <a:cubicBezTo>
                    <a:pt x="6120" y="12261"/>
                    <a:pt x="5549" y="12630"/>
                    <a:pt x="4894" y="12797"/>
                  </a:cubicBezTo>
                  <a:cubicBezTo>
                    <a:pt x="4607" y="12873"/>
                    <a:pt x="4321" y="12909"/>
                    <a:pt x="4041" y="12909"/>
                  </a:cubicBezTo>
                  <a:cubicBezTo>
                    <a:pt x="1913" y="12909"/>
                    <a:pt x="97" y="10842"/>
                    <a:pt x="465" y="8654"/>
                  </a:cubicBezTo>
                  <a:cubicBezTo>
                    <a:pt x="572" y="8058"/>
                    <a:pt x="774" y="7475"/>
                    <a:pt x="1060" y="6951"/>
                  </a:cubicBezTo>
                  <a:cubicBezTo>
                    <a:pt x="1322" y="6463"/>
                    <a:pt x="1608" y="5998"/>
                    <a:pt x="1917" y="5558"/>
                  </a:cubicBezTo>
                  <a:cubicBezTo>
                    <a:pt x="2287" y="6177"/>
                    <a:pt x="2751" y="6737"/>
                    <a:pt x="3299" y="7213"/>
                  </a:cubicBezTo>
                  <a:cubicBezTo>
                    <a:pt x="3340" y="7245"/>
                    <a:pt x="3385" y="7259"/>
                    <a:pt x="3429" y="7259"/>
                  </a:cubicBezTo>
                  <a:cubicBezTo>
                    <a:pt x="3565" y="7259"/>
                    <a:pt x="3689" y="7127"/>
                    <a:pt x="3644" y="6975"/>
                  </a:cubicBezTo>
                  <a:cubicBezTo>
                    <a:pt x="3263" y="6129"/>
                    <a:pt x="3358" y="5189"/>
                    <a:pt x="3656" y="4344"/>
                  </a:cubicBezTo>
                  <a:cubicBezTo>
                    <a:pt x="3989" y="3403"/>
                    <a:pt x="4549" y="2581"/>
                    <a:pt x="5037" y="1724"/>
                  </a:cubicBezTo>
                  <a:cubicBezTo>
                    <a:pt x="5263" y="1331"/>
                    <a:pt x="5454" y="915"/>
                    <a:pt x="5620" y="486"/>
                  </a:cubicBezTo>
                  <a:close/>
                  <a:moveTo>
                    <a:pt x="5590" y="1"/>
                  </a:moveTo>
                  <a:cubicBezTo>
                    <a:pt x="5540" y="1"/>
                    <a:pt x="5489" y="28"/>
                    <a:pt x="5465" y="81"/>
                  </a:cubicBezTo>
                  <a:cubicBezTo>
                    <a:pt x="5073" y="1057"/>
                    <a:pt x="4477" y="1938"/>
                    <a:pt x="3941" y="2843"/>
                  </a:cubicBezTo>
                  <a:cubicBezTo>
                    <a:pt x="3453" y="3677"/>
                    <a:pt x="3025" y="4594"/>
                    <a:pt x="2977" y="5570"/>
                  </a:cubicBezTo>
                  <a:cubicBezTo>
                    <a:pt x="2953" y="5832"/>
                    <a:pt x="2965" y="6106"/>
                    <a:pt x="3013" y="6368"/>
                  </a:cubicBezTo>
                  <a:cubicBezTo>
                    <a:pt x="2644" y="5987"/>
                    <a:pt x="2334" y="5558"/>
                    <a:pt x="2084" y="5094"/>
                  </a:cubicBezTo>
                  <a:cubicBezTo>
                    <a:pt x="2048" y="5046"/>
                    <a:pt x="1995" y="5022"/>
                    <a:pt x="1940" y="5022"/>
                  </a:cubicBezTo>
                  <a:cubicBezTo>
                    <a:pt x="1885" y="5022"/>
                    <a:pt x="1828" y="5046"/>
                    <a:pt x="1786" y="5094"/>
                  </a:cubicBezTo>
                  <a:cubicBezTo>
                    <a:pt x="1108" y="6082"/>
                    <a:pt x="429" y="7141"/>
                    <a:pt x="167" y="8332"/>
                  </a:cubicBezTo>
                  <a:cubicBezTo>
                    <a:pt x="1" y="9082"/>
                    <a:pt x="36" y="9868"/>
                    <a:pt x="298" y="10594"/>
                  </a:cubicBezTo>
                  <a:lnTo>
                    <a:pt x="393" y="10892"/>
                  </a:lnTo>
                  <a:lnTo>
                    <a:pt x="429" y="10880"/>
                  </a:lnTo>
                  <a:cubicBezTo>
                    <a:pt x="465" y="10963"/>
                    <a:pt x="512" y="11047"/>
                    <a:pt x="560" y="11130"/>
                  </a:cubicBezTo>
                  <a:cubicBezTo>
                    <a:pt x="596" y="11190"/>
                    <a:pt x="632" y="11249"/>
                    <a:pt x="679" y="11309"/>
                  </a:cubicBezTo>
                  <a:cubicBezTo>
                    <a:pt x="727" y="11404"/>
                    <a:pt x="786" y="11499"/>
                    <a:pt x="846" y="11594"/>
                  </a:cubicBezTo>
                  <a:cubicBezTo>
                    <a:pt x="1569" y="12663"/>
                    <a:pt x="2782" y="13294"/>
                    <a:pt x="4065" y="13294"/>
                  </a:cubicBezTo>
                  <a:cubicBezTo>
                    <a:pt x="4154" y="13294"/>
                    <a:pt x="4244" y="13291"/>
                    <a:pt x="4334" y="13285"/>
                  </a:cubicBezTo>
                  <a:cubicBezTo>
                    <a:pt x="5013" y="13249"/>
                    <a:pt x="5668" y="12999"/>
                    <a:pt x="6204" y="12595"/>
                  </a:cubicBezTo>
                  <a:cubicBezTo>
                    <a:pt x="6489" y="12356"/>
                    <a:pt x="6751" y="12094"/>
                    <a:pt x="6966" y="11797"/>
                  </a:cubicBezTo>
                  <a:lnTo>
                    <a:pt x="7120" y="11571"/>
                  </a:lnTo>
                  <a:cubicBezTo>
                    <a:pt x="7323" y="11285"/>
                    <a:pt x="7501" y="10975"/>
                    <a:pt x="7656" y="10654"/>
                  </a:cubicBezTo>
                  <a:cubicBezTo>
                    <a:pt x="8037" y="9856"/>
                    <a:pt x="8240" y="8975"/>
                    <a:pt x="8240" y="8094"/>
                  </a:cubicBezTo>
                  <a:cubicBezTo>
                    <a:pt x="8228" y="7225"/>
                    <a:pt x="8097" y="6356"/>
                    <a:pt x="7859" y="5510"/>
                  </a:cubicBezTo>
                  <a:cubicBezTo>
                    <a:pt x="7597" y="4582"/>
                    <a:pt x="7287" y="3665"/>
                    <a:pt x="6906" y="2784"/>
                  </a:cubicBezTo>
                  <a:cubicBezTo>
                    <a:pt x="6537" y="1879"/>
                    <a:pt x="6097" y="986"/>
                    <a:pt x="5716" y="81"/>
                  </a:cubicBezTo>
                  <a:cubicBezTo>
                    <a:pt x="5692" y="28"/>
                    <a:pt x="5641" y="1"/>
                    <a:pt x="55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2" name="Google Shape;3362;p66"/>
            <p:cNvSpPr/>
            <p:nvPr/>
          </p:nvSpPr>
          <p:spPr>
            <a:xfrm>
              <a:off x="2293863" y="367975"/>
              <a:ext cx="95475" cy="93500"/>
            </a:xfrm>
            <a:custGeom>
              <a:avLst/>
              <a:gdLst/>
              <a:ahLst/>
              <a:cxnLst/>
              <a:rect l="l" t="t" r="r" b="b"/>
              <a:pathLst>
                <a:path w="3819" h="3740" extrusionOk="0">
                  <a:moveTo>
                    <a:pt x="2501" y="0"/>
                  </a:moveTo>
                  <a:cubicBezTo>
                    <a:pt x="2108" y="0"/>
                    <a:pt x="1715" y="84"/>
                    <a:pt x="1346" y="250"/>
                  </a:cubicBezTo>
                  <a:cubicBezTo>
                    <a:pt x="930" y="429"/>
                    <a:pt x="370" y="703"/>
                    <a:pt x="168" y="1143"/>
                  </a:cubicBezTo>
                  <a:cubicBezTo>
                    <a:pt x="1" y="1489"/>
                    <a:pt x="96" y="1858"/>
                    <a:pt x="287" y="2167"/>
                  </a:cubicBezTo>
                  <a:cubicBezTo>
                    <a:pt x="263" y="2251"/>
                    <a:pt x="251" y="2322"/>
                    <a:pt x="227" y="2393"/>
                  </a:cubicBezTo>
                  <a:lnTo>
                    <a:pt x="489" y="2441"/>
                  </a:lnTo>
                  <a:cubicBezTo>
                    <a:pt x="513" y="2453"/>
                    <a:pt x="525" y="2477"/>
                    <a:pt x="537" y="2489"/>
                  </a:cubicBezTo>
                  <a:cubicBezTo>
                    <a:pt x="882" y="2798"/>
                    <a:pt x="1287" y="3048"/>
                    <a:pt x="1727" y="3203"/>
                  </a:cubicBezTo>
                  <a:cubicBezTo>
                    <a:pt x="2346" y="3453"/>
                    <a:pt x="2989" y="3632"/>
                    <a:pt x="3644" y="3739"/>
                  </a:cubicBezTo>
                  <a:cubicBezTo>
                    <a:pt x="3648" y="3739"/>
                    <a:pt x="3652" y="3739"/>
                    <a:pt x="3655" y="3739"/>
                  </a:cubicBezTo>
                  <a:cubicBezTo>
                    <a:pt x="3789" y="3739"/>
                    <a:pt x="3819" y="3535"/>
                    <a:pt x="3680" y="3501"/>
                  </a:cubicBezTo>
                  <a:cubicBezTo>
                    <a:pt x="3192" y="3382"/>
                    <a:pt x="2704" y="3227"/>
                    <a:pt x="2227" y="3036"/>
                  </a:cubicBezTo>
                  <a:cubicBezTo>
                    <a:pt x="1823" y="2894"/>
                    <a:pt x="1442" y="2691"/>
                    <a:pt x="1084" y="2429"/>
                  </a:cubicBezTo>
                  <a:cubicBezTo>
                    <a:pt x="810" y="2215"/>
                    <a:pt x="525" y="1881"/>
                    <a:pt x="560" y="1500"/>
                  </a:cubicBezTo>
                  <a:cubicBezTo>
                    <a:pt x="584" y="1286"/>
                    <a:pt x="763" y="1167"/>
                    <a:pt x="918" y="1048"/>
                  </a:cubicBezTo>
                  <a:cubicBezTo>
                    <a:pt x="1084" y="917"/>
                    <a:pt x="1275" y="798"/>
                    <a:pt x="1465" y="703"/>
                  </a:cubicBezTo>
                  <a:cubicBezTo>
                    <a:pt x="1823" y="536"/>
                    <a:pt x="2204" y="393"/>
                    <a:pt x="2585" y="298"/>
                  </a:cubicBezTo>
                  <a:lnTo>
                    <a:pt x="25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3" name="Google Shape;3363;p66"/>
            <p:cNvSpPr/>
            <p:nvPr/>
          </p:nvSpPr>
          <p:spPr>
            <a:xfrm>
              <a:off x="2317688" y="410400"/>
              <a:ext cx="229725" cy="48400"/>
            </a:xfrm>
            <a:custGeom>
              <a:avLst/>
              <a:gdLst/>
              <a:ahLst/>
              <a:cxnLst/>
              <a:rect l="l" t="t" r="r" b="b"/>
              <a:pathLst>
                <a:path w="9189" h="1936" extrusionOk="0">
                  <a:moveTo>
                    <a:pt x="5" y="1"/>
                  </a:moveTo>
                  <a:cubicBezTo>
                    <a:pt x="0" y="1"/>
                    <a:pt x="0" y="9"/>
                    <a:pt x="0" y="18"/>
                  </a:cubicBezTo>
                  <a:cubicBezTo>
                    <a:pt x="358" y="470"/>
                    <a:pt x="870" y="744"/>
                    <a:pt x="1405" y="958"/>
                  </a:cubicBezTo>
                  <a:cubicBezTo>
                    <a:pt x="1977" y="1197"/>
                    <a:pt x="2572" y="1399"/>
                    <a:pt x="3179" y="1542"/>
                  </a:cubicBezTo>
                  <a:cubicBezTo>
                    <a:pt x="4174" y="1800"/>
                    <a:pt x="5200" y="1935"/>
                    <a:pt x="6225" y="1935"/>
                  </a:cubicBezTo>
                  <a:cubicBezTo>
                    <a:pt x="6476" y="1935"/>
                    <a:pt x="6727" y="1927"/>
                    <a:pt x="6977" y="1911"/>
                  </a:cubicBezTo>
                  <a:cubicBezTo>
                    <a:pt x="7704" y="1839"/>
                    <a:pt x="8418" y="1720"/>
                    <a:pt x="9121" y="1542"/>
                  </a:cubicBezTo>
                  <a:cubicBezTo>
                    <a:pt x="9188" y="1519"/>
                    <a:pt x="9181" y="1422"/>
                    <a:pt x="9119" y="1422"/>
                  </a:cubicBezTo>
                  <a:cubicBezTo>
                    <a:pt x="9116" y="1422"/>
                    <a:pt x="9112" y="1422"/>
                    <a:pt x="9109" y="1423"/>
                  </a:cubicBezTo>
                  <a:cubicBezTo>
                    <a:pt x="8444" y="1527"/>
                    <a:pt x="7769" y="1563"/>
                    <a:pt x="7093" y="1563"/>
                  </a:cubicBezTo>
                  <a:cubicBezTo>
                    <a:pt x="6533" y="1563"/>
                    <a:pt x="5973" y="1538"/>
                    <a:pt x="5418" y="1506"/>
                  </a:cubicBezTo>
                  <a:cubicBezTo>
                    <a:pt x="4191" y="1447"/>
                    <a:pt x="2989" y="1232"/>
                    <a:pt x="1810" y="863"/>
                  </a:cubicBezTo>
                  <a:cubicBezTo>
                    <a:pt x="1167" y="685"/>
                    <a:pt x="560" y="399"/>
                    <a:pt x="12" y="6"/>
                  </a:cubicBezTo>
                  <a:cubicBezTo>
                    <a:pt x="9" y="2"/>
                    <a:pt x="6" y="1"/>
                    <a:pt x="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4" name="Google Shape;3364;p66"/>
            <p:cNvSpPr/>
            <p:nvPr/>
          </p:nvSpPr>
          <p:spPr>
            <a:xfrm>
              <a:off x="2134338" y="392375"/>
              <a:ext cx="485500" cy="468550"/>
            </a:xfrm>
            <a:custGeom>
              <a:avLst/>
              <a:gdLst/>
              <a:ahLst/>
              <a:cxnLst/>
              <a:rect l="l" t="t" r="r" b="b"/>
              <a:pathLst>
                <a:path w="19420" h="18742" extrusionOk="0">
                  <a:moveTo>
                    <a:pt x="6918" y="4966"/>
                  </a:moveTo>
                  <a:cubicBezTo>
                    <a:pt x="7120" y="5061"/>
                    <a:pt x="7346" y="5132"/>
                    <a:pt x="7537" y="5192"/>
                  </a:cubicBezTo>
                  <a:cubicBezTo>
                    <a:pt x="8084" y="5394"/>
                    <a:pt x="8632" y="5597"/>
                    <a:pt x="9180" y="5763"/>
                  </a:cubicBezTo>
                  <a:cubicBezTo>
                    <a:pt x="9728" y="5930"/>
                    <a:pt x="10275" y="6085"/>
                    <a:pt x="10835" y="6204"/>
                  </a:cubicBezTo>
                  <a:cubicBezTo>
                    <a:pt x="10835" y="6835"/>
                    <a:pt x="10894" y="7454"/>
                    <a:pt x="10918" y="8085"/>
                  </a:cubicBezTo>
                  <a:cubicBezTo>
                    <a:pt x="10942" y="8752"/>
                    <a:pt x="10942" y="9407"/>
                    <a:pt x="10882" y="10061"/>
                  </a:cubicBezTo>
                  <a:cubicBezTo>
                    <a:pt x="10871" y="10216"/>
                    <a:pt x="10859" y="10371"/>
                    <a:pt x="10835" y="10514"/>
                  </a:cubicBezTo>
                  <a:cubicBezTo>
                    <a:pt x="8763" y="9895"/>
                    <a:pt x="6858" y="8609"/>
                    <a:pt x="4644" y="8561"/>
                  </a:cubicBezTo>
                  <a:cubicBezTo>
                    <a:pt x="4575" y="8558"/>
                    <a:pt x="4506" y="8557"/>
                    <a:pt x="4437" y="8557"/>
                  </a:cubicBezTo>
                  <a:cubicBezTo>
                    <a:pt x="3958" y="8557"/>
                    <a:pt x="3482" y="8628"/>
                    <a:pt x="3024" y="8764"/>
                  </a:cubicBezTo>
                  <a:cubicBezTo>
                    <a:pt x="2727" y="8847"/>
                    <a:pt x="2441" y="8978"/>
                    <a:pt x="2179" y="9156"/>
                  </a:cubicBezTo>
                  <a:cubicBezTo>
                    <a:pt x="2465" y="8716"/>
                    <a:pt x="2822" y="8311"/>
                    <a:pt x="3227" y="7966"/>
                  </a:cubicBezTo>
                  <a:cubicBezTo>
                    <a:pt x="3762" y="7513"/>
                    <a:pt x="4370" y="7240"/>
                    <a:pt x="5001" y="6942"/>
                  </a:cubicBezTo>
                  <a:cubicBezTo>
                    <a:pt x="5584" y="6656"/>
                    <a:pt x="6251" y="6287"/>
                    <a:pt x="6620" y="5716"/>
                  </a:cubicBezTo>
                  <a:cubicBezTo>
                    <a:pt x="6763" y="5489"/>
                    <a:pt x="6858" y="5239"/>
                    <a:pt x="6918" y="4966"/>
                  </a:cubicBezTo>
                  <a:close/>
                  <a:moveTo>
                    <a:pt x="10954" y="6228"/>
                  </a:moveTo>
                  <a:lnTo>
                    <a:pt x="10954" y="6228"/>
                  </a:lnTo>
                  <a:cubicBezTo>
                    <a:pt x="11168" y="6275"/>
                    <a:pt x="11382" y="6323"/>
                    <a:pt x="11597" y="6359"/>
                  </a:cubicBezTo>
                  <a:cubicBezTo>
                    <a:pt x="11597" y="6370"/>
                    <a:pt x="11597" y="6382"/>
                    <a:pt x="11597" y="6406"/>
                  </a:cubicBezTo>
                  <a:cubicBezTo>
                    <a:pt x="11918" y="7823"/>
                    <a:pt x="11954" y="9299"/>
                    <a:pt x="11728" y="10740"/>
                  </a:cubicBezTo>
                  <a:cubicBezTo>
                    <a:pt x="11573" y="10704"/>
                    <a:pt x="11418" y="10669"/>
                    <a:pt x="11275" y="10633"/>
                  </a:cubicBezTo>
                  <a:cubicBezTo>
                    <a:pt x="11216" y="10621"/>
                    <a:pt x="11168" y="10609"/>
                    <a:pt x="11109" y="10597"/>
                  </a:cubicBezTo>
                  <a:cubicBezTo>
                    <a:pt x="11192" y="9871"/>
                    <a:pt x="11216" y="9145"/>
                    <a:pt x="11180" y="8418"/>
                  </a:cubicBezTo>
                  <a:cubicBezTo>
                    <a:pt x="11168" y="7680"/>
                    <a:pt x="11097" y="6954"/>
                    <a:pt x="10954" y="6228"/>
                  </a:cubicBezTo>
                  <a:close/>
                  <a:moveTo>
                    <a:pt x="11906" y="6418"/>
                  </a:moveTo>
                  <a:lnTo>
                    <a:pt x="11906" y="6418"/>
                  </a:lnTo>
                  <a:cubicBezTo>
                    <a:pt x="12121" y="6454"/>
                    <a:pt x="12335" y="6478"/>
                    <a:pt x="12561" y="6501"/>
                  </a:cubicBezTo>
                  <a:cubicBezTo>
                    <a:pt x="12976" y="6546"/>
                    <a:pt x="13398" y="6570"/>
                    <a:pt x="13816" y="6570"/>
                  </a:cubicBezTo>
                  <a:cubicBezTo>
                    <a:pt x="13962" y="6570"/>
                    <a:pt x="14107" y="6567"/>
                    <a:pt x="14252" y="6561"/>
                  </a:cubicBezTo>
                  <a:cubicBezTo>
                    <a:pt x="14645" y="6549"/>
                    <a:pt x="15038" y="6513"/>
                    <a:pt x="15419" y="6454"/>
                  </a:cubicBezTo>
                  <a:lnTo>
                    <a:pt x="15419" y="6454"/>
                  </a:lnTo>
                  <a:cubicBezTo>
                    <a:pt x="15395" y="6489"/>
                    <a:pt x="15383" y="6537"/>
                    <a:pt x="15395" y="6597"/>
                  </a:cubicBezTo>
                  <a:cubicBezTo>
                    <a:pt x="15514" y="7251"/>
                    <a:pt x="15931" y="7763"/>
                    <a:pt x="16407" y="8216"/>
                  </a:cubicBezTo>
                  <a:cubicBezTo>
                    <a:pt x="16919" y="8680"/>
                    <a:pt x="17514" y="9073"/>
                    <a:pt x="17919" y="9633"/>
                  </a:cubicBezTo>
                  <a:cubicBezTo>
                    <a:pt x="18062" y="9823"/>
                    <a:pt x="18181" y="10026"/>
                    <a:pt x="18288" y="10252"/>
                  </a:cubicBezTo>
                  <a:cubicBezTo>
                    <a:pt x="18279" y="10249"/>
                    <a:pt x="18269" y="10247"/>
                    <a:pt x="18259" y="10247"/>
                  </a:cubicBezTo>
                  <a:cubicBezTo>
                    <a:pt x="18233" y="10247"/>
                    <a:pt x="18207" y="10258"/>
                    <a:pt x="18181" y="10276"/>
                  </a:cubicBezTo>
                  <a:lnTo>
                    <a:pt x="18169" y="10288"/>
                  </a:lnTo>
                  <a:cubicBezTo>
                    <a:pt x="18134" y="10270"/>
                    <a:pt x="18099" y="10259"/>
                    <a:pt x="18064" y="10259"/>
                  </a:cubicBezTo>
                  <a:cubicBezTo>
                    <a:pt x="18052" y="10259"/>
                    <a:pt x="18039" y="10261"/>
                    <a:pt x="18026" y="10264"/>
                  </a:cubicBezTo>
                  <a:cubicBezTo>
                    <a:pt x="16735" y="10726"/>
                    <a:pt x="15375" y="10959"/>
                    <a:pt x="14007" y="10959"/>
                  </a:cubicBezTo>
                  <a:cubicBezTo>
                    <a:pt x="13330" y="10959"/>
                    <a:pt x="12651" y="10902"/>
                    <a:pt x="11978" y="10788"/>
                  </a:cubicBezTo>
                  <a:cubicBezTo>
                    <a:pt x="12109" y="10133"/>
                    <a:pt x="12168" y="9466"/>
                    <a:pt x="12180" y="8799"/>
                  </a:cubicBezTo>
                  <a:cubicBezTo>
                    <a:pt x="12180" y="7990"/>
                    <a:pt x="12085" y="7192"/>
                    <a:pt x="11906" y="6418"/>
                  </a:cubicBezTo>
                  <a:close/>
                  <a:moveTo>
                    <a:pt x="4386" y="8901"/>
                  </a:moveTo>
                  <a:cubicBezTo>
                    <a:pt x="5500" y="8901"/>
                    <a:pt x="6643" y="9215"/>
                    <a:pt x="7668" y="9597"/>
                  </a:cubicBezTo>
                  <a:cubicBezTo>
                    <a:pt x="8715" y="9978"/>
                    <a:pt x="9728" y="10466"/>
                    <a:pt x="10799" y="10811"/>
                  </a:cubicBezTo>
                  <a:cubicBezTo>
                    <a:pt x="10740" y="11204"/>
                    <a:pt x="10656" y="11597"/>
                    <a:pt x="10561" y="11978"/>
                  </a:cubicBezTo>
                  <a:cubicBezTo>
                    <a:pt x="8787" y="11883"/>
                    <a:pt x="7037" y="11573"/>
                    <a:pt x="5346" y="11050"/>
                  </a:cubicBezTo>
                  <a:cubicBezTo>
                    <a:pt x="4155" y="10669"/>
                    <a:pt x="2989" y="10204"/>
                    <a:pt x="1869" y="9657"/>
                  </a:cubicBezTo>
                  <a:cubicBezTo>
                    <a:pt x="1881" y="9633"/>
                    <a:pt x="1893" y="9609"/>
                    <a:pt x="1905" y="9585"/>
                  </a:cubicBezTo>
                  <a:cubicBezTo>
                    <a:pt x="2670" y="9091"/>
                    <a:pt x="3520" y="8901"/>
                    <a:pt x="4386" y="8901"/>
                  </a:cubicBezTo>
                  <a:close/>
                  <a:moveTo>
                    <a:pt x="17002" y="10966"/>
                  </a:moveTo>
                  <a:lnTo>
                    <a:pt x="17002" y="10966"/>
                  </a:lnTo>
                  <a:cubicBezTo>
                    <a:pt x="16931" y="11002"/>
                    <a:pt x="16847" y="11038"/>
                    <a:pt x="16764" y="11073"/>
                  </a:cubicBezTo>
                  <a:cubicBezTo>
                    <a:pt x="16276" y="11288"/>
                    <a:pt x="15776" y="11466"/>
                    <a:pt x="15264" y="11597"/>
                  </a:cubicBezTo>
                  <a:cubicBezTo>
                    <a:pt x="14228" y="11859"/>
                    <a:pt x="13180" y="11990"/>
                    <a:pt x="12109" y="12002"/>
                  </a:cubicBezTo>
                  <a:lnTo>
                    <a:pt x="11704" y="12002"/>
                  </a:lnTo>
                  <a:cubicBezTo>
                    <a:pt x="11787" y="11704"/>
                    <a:pt x="11859" y="11407"/>
                    <a:pt x="11918" y="11109"/>
                  </a:cubicBezTo>
                  <a:cubicBezTo>
                    <a:pt x="12647" y="11257"/>
                    <a:pt x="13395" y="11339"/>
                    <a:pt x="14137" y="11339"/>
                  </a:cubicBezTo>
                  <a:cubicBezTo>
                    <a:pt x="14231" y="11339"/>
                    <a:pt x="14325" y="11338"/>
                    <a:pt x="14419" y="11335"/>
                  </a:cubicBezTo>
                  <a:cubicBezTo>
                    <a:pt x="15300" y="11323"/>
                    <a:pt x="16169" y="11192"/>
                    <a:pt x="17002" y="10966"/>
                  </a:cubicBezTo>
                  <a:close/>
                  <a:moveTo>
                    <a:pt x="11085" y="10907"/>
                  </a:moveTo>
                  <a:cubicBezTo>
                    <a:pt x="11275" y="10966"/>
                    <a:pt x="11478" y="11014"/>
                    <a:pt x="11668" y="11061"/>
                  </a:cubicBezTo>
                  <a:cubicBezTo>
                    <a:pt x="11609" y="11371"/>
                    <a:pt x="11537" y="11693"/>
                    <a:pt x="11442" y="12014"/>
                  </a:cubicBezTo>
                  <a:cubicBezTo>
                    <a:pt x="11252" y="12014"/>
                    <a:pt x="11049" y="12002"/>
                    <a:pt x="10859" y="12002"/>
                  </a:cubicBezTo>
                  <a:cubicBezTo>
                    <a:pt x="10954" y="11633"/>
                    <a:pt x="11013" y="11276"/>
                    <a:pt x="11073" y="10907"/>
                  </a:cubicBezTo>
                  <a:close/>
                  <a:moveTo>
                    <a:pt x="10763" y="12371"/>
                  </a:moveTo>
                  <a:cubicBezTo>
                    <a:pt x="10954" y="12371"/>
                    <a:pt x="11144" y="12383"/>
                    <a:pt x="11335" y="12383"/>
                  </a:cubicBezTo>
                  <a:cubicBezTo>
                    <a:pt x="11132" y="12990"/>
                    <a:pt x="10882" y="13574"/>
                    <a:pt x="10585" y="14133"/>
                  </a:cubicBezTo>
                  <a:cubicBezTo>
                    <a:pt x="10430" y="14455"/>
                    <a:pt x="10239" y="14764"/>
                    <a:pt x="10025" y="15050"/>
                  </a:cubicBezTo>
                  <a:cubicBezTo>
                    <a:pt x="9922" y="15165"/>
                    <a:pt x="9804" y="15206"/>
                    <a:pt x="9681" y="15206"/>
                  </a:cubicBezTo>
                  <a:cubicBezTo>
                    <a:pt x="9562" y="15206"/>
                    <a:pt x="9440" y="15168"/>
                    <a:pt x="9323" y="15122"/>
                  </a:cubicBezTo>
                  <a:lnTo>
                    <a:pt x="9335" y="15122"/>
                  </a:lnTo>
                  <a:cubicBezTo>
                    <a:pt x="10001" y="14312"/>
                    <a:pt x="10478" y="13371"/>
                    <a:pt x="10763" y="12371"/>
                  </a:cubicBezTo>
                  <a:close/>
                  <a:moveTo>
                    <a:pt x="1798" y="9799"/>
                  </a:moveTo>
                  <a:cubicBezTo>
                    <a:pt x="3810" y="10966"/>
                    <a:pt x="6013" y="11740"/>
                    <a:pt x="8311" y="12109"/>
                  </a:cubicBezTo>
                  <a:cubicBezTo>
                    <a:pt x="9013" y="12228"/>
                    <a:pt x="9739" y="12312"/>
                    <a:pt x="10454" y="12359"/>
                  </a:cubicBezTo>
                  <a:cubicBezTo>
                    <a:pt x="10335" y="12740"/>
                    <a:pt x="10192" y="13097"/>
                    <a:pt x="10025" y="13455"/>
                  </a:cubicBezTo>
                  <a:cubicBezTo>
                    <a:pt x="9728" y="14038"/>
                    <a:pt x="9370" y="14586"/>
                    <a:pt x="8942" y="15074"/>
                  </a:cubicBezTo>
                  <a:cubicBezTo>
                    <a:pt x="8870" y="15157"/>
                    <a:pt x="8906" y="15276"/>
                    <a:pt x="9001" y="15324"/>
                  </a:cubicBezTo>
                  <a:cubicBezTo>
                    <a:pt x="9215" y="15431"/>
                    <a:pt x="9454" y="15530"/>
                    <a:pt x="9696" y="15530"/>
                  </a:cubicBezTo>
                  <a:cubicBezTo>
                    <a:pt x="9750" y="15530"/>
                    <a:pt x="9804" y="15525"/>
                    <a:pt x="9858" y="15514"/>
                  </a:cubicBezTo>
                  <a:cubicBezTo>
                    <a:pt x="10192" y="15443"/>
                    <a:pt x="10359" y="15145"/>
                    <a:pt x="10513" y="14871"/>
                  </a:cubicBezTo>
                  <a:cubicBezTo>
                    <a:pt x="10871" y="14264"/>
                    <a:pt x="11168" y="13621"/>
                    <a:pt x="11406" y="12955"/>
                  </a:cubicBezTo>
                  <a:cubicBezTo>
                    <a:pt x="11478" y="12776"/>
                    <a:pt x="11537" y="12585"/>
                    <a:pt x="11597" y="12407"/>
                  </a:cubicBezTo>
                  <a:lnTo>
                    <a:pt x="11835" y="12407"/>
                  </a:lnTo>
                  <a:cubicBezTo>
                    <a:pt x="12942" y="12407"/>
                    <a:pt x="14038" y="12300"/>
                    <a:pt x="15109" y="12062"/>
                  </a:cubicBezTo>
                  <a:cubicBezTo>
                    <a:pt x="15693" y="11931"/>
                    <a:pt x="16276" y="11752"/>
                    <a:pt x="16824" y="11514"/>
                  </a:cubicBezTo>
                  <a:cubicBezTo>
                    <a:pt x="17383" y="11288"/>
                    <a:pt x="17990" y="11002"/>
                    <a:pt x="18431" y="10573"/>
                  </a:cubicBezTo>
                  <a:cubicBezTo>
                    <a:pt x="18788" y="11490"/>
                    <a:pt x="18860" y="12550"/>
                    <a:pt x="18883" y="13502"/>
                  </a:cubicBezTo>
                  <a:cubicBezTo>
                    <a:pt x="18895" y="14264"/>
                    <a:pt x="18860" y="15026"/>
                    <a:pt x="18752" y="15788"/>
                  </a:cubicBezTo>
                  <a:cubicBezTo>
                    <a:pt x="18705" y="16169"/>
                    <a:pt x="18645" y="16538"/>
                    <a:pt x="18562" y="16907"/>
                  </a:cubicBezTo>
                  <a:cubicBezTo>
                    <a:pt x="18526" y="17074"/>
                    <a:pt x="18491" y="17253"/>
                    <a:pt x="18443" y="17431"/>
                  </a:cubicBezTo>
                  <a:cubicBezTo>
                    <a:pt x="18419" y="17598"/>
                    <a:pt x="18360" y="17777"/>
                    <a:pt x="18300" y="17943"/>
                  </a:cubicBezTo>
                  <a:cubicBezTo>
                    <a:pt x="18240" y="18098"/>
                    <a:pt x="18110" y="18086"/>
                    <a:pt x="17967" y="18098"/>
                  </a:cubicBezTo>
                  <a:cubicBezTo>
                    <a:pt x="17764" y="18122"/>
                    <a:pt x="17562" y="18134"/>
                    <a:pt x="17371" y="18146"/>
                  </a:cubicBezTo>
                  <a:cubicBezTo>
                    <a:pt x="16990" y="18181"/>
                    <a:pt x="16621" y="18205"/>
                    <a:pt x="16252" y="18217"/>
                  </a:cubicBezTo>
                  <a:cubicBezTo>
                    <a:pt x="15871" y="18229"/>
                    <a:pt x="15490" y="18235"/>
                    <a:pt x="15109" y="18235"/>
                  </a:cubicBezTo>
                  <a:cubicBezTo>
                    <a:pt x="14728" y="18235"/>
                    <a:pt x="14347" y="18229"/>
                    <a:pt x="13966" y="18217"/>
                  </a:cubicBezTo>
                  <a:cubicBezTo>
                    <a:pt x="10918" y="18086"/>
                    <a:pt x="7906" y="17538"/>
                    <a:pt x="4941" y="16860"/>
                  </a:cubicBezTo>
                  <a:cubicBezTo>
                    <a:pt x="4179" y="16681"/>
                    <a:pt x="3453" y="16503"/>
                    <a:pt x="2703" y="16324"/>
                  </a:cubicBezTo>
                  <a:lnTo>
                    <a:pt x="1584" y="16038"/>
                  </a:lnTo>
                  <a:lnTo>
                    <a:pt x="1036" y="15907"/>
                  </a:lnTo>
                  <a:lnTo>
                    <a:pt x="774" y="15836"/>
                  </a:lnTo>
                  <a:cubicBezTo>
                    <a:pt x="738" y="15836"/>
                    <a:pt x="631" y="15824"/>
                    <a:pt x="595" y="15776"/>
                  </a:cubicBezTo>
                  <a:cubicBezTo>
                    <a:pt x="572" y="15729"/>
                    <a:pt x="595" y="15633"/>
                    <a:pt x="595" y="15586"/>
                  </a:cubicBezTo>
                  <a:cubicBezTo>
                    <a:pt x="607" y="15491"/>
                    <a:pt x="619" y="15407"/>
                    <a:pt x="619" y="15312"/>
                  </a:cubicBezTo>
                  <a:cubicBezTo>
                    <a:pt x="631" y="15110"/>
                    <a:pt x="643" y="14907"/>
                    <a:pt x="655" y="14705"/>
                  </a:cubicBezTo>
                  <a:cubicBezTo>
                    <a:pt x="691" y="14300"/>
                    <a:pt x="726" y="13907"/>
                    <a:pt x="774" y="13514"/>
                  </a:cubicBezTo>
                  <a:cubicBezTo>
                    <a:pt x="845" y="12728"/>
                    <a:pt x="1000" y="11966"/>
                    <a:pt x="1215" y="11216"/>
                  </a:cubicBezTo>
                  <a:cubicBezTo>
                    <a:pt x="1369" y="10728"/>
                    <a:pt x="1560" y="10252"/>
                    <a:pt x="1798" y="9799"/>
                  </a:cubicBezTo>
                  <a:close/>
                  <a:moveTo>
                    <a:pt x="15716" y="1"/>
                  </a:moveTo>
                  <a:lnTo>
                    <a:pt x="15550" y="215"/>
                  </a:lnTo>
                  <a:cubicBezTo>
                    <a:pt x="15716" y="298"/>
                    <a:pt x="15907" y="346"/>
                    <a:pt x="16074" y="429"/>
                  </a:cubicBezTo>
                  <a:cubicBezTo>
                    <a:pt x="16312" y="536"/>
                    <a:pt x="16550" y="667"/>
                    <a:pt x="16776" y="810"/>
                  </a:cubicBezTo>
                  <a:cubicBezTo>
                    <a:pt x="17157" y="1084"/>
                    <a:pt x="17705" y="1477"/>
                    <a:pt x="17562" y="2013"/>
                  </a:cubicBezTo>
                  <a:cubicBezTo>
                    <a:pt x="17419" y="2513"/>
                    <a:pt x="16871" y="2751"/>
                    <a:pt x="16419" y="2882"/>
                  </a:cubicBezTo>
                  <a:cubicBezTo>
                    <a:pt x="16057" y="3000"/>
                    <a:pt x="15684" y="3056"/>
                    <a:pt x="15308" y="3056"/>
                  </a:cubicBezTo>
                  <a:cubicBezTo>
                    <a:pt x="15115" y="3056"/>
                    <a:pt x="14922" y="3041"/>
                    <a:pt x="14728" y="3013"/>
                  </a:cubicBezTo>
                  <a:cubicBezTo>
                    <a:pt x="14561" y="3013"/>
                    <a:pt x="14526" y="3251"/>
                    <a:pt x="14681" y="3299"/>
                  </a:cubicBezTo>
                  <a:cubicBezTo>
                    <a:pt x="14936" y="3346"/>
                    <a:pt x="15195" y="3370"/>
                    <a:pt x="15454" y="3370"/>
                  </a:cubicBezTo>
                  <a:cubicBezTo>
                    <a:pt x="15713" y="3370"/>
                    <a:pt x="15972" y="3346"/>
                    <a:pt x="16228" y="3299"/>
                  </a:cubicBezTo>
                  <a:cubicBezTo>
                    <a:pt x="16407" y="3275"/>
                    <a:pt x="16586" y="3227"/>
                    <a:pt x="16752" y="3168"/>
                  </a:cubicBezTo>
                  <a:lnTo>
                    <a:pt x="16752" y="3168"/>
                  </a:lnTo>
                  <a:cubicBezTo>
                    <a:pt x="16669" y="3668"/>
                    <a:pt x="16609" y="4168"/>
                    <a:pt x="16502" y="4656"/>
                  </a:cubicBezTo>
                  <a:cubicBezTo>
                    <a:pt x="16407" y="5096"/>
                    <a:pt x="16335" y="5620"/>
                    <a:pt x="15883" y="5811"/>
                  </a:cubicBezTo>
                  <a:cubicBezTo>
                    <a:pt x="15443" y="6001"/>
                    <a:pt x="14907" y="6025"/>
                    <a:pt x="14430" y="6061"/>
                  </a:cubicBezTo>
                  <a:cubicBezTo>
                    <a:pt x="14193" y="6077"/>
                    <a:pt x="13953" y="6086"/>
                    <a:pt x="13712" y="6086"/>
                  </a:cubicBezTo>
                  <a:cubicBezTo>
                    <a:pt x="13435" y="6086"/>
                    <a:pt x="13157" y="6074"/>
                    <a:pt x="12883" y="6049"/>
                  </a:cubicBezTo>
                  <a:cubicBezTo>
                    <a:pt x="11823" y="5954"/>
                    <a:pt x="10775" y="5751"/>
                    <a:pt x="9751" y="5442"/>
                  </a:cubicBezTo>
                  <a:cubicBezTo>
                    <a:pt x="9239" y="5299"/>
                    <a:pt x="8739" y="5132"/>
                    <a:pt x="8239" y="4954"/>
                  </a:cubicBezTo>
                  <a:cubicBezTo>
                    <a:pt x="7989" y="4870"/>
                    <a:pt x="7739" y="4775"/>
                    <a:pt x="7489" y="4680"/>
                  </a:cubicBezTo>
                  <a:cubicBezTo>
                    <a:pt x="7251" y="4620"/>
                    <a:pt x="7025" y="4525"/>
                    <a:pt x="6810" y="4394"/>
                  </a:cubicBezTo>
                  <a:cubicBezTo>
                    <a:pt x="6608" y="4251"/>
                    <a:pt x="6596" y="4001"/>
                    <a:pt x="6620" y="3775"/>
                  </a:cubicBezTo>
                  <a:cubicBezTo>
                    <a:pt x="6644" y="3477"/>
                    <a:pt x="6680" y="3191"/>
                    <a:pt x="6715" y="2870"/>
                  </a:cubicBezTo>
                  <a:cubicBezTo>
                    <a:pt x="6751" y="2549"/>
                    <a:pt x="6787" y="2227"/>
                    <a:pt x="6822" y="1906"/>
                  </a:cubicBezTo>
                  <a:cubicBezTo>
                    <a:pt x="6834" y="1751"/>
                    <a:pt x="6858" y="1608"/>
                    <a:pt x="6870" y="1453"/>
                  </a:cubicBezTo>
                  <a:lnTo>
                    <a:pt x="6608" y="1417"/>
                  </a:lnTo>
                  <a:cubicBezTo>
                    <a:pt x="6584" y="1537"/>
                    <a:pt x="6560" y="1667"/>
                    <a:pt x="6537" y="1798"/>
                  </a:cubicBezTo>
                  <a:lnTo>
                    <a:pt x="6549" y="1798"/>
                  </a:lnTo>
                  <a:cubicBezTo>
                    <a:pt x="6489" y="2120"/>
                    <a:pt x="6441" y="2465"/>
                    <a:pt x="6394" y="2763"/>
                  </a:cubicBezTo>
                  <a:cubicBezTo>
                    <a:pt x="6334" y="3061"/>
                    <a:pt x="6287" y="3358"/>
                    <a:pt x="6239" y="3656"/>
                  </a:cubicBezTo>
                  <a:cubicBezTo>
                    <a:pt x="6191" y="3882"/>
                    <a:pt x="6203" y="4132"/>
                    <a:pt x="6263" y="4358"/>
                  </a:cubicBezTo>
                  <a:cubicBezTo>
                    <a:pt x="6322" y="4549"/>
                    <a:pt x="6453" y="4715"/>
                    <a:pt x="6632" y="4823"/>
                  </a:cubicBezTo>
                  <a:cubicBezTo>
                    <a:pt x="6465" y="5454"/>
                    <a:pt x="5894" y="5930"/>
                    <a:pt x="5334" y="6239"/>
                  </a:cubicBezTo>
                  <a:cubicBezTo>
                    <a:pt x="4691" y="6609"/>
                    <a:pt x="3989" y="6847"/>
                    <a:pt x="3381" y="7275"/>
                  </a:cubicBezTo>
                  <a:cubicBezTo>
                    <a:pt x="2274" y="8037"/>
                    <a:pt x="1512" y="9204"/>
                    <a:pt x="1036" y="10442"/>
                  </a:cubicBezTo>
                  <a:cubicBezTo>
                    <a:pt x="464" y="11943"/>
                    <a:pt x="298" y="13526"/>
                    <a:pt x="167" y="15110"/>
                  </a:cubicBezTo>
                  <a:cubicBezTo>
                    <a:pt x="143" y="15431"/>
                    <a:pt x="0" y="15919"/>
                    <a:pt x="298" y="16157"/>
                  </a:cubicBezTo>
                  <a:cubicBezTo>
                    <a:pt x="429" y="16253"/>
                    <a:pt x="595" y="16312"/>
                    <a:pt x="762" y="16336"/>
                  </a:cubicBezTo>
                  <a:lnTo>
                    <a:pt x="1357" y="16479"/>
                  </a:lnTo>
                  <a:cubicBezTo>
                    <a:pt x="2131" y="16681"/>
                    <a:pt x="2893" y="16872"/>
                    <a:pt x="3667" y="17050"/>
                  </a:cubicBezTo>
                  <a:cubicBezTo>
                    <a:pt x="6739" y="17789"/>
                    <a:pt x="9847" y="18431"/>
                    <a:pt x="13002" y="18658"/>
                  </a:cubicBezTo>
                  <a:cubicBezTo>
                    <a:pt x="13748" y="18714"/>
                    <a:pt x="14495" y="18741"/>
                    <a:pt x="15242" y="18741"/>
                  </a:cubicBezTo>
                  <a:cubicBezTo>
                    <a:pt x="16067" y="18741"/>
                    <a:pt x="16892" y="18708"/>
                    <a:pt x="17717" y="18646"/>
                  </a:cubicBezTo>
                  <a:cubicBezTo>
                    <a:pt x="18050" y="18610"/>
                    <a:pt x="18455" y="18622"/>
                    <a:pt x="18669" y="18324"/>
                  </a:cubicBezTo>
                  <a:cubicBezTo>
                    <a:pt x="18764" y="18181"/>
                    <a:pt x="18836" y="18027"/>
                    <a:pt x="18872" y="17860"/>
                  </a:cubicBezTo>
                  <a:cubicBezTo>
                    <a:pt x="18919" y="17658"/>
                    <a:pt x="18979" y="17455"/>
                    <a:pt x="19026" y="17253"/>
                  </a:cubicBezTo>
                  <a:cubicBezTo>
                    <a:pt x="19205" y="16479"/>
                    <a:pt x="19324" y="15693"/>
                    <a:pt x="19372" y="14907"/>
                  </a:cubicBezTo>
                  <a:cubicBezTo>
                    <a:pt x="19419" y="14109"/>
                    <a:pt x="19419" y="13324"/>
                    <a:pt x="19348" y="12526"/>
                  </a:cubicBezTo>
                  <a:cubicBezTo>
                    <a:pt x="19300" y="11823"/>
                    <a:pt x="19157" y="11133"/>
                    <a:pt x="18943" y="10454"/>
                  </a:cubicBezTo>
                  <a:cubicBezTo>
                    <a:pt x="18717" y="9811"/>
                    <a:pt x="18348" y="9216"/>
                    <a:pt x="17848" y="8740"/>
                  </a:cubicBezTo>
                  <a:cubicBezTo>
                    <a:pt x="17348" y="8264"/>
                    <a:pt x="16752" y="7883"/>
                    <a:pt x="16324" y="7347"/>
                  </a:cubicBezTo>
                  <a:cubicBezTo>
                    <a:pt x="16121" y="7097"/>
                    <a:pt x="15978" y="6823"/>
                    <a:pt x="15895" y="6525"/>
                  </a:cubicBezTo>
                  <a:cubicBezTo>
                    <a:pt x="15883" y="6454"/>
                    <a:pt x="15847" y="6394"/>
                    <a:pt x="15800" y="6347"/>
                  </a:cubicBezTo>
                  <a:cubicBezTo>
                    <a:pt x="15835" y="6347"/>
                    <a:pt x="15871" y="6335"/>
                    <a:pt x="15895" y="6323"/>
                  </a:cubicBezTo>
                  <a:cubicBezTo>
                    <a:pt x="16169" y="6251"/>
                    <a:pt x="16419" y="6097"/>
                    <a:pt x="16586" y="5870"/>
                  </a:cubicBezTo>
                  <a:cubicBezTo>
                    <a:pt x="16752" y="5620"/>
                    <a:pt x="16859" y="5347"/>
                    <a:pt x="16907" y="5061"/>
                  </a:cubicBezTo>
                  <a:cubicBezTo>
                    <a:pt x="17086" y="4382"/>
                    <a:pt x="17205" y="3692"/>
                    <a:pt x="17240" y="3001"/>
                  </a:cubicBezTo>
                  <a:cubicBezTo>
                    <a:pt x="17240" y="2989"/>
                    <a:pt x="17240" y="2977"/>
                    <a:pt x="17240" y="2965"/>
                  </a:cubicBezTo>
                  <a:cubicBezTo>
                    <a:pt x="17348" y="2906"/>
                    <a:pt x="17443" y="2834"/>
                    <a:pt x="17550" y="2751"/>
                  </a:cubicBezTo>
                  <a:cubicBezTo>
                    <a:pt x="17895" y="2441"/>
                    <a:pt x="18110" y="1941"/>
                    <a:pt x="17943" y="1501"/>
                  </a:cubicBezTo>
                  <a:cubicBezTo>
                    <a:pt x="17788" y="1048"/>
                    <a:pt x="17312" y="715"/>
                    <a:pt x="16931" y="477"/>
                  </a:cubicBezTo>
                  <a:cubicBezTo>
                    <a:pt x="16693" y="322"/>
                    <a:pt x="16431" y="191"/>
                    <a:pt x="16157" y="108"/>
                  </a:cubicBezTo>
                  <a:cubicBezTo>
                    <a:pt x="16014" y="60"/>
                    <a:pt x="15859" y="24"/>
                    <a:pt x="157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365" name="Google Shape;3365;p66"/>
          <p:cNvPicPr preferRelativeResize="0"/>
          <p:nvPr/>
        </p:nvPicPr>
        <p:blipFill rotWithShape="1">
          <a:blip r:embed="rId3">
            <a:alphaModFix/>
          </a:blip>
          <a:srcRect l="3095" r="3104"/>
          <a:stretch/>
        </p:blipFill>
        <p:spPr>
          <a:xfrm>
            <a:off x="4644025" y="1643125"/>
            <a:ext cx="2922600" cy="17526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grpSp>
        <p:nvGrpSpPr>
          <p:cNvPr id="3366" name="Google Shape;3366;p66"/>
          <p:cNvGrpSpPr/>
          <p:nvPr/>
        </p:nvGrpSpPr>
        <p:grpSpPr>
          <a:xfrm>
            <a:off x="4467885" y="1460543"/>
            <a:ext cx="3314131" cy="2555299"/>
            <a:chOff x="4467885" y="1460543"/>
            <a:chExt cx="3314131" cy="2555299"/>
          </a:xfrm>
        </p:grpSpPr>
        <p:sp>
          <p:nvSpPr>
            <p:cNvPr id="3367" name="Google Shape;3367;p66"/>
            <p:cNvSpPr/>
            <p:nvPr/>
          </p:nvSpPr>
          <p:spPr>
            <a:xfrm>
              <a:off x="5541245" y="3548260"/>
              <a:ext cx="1092760" cy="467582"/>
            </a:xfrm>
            <a:custGeom>
              <a:avLst/>
              <a:gdLst/>
              <a:ahLst/>
              <a:cxnLst/>
              <a:rect l="l" t="t" r="r" b="b"/>
              <a:pathLst>
                <a:path w="15515" h="7490" extrusionOk="0">
                  <a:moveTo>
                    <a:pt x="2882" y="0"/>
                  </a:moveTo>
                  <a:cubicBezTo>
                    <a:pt x="2822" y="333"/>
                    <a:pt x="2727" y="655"/>
                    <a:pt x="2608" y="976"/>
                  </a:cubicBezTo>
                  <a:cubicBezTo>
                    <a:pt x="2334" y="1798"/>
                    <a:pt x="2013" y="2596"/>
                    <a:pt x="1679" y="3393"/>
                  </a:cubicBezTo>
                  <a:cubicBezTo>
                    <a:pt x="1143" y="4679"/>
                    <a:pt x="596" y="5977"/>
                    <a:pt x="0" y="7239"/>
                  </a:cubicBezTo>
                  <a:cubicBezTo>
                    <a:pt x="573" y="7360"/>
                    <a:pt x="1183" y="7397"/>
                    <a:pt x="1797" y="7397"/>
                  </a:cubicBezTo>
                  <a:cubicBezTo>
                    <a:pt x="2639" y="7397"/>
                    <a:pt x="3487" y="7326"/>
                    <a:pt x="4251" y="7299"/>
                  </a:cubicBezTo>
                  <a:cubicBezTo>
                    <a:pt x="6353" y="7236"/>
                    <a:pt x="8491" y="7020"/>
                    <a:pt x="10614" y="7020"/>
                  </a:cubicBezTo>
                  <a:cubicBezTo>
                    <a:pt x="11726" y="7020"/>
                    <a:pt x="12834" y="7079"/>
                    <a:pt x="13931" y="7251"/>
                  </a:cubicBezTo>
                  <a:cubicBezTo>
                    <a:pt x="14336" y="7322"/>
                    <a:pt x="14728" y="7406"/>
                    <a:pt x="15133" y="7465"/>
                  </a:cubicBezTo>
                  <a:cubicBezTo>
                    <a:pt x="15217" y="7477"/>
                    <a:pt x="15371" y="7477"/>
                    <a:pt x="15514" y="7489"/>
                  </a:cubicBezTo>
                  <a:cubicBezTo>
                    <a:pt x="15407" y="7239"/>
                    <a:pt x="15312" y="6989"/>
                    <a:pt x="15229" y="6727"/>
                  </a:cubicBezTo>
                  <a:cubicBezTo>
                    <a:pt x="14359" y="4513"/>
                    <a:pt x="13312" y="2334"/>
                    <a:pt x="12597" y="60"/>
                  </a:cubicBezTo>
                  <a:cubicBezTo>
                    <a:pt x="9359" y="60"/>
                    <a:pt x="6120" y="48"/>
                    <a:pt x="2882" y="0"/>
                  </a:cubicBezTo>
                  <a:close/>
                </a:path>
              </a:pathLst>
            </a:custGeom>
            <a:solidFill>
              <a:srgbClr val="BAD048"/>
            </a:solidFill>
            <a:ln w="19050" cap="flat" cmpd="sng">
              <a:solidFill>
                <a:srgbClr val="7D84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Google Shape;3368;p66"/>
            <p:cNvSpPr/>
            <p:nvPr/>
          </p:nvSpPr>
          <p:spPr>
            <a:xfrm>
              <a:off x="4467885" y="1460543"/>
              <a:ext cx="3314131" cy="2115293"/>
            </a:xfrm>
            <a:custGeom>
              <a:avLst/>
              <a:gdLst/>
              <a:ahLst/>
              <a:cxnLst/>
              <a:rect l="l" t="t" r="r" b="b"/>
              <a:pathLst>
                <a:path w="47054" h="33884" extrusionOk="0">
                  <a:moveTo>
                    <a:pt x="5379" y="2539"/>
                  </a:moveTo>
                  <a:cubicBezTo>
                    <a:pt x="5851" y="2539"/>
                    <a:pt x="6333" y="2605"/>
                    <a:pt x="6716" y="2615"/>
                  </a:cubicBezTo>
                  <a:cubicBezTo>
                    <a:pt x="10204" y="2722"/>
                    <a:pt x="13716" y="2675"/>
                    <a:pt x="17205" y="2698"/>
                  </a:cubicBezTo>
                  <a:cubicBezTo>
                    <a:pt x="25766" y="2746"/>
                    <a:pt x="34326" y="2782"/>
                    <a:pt x="42899" y="2817"/>
                  </a:cubicBezTo>
                  <a:cubicBezTo>
                    <a:pt x="43089" y="2817"/>
                    <a:pt x="43256" y="2937"/>
                    <a:pt x="43315" y="3127"/>
                  </a:cubicBezTo>
                  <a:cubicBezTo>
                    <a:pt x="43392" y="3084"/>
                    <a:pt x="43480" y="3062"/>
                    <a:pt x="43568" y="3062"/>
                  </a:cubicBezTo>
                  <a:cubicBezTo>
                    <a:pt x="43795" y="3062"/>
                    <a:pt x="44018" y="3208"/>
                    <a:pt x="44018" y="3508"/>
                  </a:cubicBezTo>
                  <a:cubicBezTo>
                    <a:pt x="44018" y="4163"/>
                    <a:pt x="44042" y="4818"/>
                    <a:pt x="44054" y="5484"/>
                  </a:cubicBezTo>
                  <a:cubicBezTo>
                    <a:pt x="44185" y="10985"/>
                    <a:pt x="44339" y="16486"/>
                    <a:pt x="44208" y="21987"/>
                  </a:cubicBezTo>
                  <a:lnTo>
                    <a:pt x="44208" y="21975"/>
                  </a:lnTo>
                  <a:cubicBezTo>
                    <a:pt x="44149" y="24284"/>
                    <a:pt x="44101" y="26630"/>
                    <a:pt x="43684" y="28892"/>
                  </a:cubicBezTo>
                  <a:cubicBezTo>
                    <a:pt x="43494" y="29964"/>
                    <a:pt x="43268" y="30976"/>
                    <a:pt x="42065" y="31095"/>
                  </a:cubicBezTo>
                  <a:cubicBezTo>
                    <a:pt x="39599" y="31325"/>
                    <a:pt x="37095" y="31361"/>
                    <a:pt x="34598" y="31361"/>
                  </a:cubicBezTo>
                  <a:cubicBezTo>
                    <a:pt x="33480" y="31361"/>
                    <a:pt x="32363" y="31354"/>
                    <a:pt x="31252" y="31354"/>
                  </a:cubicBezTo>
                  <a:cubicBezTo>
                    <a:pt x="30867" y="31354"/>
                    <a:pt x="30483" y="31354"/>
                    <a:pt x="30099" y="31357"/>
                  </a:cubicBezTo>
                  <a:cubicBezTo>
                    <a:pt x="28937" y="31361"/>
                    <a:pt x="27775" y="31364"/>
                    <a:pt x="26613" y="31364"/>
                  </a:cubicBezTo>
                  <a:cubicBezTo>
                    <a:pt x="21965" y="31364"/>
                    <a:pt x="17315" y="31319"/>
                    <a:pt x="12657" y="31166"/>
                  </a:cubicBezTo>
                  <a:cubicBezTo>
                    <a:pt x="10573" y="31083"/>
                    <a:pt x="8478" y="31011"/>
                    <a:pt x="6394" y="30809"/>
                  </a:cubicBezTo>
                  <a:cubicBezTo>
                    <a:pt x="5537" y="30726"/>
                    <a:pt x="4001" y="30773"/>
                    <a:pt x="3525" y="29892"/>
                  </a:cubicBezTo>
                  <a:cubicBezTo>
                    <a:pt x="3191" y="29285"/>
                    <a:pt x="3144" y="28475"/>
                    <a:pt x="3072" y="27797"/>
                  </a:cubicBezTo>
                  <a:cubicBezTo>
                    <a:pt x="2953" y="26630"/>
                    <a:pt x="2917" y="25439"/>
                    <a:pt x="2894" y="24261"/>
                  </a:cubicBezTo>
                  <a:cubicBezTo>
                    <a:pt x="2846" y="21070"/>
                    <a:pt x="2941" y="17867"/>
                    <a:pt x="3048" y="14664"/>
                  </a:cubicBezTo>
                  <a:cubicBezTo>
                    <a:pt x="3156" y="11890"/>
                    <a:pt x="3287" y="9116"/>
                    <a:pt x="3406" y="6330"/>
                  </a:cubicBezTo>
                  <a:cubicBezTo>
                    <a:pt x="3441" y="5377"/>
                    <a:pt x="3263" y="4044"/>
                    <a:pt x="3775" y="3210"/>
                  </a:cubicBezTo>
                  <a:cubicBezTo>
                    <a:pt x="4111" y="2661"/>
                    <a:pt x="4737" y="2539"/>
                    <a:pt x="5379" y="2539"/>
                  </a:cubicBezTo>
                  <a:close/>
                  <a:moveTo>
                    <a:pt x="45792" y="33511"/>
                  </a:moveTo>
                  <a:cubicBezTo>
                    <a:pt x="45792" y="33511"/>
                    <a:pt x="45792" y="33511"/>
                    <a:pt x="45792" y="33512"/>
                  </a:cubicBezTo>
                  <a:cubicBezTo>
                    <a:pt x="45792" y="33511"/>
                    <a:pt x="45792" y="33511"/>
                    <a:pt x="45792" y="33511"/>
                  </a:cubicBezTo>
                  <a:close/>
                  <a:moveTo>
                    <a:pt x="2129" y="0"/>
                  </a:moveTo>
                  <a:cubicBezTo>
                    <a:pt x="1602" y="0"/>
                    <a:pt x="1130" y="100"/>
                    <a:pt x="953" y="472"/>
                  </a:cubicBezTo>
                  <a:cubicBezTo>
                    <a:pt x="667" y="1079"/>
                    <a:pt x="774" y="1960"/>
                    <a:pt x="751" y="2615"/>
                  </a:cubicBezTo>
                  <a:cubicBezTo>
                    <a:pt x="727" y="3198"/>
                    <a:pt x="703" y="3770"/>
                    <a:pt x="679" y="4353"/>
                  </a:cubicBezTo>
                  <a:cubicBezTo>
                    <a:pt x="620" y="5865"/>
                    <a:pt x="548" y="7378"/>
                    <a:pt x="489" y="8890"/>
                  </a:cubicBezTo>
                  <a:cubicBezTo>
                    <a:pt x="334" y="12616"/>
                    <a:pt x="191" y="16331"/>
                    <a:pt x="131" y="20058"/>
                  </a:cubicBezTo>
                  <a:cubicBezTo>
                    <a:pt x="72" y="23320"/>
                    <a:pt x="0" y="26606"/>
                    <a:pt x="262" y="29857"/>
                  </a:cubicBezTo>
                  <a:cubicBezTo>
                    <a:pt x="322" y="30702"/>
                    <a:pt x="346" y="31714"/>
                    <a:pt x="691" y="32512"/>
                  </a:cubicBezTo>
                  <a:cubicBezTo>
                    <a:pt x="786" y="32738"/>
                    <a:pt x="810" y="32738"/>
                    <a:pt x="870" y="32774"/>
                  </a:cubicBezTo>
                  <a:cubicBezTo>
                    <a:pt x="1060" y="32833"/>
                    <a:pt x="1274" y="32893"/>
                    <a:pt x="1477" y="32928"/>
                  </a:cubicBezTo>
                  <a:cubicBezTo>
                    <a:pt x="3334" y="33333"/>
                    <a:pt x="5299" y="33381"/>
                    <a:pt x="7192" y="33476"/>
                  </a:cubicBezTo>
                  <a:cubicBezTo>
                    <a:pt x="10252" y="33643"/>
                    <a:pt x="13312" y="33714"/>
                    <a:pt x="16372" y="33774"/>
                  </a:cubicBezTo>
                  <a:cubicBezTo>
                    <a:pt x="20186" y="33848"/>
                    <a:pt x="24000" y="33884"/>
                    <a:pt x="27817" y="33884"/>
                  </a:cubicBezTo>
                  <a:cubicBezTo>
                    <a:pt x="30743" y="33884"/>
                    <a:pt x="33671" y="33863"/>
                    <a:pt x="36600" y="33821"/>
                  </a:cubicBezTo>
                  <a:cubicBezTo>
                    <a:pt x="38946" y="33786"/>
                    <a:pt x="41303" y="33750"/>
                    <a:pt x="43637" y="33655"/>
                  </a:cubicBezTo>
                  <a:cubicBezTo>
                    <a:pt x="44280" y="33619"/>
                    <a:pt x="44911" y="33607"/>
                    <a:pt x="45554" y="33536"/>
                  </a:cubicBezTo>
                  <a:cubicBezTo>
                    <a:pt x="45660" y="33526"/>
                    <a:pt x="45758" y="33508"/>
                    <a:pt x="45785" y="33508"/>
                  </a:cubicBezTo>
                  <a:cubicBezTo>
                    <a:pt x="45791" y="33508"/>
                    <a:pt x="45794" y="33509"/>
                    <a:pt x="45792" y="33511"/>
                  </a:cubicBezTo>
                  <a:lnTo>
                    <a:pt x="45792" y="33511"/>
                  </a:lnTo>
                  <a:cubicBezTo>
                    <a:pt x="45899" y="33380"/>
                    <a:pt x="45982" y="33226"/>
                    <a:pt x="46042" y="33059"/>
                  </a:cubicBezTo>
                  <a:cubicBezTo>
                    <a:pt x="46840" y="31083"/>
                    <a:pt x="46768" y="28594"/>
                    <a:pt x="46875" y="26499"/>
                  </a:cubicBezTo>
                  <a:cubicBezTo>
                    <a:pt x="47042" y="23082"/>
                    <a:pt x="47054" y="19665"/>
                    <a:pt x="47042" y="16248"/>
                  </a:cubicBezTo>
                  <a:cubicBezTo>
                    <a:pt x="47018" y="10914"/>
                    <a:pt x="46780" y="5580"/>
                    <a:pt x="46780" y="246"/>
                  </a:cubicBezTo>
                  <a:cubicBezTo>
                    <a:pt x="46704" y="333"/>
                    <a:pt x="46588" y="390"/>
                    <a:pt x="46477" y="390"/>
                  </a:cubicBezTo>
                  <a:cubicBezTo>
                    <a:pt x="46467" y="390"/>
                    <a:pt x="46457" y="390"/>
                    <a:pt x="46447" y="389"/>
                  </a:cubicBezTo>
                  <a:lnTo>
                    <a:pt x="45720" y="389"/>
                  </a:lnTo>
                  <a:cubicBezTo>
                    <a:pt x="41053" y="377"/>
                    <a:pt x="36386" y="353"/>
                    <a:pt x="31719" y="329"/>
                  </a:cubicBezTo>
                  <a:cubicBezTo>
                    <a:pt x="25218" y="293"/>
                    <a:pt x="18717" y="258"/>
                    <a:pt x="12216" y="222"/>
                  </a:cubicBezTo>
                  <a:cubicBezTo>
                    <a:pt x="9966" y="210"/>
                    <a:pt x="7728" y="198"/>
                    <a:pt x="5489" y="162"/>
                  </a:cubicBezTo>
                  <a:cubicBezTo>
                    <a:pt x="4930" y="162"/>
                    <a:pt x="4358" y="150"/>
                    <a:pt x="3799" y="139"/>
                  </a:cubicBezTo>
                  <a:cubicBezTo>
                    <a:pt x="3410" y="132"/>
                    <a:pt x="2734" y="0"/>
                    <a:pt x="2129" y="0"/>
                  </a:cubicBezTo>
                  <a:close/>
                </a:path>
              </a:pathLst>
            </a:custGeom>
            <a:solidFill>
              <a:srgbClr val="BAD048"/>
            </a:solidFill>
            <a:ln w="19050" cap="flat" cmpd="sng">
              <a:solidFill>
                <a:srgbClr val="7D84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3" name="Google Shape;3373;p67"/>
          <p:cNvSpPr txBox="1">
            <a:spLocks noGrp="1"/>
          </p:cNvSpPr>
          <p:nvPr>
            <p:ph type="title"/>
          </p:nvPr>
        </p:nvSpPr>
        <p:spPr>
          <a:xfrm>
            <a:off x="758775" y="405130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Follow </a:t>
            </a:r>
            <a:r>
              <a:rPr lang="en"/>
              <a:t>u</a:t>
            </a:r>
            <a:r>
              <a:rPr lang="en">
                <a:solidFill>
                  <a:schemeClr val="accent2"/>
                </a:solidFill>
              </a:rPr>
              <a:t>s!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3374" name="Google Shape;3374;p67"/>
          <p:cNvSpPr txBox="1">
            <a:spLocks noGrp="1"/>
          </p:cNvSpPr>
          <p:nvPr>
            <p:ph type="subTitle" idx="1"/>
          </p:nvPr>
        </p:nvSpPr>
        <p:spPr>
          <a:xfrm>
            <a:off x="4900800" y="2298500"/>
            <a:ext cx="2908200" cy="13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replace the image on the screen with your own work. Right click on it and choose "Replace image" so you can add yours</a:t>
            </a:r>
            <a:endParaRPr/>
          </a:p>
        </p:txBody>
      </p:sp>
      <p:pic>
        <p:nvPicPr>
          <p:cNvPr id="3375" name="Google Shape;3375;p67"/>
          <p:cNvPicPr preferRelativeResize="0"/>
          <p:nvPr/>
        </p:nvPicPr>
        <p:blipFill rotWithShape="1">
          <a:blip r:embed="rId3">
            <a:alphaModFix/>
          </a:blip>
          <a:srcRect l="7477" t="7498" r="7264" b="8156"/>
          <a:stretch/>
        </p:blipFill>
        <p:spPr>
          <a:xfrm>
            <a:off x="2131375" y="1584375"/>
            <a:ext cx="1742700" cy="2424900"/>
          </a:xfrm>
          <a:prstGeom prst="roundRect">
            <a:avLst>
              <a:gd name="adj" fmla="val 0"/>
            </a:avLst>
          </a:prstGeom>
          <a:noFill/>
          <a:ln w="19050" cap="flat" cmpd="sng">
            <a:solidFill>
              <a:srgbClr val="5F5B5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376" name="Google Shape;3376;p67"/>
          <p:cNvSpPr/>
          <p:nvPr/>
        </p:nvSpPr>
        <p:spPr>
          <a:xfrm>
            <a:off x="2042941" y="1475743"/>
            <a:ext cx="1921918" cy="2792438"/>
          </a:xfrm>
          <a:custGeom>
            <a:avLst/>
            <a:gdLst/>
            <a:ahLst/>
            <a:cxnLst/>
            <a:rect l="l" t="t" r="r" b="b"/>
            <a:pathLst>
              <a:path w="32052" h="44083" extrusionOk="0">
                <a:moveTo>
                  <a:pt x="16645" y="2311"/>
                </a:moveTo>
                <a:cubicBezTo>
                  <a:pt x="17907" y="2311"/>
                  <a:pt x="19169" y="2322"/>
                  <a:pt x="20431" y="2349"/>
                </a:cubicBezTo>
                <a:cubicBezTo>
                  <a:pt x="22646" y="2397"/>
                  <a:pt x="24896" y="2444"/>
                  <a:pt x="27099" y="2766"/>
                </a:cubicBezTo>
                <a:cubicBezTo>
                  <a:pt x="28063" y="2909"/>
                  <a:pt x="29420" y="3040"/>
                  <a:pt x="29670" y="4147"/>
                </a:cubicBezTo>
                <a:cubicBezTo>
                  <a:pt x="29932" y="5290"/>
                  <a:pt x="29825" y="6623"/>
                  <a:pt x="29849" y="7790"/>
                </a:cubicBezTo>
                <a:cubicBezTo>
                  <a:pt x="29921" y="10040"/>
                  <a:pt x="29944" y="12291"/>
                  <a:pt x="29956" y="14541"/>
                </a:cubicBezTo>
                <a:cubicBezTo>
                  <a:pt x="29992" y="19899"/>
                  <a:pt x="29968" y="25280"/>
                  <a:pt x="29778" y="30638"/>
                </a:cubicBezTo>
                <a:cubicBezTo>
                  <a:pt x="29706" y="32591"/>
                  <a:pt x="29647" y="34567"/>
                  <a:pt x="29432" y="36520"/>
                </a:cubicBezTo>
                <a:cubicBezTo>
                  <a:pt x="29349" y="37365"/>
                  <a:pt x="29373" y="38711"/>
                  <a:pt x="28539" y="39211"/>
                </a:cubicBezTo>
                <a:cubicBezTo>
                  <a:pt x="27650" y="39752"/>
                  <a:pt x="26305" y="39822"/>
                  <a:pt x="25081" y="39822"/>
                </a:cubicBezTo>
                <a:cubicBezTo>
                  <a:pt x="24660" y="39822"/>
                  <a:pt x="24252" y="39814"/>
                  <a:pt x="23883" y="39814"/>
                </a:cubicBezTo>
                <a:cubicBezTo>
                  <a:pt x="23747" y="39814"/>
                  <a:pt x="23616" y="39815"/>
                  <a:pt x="23491" y="39818"/>
                </a:cubicBezTo>
                <a:cubicBezTo>
                  <a:pt x="22754" y="39833"/>
                  <a:pt x="22019" y="39840"/>
                  <a:pt x="21283" y="39840"/>
                </a:cubicBezTo>
                <a:cubicBezTo>
                  <a:pt x="19119" y="39840"/>
                  <a:pt x="16959" y="39782"/>
                  <a:pt x="14800" y="39711"/>
                </a:cubicBezTo>
                <a:cubicBezTo>
                  <a:pt x="12109" y="39627"/>
                  <a:pt x="9418" y="39508"/>
                  <a:pt x="6727" y="39389"/>
                </a:cubicBezTo>
                <a:cubicBezTo>
                  <a:pt x="5739" y="39354"/>
                  <a:pt x="4608" y="39437"/>
                  <a:pt x="3643" y="39211"/>
                </a:cubicBezTo>
                <a:cubicBezTo>
                  <a:pt x="2619" y="38961"/>
                  <a:pt x="2393" y="38199"/>
                  <a:pt x="2417" y="37234"/>
                </a:cubicBezTo>
                <a:cubicBezTo>
                  <a:pt x="2477" y="34043"/>
                  <a:pt x="2524" y="30852"/>
                  <a:pt x="2548" y="27662"/>
                </a:cubicBezTo>
                <a:lnTo>
                  <a:pt x="2548" y="27650"/>
                </a:lnTo>
                <a:cubicBezTo>
                  <a:pt x="2596" y="19684"/>
                  <a:pt x="2631" y="11695"/>
                  <a:pt x="2667" y="3718"/>
                </a:cubicBezTo>
                <a:cubicBezTo>
                  <a:pt x="2655" y="3528"/>
                  <a:pt x="2739" y="3361"/>
                  <a:pt x="2893" y="3254"/>
                </a:cubicBezTo>
                <a:cubicBezTo>
                  <a:pt x="2834" y="2920"/>
                  <a:pt x="3012" y="2528"/>
                  <a:pt x="3465" y="2528"/>
                </a:cubicBezTo>
                <a:cubicBezTo>
                  <a:pt x="4072" y="2528"/>
                  <a:pt x="4679" y="2516"/>
                  <a:pt x="5286" y="2492"/>
                </a:cubicBezTo>
                <a:cubicBezTo>
                  <a:pt x="9073" y="2411"/>
                  <a:pt x="12859" y="2311"/>
                  <a:pt x="16645" y="2311"/>
                </a:cubicBezTo>
                <a:close/>
                <a:moveTo>
                  <a:pt x="16505" y="40457"/>
                </a:moveTo>
                <a:cubicBezTo>
                  <a:pt x="16742" y="40457"/>
                  <a:pt x="16974" y="40517"/>
                  <a:pt x="17169" y="40651"/>
                </a:cubicBezTo>
                <a:cubicBezTo>
                  <a:pt x="17681" y="41020"/>
                  <a:pt x="17812" y="41723"/>
                  <a:pt x="17467" y="42247"/>
                </a:cubicBezTo>
                <a:cubicBezTo>
                  <a:pt x="17371" y="42425"/>
                  <a:pt x="17169" y="42532"/>
                  <a:pt x="16967" y="42544"/>
                </a:cubicBezTo>
                <a:cubicBezTo>
                  <a:pt x="16754" y="42686"/>
                  <a:pt x="16508" y="42762"/>
                  <a:pt x="16259" y="42762"/>
                </a:cubicBezTo>
                <a:cubicBezTo>
                  <a:pt x="16173" y="42762"/>
                  <a:pt x="16087" y="42753"/>
                  <a:pt x="16002" y="42735"/>
                </a:cubicBezTo>
                <a:cubicBezTo>
                  <a:pt x="15585" y="42640"/>
                  <a:pt x="15252" y="42354"/>
                  <a:pt x="15109" y="41949"/>
                </a:cubicBezTo>
                <a:cubicBezTo>
                  <a:pt x="14942" y="41473"/>
                  <a:pt x="15192" y="41032"/>
                  <a:pt x="15573" y="40758"/>
                </a:cubicBezTo>
                <a:cubicBezTo>
                  <a:pt x="15836" y="40572"/>
                  <a:pt x="16176" y="40457"/>
                  <a:pt x="16505" y="40457"/>
                </a:cubicBezTo>
                <a:close/>
                <a:moveTo>
                  <a:pt x="17057" y="0"/>
                </a:moveTo>
                <a:cubicBezTo>
                  <a:pt x="16495" y="0"/>
                  <a:pt x="15933" y="1"/>
                  <a:pt x="15371" y="3"/>
                </a:cubicBezTo>
                <a:cubicBezTo>
                  <a:pt x="10466" y="27"/>
                  <a:pt x="5560" y="242"/>
                  <a:pt x="655" y="253"/>
                </a:cubicBezTo>
                <a:cubicBezTo>
                  <a:pt x="667" y="301"/>
                  <a:pt x="667" y="349"/>
                  <a:pt x="667" y="408"/>
                </a:cubicBezTo>
                <a:lnTo>
                  <a:pt x="679" y="1087"/>
                </a:lnTo>
                <a:cubicBezTo>
                  <a:pt x="631" y="11612"/>
                  <a:pt x="572" y="22149"/>
                  <a:pt x="512" y="32674"/>
                </a:cubicBezTo>
                <a:cubicBezTo>
                  <a:pt x="500" y="34793"/>
                  <a:pt x="476" y="36913"/>
                  <a:pt x="464" y="39020"/>
                </a:cubicBezTo>
                <a:cubicBezTo>
                  <a:pt x="453" y="40008"/>
                  <a:pt x="0" y="42854"/>
                  <a:pt x="714" y="43271"/>
                </a:cubicBezTo>
                <a:cubicBezTo>
                  <a:pt x="969" y="43426"/>
                  <a:pt x="1344" y="43461"/>
                  <a:pt x="1727" y="43461"/>
                </a:cubicBezTo>
                <a:cubicBezTo>
                  <a:pt x="2047" y="43461"/>
                  <a:pt x="2373" y="43437"/>
                  <a:pt x="2640" y="43437"/>
                </a:cubicBezTo>
                <a:cubicBezTo>
                  <a:pt x="2665" y="43437"/>
                  <a:pt x="2690" y="43437"/>
                  <a:pt x="2715" y="43437"/>
                </a:cubicBezTo>
                <a:cubicBezTo>
                  <a:pt x="3251" y="43461"/>
                  <a:pt x="3786" y="43485"/>
                  <a:pt x="4322" y="43509"/>
                </a:cubicBezTo>
                <a:cubicBezTo>
                  <a:pt x="5751" y="43568"/>
                  <a:pt x="7191" y="43628"/>
                  <a:pt x="8620" y="43687"/>
                </a:cubicBezTo>
                <a:cubicBezTo>
                  <a:pt x="12133" y="43842"/>
                  <a:pt x="15645" y="43961"/>
                  <a:pt x="19145" y="44033"/>
                </a:cubicBezTo>
                <a:cubicBezTo>
                  <a:pt x="20472" y="44058"/>
                  <a:pt x="21800" y="44082"/>
                  <a:pt x="23127" y="44082"/>
                </a:cubicBezTo>
                <a:cubicBezTo>
                  <a:pt x="24861" y="44082"/>
                  <a:pt x="26593" y="44042"/>
                  <a:pt x="28313" y="43914"/>
                </a:cubicBezTo>
                <a:cubicBezTo>
                  <a:pt x="29147" y="43842"/>
                  <a:pt x="30075" y="43806"/>
                  <a:pt x="30861" y="43497"/>
                </a:cubicBezTo>
                <a:cubicBezTo>
                  <a:pt x="31028" y="43425"/>
                  <a:pt x="30944" y="43461"/>
                  <a:pt x="30980" y="43402"/>
                </a:cubicBezTo>
                <a:cubicBezTo>
                  <a:pt x="31052" y="43199"/>
                  <a:pt x="31111" y="42985"/>
                  <a:pt x="31147" y="42759"/>
                </a:cubicBezTo>
                <a:cubicBezTo>
                  <a:pt x="31504" y="40949"/>
                  <a:pt x="31552" y="39044"/>
                  <a:pt x="31647" y="37210"/>
                </a:cubicBezTo>
                <a:cubicBezTo>
                  <a:pt x="31790" y="34341"/>
                  <a:pt x="31861" y="31460"/>
                  <a:pt x="31909" y="28590"/>
                </a:cubicBezTo>
                <a:cubicBezTo>
                  <a:pt x="32028" y="22280"/>
                  <a:pt x="32052" y="15970"/>
                  <a:pt x="31956" y="9659"/>
                </a:cubicBezTo>
                <a:cubicBezTo>
                  <a:pt x="31921" y="7469"/>
                  <a:pt x="31885" y="5254"/>
                  <a:pt x="31790" y="3051"/>
                </a:cubicBezTo>
                <a:cubicBezTo>
                  <a:pt x="31766" y="2456"/>
                  <a:pt x="31706" y="1849"/>
                  <a:pt x="31683" y="1254"/>
                </a:cubicBezTo>
                <a:cubicBezTo>
                  <a:pt x="31683" y="1194"/>
                  <a:pt x="31671" y="1146"/>
                  <a:pt x="31659" y="1099"/>
                </a:cubicBezTo>
                <a:cubicBezTo>
                  <a:pt x="31540" y="1027"/>
                  <a:pt x="31421" y="968"/>
                  <a:pt x="31290" y="920"/>
                </a:cubicBezTo>
                <a:cubicBezTo>
                  <a:pt x="29385" y="194"/>
                  <a:pt x="27051" y="242"/>
                  <a:pt x="25051" y="158"/>
                </a:cubicBezTo>
                <a:cubicBezTo>
                  <a:pt x="22386" y="30"/>
                  <a:pt x="19722" y="0"/>
                  <a:pt x="17057" y="0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7" name="Google Shape;3377;p67"/>
          <p:cNvSpPr/>
          <p:nvPr/>
        </p:nvSpPr>
        <p:spPr>
          <a:xfrm>
            <a:off x="3023165" y="4128496"/>
            <a:ext cx="780" cy="60"/>
          </a:xfrm>
          <a:custGeom>
            <a:avLst/>
            <a:gdLst/>
            <a:ahLst/>
            <a:cxnLst/>
            <a:rect l="l" t="t" r="r" b="b"/>
            <a:pathLst>
              <a:path w="13" h="1" fill="none" extrusionOk="0">
                <a:moveTo>
                  <a:pt x="0" y="0"/>
                </a:moveTo>
                <a:cubicBezTo>
                  <a:pt x="0" y="0"/>
                  <a:pt x="12" y="0"/>
                  <a:pt x="12" y="0"/>
                </a:cubicBezTo>
              </a:path>
            </a:pathLst>
          </a:custGeom>
          <a:noFill/>
          <a:ln w="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8" name="Google Shape;3378;p67"/>
          <p:cNvSpPr/>
          <p:nvPr/>
        </p:nvSpPr>
        <p:spPr>
          <a:xfrm>
            <a:off x="3021726" y="4129216"/>
            <a:ext cx="780" cy="60"/>
          </a:xfrm>
          <a:custGeom>
            <a:avLst/>
            <a:gdLst/>
            <a:ahLst/>
            <a:cxnLst/>
            <a:rect l="l" t="t" r="r" b="b"/>
            <a:pathLst>
              <a:path w="13" h="1" fill="none" extrusionOk="0">
                <a:moveTo>
                  <a:pt x="1" y="0"/>
                </a:moveTo>
                <a:cubicBezTo>
                  <a:pt x="1" y="0"/>
                  <a:pt x="12" y="0"/>
                  <a:pt x="12" y="0"/>
                </a:cubicBezTo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9" name="Google Shape;3379;p67"/>
          <p:cNvSpPr/>
          <p:nvPr/>
        </p:nvSpPr>
        <p:spPr>
          <a:xfrm>
            <a:off x="2938363" y="4043395"/>
            <a:ext cx="172812" cy="138274"/>
          </a:xfrm>
          <a:custGeom>
            <a:avLst/>
            <a:gdLst/>
            <a:ahLst/>
            <a:cxnLst/>
            <a:rect l="l" t="t" r="r" b="b"/>
            <a:pathLst>
              <a:path w="2882" h="2306" extrusionOk="0">
                <a:moveTo>
                  <a:pt x="1262" y="1064"/>
                </a:moveTo>
                <a:cubicBezTo>
                  <a:pt x="1262" y="1064"/>
                  <a:pt x="1274" y="1076"/>
                  <a:pt x="1274" y="1088"/>
                </a:cubicBezTo>
                <a:lnTo>
                  <a:pt x="1274" y="1088"/>
                </a:lnTo>
                <a:cubicBezTo>
                  <a:pt x="1274" y="1076"/>
                  <a:pt x="1262" y="1076"/>
                  <a:pt x="1262" y="1064"/>
                </a:cubicBezTo>
                <a:close/>
                <a:moveTo>
                  <a:pt x="1286" y="1100"/>
                </a:moveTo>
                <a:lnTo>
                  <a:pt x="1286" y="1112"/>
                </a:lnTo>
                <a:cubicBezTo>
                  <a:pt x="1274" y="1112"/>
                  <a:pt x="1274" y="1100"/>
                  <a:pt x="1274" y="1100"/>
                </a:cubicBezTo>
                <a:close/>
                <a:moveTo>
                  <a:pt x="1564" y="1"/>
                </a:moveTo>
                <a:cubicBezTo>
                  <a:pt x="1236" y="1"/>
                  <a:pt x="899" y="115"/>
                  <a:pt x="643" y="302"/>
                </a:cubicBezTo>
                <a:cubicBezTo>
                  <a:pt x="250" y="576"/>
                  <a:pt x="0" y="1017"/>
                  <a:pt x="167" y="1493"/>
                </a:cubicBezTo>
                <a:cubicBezTo>
                  <a:pt x="310" y="1886"/>
                  <a:pt x="643" y="2183"/>
                  <a:pt x="1060" y="2279"/>
                </a:cubicBezTo>
                <a:cubicBezTo>
                  <a:pt x="1144" y="2297"/>
                  <a:pt x="1229" y="2306"/>
                  <a:pt x="1314" y="2306"/>
                </a:cubicBezTo>
                <a:cubicBezTo>
                  <a:pt x="1564" y="2306"/>
                  <a:pt x="1811" y="2227"/>
                  <a:pt x="2024" y="2076"/>
                </a:cubicBezTo>
                <a:cubicBezTo>
                  <a:pt x="2239" y="2076"/>
                  <a:pt x="2429" y="1969"/>
                  <a:pt x="2536" y="1779"/>
                </a:cubicBezTo>
                <a:cubicBezTo>
                  <a:pt x="2882" y="1255"/>
                  <a:pt x="2739" y="552"/>
                  <a:pt x="2227" y="195"/>
                </a:cubicBezTo>
                <a:cubicBezTo>
                  <a:pt x="2032" y="60"/>
                  <a:pt x="1800" y="1"/>
                  <a:pt x="156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80" name="Google Shape;3380;p67"/>
          <p:cNvGrpSpPr/>
          <p:nvPr/>
        </p:nvGrpSpPr>
        <p:grpSpPr>
          <a:xfrm rot="-2700000">
            <a:off x="4259521" y="3929396"/>
            <a:ext cx="893718" cy="840512"/>
            <a:chOff x="2811050" y="2858075"/>
            <a:chExt cx="694150" cy="652825"/>
          </a:xfrm>
        </p:grpSpPr>
        <p:sp>
          <p:nvSpPr>
            <p:cNvPr id="3381" name="Google Shape;3381;p67"/>
            <p:cNvSpPr/>
            <p:nvPr/>
          </p:nvSpPr>
          <p:spPr>
            <a:xfrm>
              <a:off x="2883075" y="2983225"/>
              <a:ext cx="611125" cy="470125"/>
            </a:xfrm>
            <a:custGeom>
              <a:avLst/>
              <a:gdLst/>
              <a:ahLst/>
              <a:cxnLst/>
              <a:rect l="l" t="t" r="r" b="b"/>
              <a:pathLst>
                <a:path w="24445" h="18805" extrusionOk="0">
                  <a:moveTo>
                    <a:pt x="21777" y="1"/>
                  </a:moveTo>
                  <a:cubicBezTo>
                    <a:pt x="20480" y="799"/>
                    <a:pt x="19206" y="1644"/>
                    <a:pt x="17932" y="2477"/>
                  </a:cubicBezTo>
                  <a:cubicBezTo>
                    <a:pt x="17575" y="2704"/>
                    <a:pt x="17229" y="2942"/>
                    <a:pt x="16884" y="3168"/>
                  </a:cubicBezTo>
                  <a:cubicBezTo>
                    <a:pt x="16824" y="3192"/>
                    <a:pt x="16777" y="3227"/>
                    <a:pt x="16741" y="3251"/>
                  </a:cubicBezTo>
                  <a:cubicBezTo>
                    <a:pt x="18146" y="5430"/>
                    <a:pt x="18265" y="8192"/>
                    <a:pt x="17063" y="10490"/>
                  </a:cubicBezTo>
                  <a:cubicBezTo>
                    <a:pt x="17063" y="10490"/>
                    <a:pt x="17051" y="10502"/>
                    <a:pt x="17051" y="10502"/>
                  </a:cubicBezTo>
                  <a:cubicBezTo>
                    <a:pt x="16848" y="10883"/>
                    <a:pt x="16622" y="11252"/>
                    <a:pt x="16360" y="11586"/>
                  </a:cubicBezTo>
                  <a:cubicBezTo>
                    <a:pt x="15634" y="12526"/>
                    <a:pt x="14669" y="13288"/>
                    <a:pt x="13491" y="13550"/>
                  </a:cubicBezTo>
                  <a:cubicBezTo>
                    <a:pt x="13014" y="13657"/>
                    <a:pt x="12531" y="13709"/>
                    <a:pt x="12049" y="13709"/>
                  </a:cubicBezTo>
                  <a:cubicBezTo>
                    <a:pt x="11289" y="13709"/>
                    <a:pt x="10533" y="13579"/>
                    <a:pt x="9812" y="13324"/>
                  </a:cubicBezTo>
                  <a:cubicBezTo>
                    <a:pt x="7526" y="12479"/>
                    <a:pt x="6454" y="10109"/>
                    <a:pt x="6299" y="7799"/>
                  </a:cubicBezTo>
                  <a:cubicBezTo>
                    <a:pt x="6287" y="7621"/>
                    <a:pt x="6276" y="7442"/>
                    <a:pt x="6276" y="7264"/>
                  </a:cubicBezTo>
                  <a:cubicBezTo>
                    <a:pt x="4597" y="6978"/>
                    <a:pt x="2918" y="6692"/>
                    <a:pt x="1239" y="6418"/>
                  </a:cubicBezTo>
                  <a:lnTo>
                    <a:pt x="596" y="6311"/>
                  </a:lnTo>
                  <a:cubicBezTo>
                    <a:pt x="430" y="6264"/>
                    <a:pt x="251" y="6240"/>
                    <a:pt x="72" y="6228"/>
                  </a:cubicBezTo>
                  <a:lnTo>
                    <a:pt x="72" y="6383"/>
                  </a:lnTo>
                  <a:cubicBezTo>
                    <a:pt x="1" y="8550"/>
                    <a:pt x="191" y="10776"/>
                    <a:pt x="965" y="12824"/>
                  </a:cubicBezTo>
                  <a:cubicBezTo>
                    <a:pt x="1656" y="14657"/>
                    <a:pt x="2978" y="16181"/>
                    <a:pt x="4692" y="17146"/>
                  </a:cubicBezTo>
                  <a:cubicBezTo>
                    <a:pt x="6430" y="18098"/>
                    <a:pt x="8359" y="18658"/>
                    <a:pt x="10347" y="18777"/>
                  </a:cubicBezTo>
                  <a:cubicBezTo>
                    <a:pt x="10643" y="18795"/>
                    <a:pt x="10939" y="18805"/>
                    <a:pt x="11235" y="18805"/>
                  </a:cubicBezTo>
                  <a:cubicBezTo>
                    <a:pt x="14754" y="18805"/>
                    <a:pt x="18255" y="17499"/>
                    <a:pt x="20682" y="14896"/>
                  </a:cubicBezTo>
                  <a:cubicBezTo>
                    <a:pt x="23123" y="12288"/>
                    <a:pt x="24444" y="8526"/>
                    <a:pt x="23849" y="4978"/>
                  </a:cubicBezTo>
                  <a:cubicBezTo>
                    <a:pt x="23552" y="3168"/>
                    <a:pt x="22790" y="1489"/>
                    <a:pt x="217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3382;p67"/>
            <p:cNvSpPr/>
            <p:nvPr/>
          </p:nvSpPr>
          <p:spPr>
            <a:xfrm>
              <a:off x="3201875" y="2872200"/>
              <a:ext cx="221475" cy="184575"/>
            </a:xfrm>
            <a:custGeom>
              <a:avLst/>
              <a:gdLst/>
              <a:ahLst/>
              <a:cxnLst/>
              <a:rect l="l" t="t" r="r" b="b"/>
              <a:pathLst>
                <a:path w="8859" h="7383" extrusionOk="0">
                  <a:moveTo>
                    <a:pt x="4715" y="1"/>
                  </a:moveTo>
                  <a:cubicBezTo>
                    <a:pt x="3096" y="1442"/>
                    <a:pt x="1429" y="2858"/>
                    <a:pt x="1" y="4501"/>
                  </a:cubicBezTo>
                  <a:cubicBezTo>
                    <a:pt x="501" y="4799"/>
                    <a:pt x="1024" y="5013"/>
                    <a:pt x="1513" y="5299"/>
                  </a:cubicBezTo>
                  <a:cubicBezTo>
                    <a:pt x="2048" y="5621"/>
                    <a:pt x="2537" y="5990"/>
                    <a:pt x="2977" y="6430"/>
                  </a:cubicBezTo>
                  <a:cubicBezTo>
                    <a:pt x="3263" y="6728"/>
                    <a:pt x="3537" y="7037"/>
                    <a:pt x="3775" y="7383"/>
                  </a:cubicBezTo>
                  <a:cubicBezTo>
                    <a:pt x="4037" y="7192"/>
                    <a:pt x="4334" y="7037"/>
                    <a:pt x="4608" y="6871"/>
                  </a:cubicBezTo>
                  <a:cubicBezTo>
                    <a:pt x="6025" y="5990"/>
                    <a:pt x="7454" y="5121"/>
                    <a:pt x="8859" y="4204"/>
                  </a:cubicBezTo>
                  <a:cubicBezTo>
                    <a:pt x="7716" y="2644"/>
                    <a:pt x="6347" y="1263"/>
                    <a:pt x="4799" y="96"/>
                  </a:cubicBezTo>
                  <a:cubicBezTo>
                    <a:pt x="4763" y="72"/>
                    <a:pt x="4739" y="37"/>
                    <a:pt x="471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3383;p67"/>
            <p:cNvSpPr/>
            <p:nvPr/>
          </p:nvSpPr>
          <p:spPr>
            <a:xfrm>
              <a:off x="3283125" y="3078475"/>
              <a:ext cx="37550" cy="133975"/>
            </a:xfrm>
            <a:custGeom>
              <a:avLst/>
              <a:gdLst/>
              <a:ahLst/>
              <a:cxnLst/>
              <a:rect l="l" t="t" r="r" b="b"/>
              <a:pathLst>
                <a:path w="1502" h="5359" extrusionOk="0">
                  <a:moveTo>
                    <a:pt x="394" y="1"/>
                  </a:moveTo>
                  <a:cubicBezTo>
                    <a:pt x="382" y="156"/>
                    <a:pt x="370" y="299"/>
                    <a:pt x="358" y="453"/>
                  </a:cubicBezTo>
                  <a:lnTo>
                    <a:pt x="203" y="1692"/>
                  </a:lnTo>
                  <a:cubicBezTo>
                    <a:pt x="168" y="2001"/>
                    <a:pt x="144" y="2370"/>
                    <a:pt x="1" y="2632"/>
                  </a:cubicBezTo>
                  <a:cubicBezTo>
                    <a:pt x="489" y="3477"/>
                    <a:pt x="822" y="4394"/>
                    <a:pt x="989" y="5359"/>
                  </a:cubicBezTo>
                  <a:cubicBezTo>
                    <a:pt x="1501" y="3728"/>
                    <a:pt x="1370" y="1953"/>
                    <a:pt x="620" y="406"/>
                  </a:cubicBezTo>
                  <a:cubicBezTo>
                    <a:pt x="549" y="275"/>
                    <a:pt x="477" y="144"/>
                    <a:pt x="3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3384;p67"/>
            <p:cNvSpPr/>
            <p:nvPr/>
          </p:nvSpPr>
          <p:spPr>
            <a:xfrm>
              <a:off x="3182525" y="2993650"/>
              <a:ext cx="103600" cy="139625"/>
            </a:xfrm>
            <a:custGeom>
              <a:avLst/>
              <a:gdLst/>
              <a:ahLst/>
              <a:cxnLst/>
              <a:rect l="l" t="t" r="r" b="b"/>
              <a:pathLst>
                <a:path w="4144" h="5585" extrusionOk="0">
                  <a:moveTo>
                    <a:pt x="274" y="1"/>
                  </a:moveTo>
                  <a:cubicBezTo>
                    <a:pt x="251" y="394"/>
                    <a:pt x="144" y="798"/>
                    <a:pt x="96" y="1167"/>
                  </a:cubicBezTo>
                  <a:cubicBezTo>
                    <a:pt x="48" y="1596"/>
                    <a:pt x="24" y="2013"/>
                    <a:pt x="1" y="2441"/>
                  </a:cubicBezTo>
                  <a:cubicBezTo>
                    <a:pt x="1537" y="3084"/>
                    <a:pt x="2834" y="4180"/>
                    <a:pt x="3739" y="5585"/>
                  </a:cubicBezTo>
                  <a:cubicBezTo>
                    <a:pt x="3763" y="5323"/>
                    <a:pt x="3823" y="5073"/>
                    <a:pt x="3846" y="4835"/>
                  </a:cubicBezTo>
                  <a:lnTo>
                    <a:pt x="4037" y="3537"/>
                  </a:lnTo>
                  <a:cubicBezTo>
                    <a:pt x="4049" y="3346"/>
                    <a:pt x="4084" y="3156"/>
                    <a:pt x="4144" y="2977"/>
                  </a:cubicBezTo>
                  <a:cubicBezTo>
                    <a:pt x="3775" y="2418"/>
                    <a:pt x="3311" y="1929"/>
                    <a:pt x="2799" y="1513"/>
                  </a:cubicBezTo>
                  <a:cubicBezTo>
                    <a:pt x="2406" y="1203"/>
                    <a:pt x="1989" y="929"/>
                    <a:pt x="1537" y="715"/>
                  </a:cubicBezTo>
                  <a:cubicBezTo>
                    <a:pt x="1096" y="513"/>
                    <a:pt x="667" y="286"/>
                    <a:pt x="27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3385;p67"/>
            <p:cNvSpPr/>
            <p:nvPr/>
          </p:nvSpPr>
          <p:spPr>
            <a:xfrm>
              <a:off x="2823850" y="3149025"/>
              <a:ext cx="494725" cy="347500"/>
            </a:xfrm>
            <a:custGeom>
              <a:avLst/>
              <a:gdLst/>
              <a:ahLst/>
              <a:cxnLst/>
              <a:rect l="l" t="t" r="r" b="b"/>
              <a:pathLst>
                <a:path w="19789" h="13900" extrusionOk="0">
                  <a:moveTo>
                    <a:pt x="1929" y="1"/>
                  </a:moveTo>
                  <a:cubicBezTo>
                    <a:pt x="1787" y="144"/>
                    <a:pt x="1644" y="274"/>
                    <a:pt x="1489" y="429"/>
                  </a:cubicBezTo>
                  <a:cubicBezTo>
                    <a:pt x="989" y="929"/>
                    <a:pt x="513" y="1453"/>
                    <a:pt x="1" y="1941"/>
                  </a:cubicBezTo>
                  <a:lnTo>
                    <a:pt x="1" y="2037"/>
                  </a:lnTo>
                  <a:cubicBezTo>
                    <a:pt x="179" y="4835"/>
                    <a:pt x="1036" y="7609"/>
                    <a:pt x="2775" y="9847"/>
                  </a:cubicBezTo>
                  <a:cubicBezTo>
                    <a:pt x="4430" y="11990"/>
                    <a:pt x="6871" y="13407"/>
                    <a:pt x="9561" y="13764"/>
                  </a:cubicBezTo>
                  <a:cubicBezTo>
                    <a:pt x="10240" y="13855"/>
                    <a:pt x="10922" y="13900"/>
                    <a:pt x="11601" y="13900"/>
                  </a:cubicBezTo>
                  <a:cubicBezTo>
                    <a:pt x="14481" y="13900"/>
                    <a:pt x="17322" y="13091"/>
                    <a:pt x="19789" y="11550"/>
                  </a:cubicBezTo>
                  <a:lnTo>
                    <a:pt x="19789" y="11550"/>
                  </a:lnTo>
                  <a:cubicBezTo>
                    <a:pt x="17875" y="12423"/>
                    <a:pt x="15802" y="12870"/>
                    <a:pt x="13719" y="12870"/>
                  </a:cubicBezTo>
                  <a:cubicBezTo>
                    <a:pt x="12847" y="12870"/>
                    <a:pt x="11973" y="12791"/>
                    <a:pt x="11109" y="12633"/>
                  </a:cubicBezTo>
                  <a:cubicBezTo>
                    <a:pt x="9061" y="12276"/>
                    <a:pt x="7013" y="11478"/>
                    <a:pt x="5406" y="10157"/>
                  </a:cubicBezTo>
                  <a:cubicBezTo>
                    <a:pt x="3823" y="8883"/>
                    <a:pt x="2834" y="7037"/>
                    <a:pt x="2358" y="5085"/>
                  </a:cubicBezTo>
                  <a:cubicBezTo>
                    <a:pt x="1977" y="3418"/>
                    <a:pt x="1834" y="1703"/>
                    <a:pt x="19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Google Shape;3386;p67"/>
            <p:cNvSpPr/>
            <p:nvPr/>
          </p:nvSpPr>
          <p:spPr>
            <a:xfrm>
              <a:off x="2885175" y="2973700"/>
              <a:ext cx="186650" cy="181900"/>
            </a:xfrm>
            <a:custGeom>
              <a:avLst/>
              <a:gdLst/>
              <a:ahLst/>
              <a:cxnLst/>
              <a:rect l="l" t="t" r="r" b="b"/>
              <a:pathLst>
                <a:path w="7466" h="7276" extrusionOk="0">
                  <a:moveTo>
                    <a:pt x="1465" y="1"/>
                  </a:moveTo>
                  <a:cubicBezTo>
                    <a:pt x="1453" y="13"/>
                    <a:pt x="1429" y="37"/>
                    <a:pt x="1417" y="60"/>
                  </a:cubicBezTo>
                  <a:cubicBezTo>
                    <a:pt x="512" y="2001"/>
                    <a:pt x="107" y="4168"/>
                    <a:pt x="0" y="6311"/>
                  </a:cubicBezTo>
                  <a:cubicBezTo>
                    <a:pt x="48" y="6311"/>
                    <a:pt x="107" y="6335"/>
                    <a:pt x="143" y="6335"/>
                  </a:cubicBezTo>
                  <a:lnTo>
                    <a:pt x="798" y="6442"/>
                  </a:lnTo>
                  <a:lnTo>
                    <a:pt x="6180" y="7276"/>
                  </a:lnTo>
                  <a:cubicBezTo>
                    <a:pt x="6203" y="6228"/>
                    <a:pt x="6311" y="5168"/>
                    <a:pt x="6501" y="4132"/>
                  </a:cubicBezTo>
                  <a:cubicBezTo>
                    <a:pt x="6715" y="2894"/>
                    <a:pt x="7037" y="1680"/>
                    <a:pt x="7466" y="501"/>
                  </a:cubicBezTo>
                  <a:cubicBezTo>
                    <a:pt x="5465" y="453"/>
                    <a:pt x="3441" y="346"/>
                    <a:pt x="14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Google Shape;3387;p67"/>
            <p:cNvSpPr/>
            <p:nvPr/>
          </p:nvSpPr>
          <p:spPr>
            <a:xfrm>
              <a:off x="2822650" y="2981150"/>
              <a:ext cx="92300" cy="208375"/>
            </a:xfrm>
            <a:custGeom>
              <a:avLst/>
              <a:gdLst/>
              <a:ahLst/>
              <a:cxnLst/>
              <a:rect l="l" t="t" r="r" b="b"/>
              <a:pathLst>
                <a:path w="3692" h="8335" extrusionOk="0">
                  <a:moveTo>
                    <a:pt x="3692" y="1"/>
                  </a:moveTo>
                  <a:lnTo>
                    <a:pt x="3692" y="1"/>
                  </a:lnTo>
                  <a:cubicBezTo>
                    <a:pt x="3156" y="560"/>
                    <a:pt x="2585" y="1096"/>
                    <a:pt x="2025" y="1620"/>
                  </a:cubicBezTo>
                  <a:cubicBezTo>
                    <a:pt x="1430" y="2179"/>
                    <a:pt x="525" y="2799"/>
                    <a:pt x="334" y="3644"/>
                  </a:cubicBezTo>
                  <a:cubicBezTo>
                    <a:pt x="168" y="4477"/>
                    <a:pt x="72" y="5323"/>
                    <a:pt x="49" y="6168"/>
                  </a:cubicBezTo>
                  <a:cubicBezTo>
                    <a:pt x="1" y="6894"/>
                    <a:pt x="1" y="7621"/>
                    <a:pt x="37" y="8335"/>
                  </a:cubicBezTo>
                  <a:cubicBezTo>
                    <a:pt x="465" y="7811"/>
                    <a:pt x="930" y="7311"/>
                    <a:pt x="1430" y="6847"/>
                  </a:cubicBezTo>
                  <a:lnTo>
                    <a:pt x="1894" y="6418"/>
                  </a:lnTo>
                  <a:cubicBezTo>
                    <a:pt x="1918" y="6394"/>
                    <a:pt x="1954" y="6358"/>
                    <a:pt x="1989" y="6323"/>
                  </a:cubicBezTo>
                  <a:cubicBezTo>
                    <a:pt x="2001" y="6085"/>
                    <a:pt x="2025" y="5846"/>
                    <a:pt x="2037" y="5620"/>
                  </a:cubicBezTo>
                  <a:cubicBezTo>
                    <a:pt x="2216" y="3644"/>
                    <a:pt x="2728" y="1727"/>
                    <a:pt x="36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8" name="Google Shape;3388;p67"/>
            <p:cNvSpPr/>
            <p:nvPr/>
          </p:nvSpPr>
          <p:spPr>
            <a:xfrm>
              <a:off x="2811050" y="2858075"/>
              <a:ext cx="694150" cy="652825"/>
            </a:xfrm>
            <a:custGeom>
              <a:avLst/>
              <a:gdLst/>
              <a:ahLst/>
              <a:cxnLst/>
              <a:rect l="l" t="t" r="r" b="b"/>
              <a:pathLst>
                <a:path w="27766" h="26113" extrusionOk="0">
                  <a:moveTo>
                    <a:pt x="20348" y="566"/>
                  </a:moveTo>
                  <a:cubicBezTo>
                    <a:pt x="20372" y="602"/>
                    <a:pt x="20396" y="637"/>
                    <a:pt x="20432" y="661"/>
                  </a:cubicBezTo>
                  <a:cubicBezTo>
                    <a:pt x="21980" y="1828"/>
                    <a:pt x="23349" y="3209"/>
                    <a:pt x="24492" y="4769"/>
                  </a:cubicBezTo>
                  <a:cubicBezTo>
                    <a:pt x="23087" y="5686"/>
                    <a:pt x="21658" y="6555"/>
                    <a:pt x="20241" y="7436"/>
                  </a:cubicBezTo>
                  <a:cubicBezTo>
                    <a:pt x="19967" y="7602"/>
                    <a:pt x="19670" y="7757"/>
                    <a:pt x="19408" y="7948"/>
                  </a:cubicBezTo>
                  <a:cubicBezTo>
                    <a:pt x="19170" y="7602"/>
                    <a:pt x="18896" y="7293"/>
                    <a:pt x="18610" y="6995"/>
                  </a:cubicBezTo>
                  <a:cubicBezTo>
                    <a:pt x="18170" y="6555"/>
                    <a:pt x="17681" y="6186"/>
                    <a:pt x="17146" y="5864"/>
                  </a:cubicBezTo>
                  <a:cubicBezTo>
                    <a:pt x="16657" y="5578"/>
                    <a:pt x="16134" y="5364"/>
                    <a:pt x="15634" y="5066"/>
                  </a:cubicBezTo>
                  <a:cubicBezTo>
                    <a:pt x="17062" y="3435"/>
                    <a:pt x="18729" y="2007"/>
                    <a:pt x="20348" y="566"/>
                  </a:cubicBezTo>
                  <a:close/>
                  <a:moveTo>
                    <a:pt x="15145" y="5424"/>
                  </a:moveTo>
                  <a:cubicBezTo>
                    <a:pt x="15538" y="5709"/>
                    <a:pt x="15967" y="5936"/>
                    <a:pt x="16407" y="6138"/>
                  </a:cubicBezTo>
                  <a:cubicBezTo>
                    <a:pt x="16848" y="6352"/>
                    <a:pt x="17277" y="6626"/>
                    <a:pt x="17670" y="6936"/>
                  </a:cubicBezTo>
                  <a:cubicBezTo>
                    <a:pt x="18181" y="7352"/>
                    <a:pt x="18634" y="7841"/>
                    <a:pt x="19015" y="8400"/>
                  </a:cubicBezTo>
                  <a:cubicBezTo>
                    <a:pt x="18955" y="8579"/>
                    <a:pt x="18920" y="8769"/>
                    <a:pt x="18908" y="8960"/>
                  </a:cubicBezTo>
                  <a:lnTo>
                    <a:pt x="18717" y="10269"/>
                  </a:lnTo>
                  <a:cubicBezTo>
                    <a:pt x="18682" y="10496"/>
                    <a:pt x="18622" y="10758"/>
                    <a:pt x="18610" y="11008"/>
                  </a:cubicBezTo>
                  <a:cubicBezTo>
                    <a:pt x="17705" y="9603"/>
                    <a:pt x="16407" y="8507"/>
                    <a:pt x="14872" y="7864"/>
                  </a:cubicBezTo>
                  <a:cubicBezTo>
                    <a:pt x="14883" y="7448"/>
                    <a:pt x="14907" y="7019"/>
                    <a:pt x="14967" y="6590"/>
                  </a:cubicBezTo>
                  <a:cubicBezTo>
                    <a:pt x="15014" y="6221"/>
                    <a:pt x="15122" y="5817"/>
                    <a:pt x="15145" y="5424"/>
                  </a:cubicBezTo>
                  <a:close/>
                  <a:moveTo>
                    <a:pt x="4442" y="4626"/>
                  </a:moveTo>
                  <a:cubicBezTo>
                    <a:pt x="6406" y="4971"/>
                    <a:pt x="8430" y="5078"/>
                    <a:pt x="10431" y="5126"/>
                  </a:cubicBezTo>
                  <a:cubicBezTo>
                    <a:pt x="10014" y="6305"/>
                    <a:pt x="9692" y="7531"/>
                    <a:pt x="9478" y="8769"/>
                  </a:cubicBezTo>
                  <a:lnTo>
                    <a:pt x="9466" y="8757"/>
                  </a:lnTo>
                  <a:cubicBezTo>
                    <a:pt x="9276" y="9793"/>
                    <a:pt x="9168" y="10853"/>
                    <a:pt x="9157" y="11901"/>
                  </a:cubicBezTo>
                  <a:lnTo>
                    <a:pt x="3763" y="11055"/>
                  </a:lnTo>
                  <a:lnTo>
                    <a:pt x="3120" y="10948"/>
                  </a:lnTo>
                  <a:cubicBezTo>
                    <a:pt x="3072" y="10948"/>
                    <a:pt x="3013" y="10936"/>
                    <a:pt x="2965" y="10924"/>
                  </a:cubicBezTo>
                  <a:cubicBezTo>
                    <a:pt x="3084" y="8793"/>
                    <a:pt x="3477" y="6626"/>
                    <a:pt x="4382" y="4674"/>
                  </a:cubicBezTo>
                  <a:cubicBezTo>
                    <a:pt x="4394" y="4662"/>
                    <a:pt x="4418" y="4638"/>
                    <a:pt x="4442" y="4626"/>
                  </a:cubicBezTo>
                  <a:close/>
                  <a:moveTo>
                    <a:pt x="4156" y="4924"/>
                  </a:moveTo>
                  <a:lnTo>
                    <a:pt x="4156" y="4924"/>
                  </a:lnTo>
                  <a:cubicBezTo>
                    <a:pt x="3203" y="6650"/>
                    <a:pt x="2691" y="8579"/>
                    <a:pt x="2513" y="10543"/>
                  </a:cubicBezTo>
                  <a:lnTo>
                    <a:pt x="2501" y="10543"/>
                  </a:lnTo>
                  <a:cubicBezTo>
                    <a:pt x="2489" y="10781"/>
                    <a:pt x="2465" y="11008"/>
                    <a:pt x="2453" y="11258"/>
                  </a:cubicBezTo>
                  <a:cubicBezTo>
                    <a:pt x="2418" y="11293"/>
                    <a:pt x="2394" y="11329"/>
                    <a:pt x="2358" y="11353"/>
                  </a:cubicBezTo>
                  <a:lnTo>
                    <a:pt x="1906" y="11782"/>
                  </a:lnTo>
                  <a:cubicBezTo>
                    <a:pt x="1406" y="12246"/>
                    <a:pt x="941" y="12746"/>
                    <a:pt x="501" y="13270"/>
                  </a:cubicBezTo>
                  <a:cubicBezTo>
                    <a:pt x="477" y="12555"/>
                    <a:pt x="477" y="11829"/>
                    <a:pt x="513" y="11103"/>
                  </a:cubicBezTo>
                  <a:cubicBezTo>
                    <a:pt x="536" y="10258"/>
                    <a:pt x="632" y="9412"/>
                    <a:pt x="798" y="8579"/>
                  </a:cubicBezTo>
                  <a:cubicBezTo>
                    <a:pt x="1001" y="7745"/>
                    <a:pt x="1906" y="7114"/>
                    <a:pt x="2501" y="6555"/>
                  </a:cubicBezTo>
                  <a:cubicBezTo>
                    <a:pt x="3061" y="6019"/>
                    <a:pt x="3620" y="5483"/>
                    <a:pt x="4156" y="4924"/>
                  </a:cubicBezTo>
                  <a:close/>
                  <a:moveTo>
                    <a:pt x="19289" y="8817"/>
                  </a:moveTo>
                  <a:cubicBezTo>
                    <a:pt x="19360" y="8960"/>
                    <a:pt x="19432" y="9091"/>
                    <a:pt x="19503" y="9222"/>
                  </a:cubicBezTo>
                  <a:cubicBezTo>
                    <a:pt x="20253" y="10769"/>
                    <a:pt x="20384" y="12544"/>
                    <a:pt x="19872" y="14175"/>
                  </a:cubicBezTo>
                  <a:cubicBezTo>
                    <a:pt x="19705" y="13210"/>
                    <a:pt x="19372" y="12293"/>
                    <a:pt x="18884" y="11448"/>
                  </a:cubicBezTo>
                  <a:cubicBezTo>
                    <a:pt x="19039" y="11186"/>
                    <a:pt x="19051" y="10805"/>
                    <a:pt x="19086" y="10508"/>
                  </a:cubicBezTo>
                  <a:lnTo>
                    <a:pt x="19241" y="9269"/>
                  </a:lnTo>
                  <a:cubicBezTo>
                    <a:pt x="19253" y="9115"/>
                    <a:pt x="19265" y="8972"/>
                    <a:pt x="19289" y="8817"/>
                  </a:cubicBezTo>
                  <a:close/>
                  <a:moveTo>
                    <a:pt x="24647" y="4995"/>
                  </a:moveTo>
                  <a:cubicBezTo>
                    <a:pt x="25671" y="6495"/>
                    <a:pt x="26433" y="8174"/>
                    <a:pt x="26730" y="9984"/>
                  </a:cubicBezTo>
                  <a:cubicBezTo>
                    <a:pt x="27325" y="13532"/>
                    <a:pt x="26004" y="17294"/>
                    <a:pt x="23563" y="19902"/>
                  </a:cubicBezTo>
                  <a:cubicBezTo>
                    <a:pt x="21136" y="22505"/>
                    <a:pt x="17635" y="23811"/>
                    <a:pt x="14106" y="23811"/>
                  </a:cubicBezTo>
                  <a:cubicBezTo>
                    <a:pt x="13810" y="23811"/>
                    <a:pt x="13513" y="23801"/>
                    <a:pt x="13217" y="23783"/>
                  </a:cubicBezTo>
                  <a:cubicBezTo>
                    <a:pt x="11228" y="23664"/>
                    <a:pt x="9299" y="23104"/>
                    <a:pt x="7561" y="22140"/>
                  </a:cubicBezTo>
                  <a:cubicBezTo>
                    <a:pt x="5847" y="21187"/>
                    <a:pt x="4525" y="19663"/>
                    <a:pt x="3834" y="17830"/>
                  </a:cubicBezTo>
                  <a:cubicBezTo>
                    <a:pt x="3061" y="15782"/>
                    <a:pt x="2870" y="13556"/>
                    <a:pt x="2941" y="11389"/>
                  </a:cubicBezTo>
                  <a:lnTo>
                    <a:pt x="2941" y="11234"/>
                  </a:lnTo>
                  <a:cubicBezTo>
                    <a:pt x="3120" y="11234"/>
                    <a:pt x="3299" y="11258"/>
                    <a:pt x="3465" y="11305"/>
                  </a:cubicBezTo>
                  <a:lnTo>
                    <a:pt x="4120" y="11412"/>
                  </a:lnTo>
                  <a:cubicBezTo>
                    <a:pt x="5799" y="11698"/>
                    <a:pt x="7466" y="11972"/>
                    <a:pt x="9145" y="12258"/>
                  </a:cubicBezTo>
                  <a:cubicBezTo>
                    <a:pt x="9145" y="12448"/>
                    <a:pt x="9157" y="12627"/>
                    <a:pt x="9168" y="12805"/>
                  </a:cubicBezTo>
                  <a:cubicBezTo>
                    <a:pt x="9335" y="15103"/>
                    <a:pt x="10407" y="17485"/>
                    <a:pt x="12693" y="18330"/>
                  </a:cubicBezTo>
                  <a:cubicBezTo>
                    <a:pt x="13414" y="18585"/>
                    <a:pt x="14170" y="18715"/>
                    <a:pt x="14927" y="18715"/>
                  </a:cubicBezTo>
                  <a:cubicBezTo>
                    <a:pt x="15408" y="18715"/>
                    <a:pt x="15888" y="18663"/>
                    <a:pt x="16360" y="18556"/>
                  </a:cubicBezTo>
                  <a:cubicBezTo>
                    <a:pt x="17539" y="18294"/>
                    <a:pt x="18515" y="17532"/>
                    <a:pt x="19241" y="16592"/>
                  </a:cubicBezTo>
                  <a:cubicBezTo>
                    <a:pt x="19491" y="16246"/>
                    <a:pt x="19729" y="15889"/>
                    <a:pt x="19920" y="15508"/>
                  </a:cubicBezTo>
                  <a:cubicBezTo>
                    <a:pt x="19932" y="15496"/>
                    <a:pt x="19932" y="15496"/>
                    <a:pt x="19932" y="15484"/>
                  </a:cubicBezTo>
                  <a:cubicBezTo>
                    <a:pt x="21134" y="13198"/>
                    <a:pt x="21015" y="10436"/>
                    <a:pt x="19610" y="8257"/>
                  </a:cubicBezTo>
                  <a:cubicBezTo>
                    <a:pt x="19658" y="8233"/>
                    <a:pt x="19705" y="8198"/>
                    <a:pt x="19753" y="8162"/>
                  </a:cubicBezTo>
                  <a:cubicBezTo>
                    <a:pt x="20110" y="7936"/>
                    <a:pt x="20456" y="7710"/>
                    <a:pt x="20801" y="7483"/>
                  </a:cubicBezTo>
                  <a:cubicBezTo>
                    <a:pt x="22075" y="6638"/>
                    <a:pt x="23349" y="5805"/>
                    <a:pt x="24647" y="4995"/>
                  </a:cubicBezTo>
                  <a:close/>
                  <a:moveTo>
                    <a:pt x="2441" y="11639"/>
                  </a:moveTo>
                  <a:lnTo>
                    <a:pt x="2441" y="11639"/>
                  </a:lnTo>
                  <a:cubicBezTo>
                    <a:pt x="2334" y="13353"/>
                    <a:pt x="2489" y="15068"/>
                    <a:pt x="2870" y="16735"/>
                  </a:cubicBezTo>
                  <a:cubicBezTo>
                    <a:pt x="3346" y="18675"/>
                    <a:pt x="4335" y="20533"/>
                    <a:pt x="5906" y="21807"/>
                  </a:cubicBezTo>
                  <a:cubicBezTo>
                    <a:pt x="7525" y="23116"/>
                    <a:pt x="9585" y="23914"/>
                    <a:pt x="11621" y="24283"/>
                  </a:cubicBezTo>
                  <a:cubicBezTo>
                    <a:pt x="12479" y="24436"/>
                    <a:pt x="13344" y="24512"/>
                    <a:pt x="14206" y="24512"/>
                  </a:cubicBezTo>
                  <a:cubicBezTo>
                    <a:pt x="16300" y="24512"/>
                    <a:pt x="18378" y="24065"/>
                    <a:pt x="20301" y="23188"/>
                  </a:cubicBezTo>
                  <a:lnTo>
                    <a:pt x="20301" y="23188"/>
                  </a:lnTo>
                  <a:cubicBezTo>
                    <a:pt x="17834" y="24729"/>
                    <a:pt x="14993" y="25538"/>
                    <a:pt x="12113" y="25538"/>
                  </a:cubicBezTo>
                  <a:cubicBezTo>
                    <a:pt x="11434" y="25538"/>
                    <a:pt x="10752" y="25493"/>
                    <a:pt x="10073" y="25402"/>
                  </a:cubicBezTo>
                  <a:cubicBezTo>
                    <a:pt x="7383" y="25045"/>
                    <a:pt x="4942" y="23640"/>
                    <a:pt x="3275" y="21485"/>
                  </a:cubicBezTo>
                  <a:cubicBezTo>
                    <a:pt x="1537" y="19259"/>
                    <a:pt x="691" y="16484"/>
                    <a:pt x="513" y="13687"/>
                  </a:cubicBezTo>
                  <a:lnTo>
                    <a:pt x="513" y="13591"/>
                  </a:lnTo>
                  <a:cubicBezTo>
                    <a:pt x="1025" y="13103"/>
                    <a:pt x="1501" y="12567"/>
                    <a:pt x="2001" y="12067"/>
                  </a:cubicBezTo>
                  <a:cubicBezTo>
                    <a:pt x="2144" y="11924"/>
                    <a:pt x="2287" y="11793"/>
                    <a:pt x="2441" y="11639"/>
                  </a:cubicBezTo>
                  <a:close/>
                  <a:moveTo>
                    <a:pt x="20406" y="1"/>
                  </a:moveTo>
                  <a:cubicBezTo>
                    <a:pt x="20354" y="1"/>
                    <a:pt x="20302" y="19"/>
                    <a:pt x="20253" y="54"/>
                  </a:cubicBezTo>
                  <a:cubicBezTo>
                    <a:pt x="18360" y="1518"/>
                    <a:pt x="16729" y="3257"/>
                    <a:pt x="15003" y="4924"/>
                  </a:cubicBezTo>
                  <a:cubicBezTo>
                    <a:pt x="14967" y="4971"/>
                    <a:pt x="14943" y="5019"/>
                    <a:pt x="14931" y="5078"/>
                  </a:cubicBezTo>
                  <a:cubicBezTo>
                    <a:pt x="14919" y="5090"/>
                    <a:pt x="14907" y="5090"/>
                    <a:pt x="14895" y="5114"/>
                  </a:cubicBezTo>
                  <a:cubicBezTo>
                    <a:pt x="14657" y="5519"/>
                    <a:pt x="14610" y="6067"/>
                    <a:pt x="14526" y="6531"/>
                  </a:cubicBezTo>
                  <a:cubicBezTo>
                    <a:pt x="14443" y="7019"/>
                    <a:pt x="14395" y="7519"/>
                    <a:pt x="14360" y="8019"/>
                  </a:cubicBezTo>
                  <a:cubicBezTo>
                    <a:pt x="14360" y="8126"/>
                    <a:pt x="14431" y="8222"/>
                    <a:pt x="14538" y="8257"/>
                  </a:cubicBezTo>
                  <a:cubicBezTo>
                    <a:pt x="15991" y="8829"/>
                    <a:pt x="17241" y="9829"/>
                    <a:pt x="18134" y="11103"/>
                  </a:cubicBezTo>
                  <a:cubicBezTo>
                    <a:pt x="18920" y="12246"/>
                    <a:pt x="19408" y="13567"/>
                    <a:pt x="19563" y="14949"/>
                  </a:cubicBezTo>
                  <a:cubicBezTo>
                    <a:pt x="19491" y="15103"/>
                    <a:pt x="19420" y="15246"/>
                    <a:pt x="19348" y="15389"/>
                  </a:cubicBezTo>
                  <a:cubicBezTo>
                    <a:pt x="18824" y="16342"/>
                    <a:pt x="18086" y="17211"/>
                    <a:pt x="17110" y="17699"/>
                  </a:cubicBezTo>
                  <a:cubicBezTo>
                    <a:pt x="16459" y="18028"/>
                    <a:pt x="15709" y="18159"/>
                    <a:pt x="14963" y="18159"/>
                  </a:cubicBezTo>
                  <a:cubicBezTo>
                    <a:pt x="14494" y="18159"/>
                    <a:pt x="14027" y="18108"/>
                    <a:pt x="13586" y="18020"/>
                  </a:cubicBezTo>
                  <a:cubicBezTo>
                    <a:pt x="11181" y="17544"/>
                    <a:pt x="9895" y="15389"/>
                    <a:pt x="9669" y="13079"/>
                  </a:cubicBezTo>
                  <a:cubicBezTo>
                    <a:pt x="9418" y="10329"/>
                    <a:pt x="10109" y="7460"/>
                    <a:pt x="11109" y="4912"/>
                  </a:cubicBezTo>
                  <a:cubicBezTo>
                    <a:pt x="11157" y="4733"/>
                    <a:pt x="11014" y="4554"/>
                    <a:pt x="10835" y="4554"/>
                  </a:cubicBezTo>
                  <a:cubicBezTo>
                    <a:pt x="10677" y="4556"/>
                    <a:pt x="10519" y="4557"/>
                    <a:pt x="10361" y="4557"/>
                  </a:cubicBezTo>
                  <a:cubicBezTo>
                    <a:pt x="8413" y="4557"/>
                    <a:pt x="6475" y="4428"/>
                    <a:pt x="4537" y="4340"/>
                  </a:cubicBezTo>
                  <a:lnTo>
                    <a:pt x="4549" y="4304"/>
                  </a:lnTo>
                  <a:cubicBezTo>
                    <a:pt x="4557" y="4288"/>
                    <a:pt x="4542" y="4271"/>
                    <a:pt x="4528" y="4271"/>
                  </a:cubicBezTo>
                  <a:cubicBezTo>
                    <a:pt x="4522" y="4271"/>
                    <a:pt x="4517" y="4274"/>
                    <a:pt x="4513" y="4281"/>
                  </a:cubicBezTo>
                  <a:cubicBezTo>
                    <a:pt x="4501" y="4293"/>
                    <a:pt x="4501" y="4316"/>
                    <a:pt x="4489" y="4328"/>
                  </a:cubicBezTo>
                  <a:lnTo>
                    <a:pt x="4477" y="4328"/>
                  </a:lnTo>
                  <a:cubicBezTo>
                    <a:pt x="4430" y="4328"/>
                    <a:pt x="4394" y="4352"/>
                    <a:pt x="4370" y="4388"/>
                  </a:cubicBezTo>
                  <a:cubicBezTo>
                    <a:pt x="4346" y="4388"/>
                    <a:pt x="4311" y="4400"/>
                    <a:pt x="4299" y="4423"/>
                  </a:cubicBezTo>
                  <a:cubicBezTo>
                    <a:pt x="3620" y="4971"/>
                    <a:pt x="2989" y="5590"/>
                    <a:pt x="2346" y="6186"/>
                  </a:cubicBezTo>
                  <a:cubicBezTo>
                    <a:pt x="1787" y="6709"/>
                    <a:pt x="1084" y="7221"/>
                    <a:pt x="667" y="7864"/>
                  </a:cubicBezTo>
                  <a:cubicBezTo>
                    <a:pt x="286" y="8460"/>
                    <a:pt x="274" y="9269"/>
                    <a:pt x="191" y="9948"/>
                  </a:cubicBezTo>
                  <a:cubicBezTo>
                    <a:pt x="96" y="10758"/>
                    <a:pt x="36" y="11567"/>
                    <a:pt x="24" y="12389"/>
                  </a:cubicBezTo>
                  <a:cubicBezTo>
                    <a:pt x="1" y="15377"/>
                    <a:pt x="655" y="18437"/>
                    <a:pt x="2310" y="20961"/>
                  </a:cubicBezTo>
                  <a:cubicBezTo>
                    <a:pt x="3799" y="23247"/>
                    <a:pt x="5989" y="24986"/>
                    <a:pt x="8645" y="25676"/>
                  </a:cubicBezTo>
                  <a:cubicBezTo>
                    <a:pt x="9791" y="25972"/>
                    <a:pt x="10978" y="26112"/>
                    <a:pt x="12168" y="26112"/>
                  </a:cubicBezTo>
                  <a:cubicBezTo>
                    <a:pt x="13759" y="26112"/>
                    <a:pt x="15354" y="25860"/>
                    <a:pt x="16860" y="25390"/>
                  </a:cubicBezTo>
                  <a:cubicBezTo>
                    <a:pt x="19241" y="24652"/>
                    <a:pt x="21384" y="23331"/>
                    <a:pt x="23004" y="21473"/>
                  </a:cubicBezTo>
                  <a:cubicBezTo>
                    <a:pt x="23027" y="21461"/>
                    <a:pt x="23039" y="21437"/>
                    <a:pt x="23051" y="21426"/>
                  </a:cubicBezTo>
                  <a:cubicBezTo>
                    <a:pt x="25992" y="18961"/>
                    <a:pt x="27766" y="15091"/>
                    <a:pt x="27611" y="11258"/>
                  </a:cubicBezTo>
                  <a:cubicBezTo>
                    <a:pt x="27456" y="7150"/>
                    <a:pt x="25039" y="3566"/>
                    <a:pt x="21968" y="1006"/>
                  </a:cubicBezTo>
                  <a:cubicBezTo>
                    <a:pt x="21575" y="685"/>
                    <a:pt x="21182" y="375"/>
                    <a:pt x="20777" y="90"/>
                  </a:cubicBezTo>
                  <a:cubicBezTo>
                    <a:pt x="20724" y="45"/>
                    <a:pt x="20658" y="21"/>
                    <a:pt x="20589" y="21"/>
                  </a:cubicBezTo>
                  <a:cubicBezTo>
                    <a:pt x="20564" y="21"/>
                    <a:pt x="20540" y="24"/>
                    <a:pt x="20515" y="30"/>
                  </a:cubicBezTo>
                  <a:cubicBezTo>
                    <a:pt x="20480" y="10"/>
                    <a:pt x="20443" y="1"/>
                    <a:pt x="204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89" name="Google Shape;3389;p67"/>
          <p:cNvGrpSpPr/>
          <p:nvPr/>
        </p:nvGrpSpPr>
        <p:grpSpPr>
          <a:xfrm rot="8779037">
            <a:off x="7557795" y="1027185"/>
            <a:ext cx="411152" cy="770076"/>
            <a:chOff x="895350" y="107900"/>
            <a:chExt cx="317050" cy="593825"/>
          </a:xfrm>
        </p:grpSpPr>
        <p:sp>
          <p:nvSpPr>
            <p:cNvPr id="3390" name="Google Shape;3390;p67"/>
            <p:cNvSpPr/>
            <p:nvPr/>
          </p:nvSpPr>
          <p:spPr>
            <a:xfrm>
              <a:off x="1059975" y="119550"/>
              <a:ext cx="136050" cy="136175"/>
            </a:xfrm>
            <a:custGeom>
              <a:avLst/>
              <a:gdLst/>
              <a:ahLst/>
              <a:cxnLst/>
              <a:rect l="l" t="t" r="r" b="b"/>
              <a:pathLst>
                <a:path w="5442" h="5447" extrusionOk="0">
                  <a:moveTo>
                    <a:pt x="2706" y="1"/>
                  </a:moveTo>
                  <a:cubicBezTo>
                    <a:pt x="2367" y="1"/>
                    <a:pt x="2028" y="72"/>
                    <a:pt x="1715" y="214"/>
                  </a:cubicBezTo>
                  <a:cubicBezTo>
                    <a:pt x="750" y="869"/>
                    <a:pt x="0" y="1857"/>
                    <a:pt x="24" y="3071"/>
                  </a:cubicBezTo>
                  <a:cubicBezTo>
                    <a:pt x="60" y="4441"/>
                    <a:pt x="1179" y="5381"/>
                    <a:pt x="2512" y="5441"/>
                  </a:cubicBezTo>
                  <a:cubicBezTo>
                    <a:pt x="2572" y="5445"/>
                    <a:pt x="2632" y="5446"/>
                    <a:pt x="2692" y="5446"/>
                  </a:cubicBezTo>
                  <a:cubicBezTo>
                    <a:pt x="3191" y="5446"/>
                    <a:pt x="3684" y="5314"/>
                    <a:pt x="4120" y="5048"/>
                  </a:cubicBezTo>
                  <a:cubicBezTo>
                    <a:pt x="4679" y="4703"/>
                    <a:pt x="4989" y="4131"/>
                    <a:pt x="5132" y="3500"/>
                  </a:cubicBezTo>
                  <a:cubicBezTo>
                    <a:pt x="5441" y="2202"/>
                    <a:pt x="4905" y="738"/>
                    <a:pt x="3631" y="190"/>
                  </a:cubicBezTo>
                  <a:cubicBezTo>
                    <a:pt x="3338" y="63"/>
                    <a:pt x="3022" y="1"/>
                    <a:pt x="2706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1" name="Google Shape;3391;p67"/>
            <p:cNvSpPr/>
            <p:nvPr/>
          </p:nvSpPr>
          <p:spPr>
            <a:xfrm>
              <a:off x="984650" y="553850"/>
              <a:ext cx="136650" cy="136150"/>
            </a:xfrm>
            <a:custGeom>
              <a:avLst/>
              <a:gdLst/>
              <a:ahLst/>
              <a:cxnLst/>
              <a:rect l="l" t="t" r="r" b="b"/>
              <a:pathLst>
                <a:path w="5466" h="5446" extrusionOk="0">
                  <a:moveTo>
                    <a:pt x="2720" y="0"/>
                  </a:moveTo>
                  <a:cubicBezTo>
                    <a:pt x="2380" y="0"/>
                    <a:pt x="2041" y="72"/>
                    <a:pt x="1727" y="213"/>
                  </a:cubicBezTo>
                  <a:cubicBezTo>
                    <a:pt x="763" y="868"/>
                    <a:pt x="1" y="1856"/>
                    <a:pt x="36" y="3071"/>
                  </a:cubicBezTo>
                  <a:cubicBezTo>
                    <a:pt x="72" y="4452"/>
                    <a:pt x="1191" y="5380"/>
                    <a:pt x="2513" y="5440"/>
                  </a:cubicBezTo>
                  <a:cubicBezTo>
                    <a:pt x="2574" y="5444"/>
                    <a:pt x="2635" y="5446"/>
                    <a:pt x="2696" y="5446"/>
                  </a:cubicBezTo>
                  <a:cubicBezTo>
                    <a:pt x="3204" y="5446"/>
                    <a:pt x="3696" y="5313"/>
                    <a:pt x="4132" y="5047"/>
                  </a:cubicBezTo>
                  <a:cubicBezTo>
                    <a:pt x="4692" y="4702"/>
                    <a:pt x="5001" y="4130"/>
                    <a:pt x="5144" y="3499"/>
                  </a:cubicBezTo>
                  <a:cubicBezTo>
                    <a:pt x="5466" y="2201"/>
                    <a:pt x="4930" y="737"/>
                    <a:pt x="3656" y="189"/>
                  </a:cubicBezTo>
                  <a:cubicBezTo>
                    <a:pt x="3357" y="63"/>
                    <a:pt x="3038" y="0"/>
                    <a:pt x="272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2" name="Google Shape;3392;p67"/>
            <p:cNvSpPr/>
            <p:nvPr/>
          </p:nvSpPr>
          <p:spPr>
            <a:xfrm>
              <a:off x="998350" y="236800"/>
              <a:ext cx="99450" cy="100350"/>
            </a:xfrm>
            <a:custGeom>
              <a:avLst/>
              <a:gdLst/>
              <a:ahLst/>
              <a:cxnLst/>
              <a:rect l="l" t="t" r="r" b="b"/>
              <a:pathLst>
                <a:path w="3978" h="4014" extrusionOk="0">
                  <a:moveTo>
                    <a:pt x="2620" y="1"/>
                  </a:moveTo>
                  <a:cubicBezTo>
                    <a:pt x="2155" y="477"/>
                    <a:pt x="1703" y="965"/>
                    <a:pt x="1263" y="1465"/>
                  </a:cubicBezTo>
                  <a:cubicBezTo>
                    <a:pt x="1012" y="1739"/>
                    <a:pt x="762" y="2013"/>
                    <a:pt x="512" y="2287"/>
                  </a:cubicBezTo>
                  <a:cubicBezTo>
                    <a:pt x="393" y="2418"/>
                    <a:pt x="274" y="2560"/>
                    <a:pt x="143" y="2691"/>
                  </a:cubicBezTo>
                  <a:cubicBezTo>
                    <a:pt x="96" y="2739"/>
                    <a:pt x="48" y="2775"/>
                    <a:pt x="0" y="2811"/>
                  </a:cubicBezTo>
                  <a:cubicBezTo>
                    <a:pt x="179" y="2882"/>
                    <a:pt x="358" y="2953"/>
                    <a:pt x="512" y="3049"/>
                  </a:cubicBezTo>
                  <a:cubicBezTo>
                    <a:pt x="917" y="3287"/>
                    <a:pt x="1263" y="3620"/>
                    <a:pt x="1524" y="4013"/>
                  </a:cubicBezTo>
                  <a:cubicBezTo>
                    <a:pt x="1572" y="3906"/>
                    <a:pt x="1632" y="3811"/>
                    <a:pt x="1691" y="3727"/>
                  </a:cubicBezTo>
                  <a:cubicBezTo>
                    <a:pt x="1786" y="3584"/>
                    <a:pt x="1882" y="3442"/>
                    <a:pt x="1989" y="3311"/>
                  </a:cubicBezTo>
                  <a:cubicBezTo>
                    <a:pt x="2203" y="3037"/>
                    <a:pt x="2417" y="2775"/>
                    <a:pt x="2644" y="2525"/>
                  </a:cubicBezTo>
                  <a:cubicBezTo>
                    <a:pt x="3072" y="2001"/>
                    <a:pt x="3525" y="1501"/>
                    <a:pt x="3977" y="1013"/>
                  </a:cubicBezTo>
                  <a:cubicBezTo>
                    <a:pt x="3453" y="822"/>
                    <a:pt x="3001" y="489"/>
                    <a:pt x="2656" y="60"/>
                  </a:cubicBezTo>
                  <a:cubicBezTo>
                    <a:pt x="2644" y="36"/>
                    <a:pt x="2632" y="24"/>
                    <a:pt x="26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3" name="Google Shape;3393;p67"/>
            <p:cNvSpPr/>
            <p:nvPr/>
          </p:nvSpPr>
          <p:spPr>
            <a:xfrm>
              <a:off x="977800" y="449325"/>
              <a:ext cx="73850" cy="109575"/>
            </a:xfrm>
            <a:custGeom>
              <a:avLst/>
              <a:gdLst/>
              <a:ahLst/>
              <a:cxnLst/>
              <a:rect l="l" t="t" r="r" b="b"/>
              <a:pathLst>
                <a:path w="2954" h="4383" extrusionOk="0">
                  <a:moveTo>
                    <a:pt x="1668" y="1"/>
                  </a:moveTo>
                  <a:cubicBezTo>
                    <a:pt x="1168" y="334"/>
                    <a:pt x="596" y="536"/>
                    <a:pt x="1" y="560"/>
                  </a:cubicBezTo>
                  <a:cubicBezTo>
                    <a:pt x="120" y="810"/>
                    <a:pt x="191" y="1084"/>
                    <a:pt x="287" y="1346"/>
                  </a:cubicBezTo>
                  <a:cubicBezTo>
                    <a:pt x="418" y="1703"/>
                    <a:pt x="549" y="2072"/>
                    <a:pt x="668" y="2430"/>
                  </a:cubicBezTo>
                  <a:cubicBezTo>
                    <a:pt x="906" y="3096"/>
                    <a:pt x="1156" y="3739"/>
                    <a:pt x="1418" y="4382"/>
                  </a:cubicBezTo>
                  <a:cubicBezTo>
                    <a:pt x="1644" y="4180"/>
                    <a:pt x="1906" y="4013"/>
                    <a:pt x="2192" y="3894"/>
                  </a:cubicBezTo>
                  <a:cubicBezTo>
                    <a:pt x="2430" y="3799"/>
                    <a:pt x="2692" y="3739"/>
                    <a:pt x="2954" y="3727"/>
                  </a:cubicBezTo>
                  <a:cubicBezTo>
                    <a:pt x="2787" y="3299"/>
                    <a:pt x="2632" y="2870"/>
                    <a:pt x="2489" y="2430"/>
                  </a:cubicBezTo>
                  <a:cubicBezTo>
                    <a:pt x="2477" y="2430"/>
                    <a:pt x="2477" y="2418"/>
                    <a:pt x="2477" y="2418"/>
                  </a:cubicBezTo>
                  <a:cubicBezTo>
                    <a:pt x="2299" y="1953"/>
                    <a:pt x="2108" y="1501"/>
                    <a:pt x="1965" y="1037"/>
                  </a:cubicBezTo>
                  <a:cubicBezTo>
                    <a:pt x="1894" y="810"/>
                    <a:pt x="1811" y="572"/>
                    <a:pt x="1751" y="346"/>
                  </a:cubicBezTo>
                  <a:cubicBezTo>
                    <a:pt x="1715" y="227"/>
                    <a:pt x="1692" y="108"/>
                    <a:pt x="16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4" name="Google Shape;3394;p67"/>
            <p:cNvSpPr/>
            <p:nvPr/>
          </p:nvSpPr>
          <p:spPr>
            <a:xfrm>
              <a:off x="905775" y="315375"/>
              <a:ext cx="136350" cy="136200"/>
            </a:xfrm>
            <a:custGeom>
              <a:avLst/>
              <a:gdLst/>
              <a:ahLst/>
              <a:cxnLst/>
              <a:rect l="l" t="t" r="r" b="b"/>
              <a:pathLst>
                <a:path w="5454" h="5448" extrusionOk="0">
                  <a:moveTo>
                    <a:pt x="2720" y="0"/>
                  </a:moveTo>
                  <a:cubicBezTo>
                    <a:pt x="2376" y="0"/>
                    <a:pt x="2033" y="72"/>
                    <a:pt x="1715" y="215"/>
                  </a:cubicBezTo>
                  <a:cubicBezTo>
                    <a:pt x="763" y="870"/>
                    <a:pt x="1" y="1858"/>
                    <a:pt x="24" y="3073"/>
                  </a:cubicBezTo>
                  <a:cubicBezTo>
                    <a:pt x="60" y="4442"/>
                    <a:pt x="1191" y="5382"/>
                    <a:pt x="2513" y="5442"/>
                  </a:cubicBezTo>
                  <a:cubicBezTo>
                    <a:pt x="2573" y="5446"/>
                    <a:pt x="2633" y="5448"/>
                    <a:pt x="2693" y="5448"/>
                  </a:cubicBezTo>
                  <a:cubicBezTo>
                    <a:pt x="3194" y="5448"/>
                    <a:pt x="3696" y="5315"/>
                    <a:pt x="4132" y="5049"/>
                  </a:cubicBezTo>
                  <a:cubicBezTo>
                    <a:pt x="4680" y="4704"/>
                    <a:pt x="4989" y="4132"/>
                    <a:pt x="5132" y="3501"/>
                  </a:cubicBezTo>
                  <a:cubicBezTo>
                    <a:pt x="5454" y="2204"/>
                    <a:pt x="4906" y="739"/>
                    <a:pt x="3644" y="179"/>
                  </a:cubicBezTo>
                  <a:cubicBezTo>
                    <a:pt x="3348" y="60"/>
                    <a:pt x="3034" y="0"/>
                    <a:pt x="2720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5" name="Google Shape;3395;p67"/>
            <p:cNvSpPr/>
            <p:nvPr/>
          </p:nvSpPr>
          <p:spPr>
            <a:xfrm>
              <a:off x="895350" y="107900"/>
              <a:ext cx="317050" cy="593825"/>
            </a:xfrm>
            <a:custGeom>
              <a:avLst/>
              <a:gdLst/>
              <a:ahLst/>
              <a:cxnLst/>
              <a:rect l="l" t="t" r="r" b="b"/>
              <a:pathLst>
                <a:path w="12682" h="23753" extrusionOk="0">
                  <a:moveTo>
                    <a:pt x="9291" y="467"/>
                  </a:moveTo>
                  <a:cubicBezTo>
                    <a:pt x="9607" y="467"/>
                    <a:pt x="9923" y="529"/>
                    <a:pt x="10216" y="656"/>
                  </a:cubicBezTo>
                  <a:cubicBezTo>
                    <a:pt x="11490" y="1204"/>
                    <a:pt x="12038" y="2668"/>
                    <a:pt x="11717" y="3966"/>
                  </a:cubicBezTo>
                  <a:cubicBezTo>
                    <a:pt x="11574" y="4597"/>
                    <a:pt x="11264" y="5169"/>
                    <a:pt x="10705" y="5514"/>
                  </a:cubicBezTo>
                  <a:cubicBezTo>
                    <a:pt x="10269" y="5780"/>
                    <a:pt x="9776" y="5912"/>
                    <a:pt x="9269" y="5912"/>
                  </a:cubicBezTo>
                  <a:cubicBezTo>
                    <a:pt x="9208" y="5912"/>
                    <a:pt x="9147" y="5911"/>
                    <a:pt x="9085" y="5907"/>
                  </a:cubicBezTo>
                  <a:cubicBezTo>
                    <a:pt x="7764" y="5847"/>
                    <a:pt x="6645" y="4907"/>
                    <a:pt x="6609" y="3537"/>
                  </a:cubicBezTo>
                  <a:cubicBezTo>
                    <a:pt x="6585" y="2323"/>
                    <a:pt x="7335" y="1335"/>
                    <a:pt x="8300" y="680"/>
                  </a:cubicBezTo>
                  <a:cubicBezTo>
                    <a:pt x="8613" y="538"/>
                    <a:pt x="8952" y="467"/>
                    <a:pt x="9291" y="467"/>
                  </a:cubicBezTo>
                  <a:close/>
                  <a:moveTo>
                    <a:pt x="6728" y="5157"/>
                  </a:moveTo>
                  <a:cubicBezTo>
                    <a:pt x="6740" y="5180"/>
                    <a:pt x="6752" y="5192"/>
                    <a:pt x="6764" y="5216"/>
                  </a:cubicBezTo>
                  <a:cubicBezTo>
                    <a:pt x="7109" y="5645"/>
                    <a:pt x="7573" y="5978"/>
                    <a:pt x="8097" y="6169"/>
                  </a:cubicBezTo>
                  <a:cubicBezTo>
                    <a:pt x="7645" y="6657"/>
                    <a:pt x="7192" y="7157"/>
                    <a:pt x="6752" y="7681"/>
                  </a:cubicBezTo>
                  <a:cubicBezTo>
                    <a:pt x="6537" y="7943"/>
                    <a:pt x="6323" y="8193"/>
                    <a:pt x="6109" y="8467"/>
                  </a:cubicBezTo>
                  <a:cubicBezTo>
                    <a:pt x="6002" y="8598"/>
                    <a:pt x="5906" y="8728"/>
                    <a:pt x="5811" y="8883"/>
                  </a:cubicBezTo>
                  <a:cubicBezTo>
                    <a:pt x="5740" y="8967"/>
                    <a:pt x="5680" y="9062"/>
                    <a:pt x="5633" y="9169"/>
                  </a:cubicBezTo>
                  <a:cubicBezTo>
                    <a:pt x="5371" y="8776"/>
                    <a:pt x="5025" y="8443"/>
                    <a:pt x="4632" y="8205"/>
                  </a:cubicBezTo>
                  <a:cubicBezTo>
                    <a:pt x="4466" y="8109"/>
                    <a:pt x="4287" y="8038"/>
                    <a:pt x="4109" y="7967"/>
                  </a:cubicBezTo>
                  <a:cubicBezTo>
                    <a:pt x="4156" y="7931"/>
                    <a:pt x="4204" y="7895"/>
                    <a:pt x="4251" y="7847"/>
                  </a:cubicBezTo>
                  <a:cubicBezTo>
                    <a:pt x="4382" y="7716"/>
                    <a:pt x="4501" y="7574"/>
                    <a:pt x="4621" y="7443"/>
                  </a:cubicBezTo>
                  <a:cubicBezTo>
                    <a:pt x="4871" y="7169"/>
                    <a:pt x="5121" y="6895"/>
                    <a:pt x="5371" y="6621"/>
                  </a:cubicBezTo>
                  <a:cubicBezTo>
                    <a:pt x="5811" y="6121"/>
                    <a:pt x="6264" y="5633"/>
                    <a:pt x="6728" y="5157"/>
                  </a:cubicBezTo>
                  <a:close/>
                  <a:moveTo>
                    <a:pt x="3125" y="8301"/>
                  </a:moveTo>
                  <a:cubicBezTo>
                    <a:pt x="3443" y="8301"/>
                    <a:pt x="3762" y="8364"/>
                    <a:pt x="4061" y="8490"/>
                  </a:cubicBezTo>
                  <a:cubicBezTo>
                    <a:pt x="5335" y="9038"/>
                    <a:pt x="5871" y="10503"/>
                    <a:pt x="5561" y="11812"/>
                  </a:cubicBezTo>
                  <a:cubicBezTo>
                    <a:pt x="5406" y="12431"/>
                    <a:pt x="5097" y="13003"/>
                    <a:pt x="4549" y="13348"/>
                  </a:cubicBezTo>
                  <a:cubicBezTo>
                    <a:pt x="4113" y="13614"/>
                    <a:pt x="3620" y="13747"/>
                    <a:pt x="3113" y="13747"/>
                  </a:cubicBezTo>
                  <a:cubicBezTo>
                    <a:pt x="3052" y="13747"/>
                    <a:pt x="2991" y="13745"/>
                    <a:pt x="2930" y="13741"/>
                  </a:cubicBezTo>
                  <a:cubicBezTo>
                    <a:pt x="1608" y="13681"/>
                    <a:pt x="477" y="12753"/>
                    <a:pt x="441" y="11384"/>
                  </a:cubicBezTo>
                  <a:cubicBezTo>
                    <a:pt x="418" y="10157"/>
                    <a:pt x="1180" y="9181"/>
                    <a:pt x="2132" y="8514"/>
                  </a:cubicBezTo>
                  <a:cubicBezTo>
                    <a:pt x="2446" y="8373"/>
                    <a:pt x="2785" y="8301"/>
                    <a:pt x="3125" y="8301"/>
                  </a:cubicBezTo>
                  <a:close/>
                  <a:moveTo>
                    <a:pt x="4966" y="13658"/>
                  </a:moveTo>
                  <a:cubicBezTo>
                    <a:pt x="4990" y="13765"/>
                    <a:pt x="5025" y="13884"/>
                    <a:pt x="5049" y="14003"/>
                  </a:cubicBezTo>
                  <a:cubicBezTo>
                    <a:pt x="5121" y="14229"/>
                    <a:pt x="5192" y="14467"/>
                    <a:pt x="5263" y="14694"/>
                  </a:cubicBezTo>
                  <a:cubicBezTo>
                    <a:pt x="5418" y="15158"/>
                    <a:pt x="5597" y="15610"/>
                    <a:pt x="5775" y="16075"/>
                  </a:cubicBezTo>
                  <a:cubicBezTo>
                    <a:pt x="5775" y="16075"/>
                    <a:pt x="5775" y="16087"/>
                    <a:pt x="5787" y="16087"/>
                  </a:cubicBezTo>
                  <a:cubicBezTo>
                    <a:pt x="5930" y="16527"/>
                    <a:pt x="6085" y="16956"/>
                    <a:pt x="6252" y="17384"/>
                  </a:cubicBezTo>
                  <a:cubicBezTo>
                    <a:pt x="5990" y="17396"/>
                    <a:pt x="5740" y="17456"/>
                    <a:pt x="5490" y="17551"/>
                  </a:cubicBezTo>
                  <a:cubicBezTo>
                    <a:pt x="5204" y="17670"/>
                    <a:pt x="4942" y="17837"/>
                    <a:pt x="4716" y="18039"/>
                  </a:cubicBezTo>
                  <a:cubicBezTo>
                    <a:pt x="4454" y="17396"/>
                    <a:pt x="4204" y="16753"/>
                    <a:pt x="3978" y="16087"/>
                  </a:cubicBezTo>
                  <a:cubicBezTo>
                    <a:pt x="3847" y="15729"/>
                    <a:pt x="3716" y="15360"/>
                    <a:pt x="3585" y="15003"/>
                  </a:cubicBezTo>
                  <a:cubicBezTo>
                    <a:pt x="3501" y="14741"/>
                    <a:pt x="3418" y="14467"/>
                    <a:pt x="3299" y="14217"/>
                  </a:cubicBezTo>
                  <a:cubicBezTo>
                    <a:pt x="3894" y="14193"/>
                    <a:pt x="4478" y="13991"/>
                    <a:pt x="4966" y="13658"/>
                  </a:cubicBezTo>
                  <a:close/>
                  <a:moveTo>
                    <a:pt x="6304" y="17838"/>
                  </a:moveTo>
                  <a:cubicBezTo>
                    <a:pt x="6622" y="17838"/>
                    <a:pt x="6941" y="17901"/>
                    <a:pt x="7240" y="18027"/>
                  </a:cubicBezTo>
                  <a:cubicBezTo>
                    <a:pt x="8502" y="18575"/>
                    <a:pt x="9038" y="20039"/>
                    <a:pt x="8728" y="21337"/>
                  </a:cubicBezTo>
                  <a:cubicBezTo>
                    <a:pt x="8573" y="21968"/>
                    <a:pt x="8264" y="22540"/>
                    <a:pt x="7716" y="22885"/>
                  </a:cubicBezTo>
                  <a:cubicBezTo>
                    <a:pt x="7291" y="23151"/>
                    <a:pt x="6790" y="23284"/>
                    <a:pt x="6289" y="23284"/>
                  </a:cubicBezTo>
                  <a:cubicBezTo>
                    <a:pt x="6229" y="23284"/>
                    <a:pt x="6169" y="23282"/>
                    <a:pt x="6109" y="23278"/>
                  </a:cubicBezTo>
                  <a:cubicBezTo>
                    <a:pt x="4775" y="23218"/>
                    <a:pt x="3656" y="22278"/>
                    <a:pt x="3620" y="20909"/>
                  </a:cubicBezTo>
                  <a:cubicBezTo>
                    <a:pt x="3597" y="19694"/>
                    <a:pt x="4347" y="18706"/>
                    <a:pt x="5311" y="18051"/>
                  </a:cubicBezTo>
                  <a:cubicBezTo>
                    <a:pt x="5625" y="17910"/>
                    <a:pt x="5964" y="17838"/>
                    <a:pt x="6304" y="17838"/>
                  </a:cubicBezTo>
                  <a:close/>
                  <a:moveTo>
                    <a:pt x="9456" y="1"/>
                  </a:moveTo>
                  <a:cubicBezTo>
                    <a:pt x="9126" y="1"/>
                    <a:pt x="8794" y="63"/>
                    <a:pt x="8478" y="192"/>
                  </a:cubicBezTo>
                  <a:cubicBezTo>
                    <a:pt x="7930" y="418"/>
                    <a:pt x="7466" y="811"/>
                    <a:pt x="7157" y="1323"/>
                  </a:cubicBezTo>
                  <a:cubicBezTo>
                    <a:pt x="6656" y="1835"/>
                    <a:pt x="6335" y="2502"/>
                    <a:pt x="6252" y="3216"/>
                  </a:cubicBezTo>
                  <a:cubicBezTo>
                    <a:pt x="6192" y="3787"/>
                    <a:pt x="6287" y="4359"/>
                    <a:pt x="6549" y="4871"/>
                  </a:cubicBezTo>
                  <a:cubicBezTo>
                    <a:pt x="6037" y="5359"/>
                    <a:pt x="5537" y="5847"/>
                    <a:pt x="5061" y="6359"/>
                  </a:cubicBezTo>
                  <a:cubicBezTo>
                    <a:pt x="4811" y="6645"/>
                    <a:pt x="4585" y="6931"/>
                    <a:pt x="4347" y="7216"/>
                  </a:cubicBezTo>
                  <a:cubicBezTo>
                    <a:pt x="4240" y="7359"/>
                    <a:pt x="4120" y="7490"/>
                    <a:pt x="4025" y="7645"/>
                  </a:cubicBezTo>
                  <a:cubicBezTo>
                    <a:pt x="3978" y="7728"/>
                    <a:pt x="3918" y="7800"/>
                    <a:pt x="3882" y="7871"/>
                  </a:cubicBezTo>
                  <a:lnTo>
                    <a:pt x="3859" y="7907"/>
                  </a:lnTo>
                  <a:cubicBezTo>
                    <a:pt x="3664" y="7862"/>
                    <a:pt x="3467" y="7839"/>
                    <a:pt x="3269" y="7839"/>
                  </a:cubicBezTo>
                  <a:cubicBezTo>
                    <a:pt x="2945" y="7839"/>
                    <a:pt x="2621" y="7900"/>
                    <a:pt x="2311" y="8026"/>
                  </a:cubicBezTo>
                  <a:cubicBezTo>
                    <a:pt x="1763" y="8252"/>
                    <a:pt x="1299" y="8645"/>
                    <a:pt x="989" y="9157"/>
                  </a:cubicBezTo>
                  <a:cubicBezTo>
                    <a:pt x="489" y="9669"/>
                    <a:pt x="168" y="10336"/>
                    <a:pt x="84" y="11050"/>
                  </a:cubicBezTo>
                  <a:cubicBezTo>
                    <a:pt x="1" y="11753"/>
                    <a:pt x="179" y="12479"/>
                    <a:pt x="608" y="13050"/>
                  </a:cubicBezTo>
                  <a:cubicBezTo>
                    <a:pt x="1084" y="13646"/>
                    <a:pt x="1751" y="14039"/>
                    <a:pt x="2501" y="14158"/>
                  </a:cubicBezTo>
                  <a:cubicBezTo>
                    <a:pt x="2668" y="14193"/>
                    <a:pt x="2823" y="14205"/>
                    <a:pt x="2989" y="14217"/>
                  </a:cubicBezTo>
                  <a:cubicBezTo>
                    <a:pt x="3049" y="14515"/>
                    <a:pt x="3132" y="14813"/>
                    <a:pt x="3239" y="15098"/>
                  </a:cubicBezTo>
                  <a:cubicBezTo>
                    <a:pt x="3358" y="15467"/>
                    <a:pt x="3489" y="15837"/>
                    <a:pt x="3620" y="16194"/>
                  </a:cubicBezTo>
                  <a:cubicBezTo>
                    <a:pt x="3894" y="16908"/>
                    <a:pt x="4156" y="17622"/>
                    <a:pt x="4418" y="18337"/>
                  </a:cubicBezTo>
                  <a:cubicBezTo>
                    <a:pt x="4323" y="18444"/>
                    <a:pt x="4228" y="18563"/>
                    <a:pt x="4156" y="18694"/>
                  </a:cubicBezTo>
                  <a:cubicBezTo>
                    <a:pt x="3656" y="19206"/>
                    <a:pt x="3347" y="19873"/>
                    <a:pt x="3263" y="20587"/>
                  </a:cubicBezTo>
                  <a:cubicBezTo>
                    <a:pt x="3180" y="21290"/>
                    <a:pt x="3358" y="22004"/>
                    <a:pt x="3775" y="22587"/>
                  </a:cubicBezTo>
                  <a:cubicBezTo>
                    <a:pt x="4251" y="23171"/>
                    <a:pt x="4930" y="23564"/>
                    <a:pt x="5680" y="23695"/>
                  </a:cubicBezTo>
                  <a:cubicBezTo>
                    <a:pt x="5895" y="23733"/>
                    <a:pt x="6110" y="23753"/>
                    <a:pt x="6322" y="23753"/>
                  </a:cubicBezTo>
                  <a:cubicBezTo>
                    <a:pt x="7545" y="23753"/>
                    <a:pt x="8676" y="23114"/>
                    <a:pt x="9133" y="21897"/>
                  </a:cubicBezTo>
                  <a:cubicBezTo>
                    <a:pt x="9693" y="20397"/>
                    <a:pt x="9228" y="18575"/>
                    <a:pt x="7799" y="17742"/>
                  </a:cubicBezTo>
                  <a:cubicBezTo>
                    <a:pt x="7454" y="17539"/>
                    <a:pt x="7073" y="17420"/>
                    <a:pt x="6680" y="17372"/>
                  </a:cubicBezTo>
                  <a:cubicBezTo>
                    <a:pt x="6442" y="16765"/>
                    <a:pt x="6204" y="16158"/>
                    <a:pt x="5954" y="15563"/>
                  </a:cubicBezTo>
                  <a:cubicBezTo>
                    <a:pt x="5823" y="15241"/>
                    <a:pt x="5692" y="14944"/>
                    <a:pt x="5561" y="14646"/>
                  </a:cubicBezTo>
                  <a:cubicBezTo>
                    <a:pt x="5549" y="14634"/>
                    <a:pt x="5549" y="14622"/>
                    <a:pt x="5549" y="14610"/>
                  </a:cubicBezTo>
                  <a:cubicBezTo>
                    <a:pt x="5466" y="14372"/>
                    <a:pt x="5394" y="14158"/>
                    <a:pt x="5299" y="13932"/>
                  </a:cubicBezTo>
                  <a:cubicBezTo>
                    <a:pt x="5252" y="13812"/>
                    <a:pt x="5192" y="13693"/>
                    <a:pt x="5144" y="13586"/>
                  </a:cubicBezTo>
                  <a:cubicBezTo>
                    <a:pt x="5144" y="13562"/>
                    <a:pt x="5132" y="13551"/>
                    <a:pt x="5121" y="13527"/>
                  </a:cubicBezTo>
                  <a:cubicBezTo>
                    <a:pt x="5502" y="13217"/>
                    <a:pt x="5787" y="12812"/>
                    <a:pt x="5966" y="12360"/>
                  </a:cubicBezTo>
                  <a:cubicBezTo>
                    <a:pt x="6335" y="11348"/>
                    <a:pt x="6252" y="10229"/>
                    <a:pt x="5716" y="9288"/>
                  </a:cubicBezTo>
                  <a:cubicBezTo>
                    <a:pt x="5799" y="9217"/>
                    <a:pt x="5894" y="9133"/>
                    <a:pt x="5978" y="9050"/>
                  </a:cubicBezTo>
                  <a:cubicBezTo>
                    <a:pt x="6097" y="8931"/>
                    <a:pt x="6216" y="8812"/>
                    <a:pt x="6335" y="8681"/>
                  </a:cubicBezTo>
                  <a:cubicBezTo>
                    <a:pt x="6561" y="8419"/>
                    <a:pt x="6787" y="8157"/>
                    <a:pt x="7014" y="7895"/>
                  </a:cubicBezTo>
                  <a:cubicBezTo>
                    <a:pt x="7478" y="7383"/>
                    <a:pt x="7930" y="6871"/>
                    <a:pt x="8395" y="6359"/>
                  </a:cubicBezTo>
                  <a:cubicBezTo>
                    <a:pt x="8419" y="6335"/>
                    <a:pt x="8431" y="6300"/>
                    <a:pt x="8431" y="6276"/>
                  </a:cubicBezTo>
                  <a:cubicBezTo>
                    <a:pt x="8514" y="6288"/>
                    <a:pt x="8597" y="6312"/>
                    <a:pt x="8681" y="6323"/>
                  </a:cubicBezTo>
                  <a:cubicBezTo>
                    <a:pt x="8891" y="6362"/>
                    <a:pt x="9103" y="6381"/>
                    <a:pt x="9311" y="6381"/>
                  </a:cubicBezTo>
                  <a:cubicBezTo>
                    <a:pt x="10530" y="6381"/>
                    <a:pt x="11664" y="5735"/>
                    <a:pt x="12121" y="4526"/>
                  </a:cubicBezTo>
                  <a:cubicBezTo>
                    <a:pt x="12681" y="3014"/>
                    <a:pt x="12217" y="1204"/>
                    <a:pt x="10788" y="370"/>
                  </a:cubicBezTo>
                  <a:cubicBezTo>
                    <a:pt x="10383" y="126"/>
                    <a:pt x="9922" y="1"/>
                    <a:pt x="94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96" name="Google Shape;3396;p67"/>
          <p:cNvGrpSpPr/>
          <p:nvPr/>
        </p:nvGrpSpPr>
        <p:grpSpPr>
          <a:xfrm rot="8100389">
            <a:off x="1036802" y="2867103"/>
            <a:ext cx="680931" cy="616736"/>
            <a:chOff x="97150" y="125625"/>
            <a:chExt cx="545475" cy="494050"/>
          </a:xfrm>
        </p:grpSpPr>
        <p:sp>
          <p:nvSpPr>
            <p:cNvPr id="3397" name="Google Shape;3397;p67"/>
            <p:cNvSpPr/>
            <p:nvPr/>
          </p:nvSpPr>
          <p:spPr>
            <a:xfrm>
              <a:off x="112200" y="541325"/>
              <a:ext cx="518525" cy="69375"/>
            </a:xfrm>
            <a:custGeom>
              <a:avLst/>
              <a:gdLst/>
              <a:ahLst/>
              <a:cxnLst/>
              <a:rect l="l" t="t" r="r" b="b"/>
              <a:pathLst>
                <a:path w="20741" h="2775" extrusionOk="0">
                  <a:moveTo>
                    <a:pt x="20646" y="1"/>
                  </a:moveTo>
                  <a:cubicBezTo>
                    <a:pt x="20646" y="48"/>
                    <a:pt x="20610" y="96"/>
                    <a:pt x="20550" y="108"/>
                  </a:cubicBezTo>
                  <a:cubicBezTo>
                    <a:pt x="19824" y="227"/>
                    <a:pt x="19086" y="274"/>
                    <a:pt x="18348" y="346"/>
                  </a:cubicBezTo>
                  <a:cubicBezTo>
                    <a:pt x="17609" y="417"/>
                    <a:pt x="16871" y="489"/>
                    <a:pt x="16145" y="572"/>
                  </a:cubicBezTo>
                  <a:lnTo>
                    <a:pt x="8287" y="1394"/>
                  </a:lnTo>
                  <a:cubicBezTo>
                    <a:pt x="6977" y="1525"/>
                    <a:pt x="5667" y="1656"/>
                    <a:pt x="4346" y="1787"/>
                  </a:cubicBezTo>
                  <a:cubicBezTo>
                    <a:pt x="3120" y="1906"/>
                    <a:pt x="1881" y="2037"/>
                    <a:pt x="643" y="2084"/>
                  </a:cubicBezTo>
                  <a:lnTo>
                    <a:pt x="583" y="2084"/>
                  </a:lnTo>
                  <a:cubicBezTo>
                    <a:pt x="393" y="2310"/>
                    <a:pt x="191" y="2537"/>
                    <a:pt x="0" y="2775"/>
                  </a:cubicBezTo>
                  <a:cubicBezTo>
                    <a:pt x="1143" y="2644"/>
                    <a:pt x="2298" y="2549"/>
                    <a:pt x="3441" y="2465"/>
                  </a:cubicBezTo>
                  <a:cubicBezTo>
                    <a:pt x="3429" y="2406"/>
                    <a:pt x="3417" y="2346"/>
                    <a:pt x="3417" y="2287"/>
                  </a:cubicBezTo>
                  <a:cubicBezTo>
                    <a:pt x="3417" y="2227"/>
                    <a:pt x="3465" y="2191"/>
                    <a:pt x="3512" y="2179"/>
                  </a:cubicBezTo>
                  <a:cubicBezTo>
                    <a:pt x="3519" y="2178"/>
                    <a:pt x="3525" y="2177"/>
                    <a:pt x="3531" y="2177"/>
                  </a:cubicBezTo>
                  <a:cubicBezTo>
                    <a:pt x="3572" y="2177"/>
                    <a:pt x="3609" y="2210"/>
                    <a:pt x="3620" y="2251"/>
                  </a:cubicBezTo>
                  <a:lnTo>
                    <a:pt x="3655" y="2441"/>
                  </a:lnTo>
                  <a:cubicBezTo>
                    <a:pt x="3882" y="2429"/>
                    <a:pt x="4096" y="2418"/>
                    <a:pt x="4322" y="2394"/>
                  </a:cubicBezTo>
                  <a:cubicBezTo>
                    <a:pt x="4322" y="2322"/>
                    <a:pt x="4334" y="2239"/>
                    <a:pt x="4346" y="2168"/>
                  </a:cubicBezTo>
                  <a:cubicBezTo>
                    <a:pt x="4356" y="2120"/>
                    <a:pt x="4395" y="2098"/>
                    <a:pt x="4435" y="2098"/>
                  </a:cubicBezTo>
                  <a:cubicBezTo>
                    <a:pt x="4485" y="2098"/>
                    <a:pt x="4536" y="2132"/>
                    <a:pt x="4536" y="2191"/>
                  </a:cubicBezTo>
                  <a:cubicBezTo>
                    <a:pt x="4536" y="2251"/>
                    <a:pt x="4536" y="2310"/>
                    <a:pt x="4536" y="2382"/>
                  </a:cubicBezTo>
                  <a:lnTo>
                    <a:pt x="4596" y="2382"/>
                  </a:lnTo>
                  <a:lnTo>
                    <a:pt x="5691" y="2287"/>
                  </a:lnTo>
                  <a:cubicBezTo>
                    <a:pt x="5691" y="2275"/>
                    <a:pt x="5691" y="2263"/>
                    <a:pt x="5691" y="2251"/>
                  </a:cubicBezTo>
                  <a:cubicBezTo>
                    <a:pt x="5679" y="2215"/>
                    <a:pt x="5679" y="2179"/>
                    <a:pt x="5667" y="2156"/>
                  </a:cubicBezTo>
                  <a:lnTo>
                    <a:pt x="5644" y="2108"/>
                  </a:lnTo>
                  <a:cubicBezTo>
                    <a:pt x="5620" y="2072"/>
                    <a:pt x="5632" y="2025"/>
                    <a:pt x="5667" y="2001"/>
                  </a:cubicBezTo>
                  <a:cubicBezTo>
                    <a:pt x="5679" y="1989"/>
                    <a:pt x="5700" y="1983"/>
                    <a:pt x="5721" y="1983"/>
                  </a:cubicBezTo>
                  <a:cubicBezTo>
                    <a:pt x="5742" y="1983"/>
                    <a:pt x="5763" y="1989"/>
                    <a:pt x="5775" y="2001"/>
                  </a:cubicBezTo>
                  <a:cubicBezTo>
                    <a:pt x="5822" y="2048"/>
                    <a:pt x="5870" y="2096"/>
                    <a:pt x="5882" y="2168"/>
                  </a:cubicBezTo>
                  <a:cubicBezTo>
                    <a:pt x="5894" y="2191"/>
                    <a:pt x="5906" y="2227"/>
                    <a:pt x="5906" y="2263"/>
                  </a:cubicBezTo>
                  <a:lnTo>
                    <a:pt x="6727" y="2191"/>
                  </a:lnTo>
                  <a:cubicBezTo>
                    <a:pt x="6727" y="2179"/>
                    <a:pt x="6715" y="2168"/>
                    <a:pt x="6715" y="2156"/>
                  </a:cubicBezTo>
                  <a:cubicBezTo>
                    <a:pt x="6715" y="2156"/>
                    <a:pt x="6727" y="2156"/>
                    <a:pt x="6715" y="2144"/>
                  </a:cubicBezTo>
                  <a:cubicBezTo>
                    <a:pt x="6703" y="2120"/>
                    <a:pt x="6703" y="2108"/>
                    <a:pt x="6703" y="2096"/>
                  </a:cubicBezTo>
                  <a:cubicBezTo>
                    <a:pt x="6703" y="2084"/>
                    <a:pt x="6691" y="2072"/>
                    <a:pt x="6691" y="2060"/>
                  </a:cubicBezTo>
                  <a:cubicBezTo>
                    <a:pt x="6679" y="2060"/>
                    <a:pt x="6679" y="2048"/>
                    <a:pt x="6668" y="2048"/>
                  </a:cubicBezTo>
                  <a:cubicBezTo>
                    <a:pt x="6656" y="2025"/>
                    <a:pt x="6644" y="2001"/>
                    <a:pt x="6644" y="1977"/>
                  </a:cubicBezTo>
                  <a:cubicBezTo>
                    <a:pt x="6644" y="1953"/>
                    <a:pt x="6656" y="1929"/>
                    <a:pt x="6668" y="1906"/>
                  </a:cubicBezTo>
                  <a:cubicBezTo>
                    <a:pt x="6679" y="1894"/>
                    <a:pt x="6703" y="1882"/>
                    <a:pt x="6715" y="1870"/>
                  </a:cubicBezTo>
                  <a:lnTo>
                    <a:pt x="6763" y="1870"/>
                  </a:lnTo>
                  <a:cubicBezTo>
                    <a:pt x="6775" y="1882"/>
                    <a:pt x="6787" y="1882"/>
                    <a:pt x="6799" y="1894"/>
                  </a:cubicBezTo>
                  <a:cubicBezTo>
                    <a:pt x="6846" y="1918"/>
                    <a:pt x="6882" y="1953"/>
                    <a:pt x="6906" y="2001"/>
                  </a:cubicBezTo>
                  <a:cubicBezTo>
                    <a:pt x="6918" y="2025"/>
                    <a:pt x="6930" y="2048"/>
                    <a:pt x="6941" y="2072"/>
                  </a:cubicBezTo>
                  <a:cubicBezTo>
                    <a:pt x="6953" y="2108"/>
                    <a:pt x="6953" y="2132"/>
                    <a:pt x="6953" y="2156"/>
                  </a:cubicBezTo>
                  <a:cubicBezTo>
                    <a:pt x="6953" y="2168"/>
                    <a:pt x="6953" y="2168"/>
                    <a:pt x="6953" y="2179"/>
                  </a:cubicBezTo>
                  <a:lnTo>
                    <a:pt x="7906" y="2096"/>
                  </a:lnTo>
                  <a:cubicBezTo>
                    <a:pt x="7894" y="2072"/>
                    <a:pt x="7894" y="2060"/>
                    <a:pt x="7882" y="2037"/>
                  </a:cubicBezTo>
                  <a:cubicBezTo>
                    <a:pt x="7882" y="2013"/>
                    <a:pt x="7870" y="1989"/>
                    <a:pt x="7870" y="1965"/>
                  </a:cubicBezTo>
                  <a:cubicBezTo>
                    <a:pt x="7858" y="1941"/>
                    <a:pt x="7846" y="1929"/>
                    <a:pt x="7846" y="1906"/>
                  </a:cubicBezTo>
                  <a:cubicBezTo>
                    <a:pt x="7834" y="1870"/>
                    <a:pt x="7846" y="1834"/>
                    <a:pt x="7882" y="1822"/>
                  </a:cubicBezTo>
                  <a:cubicBezTo>
                    <a:pt x="7888" y="1819"/>
                    <a:pt x="7896" y="1818"/>
                    <a:pt x="7903" y="1818"/>
                  </a:cubicBezTo>
                  <a:cubicBezTo>
                    <a:pt x="7924" y="1818"/>
                    <a:pt x="7948" y="1829"/>
                    <a:pt x="7965" y="1846"/>
                  </a:cubicBezTo>
                  <a:cubicBezTo>
                    <a:pt x="7977" y="1870"/>
                    <a:pt x="7989" y="1894"/>
                    <a:pt x="8001" y="1918"/>
                  </a:cubicBezTo>
                  <a:lnTo>
                    <a:pt x="8037" y="1965"/>
                  </a:lnTo>
                  <a:cubicBezTo>
                    <a:pt x="8049" y="1989"/>
                    <a:pt x="8073" y="2001"/>
                    <a:pt x="8084" y="2025"/>
                  </a:cubicBezTo>
                  <a:cubicBezTo>
                    <a:pt x="8096" y="2037"/>
                    <a:pt x="8096" y="2060"/>
                    <a:pt x="8096" y="2072"/>
                  </a:cubicBezTo>
                  <a:lnTo>
                    <a:pt x="8811" y="2013"/>
                  </a:lnTo>
                  <a:cubicBezTo>
                    <a:pt x="8799" y="1953"/>
                    <a:pt x="8787" y="1894"/>
                    <a:pt x="8775" y="1834"/>
                  </a:cubicBezTo>
                  <a:cubicBezTo>
                    <a:pt x="8763" y="1810"/>
                    <a:pt x="8775" y="1787"/>
                    <a:pt x="8799" y="1775"/>
                  </a:cubicBezTo>
                  <a:cubicBezTo>
                    <a:pt x="8823" y="1775"/>
                    <a:pt x="8846" y="1775"/>
                    <a:pt x="8858" y="1798"/>
                  </a:cubicBezTo>
                  <a:cubicBezTo>
                    <a:pt x="8894" y="1870"/>
                    <a:pt x="8918" y="1929"/>
                    <a:pt x="8954" y="2001"/>
                  </a:cubicBezTo>
                  <a:lnTo>
                    <a:pt x="9787" y="1929"/>
                  </a:lnTo>
                  <a:lnTo>
                    <a:pt x="9787" y="1906"/>
                  </a:lnTo>
                  <a:cubicBezTo>
                    <a:pt x="9775" y="1858"/>
                    <a:pt x="9763" y="1822"/>
                    <a:pt x="9751" y="1775"/>
                  </a:cubicBezTo>
                  <a:cubicBezTo>
                    <a:pt x="9751" y="1751"/>
                    <a:pt x="9763" y="1715"/>
                    <a:pt x="9787" y="1703"/>
                  </a:cubicBezTo>
                  <a:cubicBezTo>
                    <a:pt x="9797" y="1700"/>
                    <a:pt x="9806" y="1699"/>
                    <a:pt x="9815" y="1699"/>
                  </a:cubicBezTo>
                  <a:cubicBezTo>
                    <a:pt x="9840" y="1699"/>
                    <a:pt x="9862" y="1710"/>
                    <a:pt x="9870" y="1727"/>
                  </a:cubicBezTo>
                  <a:cubicBezTo>
                    <a:pt x="9894" y="1763"/>
                    <a:pt x="9906" y="1810"/>
                    <a:pt x="9930" y="1846"/>
                  </a:cubicBezTo>
                  <a:lnTo>
                    <a:pt x="9978" y="1918"/>
                  </a:lnTo>
                  <a:lnTo>
                    <a:pt x="10954" y="1834"/>
                  </a:lnTo>
                  <a:cubicBezTo>
                    <a:pt x="10942" y="1775"/>
                    <a:pt x="10942" y="1727"/>
                    <a:pt x="10942" y="1667"/>
                  </a:cubicBezTo>
                  <a:cubicBezTo>
                    <a:pt x="10942" y="1644"/>
                    <a:pt x="10954" y="1620"/>
                    <a:pt x="10990" y="1608"/>
                  </a:cubicBezTo>
                  <a:cubicBezTo>
                    <a:pt x="10996" y="1605"/>
                    <a:pt x="11003" y="1603"/>
                    <a:pt x="11011" y="1603"/>
                  </a:cubicBezTo>
                  <a:cubicBezTo>
                    <a:pt x="11031" y="1603"/>
                    <a:pt x="11052" y="1614"/>
                    <a:pt x="11061" y="1632"/>
                  </a:cubicBezTo>
                  <a:cubicBezTo>
                    <a:pt x="11085" y="1691"/>
                    <a:pt x="11097" y="1739"/>
                    <a:pt x="11121" y="1787"/>
                  </a:cubicBezTo>
                  <a:cubicBezTo>
                    <a:pt x="11121" y="1798"/>
                    <a:pt x="11132" y="1810"/>
                    <a:pt x="11132" y="1810"/>
                  </a:cubicBezTo>
                  <a:lnTo>
                    <a:pt x="11966" y="1739"/>
                  </a:lnTo>
                  <a:cubicBezTo>
                    <a:pt x="11966" y="1731"/>
                    <a:pt x="11966" y="1723"/>
                    <a:pt x="11966" y="1715"/>
                  </a:cubicBezTo>
                  <a:cubicBezTo>
                    <a:pt x="11966" y="1679"/>
                    <a:pt x="11966" y="1644"/>
                    <a:pt x="11966" y="1620"/>
                  </a:cubicBezTo>
                  <a:cubicBezTo>
                    <a:pt x="11966" y="1608"/>
                    <a:pt x="11966" y="1608"/>
                    <a:pt x="11966" y="1608"/>
                  </a:cubicBezTo>
                  <a:lnTo>
                    <a:pt x="11966" y="1584"/>
                  </a:lnTo>
                  <a:cubicBezTo>
                    <a:pt x="11966" y="1560"/>
                    <a:pt x="11966" y="1548"/>
                    <a:pt x="11954" y="1537"/>
                  </a:cubicBezTo>
                  <a:cubicBezTo>
                    <a:pt x="11945" y="1502"/>
                    <a:pt x="11974" y="1474"/>
                    <a:pt x="12003" y="1474"/>
                  </a:cubicBezTo>
                  <a:cubicBezTo>
                    <a:pt x="12015" y="1474"/>
                    <a:pt x="12027" y="1479"/>
                    <a:pt x="12037" y="1489"/>
                  </a:cubicBezTo>
                  <a:cubicBezTo>
                    <a:pt x="12097" y="1560"/>
                    <a:pt x="12133" y="1632"/>
                    <a:pt x="12156" y="1727"/>
                  </a:cubicBezTo>
                  <a:cubicBezTo>
                    <a:pt x="12359" y="1703"/>
                    <a:pt x="12573" y="1691"/>
                    <a:pt x="12787" y="1667"/>
                  </a:cubicBezTo>
                  <a:lnTo>
                    <a:pt x="12966" y="1644"/>
                  </a:lnTo>
                  <a:lnTo>
                    <a:pt x="12966" y="1572"/>
                  </a:lnTo>
                  <a:lnTo>
                    <a:pt x="12990" y="1394"/>
                  </a:lnTo>
                  <a:cubicBezTo>
                    <a:pt x="12990" y="1382"/>
                    <a:pt x="13002" y="1358"/>
                    <a:pt x="13026" y="1358"/>
                  </a:cubicBezTo>
                  <a:cubicBezTo>
                    <a:pt x="13049" y="1358"/>
                    <a:pt x="13073" y="1370"/>
                    <a:pt x="13073" y="1394"/>
                  </a:cubicBezTo>
                  <a:cubicBezTo>
                    <a:pt x="13085" y="1441"/>
                    <a:pt x="13109" y="1501"/>
                    <a:pt x="13121" y="1548"/>
                  </a:cubicBezTo>
                  <a:cubicBezTo>
                    <a:pt x="13121" y="1584"/>
                    <a:pt x="13133" y="1608"/>
                    <a:pt x="13133" y="1632"/>
                  </a:cubicBezTo>
                  <a:lnTo>
                    <a:pt x="13942" y="1548"/>
                  </a:lnTo>
                  <a:cubicBezTo>
                    <a:pt x="13942" y="1537"/>
                    <a:pt x="13942" y="1525"/>
                    <a:pt x="13942" y="1513"/>
                  </a:cubicBezTo>
                  <a:cubicBezTo>
                    <a:pt x="13942" y="1477"/>
                    <a:pt x="13942" y="1441"/>
                    <a:pt x="13942" y="1394"/>
                  </a:cubicBezTo>
                  <a:cubicBezTo>
                    <a:pt x="13942" y="1382"/>
                    <a:pt x="13930" y="1358"/>
                    <a:pt x="13930" y="1334"/>
                  </a:cubicBezTo>
                  <a:cubicBezTo>
                    <a:pt x="13922" y="1271"/>
                    <a:pt x="13967" y="1234"/>
                    <a:pt x="14012" y="1234"/>
                  </a:cubicBezTo>
                  <a:cubicBezTo>
                    <a:pt x="14035" y="1234"/>
                    <a:pt x="14057" y="1243"/>
                    <a:pt x="14073" y="1263"/>
                  </a:cubicBezTo>
                  <a:cubicBezTo>
                    <a:pt x="14109" y="1322"/>
                    <a:pt x="14133" y="1382"/>
                    <a:pt x="14145" y="1441"/>
                  </a:cubicBezTo>
                  <a:cubicBezTo>
                    <a:pt x="14157" y="1465"/>
                    <a:pt x="14169" y="1501"/>
                    <a:pt x="14169" y="1525"/>
                  </a:cubicBezTo>
                  <a:lnTo>
                    <a:pt x="14169" y="1537"/>
                  </a:lnTo>
                  <a:lnTo>
                    <a:pt x="15133" y="1441"/>
                  </a:lnTo>
                  <a:cubicBezTo>
                    <a:pt x="15133" y="1417"/>
                    <a:pt x="15133" y="1406"/>
                    <a:pt x="15133" y="1382"/>
                  </a:cubicBezTo>
                  <a:cubicBezTo>
                    <a:pt x="15133" y="1358"/>
                    <a:pt x="15133" y="1322"/>
                    <a:pt x="15133" y="1286"/>
                  </a:cubicBezTo>
                  <a:cubicBezTo>
                    <a:pt x="15145" y="1263"/>
                    <a:pt x="15145" y="1227"/>
                    <a:pt x="15157" y="1203"/>
                  </a:cubicBezTo>
                  <a:cubicBezTo>
                    <a:pt x="15169" y="1167"/>
                    <a:pt x="15169" y="1144"/>
                    <a:pt x="15169" y="1120"/>
                  </a:cubicBezTo>
                  <a:cubicBezTo>
                    <a:pt x="15181" y="1096"/>
                    <a:pt x="15204" y="1084"/>
                    <a:pt x="15228" y="1084"/>
                  </a:cubicBezTo>
                  <a:cubicBezTo>
                    <a:pt x="15252" y="1084"/>
                    <a:pt x="15264" y="1108"/>
                    <a:pt x="15264" y="1132"/>
                  </a:cubicBezTo>
                  <a:cubicBezTo>
                    <a:pt x="15264" y="1156"/>
                    <a:pt x="15264" y="1179"/>
                    <a:pt x="15264" y="1203"/>
                  </a:cubicBezTo>
                  <a:cubicBezTo>
                    <a:pt x="15264" y="1227"/>
                    <a:pt x="15276" y="1263"/>
                    <a:pt x="15288" y="1286"/>
                  </a:cubicBezTo>
                  <a:cubicBezTo>
                    <a:pt x="15288" y="1298"/>
                    <a:pt x="15288" y="1310"/>
                    <a:pt x="15300" y="1322"/>
                  </a:cubicBezTo>
                  <a:lnTo>
                    <a:pt x="15300" y="1346"/>
                  </a:lnTo>
                  <a:cubicBezTo>
                    <a:pt x="15300" y="1358"/>
                    <a:pt x="15300" y="1358"/>
                    <a:pt x="15300" y="1358"/>
                  </a:cubicBezTo>
                  <a:cubicBezTo>
                    <a:pt x="15300" y="1370"/>
                    <a:pt x="15312" y="1382"/>
                    <a:pt x="15312" y="1394"/>
                  </a:cubicBezTo>
                  <a:cubicBezTo>
                    <a:pt x="15312" y="1406"/>
                    <a:pt x="15312" y="1417"/>
                    <a:pt x="15312" y="1417"/>
                  </a:cubicBezTo>
                  <a:lnTo>
                    <a:pt x="16288" y="1322"/>
                  </a:lnTo>
                  <a:cubicBezTo>
                    <a:pt x="16288" y="1298"/>
                    <a:pt x="16288" y="1286"/>
                    <a:pt x="16288" y="1263"/>
                  </a:cubicBezTo>
                  <a:cubicBezTo>
                    <a:pt x="16288" y="1215"/>
                    <a:pt x="16288" y="1167"/>
                    <a:pt x="16276" y="1132"/>
                  </a:cubicBezTo>
                  <a:cubicBezTo>
                    <a:pt x="16267" y="1123"/>
                    <a:pt x="16277" y="1115"/>
                    <a:pt x="16287" y="1115"/>
                  </a:cubicBezTo>
                  <a:cubicBezTo>
                    <a:pt x="16292" y="1115"/>
                    <a:pt x="16296" y="1116"/>
                    <a:pt x="16300" y="1120"/>
                  </a:cubicBezTo>
                  <a:cubicBezTo>
                    <a:pt x="16324" y="1167"/>
                    <a:pt x="16335" y="1203"/>
                    <a:pt x="16347" y="1251"/>
                  </a:cubicBezTo>
                  <a:lnTo>
                    <a:pt x="16347" y="1322"/>
                  </a:lnTo>
                  <a:lnTo>
                    <a:pt x="16883" y="1263"/>
                  </a:lnTo>
                  <a:lnTo>
                    <a:pt x="16990" y="1251"/>
                  </a:lnTo>
                  <a:cubicBezTo>
                    <a:pt x="16990" y="1227"/>
                    <a:pt x="16990" y="1203"/>
                    <a:pt x="17002" y="1191"/>
                  </a:cubicBezTo>
                  <a:cubicBezTo>
                    <a:pt x="17002" y="1167"/>
                    <a:pt x="17014" y="1144"/>
                    <a:pt x="17026" y="1132"/>
                  </a:cubicBezTo>
                  <a:lnTo>
                    <a:pt x="17050" y="1096"/>
                  </a:lnTo>
                  <a:cubicBezTo>
                    <a:pt x="17050" y="1084"/>
                    <a:pt x="17062" y="1072"/>
                    <a:pt x="17062" y="1060"/>
                  </a:cubicBezTo>
                  <a:cubicBezTo>
                    <a:pt x="17067" y="1033"/>
                    <a:pt x="17085" y="1021"/>
                    <a:pt x="17103" y="1021"/>
                  </a:cubicBezTo>
                  <a:cubicBezTo>
                    <a:pt x="17126" y="1021"/>
                    <a:pt x="17150" y="1039"/>
                    <a:pt x="17157" y="1072"/>
                  </a:cubicBezTo>
                  <a:lnTo>
                    <a:pt x="17157" y="1084"/>
                  </a:lnTo>
                  <a:lnTo>
                    <a:pt x="17169" y="1120"/>
                  </a:lnTo>
                  <a:cubicBezTo>
                    <a:pt x="17181" y="1132"/>
                    <a:pt x="17181" y="1144"/>
                    <a:pt x="17193" y="1156"/>
                  </a:cubicBezTo>
                  <a:cubicBezTo>
                    <a:pt x="17193" y="1167"/>
                    <a:pt x="17193" y="1179"/>
                    <a:pt x="17205" y="1191"/>
                  </a:cubicBezTo>
                  <a:lnTo>
                    <a:pt x="17205" y="1203"/>
                  </a:lnTo>
                  <a:lnTo>
                    <a:pt x="17205" y="1227"/>
                  </a:lnTo>
                  <a:lnTo>
                    <a:pt x="18133" y="1132"/>
                  </a:lnTo>
                  <a:cubicBezTo>
                    <a:pt x="18133" y="1120"/>
                    <a:pt x="18133" y="1108"/>
                    <a:pt x="18133" y="1096"/>
                  </a:cubicBezTo>
                  <a:cubicBezTo>
                    <a:pt x="18133" y="1048"/>
                    <a:pt x="18145" y="1001"/>
                    <a:pt x="18169" y="965"/>
                  </a:cubicBezTo>
                  <a:cubicBezTo>
                    <a:pt x="18169" y="929"/>
                    <a:pt x="18205" y="917"/>
                    <a:pt x="18229" y="917"/>
                  </a:cubicBezTo>
                  <a:cubicBezTo>
                    <a:pt x="18264" y="917"/>
                    <a:pt x="18300" y="941"/>
                    <a:pt x="18288" y="989"/>
                  </a:cubicBezTo>
                  <a:lnTo>
                    <a:pt x="18288" y="1001"/>
                  </a:lnTo>
                  <a:cubicBezTo>
                    <a:pt x="18288" y="1013"/>
                    <a:pt x="18288" y="1013"/>
                    <a:pt x="18288" y="1036"/>
                  </a:cubicBezTo>
                  <a:cubicBezTo>
                    <a:pt x="18300" y="1060"/>
                    <a:pt x="18312" y="1084"/>
                    <a:pt x="18312" y="1108"/>
                  </a:cubicBezTo>
                  <a:lnTo>
                    <a:pt x="18312" y="1120"/>
                  </a:lnTo>
                  <a:lnTo>
                    <a:pt x="19133" y="1036"/>
                  </a:lnTo>
                  <a:cubicBezTo>
                    <a:pt x="19122" y="1025"/>
                    <a:pt x="19122" y="1001"/>
                    <a:pt x="19122" y="989"/>
                  </a:cubicBezTo>
                  <a:cubicBezTo>
                    <a:pt x="19110" y="929"/>
                    <a:pt x="19122" y="882"/>
                    <a:pt x="19133" y="834"/>
                  </a:cubicBezTo>
                  <a:cubicBezTo>
                    <a:pt x="19143" y="815"/>
                    <a:pt x="19161" y="795"/>
                    <a:pt x="19180" y="795"/>
                  </a:cubicBezTo>
                  <a:cubicBezTo>
                    <a:pt x="19184" y="795"/>
                    <a:pt x="19189" y="796"/>
                    <a:pt x="19193" y="798"/>
                  </a:cubicBezTo>
                  <a:cubicBezTo>
                    <a:pt x="19229" y="798"/>
                    <a:pt x="19252" y="822"/>
                    <a:pt x="19252" y="846"/>
                  </a:cubicBezTo>
                  <a:cubicBezTo>
                    <a:pt x="19241" y="858"/>
                    <a:pt x="19241" y="870"/>
                    <a:pt x="19252" y="882"/>
                  </a:cubicBezTo>
                  <a:cubicBezTo>
                    <a:pt x="19241" y="894"/>
                    <a:pt x="19241" y="894"/>
                    <a:pt x="19252" y="905"/>
                  </a:cubicBezTo>
                  <a:cubicBezTo>
                    <a:pt x="19252" y="917"/>
                    <a:pt x="19252" y="941"/>
                    <a:pt x="19264" y="965"/>
                  </a:cubicBezTo>
                  <a:cubicBezTo>
                    <a:pt x="19264" y="965"/>
                    <a:pt x="19264" y="977"/>
                    <a:pt x="19276" y="989"/>
                  </a:cubicBezTo>
                  <a:cubicBezTo>
                    <a:pt x="19276" y="1001"/>
                    <a:pt x="19288" y="1013"/>
                    <a:pt x="19288" y="1013"/>
                  </a:cubicBezTo>
                  <a:lnTo>
                    <a:pt x="19884" y="965"/>
                  </a:lnTo>
                  <a:cubicBezTo>
                    <a:pt x="19884" y="941"/>
                    <a:pt x="19884" y="929"/>
                    <a:pt x="19884" y="917"/>
                  </a:cubicBezTo>
                  <a:cubicBezTo>
                    <a:pt x="19895" y="834"/>
                    <a:pt x="19907" y="763"/>
                    <a:pt x="19931" y="679"/>
                  </a:cubicBezTo>
                  <a:cubicBezTo>
                    <a:pt x="19931" y="667"/>
                    <a:pt x="19955" y="644"/>
                    <a:pt x="19979" y="644"/>
                  </a:cubicBezTo>
                  <a:cubicBezTo>
                    <a:pt x="19991" y="644"/>
                    <a:pt x="20014" y="667"/>
                    <a:pt x="20026" y="679"/>
                  </a:cubicBezTo>
                  <a:cubicBezTo>
                    <a:pt x="20038" y="763"/>
                    <a:pt x="20050" y="834"/>
                    <a:pt x="20062" y="917"/>
                  </a:cubicBezTo>
                  <a:cubicBezTo>
                    <a:pt x="20062" y="929"/>
                    <a:pt x="20062" y="941"/>
                    <a:pt x="20062" y="941"/>
                  </a:cubicBezTo>
                  <a:cubicBezTo>
                    <a:pt x="20288" y="929"/>
                    <a:pt x="20515" y="905"/>
                    <a:pt x="20741" y="894"/>
                  </a:cubicBezTo>
                  <a:cubicBezTo>
                    <a:pt x="20705" y="596"/>
                    <a:pt x="20693" y="298"/>
                    <a:pt x="20669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Google Shape;3398;p67"/>
            <p:cNvSpPr/>
            <p:nvPr/>
          </p:nvSpPr>
          <p:spPr>
            <a:xfrm>
              <a:off x="128275" y="135025"/>
              <a:ext cx="500675" cy="456925"/>
            </a:xfrm>
            <a:custGeom>
              <a:avLst/>
              <a:gdLst/>
              <a:ahLst/>
              <a:cxnLst/>
              <a:rect l="l" t="t" r="r" b="b"/>
              <a:pathLst>
                <a:path w="20027" h="18277" extrusionOk="0">
                  <a:moveTo>
                    <a:pt x="16663" y="4340"/>
                  </a:moveTo>
                  <a:cubicBezTo>
                    <a:pt x="16760" y="4340"/>
                    <a:pt x="16855" y="4403"/>
                    <a:pt x="16847" y="4513"/>
                  </a:cubicBezTo>
                  <a:cubicBezTo>
                    <a:pt x="16764" y="6228"/>
                    <a:pt x="16788" y="7954"/>
                    <a:pt x="16835" y="9657"/>
                  </a:cubicBezTo>
                  <a:cubicBezTo>
                    <a:pt x="16859" y="10419"/>
                    <a:pt x="16907" y="11169"/>
                    <a:pt x="16943" y="11931"/>
                  </a:cubicBezTo>
                  <a:cubicBezTo>
                    <a:pt x="16978" y="12681"/>
                    <a:pt x="17062" y="13431"/>
                    <a:pt x="17097" y="14181"/>
                  </a:cubicBezTo>
                  <a:cubicBezTo>
                    <a:pt x="17097" y="14371"/>
                    <a:pt x="17097" y="14562"/>
                    <a:pt x="17097" y="14741"/>
                  </a:cubicBezTo>
                  <a:cubicBezTo>
                    <a:pt x="17109" y="14895"/>
                    <a:pt x="17097" y="15050"/>
                    <a:pt x="17050" y="15193"/>
                  </a:cubicBezTo>
                  <a:cubicBezTo>
                    <a:pt x="16919" y="15503"/>
                    <a:pt x="16514" y="15503"/>
                    <a:pt x="16216" y="15538"/>
                  </a:cubicBezTo>
                  <a:cubicBezTo>
                    <a:pt x="15466" y="15633"/>
                    <a:pt x="14704" y="15729"/>
                    <a:pt x="13954" y="15812"/>
                  </a:cubicBezTo>
                  <a:cubicBezTo>
                    <a:pt x="10954" y="16181"/>
                    <a:pt x="7941" y="16526"/>
                    <a:pt x="4929" y="16860"/>
                  </a:cubicBezTo>
                  <a:cubicBezTo>
                    <a:pt x="4751" y="16860"/>
                    <a:pt x="4655" y="16646"/>
                    <a:pt x="4774" y="16515"/>
                  </a:cubicBezTo>
                  <a:cubicBezTo>
                    <a:pt x="5084" y="16229"/>
                    <a:pt x="5394" y="15955"/>
                    <a:pt x="5703" y="15681"/>
                  </a:cubicBezTo>
                  <a:cubicBezTo>
                    <a:pt x="5894" y="15467"/>
                    <a:pt x="6096" y="15264"/>
                    <a:pt x="6287" y="15062"/>
                  </a:cubicBezTo>
                  <a:cubicBezTo>
                    <a:pt x="6727" y="14633"/>
                    <a:pt x="7156" y="14205"/>
                    <a:pt x="7584" y="13776"/>
                  </a:cubicBezTo>
                  <a:cubicBezTo>
                    <a:pt x="9120" y="12240"/>
                    <a:pt x="10632" y="10704"/>
                    <a:pt x="12121" y="9145"/>
                  </a:cubicBezTo>
                  <a:cubicBezTo>
                    <a:pt x="12859" y="8359"/>
                    <a:pt x="13585" y="7585"/>
                    <a:pt x="14323" y="6787"/>
                  </a:cubicBezTo>
                  <a:cubicBezTo>
                    <a:pt x="15061" y="6001"/>
                    <a:pt x="15776" y="5180"/>
                    <a:pt x="16526" y="4394"/>
                  </a:cubicBezTo>
                  <a:cubicBezTo>
                    <a:pt x="16563" y="4357"/>
                    <a:pt x="16613" y="4340"/>
                    <a:pt x="16663" y="4340"/>
                  </a:cubicBezTo>
                  <a:close/>
                  <a:moveTo>
                    <a:pt x="18514" y="1"/>
                  </a:moveTo>
                  <a:cubicBezTo>
                    <a:pt x="17871" y="691"/>
                    <a:pt x="17157" y="1310"/>
                    <a:pt x="16478" y="1953"/>
                  </a:cubicBezTo>
                  <a:lnTo>
                    <a:pt x="14252" y="4037"/>
                  </a:lnTo>
                  <a:cubicBezTo>
                    <a:pt x="11585" y="6513"/>
                    <a:pt x="8954" y="9026"/>
                    <a:pt x="6346" y="11562"/>
                  </a:cubicBezTo>
                  <a:cubicBezTo>
                    <a:pt x="4131" y="13717"/>
                    <a:pt x="2000" y="15931"/>
                    <a:pt x="0" y="18277"/>
                  </a:cubicBezTo>
                  <a:cubicBezTo>
                    <a:pt x="1369" y="18050"/>
                    <a:pt x="2762" y="17908"/>
                    <a:pt x="4143" y="17753"/>
                  </a:cubicBezTo>
                  <a:cubicBezTo>
                    <a:pt x="6763" y="17467"/>
                    <a:pt x="9370" y="17205"/>
                    <a:pt x="11990" y="16931"/>
                  </a:cubicBezTo>
                  <a:lnTo>
                    <a:pt x="15931" y="16526"/>
                  </a:lnTo>
                  <a:cubicBezTo>
                    <a:pt x="16585" y="16455"/>
                    <a:pt x="17228" y="16384"/>
                    <a:pt x="17895" y="16324"/>
                  </a:cubicBezTo>
                  <a:cubicBezTo>
                    <a:pt x="18550" y="16253"/>
                    <a:pt x="19217" y="16145"/>
                    <a:pt x="19872" y="16122"/>
                  </a:cubicBezTo>
                  <a:cubicBezTo>
                    <a:pt x="19943" y="16122"/>
                    <a:pt x="20003" y="16181"/>
                    <a:pt x="20003" y="16253"/>
                  </a:cubicBezTo>
                  <a:lnTo>
                    <a:pt x="20026" y="16253"/>
                  </a:lnTo>
                  <a:cubicBezTo>
                    <a:pt x="19955" y="15300"/>
                    <a:pt x="19883" y="14348"/>
                    <a:pt x="19800" y="13383"/>
                  </a:cubicBezTo>
                  <a:cubicBezTo>
                    <a:pt x="19610" y="11121"/>
                    <a:pt x="19395" y="8859"/>
                    <a:pt x="19157" y="6597"/>
                  </a:cubicBezTo>
                  <a:cubicBezTo>
                    <a:pt x="19038" y="5489"/>
                    <a:pt x="18919" y="4370"/>
                    <a:pt x="18800" y="3251"/>
                  </a:cubicBezTo>
                  <a:cubicBezTo>
                    <a:pt x="18693" y="2168"/>
                    <a:pt x="18598" y="1084"/>
                    <a:pt x="18514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3399;p67"/>
            <p:cNvSpPr/>
            <p:nvPr/>
          </p:nvSpPr>
          <p:spPr>
            <a:xfrm>
              <a:off x="591125" y="134425"/>
              <a:ext cx="51500" cy="437875"/>
            </a:xfrm>
            <a:custGeom>
              <a:avLst/>
              <a:gdLst/>
              <a:ahLst/>
              <a:cxnLst/>
              <a:rect l="l" t="t" r="r" b="b"/>
              <a:pathLst>
                <a:path w="2060" h="17515" extrusionOk="0">
                  <a:moveTo>
                    <a:pt x="167" y="1"/>
                  </a:moveTo>
                  <a:lnTo>
                    <a:pt x="0" y="37"/>
                  </a:lnTo>
                  <a:cubicBezTo>
                    <a:pt x="84" y="1120"/>
                    <a:pt x="179" y="2203"/>
                    <a:pt x="286" y="3275"/>
                  </a:cubicBezTo>
                  <a:cubicBezTo>
                    <a:pt x="405" y="4394"/>
                    <a:pt x="536" y="5513"/>
                    <a:pt x="643" y="6633"/>
                  </a:cubicBezTo>
                  <a:cubicBezTo>
                    <a:pt x="881" y="8883"/>
                    <a:pt x="1096" y="11145"/>
                    <a:pt x="1286" y="13407"/>
                  </a:cubicBezTo>
                  <a:cubicBezTo>
                    <a:pt x="1358" y="14360"/>
                    <a:pt x="1429" y="15324"/>
                    <a:pt x="1500" y="16277"/>
                  </a:cubicBezTo>
                  <a:cubicBezTo>
                    <a:pt x="1524" y="16574"/>
                    <a:pt x="1548" y="16872"/>
                    <a:pt x="1572" y="17170"/>
                  </a:cubicBezTo>
                  <a:lnTo>
                    <a:pt x="1631" y="17515"/>
                  </a:lnTo>
                  <a:lnTo>
                    <a:pt x="1822" y="17479"/>
                  </a:lnTo>
                  <a:lnTo>
                    <a:pt x="1834" y="17479"/>
                  </a:lnTo>
                  <a:cubicBezTo>
                    <a:pt x="1965" y="17467"/>
                    <a:pt x="2060" y="17360"/>
                    <a:pt x="2048" y="17229"/>
                  </a:cubicBezTo>
                  <a:cubicBezTo>
                    <a:pt x="1917" y="14967"/>
                    <a:pt x="1655" y="12717"/>
                    <a:pt x="1429" y="10454"/>
                  </a:cubicBezTo>
                  <a:cubicBezTo>
                    <a:pt x="1215" y="8192"/>
                    <a:pt x="1000" y="5930"/>
                    <a:pt x="715" y="3680"/>
                  </a:cubicBezTo>
                  <a:cubicBezTo>
                    <a:pt x="631" y="3049"/>
                    <a:pt x="548" y="2418"/>
                    <a:pt x="465" y="1787"/>
                  </a:cubicBezTo>
                  <a:cubicBezTo>
                    <a:pt x="393" y="1191"/>
                    <a:pt x="274" y="596"/>
                    <a:pt x="167" y="1"/>
                  </a:cubicBezTo>
                  <a:close/>
                </a:path>
              </a:pathLst>
            </a:custGeom>
            <a:solidFill>
              <a:srgbClr val="557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3400;p67"/>
            <p:cNvSpPr/>
            <p:nvPr/>
          </p:nvSpPr>
          <p:spPr>
            <a:xfrm>
              <a:off x="97150" y="125625"/>
              <a:ext cx="500150" cy="491150"/>
            </a:xfrm>
            <a:custGeom>
              <a:avLst/>
              <a:gdLst/>
              <a:ahLst/>
              <a:cxnLst/>
              <a:rect l="l" t="t" r="r" b="b"/>
              <a:pathLst>
                <a:path w="20006" h="19646" extrusionOk="0">
                  <a:moveTo>
                    <a:pt x="19833" y="0"/>
                  </a:moveTo>
                  <a:cubicBezTo>
                    <a:pt x="19812" y="0"/>
                    <a:pt x="19791" y="6"/>
                    <a:pt x="19771" y="19"/>
                  </a:cubicBezTo>
                  <a:cubicBezTo>
                    <a:pt x="19045" y="567"/>
                    <a:pt x="18366" y="1198"/>
                    <a:pt x="17688" y="1805"/>
                  </a:cubicBezTo>
                  <a:cubicBezTo>
                    <a:pt x="17009" y="2424"/>
                    <a:pt x="16330" y="3044"/>
                    <a:pt x="15652" y="3663"/>
                  </a:cubicBezTo>
                  <a:cubicBezTo>
                    <a:pt x="14318" y="4901"/>
                    <a:pt x="12973" y="6151"/>
                    <a:pt x="11639" y="7413"/>
                  </a:cubicBezTo>
                  <a:cubicBezTo>
                    <a:pt x="9056" y="9854"/>
                    <a:pt x="6460" y="12283"/>
                    <a:pt x="3995" y="14843"/>
                  </a:cubicBezTo>
                  <a:cubicBezTo>
                    <a:pt x="2614" y="16248"/>
                    <a:pt x="1328" y="17724"/>
                    <a:pt x="114" y="19272"/>
                  </a:cubicBezTo>
                  <a:cubicBezTo>
                    <a:pt x="1" y="19436"/>
                    <a:pt x="128" y="19645"/>
                    <a:pt x="302" y="19645"/>
                  </a:cubicBezTo>
                  <a:cubicBezTo>
                    <a:pt x="330" y="19645"/>
                    <a:pt x="359" y="19640"/>
                    <a:pt x="388" y="19629"/>
                  </a:cubicBezTo>
                  <a:lnTo>
                    <a:pt x="614" y="19403"/>
                  </a:lnTo>
                  <a:cubicBezTo>
                    <a:pt x="804" y="19177"/>
                    <a:pt x="995" y="18938"/>
                    <a:pt x="1197" y="18712"/>
                  </a:cubicBezTo>
                  <a:lnTo>
                    <a:pt x="1245" y="18712"/>
                  </a:lnTo>
                  <a:lnTo>
                    <a:pt x="1245" y="18665"/>
                  </a:lnTo>
                  <a:cubicBezTo>
                    <a:pt x="3245" y="16319"/>
                    <a:pt x="5376" y="14104"/>
                    <a:pt x="7591" y="11938"/>
                  </a:cubicBezTo>
                  <a:cubicBezTo>
                    <a:pt x="10199" y="9413"/>
                    <a:pt x="12830" y="6901"/>
                    <a:pt x="15497" y="4425"/>
                  </a:cubicBezTo>
                  <a:lnTo>
                    <a:pt x="17723" y="2341"/>
                  </a:lnTo>
                  <a:cubicBezTo>
                    <a:pt x="18402" y="1698"/>
                    <a:pt x="19116" y="1067"/>
                    <a:pt x="19759" y="389"/>
                  </a:cubicBezTo>
                  <a:lnTo>
                    <a:pt x="19926" y="353"/>
                  </a:lnTo>
                  <a:lnTo>
                    <a:pt x="19902" y="222"/>
                  </a:lnTo>
                  <a:cubicBezTo>
                    <a:pt x="19914" y="210"/>
                    <a:pt x="19926" y="210"/>
                    <a:pt x="19938" y="198"/>
                  </a:cubicBezTo>
                  <a:cubicBezTo>
                    <a:pt x="20006" y="111"/>
                    <a:pt x="19924" y="0"/>
                    <a:pt x="1983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Google Shape;3401;p67"/>
            <p:cNvSpPr/>
            <p:nvPr/>
          </p:nvSpPr>
          <p:spPr>
            <a:xfrm>
              <a:off x="493775" y="574975"/>
              <a:ext cx="25" cy="300"/>
            </a:xfrm>
            <a:custGeom>
              <a:avLst/>
              <a:gdLst/>
              <a:ahLst/>
              <a:cxnLst/>
              <a:rect l="l" t="t" r="r" b="b"/>
              <a:pathLst>
                <a:path w="1" h="12" extrusionOk="0">
                  <a:moveTo>
                    <a:pt x="1" y="0"/>
                  </a:moveTo>
                  <a:lnTo>
                    <a:pt x="1" y="12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3402;p67"/>
            <p:cNvSpPr/>
            <p:nvPr/>
          </p:nvSpPr>
          <p:spPr>
            <a:xfrm>
              <a:off x="244350" y="243525"/>
              <a:ext cx="311675" cy="313000"/>
            </a:xfrm>
            <a:custGeom>
              <a:avLst/>
              <a:gdLst/>
              <a:ahLst/>
              <a:cxnLst/>
              <a:rect l="l" t="t" r="r" b="b"/>
              <a:pathLst>
                <a:path w="12467" h="12520" extrusionOk="0">
                  <a:moveTo>
                    <a:pt x="11800" y="697"/>
                  </a:moveTo>
                  <a:cubicBezTo>
                    <a:pt x="11800" y="2007"/>
                    <a:pt x="11776" y="3304"/>
                    <a:pt x="11800" y="4614"/>
                  </a:cubicBezTo>
                  <a:cubicBezTo>
                    <a:pt x="11835" y="6079"/>
                    <a:pt x="11895" y="7543"/>
                    <a:pt x="12002" y="9007"/>
                  </a:cubicBezTo>
                  <a:cubicBezTo>
                    <a:pt x="12026" y="9365"/>
                    <a:pt x="12050" y="9734"/>
                    <a:pt x="12050" y="10103"/>
                  </a:cubicBezTo>
                  <a:cubicBezTo>
                    <a:pt x="12061" y="10270"/>
                    <a:pt x="12061" y="10436"/>
                    <a:pt x="12050" y="10615"/>
                  </a:cubicBezTo>
                  <a:cubicBezTo>
                    <a:pt x="12038" y="10770"/>
                    <a:pt x="11895" y="10746"/>
                    <a:pt x="11752" y="10758"/>
                  </a:cubicBezTo>
                  <a:cubicBezTo>
                    <a:pt x="11026" y="10829"/>
                    <a:pt x="10311" y="10936"/>
                    <a:pt x="9585" y="11020"/>
                  </a:cubicBezTo>
                  <a:cubicBezTo>
                    <a:pt x="8121" y="11198"/>
                    <a:pt x="6656" y="11377"/>
                    <a:pt x="5192" y="11544"/>
                  </a:cubicBezTo>
                  <a:cubicBezTo>
                    <a:pt x="3751" y="11710"/>
                    <a:pt x="2298" y="11877"/>
                    <a:pt x="846" y="12044"/>
                  </a:cubicBezTo>
                  <a:cubicBezTo>
                    <a:pt x="1477" y="11436"/>
                    <a:pt x="2096" y="10829"/>
                    <a:pt x="2715" y="10210"/>
                  </a:cubicBezTo>
                  <a:cubicBezTo>
                    <a:pt x="3477" y="9448"/>
                    <a:pt x="4227" y="8674"/>
                    <a:pt x="4953" y="7888"/>
                  </a:cubicBezTo>
                  <a:cubicBezTo>
                    <a:pt x="4965" y="7876"/>
                    <a:pt x="4965" y="7853"/>
                    <a:pt x="4965" y="7829"/>
                  </a:cubicBezTo>
                  <a:lnTo>
                    <a:pt x="5132" y="7650"/>
                  </a:lnTo>
                  <a:cubicBezTo>
                    <a:pt x="6656" y="6114"/>
                    <a:pt x="8156" y="4566"/>
                    <a:pt x="9645" y="2995"/>
                  </a:cubicBezTo>
                  <a:cubicBezTo>
                    <a:pt x="10359" y="2233"/>
                    <a:pt x="11097" y="1483"/>
                    <a:pt x="11800" y="697"/>
                  </a:cubicBezTo>
                  <a:close/>
                  <a:moveTo>
                    <a:pt x="12010" y="1"/>
                  </a:moveTo>
                  <a:cubicBezTo>
                    <a:pt x="11958" y="1"/>
                    <a:pt x="11907" y="18"/>
                    <a:pt x="11871" y="54"/>
                  </a:cubicBezTo>
                  <a:cubicBezTo>
                    <a:pt x="11121" y="840"/>
                    <a:pt x="10407" y="1661"/>
                    <a:pt x="9680" y="2459"/>
                  </a:cubicBezTo>
                  <a:cubicBezTo>
                    <a:pt x="8942" y="3245"/>
                    <a:pt x="8204" y="4031"/>
                    <a:pt x="7466" y="4805"/>
                  </a:cubicBezTo>
                  <a:cubicBezTo>
                    <a:pt x="5977" y="6364"/>
                    <a:pt x="4465" y="7900"/>
                    <a:pt x="2941" y="9436"/>
                  </a:cubicBezTo>
                  <a:cubicBezTo>
                    <a:pt x="2513" y="9865"/>
                    <a:pt x="2072" y="10293"/>
                    <a:pt x="1644" y="10722"/>
                  </a:cubicBezTo>
                  <a:cubicBezTo>
                    <a:pt x="1441" y="10924"/>
                    <a:pt x="1251" y="11139"/>
                    <a:pt x="1060" y="11341"/>
                  </a:cubicBezTo>
                  <a:cubicBezTo>
                    <a:pt x="751" y="11615"/>
                    <a:pt x="441" y="11889"/>
                    <a:pt x="120" y="12175"/>
                  </a:cubicBezTo>
                  <a:cubicBezTo>
                    <a:pt x="0" y="12306"/>
                    <a:pt x="96" y="12520"/>
                    <a:pt x="274" y="12520"/>
                  </a:cubicBezTo>
                  <a:cubicBezTo>
                    <a:pt x="3287" y="12186"/>
                    <a:pt x="6299" y="11841"/>
                    <a:pt x="9299" y="11472"/>
                  </a:cubicBezTo>
                  <a:cubicBezTo>
                    <a:pt x="10049" y="11389"/>
                    <a:pt x="10811" y="11293"/>
                    <a:pt x="11561" y="11198"/>
                  </a:cubicBezTo>
                  <a:cubicBezTo>
                    <a:pt x="11847" y="11163"/>
                    <a:pt x="12264" y="11163"/>
                    <a:pt x="12395" y="10853"/>
                  </a:cubicBezTo>
                  <a:cubicBezTo>
                    <a:pt x="12442" y="10710"/>
                    <a:pt x="12466" y="10555"/>
                    <a:pt x="12454" y="10401"/>
                  </a:cubicBezTo>
                  <a:cubicBezTo>
                    <a:pt x="12454" y="10222"/>
                    <a:pt x="12454" y="10031"/>
                    <a:pt x="12442" y="9841"/>
                  </a:cubicBezTo>
                  <a:cubicBezTo>
                    <a:pt x="12419" y="9091"/>
                    <a:pt x="12335" y="8341"/>
                    <a:pt x="12288" y="7591"/>
                  </a:cubicBezTo>
                  <a:cubicBezTo>
                    <a:pt x="12240" y="6829"/>
                    <a:pt x="12204" y="6079"/>
                    <a:pt x="12181" y="5317"/>
                  </a:cubicBezTo>
                  <a:cubicBezTo>
                    <a:pt x="12133" y="3602"/>
                    <a:pt x="12109" y="1888"/>
                    <a:pt x="12204" y="185"/>
                  </a:cubicBezTo>
                  <a:cubicBezTo>
                    <a:pt x="12212" y="67"/>
                    <a:pt x="12110" y="1"/>
                    <a:pt x="120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3403;p67"/>
            <p:cNvSpPr/>
            <p:nvPr/>
          </p:nvSpPr>
          <p:spPr>
            <a:xfrm>
              <a:off x="128275" y="538050"/>
              <a:ext cx="500075" cy="55400"/>
            </a:xfrm>
            <a:custGeom>
              <a:avLst/>
              <a:gdLst/>
              <a:ahLst/>
              <a:cxnLst/>
              <a:rect l="l" t="t" r="r" b="b"/>
              <a:pathLst>
                <a:path w="20003" h="2216" extrusionOk="0">
                  <a:moveTo>
                    <a:pt x="19872" y="1"/>
                  </a:moveTo>
                  <a:cubicBezTo>
                    <a:pt x="19217" y="24"/>
                    <a:pt x="18550" y="132"/>
                    <a:pt x="17895" y="203"/>
                  </a:cubicBezTo>
                  <a:cubicBezTo>
                    <a:pt x="17240" y="274"/>
                    <a:pt x="16585" y="334"/>
                    <a:pt x="15931" y="405"/>
                  </a:cubicBezTo>
                  <a:lnTo>
                    <a:pt x="11990" y="810"/>
                  </a:lnTo>
                  <a:cubicBezTo>
                    <a:pt x="9382" y="1084"/>
                    <a:pt x="6763" y="1346"/>
                    <a:pt x="4143" y="1632"/>
                  </a:cubicBezTo>
                  <a:cubicBezTo>
                    <a:pt x="2762" y="1787"/>
                    <a:pt x="1369" y="1929"/>
                    <a:pt x="0" y="2156"/>
                  </a:cubicBezTo>
                  <a:lnTo>
                    <a:pt x="0" y="2215"/>
                  </a:lnTo>
                  <a:cubicBezTo>
                    <a:pt x="1238" y="2168"/>
                    <a:pt x="2477" y="2037"/>
                    <a:pt x="3703" y="1918"/>
                  </a:cubicBezTo>
                  <a:cubicBezTo>
                    <a:pt x="5024" y="1787"/>
                    <a:pt x="6334" y="1656"/>
                    <a:pt x="7644" y="1525"/>
                  </a:cubicBezTo>
                  <a:lnTo>
                    <a:pt x="15502" y="703"/>
                  </a:lnTo>
                  <a:cubicBezTo>
                    <a:pt x="16240" y="632"/>
                    <a:pt x="16966" y="548"/>
                    <a:pt x="17705" y="477"/>
                  </a:cubicBezTo>
                  <a:cubicBezTo>
                    <a:pt x="18443" y="405"/>
                    <a:pt x="19181" y="358"/>
                    <a:pt x="19907" y="239"/>
                  </a:cubicBezTo>
                  <a:cubicBezTo>
                    <a:pt x="19967" y="227"/>
                    <a:pt x="20003" y="179"/>
                    <a:pt x="20003" y="132"/>
                  </a:cubicBezTo>
                  <a:cubicBezTo>
                    <a:pt x="20003" y="60"/>
                    <a:pt x="19943" y="1"/>
                    <a:pt x="198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3404;p67"/>
            <p:cNvSpPr/>
            <p:nvPr/>
          </p:nvSpPr>
          <p:spPr>
            <a:xfrm>
              <a:off x="106825" y="557100"/>
              <a:ext cx="524800" cy="62575"/>
            </a:xfrm>
            <a:custGeom>
              <a:avLst/>
              <a:gdLst/>
              <a:ahLst/>
              <a:cxnLst/>
              <a:rect l="l" t="t" r="r" b="b"/>
              <a:pathLst>
                <a:path w="20992" h="2503" extrusionOk="0">
                  <a:moveTo>
                    <a:pt x="20170" y="1"/>
                  </a:moveTo>
                  <a:cubicBezTo>
                    <a:pt x="20146" y="13"/>
                    <a:pt x="20134" y="24"/>
                    <a:pt x="20122" y="48"/>
                  </a:cubicBezTo>
                  <a:cubicBezTo>
                    <a:pt x="20110" y="120"/>
                    <a:pt x="20099" y="203"/>
                    <a:pt x="20087" y="274"/>
                  </a:cubicBezTo>
                  <a:cubicBezTo>
                    <a:pt x="20075" y="286"/>
                    <a:pt x="20075" y="310"/>
                    <a:pt x="20087" y="322"/>
                  </a:cubicBezTo>
                  <a:lnTo>
                    <a:pt x="19491" y="382"/>
                  </a:lnTo>
                  <a:cubicBezTo>
                    <a:pt x="19491" y="370"/>
                    <a:pt x="19479" y="358"/>
                    <a:pt x="19479" y="346"/>
                  </a:cubicBezTo>
                  <a:cubicBezTo>
                    <a:pt x="19467" y="334"/>
                    <a:pt x="19467" y="334"/>
                    <a:pt x="19467" y="322"/>
                  </a:cubicBezTo>
                  <a:cubicBezTo>
                    <a:pt x="19456" y="298"/>
                    <a:pt x="19456" y="286"/>
                    <a:pt x="19444" y="263"/>
                  </a:cubicBezTo>
                  <a:cubicBezTo>
                    <a:pt x="19444" y="251"/>
                    <a:pt x="19444" y="251"/>
                    <a:pt x="19444" y="239"/>
                  </a:cubicBezTo>
                  <a:cubicBezTo>
                    <a:pt x="19444" y="227"/>
                    <a:pt x="19444" y="215"/>
                    <a:pt x="19444" y="215"/>
                  </a:cubicBezTo>
                  <a:cubicBezTo>
                    <a:pt x="19444" y="179"/>
                    <a:pt x="19432" y="155"/>
                    <a:pt x="19396" y="155"/>
                  </a:cubicBezTo>
                  <a:cubicBezTo>
                    <a:pt x="19372" y="155"/>
                    <a:pt x="19348" y="167"/>
                    <a:pt x="19337" y="191"/>
                  </a:cubicBezTo>
                  <a:cubicBezTo>
                    <a:pt x="19325" y="239"/>
                    <a:pt x="19313" y="298"/>
                    <a:pt x="19325" y="346"/>
                  </a:cubicBezTo>
                  <a:cubicBezTo>
                    <a:pt x="19325" y="358"/>
                    <a:pt x="19337" y="382"/>
                    <a:pt x="19337" y="394"/>
                  </a:cubicBezTo>
                  <a:lnTo>
                    <a:pt x="18515" y="477"/>
                  </a:lnTo>
                  <a:lnTo>
                    <a:pt x="18515" y="465"/>
                  </a:lnTo>
                  <a:cubicBezTo>
                    <a:pt x="18503" y="441"/>
                    <a:pt x="18491" y="417"/>
                    <a:pt x="18491" y="394"/>
                  </a:cubicBezTo>
                  <a:lnTo>
                    <a:pt x="18491" y="358"/>
                  </a:lnTo>
                  <a:lnTo>
                    <a:pt x="18491" y="346"/>
                  </a:lnTo>
                  <a:cubicBezTo>
                    <a:pt x="18491" y="310"/>
                    <a:pt x="18467" y="286"/>
                    <a:pt x="18444" y="286"/>
                  </a:cubicBezTo>
                  <a:cubicBezTo>
                    <a:pt x="18434" y="280"/>
                    <a:pt x="18424" y="277"/>
                    <a:pt x="18413" y="277"/>
                  </a:cubicBezTo>
                  <a:cubicBezTo>
                    <a:pt x="18386" y="277"/>
                    <a:pt x="18360" y="299"/>
                    <a:pt x="18360" y="334"/>
                  </a:cubicBezTo>
                  <a:cubicBezTo>
                    <a:pt x="18336" y="370"/>
                    <a:pt x="18324" y="417"/>
                    <a:pt x="18324" y="465"/>
                  </a:cubicBezTo>
                  <a:cubicBezTo>
                    <a:pt x="18324" y="477"/>
                    <a:pt x="18324" y="489"/>
                    <a:pt x="18324" y="501"/>
                  </a:cubicBezTo>
                  <a:lnTo>
                    <a:pt x="17384" y="596"/>
                  </a:lnTo>
                  <a:lnTo>
                    <a:pt x="17384" y="572"/>
                  </a:lnTo>
                  <a:lnTo>
                    <a:pt x="17384" y="560"/>
                  </a:lnTo>
                  <a:cubicBezTo>
                    <a:pt x="17384" y="548"/>
                    <a:pt x="17384" y="536"/>
                    <a:pt x="17372" y="525"/>
                  </a:cubicBezTo>
                  <a:cubicBezTo>
                    <a:pt x="17372" y="513"/>
                    <a:pt x="17360" y="501"/>
                    <a:pt x="17360" y="489"/>
                  </a:cubicBezTo>
                  <a:lnTo>
                    <a:pt x="17348" y="453"/>
                  </a:lnTo>
                  <a:lnTo>
                    <a:pt x="17348" y="429"/>
                  </a:lnTo>
                  <a:cubicBezTo>
                    <a:pt x="17341" y="403"/>
                    <a:pt x="17316" y="387"/>
                    <a:pt x="17293" y="387"/>
                  </a:cubicBezTo>
                  <a:cubicBezTo>
                    <a:pt x="17275" y="387"/>
                    <a:pt x="17258" y="396"/>
                    <a:pt x="17253" y="417"/>
                  </a:cubicBezTo>
                  <a:cubicBezTo>
                    <a:pt x="17241" y="429"/>
                    <a:pt x="17241" y="441"/>
                    <a:pt x="17241" y="453"/>
                  </a:cubicBezTo>
                  <a:lnTo>
                    <a:pt x="17217" y="489"/>
                  </a:lnTo>
                  <a:cubicBezTo>
                    <a:pt x="17205" y="513"/>
                    <a:pt x="17193" y="536"/>
                    <a:pt x="17193" y="548"/>
                  </a:cubicBezTo>
                  <a:cubicBezTo>
                    <a:pt x="17181" y="572"/>
                    <a:pt x="17181" y="596"/>
                    <a:pt x="17181" y="620"/>
                  </a:cubicBezTo>
                  <a:lnTo>
                    <a:pt x="17074" y="632"/>
                  </a:lnTo>
                  <a:lnTo>
                    <a:pt x="16539" y="679"/>
                  </a:lnTo>
                  <a:lnTo>
                    <a:pt x="16539" y="620"/>
                  </a:lnTo>
                  <a:cubicBezTo>
                    <a:pt x="16527" y="572"/>
                    <a:pt x="16503" y="525"/>
                    <a:pt x="16491" y="489"/>
                  </a:cubicBezTo>
                  <a:cubicBezTo>
                    <a:pt x="16486" y="480"/>
                    <a:pt x="16480" y="476"/>
                    <a:pt x="16475" y="476"/>
                  </a:cubicBezTo>
                  <a:cubicBezTo>
                    <a:pt x="16466" y="476"/>
                    <a:pt x="16460" y="486"/>
                    <a:pt x="16467" y="501"/>
                  </a:cubicBezTo>
                  <a:cubicBezTo>
                    <a:pt x="16479" y="536"/>
                    <a:pt x="16479" y="584"/>
                    <a:pt x="16479" y="632"/>
                  </a:cubicBezTo>
                  <a:cubicBezTo>
                    <a:pt x="16479" y="644"/>
                    <a:pt x="16479" y="667"/>
                    <a:pt x="16479" y="691"/>
                  </a:cubicBezTo>
                  <a:lnTo>
                    <a:pt x="15503" y="786"/>
                  </a:lnTo>
                  <a:cubicBezTo>
                    <a:pt x="15503" y="775"/>
                    <a:pt x="15503" y="775"/>
                    <a:pt x="15503" y="763"/>
                  </a:cubicBezTo>
                  <a:cubicBezTo>
                    <a:pt x="15503" y="751"/>
                    <a:pt x="15491" y="739"/>
                    <a:pt x="15491" y="727"/>
                  </a:cubicBezTo>
                  <a:cubicBezTo>
                    <a:pt x="15491" y="727"/>
                    <a:pt x="15491" y="715"/>
                    <a:pt x="15491" y="715"/>
                  </a:cubicBezTo>
                  <a:lnTo>
                    <a:pt x="15491" y="691"/>
                  </a:lnTo>
                  <a:cubicBezTo>
                    <a:pt x="15479" y="679"/>
                    <a:pt x="15479" y="667"/>
                    <a:pt x="15479" y="655"/>
                  </a:cubicBezTo>
                  <a:cubicBezTo>
                    <a:pt x="15467" y="632"/>
                    <a:pt x="15455" y="596"/>
                    <a:pt x="15455" y="572"/>
                  </a:cubicBezTo>
                  <a:cubicBezTo>
                    <a:pt x="15455" y="548"/>
                    <a:pt x="15455" y="525"/>
                    <a:pt x="15455" y="501"/>
                  </a:cubicBezTo>
                  <a:cubicBezTo>
                    <a:pt x="15455" y="477"/>
                    <a:pt x="15431" y="453"/>
                    <a:pt x="15407" y="453"/>
                  </a:cubicBezTo>
                  <a:cubicBezTo>
                    <a:pt x="15403" y="451"/>
                    <a:pt x="15399" y="450"/>
                    <a:pt x="15395" y="450"/>
                  </a:cubicBezTo>
                  <a:cubicBezTo>
                    <a:pt x="15379" y="450"/>
                    <a:pt x="15370" y="469"/>
                    <a:pt x="15360" y="489"/>
                  </a:cubicBezTo>
                  <a:cubicBezTo>
                    <a:pt x="15360" y="513"/>
                    <a:pt x="15348" y="536"/>
                    <a:pt x="15348" y="572"/>
                  </a:cubicBezTo>
                  <a:cubicBezTo>
                    <a:pt x="15336" y="596"/>
                    <a:pt x="15324" y="632"/>
                    <a:pt x="15324" y="655"/>
                  </a:cubicBezTo>
                  <a:cubicBezTo>
                    <a:pt x="15324" y="691"/>
                    <a:pt x="15324" y="715"/>
                    <a:pt x="15324" y="751"/>
                  </a:cubicBezTo>
                  <a:cubicBezTo>
                    <a:pt x="15312" y="775"/>
                    <a:pt x="15312" y="786"/>
                    <a:pt x="15324" y="810"/>
                  </a:cubicBezTo>
                  <a:lnTo>
                    <a:pt x="14360" y="906"/>
                  </a:lnTo>
                  <a:lnTo>
                    <a:pt x="14360" y="894"/>
                  </a:lnTo>
                  <a:cubicBezTo>
                    <a:pt x="14348" y="870"/>
                    <a:pt x="14336" y="834"/>
                    <a:pt x="14336" y="810"/>
                  </a:cubicBezTo>
                  <a:cubicBezTo>
                    <a:pt x="14324" y="751"/>
                    <a:pt x="14300" y="691"/>
                    <a:pt x="14264" y="632"/>
                  </a:cubicBezTo>
                  <a:cubicBezTo>
                    <a:pt x="14248" y="607"/>
                    <a:pt x="14225" y="597"/>
                    <a:pt x="14202" y="597"/>
                  </a:cubicBezTo>
                  <a:cubicBezTo>
                    <a:pt x="14158" y="597"/>
                    <a:pt x="14114" y="636"/>
                    <a:pt x="14122" y="691"/>
                  </a:cubicBezTo>
                  <a:cubicBezTo>
                    <a:pt x="14122" y="715"/>
                    <a:pt x="14133" y="739"/>
                    <a:pt x="14133" y="763"/>
                  </a:cubicBezTo>
                  <a:cubicBezTo>
                    <a:pt x="14133" y="798"/>
                    <a:pt x="14133" y="846"/>
                    <a:pt x="14133" y="882"/>
                  </a:cubicBezTo>
                  <a:cubicBezTo>
                    <a:pt x="14133" y="894"/>
                    <a:pt x="14133" y="906"/>
                    <a:pt x="14133" y="917"/>
                  </a:cubicBezTo>
                  <a:lnTo>
                    <a:pt x="13324" y="1001"/>
                  </a:lnTo>
                  <a:cubicBezTo>
                    <a:pt x="13324" y="977"/>
                    <a:pt x="13312" y="941"/>
                    <a:pt x="13312" y="917"/>
                  </a:cubicBezTo>
                  <a:cubicBezTo>
                    <a:pt x="13288" y="870"/>
                    <a:pt x="13276" y="810"/>
                    <a:pt x="13264" y="751"/>
                  </a:cubicBezTo>
                  <a:cubicBezTo>
                    <a:pt x="13252" y="739"/>
                    <a:pt x="13241" y="727"/>
                    <a:pt x="13217" y="727"/>
                  </a:cubicBezTo>
                  <a:cubicBezTo>
                    <a:pt x="13193" y="727"/>
                    <a:pt x="13169" y="751"/>
                    <a:pt x="13181" y="763"/>
                  </a:cubicBezTo>
                  <a:lnTo>
                    <a:pt x="13157" y="941"/>
                  </a:lnTo>
                  <a:lnTo>
                    <a:pt x="13157" y="1013"/>
                  </a:lnTo>
                  <a:lnTo>
                    <a:pt x="12967" y="1036"/>
                  </a:lnTo>
                  <a:cubicBezTo>
                    <a:pt x="12764" y="1048"/>
                    <a:pt x="12550" y="1072"/>
                    <a:pt x="12348" y="1096"/>
                  </a:cubicBezTo>
                  <a:cubicBezTo>
                    <a:pt x="12324" y="1001"/>
                    <a:pt x="12288" y="917"/>
                    <a:pt x="12217" y="858"/>
                  </a:cubicBezTo>
                  <a:cubicBezTo>
                    <a:pt x="12210" y="848"/>
                    <a:pt x="12200" y="843"/>
                    <a:pt x="12190" y="843"/>
                  </a:cubicBezTo>
                  <a:cubicBezTo>
                    <a:pt x="12165" y="843"/>
                    <a:pt x="12137" y="871"/>
                    <a:pt x="12145" y="906"/>
                  </a:cubicBezTo>
                  <a:cubicBezTo>
                    <a:pt x="12145" y="917"/>
                    <a:pt x="12157" y="929"/>
                    <a:pt x="12157" y="953"/>
                  </a:cubicBezTo>
                  <a:lnTo>
                    <a:pt x="12157" y="965"/>
                  </a:lnTo>
                  <a:cubicBezTo>
                    <a:pt x="12157" y="977"/>
                    <a:pt x="12157" y="977"/>
                    <a:pt x="12157" y="989"/>
                  </a:cubicBezTo>
                  <a:cubicBezTo>
                    <a:pt x="12157" y="1013"/>
                    <a:pt x="12157" y="1048"/>
                    <a:pt x="12157" y="1084"/>
                  </a:cubicBezTo>
                  <a:cubicBezTo>
                    <a:pt x="12157" y="1092"/>
                    <a:pt x="12157" y="1100"/>
                    <a:pt x="12157" y="1108"/>
                  </a:cubicBezTo>
                  <a:lnTo>
                    <a:pt x="11324" y="1179"/>
                  </a:lnTo>
                  <a:cubicBezTo>
                    <a:pt x="11324" y="1167"/>
                    <a:pt x="11312" y="1167"/>
                    <a:pt x="11312" y="1156"/>
                  </a:cubicBezTo>
                  <a:cubicBezTo>
                    <a:pt x="11288" y="1108"/>
                    <a:pt x="11264" y="1048"/>
                    <a:pt x="11252" y="1001"/>
                  </a:cubicBezTo>
                  <a:cubicBezTo>
                    <a:pt x="11235" y="983"/>
                    <a:pt x="11217" y="972"/>
                    <a:pt x="11195" y="972"/>
                  </a:cubicBezTo>
                  <a:cubicBezTo>
                    <a:pt x="11187" y="972"/>
                    <a:pt x="11178" y="974"/>
                    <a:pt x="11169" y="977"/>
                  </a:cubicBezTo>
                  <a:cubicBezTo>
                    <a:pt x="11145" y="989"/>
                    <a:pt x="11121" y="1013"/>
                    <a:pt x="11121" y="1036"/>
                  </a:cubicBezTo>
                  <a:cubicBezTo>
                    <a:pt x="11133" y="1096"/>
                    <a:pt x="11145" y="1144"/>
                    <a:pt x="11145" y="1191"/>
                  </a:cubicBezTo>
                  <a:lnTo>
                    <a:pt x="10157" y="1287"/>
                  </a:lnTo>
                  <a:lnTo>
                    <a:pt x="10121" y="1215"/>
                  </a:lnTo>
                  <a:cubicBezTo>
                    <a:pt x="10097" y="1179"/>
                    <a:pt x="10073" y="1132"/>
                    <a:pt x="10062" y="1096"/>
                  </a:cubicBezTo>
                  <a:cubicBezTo>
                    <a:pt x="10044" y="1079"/>
                    <a:pt x="10027" y="1068"/>
                    <a:pt x="10005" y="1068"/>
                  </a:cubicBezTo>
                  <a:cubicBezTo>
                    <a:pt x="9996" y="1068"/>
                    <a:pt x="9988" y="1069"/>
                    <a:pt x="9978" y="1072"/>
                  </a:cubicBezTo>
                  <a:cubicBezTo>
                    <a:pt x="9954" y="1084"/>
                    <a:pt x="9931" y="1120"/>
                    <a:pt x="9942" y="1144"/>
                  </a:cubicBezTo>
                  <a:cubicBezTo>
                    <a:pt x="9954" y="1191"/>
                    <a:pt x="9966" y="1227"/>
                    <a:pt x="9978" y="1275"/>
                  </a:cubicBezTo>
                  <a:lnTo>
                    <a:pt x="9978" y="1298"/>
                  </a:lnTo>
                  <a:lnTo>
                    <a:pt x="9145" y="1370"/>
                  </a:lnTo>
                  <a:cubicBezTo>
                    <a:pt x="9109" y="1298"/>
                    <a:pt x="9073" y="1239"/>
                    <a:pt x="9050" y="1167"/>
                  </a:cubicBezTo>
                  <a:cubicBezTo>
                    <a:pt x="9041" y="1150"/>
                    <a:pt x="9026" y="1139"/>
                    <a:pt x="9009" y="1139"/>
                  </a:cubicBezTo>
                  <a:cubicBezTo>
                    <a:pt x="9003" y="1139"/>
                    <a:pt x="8996" y="1140"/>
                    <a:pt x="8990" y="1144"/>
                  </a:cubicBezTo>
                  <a:cubicBezTo>
                    <a:pt x="8966" y="1156"/>
                    <a:pt x="8954" y="1179"/>
                    <a:pt x="8966" y="1203"/>
                  </a:cubicBezTo>
                  <a:cubicBezTo>
                    <a:pt x="8978" y="1263"/>
                    <a:pt x="8990" y="1322"/>
                    <a:pt x="9002" y="1382"/>
                  </a:cubicBezTo>
                  <a:lnTo>
                    <a:pt x="8288" y="1441"/>
                  </a:lnTo>
                  <a:cubicBezTo>
                    <a:pt x="8288" y="1429"/>
                    <a:pt x="8276" y="1406"/>
                    <a:pt x="8276" y="1394"/>
                  </a:cubicBezTo>
                  <a:cubicBezTo>
                    <a:pt x="8264" y="1370"/>
                    <a:pt x="8240" y="1358"/>
                    <a:pt x="8228" y="1334"/>
                  </a:cubicBezTo>
                  <a:lnTo>
                    <a:pt x="8192" y="1275"/>
                  </a:lnTo>
                  <a:cubicBezTo>
                    <a:pt x="8168" y="1263"/>
                    <a:pt x="8157" y="1239"/>
                    <a:pt x="8145" y="1215"/>
                  </a:cubicBezTo>
                  <a:cubicBezTo>
                    <a:pt x="8136" y="1198"/>
                    <a:pt x="8114" y="1187"/>
                    <a:pt x="8094" y="1187"/>
                  </a:cubicBezTo>
                  <a:cubicBezTo>
                    <a:pt x="8087" y="1187"/>
                    <a:pt x="8080" y="1188"/>
                    <a:pt x="8073" y="1191"/>
                  </a:cubicBezTo>
                  <a:cubicBezTo>
                    <a:pt x="8037" y="1203"/>
                    <a:pt x="8026" y="1239"/>
                    <a:pt x="8037" y="1275"/>
                  </a:cubicBezTo>
                  <a:cubicBezTo>
                    <a:pt x="8037" y="1287"/>
                    <a:pt x="8049" y="1310"/>
                    <a:pt x="8061" y="1334"/>
                  </a:cubicBezTo>
                  <a:cubicBezTo>
                    <a:pt x="8061" y="1358"/>
                    <a:pt x="8073" y="1382"/>
                    <a:pt x="8073" y="1406"/>
                  </a:cubicBezTo>
                  <a:cubicBezTo>
                    <a:pt x="8085" y="1429"/>
                    <a:pt x="8097" y="1441"/>
                    <a:pt x="8097" y="1465"/>
                  </a:cubicBezTo>
                  <a:lnTo>
                    <a:pt x="7145" y="1548"/>
                  </a:lnTo>
                  <a:cubicBezTo>
                    <a:pt x="7145" y="1537"/>
                    <a:pt x="7145" y="1537"/>
                    <a:pt x="7145" y="1525"/>
                  </a:cubicBezTo>
                  <a:cubicBezTo>
                    <a:pt x="7145" y="1501"/>
                    <a:pt x="7133" y="1477"/>
                    <a:pt x="7133" y="1441"/>
                  </a:cubicBezTo>
                  <a:cubicBezTo>
                    <a:pt x="7121" y="1417"/>
                    <a:pt x="7109" y="1394"/>
                    <a:pt x="7097" y="1370"/>
                  </a:cubicBezTo>
                  <a:cubicBezTo>
                    <a:pt x="7061" y="1322"/>
                    <a:pt x="7025" y="1287"/>
                    <a:pt x="6990" y="1263"/>
                  </a:cubicBezTo>
                  <a:cubicBezTo>
                    <a:pt x="6978" y="1251"/>
                    <a:pt x="6966" y="1239"/>
                    <a:pt x="6954" y="1239"/>
                  </a:cubicBezTo>
                  <a:lnTo>
                    <a:pt x="6906" y="1239"/>
                  </a:lnTo>
                  <a:cubicBezTo>
                    <a:pt x="6883" y="1251"/>
                    <a:pt x="6871" y="1263"/>
                    <a:pt x="6859" y="1275"/>
                  </a:cubicBezTo>
                  <a:cubicBezTo>
                    <a:pt x="6835" y="1298"/>
                    <a:pt x="6835" y="1322"/>
                    <a:pt x="6835" y="1346"/>
                  </a:cubicBezTo>
                  <a:cubicBezTo>
                    <a:pt x="6835" y="1370"/>
                    <a:pt x="6847" y="1394"/>
                    <a:pt x="6859" y="1417"/>
                  </a:cubicBezTo>
                  <a:cubicBezTo>
                    <a:pt x="6871" y="1417"/>
                    <a:pt x="6871" y="1429"/>
                    <a:pt x="6883" y="1429"/>
                  </a:cubicBezTo>
                  <a:cubicBezTo>
                    <a:pt x="6883" y="1441"/>
                    <a:pt x="6894" y="1453"/>
                    <a:pt x="6894" y="1465"/>
                  </a:cubicBezTo>
                  <a:cubicBezTo>
                    <a:pt x="6906" y="1477"/>
                    <a:pt x="6906" y="1501"/>
                    <a:pt x="6906" y="1501"/>
                  </a:cubicBezTo>
                  <a:lnTo>
                    <a:pt x="6906" y="1525"/>
                  </a:lnTo>
                  <a:cubicBezTo>
                    <a:pt x="6906" y="1537"/>
                    <a:pt x="6906" y="1548"/>
                    <a:pt x="6918" y="1560"/>
                  </a:cubicBezTo>
                  <a:lnTo>
                    <a:pt x="6097" y="1632"/>
                  </a:lnTo>
                  <a:cubicBezTo>
                    <a:pt x="6097" y="1596"/>
                    <a:pt x="6085" y="1560"/>
                    <a:pt x="6073" y="1525"/>
                  </a:cubicBezTo>
                  <a:cubicBezTo>
                    <a:pt x="6049" y="1465"/>
                    <a:pt x="6013" y="1417"/>
                    <a:pt x="5966" y="1370"/>
                  </a:cubicBezTo>
                  <a:cubicBezTo>
                    <a:pt x="5948" y="1358"/>
                    <a:pt x="5927" y="1352"/>
                    <a:pt x="5908" y="1352"/>
                  </a:cubicBezTo>
                  <a:cubicBezTo>
                    <a:pt x="5888" y="1352"/>
                    <a:pt x="5871" y="1358"/>
                    <a:pt x="5859" y="1370"/>
                  </a:cubicBezTo>
                  <a:cubicBezTo>
                    <a:pt x="5823" y="1394"/>
                    <a:pt x="5811" y="1441"/>
                    <a:pt x="5835" y="1477"/>
                  </a:cubicBezTo>
                  <a:lnTo>
                    <a:pt x="5847" y="1513"/>
                  </a:lnTo>
                  <a:cubicBezTo>
                    <a:pt x="5859" y="1548"/>
                    <a:pt x="5871" y="1584"/>
                    <a:pt x="5882" y="1620"/>
                  </a:cubicBezTo>
                  <a:cubicBezTo>
                    <a:pt x="5882" y="1632"/>
                    <a:pt x="5882" y="1644"/>
                    <a:pt x="5882" y="1656"/>
                  </a:cubicBezTo>
                  <a:lnTo>
                    <a:pt x="4787" y="1751"/>
                  </a:lnTo>
                  <a:lnTo>
                    <a:pt x="4763" y="1751"/>
                  </a:lnTo>
                  <a:cubicBezTo>
                    <a:pt x="4751" y="1679"/>
                    <a:pt x="4751" y="1620"/>
                    <a:pt x="4763" y="1560"/>
                  </a:cubicBezTo>
                  <a:cubicBezTo>
                    <a:pt x="4757" y="1501"/>
                    <a:pt x="4706" y="1467"/>
                    <a:pt x="4656" y="1467"/>
                  </a:cubicBezTo>
                  <a:cubicBezTo>
                    <a:pt x="4616" y="1467"/>
                    <a:pt x="4577" y="1489"/>
                    <a:pt x="4561" y="1537"/>
                  </a:cubicBezTo>
                  <a:cubicBezTo>
                    <a:pt x="4549" y="1608"/>
                    <a:pt x="4549" y="1679"/>
                    <a:pt x="4549" y="1763"/>
                  </a:cubicBezTo>
                  <a:cubicBezTo>
                    <a:pt x="4323" y="1775"/>
                    <a:pt x="4097" y="1798"/>
                    <a:pt x="3870" y="1810"/>
                  </a:cubicBezTo>
                  <a:lnTo>
                    <a:pt x="3846" y="1620"/>
                  </a:lnTo>
                  <a:cubicBezTo>
                    <a:pt x="3836" y="1579"/>
                    <a:pt x="3799" y="1546"/>
                    <a:pt x="3758" y="1546"/>
                  </a:cubicBezTo>
                  <a:cubicBezTo>
                    <a:pt x="3752" y="1546"/>
                    <a:pt x="3746" y="1547"/>
                    <a:pt x="3739" y="1548"/>
                  </a:cubicBezTo>
                  <a:cubicBezTo>
                    <a:pt x="3680" y="1560"/>
                    <a:pt x="3644" y="1596"/>
                    <a:pt x="3644" y="1656"/>
                  </a:cubicBezTo>
                  <a:cubicBezTo>
                    <a:pt x="3656" y="1715"/>
                    <a:pt x="3668" y="1775"/>
                    <a:pt x="3668" y="1834"/>
                  </a:cubicBezTo>
                  <a:cubicBezTo>
                    <a:pt x="2513" y="1918"/>
                    <a:pt x="1370" y="2013"/>
                    <a:pt x="227" y="2144"/>
                  </a:cubicBezTo>
                  <a:lnTo>
                    <a:pt x="1" y="2370"/>
                  </a:lnTo>
                  <a:cubicBezTo>
                    <a:pt x="12" y="2446"/>
                    <a:pt x="82" y="2502"/>
                    <a:pt x="158" y="2502"/>
                  </a:cubicBezTo>
                  <a:cubicBezTo>
                    <a:pt x="165" y="2502"/>
                    <a:pt x="172" y="2502"/>
                    <a:pt x="179" y="2501"/>
                  </a:cubicBezTo>
                  <a:cubicBezTo>
                    <a:pt x="1549" y="2453"/>
                    <a:pt x="2918" y="2334"/>
                    <a:pt x="4275" y="2227"/>
                  </a:cubicBezTo>
                  <a:cubicBezTo>
                    <a:pt x="5656" y="2120"/>
                    <a:pt x="7025" y="2001"/>
                    <a:pt x="8395" y="1870"/>
                  </a:cubicBezTo>
                  <a:cubicBezTo>
                    <a:pt x="11121" y="1656"/>
                    <a:pt x="13848" y="1429"/>
                    <a:pt x="16562" y="1132"/>
                  </a:cubicBezTo>
                  <a:cubicBezTo>
                    <a:pt x="18039" y="977"/>
                    <a:pt x="19527" y="822"/>
                    <a:pt x="20991" y="596"/>
                  </a:cubicBezTo>
                  <a:lnTo>
                    <a:pt x="20944" y="251"/>
                  </a:lnTo>
                  <a:cubicBezTo>
                    <a:pt x="20706" y="263"/>
                    <a:pt x="20491" y="286"/>
                    <a:pt x="20265" y="310"/>
                  </a:cubicBezTo>
                  <a:cubicBezTo>
                    <a:pt x="20265" y="298"/>
                    <a:pt x="20265" y="286"/>
                    <a:pt x="20265" y="274"/>
                  </a:cubicBezTo>
                  <a:cubicBezTo>
                    <a:pt x="20253" y="191"/>
                    <a:pt x="20241" y="120"/>
                    <a:pt x="20218" y="48"/>
                  </a:cubicBezTo>
                  <a:cubicBezTo>
                    <a:pt x="20218" y="24"/>
                    <a:pt x="20194" y="1"/>
                    <a:pt x="201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4" name="Google Shape;3454;p69"/>
          <p:cNvSpPr txBox="1">
            <a:spLocks noGrp="1"/>
          </p:cNvSpPr>
          <p:nvPr>
            <p:ph type="ctrTitle"/>
          </p:nvPr>
        </p:nvSpPr>
        <p:spPr>
          <a:xfrm>
            <a:off x="2288000" y="584075"/>
            <a:ext cx="4568100" cy="101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3455" name="Google Shape;3455;p69"/>
          <p:cNvSpPr txBox="1">
            <a:spLocks noGrp="1"/>
          </p:cNvSpPr>
          <p:nvPr>
            <p:ph type="subTitle" idx="2"/>
          </p:nvPr>
        </p:nvSpPr>
        <p:spPr>
          <a:xfrm>
            <a:off x="2757325" y="2022506"/>
            <a:ext cx="3629400" cy="74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addyouremail@freepik.com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+91 620 421 838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yourcompany.com</a:t>
            </a:r>
            <a:endParaRPr/>
          </a:p>
        </p:txBody>
      </p:sp>
      <p:sp>
        <p:nvSpPr>
          <p:cNvPr id="3456" name="Google Shape;3456;p69"/>
          <p:cNvSpPr txBox="1">
            <a:spLocks noGrp="1"/>
          </p:cNvSpPr>
          <p:nvPr>
            <p:ph type="subTitle" idx="1"/>
          </p:nvPr>
        </p:nvSpPr>
        <p:spPr>
          <a:xfrm>
            <a:off x="2288000" y="1600100"/>
            <a:ext cx="4568100" cy="4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Do you have any questions?</a:t>
            </a:r>
            <a:endParaRPr sz="2000"/>
          </a:p>
        </p:txBody>
      </p:sp>
      <p:sp>
        <p:nvSpPr>
          <p:cNvPr id="3457" name="Google Shape;3457;p69"/>
          <p:cNvSpPr txBox="1"/>
          <p:nvPr/>
        </p:nvSpPr>
        <p:spPr>
          <a:xfrm>
            <a:off x="2834850" y="4301425"/>
            <a:ext cx="3474300" cy="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Please, keep this slide for attribution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458" name="Google Shape;3458;p69"/>
          <p:cNvGrpSpPr/>
          <p:nvPr/>
        </p:nvGrpSpPr>
        <p:grpSpPr>
          <a:xfrm>
            <a:off x="4395647" y="2952103"/>
            <a:ext cx="352818" cy="352818"/>
            <a:chOff x="1190625" y="238125"/>
            <a:chExt cx="5219200" cy="5219200"/>
          </a:xfrm>
        </p:grpSpPr>
        <p:sp>
          <p:nvSpPr>
            <p:cNvPr id="3459" name="Google Shape;3459;p69"/>
            <p:cNvSpPr/>
            <p:nvPr/>
          </p:nvSpPr>
          <p:spPr>
            <a:xfrm>
              <a:off x="1267275" y="314775"/>
              <a:ext cx="5065875" cy="5065875"/>
            </a:xfrm>
            <a:custGeom>
              <a:avLst/>
              <a:gdLst/>
              <a:ahLst/>
              <a:cxnLst/>
              <a:rect l="l" t="t" r="r" b="b"/>
              <a:pathLst>
                <a:path w="202635" h="202635" extrusionOk="0">
                  <a:moveTo>
                    <a:pt x="32685" y="0"/>
                  </a:moveTo>
                  <a:cubicBezTo>
                    <a:pt x="14614" y="0"/>
                    <a:pt x="0" y="14614"/>
                    <a:pt x="0" y="32685"/>
                  </a:cubicBezTo>
                  <a:lnTo>
                    <a:pt x="0" y="169950"/>
                  </a:lnTo>
                  <a:cubicBezTo>
                    <a:pt x="0" y="188021"/>
                    <a:pt x="14614" y="202635"/>
                    <a:pt x="32685" y="202635"/>
                  </a:cubicBezTo>
                  <a:lnTo>
                    <a:pt x="169950" y="202635"/>
                  </a:lnTo>
                  <a:cubicBezTo>
                    <a:pt x="188021" y="202635"/>
                    <a:pt x="202635" y="188021"/>
                    <a:pt x="202635" y="169950"/>
                  </a:cubicBezTo>
                  <a:lnTo>
                    <a:pt x="202635" y="32685"/>
                  </a:lnTo>
                  <a:cubicBezTo>
                    <a:pt x="202635" y="14614"/>
                    <a:pt x="188021" y="0"/>
                    <a:pt x="1699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0" name="Google Shape;3460;p69"/>
            <p:cNvSpPr/>
            <p:nvPr/>
          </p:nvSpPr>
          <p:spPr>
            <a:xfrm>
              <a:off x="2411400" y="1458900"/>
              <a:ext cx="2777625" cy="2777625"/>
            </a:xfrm>
            <a:custGeom>
              <a:avLst/>
              <a:gdLst/>
              <a:ahLst/>
              <a:cxnLst/>
              <a:rect l="l" t="t" r="r" b="b"/>
              <a:pathLst>
                <a:path w="111105" h="111105" extrusionOk="0">
                  <a:moveTo>
                    <a:pt x="55553" y="1"/>
                  </a:moveTo>
                  <a:cubicBezTo>
                    <a:pt x="24857" y="1"/>
                    <a:pt x="1" y="24857"/>
                    <a:pt x="1" y="55553"/>
                  </a:cubicBezTo>
                  <a:cubicBezTo>
                    <a:pt x="1" y="86248"/>
                    <a:pt x="24857" y="111104"/>
                    <a:pt x="55553" y="111104"/>
                  </a:cubicBezTo>
                  <a:cubicBezTo>
                    <a:pt x="86248" y="111104"/>
                    <a:pt x="111104" y="86248"/>
                    <a:pt x="111104" y="55553"/>
                  </a:cubicBezTo>
                  <a:cubicBezTo>
                    <a:pt x="111104" y="24857"/>
                    <a:pt x="86248" y="1"/>
                    <a:pt x="555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1" name="Google Shape;3461;p69"/>
            <p:cNvSpPr/>
            <p:nvPr/>
          </p:nvSpPr>
          <p:spPr>
            <a:xfrm>
              <a:off x="2819975" y="1867475"/>
              <a:ext cx="1960475" cy="1960475"/>
            </a:xfrm>
            <a:custGeom>
              <a:avLst/>
              <a:gdLst/>
              <a:ahLst/>
              <a:cxnLst/>
              <a:rect l="l" t="t" r="r" b="b"/>
              <a:pathLst>
                <a:path w="78419" h="78419" extrusionOk="0">
                  <a:moveTo>
                    <a:pt x="39210" y="0"/>
                  </a:moveTo>
                  <a:cubicBezTo>
                    <a:pt x="17550" y="0"/>
                    <a:pt x="0" y="17550"/>
                    <a:pt x="0" y="39210"/>
                  </a:cubicBezTo>
                  <a:cubicBezTo>
                    <a:pt x="0" y="60869"/>
                    <a:pt x="17550" y="78419"/>
                    <a:pt x="39210" y="78419"/>
                  </a:cubicBezTo>
                  <a:cubicBezTo>
                    <a:pt x="60869" y="78419"/>
                    <a:pt x="78419" y="60869"/>
                    <a:pt x="78419" y="39210"/>
                  </a:cubicBezTo>
                  <a:cubicBezTo>
                    <a:pt x="78419" y="17550"/>
                    <a:pt x="60869" y="0"/>
                    <a:pt x="392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2" name="Google Shape;3462;p69"/>
            <p:cNvSpPr/>
            <p:nvPr/>
          </p:nvSpPr>
          <p:spPr>
            <a:xfrm>
              <a:off x="5025900" y="967975"/>
              <a:ext cx="654050" cy="654050"/>
            </a:xfrm>
            <a:custGeom>
              <a:avLst/>
              <a:gdLst/>
              <a:ahLst/>
              <a:cxnLst/>
              <a:rect l="l" t="t" r="r" b="b"/>
              <a:pathLst>
                <a:path w="26162" h="26162" extrusionOk="0">
                  <a:moveTo>
                    <a:pt x="13081" y="1"/>
                  </a:moveTo>
                  <a:cubicBezTo>
                    <a:pt x="5839" y="1"/>
                    <a:pt x="0" y="5872"/>
                    <a:pt x="0" y="13081"/>
                  </a:cubicBezTo>
                  <a:cubicBezTo>
                    <a:pt x="0" y="20323"/>
                    <a:pt x="5839" y="26162"/>
                    <a:pt x="13081" y="26162"/>
                  </a:cubicBezTo>
                  <a:cubicBezTo>
                    <a:pt x="20290" y="26162"/>
                    <a:pt x="26161" y="20323"/>
                    <a:pt x="26161" y="13081"/>
                  </a:cubicBezTo>
                  <a:cubicBezTo>
                    <a:pt x="26161" y="5872"/>
                    <a:pt x="20290" y="1"/>
                    <a:pt x="130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3" name="Google Shape;3463;p69"/>
            <p:cNvSpPr/>
            <p:nvPr/>
          </p:nvSpPr>
          <p:spPr>
            <a:xfrm>
              <a:off x="1190625" y="238125"/>
              <a:ext cx="5219200" cy="5219200"/>
            </a:xfrm>
            <a:custGeom>
              <a:avLst/>
              <a:gdLst/>
              <a:ahLst/>
              <a:cxnLst/>
              <a:rect l="l" t="t" r="r" b="b"/>
              <a:pathLst>
                <a:path w="208768" h="208768" extrusionOk="0">
                  <a:moveTo>
                    <a:pt x="173016" y="6133"/>
                  </a:moveTo>
                  <a:cubicBezTo>
                    <a:pt x="189358" y="6133"/>
                    <a:pt x="202667" y="19409"/>
                    <a:pt x="202667" y="35751"/>
                  </a:cubicBezTo>
                  <a:lnTo>
                    <a:pt x="202667" y="173016"/>
                  </a:lnTo>
                  <a:cubicBezTo>
                    <a:pt x="202667" y="189358"/>
                    <a:pt x="189358" y="202667"/>
                    <a:pt x="173016" y="202667"/>
                  </a:cubicBezTo>
                  <a:lnTo>
                    <a:pt x="35751" y="202667"/>
                  </a:lnTo>
                  <a:cubicBezTo>
                    <a:pt x="19409" y="202667"/>
                    <a:pt x="6133" y="189358"/>
                    <a:pt x="6133" y="173016"/>
                  </a:cubicBezTo>
                  <a:lnTo>
                    <a:pt x="6133" y="35751"/>
                  </a:lnTo>
                  <a:cubicBezTo>
                    <a:pt x="6133" y="19409"/>
                    <a:pt x="19409" y="6133"/>
                    <a:pt x="35751" y="6133"/>
                  </a:cubicBezTo>
                  <a:close/>
                  <a:moveTo>
                    <a:pt x="35751" y="0"/>
                  </a:moveTo>
                  <a:cubicBezTo>
                    <a:pt x="16049" y="0"/>
                    <a:pt x="0" y="16049"/>
                    <a:pt x="0" y="35751"/>
                  </a:cubicBezTo>
                  <a:lnTo>
                    <a:pt x="0" y="173016"/>
                  </a:lnTo>
                  <a:cubicBezTo>
                    <a:pt x="0" y="192718"/>
                    <a:pt x="16049" y="208767"/>
                    <a:pt x="35751" y="208767"/>
                  </a:cubicBezTo>
                  <a:lnTo>
                    <a:pt x="173016" y="208767"/>
                  </a:lnTo>
                  <a:cubicBezTo>
                    <a:pt x="192718" y="208767"/>
                    <a:pt x="208767" y="192718"/>
                    <a:pt x="208767" y="173016"/>
                  </a:cubicBezTo>
                  <a:lnTo>
                    <a:pt x="208767" y="35751"/>
                  </a:lnTo>
                  <a:cubicBezTo>
                    <a:pt x="208767" y="16049"/>
                    <a:pt x="192718" y="0"/>
                    <a:pt x="1730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4" name="Google Shape;3464;p69"/>
            <p:cNvSpPr/>
            <p:nvPr/>
          </p:nvSpPr>
          <p:spPr>
            <a:xfrm>
              <a:off x="2334750" y="1382250"/>
              <a:ext cx="2930925" cy="2930925"/>
            </a:xfrm>
            <a:custGeom>
              <a:avLst/>
              <a:gdLst/>
              <a:ahLst/>
              <a:cxnLst/>
              <a:rect l="l" t="t" r="r" b="b"/>
              <a:pathLst>
                <a:path w="117237" h="117237" extrusionOk="0">
                  <a:moveTo>
                    <a:pt x="58619" y="6101"/>
                  </a:moveTo>
                  <a:cubicBezTo>
                    <a:pt x="87585" y="6101"/>
                    <a:pt x="111137" y="29652"/>
                    <a:pt x="111137" y="58619"/>
                  </a:cubicBezTo>
                  <a:cubicBezTo>
                    <a:pt x="111137" y="87585"/>
                    <a:pt x="87585" y="111137"/>
                    <a:pt x="58619" y="111137"/>
                  </a:cubicBezTo>
                  <a:cubicBezTo>
                    <a:pt x="29652" y="111137"/>
                    <a:pt x="6101" y="87585"/>
                    <a:pt x="6101" y="58619"/>
                  </a:cubicBezTo>
                  <a:cubicBezTo>
                    <a:pt x="6101" y="29652"/>
                    <a:pt x="29652" y="6101"/>
                    <a:pt x="58619" y="6101"/>
                  </a:cubicBezTo>
                  <a:close/>
                  <a:moveTo>
                    <a:pt x="58619" y="1"/>
                  </a:moveTo>
                  <a:cubicBezTo>
                    <a:pt x="26292" y="1"/>
                    <a:pt x="1" y="26292"/>
                    <a:pt x="1" y="58619"/>
                  </a:cubicBezTo>
                  <a:cubicBezTo>
                    <a:pt x="1" y="90945"/>
                    <a:pt x="26292" y="117236"/>
                    <a:pt x="58619" y="117236"/>
                  </a:cubicBezTo>
                  <a:cubicBezTo>
                    <a:pt x="90945" y="117236"/>
                    <a:pt x="117236" y="90945"/>
                    <a:pt x="117236" y="58619"/>
                  </a:cubicBezTo>
                  <a:cubicBezTo>
                    <a:pt x="117236" y="26292"/>
                    <a:pt x="90945" y="1"/>
                    <a:pt x="586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5" name="Google Shape;3465;p69"/>
            <p:cNvSpPr/>
            <p:nvPr/>
          </p:nvSpPr>
          <p:spPr>
            <a:xfrm>
              <a:off x="4949225" y="892150"/>
              <a:ext cx="806550" cy="806550"/>
            </a:xfrm>
            <a:custGeom>
              <a:avLst/>
              <a:gdLst/>
              <a:ahLst/>
              <a:cxnLst/>
              <a:rect l="l" t="t" r="r" b="b"/>
              <a:pathLst>
                <a:path w="32262" h="32262" extrusionOk="0">
                  <a:moveTo>
                    <a:pt x="16148" y="6100"/>
                  </a:moveTo>
                  <a:cubicBezTo>
                    <a:pt x="21661" y="6100"/>
                    <a:pt x="26162" y="10602"/>
                    <a:pt x="26162" y="16114"/>
                  </a:cubicBezTo>
                  <a:cubicBezTo>
                    <a:pt x="26162" y="21627"/>
                    <a:pt x="21661" y="26129"/>
                    <a:pt x="16148" y="26129"/>
                  </a:cubicBezTo>
                  <a:cubicBezTo>
                    <a:pt x="10635" y="26129"/>
                    <a:pt x="6133" y="21627"/>
                    <a:pt x="6133" y="16114"/>
                  </a:cubicBezTo>
                  <a:cubicBezTo>
                    <a:pt x="6133" y="10602"/>
                    <a:pt x="10635" y="6100"/>
                    <a:pt x="16148" y="6100"/>
                  </a:cubicBezTo>
                  <a:close/>
                  <a:moveTo>
                    <a:pt x="16148" y="0"/>
                  </a:moveTo>
                  <a:cubicBezTo>
                    <a:pt x="7243" y="0"/>
                    <a:pt x="1" y="7209"/>
                    <a:pt x="1" y="16114"/>
                  </a:cubicBezTo>
                  <a:cubicBezTo>
                    <a:pt x="1" y="25020"/>
                    <a:pt x="7243" y="32261"/>
                    <a:pt x="16148" y="32261"/>
                  </a:cubicBezTo>
                  <a:cubicBezTo>
                    <a:pt x="25053" y="32261"/>
                    <a:pt x="32262" y="25020"/>
                    <a:pt x="32262" y="16114"/>
                  </a:cubicBezTo>
                  <a:cubicBezTo>
                    <a:pt x="32262" y="7209"/>
                    <a:pt x="25053" y="0"/>
                    <a:pt x="161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6" name="Google Shape;3466;p69"/>
            <p:cNvSpPr/>
            <p:nvPr/>
          </p:nvSpPr>
          <p:spPr>
            <a:xfrm>
              <a:off x="2727825" y="1791050"/>
              <a:ext cx="1726425" cy="1700925"/>
            </a:xfrm>
            <a:custGeom>
              <a:avLst/>
              <a:gdLst/>
              <a:ahLst/>
              <a:cxnLst/>
              <a:rect l="l" t="t" r="r" b="b"/>
              <a:pathLst>
                <a:path w="69057" h="68037" extrusionOk="0">
                  <a:moveTo>
                    <a:pt x="42746" y="0"/>
                  </a:moveTo>
                  <a:cubicBezTo>
                    <a:pt x="41678" y="0"/>
                    <a:pt x="40607" y="40"/>
                    <a:pt x="39536" y="122"/>
                  </a:cubicBezTo>
                  <a:cubicBezTo>
                    <a:pt x="29521" y="905"/>
                    <a:pt x="20094" y="5276"/>
                    <a:pt x="12983" y="12354"/>
                  </a:cubicBezTo>
                  <a:cubicBezTo>
                    <a:pt x="5872" y="19465"/>
                    <a:pt x="1534" y="28892"/>
                    <a:pt x="751" y="38907"/>
                  </a:cubicBezTo>
                  <a:cubicBezTo>
                    <a:pt x="0" y="48823"/>
                    <a:pt x="2741" y="58674"/>
                    <a:pt x="8449" y="66731"/>
                  </a:cubicBezTo>
                  <a:cubicBezTo>
                    <a:pt x="9069" y="67580"/>
                    <a:pt x="10015" y="68036"/>
                    <a:pt x="10961" y="68036"/>
                  </a:cubicBezTo>
                  <a:cubicBezTo>
                    <a:pt x="11580" y="68036"/>
                    <a:pt x="12200" y="67841"/>
                    <a:pt x="12722" y="67449"/>
                  </a:cubicBezTo>
                  <a:cubicBezTo>
                    <a:pt x="14092" y="66471"/>
                    <a:pt x="14418" y="64579"/>
                    <a:pt x="13440" y="63176"/>
                  </a:cubicBezTo>
                  <a:cubicBezTo>
                    <a:pt x="3165" y="48758"/>
                    <a:pt x="4796" y="29219"/>
                    <a:pt x="17322" y="16693"/>
                  </a:cubicBezTo>
                  <a:cubicBezTo>
                    <a:pt x="24340" y="9674"/>
                    <a:pt x="33559" y="6076"/>
                    <a:pt x="42846" y="6076"/>
                  </a:cubicBezTo>
                  <a:cubicBezTo>
                    <a:pt x="50135" y="6076"/>
                    <a:pt x="57465" y="8293"/>
                    <a:pt x="63805" y="12811"/>
                  </a:cubicBezTo>
                  <a:cubicBezTo>
                    <a:pt x="64352" y="13193"/>
                    <a:pt x="64974" y="13376"/>
                    <a:pt x="65587" y="13376"/>
                  </a:cubicBezTo>
                  <a:cubicBezTo>
                    <a:pt x="66545" y="13376"/>
                    <a:pt x="67481" y="12929"/>
                    <a:pt x="68078" y="12093"/>
                  </a:cubicBezTo>
                  <a:cubicBezTo>
                    <a:pt x="69057" y="10723"/>
                    <a:pt x="68731" y="8799"/>
                    <a:pt x="67360" y="7820"/>
                  </a:cubicBezTo>
                  <a:cubicBezTo>
                    <a:pt x="60176" y="2730"/>
                    <a:pt x="51540" y="0"/>
                    <a:pt x="427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7" name="Google Shape;3467;p69"/>
            <p:cNvSpPr/>
            <p:nvPr/>
          </p:nvSpPr>
          <p:spPr>
            <a:xfrm>
              <a:off x="3146175" y="2204000"/>
              <a:ext cx="1726425" cy="1699800"/>
            </a:xfrm>
            <a:custGeom>
              <a:avLst/>
              <a:gdLst/>
              <a:ahLst/>
              <a:cxnLst/>
              <a:rect l="l" t="t" r="r" b="b"/>
              <a:pathLst>
                <a:path w="69057" h="67992" extrusionOk="0">
                  <a:moveTo>
                    <a:pt x="58103" y="1"/>
                  </a:moveTo>
                  <a:cubicBezTo>
                    <a:pt x="57489" y="1"/>
                    <a:pt x="56870" y="184"/>
                    <a:pt x="56335" y="566"/>
                  </a:cubicBezTo>
                  <a:cubicBezTo>
                    <a:pt x="54965" y="1545"/>
                    <a:pt x="54639" y="3437"/>
                    <a:pt x="55617" y="4839"/>
                  </a:cubicBezTo>
                  <a:cubicBezTo>
                    <a:pt x="65893" y="19257"/>
                    <a:pt x="64262" y="38797"/>
                    <a:pt x="51736" y="51323"/>
                  </a:cubicBezTo>
                  <a:cubicBezTo>
                    <a:pt x="44717" y="58341"/>
                    <a:pt x="35498" y="61939"/>
                    <a:pt x="26211" y="61939"/>
                  </a:cubicBezTo>
                  <a:cubicBezTo>
                    <a:pt x="18922" y="61939"/>
                    <a:pt x="11592" y="59723"/>
                    <a:pt x="5252" y="55204"/>
                  </a:cubicBezTo>
                  <a:cubicBezTo>
                    <a:pt x="4705" y="54822"/>
                    <a:pt x="4083" y="54639"/>
                    <a:pt x="3470" y="54639"/>
                  </a:cubicBezTo>
                  <a:cubicBezTo>
                    <a:pt x="2512" y="54639"/>
                    <a:pt x="1576" y="55087"/>
                    <a:pt x="979" y="55922"/>
                  </a:cubicBezTo>
                  <a:cubicBezTo>
                    <a:pt x="0" y="57292"/>
                    <a:pt x="327" y="59217"/>
                    <a:pt x="1697" y="60195"/>
                  </a:cubicBezTo>
                  <a:cubicBezTo>
                    <a:pt x="8840" y="65284"/>
                    <a:pt x="17452" y="67991"/>
                    <a:pt x="26227" y="67991"/>
                  </a:cubicBezTo>
                  <a:cubicBezTo>
                    <a:pt x="27336" y="67991"/>
                    <a:pt x="28412" y="67959"/>
                    <a:pt x="29521" y="67893"/>
                  </a:cubicBezTo>
                  <a:cubicBezTo>
                    <a:pt x="39536" y="67111"/>
                    <a:pt x="48963" y="62772"/>
                    <a:pt x="56074" y="55661"/>
                  </a:cubicBezTo>
                  <a:cubicBezTo>
                    <a:pt x="63152" y="48550"/>
                    <a:pt x="67524" y="39123"/>
                    <a:pt x="68306" y="29108"/>
                  </a:cubicBezTo>
                  <a:cubicBezTo>
                    <a:pt x="69057" y="19192"/>
                    <a:pt x="66317" y="9341"/>
                    <a:pt x="60608" y="1284"/>
                  </a:cubicBezTo>
                  <a:cubicBezTo>
                    <a:pt x="60011" y="448"/>
                    <a:pt x="59063" y="1"/>
                    <a:pt x="581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68" name="Google Shape;3468;p69"/>
          <p:cNvGrpSpPr/>
          <p:nvPr/>
        </p:nvGrpSpPr>
        <p:grpSpPr>
          <a:xfrm>
            <a:off x="4865447" y="2996315"/>
            <a:ext cx="352818" cy="264392"/>
            <a:chOff x="1190625" y="892150"/>
            <a:chExt cx="5219200" cy="3911125"/>
          </a:xfrm>
        </p:grpSpPr>
        <p:sp>
          <p:nvSpPr>
            <p:cNvPr id="3469" name="Google Shape;3469;p69"/>
            <p:cNvSpPr/>
            <p:nvPr/>
          </p:nvSpPr>
          <p:spPr>
            <a:xfrm>
              <a:off x="1267275" y="967975"/>
              <a:ext cx="5065875" cy="3432450"/>
            </a:xfrm>
            <a:custGeom>
              <a:avLst/>
              <a:gdLst/>
              <a:ahLst/>
              <a:cxnLst/>
              <a:rect l="l" t="t" r="r" b="b"/>
              <a:pathLst>
                <a:path w="202635" h="137298" extrusionOk="0">
                  <a:moveTo>
                    <a:pt x="19605" y="1"/>
                  </a:moveTo>
                  <a:cubicBezTo>
                    <a:pt x="8775" y="1"/>
                    <a:pt x="0" y="8808"/>
                    <a:pt x="0" y="19638"/>
                  </a:cubicBezTo>
                  <a:lnTo>
                    <a:pt x="0" y="117693"/>
                  </a:lnTo>
                  <a:cubicBezTo>
                    <a:pt x="0" y="128523"/>
                    <a:pt x="8775" y="137298"/>
                    <a:pt x="19605" y="137298"/>
                  </a:cubicBezTo>
                  <a:lnTo>
                    <a:pt x="188510" y="134232"/>
                  </a:lnTo>
                  <a:cubicBezTo>
                    <a:pt x="188510" y="134232"/>
                    <a:pt x="202635" y="128523"/>
                    <a:pt x="202635" y="117693"/>
                  </a:cubicBezTo>
                  <a:lnTo>
                    <a:pt x="202635" y="19638"/>
                  </a:lnTo>
                  <a:cubicBezTo>
                    <a:pt x="202635" y="8808"/>
                    <a:pt x="193860" y="1"/>
                    <a:pt x="1830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0" name="Google Shape;3470;p69"/>
            <p:cNvSpPr/>
            <p:nvPr/>
          </p:nvSpPr>
          <p:spPr>
            <a:xfrm>
              <a:off x="3146175" y="1886175"/>
              <a:ext cx="1626125" cy="1596175"/>
            </a:xfrm>
            <a:custGeom>
              <a:avLst/>
              <a:gdLst/>
              <a:ahLst/>
              <a:cxnLst/>
              <a:rect l="l" t="t" r="r" b="b"/>
              <a:pathLst>
                <a:path w="65045" h="63847" extrusionOk="0">
                  <a:moveTo>
                    <a:pt x="6563" y="0"/>
                  </a:moveTo>
                  <a:cubicBezTo>
                    <a:pt x="3126" y="0"/>
                    <a:pt x="0" y="2762"/>
                    <a:pt x="0" y="6559"/>
                  </a:cubicBezTo>
                  <a:lnTo>
                    <a:pt x="0" y="57316"/>
                  </a:lnTo>
                  <a:cubicBezTo>
                    <a:pt x="0" y="61107"/>
                    <a:pt x="3116" y="63846"/>
                    <a:pt x="6546" y="63846"/>
                  </a:cubicBezTo>
                  <a:cubicBezTo>
                    <a:pt x="7514" y="63846"/>
                    <a:pt x="8506" y="63628"/>
                    <a:pt x="9460" y="63155"/>
                  </a:cubicBezTo>
                  <a:lnTo>
                    <a:pt x="60217" y="37777"/>
                  </a:lnTo>
                  <a:cubicBezTo>
                    <a:pt x="65044" y="35363"/>
                    <a:pt x="65044" y="28480"/>
                    <a:pt x="60217" y="26066"/>
                  </a:cubicBezTo>
                  <a:lnTo>
                    <a:pt x="9460" y="688"/>
                  </a:lnTo>
                  <a:cubicBezTo>
                    <a:pt x="8511" y="217"/>
                    <a:pt x="7525" y="0"/>
                    <a:pt x="65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1" name="Google Shape;3471;p69"/>
            <p:cNvSpPr/>
            <p:nvPr/>
          </p:nvSpPr>
          <p:spPr>
            <a:xfrm>
              <a:off x="1190625" y="892150"/>
              <a:ext cx="5219200" cy="3584950"/>
            </a:xfrm>
            <a:custGeom>
              <a:avLst/>
              <a:gdLst/>
              <a:ahLst/>
              <a:cxnLst/>
              <a:rect l="l" t="t" r="r" b="b"/>
              <a:pathLst>
                <a:path w="208768" h="143398" extrusionOk="0">
                  <a:moveTo>
                    <a:pt x="22671" y="0"/>
                  </a:moveTo>
                  <a:cubicBezTo>
                    <a:pt x="10177" y="0"/>
                    <a:pt x="0" y="10145"/>
                    <a:pt x="0" y="22671"/>
                  </a:cubicBezTo>
                  <a:lnTo>
                    <a:pt x="0" y="120726"/>
                  </a:lnTo>
                  <a:cubicBezTo>
                    <a:pt x="0" y="133220"/>
                    <a:pt x="10177" y="143397"/>
                    <a:pt x="22671" y="143397"/>
                  </a:cubicBezTo>
                  <a:lnTo>
                    <a:pt x="166492" y="143397"/>
                  </a:lnTo>
                  <a:cubicBezTo>
                    <a:pt x="168188" y="143397"/>
                    <a:pt x="169558" y="142027"/>
                    <a:pt x="169558" y="140331"/>
                  </a:cubicBezTo>
                  <a:cubicBezTo>
                    <a:pt x="169558" y="138635"/>
                    <a:pt x="168188" y="137265"/>
                    <a:pt x="166492" y="137265"/>
                  </a:cubicBezTo>
                  <a:lnTo>
                    <a:pt x="22671" y="137265"/>
                  </a:lnTo>
                  <a:cubicBezTo>
                    <a:pt x="13537" y="137265"/>
                    <a:pt x="6133" y="129827"/>
                    <a:pt x="6133" y="120726"/>
                  </a:cubicBezTo>
                  <a:lnTo>
                    <a:pt x="6133" y="22671"/>
                  </a:lnTo>
                  <a:cubicBezTo>
                    <a:pt x="6133" y="13537"/>
                    <a:pt x="13537" y="6100"/>
                    <a:pt x="22671" y="6100"/>
                  </a:cubicBezTo>
                  <a:lnTo>
                    <a:pt x="186096" y="6100"/>
                  </a:lnTo>
                  <a:cubicBezTo>
                    <a:pt x="195230" y="6100"/>
                    <a:pt x="202667" y="13537"/>
                    <a:pt x="202667" y="22671"/>
                  </a:cubicBezTo>
                  <a:lnTo>
                    <a:pt x="202667" y="120726"/>
                  </a:lnTo>
                  <a:cubicBezTo>
                    <a:pt x="202667" y="129827"/>
                    <a:pt x="195230" y="137265"/>
                    <a:pt x="186096" y="137265"/>
                  </a:cubicBezTo>
                  <a:lnTo>
                    <a:pt x="179572" y="137265"/>
                  </a:lnTo>
                  <a:cubicBezTo>
                    <a:pt x="177876" y="137265"/>
                    <a:pt x="176506" y="138635"/>
                    <a:pt x="176506" y="140331"/>
                  </a:cubicBezTo>
                  <a:cubicBezTo>
                    <a:pt x="176506" y="142027"/>
                    <a:pt x="177876" y="143397"/>
                    <a:pt x="179572" y="143397"/>
                  </a:cubicBezTo>
                  <a:lnTo>
                    <a:pt x="186096" y="143397"/>
                  </a:lnTo>
                  <a:cubicBezTo>
                    <a:pt x="198590" y="143397"/>
                    <a:pt x="208767" y="133220"/>
                    <a:pt x="208767" y="120726"/>
                  </a:cubicBezTo>
                  <a:lnTo>
                    <a:pt x="208767" y="22671"/>
                  </a:lnTo>
                  <a:cubicBezTo>
                    <a:pt x="208767" y="10145"/>
                    <a:pt x="198590" y="0"/>
                    <a:pt x="1860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2" name="Google Shape;3472;p69"/>
            <p:cNvSpPr/>
            <p:nvPr/>
          </p:nvSpPr>
          <p:spPr>
            <a:xfrm>
              <a:off x="2170850" y="4650775"/>
              <a:ext cx="3258750" cy="152500"/>
            </a:xfrm>
            <a:custGeom>
              <a:avLst/>
              <a:gdLst/>
              <a:ahLst/>
              <a:cxnLst/>
              <a:rect l="l" t="t" r="r" b="b"/>
              <a:pathLst>
                <a:path w="130350" h="6100" extrusionOk="0">
                  <a:moveTo>
                    <a:pt x="3066" y="0"/>
                  </a:moveTo>
                  <a:cubicBezTo>
                    <a:pt x="1370" y="0"/>
                    <a:pt x="0" y="1370"/>
                    <a:pt x="0" y="3066"/>
                  </a:cubicBezTo>
                  <a:cubicBezTo>
                    <a:pt x="0" y="4730"/>
                    <a:pt x="1370" y="6100"/>
                    <a:pt x="3066" y="6100"/>
                  </a:cubicBezTo>
                  <a:lnTo>
                    <a:pt x="127283" y="6100"/>
                  </a:lnTo>
                  <a:cubicBezTo>
                    <a:pt x="128979" y="6100"/>
                    <a:pt x="130349" y="4730"/>
                    <a:pt x="130349" y="3066"/>
                  </a:cubicBezTo>
                  <a:cubicBezTo>
                    <a:pt x="130349" y="1370"/>
                    <a:pt x="128979" y="0"/>
                    <a:pt x="1272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3" name="Google Shape;3473;p69"/>
            <p:cNvSpPr/>
            <p:nvPr/>
          </p:nvSpPr>
          <p:spPr>
            <a:xfrm>
              <a:off x="3070325" y="1809775"/>
              <a:ext cx="1748450" cy="1749075"/>
            </a:xfrm>
            <a:custGeom>
              <a:avLst/>
              <a:gdLst/>
              <a:ahLst/>
              <a:cxnLst/>
              <a:rect l="l" t="t" r="r" b="b"/>
              <a:pathLst>
                <a:path w="69938" h="69963" extrusionOk="0">
                  <a:moveTo>
                    <a:pt x="9523" y="1"/>
                  </a:moveTo>
                  <a:cubicBezTo>
                    <a:pt x="7790" y="1"/>
                    <a:pt x="6067" y="477"/>
                    <a:pt x="4535" y="1428"/>
                  </a:cubicBezTo>
                  <a:cubicBezTo>
                    <a:pt x="1697" y="3189"/>
                    <a:pt x="1" y="6255"/>
                    <a:pt x="1" y="9615"/>
                  </a:cubicBezTo>
                  <a:lnTo>
                    <a:pt x="1" y="60372"/>
                  </a:lnTo>
                  <a:cubicBezTo>
                    <a:pt x="1" y="63699"/>
                    <a:pt x="1697" y="66765"/>
                    <a:pt x="4535" y="68527"/>
                  </a:cubicBezTo>
                  <a:cubicBezTo>
                    <a:pt x="6101" y="69473"/>
                    <a:pt x="7830" y="69962"/>
                    <a:pt x="9591" y="69962"/>
                  </a:cubicBezTo>
                  <a:cubicBezTo>
                    <a:pt x="11026" y="69962"/>
                    <a:pt x="12494" y="69636"/>
                    <a:pt x="13864" y="68951"/>
                  </a:cubicBezTo>
                  <a:lnTo>
                    <a:pt x="64621" y="43573"/>
                  </a:lnTo>
                  <a:cubicBezTo>
                    <a:pt x="67915" y="41942"/>
                    <a:pt x="69938" y="38647"/>
                    <a:pt x="69938" y="34994"/>
                  </a:cubicBezTo>
                  <a:cubicBezTo>
                    <a:pt x="69938" y="31308"/>
                    <a:pt x="67915" y="28046"/>
                    <a:pt x="64621" y="26382"/>
                  </a:cubicBezTo>
                  <a:lnTo>
                    <a:pt x="33828" y="10985"/>
                  </a:lnTo>
                  <a:cubicBezTo>
                    <a:pt x="33394" y="10769"/>
                    <a:pt x="32934" y="10666"/>
                    <a:pt x="32479" y="10666"/>
                  </a:cubicBezTo>
                  <a:cubicBezTo>
                    <a:pt x="31359" y="10666"/>
                    <a:pt x="30274" y="11288"/>
                    <a:pt x="29717" y="12355"/>
                  </a:cubicBezTo>
                  <a:cubicBezTo>
                    <a:pt x="28967" y="13889"/>
                    <a:pt x="29587" y="15715"/>
                    <a:pt x="31088" y="16466"/>
                  </a:cubicBezTo>
                  <a:lnTo>
                    <a:pt x="61881" y="31862"/>
                  </a:lnTo>
                  <a:cubicBezTo>
                    <a:pt x="63088" y="32482"/>
                    <a:pt x="63805" y="33624"/>
                    <a:pt x="63805" y="34994"/>
                  </a:cubicBezTo>
                  <a:cubicBezTo>
                    <a:pt x="63805" y="36331"/>
                    <a:pt x="63088" y="37505"/>
                    <a:pt x="61881" y="38092"/>
                  </a:cubicBezTo>
                  <a:lnTo>
                    <a:pt x="11124" y="63471"/>
                  </a:lnTo>
                  <a:cubicBezTo>
                    <a:pt x="10637" y="63722"/>
                    <a:pt x="10116" y="63846"/>
                    <a:pt x="9595" y="63846"/>
                  </a:cubicBezTo>
                  <a:cubicBezTo>
                    <a:pt x="8965" y="63846"/>
                    <a:pt x="8336" y="63665"/>
                    <a:pt x="7764" y="63308"/>
                  </a:cubicBezTo>
                  <a:cubicBezTo>
                    <a:pt x="6720" y="62655"/>
                    <a:pt x="6101" y="61579"/>
                    <a:pt x="6101" y="60372"/>
                  </a:cubicBezTo>
                  <a:lnTo>
                    <a:pt x="6101" y="9615"/>
                  </a:lnTo>
                  <a:cubicBezTo>
                    <a:pt x="6101" y="8376"/>
                    <a:pt x="6720" y="7299"/>
                    <a:pt x="7764" y="6647"/>
                  </a:cubicBezTo>
                  <a:cubicBezTo>
                    <a:pt x="8336" y="6290"/>
                    <a:pt x="8965" y="6109"/>
                    <a:pt x="9595" y="6109"/>
                  </a:cubicBezTo>
                  <a:cubicBezTo>
                    <a:pt x="10116" y="6109"/>
                    <a:pt x="10637" y="6233"/>
                    <a:pt x="11124" y="6484"/>
                  </a:cubicBezTo>
                  <a:lnTo>
                    <a:pt x="18007" y="9942"/>
                  </a:lnTo>
                  <a:cubicBezTo>
                    <a:pt x="18450" y="10158"/>
                    <a:pt x="18917" y="10261"/>
                    <a:pt x="19375" y="10261"/>
                  </a:cubicBezTo>
                  <a:cubicBezTo>
                    <a:pt x="20505" y="10261"/>
                    <a:pt x="21583" y="9639"/>
                    <a:pt x="22117" y="8572"/>
                  </a:cubicBezTo>
                  <a:cubicBezTo>
                    <a:pt x="22867" y="7038"/>
                    <a:pt x="22280" y="5212"/>
                    <a:pt x="20747" y="4461"/>
                  </a:cubicBezTo>
                  <a:lnTo>
                    <a:pt x="13864" y="1036"/>
                  </a:lnTo>
                  <a:cubicBezTo>
                    <a:pt x="12484" y="346"/>
                    <a:pt x="11000" y="1"/>
                    <a:pt x="95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74" name="Google Shape;3474;p69"/>
          <p:cNvGrpSpPr/>
          <p:nvPr/>
        </p:nvGrpSpPr>
        <p:grpSpPr>
          <a:xfrm>
            <a:off x="3925847" y="2952103"/>
            <a:ext cx="352818" cy="352818"/>
            <a:chOff x="1190625" y="238125"/>
            <a:chExt cx="5219200" cy="5219200"/>
          </a:xfrm>
        </p:grpSpPr>
        <p:sp>
          <p:nvSpPr>
            <p:cNvPr id="3475" name="Google Shape;3475;p69"/>
            <p:cNvSpPr/>
            <p:nvPr/>
          </p:nvSpPr>
          <p:spPr>
            <a:xfrm>
              <a:off x="1267275" y="314775"/>
              <a:ext cx="5065875" cy="5065875"/>
            </a:xfrm>
            <a:custGeom>
              <a:avLst/>
              <a:gdLst/>
              <a:ahLst/>
              <a:cxnLst/>
              <a:rect l="l" t="t" r="r" b="b"/>
              <a:pathLst>
                <a:path w="202635" h="202635" extrusionOk="0">
                  <a:moveTo>
                    <a:pt x="101318" y="0"/>
                  </a:moveTo>
                  <a:cubicBezTo>
                    <a:pt x="45342" y="0"/>
                    <a:pt x="0" y="45342"/>
                    <a:pt x="0" y="101318"/>
                  </a:cubicBezTo>
                  <a:cubicBezTo>
                    <a:pt x="0" y="157293"/>
                    <a:pt x="45342" y="202635"/>
                    <a:pt x="101318" y="202635"/>
                  </a:cubicBezTo>
                  <a:cubicBezTo>
                    <a:pt x="157293" y="202635"/>
                    <a:pt x="202635" y="157293"/>
                    <a:pt x="202635" y="101318"/>
                  </a:cubicBezTo>
                  <a:cubicBezTo>
                    <a:pt x="202635" y="45342"/>
                    <a:pt x="157293" y="0"/>
                    <a:pt x="1013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6" name="Google Shape;3476;p69"/>
            <p:cNvSpPr/>
            <p:nvPr/>
          </p:nvSpPr>
          <p:spPr>
            <a:xfrm>
              <a:off x="2737600" y="1295000"/>
              <a:ext cx="2125225" cy="4085650"/>
            </a:xfrm>
            <a:custGeom>
              <a:avLst/>
              <a:gdLst/>
              <a:ahLst/>
              <a:cxnLst/>
              <a:rect l="l" t="t" r="r" b="b"/>
              <a:pathLst>
                <a:path w="85009" h="163426" extrusionOk="0">
                  <a:moveTo>
                    <a:pt x="62109" y="0"/>
                  </a:moveTo>
                  <a:cubicBezTo>
                    <a:pt x="42244" y="0"/>
                    <a:pt x="26162" y="16115"/>
                    <a:pt x="26162" y="35947"/>
                  </a:cubicBezTo>
                  <a:lnTo>
                    <a:pt x="26162" y="62109"/>
                  </a:lnTo>
                  <a:lnTo>
                    <a:pt x="3295" y="62109"/>
                  </a:lnTo>
                  <a:cubicBezTo>
                    <a:pt x="1469" y="62109"/>
                    <a:pt x="1" y="63576"/>
                    <a:pt x="1" y="65371"/>
                  </a:cubicBezTo>
                  <a:lnTo>
                    <a:pt x="1" y="84975"/>
                  </a:lnTo>
                  <a:cubicBezTo>
                    <a:pt x="1" y="86802"/>
                    <a:pt x="1469" y="88270"/>
                    <a:pt x="3295" y="88270"/>
                  </a:cubicBezTo>
                  <a:lnTo>
                    <a:pt x="26162" y="88270"/>
                  </a:lnTo>
                  <a:lnTo>
                    <a:pt x="26162" y="146920"/>
                  </a:lnTo>
                  <a:lnTo>
                    <a:pt x="42505" y="163426"/>
                  </a:lnTo>
                  <a:cubicBezTo>
                    <a:pt x="48083" y="163426"/>
                    <a:pt x="53530" y="162969"/>
                    <a:pt x="58847" y="162088"/>
                  </a:cubicBezTo>
                  <a:lnTo>
                    <a:pt x="58847" y="88270"/>
                  </a:lnTo>
                  <a:lnTo>
                    <a:pt x="75907" y="88270"/>
                  </a:lnTo>
                  <a:cubicBezTo>
                    <a:pt x="77408" y="88270"/>
                    <a:pt x="78713" y="87226"/>
                    <a:pt x="79071" y="85791"/>
                  </a:cubicBezTo>
                  <a:lnTo>
                    <a:pt x="83997" y="66186"/>
                  </a:lnTo>
                  <a:cubicBezTo>
                    <a:pt x="84486" y="64098"/>
                    <a:pt x="82921" y="62109"/>
                    <a:pt x="80800" y="62109"/>
                  </a:cubicBezTo>
                  <a:lnTo>
                    <a:pt x="58847" y="62109"/>
                  </a:lnTo>
                  <a:lnTo>
                    <a:pt x="58847" y="35947"/>
                  </a:lnTo>
                  <a:cubicBezTo>
                    <a:pt x="58847" y="30533"/>
                    <a:pt x="63251" y="26161"/>
                    <a:pt x="68666" y="26161"/>
                  </a:cubicBezTo>
                  <a:lnTo>
                    <a:pt x="81714" y="26161"/>
                  </a:lnTo>
                  <a:cubicBezTo>
                    <a:pt x="83540" y="26161"/>
                    <a:pt x="85008" y="24694"/>
                    <a:pt x="85008" y="22899"/>
                  </a:cubicBezTo>
                  <a:lnTo>
                    <a:pt x="85008" y="3262"/>
                  </a:lnTo>
                  <a:cubicBezTo>
                    <a:pt x="85008" y="1468"/>
                    <a:pt x="83540" y="0"/>
                    <a:pt x="817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7" name="Google Shape;3477;p69"/>
            <p:cNvSpPr/>
            <p:nvPr/>
          </p:nvSpPr>
          <p:spPr>
            <a:xfrm>
              <a:off x="1190625" y="238125"/>
              <a:ext cx="5219200" cy="5219200"/>
            </a:xfrm>
            <a:custGeom>
              <a:avLst/>
              <a:gdLst/>
              <a:ahLst/>
              <a:cxnLst/>
              <a:rect l="l" t="t" r="r" b="b"/>
              <a:pathLst>
                <a:path w="208768" h="208768" extrusionOk="0">
                  <a:moveTo>
                    <a:pt x="104384" y="6100"/>
                  </a:moveTo>
                  <a:cubicBezTo>
                    <a:pt x="130643" y="6100"/>
                    <a:pt x="155303" y="16343"/>
                    <a:pt x="173864" y="34903"/>
                  </a:cubicBezTo>
                  <a:cubicBezTo>
                    <a:pt x="192425" y="53464"/>
                    <a:pt x="202667" y="78125"/>
                    <a:pt x="202667" y="104384"/>
                  </a:cubicBezTo>
                  <a:cubicBezTo>
                    <a:pt x="202667" y="130643"/>
                    <a:pt x="192425" y="155303"/>
                    <a:pt x="173864" y="173864"/>
                  </a:cubicBezTo>
                  <a:cubicBezTo>
                    <a:pt x="159968" y="187760"/>
                    <a:pt x="142647" y="196991"/>
                    <a:pt x="123792" y="200743"/>
                  </a:cubicBezTo>
                  <a:lnTo>
                    <a:pt x="123792" y="133578"/>
                  </a:lnTo>
                  <a:lnTo>
                    <a:pt x="137786" y="133578"/>
                  </a:lnTo>
                  <a:cubicBezTo>
                    <a:pt x="140689" y="133578"/>
                    <a:pt x="143234" y="131621"/>
                    <a:pt x="143919" y="128783"/>
                  </a:cubicBezTo>
                  <a:lnTo>
                    <a:pt x="148812" y="109179"/>
                  </a:lnTo>
                  <a:cubicBezTo>
                    <a:pt x="149301" y="107287"/>
                    <a:pt x="148877" y="105297"/>
                    <a:pt x="147670" y="103764"/>
                  </a:cubicBezTo>
                  <a:cubicBezTo>
                    <a:pt x="146463" y="102198"/>
                    <a:pt x="144636" y="101317"/>
                    <a:pt x="142679" y="101317"/>
                  </a:cubicBezTo>
                  <a:lnTo>
                    <a:pt x="120726" y="101317"/>
                  </a:lnTo>
                  <a:cubicBezTo>
                    <a:pt x="119030" y="101317"/>
                    <a:pt x="117660" y="102687"/>
                    <a:pt x="117660" y="104384"/>
                  </a:cubicBezTo>
                  <a:cubicBezTo>
                    <a:pt x="117660" y="106080"/>
                    <a:pt x="119030" y="107450"/>
                    <a:pt x="120726" y="107450"/>
                  </a:cubicBezTo>
                  <a:lnTo>
                    <a:pt x="142679" y="107450"/>
                  </a:lnTo>
                  <a:cubicBezTo>
                    <a:pt x="142712" y="107450"/>
                    <a:pt x="142777" y="107450"/>
                    <a:pt x="142842" y="107515"/>
                  </a:cubicBezTo>
                  <a:cubicBezTo>
                    <a:pt x="142908" y="107613"/>
                    <a:pt x="142908" y="107678"/>
                    <a:pt x="142908" y="107711"/>
                  </a:cubicBezTo>
                  <a:lnTo>
                    <a:pt x="137982" y="127315"/>
                  </a:lnTo>
                  <a:cubicBezTo>
                    <a:pt x="137982" y="127413"/>
                    <a:pt x="137884" y="127478"/>
                    <a:pt x="137786" y="127478"/>
                  </a:cubicBezTo>
                  <a:lnTo>
                    <a:pt x="120726" y="127478"/>
                  </a:lnTo>
                  <a:cubicBezTo>
                    <a:pt x="119030" y="127478"/>
                    <a:pt x="117660" y="128848"/>
                    <a:pt x="117660" y="130545"/>
                  </a:cubicBezTo>
                  <a:lnTo>
                    <a:pt x="117660" y="201754"/>
                  </a:lnTo>
                  <a:cubicBezTo>
                    <a:pt x="113289" y="202341"/>
                    <a:pt x="108852" y="202635"/>
                    <a:pt x="104384" y="202635"/>
                  </a:cubicBezTo>
                  <a:cubicBezTo>
                    <a:pt x="78125" y="202635"/>
                    <a:pt x="53464" y="192425"/>
                    <a:pt x="34903" y="173864"/>
                  </a:cubicBezTo>
                  <a:cubicBezTo>
                    <a:pt x="16343" y="155303"/>
                    <a:pt x="6100" y="130643"/>
                    <a:pt x="6100" y="104384"/>
                  </a:cubicBezTo>
                  <a:cubicBezTo>
                    <a:pt x="6100" y="78125"/>
                    <a:pt x="16343" y="53464"/>
                    <a:pt x="34903" y="34903"/>
                  </a:cubicBezTo>
                  <a:cubicBezTo>
                    <a:pt x="53464" y="16343"/>
                    <a:pt x="78125" y="6100"/>
                    <a:pt x="104384" y="6100"/>
                  </a:cubicBezTo>
                  <a:close/>
                  <a:moveTo>
                    <a:pt x="104384" y="0"/>
                  </a:moveTo>
                  <a:cubicBezTo>
                    <a:pt x="76494" y="0"/>
                    <a:pt x="50300" y="10862"/>
                    <a:pt x="30565" y="30565"/>
                  </a:cubicBezTo>
                  <a:cubicBezTo>
                    <a:pt x="10862" y="50300"/>
                    <a:pt x="0" y="76494"/>
                    <a:pt x="0" y="104384"/>
                  </a:cubicBezTo>
                  <a:cubicBezTo>
                    <a:pt x="0" y="132274"/>
                    <a:pt x="10862" y="158467"/>
                    <a:pt x="30565" y="178202"/>
                  </a:cubicBezTo>
                  <a:cubicBezTo>
                    <a:pt x="50300" y="197905"/>
                    <a:pt x="76494" y="208767"/>
                    <a:pt x="104384" y="208767"/>
                  </a:cubicBezTo>
                  <a:cubicBezTo>
                    <a:pt x="132274" y="208767"/>
                    <a:pt x="158467" y="197905"/>
                    <a:pt x="178202" y="178202"/>
                  </a:cubicBezTo>
                  <a:cubicBezTo>
                    <a:pt x="197905" y="158467"/>
                    <a:pt x="208767" y="132274"/>
                    <a:pt x="208767" y="104384"/>
                  </a:cubicBezTo>
                  <a:cubicBezTo>
                    <a:pt x="208767" y="76494"/>
                    <a:pt x="197905" y="50300"/>
                    <a:pt x="178202" y="30565"/>
                  </a:cubicBezTo>
                  <a:cubicBezTo>
                    <a:pt x="158467" y="10862"/>
                    <a:pt x="132274" y="0"/>
                    <a:pt x="1043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8" name="Google Shape;3478;p69"/>
            <p:cNvSpPr/>
            <p:nvPr/>
          </p:nvSpPr>
          <p:spPr>
            <a:xfrm>
              <a:off x="2661775" y="1218350"/>
              <a:ext cx="2276875" cy="3830400"/>
            </a:xfrm>
            <a:custGeom>
              <a:avLst/>
              <a:gdLst/>
              <a:ahLst/>
              <a:cxnLst/>
              <a:rect l="l" t="t" r="r" b="b"/>
              <a:pathLst>
                <a:path w="91075" h="153216" extrusionOk="0">
                  <a:moveTo>
                    <a:pt x="65142" y="0"/>
                  </a:moveTo>
                  <a:cubicBezTo>
                    <a:pt x="43646" y="0"/>
                    <a:pt x="26129" y="17517"/>
                    <a:pt x="26129" y="39013"/>
                  </a:cubicBezTo>
                  <a:lnTo>
                    <a:pt x="26129" y="62108"/>
                  </a:lnTo>
                  <a:lnTo>
                    <a:pt x="6328" y="62108"/>
                  </a:lnTo>
                  <a:cubicBezTo>
                    <a:pt x="2838" y="62108"/>
                    <a:pt x="0" y="64946"/>
                    <a:pt x="0" y="68437"/>
                  </a:cubicBezTo>
                  <a:lnTo>
                    <a:pt x="0" y="88041"/>
                  </a:lnTo>
                  <a:cubicBezTo>
                    <a:pt x="0" y="91531"/>
                    <a:pt x="2838" y="94369"/>
                    <a:pt x="6328" y="94369"/>
                  </a:cubicBezTo>
                  <a:lnTo>
                    <a:pt x="26129" y="94369"/>
                  </a:lnTo>
                  <a:lnTo>
                    <a:pt x="26129" y="150149"/>
                  </a:lnTo>
                  <a:cubicBezTo>
                    <a:pt x="26129" y="151846"/>
                    <a:pt x="27499" y="153216"/>
                    <a:pt x="29195" y="153216"/>
                  </a:cubicBezTo>
                  <a:cubicBezTo>
                    <a:pt x="30891" y="153216"/>
                    <a:pt x="32261" y="151846"/>
                    <a:pt x="32261" y="150149"/>
                  </a:cubicBezTo>
                  <a:lnTo>
                    <a:pt x="32261" y="91336"/>
                  </a:lnTo>
                  <a:cubicBezTo>
                    <a:pt x="32261" y="89639"/>
                    <a:pt x="30891" y="88269"/>
                    <a:pt x="29195" y="88269"/>
                  </a:cubicBezTo>
                  <a:lnTo>
                    <a:pt x="6328" y="88269"/>
                  </a:lnTo>
                  <a:cubicBezTo>
                    <a:pt x="6198" y="88269"/>
                    <a:pt x="6100" y="88172"/>
                    <a:pt x="6100" y="88041"/>
                  </a:cubicBezTo>
                  <a:lnTo>
                    <a:pt x="6100" y="68437"/>
                  </a:lnTo>
                  <a:cubicBezTo>
                    <a:pt x="6100" y="68339"/>
                    <a:pt x="6198" y="68241"/>
                    <a:pt x="6328" y="68241"/>
                  </a:cubicBezTo>
                  <a:lnTo>
                    <a:pt x="29195" y="68241"/>
                  </a:lnTo>
                  <a:cubicBezTo>
                    <a:pt x="30891" y="68241"/>
                    <a:pt x="32261" y="66871"/>
                    <a:pt x="32261" y="65175"/>
                  </a:cubicBezTo>
                  <a:lnTo>
                    <a:pt x="32261" y="39013"/>
                  </a:lnTo>
                  <a:cubicBezTo>
                    <a:pt x="32261" y="20877"/>
                    <a:pt x="47005" y="6133"/>
                    <a:pt x="65142" y="6133"/>
                  </a:cubicBezTo>
                  <a:lnTo>
                    <a:pt x="84747" y="6133"/>
                  </a:lnTo>
                  <a:cubicBezTo>
                    <a:pt x="84877" y="6133"/>
                    <a:pt x="84975" y="6230"/>
                    <a:pt x="84975" y="6328"/>
                  </a:cubicBezTo>
                  <a:lnTo>
                    <a:pt x="84975" y="25965"/>
                  </a:lnTo>
                  <a:cubicBezTo>
                    <a:pt x="84975" y="26063"/>
                    <a:pt x="84877" y="26161"/>
                    <a:pt x="84747" y="26161"/>
                  </a:cubicBezTo>
                  <a:lnTo>
                    <a:pt x="71699" y="26161"/>
                  </a:lnTo>
                  <a:cubicBezTo>
                    <a:pt x="64588" y="26161"/>
                    <a:pt x="58814" y="31935"/>
                    <a:pt x="58814" y="39013"/>
                  </a:cubicBezTo>
                  <a:lnTo>
                    <a:pt x="58814" y="52094"/>
                  </a:lnTo>
                  <a:cubicBezTo>
                    <a:pt x="58814" y="53790"/>
                    <a:pt x="60184" y="55160"/>
                    <a:pt x="61880" y="55160"/>
                  </a:cubicBezTo>
                  <a:cubicBezTo>
                    <a:pt x="63576" y="55160"/>
                    <a:pt x="64946" y="53790"/>
                    <a:pt x="64946" y="52094"/>
                  </a:cubicBezTo>
                  <a:lnTo>
                    <a:pt x="64946" y="39013"/>
                  </a:lnTo>
                  <a:cubicBezTo>
                    <a:pt x="64946" y="35295"/>
                    <a:pt x="67980" y="32294"/>
                    <a:pt x="71699" y="32294"/>
                  </a:cubicBezTo>
                  <a:lnTo>
                    <a:pt x="84747" y="32294"/>
                  </a:lnTo>
                  <a:cubicBezTo>
                    <a:pt x="88237" y="32294"/>
                    <a:pt x="91075" y="29456"/>
                    <a:pt x="91075" y="25965"/>
                  </a:cubicBezTo>
                  <a:lnTo>
                    <a:pt x="91075" y="6328"/>
                  </a:lnTo>
                  <a:cubicBezTo>
                    <a:pt x="91075" y="2838"/>
                    <a:pt x="88237" y="0"/>
                    <a:pt x="847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79" name="Google Shape;3479;p69"/>
          <p:cNvSpPr/>
          <p:nvPr/>
        </p:nvSpPr>
        <p:spPr>
          <a:xfrm>
            <a:off x="2675604" y="662366"/>
            <a:ext cx="3758399" cy="84292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 w="19050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accent2"/>
                </a:solidFill>
                <a:latin typeface="Viga"/>
              </a:rPr>
              <a:t>Thanks!</a:t>
            </a:r>
          </a:p>
        </p:txBody>
      </p:sp>
      <p:grpSp>
        <p:nvGrpSpPr>
          <p:cNvPr id="3480" name="Google Shape;3480;p69"/>
          <p:cNvGrpSpPr/>
          <p:nvPr/>
        </p:nvGrpSpPr>
        <p:grpSpPr>
          <a:xfrm rot="-1400163">
            <a:off x="946942" y="2565034"/>
            <a:ext cx="1195081" cy="1878923"/>
            <a:chOff x="1201350" y="4128725"/>
            <a:chExt cx="933175" cy="1467150"/>
          </a:xfrm>
        </p:grpSpPr>
        <p:sp>
          <p:nvSpPr>
            <p:cNvPr id="3481" name="Google Shape;3481;p69"/>
            <p:cNvSpPr/>
            <p:nvPr/>
          </p:nvSpPr>
          <p:spPr>
            <a:xfrm>
              <a:off x="1201350" y="4139600"/>
              <a:ext cx="920675" cy="1439150"/>
            </a:xfrm>
            <a:custGeom>
              <a:avLst/>
              <a:gdLst/>
              <a:ahLst/>
              <a:cxnLst/>
              <a:rect l="l" t="t" r="r" b="b"/>
              <a:pathLst>
                <a:path w="36827" h="57566" extrusionOk="0">
                  <a:moveTo>
                    <a:pt x="19097" y="23076"/>
                  </a:moveTo>
                  <a:cubicBezTo>
                    <a:pt x="19508" y="23076"/>
                    <a:pt x="19929" y="23260"/>
                    <a:pt x="20265" y="23476"/>
                  </a:cubicBezTo>
                  <a:cubicBezTo>
                    <a:pt x="21218" y="24059"/>
                    <a:pt x="21313" y="25440"/>
                    <a:pt x="20539" y="26202"/>
                  </a:cubicBezTo>
                  <a:cubicBezTo>
                    <a:pt x="20163" y="26573"/>
                    <a:pt x="19656" y="26752"/>
                    <a:pt x="19149" y="26752"/>
                  </a:cubicBezTo>
                  <a:cubicBezTo>
                    <a:pt x="18499" y="26752"/>
                    <a:pt x="17848" y="26460"/>
                    <a:pt x="17467" y="25905"/>
                  </a:cubicBezTo>
                  <a:cubicBezTo>
                    <a:pt x="16848" y="24976"/>
                    <a:pt x="17408" y="23881"/>
                    <a:pt x="18265" y="23369"/>
                  </a:cubicBezTo>
                  <a:cubicBezTo>
                    <a:pt x="18348" y="23321"/>
                    <a:pt x="18420" y="23262"/>
                    <a:pt x="18515" y="23226"/>
                  </a:cubicBezTo>
                  <a:cubicBezTo>
                    <a:pt x="18699" y="23120"/>
                    <a:pt x="18897" y="23076"/>
                    <a:pt x="19097" y="23076"/>
                  </a:cubicBezTo>
                  <a:close/>
                  <a:moveTo>
                    <a:pt x="22712" y="27501"/>
                  </a:moveTo>
                  <a:cubicBezTo>
                    <a:pt x="23323" y="27501"/>
                    <a:pt x="23926" y="27683"/>
                    <a:pt x="24444" y="28036"/>
                  </a:cubicBezTo>
                  <a:cubicBezTo>
                    <a:pt x="25218" y="28584"/>
                    <a:pt x="25730" y="29524"/>
                    <a:pt x="26135" y="30358"/>
                  </a:cubicBezTo>
                  <a:cubicBezTo>
                    <a:pt x="26564" y="31227"/>
                    <a:pt x="26814" y="32191"/>
                    <a:pt x="26587" y="33156"/>
                  </a:cubicBezTo>
                  <a:cubicBezTo>
                    <a:pt x="26397" y="33894"/>
                    <a:pt x="25921" y="34584"/>
                    <a:pt x="25182" y="34870"/>
                  </a:cubicBezTo>
                  <a:cubicBezTo>
                    <a:pt x="24937" y="34957"/>
                    <a:pt x="24682" y="35000"/>
                    <a:pt x="24430" y="35000"/>
                  </a:cubicBezTo>
                  <a:cubicBezTo>
                    <a:pt x="23889" y="35000"/>
                    <a:pt x="23358" y="34803"/>
                    <a:pt x="22944" y="34430"/>
                  </a:cubicBezTo>
                  <a:cubicBezTo>
                    <a:pt x="22575" y="34073"/>
                    <a:pt x="22349" y="33596"/>
                    <a:pt x="21932" y="33287"/>
                  </a:cubicBezTo>
                  <a:cubicBezTo>
                    <a:pt x="21539" y="33001"/>
                    <a:pt x="21063" y="32858"/>
                    <a:pt x="20646" y="32620"/>
                  </a:cubicBezTo>
                  <a:cubicBezTo>
                    <a:pt x="19944" y="32251"/>
                    <a:pt x="19491" y="31548"/>
                    <a:pt x="19432" y="30763"/>
                  </a:cubicBezTo>
                  <a:cubicBezTo>
                    <a:pt x="19384" y="30024"/>
                    <a:pt x="19646" y="29298"/>
                    <a:pt x="20170" y="28774"/>
                  </a:cubicBezTo>
                  <a:cubicBezTo>
                    <a:pt x="20551" y="28274"/>
                    <a:pt x="21063" y="27905"/>
                    <a:pt x="21646" y="27691"/>
                  </a:cubicBezTo>
                  <a:cubicBezTo>
                    <a:pt x="21994" y="27563"/>
                    <a:pt x="22354" y="27501"/>
                    <a:pt x="22712" y="27501"/>
                  </a:cubicBezTo>
                  <a:close/>
                  <a:moveTo>
                    <a:pt x="9115" y="31274"/>
                  </a:moveTo>
                  <a:cubicBezTo>
                    <a:pt x="10186" y="31274"/>
                    <a:pt x="11191" y="31700"/>
                    <a:pt x="12157" y="32156"/>
                  </a:cubicBezTo>
                  <a:cubicBezTo>
                    <a:pt x="14372" y="33168"/>
                    <a:pt x="16491" y="34370"/>
                    <a:pt x="18741" y="35287"/>
                  </a:cubicBezTo>
                  <a:cubicBezTo>
                    <a:pt x="21027" y="36216"/>
                    <a:pt x="23408" y="36811"/>
                    <a:pt x="25885" y="36823"/>
                  </a:cubicBezTo>
                  <a:cubicBezTo>
                    <a:pt x="25914" y="36823"/>
                    <a:pt x="25943" y="36823"/>
                    <a:pt x="25972" y="36823"/>
                  </a:cubicBezTo>
                  <a:cubicBezTo>
                    <a:pt x="28371" y="36823"/>
                    <a:pt x="30745" y="36335"/>
                    <a:pt x="32945" y="35394"/>
                  </a:cubicBezTo>
                  <a:cubicBezTo>
                    <a:pt x="32979" y="35381"/>
                    <a:pt x="33017" y="35375"/>
                    <a:pt x="33054" y="35375"/>
                  </a:cubicBezTo>
                  <a:cubicBezTo>
                    <a:pt x="33120" y="35375"/>
                    <a:pt x="33185" y="35396"/>
                    <a:pt x="33231" y="35442"/>
                  </a:cubicBezTo>
                  <a:cubicBezTo>
                    <a:pt x="33266" y="35420"/>
                    <a:pt x="33307" y="35409"/>
                    <a:pt x="33349" y="35409"/>
                  </a:cubicBezTo>
                  <a:cubicBezTo>
                    <a:pt x="33421" y="35409"/>
                    <a:pt x="33495" y="35441"/>
                    <a:pt x="33541" y="35501"/>
                  </a:cubicBezTo>
                  <a:cubicBezTo>
                    <a:pt x="34779" y="37287"/>
                    <a:pt x="35124" y="39502"/>
                    <a:pt x="35207" y="41633"/>
                  </a:cubicBezTo>
                  <a:cubicBezTo>
                    <a:pt x="35315" y="43931"/>
                    <a:pt x="35219" y="46372"/>
                    <a:pt x="34207" y="48491"/>
                  </a:cubicBezTo>
                  <a:cubicBezTo>
                    <a:pt x="33374" y="50241"/>
                    <a:pt x="31957" y="51622"/>
                    <a:pt x="30385" y="52741"/>
                  </a:cubicBezTo>
                  <a:cubicBezTo>
                    <a:pt x="28719" y="53944"/>
                    <a:pt x="26897" y="55051"/>
                    <a:pt x="24956" y="55754"/>
                  </a:cubicBezTo>
                  <a:cubicBezTo>
                    <a:pt x="23339" y="56331"/>
                    <a:pt x="21644" y="56551"/>
                    <a:pt x="19940" y="56551"/>
                  </a:cubicBezTo>
                  <a:cubicBezTo>
                    <a:pt x="19537" y="56551"/>
                    <a:pt x="19133" y="56539"/>
                    <a:pt x="18729" y="56516"/>
                  </a:cubicBezTo>
                  <a:cubicBezTo>
                    <a:pt x="16527" y="56409"/>
                    <a:pt x="14348" y="56039"/>
                    <a:pt x="12240" y="55420"/>
                  </a:cubicBezTo>
                  <a:cubicBezTo>
                    <a:pt x="8526" y="54325"/>
                    <a:pt x="4954" y="52003"/>
                    <a:pt x="3370" y="48336"/>
                  </a:cubicBezTo>
                  <a:cubicBezTo>
                    <a:pt x="1965" y="45062"/>
                    <a:pt x="2168" y="41085"/>
                    <a:pt x="3275" y="37716"/>
                  </a:cubicBezTo>
                  <a:cubicBezTo>
                    <a:pt x="3811" y="35668"/>
                    <a:pt x="4549" y="33632"/>
                    <a:pt x="6275" y="32310"/>
                  </a:cubicBezTo>
                  <a:cubicBezTo>
                    <a:pt x="7002" y="31727"/>
                    <a:pt x="7871" y="31370"/>
                    <a:pt x="8799" y="31286"/>
                  </a:cubicBezTo>
                  <a:cubicBezTo>
                    <a:pt x="8905" y="31278"/>
                    <a:pt x="9010" y="31274"/>
                    <a:pt x="9115" y="31274"/>
                  </a:cubicBezTo>
                  <a:close/>
                  <a:moveTo>
                    <a:pt x="20418" y="1"/>
                  </a:moveTo>
                  <a:cubicBezTo>
                    <a:pt x="20313" y="1"/>
                    <a:pt x="20221" y="9"/>
                    <a:pt x="20170" y="33"/>
                  </a:cubicBezTo>
                  <a:cubicBezTo>
                    <a:pt x="19777" y="223"/>
                    <a:pt x="20134" y="1021"/>
                    <a:pt x="20289" y="1259"/>
                  </a:cubicBezTo>
                  <a:cubicBezTo>
                    <a:pt x="20515" y="1580"/>
                    <a:pt x="20837" y="1830"/>
                    <a:pt x="20979" y="2211"/>
                  </a:cubicBezTo>
                  <a:cubicBezTo>
                    <a:pt x="21087" y="2509"/>
                    <a:pt x="21134" y="2831"/>
                    <a:pt x="21099" y="3140"/>
                  </a:cubicBezTo>
                  <a:cubicBezTo>
                    <a:pt x="21063" y="4069"/>
                    <a:pt x="20825" y="5009"/>
                    <a:pt x="20694" y="5926"/>
                  </a:cubicBezTo>
                  <a:cubicBezTo>
                    <a:pt x="20396" y="7903"/>
                    <a:pt x="20158" y="9879"/>
                    <a:pt x="19932" y="11867"/>
                  </a:cubicBezTo>
                  <a:cubicBezTo>
                    <a:pt x="19729" y="13820"/>
                    <a:pt x="19551" y="15785"/>
                    <a:pt x="19396" y="17737"/>
                  </a:cubicBezTo>
                  <a:cubicBezTo>
                    <a:pt x="19360" y="18261"/>
                    <a:pt x="19325" y="18785"/>
                    <a:pt x="19289" y="19309"/>
                  </a:cubicBezTo>
                  <a:cubicBezTo>
                    <a:pt x="19253" y="19761"/>
                    <a:pt x="19265" y="20249"/>
                    <a:pt x="19158" y="20690"/>
                  </a:cubicBezTo>
                  <a:cubicBezTo>
                    <a:pt x="19134" y="20809"/>
                    <a:pt x="19086" y="20916"/>
                    <a:pt x="19027" y="21023"/>
                  </a:cubicBezTo>
                  <a:cubicBezTo>
                    <a:pt x="19039" y="21071"/>
                    <a:pt x="19015" y="21119"/>
                    <a:pt x="18967" y="21142"/>
                  </a:cubicBezTo>
                  <a:cubicBezTo>
                    <a:pt x="18955" y="21142"/>
                    <a:pt x="18944" y="21142"/>
                    <a:pt x="18944" y="21154"/>
                  </a:cubicBezTo>
                  <a:cubicBezTo>
                    <a:pt x="18792" y="21338"/>
                    <a:pt x="18572" y="21443"/>
                    <a:pt x="18337" y="21443"/>
                  </a:cubicBezTo>
                  <a:cubicBezTo>
                    <a:pt x="18313" y="21443"/>
                    <a:pt x="18289" y="21442"/>
                    <a:pt x="18265" y="21440"/>
                  </a:cubicBezTo>
                  <a:cubicBezTo>
                    <a:pt x="15014" y="22881"/>
                    <a:pt x="11966" y="24667"/>
                    <a:pt x="9288" y="27036"/>
                  </a:cubicBezTo>
                  <a:cubicBezTo>
                    <a:pt x="4132" y="31596"/>
                    <a:pt x="1" y="38430"/>
                    <a:pt x="1346" y="45550"/>
                  </a:cubicBezTo>
                  <a:cubicBezTo>
                    <a:pt x="1953" y="48812"/>
                    <a:pt x="3834" y="51706"/>
                    <a:pt x="6573" y="53611"/>
                  </a:cubicBezTo>
                  <a:cubicBezTo>
                    <a:pt x="10351" y="56279"/>
                    <a:pt x="15088" y="57566"/>
                    <a:pt x="19753" y="57566"/>
                  </a:cubicBezTo>
                  <a:cubicBezTo>
                    <a:pt x="21541" y="57566"/>
                    <a:pt x="23319" y="57377"/>
                    <a:pt x="25028" y="57004"/>
                  </a:cubicBezTo>
                  <a:cubicBezTo>
                    <a:pt x="27552" y="56456"/>
                    <a:pt x="30028" y="55492"/>
                    <a:pt x="31993" y="53825"/>
                  </a:cubicBezTo>
                  <a:cubicBezTo>
                    <a:pt x="34386" y="51789"/>
                    <a:pt x="35862" y="48801"/>
                    <a:pt x="36350" y="45705"/>
                  </a:cubicBezTo>
                  <a:cubicBezTo>
                    <a:pt x="36827" y="42597"/>
                    <a:pt x="36362" y="39395"/>
                    <a:pt x="35303" y="36442"/>
                  </a:cubicBezTo>
                  <a:cubicBezTo>
                    <a:pt x="33600" y="31691"/>
                    <a:pt x="30445" y="27607"/>
                    <a:pt x="26647" y="24238"/>
                  </a:cubicBezTo>
                  <a:cubicBezTo>
                    <a:pt x="25873" y="23678"/>
                    <a:pt x="25123" y="23083"/>
                    <a:pt x="24385" y="22488"/>
                  </a:cubicBezTo>
                  <a:cubicBezTo>
                    <a:pt x="23754" y="21988"/>
                    <a:pt x="22873" y="21476"/>
                    <a:pt x="22551" y="20690"/>
                  </a:cubicBezTo>
                  <a:cubicBezTo>
                    <a:pt x="22206" y="19845"/>
                    <a:pt x="22527" y="18749"/>
                    <a:pt x="22646" y="17880"/>
                  </a:cubicBezTo>
                  <a:cubicBezTo>
                    <a:pt x="22801" y="16773"/>
                    <a:pt x="22956" y="15665"/>
                    <a:pt x="23123" y="14558"/>
                  </a:cubicBezTo>
                  <a:cubicBezTo>
                    <a:pt x="23420" y="12570"/>
                    <a:pt x="23742" y="10582"/>
                    <a:pt x="24087" y="8605"/>
                  </a:cubicBezTo>
                  <a:cubicBezTo>
                    <a:pt x="24408" y="6688"/>
                    <a:pt x="24694" y="4759"/>
                    <a:pt x="25111" y="2854"/>
                  </a:cubicBezTo>
                  <a:cubicBezTo>
                    <a:pt x="25278" y="2092"/>
                    <a:pt x="25623" y="1795"/>
                    <a:pt x="26278" y="1461"/>
                  </a:cubicBezTo>
                  <a:cubicBezTo>
                    <a:pt x="26611" y="1295"/>
                    <a:pt x="26837" y="985"/>
                    <a:pt x="26480" y="687"/>
                  </a:cubicBezTo>
                  <a:cubicBezTo>
                    <a:pt x="26325" y="568"/>
                    <a:pt x="26159" y="473"/>
                    <a:pt x="25968" y="426"/>
                  </a:cubicBezTo>
                  <a:cubicBezTo>
                    <a:pt x="25575" y="318"/>
                    <a:pt x="25159" y="259"/>
                    <a:pt x="24742" y="247"/>
                  </a:cubicBezTo>
                  <a:cubicBezTo>
                    <a:pt x="23766" y="187"/>
                    <a:pt x="22777" y="140"/>
                    <a:pt x="21801" y="80"/>
                  </a:cubicBezTo>
                  <a:cubicBezTo>
                    <a:pt x="21539" y="68"/>
                    <a:pt x="21277" y="33"/>
                    <a:pt x="21015" y="33"/>
                  </a:cubicBezTo>
                  <a:cubicBezTo>
                    <a:pt x="20896" y="33"/>
                    <a:pt x="20629" y="1"/>
                    <a:pt x="204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2" name="Google Shape;3482;p69"/>
            <p:cNvSpPr/>
            <p:nvPr/>
          </p:nvSpPr>
          <p:spPr>
            <a:xfrm>
              <a:off x="1260600" y="4963425"/>
              <a:ext cx="809050" cy="576075"/>
            </a:xfrm>
            <a:custGeom>
              <a:avLst/>
              <a:gdLst/>
              <a:ahLst/>
              <a:cxnLst/>
              <a:rect l="l" t="t" r="r" b="b"/>
              <a:pathLst>
                <a:path w="32362" h="23043" extrusionOk="0">
                  <a:moveTo>
                    <a:pt x="3881" y="0"/>
                  </a:moveTo>
                  <a:cubicBezTo>
                    <a:pt x="2381" y="1274"/>
                    <a:pt x="1643" y="3167"/>
                    <a:pt x="1024" y="5013"/>
                  </a:cubicBezTo>
                  <a:cubicBezTo>
                    <a:pt x="441" y="8811"/>
                    <a:pt x="0" y="12764"/>
                    <a:pt x="2036" y="16240"/>
                  </a:cubicBezTo>
                  <a:cubicBezTo>
                    <a:pt x="4024" y="19646"/>
                    <a:pt x="7799" y="21515"/>
                    <a:pt x="11525" y="22348"/>
                  </a:cubicBezTo>
                  <a:cubicBezTo>
                    <a:pt x="13398" y="22761"/>
                    <a:pt x="15347" y="23043"/>
                    <a:pt x="17280" y="23043"/>
                  </a:cubicBezTo>
                  <a:cubicBezTo>
                    <a:pt x="19475" y="23043"/>
                    <a:pt x="21650" y="22679"/>
                    <a:pt x="23670" y="21729"/>
                  </a:cubicBezTo>
                  <a:cubicBezTo>
                    <a:pt x="25396" y="20920"/>
                    <a:pt x="27015" y="19896"/>
                    <a:pt x="28504" y="18681"/>
                  </a:cubicBezTo>
                  <a:cubicBezTo>
                    <a:pt x="30028" y="17443"/>
                    <a:pt x="31230" y="15919"/>
                    <a:pt x="31802" y="14002"/>
                  </a:cubicBezTo>
                  <a:cubicBezTo>
                    <a:pt x="32349" y="12121"/>
                    <a:pt x="32361" y="10061"/>
                    <a:pt x="32242" y="8120"/>
                  </a:cubicBezTo>
                  <a:cubicBezTo>
                    <a:pt x="32123" y="6358"/>
                    <a:pt x="31778" y="4656"/>
                    <a:pt x="30921" y="3120"/>
                  </a:cubicBezTo>
                  <a:cubicBezTo>
                    <a:pt x="30313" y="3929"/>
                    <a:pt x="29361" y="4560"/>
                    <a:pt x="28504" y="5084"/>
                  </a:cubicBezTo>
                  <a:cubicBezTo>
                    <a:pt x="27599" y="5632"/>
                    <a:pt x="26622" y="6073"/>
                    <a:pt x="25610" y="6394"/>
                  </a:cubicBezTo>
                  <a:cubicBezTo>
                    <a:pt x="23646" y="7049"/>
                    <a:pt x="21562" y="7311"/>
                    <a:pt x="19491" y="7311"/>
                  </a:cubicBezTo>
                  <a:cubicBezTo>
                    <a:pt x="19445" y="7311"/>
                    <a:pt x="19400" y="7311"/>
                    <a:pt x="19355" y="7311"/>
                  </a:cubicBezTo>
                  <a:cubicBezTo>
                    <a:pt x="17138" y="7311"/>
                    <a:pt x="14934" y="7025"/>
                    <a:pt x="12799" y="6465"/>
                  </a:cubicBezTo>
                  <a:cubicBezTo>
                    <a:pt x="10751" y="5894"/>
                    <a:pt x="8811" y="4977"/>
                    <a:pt x="7072" y="3739"/>
                  </a:cubicBezTo>
                  <a:cubicBezTo>
                    <a:pt x="5715" y="2798"/>
                    <a:pt x="4417" y="1596"/>
                    <a:pt x="3881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3" name="Google Shape;3483;p69"/>
            <p:cNvSpPr/>
            <p:nvPr/>
          </p:nvSpPr>
          <p:spPr>
            <a:xfrm>
              <a:off x="1360600" y="4933325"/>
              <a:ext cx="654275" cy="204600"/>
            </a:xfrm>
            <a:custGeom>
              <a:avLst/>
              <a:gdLst/>
              <a:ahLst/>
              <a:cxnLst/>
              <a:rect l="l" t="t" r="r" b="b"/>
              <a:pathLst>
                <a:path w="26171" h="8184" extrusionOk="0">
                  <a:moveTo>
                    <a:pt x="2804" y="1"/>
                  </a:moveTo>
                  <a:cubicBezTo>
                    <a:pt x="1795" y="1"/>
                    <a:pt x="814" y="446"/>
                    <a:pt x="36" y="1061"/>
                  </a:cubicBezTo>
                  <a:lnTo>
                    <a:pt x="1" y="1097"/>
                  </a:lnTo>
                  <a:cubicBezTo>
                    <a:pt x="822" y="2931"/>
                    <a:pt x="2406" y="4193"/>
                    <a:pt x="4096" y="5217"/>
                  </a:cubicBezTo>
                  <a:cubicBezTo>
                    <a:pt x="5906" y="6348"/>
                    <a:pt x="7894" y="7169"/>
                    <a:pt x="9978" y="7634"/>
                  </a:cubicBezTo>
                  <a:cubicBezTo>
                    <a:pt x="11715" y="8005"/>
                    <a:pt x="13476" y="8183"/>
                    <a:pt x="15248" y="8183"/>
                  </a:cubicBezTo>
                  <a:cubicBezTo>
                    <a:pt x="15638" y="8183"/>
                    <a:pt x="16028" y="8175"/>
                    <a:pt x="16419" y="8158"/>
                  </a:cubicBezTo>
                  <a:cubicBezTo>
                    <a:pt x="18396" y="8074"/>
                    <a:pt x="20336" y="7658"/>
                    <a:pt x="22170" y="6931"/>
                  </a:cubicBezTo>
                  <a:cubicBezTo>
                    <a:pt x="22991" y="6586"/>
                    <a:pt x="23777" y="6169"/>
                    <a:pt x="24527" y="5693"/>
                  </a:cubicBezTo>
                  <a:cubicBezTo>
                    <a:pt x="25099" y="5288"/>
                    <a:pt x="25647" y="4860"/>
                    <a:pt x="26170" y="4395"/>
                  </a:cubicBezTo>
                  <a:lnTo>
                    <a:pt x="26170" y="4395"/>
                  </a:lnTo>
                  <a:cubicBezTo>
                    <a:pt x="24177" y="5161"/>
                    <a:pt x="22056" y="5554"/>
                    <a:pt x="19918" y="5554"/>
                  </a:cubicBezTo>
                  <a:cubicBezTo>
                    <a:pt x="19795" y="5554"/>
                    <a:pt x="19673" y="5553"/>
                    <a:pt x="19551" y="5550"/>
                  </a:cubicBezTo>
                  <a:cubicBezTo>
                    <a:pt x="17253" y="5502"/>
                    <a:pt x="15038" y="4979"/>
                    <a:pt x="12907" y="4145"/>
                  </a:cubicBezTo>
                  <a:cubicBezTo>
                    <a:pt x="10716" y="3276"/>
                    <a:pt x="8621" y="2145"/>
                    <a:pt x="6478" y="1157"/>
                  </a:cubicBezTo>
                  <a:cubicBezTo>
                    <a:pt x="5346" y="633"/>
                    <a:pt x="4144" y="26"/>
                    <a:pt x="2882" y="2"/>
                  </a:cubicBezTo>
                  <a:cubicBezTo>
                    <a:pt x="2856" y="1"/>
                    <a:pt x="2830" y="1"/>
                    <a:pt x="2804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4" name="Google Shape;3484;p69"/>
            <p:cNvSpPr/>
            <p:nvPr/>
          </p:nvSpPr>
          <p:spPr>
            <a:xfrm>
              <a:off x="1675856" y="4832036"/>
              <a:ext cx="186296" cy="175815"/>
            </a:xfrm>
            <a:custGeom>
              <a:avLst/>
              <a:gdLst/>
              <a:ahLst/>
              <a:cxnLst/>
              <a:rect l="l" t="t" r="r" b="b"/>
              <a:pathLst>
                <a:path w="7050" h="6654" extrusionOk="0">
                  <a:moveTo>
                    <a:pt x="3416" y="1"/>
                  </a:moveTo>
                  <a:cubicBezTo>
                    <a:pt x="3261" y="1"/>
                    <a:pt x="3106" y="14"/>
                    <a:pt x="2953" y="42"/>
                  </a:cubicBezTo>
                  <a:cubicBezTo>
                    <a:pt x="1465" y="459"/>
                    <a:pt x="1" y="1887"/>
                    <a:pt x="822" y="3519"/>
                  </a:cubicBezTo>
                  <a:cubicBezTo>
                    <a:pt x="1167" y="4221"/>
                    <a:pt x="1941" y="4447"/>
                    <a:pt x="2584" y="4769"/>
                  </a:cubicBezTo>
                  <a:cubicBezTo>
                    <a:pt x="3215" y="5102"/>
                    <a:pt x="3513" y="5590"/>
                    <a:pt x="3977" y="6102"/>
                  </a:cubicBezTo>
                  <a:cubicBezTo>
                    <a:pt x="4308" y="6460"/>
                    <a:pt x="4781" y="6654"/>
                    <a:pt x="5251" y="6654"/>
                  </a:cubicBezTo>
                  <a:cubicBezTo>
                    <a:pt x="5608" y="6654"/>
                    <a:pt x="5963" y="6541"/>
                    <a:pt x="6251" y="6305"/>
                  </a:cubicBezTo>
                  <a:cubicBezTo>
                    <a:pt x="6811" y="5864"/>
                    <a:pt x="7049" y="5114"/>
                    <a:pt x="7025" y="4423"/>
                  </a:cubicBezTo>
                  <a:cubicBezTo>
                    <a:pt x="7002" y="3578"/>
                    <a:pt x="6621" y="2792"/>
                    <a:pt x="6204" y="2054"/>
                  </a:cubicBezTo>
                  <a:cubicBezTo>
                    <a:pt x="5775" y="1328"/>
                    <a:pt x="5311" y="590"/>
                    <a:pt x="4513" y="232"/>
                  </a:cubicBezTo>
                  <a:cubicBezTo>
                    <a:pt x="4167" y="81"/>
                    <a:pt x="3792" y="1"/>
                    <a:pt x="34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5" name="Google Shape;3485;p69"/>
            <p:cNvSpPr/>
            <p:nvPr/>
          </p:nvSpPr>
          <p:spPr>
            <a:xfrm>
              <a:off x="1628814" y="4720663"/>
              <a:ext cx="98208" cy="83626"/>
            </a:xfrm>
            <a:custGeom>
              <a:avLst/>
              <a:gdLst/>
              <a:ahLst/>
              <a:cxnLst/>
              <a:rect l="l" t="t" r="r" b="b"/>
              <a:pathLst>
                <a:path w="3477" h="2961" extrusionOk="0">
                  <a:moveTo>
                    <a:pt x="1707" y="0"/>
                  </a:moveTo>
                  <a:cubicBezTo>
                    <a:pt x="1494" y="0"/>
                    <a:pt x="1282" y="55"/>
                    <a:pt x="1084" y="184"/>
                  </a:cubicBezTo>
                  <a:cubicBezTo>
                    <a:pt x="774" y="374"/>
                    <a:pt x="500" y="624"/>
                    <a:pt x="262" y="910"/>
                  </a:cubicBezTo>
                  <a:cubicBezTo>
                    <a:pt x="0" y="1386"/>
                    <a:pt x="72" y="1994"/>
                    <a:pt x="441" y="2398"/>
                  </a:cubicBezTo>
                  <a:cubicBezTo>
                    <a:pt x="766" y="2768"/>
                    <a:pt x="1252" y="2961"/>
                    <a:pt x="1737" y="2961"/>
                  </a:cubicBezTo>
                  <a:cubicBezTo>
                    <a:pt x="2158" y="2961"/>
                    <a:pt x="2578" y="2816"/>
                    <a:pt x="2893" y="2517"/>
                  </a:cubicBezTo>
                  <a:cubicBezTo>
                    <a:pt x="3477" y="1958"/>
                    <a:pt x="3453" y="898"/>
                    <a:pt x="2774" y="398"/>
                  </a:cubicBezTo>
                  <a:cubicBezTo>
                    <a:pt x="2463" y="170"/>
                    <a:pt x="2083" y="0"/>
                    <a:pt x="17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6" name="Google Shape;3486;p69"/>
            <p:cNvSpPr/>
            <p:nvPr/>
          </p:nvSpPr>
          <p:spPr>
            <a:xfrm>
              <a:off x="1201350" y="4128725"/>
              <a:ext cx="933175" cy="1467150"/>
            </a:xfrm>
            <a:custGeom>
              <a:avLst/>
              <a:gdLst/>
              <a:ahLst/>
              <a:cxnLst/>
              <a:rect l="l" t="t" r="r" b="b"/>
              <a:pathLst>
                <a:path w="37327" h="58686" extrusionOk="0">
                  <a:moveTo>
                    <a:pt x="20418" y="442"/>
                  </a:moveTo>
                  <a:cubicBezTo>
                    <a:pt x="20629" y="442"/>
                    <a:pt x="20896" y="480"/>
                    <a:pt x="21015" y="480"/>
                  </a:cubicBezTo>
                  <a:cubicBezTo>
                    <a:pt x="21277" y="480"/>
                    <a:pt x="21539" y="503"/>
                    <a:pt x="21801" y="515"/>
                  </a:cubicBezTo>
                  <a:cubicBezTo>
                    <a:pt x="22789" y="575"/>
                    <a:pt x="23766" y="622"/>
                    <a:pt x="24742" y="694"/>
                  </a:cubicBezTo>
                  <a:cubicBezTo>
                    <a:pt x="25159" y="694"/>
                    <a:pt x="25575" y="753"/>
                    <a:pt x="25968" y="861"/>
                  </a:cubicBezTo>
                  <a:cubicBezTo>
                    <a:pt x="26159" y="920"/>
                    <a:pt x="26325" y="1003"/>
                    <a:pt x="26480" y="1122"/>
                  </a:cubicBezTo>
                  <a:cubicBezTo>
                    <a:pt x="26837" y="1432"/>
                    <a:pt x="26611" y="1730"/>
                    <a:pt x="26278" y="1896"/>
                  </a:cubicBezTo>
                  <a:cubicBezTo>
                    <a:pt x="25623" y="2242"/>
                    <a:pt x="25278" y="2527"/>
                    <a:pt x="25111" y="3289"/>
                  </a:cubicBezTo>
                  <a:cubicBezTo>
                    <a:pt x="24694" y="5194"/>
                    <a:pt x="24408" y="7123"/>
                    <a:pt x="24087" y="9040"/>
                  </a:cubicBezTo>
                  <a:cubicBezTo>
                    <a:pt x="23742" y="11028"/>
                    <a:pt x="23432" y="13017"/>
                    <a:pt x="23135" y="14993"/>
                  </a:cubicBezTo>
                  <a:cubicBezTo>
                    <a:pt x="22968" y="16100"/>
                    <a:pt x="22801" y="17220"/>
                    <a:pt x="22658" y="18327"/>
                  </a:cubicBezTo>
                  <a:cubicBezTo>
                    <a:pt x="22539" y="19184"/>
                    <a:pt x="22206" y="20291"/>
                    <a:pt x="22551" y="21137"/>
                  </a:cubicBezTo>
                  <a:cubicBezTo>
                    <a:pt x="22873" y="21911"/>
                    <a:pt x="23754" y="22423"/>
                    <a:pt x="24385" y="22935"/>
                  </a:cubicBezTo>
                  <a:cubicBezTo>
                    <a:pt x="25123" y="23530"/>
                    <a:pt x="25873" y="24125"/>
                    <a:pt x="26647" y="24673"/>
                  </a:cubicBezTo>
                  <a:cubicBezTo>
                    <a:pt x="30445" y="28042"/>
                    <a:pt x="33600" y="32114"/>
                    <a:pt x="35303" y="36877"/>
                  </a:cubicBezTo>
                  <a:cubicBezTo>
                    <a:pt x="36362" y="39830"/>
                    <a:pt x="36827" y="43032"/>
                    <a:pt x="36350" y="46140"/>
                  </a:cubicBezTo>
                  <a:cubicBezTo>
                    <a:pt x="35862" y="49236"/>
                    <a:pt x="34386" y="52224"/>
                    <a:pt x="31993" y="54272"/>
                  </a:cubicBezTo>
                  <a:cubicBezTo>
                    <a:pt x="30028" y="55939"/>
                    <a:pt x="27552" y="56903"/>
                    <a:pt x="25040" y="57451"/>
                  </a:cubicBezTo>
                  <a:cubicBezTo>
                    <a:pt x="23327" y="57824"/>
                    <a:pt x="21547" y="58013"/>
                    <a:pt x="19758" y="58013"/>
                  </a:cubicBezTo>
                  <a:cubicBezTo>
                    <a:pt x="15088" y="58013"/>
                    <a:pt x="10351" y="56726"/>
                    <a:pt x="6573" y="54058"/>
                  </a:cubicBezTo>
                  <a:cubicBezTo>
                    <a:pt x="3834" y="52153"/>
                    <a:pt x="1965" y="49259"/>
                    <a:pt x="1346" y="45997"/>
                  </a:cubicBezTo>
                  <a:cubicBezTo>
                    <a:pt x="1" y="38877"/>
                    <a:pt x="4132" y="32043"/>
                    <a:pt x="9288" y="27483"/>
                  </a:cubicBezTo>
                  <a:cubicBezTo>
                    <a:pt x="11966" y="25113"/>
                    <a:pt x="15014" y="23328"/>
                    <a:pt x="18265" y="21887"/>
                  </a:cubicBezTo>
                  <a:cubicBezTo>
                    <a:pt x="18289" y="21889"/>
                    <a:pt x="18313" y="21890"/>
                    <a:pt x="18337" y="21890"/>
                  </a:cubicBezTo>
                  <a:cubicBezTo>
                    <a:pt x="18572" y="21890"/>
                    <a:pt x="18792" y="21785"/>
                    <a:pt x="18944" y="21601"/>
                  </a:cubicBezTo>
                  <a:cubicBezTo>
                    <a:pt x="18944" y="21589"/>
                    <a:pt x="18955" y="21589"/>
                    <a:pt x="18967" y="21589"/>
                  </a:cubicBezTo>
                  <a:cubicBezTo>
                    <a:pt x="19015" y="21565"/>
                    <a:pt x="19039" y="21518"/>
                    <a:pt x="19027" y="21470"/>
                  </a:cubicBezTo>
                  <a:cubicBezTo>
                    <a:pt x="19086" y="21363"/>
                    <a:pt x="19134" y="21256"/>
                    <a:pt x="19158" y="21137"/>
                  </a:cubicBezTo>
                  <a:cubicBezTo>
                    <a:pt x="19265" y="20696"/>
                    <a:pt x="19253" y="20208"/>
                    <a:pt x="19289" y="19756"/>
                  </a:cubicBezTo>
                  <a:cubicBezTo>
                    <a:pt x="19336" y="19232"/>
                    <a:pt x="19360" y="18708"/>
                    <a:pt x="19408" y="18184"/>
                  </a:cubicBezTo>
                  <a:cubicBezTo>
                    <a:pt x="19551" y="16231"/>
                    <a:pt x="19729" y="14267"/>
                    <a:pt x="19932" y="12314"/>
                  </a:cubicBezTo>
                  <a:cubicBezTo>
                    <a:pt x="20158" y="10326"/>
                    <a:pt x="20396" y="8338"/>
                    <a:pt x="20694" y="6361"/>
                  </a:cubicBezTo>
                  <a:cubicBezTo>
                    <a:pt x="20837" y="5444"/>
                    <a:pt x="21063" y="4504"/>
                    <a:pt x="21110" y="3587"/>
                  </a:cubicBezTo>
                  <a:cubicBezTo>
                    <a:pt x="21134" y="3266"/>
                    <a:pt x="21087" y="2956"/>
                    <a:pt x="20979" y="2658"/>
                  </a:cubicBezTo>
                  <a:cubicBezTo>
                    <a:pt x="20825" y="2277"/>
                    <a:pt x="20515" y="2027"/>
                    <a:pt x="20289" y="1694"/>
                  </a:cubicBezTo>
                  <a:cubicBezTo>
                    <a:pt x="20134" y="1456"/>
                    <a:pt x="19777" y="658"/>
                    <a:pt x="20170" y="480"/>
                  </a:cubicBezTo>
                  <a:cubicBezTo>
                    <a:pt x="20221" y="452"/>
                    <a:pt x="20313" y="442"/>
                    <a:pt x="20418" y="442"/>
                  </a:cubicBezTo>
                  <a:close/>
                  <a:moveTo>
                    <a:pt x="20235" y="0"/>
                  </a:moveTo>
                  <a:cubicBezTo>
                    <a:pt x="19887" y="0"/>
                    <a:pt x="19594" y="101"/>
                    <a:pt x="19503" y="563"/>
                  </a:cubicBezTo>
                  <a:cubicBezTo>
                    <a:pt x="19360" y="1337"/>
                    <a:pt x="19729" y="1920"/>
                    <a:pt x="20206" y="2480"/>
                  </a:cubicBezTo>
                  <a:cubicBezTo>
                    <a:pt x="20825" y="3230"/>
                    <a:pt x="20444" y="4361"/>
                    <a:pt x="20325" y="5230"/>
                  </a:cubicBezTo>
                  <a:cubicBezTo>
                    <a:pt x="20170" y="6242"/>
                    <a:pt x="20039" y="7242"/>
                    <a:pt x="19908" y="8254"/>
                  </a:cubicBezTo>
                  <a:cubicBezTo>
                    <a:pt x="19622" y="10469"/>
                    <a:pt x="19384" y="12671"/>
                    <a:pt x="19182" y="14898"/>
                  </a:cubicBezTo>
                  <a:cubicBezTo>
                    <a:pt x="19086" y="16041"/>
                    <a:pt x="18991" y="17184"/>
                    <a:pt x="18920" y="18327"/>
                  </a:cubicBezTo>
                  <a:cubicBezTo>
                    <a:pt x="18872" y="18875"/>
                    <a:pt x="18836" y="19434"/>
                    <a:pt x="18813" y="19994"/>
                  </a:cubicBezTo>
                  <a:cubicBezTo>
                    <a:pt x="18801" y="20375"/>
                    <a:pt x="18848" y="21077"/>
                    <a:pt x="18598" y="21458"/>
                  </a:cubicBezTo>
                  <a:cubicBezTo>
                    <a:pt x="15372" y="22482"/>
                    <a:pt x="12383" y="24256"/>
                    <a:pt x="9764" y="26399"/>
                  </a:cubicBezTo>
                  <a:cubicBezTo>
                    <a:pt x="7002" y="28685"/>
                    <a:pt x="4585" y="31448"/>
                    <a:pt x="2870" y="34627"/>
                  </a:cubicBezTo>
                  <a:cubicBezTo>
                    <a:pt x="1156" y="37806"/>
                    <a:pt x="239" y="41425"/>
                    <a:pt x="656" y="45033"/>
                  </a:cubicBezTo>
                  <a:cubicBezTo>
                    <a:pt x="1048" y="48450"/>
                    <a:pt x="2632" y="51557"/>
                    <a:pt x="5263" y="53772"/>
                  </a:cubicBezTo>
                  <a:cubicBezTo>
                    <a:pt x="8049" y="56117"/>
                    <a:pt x="11716" y="57487"/>
                    <a:pt x="15241" y="58213"/>
                  </a:cubicBezTo>
                  <a:cubicBezTo>
                    <a:pt x="16750" y="58522"/>
                    <a:pt x="18348" y="58685"/>
                    <a:pt x="19966" y="58685"/>
                  </a:cubicBezTo>
                  <a:cubicBezTo>
                    <a:pt x="25518" y="58685"/>
                    <a:pt x="31302" y="56759"/>
                    <a:pt x="34529" y="52176"/>
                  </a:cubicBezTo>
                  <a:cubicBezTo>
                    <a:pt x="35065" y="51414"/>
                    <a:pt x="35517" y="50593"/>
                    <a:pt x="35886" y="49736"/>
                  </a:cubicBezTo>
                  <a:cubicBezTo>
                    <a:pt x="37089" y="46926"/>
                    <a:pt x="37327" y="43771"/>
                    <a:pt x="36839" y="40758"/>
                  </a:cubicBezTo>
                  <a:cubicBezTo>
                    <a:pt x="36696" y="39865"/>
                    <a:pt x="36493" y="38984"/>
                    <a:pt x="36231" y="38127"/>
                  </a:cubicBezTo>
                  <a:cubicBezTo>
                    <a:pt x="35600" y="36067"/>
                    <a:pt x="34731" y="34091"/>
                    <a:pt x="33648" y="32245"/>
                  </a:cubicBezTo>
                  <a:cubicBezTo>
                    <a:pt x="31695" y="28888"/>
                    <a:pt x="29123" y="25828"/>
                    <a:pt x="25980" y="23578"/>
                  </a:cubicBezTo>
                  <a:cubicBezTo>
                    <a:pt x="25694" y="23339"/>
                    <a:pt x="25421" y="23101"/>
                    <a:pt x="25135" y="22863"/>
                  </a:cubicBezTo>
                  <a:cubicBezTo>
                    <a:pt x="24766" y="22554"/>
                    <a:pt x="24397" y="22244"/>
                    <a:pt x="24027" y="21935"/>
                  </a:cubicBezTo>
                  <a:cubicBezTo>
                    <a:pt x="23694" y="21661"/>
                    <a:pt x="23289" y="21363"/>
                    <a:pt x="23099" y="20958"/>
                  </a:cubicBezTo>
                  <a:cubicBezTo>
                    <a:pt x="22896" y="20518"/>
                    <a:pt x="22992" y="20006"/>
                    <a:pt x="23051" y="19553"/>
                  </a:cubicBezTo>
                  <a:cubicBezTo>
                    <a:pt x="23111" y="19018"/>
                    <a:pt x="23194" y="18506"/>
                    <a:pt x="23265" y="17982"/>
                  </a:cubicBezTo>
                  <a:cubicBezTo>
                    <a:pt x="23396" y="16970"/>
                    <a:pt x="23539" y="15958"/>
                    <a:pt x="23694" y="14946"/>
                  </a:cubicBezTo>
                  <a:cubicBezTo>
                    <a:pt x="23980" y="12969"/>
                    <a:pt x="24289" y="10981"/>
                    <a:pt x="24623" y="8992"/>
                  </a:cubicBezTo>
                  <a:cubicBezTo>
                    <a:pt x="24789" y="8028"/>
                    <a:pt x="24944" y="7040"/>
                    <a:pt x="25135" y="6087"/>
                  </a:cubicBezTo>
                  <a:cubicBezTo>
                    <a:pt x="25313" y="5123"/>
                    <a:pt x="25409" y="4063"/>
                    <a:pt x="25730" y="3147"/>
                  </a:cubicBezTo>
                  <a:cubicBezTo>
                    <a:pt x="25980" y="2396"/>
                    <a:pt x="27040" y="2468"/>
                    <a:pt x="27230" y="1682"/>
                  </a:cubicBezTo>
                  <a:cubicBezTo>
                    <a:pt x="27361" y="1111"/>
                    <a:pt x="26825" y="658"/>
                    <a:pt x="26349" y="468"/>
                  </a:cubicBezTo>
                  <a:cubicBezTo>
                    <a:pt x="25599" y="158"/>
                    <a:pt x="24706" y="241"/>
                    <a:pt x="23908" y="206"/>
                  </a:cubicBezTo>
                  <a:cubicBezTo>
                    <a:pt x="22896" y="158"/>
                    <a:pt x="21872" y="146"/>
                    <a:pt x="20860" y="51"/>
                  </a:cubicBezTo>
                  <a:cubicBezTo>
                    <a:pt x="20652" y="34"/>
                    <a:pt x="20434" y="0"/>
                    <a:pt x="202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7" name="Google Shape;3487;p69"/>
            <p:cNvSpPr/>
            <p:nvPr/>
          </p:nvSpPr>
          <p:spPr>
            <a:xfrm>
              <a:off x="1250475" y="4921425"/>
              <a:ext cx="833450" cy="631950"/>
            </a:xfrm>
            <a:custGeom>
              <a:avLst/>
              <a:gdLst/>
              <a:ahLst/>
              <a:cxnLst/>
              <a:rect l="l" t="t" r="r" b="b"/>
              <a:pathLst>
                <a:path w="33338" h="25278" extrusionOk="0">
                  <a:moveTo>
                    <a:pt x="7208" y="477"/>
                  </a:moveTo>
                  <a:cubicBezTo>
                    <a:pt x="7234" y="477"/>
                    <a:pt x="7260" y="477"/>
                    <a:pt x="7287" y="478"/>
                  </a:cubicBezTo>
                  <a:cubicBezTo>
                    <a:pt x="8549" y="502"/>
                    <a:pt x="9751" y="1109"/>
                    <a:pt x="10883" y="1633"/>
                  </a:cubicBezTo>
                  <a:cubicBezTo>
                    <a:pt x="13026" y="2621"/>
                    <a:pt x="15121" y="3752"/>
                    <a:pt x="17312" y="4621"/>
                  </a:cubicBezTo>
                  <a:cubicBezTo>
                    <a:pt x="19443" y="5455"/>
                    <a:pt x="21658" y="5990"/>
                    <a:pt x="23956" y="6026"/>
                  </a:cubicBezTo>
                  <a:cubicBezTo>
                    <a:pt x="24078" y="6029"/>
                    <a:pt x="24200" y="6030"/>
                    <a:pt x="24323" y="6030"/>
                  </a:cubicBezTo>
                  <a:cubicBezTo>
                    <a:pt x="26461" y="6030"/>
                    <a:pt x="28582" y="5637"/>
                    <a:pt x="30575" y="4871"/>
                  </a:cubicBezTo>
                  <a:lnTo>
                    <a:pt x="30575" y="4871"/>
                  </a:lnTo>
                  <a:cubicBezTo>
                    <a:pt x="30052" y="5336"/>
                    <a:pt x="29504" y="5764"/>
                    <a:pt x="28932" y="6169"/>
                  </a:cubicBezTo>
                  <a:cubicBezTo>
                    <a:pt x="28182" y="6645"/>
                    <a:pt x="27396" y="7062"/>
                    <a:pt x="26575" y="7407"/>
                  </a:cubicBezTo>
                  <a:cubicBezTo>
                    <a:pt x="24741" y="8134"/>
                    <a:pt x="22789" y="8550"/>
                    <a:pt x="20824" y="8634"/>
                  </a:cubicBezTo>
                  <a:cubicBezTo>
                    <a:pt x="20433" y="8651"/>
                    <a:pt x="20043" y="8659"/>
                    <a:pt x="19652" y="8659"/>
                  </a:cubicBezTo>
                  <a:cubicBezTo>
                    <a:pt x="17878" y="8659"/>
                    <a:pt x="16110" y="8481"/>
                    <a:pt x="14383" y="8110"/>
                  </a:cubicBezTo>
                  <a:cubicBezTo>
                    <a:pt x="12299" y="7645"/>
                    <a:pt x="10311" y="6824"/>
                    <a:pt x="8501" y="5693"/>
                  </a:cubicBezTo>
                  <a:cubicBezTo>
                    <a:pt x="6811" y="4669"/>
                    <a:pt x="5227" y="3407"/>
                    <a:pt x="4406" y="1573"/>
                  </a:cubicBezTo>
                  <a:lnTo>
                    <a:pt x="4441" y="1537"/>
                  </a:lnTo>
                  <a:cubicBezTo>
                    <a:pt x="5219" y="922"/>
                    <a:pt x="6189" y="477"/>
                    <a:pt x="7208" y="477"/>
                  </a:cubicBezTo>
                  <a:close/>
                  <a:moveTo>
                    <a:pt x="4275" y="1680"/>
                  </a:moveTo>
                  <a:cubicBezTo>
                    <a:pt x="4810" y="3276"/>
                    <a:pt x="6120" y="4478"/>
                    <a:pt x="7477" y="5419"/>
                  </a:cubicBezTo>
                  <a:cubicBezTo>
                    <a:pt x="9204" y="6657"/>
                    <a:pt x="11144" y="7574"/>
                    <a:pt x="13192" y="8145"/>
                  </a:cubicBezTo>
                  <a:cubicBezTo>
                    <a:pt x="15299" y="8695"/>
                    <a:pt x="17460" y="8980"/>
                    <a:pt x="19624" y="8980"/>
                  </a:cubicBezTo>
                  <a:cubicBezTo>
                    <a:pt x="19710" y="8980"/>
                    <a:pt x="19797" y="8980"/>
                    <a:pt x="19884" y="8979"/>
                  </a:cubicBezTo>
                  <a:cubicBezTo>
                    <a:pt x="19928" y="8979"/>
                    <a:pt x="19973" y="8979"/>
                    <a:pt x="20018" y="8979"/>
                  </a:cubicBezTo>
                  <a:cubicBezTo>
                    <a:pt x="22045" y="8979"/>
                    <a:pt x="24081" y="8715"/>
                    <a:pt x="26003" y="8074"/>
                  </a:cubicBezTo>
                  <a:cubicBezTo>
                    <a:pt x="27015" y="7753"/>
                    <a:pt x="27992" y="7312"/>
                    <a:pt x="28909" y="6752"/>
                  </a:cubicBezTo>
                  <a:cubicBezTo>
                    <a:pt x="29766" y="6240"/>
                    <a:pt x="30706" y="5609"/>
                    <a:pt x="31314" y="4800"/>
                  </a:cubicBezTo>
                  <a:cubicBezTo>
                    <a:pt x="32171" y="6336"/>
                    <a:pt x="32528" y="8038"/>
                    <a:pt x="32635" y="9800"/>
                  </a:cubicBezTo>
                  <a:cubicBezTo>
                    <a:pt x="32754" y="11753"/>
                    <a:pt x="32742" y="13813"/>
                    <a:pt x="32183" y="15694"/>
                  </a:cubicBezTo>
                  <a:lnTo>
                    <a:pt x="32195" y="15694"/>
                  </a:lnTo>
                  <a:cubicBezTo>
                    <a:pt x="31623" y="17599"/>
                    <a:pt x="30421" y="19123"/>
                    <a:pt x="28897" y="20361"/>
                  </a:cubicBezTo>
                  <a:cubicBezTo>
                    <a:pt x="27420" y="21576"/>
                    <a:pt x="25789" y="22600"/>
                    <a:pt x="24063" y="23409"/>
                  </a:cubicBezTo>
                  <a:cubicBezTo>
                    <a:pt x="22045" y="24361"/>
                    <a:pt x="19866" y="24728"/>
                    <a:pt x="17666" y="24728"/>
                  </a:cubicBezTo>
                  <a:cubicBezTo>
                    <a:pt x="15738" y="24728"/>
                    <a:pt x="13794" y="24446"/>
                    <a:pt x="11930" y="24028"/>
                  </a:cubicBezTo>
                  <a:cubicBezTo>
                    <a:pt x="8192" y="23195"/>
                    <a:pt x="4429" y="21326"/>
                    <a:pt x="2441" y="17920"/>
                  </a:cubicBezTo>
                  <a:cubicBezTo>
                    <a:pt x="405" y="14432"/>
                    <a:pt x="834" y="10491"/>
                    <a:pt x="1429" y="6681"/>
                  </a:cubicBezTo>
                  <a:cubicBezTo>
                    <a:pt x="2036" y="4847"/>
                    <a:pt x="2786" y="2954"/>
                    <a:pt x="4275" y="1680"/>
                  </a:cubicBezTo>
                  <a:close/>
                  <a:moveTo>
                    <a:pt x="7150" y="1"/>
                  </a:moveTo>
                  <a:cubicBezTo>
                    <a:pt x="7045" y="1"/>
                    <a:pt x="6940" y="5"/>
                    <a:pt x="6834" y="13"/>
                  </a:cubicBezTo>
                  <a:cubicBezTo>
                    <a:pt x="5906" y="97"/>
                    <a:pt x="5037" y="454"/>
                    <a:pt x="4310" y="1037"/>
                  </a:cubicBezTo>
                  <a:cubicBezTo>
                    <a:pt x="2584" y="2359"/>
                    <a:pt x="1846" y="4395"/>
                    <a:pt x="1298" y="6443"/>
                  </a:cubicBezTo>
                  <a:cubicBezTo>
                    <a:pt x="191" y="9812"/>
                    <a:pt x="0" y="13789"/>
                    <a:pt x="1405" y="17063"/>
                  </a:cubicBezTo>
                  <a:cubicBezTo>
                    <a:pt x="2977" y="20730"/>
                    <a:pt x="6561" y="23052"/>
                    <a:pt x="10263" y="24147"/>
                  </a:cubicBezTo>
                  <a:cubicBezTo>
                    <a:pt x="12383" y="24766"/>
                    <a:pt x="14562" y="25136"/>
                    <a:pt x="16764" y="25243"/>
                  </a:cubicBezTo>
                  <a:cubicBezTo>
                    <a:pt x="17168" y="25266"/>
                    <a:pt x="17572" y="25278"/>
                    <a:pt x="17975" y="25278"/>
                  </a:cubicBezTo>
                  <a:cubicBezTo>
                    <a:pt x="19679" y="25278"/>
                    <a:pt x="21374" y="25058"/>
                    <a:pt x="22991" y="24481"/>
                  </a:cubicBezTo>
                  <a:cubicBezTo>
                    <a:pt x="24920" y="23778"/>
                    <a:pt x="26754" y="22671"/>
                    <a:pt x="28420" y="21468"/>
                  </a:cubicBezTo>
                  <a:cubicBezTo>
                    <a:pt x="29980" y="20337"/>
                    <a:pt x="31409" y="18968"/>
                    <a:pt x="32242" y="17218"/>
                  </a:cubicBezTo>
                  <a:cubicBezTo>
                    <a:pt x="33242" y="15099"/>
                    <a:pt x="33338" y="12658"/>
                    <a:pt x="33242" y="10360"/>
                  </a:cubicBezTo>
                  <a:cubicBezTo>
                    <a:pt x="33159" y="8229"/>
                    <a:pt x="32826" y="6014"/>
                    <a:pt x="31576" y="4228"/>
                  </a:cubicBezTo>
                  <a:cubicBezTo>
                    <a:pt x="31530" y="4168"/>
                    <a:pt x="31456" y="4136"/>
                    <a:pt x="31384" y="4136"/>
                  </a:cubicBezTo>
                  <a:cubicBezTo>
                    <a:pt x="31342" y="4136"/>
                    <a:pt x="31301" y="4147"/>
                    <a:pt x="31266" y="4169"/>
                  </a:cubicBezTo>
                  <a:cubicBezTo>
                    <a:pt x="31220" y="4123"/>
                    <a:pt x="31155" y="4102"/>
                    <a:pt x="31089" y="4102"/>
                  </a:cubicBezTo>
                  <a:cubicBezTo>
                    <a:pt x="31052" y="4102"/>
                    <a:pt x="31014" y="4108"/>
                    <a:pt x="30980" y="4121"/>
                  </a:cubicBezTo>
                  <a:cubicBezTo>
                    <a:pt x="28780" y="5062"/>
                    <a:pt x="26406" y="5550"/>
                    <a:pt x="24007" y="5550"/>
                  </a:cubicBezTo>
                  <a:cubicBezTo>
                    <a:pt x="23978" y="5550"/>
                    <a:pt x="23949" y="5550"/>
                    <a:pt x="23920" y="5550"/>
                  </a:cubicBezTo>
                  <a:cubicBezTo>
                    <a:pt x="21443" y="5538"/>
                    <a:pt x="19062" y="4943"/>
                    <a:pt x="16776" y="4014"/>
                  </a:cubicBezTo>
                  <a:cubicBezTo>
                    <a:pt x="14526" y="3097"/>
                    <a:pt x="12407" y="1895"/>
                    <a:pt x="10192" y="883"/>
                  </a:cubicBezTo>
                  <a:cubicBezTo>
                    <a:pt x="9226" y="427"/>
                    <a:pt x="8221" y="1"/>
                    <a:pt x="715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8" name="Google Shape;3488;p69"/>
            <p:cNvSpPr/>
            <p:nvPr/>
          </p:nvSpPr>
          <p:spPr>
            <a:xfrm>
              <a:off x="1680875" y="4827100"/>
              <a:ext cx="190825" cy="187425"/>
            </a:xfrm>
            <a:custGeom>
              <a:avLst/>
              <a:gdLst/>
              <a:ahLst/>
              <a:cxnLst/>
              <a:rect l="l" t="t" r="r" b="b"/>
              <a:pathLst>
                <a:path w="7633" h="7497" extrusionOk="0">
                  <a:moveTo>
                    <a:pt x="3405" y="381"/>
                  </a:moveTo>
                  <a:cubicBezTo>
                    <a:pt x="3784" y="381"/>
                    <a:pt x="4164" y="458"/>
                    <a:pt x="4513" y="619"/>
                  </a:cubicBezTo>
                  <a:cubicBezTo>
                    <a:pt x="5311" y="977"/>
                    <a:pt x="5787" y="1715"/>
                    <a:pt x="6204" y="2441"/>
                  </a:cubicBezTo>
                  <a:cubicBezTo>
                    <a:pt x="6609" y="3167"/>
                    <a:pt x="7002" y="3953"/>
                    <a:pt x="7025" y="4810"/>
                  </a:cubicBezTo>
                  <a:cubicBezTo>
                    <a:pt x="7049" y="5501"/>
                    <a:pt x="6811" y="6239"/>
                    <a:pt x="6251" y="6692"/>
                  </a:cubicBezTo>
                  <a:cubicBezTo>
                    <a:pt x="5963" y="6928"/>
                    <a:pt x="5608" y="7041"/>
                    <a:pt x="5251" y="7041"/>
                  </a:cubicBezTo>
                  <a:cubicBezTo>
                    <a:pt x="4781" y="7041"/>
                    <a:pt x="4308" y="6847"/>
                    <a:pt x="3977" y="6489"/>
                  </a:cubicBezTo>
                  <a:cubicBezTo>
                    <a:pt x="3513" y="5977"/>
                    <a:pt x="3227" y="5489"/>
                    <a:pt x="2584" y="5156"/>
                  </a:cubicBezTo>
                  <a:cubicBezTo>
                    <a:pt x="1929" y="4822"/>
                    <a:pt x="1167" y="4608"/>
                    <a:pt x="822" y="3906"/>
                  </a:cubicBezTo>
                  <a:cubicBezTo>
                    <a:pt x="1" y="2274"/>
                    <a:pt x="1465" y="834"/>
                    <a:pt x="2953" y="417"/>
                  </a:cubicBezTo>
                  <a:cubicBezTo>
                    <a:pt x="3103" y="393"/>
                    <a:pt x="3254" y="381"/>
                    <a:pt x="3405" y="381"/>
                  </a:cubicBezTo>
                  <a:close/>
                  <a:moveTo>
                    <a:pt x="3539" y="0"/>
                  </a:moveTo>
                  <a:cubicBezTo>
                    <a:pt x="3181" y="0"/>
                    <a:pt x="2822" y="63"/>
                    <a:pt x="2477" y="191"/>
                  </a:cubicBezTo>
                  <a:cubicBezTo>
                    <a:pt x="1882" y="405"/>
                    <a:pt x="1370" y="774"/>
                    <a:pt x="1001" y="1274"/>
                  </a:cubicBezTo>
                  <a:cubicBezTo>
                    <a:pt x="477" y="1798"/>
                    <a:pt x="215" y="2524"/>
                    <a:pt x="274" y="3251"/>
                  </a:cubicBezTo>
                  <a:cubicBezTo>
                    <a:pt x="322" y="4036"/>
                    <a:pt x="775" y="4751"/>
                    <a:pt x="1477" y="5108"/>
                  </a:cubicBezTo>
                  <a:cubicBezTo>
                    <a:pt x="1894" y="5346"/>
                    <a:pt x="2370" y="5489"/>
                    <a:pt x="2763" y="5775"/>
                  </a:cubicBezTo>
                  <a:cubicBezTo>
                    <a:pt x="3192" y="6084"/>
                    <a:pt x="3406" y="6573"/>
                    <a:pt x="3787" y="6930"/>
                  </a:cubicBezTo>
                  <a:cubicBezTo>
                    <a:pt x="4197" y="7300"/>
                    <a:pt x="4722" y="7496"/>
                    <a:pt x="5254" y="7496"/>
                  </a:cubicBezTo>
                  <a:cubicBezTo>
                    <a:pt x="5509" y="7496"/>
                    <a:pt x="5766" y="7451"/>
                    <a:pt x="6013" y="7358"/>
                  </a:cubicBezTo>
                  <a:cubicBezTo>
                    <a:pt x="6751" y="7073"/>
                    <a:pt x="7228" y="6394"/>
                    <a:pt x="7406" y="5644"/>
                  </a:cubicBezTo>
                  <a:cubicBezTo>
                    <a:pt x="7633" y="4691"/>
                    <a:pt x="7383" y="3715"/>
                    <a:pt x="6966" y="2858"/>
                  </a:cubicBezTo>
                  <a:cubicBezTo>
                    <a:pt x="6561" y="2024"/>
                    <a:pt x="6049" y="1084"/>
                    <a:pt x="5263" y="524"/>
                  </a:cubicBezTo>
                  <a:cubicBezTo>
                    <a:pt x="4747" y="180"/>
                    <a:pt x="4145" y="0"/>
                    <a:pt x="35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9" name="Google Shape;3489;p69"/>
            <p:cNvSpPr/>
            <p:nvPr/>
          </p:nvSpPr>
          <p:spPr>
            <a:xfrm>
              <a:off x="1622550" y="4716550"/>
              <a:ext cx="111625" cy="91825"/>
            </a:xfrm>
            <a:custGeom>
              <a:avLst/>
              <a:gdLst/>
              <a:ahLst/>
              <a:cxnLst/>
              <a:rect l="l" t="t" r="r" b="b"/>
              <a:pathLst>
                <a:path w="4465" h="3673" extrusionOk="0">
                  <a:moveTo>
                    <a:pt x="2183" y="357"/>
                  </a:moveTo>
                  <a:cubicBezTo>
                    <a:pt x="2559" y="357"/>
                    <a:pt x="2939" y="527"/>
                    <a:pt x="3250" y="755"/>
                  </a:cubicBezTo>
                  <a:cubicBezTo>
                    <a:pt x="3929" y="1255"/>
                    <a:pt x="3965" y="2315"/>
                    <a:pt x="3369" y="2874"/>
                  </a:cubicBezTo>
                  <a:cubicBezTo>
                    <a:pt x="3054" y="3173"/>
                    <a:pt x="2634" y="3318"/>
                    <a:pt x="2213" y="3318"/>
                  </a:cubicBezTo>
                  <a:cubicBezTo>
                    <a:pt x="1728" y="3318"/>
                    <a:pt x="1242" y="3125"/>
                    <a:pt x="917" y="2755"/>
                  </a:cubicBezTo>
                  <a:cubicBezTo>
                    <a:pt x="548" y="2339"/>
                    <a:pt x="476" y="1743"/>
                    <a:pt x="738" y="1267"/>
                  </a:cubicBezTo>
                  <a:cubicBezTo>
                    <a:pt x="976" y="981"/>
                    <a:pt x="1250" y="731"/>
                    <a:pt x="1560" y="541"/>
                  </a:cubicBezTo>
                  <a:cubicBezTo>
                    <a:pt x="1758" y="412"/>
                    <a:pt x="1970" y="357"/>
                    <a:pt x="2183" y="357"/>
                  </a:cubicBezTo>
                  <a:close/>
                  <a:moveTo>
                    <a:pt x="2236" y="0"/>
                  </a:moveTo>
                  <a:cubicBezTo>
                    <a:pt x="2040" y="0"/>
                    <a:pt x="1847" y="40"/>
                    <a:pt x="1667" y="136"/>
                  </a:cubicBezTo>
                  <a:cubicBezTo>
                    <a:pt x="1572" y="184"/>
                    <a:pt x="1500" y="231"/>
                    <a:pt x="1417" y="291"/>
                  </a:cubicBezTo>
                  <a:cubicBezTo>
                    <a:pt x="560" y="803"/>
                    <a:pt x="0" y="1898"/>
                    <a:pt x="619" y="2815"/>
                  </a:cubicBezTo>
                  <a:cubicBezTo>
                    <a:pt x="1001" y="3378"/>
                    <a:pt x="1654" y="3673"/>
                    <a:pt x="2305" y="3673"/>
                  </a:cubicBezTo>
                  <a:cubicBezTo>
                    <a:pt x="2811" y="3673"/>
                    <a:pt x="3316" y="3494"/>
                    <a:pt x="3691" y="3124"/>
                  </a:cubicBezTo>
                  <a:cubicBezTo>
                    <a:pt x="4465" y="2362"/>
                    <a:pt x="4370" y="981"/>
                    <a:pt x="3417" y="398"/>
                  </a:cubicBezTo>
                  <a:cubicBezTo>
                    <a:pt x="3078" y="180"/>
                    <a:pt x="2651" y="0"/>
                    <a:pt x="22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90" name="Google Shape;3490;p69"/>
          <p:cNvGrpSpPr/>
          <p:nvPr/>
        </p:nvGrpSpPr>
        <p:grpSpPr>
          <a:xfrm rot="757002">
            <a:off x="7102940" y="977946"/>
            <a:ext cx="1348001" cy="2409221"/>
            <a:chOff x="2826525" y="2294450"/>
            <a:chExt cx="1206725" cy="2156725"/>
          </a:xfrm>
        </p:grpSpPr>
        <p:sp>
          <p:nvSpPr>
            <p:cNvPr id="3491" name="Google Shape;3491;p69"/>
            <p:cNvSpPr/>
            <p:nvPr/>
          </p:nvSpPr>
          <p:spPr>
            <a:xfrm>
              <a:off x="2938450" y="2294450"/>
              <a:ext cx="1036475" cy="1101050"/>
            </a:xfrm>
            <a:custGeom>
              <a:avLst/>
              <a:gdLst/>
              <a:ahLst/>
              <a:cxnLst/>
              <a:rect l="l" t="t" r="r" b="b"/>
              <a:pathLst>
                <a:path w="41459" h="44042" extrusionOk="0">
                  <a:moveTo>
                    <a:pt x="40315" y="656"/>
                  </a:moveTo>
                  <a:cubicBezTo>
                    <a:pt x="40577" y="656"/>
                    <a:pt x="40803" y="870"/>
                    <a:pt x="40803" y="1144"/>
                  </a:cubicBezTo>
                  <a:lnTo>
                    <a:pt x="40803" y="9050"/>
                  </a:lnTo>
                  <a:cubicBezTo>
                    <a:pt x="40821" y="9395"/>
                    <a:pt x="40568" y="9568"/>
                    <a:pt x="40315" y="9568"/>
                  </a:cubicBezTo>
                  <a:cubicBezTo>
                    <a:pt x="40062" y="9568"/>
                    <a:pt x="39809" y="9395"/>
                    <a:pt x="39827" y="9050"/>
                  </a:cubicBezTo>
                  <a:lnTo>
                    <a:pt x="39827" y="1632"/>
                  </a:lnTo>
                  <a:lnTo>
                    <a:pt x="31207" y="1632"/>
                  </a:lnTo>
                  <a:lnTo>
                    <a:pt x="31207" y="8942"/>
                  </a:lnTo>
                  <a:cubicBezTo>
                    <a:pt x="31207" y="9270"/>
                    <a:pt x="30963" y="9434"/>
                    <a:pt x="30719" y="9434"/>
                  </a:cubicBezTo>
                  <a:cubicBezTo>
                    <a:pt x="30475" y="9434"/>
                    <a:pt x="30230" y="9270"/>
                    <a:pt x="30230" y="8942"/>
                  </a:cubicBezTo>
                  <a:lnTo>
                    <a:pt x="30230" y="1632"/>
                  </a:lnTo>
                  <a:lnTo>
                    <a:pt x="22337" y="1632"/>
                  </a:lnTo>
                  <a:lnTo>
                    <a:pt x="22337" y="9562"/>
                  </a:lnTo>
                  <a:cubicBezTo>
                    <a:pt x="22325" y="9871"/>
                    <a:pt x="22090" y="10026"/>
                    <a:pt x="21854" y="10026"/>
                  </a:cubicBezTo>
                  <a:cubicBezTo>
                    <a:pt x="21619" y="10026"/>
                    <a:pt x="21384" y="9871"/>
                    <a:pt x="21372" y="9562"/>
                  </a:cubicBezTo>
                  <a:lnTo>
                    <a:pt x="21372" y="1632"/>
                  </a:lnTo>
                  <a:lnTo>
                    <a:pt x="14907" y="1632"/>
                  </a:lnTo>
                  <a:lnTo>
                    <a:pt x="14907" y="42899"/>
                  </a:lnTo>
                  <a:cubicBezTo>
                    <a:pt x="14895" y="43209"/>
                    <a:pt x="14660" y="43363"/>
                    <a:pt x="14425" y="43363"/>
                  </a:cubicBezTo>
                  <a:cubicBezTo>
                    <a:pt x="14190" y="43363"/>
                    <a:pt x="13955" y="43209"/>
                    <a:pt x="13943" y="42899"/>
                  </a:cubicBezTo>
                  <a:lnTo>
                    <a:pt x="13943" y="1632"/>
                  </a:lnTo>
                  <a:lnTo>
                    <a:pt x="1620" y="1632"/>
                  </a:lnTo>
                  <a:lnTo>
                    <a:pt x="1608" y="22575"/>
                  </a:lnTo>
                  <a:cubicBezTo>
                    <a:pt x="1608" y="22897"/>
                    <a:pt x="1367" y="23057"/>
                    <a:pt x="1126" y="23057"/>
                  </a:cubicBezTo>
                  <a:cubicBezTo>
                    <a:pt x="885" y="23057"/>
                    <a:pt x="643" y="22897"/>
                    <a:pt x="643" y="22575"/>
                  </a:cubicBezTo>
                  <a:lnTo>
                    <a:pt x="643" y="1144"/>
                  </a:lnTo>
                  <a:cubicBezTo>
                    <a:pt x="643" y="870"/>
                    <a:pt x="858" y="656"/>
                    <a:pt x="1132" y="656"/>
                  </a:cubicBezTo>
                  <a:close/>
                  <a:moveTo>
                    <a:pt x="1132" y="1"/>
                  </a:moveTo>
                  <a:cubicBezTo>
                    <a:pt x="501" y="1"/>
                    <a:pt x="1" y="513"/>
                    <a:pt x="1" y="1132"/>
                  </a:cubicBezTo>
                  <a:lnTo>
                    <a:pt x="1" y="22563"/>
                  </a:lnTo>
                  <a:cubicBezTo>
                    <a:pt x="12" y="23182"/>
                    <a:pt x="524" y="23659"/>
                    <a:pt x="1132" y="23659"/>
                  </a:cubicBezTo>
                  <a:cubicBezTo>
                    <a:pt x="1739" y="23659"/>
                    <a:pt x="2251" y="23182"/>
                    <a:pt x="2275" y="22563"/>
                  </a:cubicBezTo>
                  <a:lnTo>
                    <a:pt x="2275" y="2275"/>
                  </a:lnTo>
                  <a:lnTo>
                    <a:pt x="13288" y="2275"/>
                  </a:lnTo>
                  <a:lnTo>
                    <a:pt x="13288" y="42899"/>
                  </a:lnTo>
                  <a:cubicBezTo>
                    <a:pt x="13288" y="43530"/>
                    <a:pt x="13788" y="44030"/>
                    <a:pt x="14419" y="44042"/>
                  </a:cubicBezTo>
                  <a:cubicBezTo>
                    <a:pt x="15050" y="44042"/>
                    <a:pt x="15550" y="43530"/>
                    <a:pt x="15550" y="42899"/>
                  </a:cubicBezTo>
                  <a:lnTo>
                    <a:pt x="15550" y="2275"/>
                  </a:lnTo>
                  <a:lnTo>
                    <a:pt x="20717" y="2275"/>
                  </a:lnTo>
                  <a:lnTo>
                    <a:pt x="20717" y="9573"/>
                  </a:lnTo>
                  <a:cubicBezTo>
                    <a:pt x="20694" y="10216"/>
                    <a:pt x="21206" y="10752"/>
                    <a:pt x="21848" y="10752"/>
                  </a:cubicBezTo>
                  <a:cubicBezTo>
                    <a:pt x="22491" y="10752"/>
                    <a:pt x="23003" y="10216"/>
                    <a:pt x="22991" y="9573"/>
                  </a:cubicBezTo>
                  <a:lnTo>
                    <a:pt x="22991" y="2275"/>
                  </a:lnTo>
                  <a:lnTo>
                    <a:pt x="29576" y="2275"/>
                  </a:lnTo>
                  <a:lnTo>
                    <a:pt x="29576" y="8942"/>
                  </a:lnTo>
                  <a:cubicBezTo>
                    <a:pt x="29552" y="9585"/>
                    <a:pt x="30064" y="10121"/>
                    <a:pt x="30707" y="10121"/>
                  </a:cubicBezTo>
                  <a:cubicBezTo>
                    <a:pt x="31350" y="10121"/>
                    <a:pt x="31862" y="9585"/>
                    <a:pt x="31838" y="8942"/>
                  </a:cubicBezTo>
                  <a:lnTo>
                    <a:pt x="31838" y="2275"/>
                  </a:lnTo>
                  <a:lnTo>
                    <a:pt x="39172" y="2275"/>
                  </a:lnTo>
                  <a:lnTo>
                    <a:pt x="39172" y="9050"/>
                  </a:lnTo>
                  <a:cubicBezTo>
                    <a:pt x="39148" y="9693"/>
                    <a:pt x="39660" y="10216"/>
                    <a:pt x="40303" y="10216"/>
                  </a:cubicBezTo>
                  <a:cubicBezTo>
                    <a:pt x="40946" y="10216"/>
                    <a:pt x="41458" y="9693"/>
                    <a:pt x="41434" y="9050"/>
                  </a:cubicBezTo>
                  <a:lnTo>
                    <a:pt x="41434" y="1132"/>
                  </a:lnTo>
                  <a:cubicBezTo>
                    <a:pt x="41434" y="513"/>
                    <a:pt x="40934" y="1"/>
                    <a:pt x="403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2" name="Google Shape;3492;p69"/>
            <p:cNvSpPr/>
            <p:nvPr/>
          </p:nvSpPr>
          <p:spPr>
            <a:xfrm>
              <a:off x="3653725" y="2853250"/>
              <a:ext cx="120275" cy="28800"/>
            </a:xfrm>
            <a:custGeom>
              <a:avLst/>
              <a:gdLst/>
              <a:ahLst/>
              <a:cxnLst/>
              <a:rect l="l" t="t" r="r" b="b"/>
              <a:pathLst>
                <a:path w="4811" h="1152" extrusionOk="0">
                  <a:moveTo>
                    <a:pt x="2081" y="1"/>
                  </a:moveTo>
                  <a:cubicBezTo>
                    <a:pt x="1350" y="1"/>
                    <a:pt x="723" y="219"/>
                    <a:pt x="0" y="402"/>
                  </a:cubicBezTo>
                  <a:lnTo>
                    <a:pt x="0" y="556"/>
                  </a:lnTo>
                  <a:cubicBezTo>
                    <a:pt x="778" y="869"/>
                    <a:pt x="1802" y="1152"/>
                    <a:pt x="2769" y="1152"/>
                  </a:cubicBezTo>
                  <a:cubicBezTo>
                    <a:pt x="3534" y="1152"/>
                    <a:pt x="4264" y="975"/>
                    <a:pt x="4810" y="497"/>
                  </a:cubicBezTo>
                  <a:cubicBezTo>
                    <a:pt x="4013" y="437"/>
                    <a:pt x="3274" y="104"/>
                    <a:pt x="2465" y="21"/>
                  </a:cubicBezTo>
                  <a:cubicBezTo>
                    <a:pt x="2333" y="7"/>
                    <a:pt x="2206" y="1"/>
                    <a:pt x="20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3" name="Google Shape;3493;p69"/>
            <p:cNvSpPr/>
            <p:nvPr/>
          </p:nvSpPr>
          <p:spPr>
            <a:xfrm>
              <a:off x="3651050" y="2871025"/>
              <a:ext cx="127125" cy="245975"/>
            </a:xfrm>
            <a:custGeom>
              <a:avLst/>
              <a:gdLst/>
              <a:ahLst/>
              <a:cxnLst/>
              <a:rect l="l" t="t" r="r" b="b"/>
              <a:pathLst>
                <a:path w="5085" h="9839" extrusionOk="0">
                  <a:moveTo>
                    <a:pt x="107" y="0"/>
                  </a:moveTo>
                  <a:cubicBezTo>
                    <a:pt x="95" y="488"/>
                    <a:pt x="83" y="977"/>
                    <a:pt x="83" y="1477"/>
                  </a:cubicBezTo>
                  <a:cubicBezTo>
                    <a:pt x="60" y="3215"/>
                    <a:pt x="0" y="4989"/>
                    <a:pt x="298" y="6727"/>
                  </a:cubicBezTo>
                  <a:cubicBezTo>
                    <a:pt x="506" y="7927"/>
                    <a:pt x="1117" y="9838"/>
                    <a:pt x="2513" y="9838"/>
                  </a:cubicBezTo>
                  <a:cubicBezTo>
                    <a:pt x="2711" y="9838"/>
                    <a:pt x="2925" y="9800"/>
                    <a:pt x="3155" y="9716"/>
                  </a:cubicBezTo>
                  <a:cubicBezTo>
                    <a:pt x="4810" y="9120"/>
                    <a:pt x="4977" y="7108"/>
                    <a:pt x="5013" y="5620"/>
                  </a:cubicBezTo>
                  <a:cubicBezTo>
                    <a:pt x="5048" y="3858"/>
                    <a:pt x="5072" y="2096"/>
                    <a:pt x="5084" y="334"/>
                  </a:cubicBezTo>
                  <a:lnTo>
                    <a:pt x="5084" y="334"/>
                  </a:lnTo>
                  <a:cubicBezTo>
                    <a:pt x="4521" y="726"/>
                    <a:pt x="3693" y="826"/>
                    <a:pt x="3023" y="826"/>
                  </a:cubicBezTo>
                  <a:cubicBezTo>
                    <a:pt x="2941" y="826"/>
                    <a:pt x="2862" y="824"/>
                    <a:pt x="2786" y="822"/>
                  </a:cubicBezTo>
                  <a:cubicBezTo>
                    <a:pt x="1834" y="810"/>
                    <a:pt x="905" y="524"/>
                    <a:pt x="1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4" name="Google Shape;3494;p69"/>
            <p:cNvSpPr/>
            <p:nvPr/>
          </p:nvSpPr>
          <p:spPr>
            <a:xfrm>
              <a:off x="3630800" y="2460825"/>
              <a:ext cx="156600" cy="395925"/>
            </a:xfrm>
            <a:custGeom>
              <a:avLst/>
              <a:gdLst/>
              <a:ahLst/>
              <a:cxnLst/>
              <a:rect l="l" t="t" r="r" b="b"/>
              <a:pathLst>
                <a:path w="6264" h="15837" extrusionOk="0">
                  <a:moveTo>
                    <a:pt x="1687" y="1"/>
                  </a:moveTo>
                  <a:cubicBezTo>
                    <a:pt x="1332" y="1"/>
                    <a:pt x="986" y="21"/>
                    <a:pt x="667" y="85"/>
                  </a:cubicBezTo>
                  <a:cubicBezTo>
                    <a:pt x="417" y="144"/>
                    <a:pt x="143" y="192"/>
                    <a:pt x="72" y="513"/>
                  </a:cubicBezTo>
                  <a:cubicBezTo>
                    <a:pt x="0" y="906"/>
                    <a:pt x="381" y="1121"/>
                    <a:pt x="703" y="1192"/>
                  </a:cubicBezTo>
                  <a:cubicBezTo>
                    <a:pt x="1096" y="1264"/>
                    <a:pt x="1584" y="1228"/>
                    <a:pt x="1989" y="1264"/>
                  </a:cubicBezTo>
                  <a:cubicBezTo>
                    <a:pt x="2025" y="1264"/>
                    <a:pt x="2036" y="1311"/>
                    <a:pt x="2001" y="1323"/>
                  </a:cubicBezTo>
                  <a:cubicBezTo>
                    <a:pt x="1584" y="1442"/>
                    <a:pt x="1155" y="1525"/>
                    <a:pt x="739" y="1597"/>
                  </a:cubicBezTo>
                  <a:cubicBezTo>
                    <a:pt x="965" y="3407"/>
                    <a:pt x="893" y="5288"/>
                    <a:pt x="917" y="7098"/>
                  </a:cubicBezTo>
                  <a:cubicBezTo>
                    <a:pt x="941" y="8991"/>
                    <a:pt x="953" y="10896"/>
                    <a:pt x="941" y="12789"/>
                  </a:cubicBezTo>
                  <a:cubicBezTo>
                    <a:pt x="941" y="13813"/>
                    <a:pt x="929" y="14825"/>
                    <a:pt x="917" y="15837"/>
                  </a:cubicBezTo>
                  <a:cubicBezTo>
                    <a:pt x="1393" y="15384"/>
                    <a:pt x="2167" y="15253"/>
                    <a:pt x="2810" y="15241"/>
                  </a:cubicBezTo>
                  <a:cubicBezTo>
                    <a:pt x="2832" y="15241"/>
                    <a:pt x="2854" y="15241"/>
                    <a:pt x="2876" y="15241"/>
                  </a:cubicBezTo>
                  <a:cubicBezTo>
                    <a:pt x="3911" y="15241"/>
                    <a:pt x="4880" y="15778"/>
                    <a:pt x="5894" y="15801"/>
                  </a:cubicBezTo>
                  <a:cubicBezTo>
                    <a:pt x="5894" y="14456"/>
                    <a:pt x="5894" y="13098"/>
                    <a:pt x="5882" y="11765"/>
                  </a:cubicBezTo>
                  <a:cubicBezTo>
                    <a:pt x="5870" y="10074"/>
                    <a:pt x="5846" y="8383"/>
                    <a:pt x="5811" y="6693"/>
                  </a:cubicBezTo>
                  <a:cubicBezTo>
                    <a:pt x="5775" y="5002"/>
                    <a:pt x="5644" y="3276"/>
                    <a:pt x="5692" y="1597"/>
                  </a:cubicBezTo>
                  <a:cubicBezTo>
                    <a:pt x="5620" y="1585"/>
                    <a:pt x="5549" y="1585"/>
                    <a:pt x="5489" y="1585"/>
                  </a:cubicBezTo>
                  <a:lnTo>
                    <a:pt x="4132" y="1585"/>
                  </a:lnTo>
                  <a:cubicBezTo>
                    <a:pt x="3953" y="1585"/>
                    <a:pt x="3953" y="1323"/>
                    <a:pt x="4132" y="1323"/>
                  </a:cubicBezTo>
                  <a:cubicBezTo>
                    <a:pt x="4584" y="1311"/>
                    <a:pt x="5037" y="1275"/>
                    <a:pt x="5489" y="1216"/>
                  </a:cubicBezTo>
                  <a:cubicBezTo>
                    <a:pt x="5835" y="1156"/>
                    <a:pt x="6156" y="1121"/>
                    <a:pt x="6216" y="692"/>
                  </a:cubicBezTo>
                  <a:cubicBezTo>
                    <a:pt x="6263" y="406"/>
                    <a:pt x="6192" y="240"/>
                    <a:pt x="5954" y="132"/>
                  </a:cubicBezTo>
                  <a:cubicBezTo>
                    <a:pt x="5819" y="78"/>
                    <a:pt x="5632" y="62"/>
                    <a:pt x="5435" y="62"/>
                  </a:cubicBezTo>
                  <a:cubicBezTo>
                    <a:pt x="5191" y="62"/>
                    <a:pt x="4930" y="86"/>
                    <a:pt x="4734" y="86"/>
                  </a:cubicBezTo>
                  <a:cubicBezTo>
                    <a:pt x="4711" y="86"/>
                    <a:pt x="4689" y="86"/>
                    <a:pt x="4668" y="85"/>
                  </a:cubicBezTo>
                  <a:cubicBezTo>
                    <a:pt x="4239" y="85"/>
                    <a:pt x="3810" y="61"/>
                    <a:pt x="3382" y="61"/>
                  </a:cubicBezTo>
                  <a:cubicBezTo>
                    <a:pt x="2852" y="54"/>
                    <a:pt x="2259" y="1"/>
                    <a:pt x="16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5" name="Google Shape;3495;p69"/>
            <p:cNvSpPr/>
            <p:nvPr/>
          </p:nvSpPr>
          <p:spPr>
            <a:xfrm>
              <a:off x="3615925" y="2448275"/>
              <a:ext cx="183675" cy="684475"/>
            </a:xfrm>
            <a:custGeom>
              <a:avLst/>
              <a:gdLst/>
              <a:ahLst/>
              <a:cxnLst/>
              <a:rect l="l" t="t" r="r" b="b"/>
              <a:pathLst>
                <a:path w="7347" h="27379" extrusionOk="0">
                  <a:moveTo>
                    <a:pt x="2249" y="504"/>
                  </a:moveTo>
                  <a:cubicBezTo>
                    <a:pt x="2832" y="504"/>
                    <a:pt x="3437" y="564"/>
                    <a:pt x="3977" y="587"/>
                  </a:cubicBezTo>
                  <a:cubicBezTo>
                    <a:pt x="4405" y="587"/>
                    <a:pt x="4834" y="599"/>
                    <a:pt x="5263" y="611"/>
                  </a:cubicBezTo>
                  <a:cubicBezTo>
                    <a:pt x="5284" y="611"/>
                    <a:pt x="5306" y="612"/>
                    <a:pt x="5329" y="612"/>
                  </a:cubicBezTo>
                  <a:cubicBezTo>
                    <a:pt x="5525" y="612"/>
                    <a:pt x="5786" y="588"/>
                    <a:pt x="6030" y="588"/>
                  </a:cubicBezTo>
                  <a:cubicBezTo>
                    <a:pt x="6227" y="588"/>
                    <a:pt x="6414" y="603"/>
                    <a:pt x="6549" y="658"/>
                  </a:cubicBezTo>
                  <a:cubicBezTo>
                    <a:pt x="6787" y="753"/>
                    <a:pt x="6858" y="920"/>
                    <a:pt x="6811" y="1218"/>
                  </a:cubicBezTo>
                  <a:cubicBezTo>
                    <a:pt x="6751" y="1635"/>
                    <a:pt x="6430" y="1682"/>
                    <a:pt x="6084" y="1742"/>
                  </a:cubicBezTo>
                  <a:cubicBezTo>
                    <a:pt x="5632" y="1801"/>
                    <a:pt x="5179" y="1837"/>
                    <a:pt x="4715" y="1849"/>
                  </a:cubicBezTo>
                  <a:cubicBezTo>
                    <a:pt x="4548" y="1849"/>
                    <a:pt x="4548" y="2111"/>
                    <a:pt x="4715" y="2111"/>
                  </a:cubicBezTo>
                  <a:cubicBezTo>
                    <a:pt x="4870" y="2107"/>
                    <a:pt x="5023" y="2106"/>
                    <a:pt x="5176" y="2106"/>
                  </a:cubicBezTo>
                  <a:cubicBezTo>
                    <a:pt x="5481" y="2106"/>
                    <a:pt x="5783" y="2111"/>
                    <a:pt x="6084" y="2111"/>
                  </a:cubicBezTo>
                  <a:lnTo>
                    <a:pt x="6287" y="2111"/>
                  </a:lnTo>
                  <a:cubicBezTo>
                    <a:pt x="6239" y="3801"/>
                    <a:pt x="6370" y="5528"/>
                    <a:pt x="6406" y="7207"/>
                  </a:cubicBezTo>
                  <a:cubicBezTo>
                    <a:pt x="6430" y="8897"/>
                    <a:pt x="6465" y="10600"/>
                    <a:pt x="6477" y="12291"/>
                  </a:cubicBezTo>
                  <a:cubicBezTo>
                    <a:pt x="6489" y="13624"/>
                    <a:pt x="6489" y="14981"/>
                    <a:pt x="6489" y="16315"/>
                  </a:cubicBezTo>
                  <a:cubicBezTo>
                    <a:pt x="5475" y="16303"/>
                    <a:pt x="4506" y="15767"/>
                    <a:pt x="3471" y="15767"/>
                  </a:cubicBezTo>
                  <a:cubicBezTo>
                    <a:pt x="3449" y="15767"/>
                    <a:pt x="3427" y="15767"/>
                    <a:pt x="3405" y="15767"/>
                  </a:cubicBezTo>
                  <a:cubicBezTo>
                    <a:pt x="2762" y="15767"/>
                    <a:pt x="1988" y="15898"/>
                    <a:pt x="1512" y="16363"/>
                  </a:cubicBezTo>
                  <a:cubicBezTo>
                    <a:pt x="1524" y="15339"/>
                    <a:pt x="1536" y="14327"/>
                    <a:pt x="1536" y="13315"/>
                  </a:cubicBezTo>
                  <a:cubicBezTo>
                    <a:pt x="1548" y="11421"/>
                    <a:pt x="1524" y="9516"/>
                    <a:pt x="1512" y="7623"/>
                  </a:cubicBezTo>
                  <a:cubicBezTo>
                    <a:pt x="1488" y="5802"/>
                    <a:pt x="1560" y="3932"/>
                    <a:pt x="1334" y="2123"/>
                  </a:cubicBezTo>
                  <a:cubicBezTo>
                    <a:pt x="1750" y="2051"/>
                    <a:pt x="2179" y="1956"/>
                    <a:pt x="2596" y="1849"/>
                  </a:cubicBezTo>
                  <a:cubicBezTo>
                    <a:pt x="2631" y="1837"/>
                    <a:pt x="2620" y="1789"/>
                    <a:pt x="2584" y="1789"/>
                  </a:cubicBezTo>
                  <a:cubicBezTo>
                    <a:pt x="2179" y="1754"/>
                    <a:pt x="1691" y="1789"/>
                    <a:pt x="1298" y="1718"/>
                  </a:cubicBezTo>
                  <a:cubicBezTo>
                    <a:pt x="976" y="1646"/>
                    <a:pt x="595" y="1432"/>
                    <a:pt x="667" y="1039"/>
                  </a:cubicBezTo>
                  <a:cubicBezTo>
                    <a:pt x="738" y="694"/>
                    <a:pt x="1012" y="646"/>
                    <a:pt x="1262" y="587"/>
                  </a:cubicBezTo>
                  <a:cubicBezTo>
                    <a:pt x="1571" y="525"/>
                    <a:pt x="1906" y="504"/>
                    <a:pt x="2249" y="504"/>
                  </a:cubicBezTo>
                  <a:close/>
                  <a:moveTo>
                    <a:pt x="3601" y="16200"/>
                  </a:moveTo>
                  <a:cubicBezTo>
                    <a:pt x="3727" y="16200"/>
                    <a:pt x="3856" y="16206"/>
                    <a:pt x="3989" y="16220"/>
                  </a:cubicBezTo>
                  <a:cubicBezTo>
                    <a:pt x="4786" y="16303"/>
                    <a:pt x="5537" y="16636"/>
                    <a:pt x="6334" y="16696"/>
                  </a:cubicBezTo>
                  <a:cubicBezTo>
                    <a:pt x="5782" y="17174"/>
                    <a:pt x="5050" y="17351"/>
                    <a:pt x="4283" y="17351"/>
                  </a:cubicBezTo>
                  <a:cubicBezTo>
                    <a:pt x="3314" y="17351"/>
                    <a:pt x="2290" y="17068"/>
                    <a:pt x="1512" y="16755"/>
                  </a:cubicBezTo>
                  <a:lnTo>
                    <a:pt x="1512" y="16601"/>
                  </a:lnTo>
                  <a:cubicBezTo>
                    <a:pt x="2235" y="16418"/>
                    <a:pt x="2862" y="16200"/>
                    <a:pt x="3601" y="16200"/>
                  </a:cubicBezTo>
                  <a:close/>
                  <a:moveTo>
                    <a:pt x="1512" y="16898"/>
                  </a:moveTo>
                  <a:cubicBezTo>
                    <a:pt x="2310" y="17422"/>
                    <a:pt x="3239" y="17720"/>
                    <a:pt x="4203" y="17732"/>
                  </a:cubicBezTo>
                  <a:cubicBezTo>
                    <a:pt x="4284" y="17735"/>
                    <a:pt x="4369" y="17736"/>
                    <a:pt x="4457" y="17736"/>
                  </a:cubicBezTo>
                  <a:cubicBezTo>
                    <a:pt x="5118" y="17736"/>
                    <a:pt x="5943" y="17643"/>
                    <a:pt x="6489" y="17244"/>
                  </a:cubicBezTo>
                  <a:lnTo>
                    <a:pt x="6489" y="17244"/>
                  </a:lnTo>
                  <a:cubicBezTo>
                    <a:pt x="6477" y="19006"/>
                    <a:pt x="6465" y="20768"/>
                    <a:pt x="6430" y="22530"/>
                  </a:cubicBezTo>
                  <a:cubicBezTo>
                    <a:pt x="6394" y="24018"/>
                    <a:pt x="6227" y="26030"/>
                    <a:pt x="4560" y="26626"/>
                  </a:cubicBezTo>
                  <a:cubicBezTo>
                    <a:pt x="4330" y="26710"/>
                    <a:pt x="4116" y="26748"/>
                    <a:pt x="3919" y="26748"/>
                  </a:cubicBezTo>
                  <a:cubicBezTo>
                    <a:pt x="2525" y="26748"/>
                    <a:pt x="1923" y="24837"/>
                    <a:pt x="1715" y="23637"/>
                  </a:cubicBezTo>
                  <a:lnTo>
                    <a:pt x="1703" y="23637"/>
                  </a:lnTo>
                  <a:cubicBezTo>
                    <a:pt x="1417" y="21899"/>
                    <a:pt x="1465" y="20125"/>
                    <a:pt x="1488" y="18375"/>
                  </a:cubicBezTo>
                  <a:cubicBezTo>
                    <a:pt x="1500" y="17887"/>
                    <a:pt x="1500" y="17398"/>
                    <a:pt x="1512" y="16898"/>
                  </a:cubicBezTo>
                  <a:close/>
                  <a:moveTo>
                    <a:pt x="1624" y="0"/>
                  </a:moveTo>
                  <a:cubicBezTo>
                    <a:pt x="1345" y="0"/>
                    <a:pt x="1068" y="10"/>
                    <a:pt x="798" y="39"/>
                  </a:cubicBezTo>
                  <a:cubicBezTo>
                    <a:pt x="369" y="75"/>
                    <a:pt x="95" y="289"/>
                    <a:pt x="48" y="730"/>
                  </a:cubicBezTo>
                  <a:cubicBezTo>
                    <a:pt x="0" y="1170"/>
                    <a:pt x="155" y="1801"/>
                    <a:pt x="584" y="2016"/>
                  </a:cubicBezTo>
                  <a:cubicBezTo>
                    <a:pt x="729" y="2088"/>
                    <a:pt x="893" y="2125"/>
                    <a:pt x="1060" y="2125"/>
                  </a:cubicBezTo>
                  <a:cubicBezTo>
                    <a:pt x="1084" y="2125"/>
                    <a:pt x="1107" y="2124"/>
                    <a:pt x="1131" y="2123"/>
                  </a:cubicBezTo>
                  <a:lnTo>
                    <a:pt x="1131" y="2123"/>
                  </a:lnTo>
                  <a:cubicBezTo>
                    <a:pt x="941" y="4040"/>
                    <a:pt x="1048" y="6004"/>
                    <a:pt x="1036" y="7921"/>
                  </a:cubicBezTo>
                  <a:lnTo>
                    <a:pt x="1024" y="7921"/>
                  </a:lnTo>
                  <a:cubicBezTo>
                    <a:pt x="1012" y="9814"/>
                    <a:pt x="976" y="11707"/>
                    <a:pt x="929" y="13600"/>
                  </a:cubicBezTo>
                  <a:cubicBezTo>
                    <a:pt x="893" y="15577"/>
                    <a:pt x="822" y="17565"/>
                    <a:pt x="774" y="19542"/>
                  </a:cubicBezTo>
                  <a:cubicBezTo>
                    <a:pt x="750" y="21256"/>
                    <a:pt x="798" y="23042"/>
                    <a:pt x="1250" y="24709"/>
                  </a:cubicBezTo>
                  <a:cubicBezTo>
                    <a:pt x="1560" y="25888"/>
                    <a:pt x="2298" y="27150"/>
                    <a:pt x="3620" y="27352"/>
                  </a:cubicBezTo>
                  <a:cubicBezTo>
                    <a:pt x="3734" y="27370"/>
                    <a:pt x="3849" y="27379"/>
                    <a:pt x="3961" y="27379"/>
                  </a:cubicBezTo>
                  <a:cubicBezTo>
                    <a:pt x="5043" y="27379"/>
                    <a:pt x="6015" y="26586"/>
                    <a:pt x="6489" y="25637"/>
                  </a:cubicBezTo>
                  <a:cubicBezTo>
                    <a:pt x="7192" y="24209"/>
                    <a:pt x="7037" y="22470"/>
                    <a:pt x="7037" y="20935"/>
                  </a:cubicBezTo>
                  <a:cubicBezTo>
                    <a:pt x="7049" y="18994"/>
                    <a:pt x="7049" y="17053"/>
                    <a:pt x="7037" y="15112"/>
                  </a:cubicBezTo>
                  <a:cubicBezTo>
                    <a:pt x="7037" y="12922"/>
                    <a:pt x="7013" y="10731"/>
                    <a:pt x="6965" y="8540"/>
                  </a:cubicBezTo>
                  <a:cubicBezTo>
                    <a:pt x="6918" y="6409"/>
                    <a:pt x="6930" y="4218"/>
                    <a:pt x="6668" y="2099"/>
                  </a:cubicBezTo>
                  <a:cubicBezTo>
                    <a:pt x="6751" y="2087"/>
                    <a:pt x="6846" y="2063"/>
                    <a:pt x="6918" y="2027"/>
                  </a:cubicBezTo>
                  <a:cubicBezTo>
                    <a:pt x="7251" y="1789"/>
                    <a:pt x="7346" y="956"/>
                    <a:pt x="7239" y="599"/>
                  </a:cubicBezTo>
                  <a:cubicBezTo>
                    <a:pt x="7132" y="170"/>
                    <a:pt x="6799" y="170"/>
                    <a:pt x="6406" y="158"/>
                  </a:cubicBezTo>
                  <a:cubicBezTo>
                    <a:pt x="5453" y="99"/>
                    <a:pt x="4501" y="87"/>
                    <a:pt x="3548" y="63"/>
                  </a:cubicBezTo>
                  <a:cubicBezTo>
                    <a:pt x="2925" y="55"/>
                    <a:pt x="2268" y="0"/>
                    <a:pt x="16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6" name="Google Shape;3496;p69"/>
            <p:cNvSpPr/>
            <p:nvPr/>
          </p:nvSpPr>
          <p:spPr>
            <a:xfrm>
              <a:off x="3434350" y="2589800"/>
              <a:ext cx="105975" cy="23925"/>
            </a:xfrm>
            <a:custGeom>
              <a:avLst/>
              <a:gdLst/>
              <a:ahLst/>
              <a:cxnLst/>
              <a:rect l="l" t="t" r="r" b="b"/>
              <a:pathLst>
                <a:path w="4239" h="957" extrusionOk="0">
                  <a:moveTo>
                    <a:pt x="1612" y="0"/>
                  </a:moveTo>
                  <a:cubicBezTo>
                    <a:pt x="1071" y="0"/>
                    <a:pt x="531" y="103"/>
                    <a:pt x="0" y="284"/>
                  </a:cubicBezTo>
                  <a:cubicBezTo>
                    <a:pt x="750" y="581"/>
                    <a:pt x="1441" y="903"/>
                    <a:pt x="2274" y="950"/>
                  </a:cubicBezTo>
                  <a:cubicBezTo>
                    <a:pt x="2352" y="954"/>
                    <a:pt x="2429" y="957"/>
                    <a:pt x="2507" y="957"/>
                  </a:cubicBezTo>
                  <a:cubicBezTo>
                    <a:pt x="3098" y="957"/>
                    <a:pt x="3692" y="837"/>
                    <a:pt x="4239" y="605"/>
                  </a:cubicBezTo>
                  <a:cubicBezTo>
                    <a:pt x="3870" y="581"/>
                    <a:pt x="3489" y="426"/>
                    <a:pt x="3084" y="272"/>
                  </a:cubicBezTo>
                  <a:cubicBezTo>
                    <a:pt x="2597" y="85"/>
                    <a:pt x="2104" y="0"/>
                    <a:pt x="161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7" name="Google Shape;3497;p69"/>
            <p:cNvSpPr/>
            <p:nvPr/>
          </p:nvSpPr>
          <p:spPr>
            <a:xfrm>
              <a:off x="3429875" y="2600450"/>
              <a:ext cx="127125" cy="516525"/>
            </a:xfrm>
            <a:custGeom>
              <a:avLst/>
              <a:gdLst/>
              <a:ahLst/>
              <a:cxnLst/>
              <a:rect l="l" t="t" r="r" b="b"/>
              <a:pathLst>
                <a:path w="5085" h="20661" extrusionOk="0">
                  <a:moveTo>
                    <a:pt x="96" y="0"/>
                  </a:moveTo>
                  <a:lnTo>
                    <a:pt x="96" y="1524"/>
                  </a:lnTo>
                  <a:cubicBezTo>
                    <a:pt x="120" y="3418"/>
                    <a:pt x="120" y="5311"/>
                    <a:pt x="120" y="7216"/>
                  </a:cubicBezTo>
                  <a:cubicBezTo>
                    <a:pt x="108" y="8906"/>
                    <a:pt x="96" y="10597"/>
                    <a:pt x="72" y="12288"/>
                  </a:cubicBezTo>
                  <a:cubicBezTo>
                    <a:pt x="48" y="14038"/>
                    <a:pt x="1" y="15812"/>
                    <a:pt x="298" y="17538"/>
                  </a:cubicBezTo>
                  <a:cubicBezTo>
                    <a:pt x="497" y="18738"/>
                    <a:pt x="1097" y="20661"/>
                    <a:pt x="2501" y="20661"/>
                  </a:cubicBezTo>
                  <a:cubicBezTo>
                    <a:pt x="2699" y="20661"/>
                    <a:pt x="2913" y="20623"/>
                    <a:pt x="3144" y="20539"/>
                  </a:cubicBezTo>
                  <a:cubicBezTo>
                    <a:pt x="4799" y="19943"/>
                    <a:pt x="4978" y="17931"/>
                    <a:pt x="5001" y="16443"/>
                  </a:cubicBezTo>
                  <a:cubicBezTo>
                    <a:pt x="5073" y="13026"/>
                    <a:pt x="5085" y="9609"/>
                    <a:pt x="5061" y="6180"/>
                  </a:cubicBezTo>
                  <a:cubicBezTo>
                    <a:pt x="5049" y="4489"/>
                    <a:pt x="5013" y="2798"/>
                    <a:pt x="4989" y="1108"/>
                  </a:cubicBezTo>
                  <a:cubicBezTo>
                    <a:pt x="4978" y="870"/>
                    <a:pt x="4966" y="632"/>
                    <a:pt x="4966" y="393"/>
                  </a:cubicBezTo>
                  <a:cubicBezTo>
                    <a:pt x="4284" y="751"/>
                    <a:pt x="3429" y="972"/>
                    <a:pt x="2592" y="972"/>
                  </a:cubicBezTo>
                  <a:cubicBezTo>
                    <a:pt x="1646" y="972"/>
                    <a:pt x="722" y="689"/>
                    <a:pt x="9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8" name="Google Shape;3498;p69"/>
            <p:cNvSpPr/>
            <p:nvPr/>
          </p:nvSpPr>
          <p:spPr>
            <a:xfrm>
              <a:off x="3409350" y="2460525"/>
              <a:ext cx="156575" cy="133400"/>
            </a:xfrm>
            <a:custGeom>
              <a:avLst/>
              <a:gdLst/>
              <a:ahLst/>
              <a:cxnLst/>
              <a:rect l="l" t="t" r="r" b="b"/>
              <a:pathLst>
                <a:path w="6263" h="5336" extrusionOk="0">
                  <a:moveTo>
                    <a:pt x="1698" y="1"/>
                  </a:moveTo>
                  <a:cubicBezTo>
                    <a:pt x="1344" y="1"/>
                    <a:pt x="997" y="21"/>
                    <a:pt x="679" y="85"/>
                  </a:cubicBezTo>
                  <a:cubicBezTo>
                    <a:pt x="417" y="156"/>
                    <a:pt x="143" y="204"/>
                    <a:pt x="84" y="537"/>
                  </a:cubicBezTo>
                  <a:cubicBezTo>
                    <a:pt x="0" y="930"/>
                    <a:pt x="393" y="1145"/>
                    <a:pt x="715" y="1204"/>
                  </a:cubicBezTo>
                  <a:cubicBezTo>
                    <a:pt x="1107" y="1276"/>
                    <a:pt x="1596" y="1252"/>
                    <a:pt x="2000" y="1276"/>
                  </a:cubicBezTo>
                  <a:cubicBezTo>
                    <a:pt x="2036" y="1287"/>
                    <a:pt x="2036" y="1335"/>
                    <a:pt x="2012" y="1347"/>
                  </a:cubicBezTo>
                  <a:cubicBezTo>
                    <a:pt x="1667" y="1418"/>
                    <a:pt x="1191" y="1573"/>
                    <a:pt x="738" y="1621"/>
                  </a:cubicBezTo>
                  <a:cubicBezTo>
                    <a:pt x="869" y="2847"/>
                    <a:pt x="929" y="4097"/>
                    <a:pt x="917" y="5336"/>
                  </a:cubicBezTo>
                  <a:cubicBezTo>
                    <a:pt x="1490" y="4998"/>
                    <a:pt x="2148" y="4810"/>
                    <a:pt x="2811" y="4810"/>
                  </a:cubicBezTo>
                  <a:cubicBezTo>
                    <a:pt x="2851" y="4810"/>
                    <a:pt x="2890" y="4810"/>
                    <a:pt x="2929" y="4812"/>
                  </a:cubicBezTo>
                  <a:cubicBezTo>
                    <a:pt x="3633" y="4839"/>
                    <a:pt x="4423" y="5270"/>
                    <a:pt x="5154" y="5270"/>
                  </a:cubicBezTo>
                  <a:cubicBezTo>
                    <a:pt x="5363" y="5270"/>
                    <a:pt x="5567" y="5235"/>
                    <a:pt x="5763" y="5145"/>
                  </a:cubicBezTo>
                  <a:cubicBezTo>
                    <a:pt x="5715" y="3966"/>
                    <a:pt x="5656" y="2776"/>
                    <a:pt x="5703" y="1597"/>
                  </a:cubicBezTo>
                  <a:cubicBezTo>
                    <a:pt x="5620" y="1585"/>
                    <a:pt x="5549" y="1585"/>
                    <a:pt x="5489" y="1585"/>
                  </a:cubicBezTo>
                  <a:lnTo>
                    <a:pt x="4120" y="1585"/>
                  </a:lnTo>
                  <a:cubicBezTo>
                    <a:pt x="3953" y="1585"/>
                    <a:pt x="3953" y="1335"/>
                    <a:pt x="4120" y="1335"/>
                  </a:cubicBezTo>
                  <a:cubicBezTo>
                    <a:pt x="4584" y="1323"/>
                    <a:pt x="5037" y="1287"/>
                    <a:pt x="5489" y="1228"/>
                  </a:cubicBezTo>
                  <a:cubicBezTo>
                    <a:pt x="5834" y="1168"/>
                    <a:pt x="6156" y="1133"/>
                    <a:pt x="6227" y="692"/>
                  </a:cubicBezTo>
                  <a:cubicBezTo>
                    <a:pt x="6263" y="406"/>
                    <a:pt x="6191" y="240"/>
                    <a:pt x="5953" y="133"/>
                  </a:cubicBezTo>
                  <a:cubicBezTo>
                    <a:pt x="5824" y="78"/>
                    <a:pt x="5640" y="63"/>
                    <a:pt x="5445" y="63"/>
                  </a:cubicBezTo>
                  <a:cubicBezTo>
                    <a:pt x="5202" y="63"/>
                    <a:pt x="4942" y="86"/>
                    <a:pt x="4746" y="86"/>
                  </a:cubicBezTo>
                  <a:cubicBezTo>
                    <a:pt x="4723" y="86"/>
                    <a:pt x="4701" y="86"/>
                    <a:pt x="4679" y="85"/>
                  </a:cubicBezTo>
                  <a:cubicBezTo>
                    <a:pt x="4251" y="85"/>
                    <a:pt x="3822" y="61"/>
                    <a:pt x="3393" y="61"/>
                  </a:cubicBezTo>
                  <a:cubicBezTo>
                    <a:pt x="2864" y="54"/>
                    <a:pt x="2271" y="1"/>
                    <a:pt x="16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9" name="Google Shape;3499;p69"/>
            <p:cNvSpPr/>
            <p:nvPr/>
          </p:nvSpPr>
          <p:spPr>
            <a:xfrm>
              <a:off x="3394450" y="2448150"/>
              <a:ext cx="183400" cy="684600"/>
            </a:xfrm>
            <a:custGeom>
              <a:avLst/>
              <a:gdLst/>
              <a:ahLst/>
              <a:cxnLst/>
              <a:rect l="l" t="t" r="r" b="b"/>
              <a:pathLst>
                <a:path w="7336" h="27384" extrusionOk="0">
                  <a:moveTo>
                    <a:pt x="2266" y="509"/>
                  </a:moveTo>
                  <a:cubicBezTo>
                    <a:pt x="2843" y="509"/>
                    <a:pt x="3443" y="565"/>
                    <a:pt x="3978" y="580"/>
                  </a:cubicBezTo>
                  <a:cubicBezTo>
                    <a:pt x="4406" y="580"/>
                    <a:pt x="4835" y="592"/>
                    <a:pt x="5263" y="604"/>
                  </a:cubicBezTo>
                  <a:cubicBezTo>
                    <a:pt x="5285" y="604"/>
                    <a:pt x="5307" y="605"/>
                    <a:pt x="5330" y="605"/>
                  </a:cubicBezTo>
                  <a:cubicBezTo>
                    <a:pt x="5526" y="605"/>
                    <a:pt x="5786" y="581"/>
                    <a:pt x="6029" y="581"/>
                  </a:cubicBezTo>
                  <a:cubicBezTo>
                    <a:pt x="6224" y="581"/>
                    <a:pt x="6408" y="597"/>
                    <a:pt x="6537" y="651"/>
                  </a:cubicBezTo>
                  <a:cubicBezTo>
                    <a:pt x="6787" y="747"/>
                    <a:pt x="6847" y="913"/>
                    <a:pt x="6811" y="1211"/>
                  </a:cubicBezTo>
                  <a:cubicBezTo>
                    <a:pt x="6752" y="1628"/>
                    <a:pt x="6430" y="1675"/>
                    <a:pt x="6085" y="1735"/>
                  </a:cubicBezTo>
                  <a:cubicBezTo>
                    <a:pt x="5633" y="1794"/>
                    <a:pt x="5168" y="1830"/>
                    <a:pt x="4716" y="1842"/>
                  </a:cubicBezTo>
                  <a:cubicBezTo>
                    <a:pt x="4549" y="1842"/>
                    <a:pt x="4549" y="2092"/>
                    <a:pt x="4716" y="2092"/>
                  </a:cubicBezTo>
                  <a:cubicBezTo>
                    <a:pt x="4867" y="2088"/>
                    <a:pt x="5019" y="2087"/>
                    <a:pt x="5171" y="2087"/>
                  </a:cubicBezTo>
                  <a:cubicBezTo>
                    <a:pt x="5476" y="2087"/>
                    <a:pt x="5783" y="2092"/>
                    <a:pt x="6085" y="2092"/>
                  </a:cubicBezTo>
                  <a:cubicBezTo>
                    <a:pt x="6145" y="2092"/>
                    <a:pt x="6216" y="2104"/>
                    <a:pt x="6287" y="2104"/>
                  </a:cubicBezTo>
                  <a:cubicBezTo>
                    <a:pt x="6252" y="3283"/>
                    <a:pt x="6299" y="4473"/>
                    <a:pt x="6359" y="5652"/>
                  </a:cubicBezTo>
                  <a:cubicBezTo>
                    <a:pt x="6168" y="5741"/>
                    <a:pt x="5967" y="5776"/>
                    <a:pt x="5761" y="5776"/>
                  </a:cubicBezTo>
                  <a:cubicBezTo>
                    <a:pt x="5031" y="5776"/>
                    <a:pt x="4231" y="5337"/>
                    <a:pt x="3525" y="5319"/>
                  </a:cubicBezTo>
                  <a:cubicBezTo>
                    <a:pt x="3483" y="5317"/>
                    <a:pt x="3441" y="5316"/>
                    <a:pt x="3399" y="5316"/>
                  </a:cubicBezTo>
                  <a:cubicBezTo>
                    <a:pt x="2728" y="5316"/>
                    <a:pt x="2073" y="5495"/>
                    <a:pt x="1501" y="5842"/>
                  </a:cubicBezTo>
                  <a:cubicBezTo>
                    <a:pt x="1513" y="4604"/>
                    <a:pt x="1465" y="3354"/>
                    <a:pt x="1334" y="2116"/>
                  </a:cubicBezTo>
                  <a:cubicBezTo>
                    <a:pt x="1775" y="2080"/>
                    <a:pt x="2251" y="1925"/>
                    <a:pt x="2596" y="1854"/>
                  </a:cubicBezTo>
                  <a:cubicBezTo>
                    <a:pt x="2632" y="1842"/>
                    <a:pt x="2620" y="1782"/>
                    <a:pt x="2585" y="1782"/>
                  </a:cubicBezTo>
                  <a:cubicBezTo>
                    <a:pt x="2180" y="1759"/>
                    <a:pt x="1703" y="1794"/>
                    <a:pt x="1299" y="1711"/>
                  </a:cubicBezTo>
                  <a:cubicBezTo>
                    <a:pt x="977" y="1651"/>
                    <a:pt x="596" y="1425"/>
                    <a:pt x="668" y="1044"/>
                  </a:cubicBezTo>
                  <a:cubicBezTo>
                    <a:pt x="739" y="699"/>
                    <a:pt x="1013" y="651"/>
                    <a:pt x="1263" y="592"/>
                  </a:cubicBezTo>
                  <a:cubicBezTo>
                    <a:pt x="1577" y="529"/>
                    <a:pt x="1917" y="509"/>
                    <a:pt x="2266" y="509"/>
                  </a:cubicBezTo>
                  <a:close/>
                  <a:moveTo>
                    <a:pt x="3195" y="5662"/>
                  </a:moveTo>
                  <a:cubicBezTo>
                    <a:pt x="3691" y="5662"/>
                    <a:pt x="4188" y="5749"/>
                    <a:pt x="4680" y="5938"/>
                  </a:cubicBezTo>
                  <a:cubicBezTo>
                    <a:pt x="5085" y="6081"/>
                    <a:pt x="5454" y="6247"/>
                    <a:pt x="5835" y="6271"/>
                  </a:cubicBezTo>
                  <a:cubicBezTo>
                    <a:pt x="5288" y="6503"/>
                    <a:pt x="4694" y="6623"/>
                    <a:pt x="4103" y="6623"/>
                  </a:cubicBezTo>
                  <a:cubicBezTo>
                    <a:pt x="4025" y="6623"/>
                    <a:pt x="3948" y="6620"/>
                    <a:pt x="3870" y="6616"/>
                  </a:cubicBezTo>
                  <a:cubicBezTo>
                    <a:pt x="3037" y="6569"/>
                    <a:pt x="2346" y="6247"/>
                    <a:pt x="1596" y="5950"/>
                  </a:cubicBezTo>
                  <a:cubicBezTo>
                    <a:pt x="2122" y="5764"/>
                    <a:pt x="2658" y="5662"/>
                    <a:pt x="3195" y="5662"/>
                  </a:cubicBezTo>
                  <a:close/>
                  <a:moveTo>
                    <a:pt x="1501" y="6092"/>
                  </a:moveTo>
                  <a:cubicBezTo>
                    <a:pt x="2133" y="6781"/>
                    <a:pt x="3060" y="7064"/>
                    <a:pt x="4008" y="7064"/>
                  </a:cubicBezTo>
                  <a:cubicBezTo>
                    <a:pt x="4846" y="7064"/>
                    <a:pt x="5701" y="6843"/>
                    <a:pt x="6383" y="6485"/>
                  </a:cubicBezTo>
                  <a:cubicBezTo>
                    <a:pt x="6395" y="6724"/>
                    <a:pt x="6395" y="6962"/>
                    <a:pt x="6395" y="7200"/>
                  </a:cubicBezTo>
                  <a:cubicBezTo>
                    <a:pt x="6418" y="8890"/>
                    <a:pt x="6466" y="10581"/>
                    <a:pt x="6478" y="12272"/>
                  </a:cubicBezTo>
                  <a:cubicBezTo>
                    <a:pt x="6502" y="15689"/>
                    <a:pt x="6490" y="19118"/>
                    <a:pt x="6418" y="22535"/>
                  </a:cubicBezTo>
                  <a:cubicBezTo>
                    <a:pt x="6383" y="24023"/>
                    <a:pt x="6216" y="26035"/>
                    <a:pt x="4561" y="26631"/>
                  </a:cubicBezTo>
                  <a:cubicBezTo>
                    <a:pt x="4330" y="26715"/>
                    <a:pt x="4116" y="26753"/>
                    <a:pt x="3918" y="26753"/>
                  </a:cubicBezTo>
                  <a:cubicBezTo>
                    <a:pt x="2512" y="26753"/>
                    <a:pt x="1902" y="24830"/>
                    <a:pt x="1703" y="23630"/>
                  </a:cubicBezTo>
                  <a:cubicBezTo>
                    <a:pt x="1406" y="21904"/>
                    <a:pt x="1453" y="20130"/>
                    <a:pt x="1477" y="18380"/>
                  </a:cubicBezTo>
                  <a:cubicBezTo>
                    <a:pt x="1501" y="16689"/>
                    <a:pt x="1525" y="14998"/>
                    <a:pt x="1537" y="13308"/>
                  </a:cubicBezTo>
                  <a:cubicBezTo>
                    <a:pt x="1537" y="11415"/>
                    <a:pt x="1525" y="9510"/>
                    <a:pt x="1501" y="7616"/>
                  </a:cubicBezTo>
                  <a:lnTo>
                    <a:pt x="1501" y="6092"/>
                  </a:lnTo>
                  <a:close/>
                  <a:moveTo>
                    <a:pt x="1539" y="1"/>
                  </a:moveTo>
                  <a:cubicBezTo>
                    <a:pt x="1285" y="1"/>
                    <a:pt x="1033" y="9"/>
                    <a:pt x="787" y="32"/>
                  </a:cubicBezTo>
                  <a:cubicBezTo>
                    <a:pt x="370" y="80"/>
                    <a:pt x="84" y="294"/>
                    <a:pt x="49" y="735"/>
                  </a:cubicBezTo>
                  <a:cubicBezTo>
                    <a:pt x="1" y="1175"/>
                    <a:pt x="144" y="1806"/>
                    <a:pt x="572" y="2021"/>
                  </a:cubicBezTo>
                  <a:cubicBezTo>
                    <a:pt x="718" y="2093"/>
                    <a:pt x="882" y="2130"/>
                    <a:pt x="1049" y="2130"/>
                  </a:cubicBezTo>
                  <a:cubicBezTo>
                    <a:pt x="1072" y="2130"/>
                    <a:pt x="1096" y="2129"/>
                    <a:pt x="1120" y="2128"/>
                  </a:cubicBezTo>
                  <a:lnTo>
                    <a:pt x="1120" y="2128"/>
                  </a:lnTo>
                  <a:cubicBezTo>
                    <a:pt x="930" y="4033"/>
                    <a:pt x="1037" y="6021"/>
                    <a:pt x="1025" y="7914"/>
                  </a:cubicBezTo>
                  <a:cubicBezTo>
                    <a:pt x="1001" y="9807"/>
                    <a:pt x="965" y="11712"/>
                    <a:pt x="930" y="13605"/>
                  </a:cubicBezTo>
                  <a:cubicBezTo>
                    <a:pt x="894" y="15582"/>
                    <a:pt x="811" y="17570"/>
                    <a:pt x="787" y="19547"/>
                  </a:cubicBezTo>
                  <a:cubicBezTo>
                    <a:pt x="751" y="21261"/>
                    <a:pt x="799" y="23035"/>
                    <a:pt x="1251" y="24702"/>
                  </a:cubicBezTo>
                  <a:cubicBezTo>
                    <a:pt x="1561" y="25893"/>
                    <a:pt x="2299" y="27155"/>
                    <a:pt x="3608" y="27357"/>
                  </a:cubicBezTo>
                  <a:cubicBezTo>
                    <a:pt x="3722" y="27375"/>
                    <a:pt x="3835" y="27383"/>
                    <a:pt x="3947" y="27383"/>
                  </a:cubicBezTo>
                  <a:cubicBezTo>
                    <a:pt x="5029" y="27383"/>
                    <a:pt x="6003" y="26581"/>
                    <a:pt x="6478" y="25642"/>
                  </a:cubicBezTo>
                  <a:cubicBezTo>
                    <a:pt x="7180" y="24214"/>
                    <a:pt x="7026" y="22475"/>
                    <a:pt x="7037" y="20940"/>
                  </a:cubicBezTo>
                  <a:cubicBezTo>
                    <a:pt x="7049" y="18999"/>
                    <a:pt x="7049" y="17058"/>
                    <a:pt x="7037" y="15117"/>
                  </a:cubicBezTo>
                  <a:cubicBezTo>
                    <a:pt x="7026" y="12927"/>
                    <a:pt x="7002" y="10736"/>
                    <a:pt x="6954" y="8545"/>
                  </a:cubicBezTo>
                  <a:cubicBezTo>
                    <a:pt x="6907" y="6414"/>
                    <a:pt x="6930" y="4211"/>
                    <a:pt x="6656" y="2104"/>
                  </a:cubicBezTo>
                  <a:cubicBezTo>
                    <a:pt x="6752" y="2092"/>
                    <a:pt x="6835" y="2068"/>
                    <a:pt x="6907" y="2032"/>
                  </a:cubicBezTo>
                  <a:cubicBezTo>
                    <a:pt x="7252" y="1794"/>
                    <a:pt x="7335" y="949"/>
                    <a:pt x="7240" y="604"/>
                  </a:cubicBezTo>
                  <a:cubicBezTo>
                    <a:pt x="7121" y="175"/>
                    <a:pt x="6787" y="175"/>
                    <a:pt x="6395" y="151"/>
                  </a:cubicBezTo>
                  <a:cubicBezTo>
                    <a:pt x="5442" y="104"/>
                    <a:pt x="4490" y="92"/>
                    <a:pt x="3537" y="68"/>
                  </a:cubicBezTo>
                  <a:cubicBezTo>
                    <a:pt x="2890" y="59"/>
                    <a:pt x="2206" y="1"/>
                    <a:pt x="153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0" name="Google Shape;3500;p69"/>
            <p:cNvSpPr/>
            <p:nvPr/>
          </p:nvSpPr>
          <p:spPr>
            <a:xfrm>
              <a:off x="3887975" y="2727825"/>
              <a:ext cx="101225" cy="22975"/>
            </a:xfrm>
            <a:custGeom>
              <a:avLst/>
              <a:gdLst/>
              <a:ahLst/>
              <a:cxnLst/>
              <a:rect l="l" t="t" r="r" b="b"/>
              <a:pathLst>
                <a:path w="4049" h="919" extrusionOk="0">
                  <a:moveTo>
                    <a:pt x="1694" y="1"/>
                  </a:moveTo>
                  <a:cubicBezTo>
                    <a:pt x="1677" y="1"/>
                    <a:pt x="1660" y="1"/>
                    <a:pt x="1644" y="1"/>
                  </a:cubicBezTo>
                  <a:cubicBezTo>
                    <a:pt x="1048" y="13"/>
                    <a:pt x="524" y="239"/>
                    <a:pt x="0" y="478"/>
                  </a:cubicBezTo>
                  <a:lnTo>
                    <a:pt x="0" y="501"/>
                  </a:lnTo>
                  <a:cubicBezTo>
                    <a:pt x="691" y="561"/>
                    <a:pt x="1358" y="894"/>
                    <a:pt x="2072" y="918"/>
                  </a:cubicBezTo>
                  <a:cubicBezTo>
                    <a:pt x="2751" y="918"/>
                    <a:pt x="3429" y="775"/>
                    <a:pt x="4049" y="501"/>
                  </a:cubicBezTo>
                  <a:cubicBezTo>
                    <a:pt x="3751" y="454"/>
                    <a:pt x="3465" y="394"/>
                    <a:pt x="3191" y="299"/>
                  </a:cubicBezTo>
                  <a:cubicBezTo>
                    <a:pt x="2707" y="172"/>
                    <a:pt x="2201" y="1"/>
                    <a:pt x="169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1" name="Google Shape;3501;p69"/>
            <p:cNvSpPr/>
            <p:nvPr/>
          </p:nvSpPr>
          <p:spPr>
            <a:xfrm>
              <a:off x="3884700" y="2742425"/>
              <a:ext cx="127725" cy="374575"/>
            </a:xfrm>
            <a:custGeom>
              <a:avLst/>
              <a:gdLst/>
              <a:ahLst/>
              <a:cxnLst/>
              <a:rect l="l" t="t" r="r" b="b"/>
              <a:pathLst>
                <a:path w="5109" h="14983" extrusionOk="0">
                  <a:moveTo>
                    <a:pt x="5073" y="1"/>
                  </a:moveTo>
                  <a:cubicBezTo>
                    <a:pt x="4394" y="489"/>
                    <a:pt x="3489" y="715"/>
                    <a:pt x="2667" y="751"/>
                  </a:cubicBezTo>
                  <a:cubicBezTo>
                    <a:pt x="2627" y="752"/>
                    <a:pt x="2586" y="752"/>
                    <a:pt x="2545" y="752"/>
                  </a:cubicBezTo>
                  <a:cubicBezTo>
                    <a:pt x="2098" y="752"/>
                    <a:pt x="1651" y="692"/>
                    <a:pt x="1215" y="572"/>
                  </a:cubicBezTo>
                  <a:cubicBezTo>
                    <a:pt x="834" y="465"/>
                    <a:pt x="489" y="239"/>
                    <a:pt x="131" y="84"/>
                  </a:cubicBezTo>
                  <a:lnTo>
                    <a:pt x="131" y="1537"/>
                  </a:lnTo>
                  <a:cubicBezTo>
                    <a:pt x="120" y="3227"/>
                    <a:pt x="108" y="4918"/>
                    <a:pt x="84" y="6609"/>
                  </a:cubicBezTo>
                  <a:cubicBezTo>
                    <a:pt x="60" y="8359"/>
                    <a:pt x="0" y="10133"/>
                    <a:pt x="298" y="11871"/>
                  </a:cubicBezTo>
                  <a:cubicBezTo>
                    <a:pt x="507" y="13071"/>
                    <a:pt x="1117" y="14982"/>
                    <a:pt x="2514" y="14982"/>
                  </a:cubicBezTo>
                  <a:cubicBezTo>
                    <a:pt x="2711" y="14982"/>
                    <a:pt x="2925" y="14944"/>
                    <a:pt x="3156" y="14860"/>
                  </a:cubicBezTo>
                  <a:cubicBezTo>
                    <a:pt x="4811" y="14264"/>
                    <a:pt x="4977" y="12252"/>
                    <a:pt x="5013" y="10764"/>
                  </a:cubicBezTo>
                  <a:cubicBezTo>
                    <a:pt x="5096" y="7347"/>
                    <a:pt x="5108" y="3930"/>
                    <a:pt x="5073" y="501"/>
                  </a:cubicBezTo>
                  <a:cubicBezTo>
                    <a:pt x="5073" y="334"/>
                    <a:pt x="5073" y="179"/>
                    <a:pt x="50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2" name="Google Shape;3502;p69"/>
            <p:cNvSpPr/>
            <p:nvPr/>
          </p:nvSpPr>
          <p:spPr>
            <a:xfrm>
              <a:off x="3864450" y="2460700"/>
              <a:ext cx="156600" cy="271625"/>
            </a:xfrm>
            <a:custGeom>
              <a:avLst/>
              <a:gdLst/>
              <a:ahLst/>
              <a:cxnLst/>
              <a:rect l="l" t="t" r="r" b="b"/>
              <a:pathLst>
                <a:path w="6264" h="10865" extrusionOk="0">
                  <a:moveTo>
                    <a:pt x="1677" y="1"/>
                  </a:moveTo>
                  <a:cubicBezTo>
                    <a:pt x="1326" y="1"/>
                    <a:pt x="983" y="22"/>
                    <a:pt x="668" y="90"/>
                  </a:cubicBezTo>
                  <a:cubicBezTo>
                    <a:pt x="418" y="149"/>
                    <a:pt x="144" y="197"/>
                    <a:pt x="72" y="530"/>
                  </a:cubicBezTo>
                  <a:cubicBezTo>
                    <a:pt x="1" y="923"/>
                    <a:pt x="382" y="1138"/>
                    <a:pt x="703" y="1209"/>
                  </a:cubicBezTo>
                  <a:cubicBezTo>
                    <a:pt x="1096" y="1280"/>
                    <a:pt x="1572" y="1245"/>
                    <a:pt x="1989" y="1280"/>
                  </a:cubicBezTo>
                  <a:cubicBezTo>
                    <a:pt x="2025" y="1280"/>
                    <a:pt x="2037" y="1328"/>
                    <a:pt x="2001" y="1340"/>
                  </a:cubicBezTo>
                  <a:cubicBezTo>
                    <a:pt x="1584" y="1459"/>
                    <a:pt x="1168" y="1542"/>
                    <a:pt x="739" y="1614"/>
                  </a:cubicBezTo>
                  <a:cubicBezTo>
                    <a:pt x="965" y="3424"/>
                    <a:pt x="894" y="5305"/>
                    <a:pt x="918" y="7114"/>
                  </a:cubicBezTo>
                  <a:cubicBezTo>
                    <a:pt x="941" y="8365"/>
                    <a:pt x="953" y="9615"/>
                    <a:pt x="953" y="10865"/>
                  </a:cubicBezTo>
                  <a:cubicBezTo>
                    <a:pt x="1438" y="10477"/>
                    <a:pt x="2039" y="10275"/>
                    <a:pt x="2661" y="10275"/>
                  </a:cubicBezTo>
                  <a:cubicBezTo>
                    <a:pt x="2726" y="10275"/>
                    <a:pt x="2792" y="10277"/>
                    <a:pt x="2858" y="10282"/>
                  </a:cubicBezTo>
                  <a:cubicBezTo>
                    <a:pt x="3370" y="10329"/>
                    <a:pt x="3847" y="10532"/>
                    <a:pt x="4347" y="10639"/>
                  </a:cubicBezTo>
                  <a:cubicBezTo>
                    <a:pt x="4537" y="10681"/>
                    <a:pt x="4718" y="10696"/>
                    <a:pt x="4896" y="10696"/>
                  </a:cubicBezTo>
                  <a:cubicBezTo>
                    <a:pt x="5219" y="10696"/>
                    <a:pt x="5533" y="10646"/>
                    <a:pt x="5871" y="10615"/>
                  </a:cubicBezTo>
                  <a:cubicBezTo>
                    <a:pt x="5847" y="9305"/>
                    <a:pt x="5835" y="7996"/>
                    <a:pt x="5811" y="6686"/>
                  </a:cubicBezTo>
                  <a:cubicBezTo>
                    <a:pt x="5775" y="4995"/>
                    <a:pt x="5644" y="3281"/>
                    <a:pt x="5704" y="1590"/>
                  </a:cubicBezTo>
                  <a:cubicBezTo>
                    <a:pt x="5621" y="1578"/>
                    <a:pt x="5549" y="1578"/>
                    <a:pt x="5490" y="1578"/>
                  </a:cubicBezTo>
                  <a:lnTo>
                    <a:pt x="4132" y="1578"/>
                  </a:lnTo>
                  <a:cubicBezTo>
                    <a:pt x="3954" y="1578"/>
                    <a:pt x="3954" y="1328"/>
                    <a:pt x="4132" y="1328"/>
                  </a:cubicBezTo>
                  <a:cubicBezTo>
                    <a:pt x="4585" y="1316"/>
                    <a:pt x="5037" y="1280"/>
                    <a:pt x="5490" y="1221"/>
                  </a:cubicBezTo>
                  <a:cubicBezTo>
                    <a:pt x="5835" y="1161"/>
                    <a:pt x="6156" y="1114"/>
                    <a:pt x="6216" y="697"/>
                  </a:cubicBezTo>
                  <a:cubicBezTo>
                    <a:pt x="6264" y="399"/>
                    <a:pt x="6192" y="233"/>
                    <a:pt x="5954" y="137"/>
                  </a:cubicBezTo>
                  <a:cubicBezTo>
                    <a:pt x="5819" y="83"/>
                    <a:pt x="5633" y="67"/>
                    <a:pt x="5436" y="67"/>
                  </a:cubicBezTo>
                  <a:cubicBezTo>
                    <a:pt x="5191" y="67"/>
                    <a:pt x="4931" y="91"/>
                    <a:pt x="4735" y="91"/>
                  </a:cubicBezTo>
                  <a:cubicBezTo>
                    <a:pt x="4712" y="91"/>
                    <a:pt x="4689" y="91"/>
                    <a:pt x="4668" y="90"/>
                  </a:cubicBezTo>
                  <a:cubicBezTo>
                    <a:pt x="4239" y="78"/>
                    <a:pt x="3811" y="66"/>
                    <a:pt x="3382" y="66"/>
                  </a:cubicBezTo>
                  <a:cubicBezTo>
                    <a:pt x="2850" y="59"/>
                    <a:pt x="2253" y="1"/>
                    <a:pt x="16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3" name="Google Shape;3503;p69"/>
            <p:cNvSpPr/>
            <p:nvPr/>
          </p:nvSpPr>
          <p:spPr>
            <a:xfrm>
              <a:off x="3849575" y="2448275"/>
              <a:ext cx="183675" cy="684475"/>
            </a:xfrm>
            <a:custGeom>
              <a:avLst/>
              <a:gdLst/>
              <a:ahLst/>
              <a:cxnLst/>
              <a:rect l="l" t="t" r="r" b="b"/>
              <a:pathLst>
                <a:path w="7347" h="27379" extrusionOk="0">
                  <a:moveTo>
                    <a:pt x="2271" y="510"/>
                  </a:moveTo>
                  <a:cubicBezTo>
                    <a:pt x="2846" y="510"/>
                    <a:pt x="3440" y="567"/>
                    <a:pt x="3965" y="575"/>
                  </a:cubicBezTo>
                  <a:cubicBezTo>
                    <a:pt x="4406" y="575"/>
                    <a:pt x="4834" y="587"/>
                    <a:pt x="5263" y="599"/>
                  </a:cubicBezTo>
                  <a:cubicBezTo>
                    <a:pt x="5284" y="599"/>
                    <a:pt x="5307" y="600"/>
                    <a:pt x="5330" y="600"/>
                  </a:cubicBezTo>
                  <a:cubicBezTo>
                    <a:pt x="5526" y="600"/>
                    <a:pt x="5786" y="576"/>
                    <a:pt x="6031" y="576"/>
                  </a:cubicBezTo>
                  <a:cubicBezTo>
                    <a:pt x="6228" y="576"/>
                    <a:pt x="6414" y="592"/>
                    <a:pt x="6549" y="646"/>
                  </a:cubicBezTo>
                  <a:cubicBezTo>
                    <a:pt x="6787" y="742"/>
                    <a:pt x="6847" y="908"/>
                    <a:pt x="6811" y="1206"/>
                  </a:cubicBezTo>
                  <a:cubicBezTo>
                    <a:pt x="6751" y="1623"/>
                    <a:pt x="6430" y="1670"/>
                    <a:pt x="6085" y="1730"/>
                  </a:cubicBezTo>
                  <a:cubicBezTo>
                    <a:pt x="5632" y="1789"/>
                    <a:pt x="5168" y="1825"/>
                    <a:pt x="4715" y="1837"/>
                  </a:cubicBezTo>
                  <a:cubicBezTo>
                    <a:pt x="4549" y="1837"/>
                    <a:pt x="4549" y="2087"/>
                    <a:pt x="4715" y="2087"/>
                  </a:cubicBezTo>
                  <a:cubicBezTo>
                    <a:pt x="4870" y="2083"/>
                    <a:pt x="5024" y="2082"/>
                    <a:pt x="5176" y="2082"/>
                  </a:cubicBezTo>
                  <a:cubicBezTo>
                    <a:pt x="5481" y="2082"/>
                    <a:pt x="5783" y="2087"/>
                    <a:pt x="6085" y="2087"/>
                  </a:cubicBezTo>
                  <a:cubicBezTo>
                    <a:pt x="6132" y="2087"/>
                    <a:pt x="6216" y="2099"/>
                    <a:pt x="6299" y="2099"/>
                  </a:cubicBezTo>
                  <a:cubicBezTo>
                    <a:pt x="6239" y="3790"/>
                    <a:pt x="6370" y="5504"/>
                    <a:pt x="6394" y="7195"/>
                  </a:cubicBezTo>
                  <a:cubicBezTo>
                    <a:pt x="6418" y="8504"/>
                    <a:pt x="6442" y="9814"/>
                    <a:pt x="6466" y="11124"/>
                  </a:cubicBezTo>
                  <a:cubicBezTo>
                    <a:pt x="6128" y="11155"/>
                    <a:pt x="5809" y="11205"/>
                    <a:pt x="5482" y="11205"/>
                  </a:cubicBezTo>
                  <a:cubicBezTo>
                    <a:pt x="5302" y="11205"/>
                    <a:pt x="5120" y="11190"/>
                    <a:pt x="4930" y="11148"/>
                  </a:cubicBezTo>
                  <a:cubicBezTo>
                    <a:pt x="4442" y="11052"/>
                    <a:pt x="3965" y="10838"/>
                    <a:pt x="3441" y="10802"/>
                  </a:cubicBezTo>
                  <a:cubicBezTo>
                    <a:pt x="3364" y="10796"/>
                    <a:pt x="3286" y="10792"/>
                    <a:pt x="3208" y="10792"/>
                  </a:cubicBezTo>
                  <a:cubicBezTo>
                    <a:pt x="2609" y="10792"/>
                    <a:pt x="2023" y="10993"/>
                    <a:pt x="1548" y="11362"/>
                  </a:cubicBezTo>
                  <a:cubicBezTo>
                    <a:pt x="1536" y="10112"/>
                    <a:pt x="1536" y="8862"/>
                    <a:pt x="1513" y="7611"/>
                  </a:cubicBezTo>
                  <a:cubicBezTo>
                    <a:pt x="1489" y="5802"/>
                    <a:pt x="1560" y="3921"/>
                    <a:pt x="1322" y="2123"/>
                  </a:cubicBezTo>
                  <a:cubicBezTo>
                    <a:pt x="1739" y="2063"/>
                    <a:pt x="2167" y="1968"/>
                    <a:pt x="2584" y="1861"/>
                  </a:cubicBezTo>
                  <a:cubicBezTo>
                    <a:pt x="2620" y="1849"/>
                    <a:pt x="2620" y="1801"/>
                    <a:pt x="2584" y="1789"/>
                  </a:cubicBezTo>
                  <a:cubicBezTo>
                    <a:pt x="2167" y="1754"/>
                    <a:pt x="1691" y="1801"/>
                    <a:pt x="1298" y="1718"/>
                  </a:cubicBezTo>
                  <a:cubicBezTo>
                    <a:pt x="965" y="1658"/>
                    <a:pt x="584" y="1432"/>
                    <a:pt x="667" y="1051"/>
                  </a:cubicBezTo>
                  <a:cubicBezTo>
                    <a:pt x="739" y="706"/>
                    <a:pt x="1013" y="658"/>
                    <a:pt x="1263" y="599"/>
                  </a:cubicBezTo>
                  <a:cubicBezTo>
                    <a:pt x="1578" y="531"/>
                    <a:pt x="1921" y="510"/>
                    <a:pt x="2271" y="510"/>
                  </a:cubicBezTo>
                  <a:close/>
                  <a:moveTo>
                    <a:pt x="3230" y="11183"/>
                  </a:moveTo>
                  <a:cubicBezTo>
                    <a:pt x="3737" y="11183"/>
                    <a:pt x="4243" y="11354"/>
                    <a:pt x="4727" y="11481"/>
                  </a:cubicBezTo>
                  <a:cubicBezTo>
                    <a:pt x="5001" y="11564"/>
                    <a:pt x="5299" y="11636"/>
                    <a:pt x="5585" y="11671"/>
                  </a:cubicBezTo>
                  <a:cubicBezTo>
                    <a:pt x="4989" y="11946"/>
                    <a:pt x="4339" y="12089"/>
                    <a:pt x="3687" y="12089"/>
                  </a:cubicBezTo>
                  <a:cubicBezTo>
                    <a:pt x="3660" y="12089"/>
                    <a:pt x="3634" y="12089"/>
                    <a:pt x="3608" y="12088"/>
                  </a:cubicBezTo>
                  <a:cubicBezTo>
                    <a:pt x="2894" y="12076"/>
                    <a:pt x="2239" y="11743"/>
                    <a:pt x="1548" y="11683"/>
                  </a:cubicBezTo>
                  <a:lnTo>
                    <a:pt x="1548" y="11660"/>
                  </a:lnTo>
                  <a:cubicBezTo>
                    <a:pt x="2072" y="11421"/>
                    <a:pt x="2584" y="11195"/>
                    <a:pt x="3180" y="11183"/>
                  </a:cubicBezTo>
                  <a:cubicBezTo>
                    <a:pt x="3196" y="11183"/>
                    <a:pt x="3213" y="11183"/>
                    <a:pt x="3230" y="11183"/>
                  </a:cubicBezTo>
                  <a:close/>
                  <a:moveTo>
                    <a:pt x="6489" y="11779"/>
                  </a:moveTo>
                  <a:lnTo>
                    <a:pt x="6489" y="12267"/>
                  </a:lnTo>
                  <a:cubicBezTo>
                    <a:pt x="6513" y="15684"/>
                    <a:pt x="6501" y="19113"/>
                    <a:pt x="6430" y="22530"/>
                  </a:cubicBezTo>
                  <a:cubicBezTo>
                    <a:pt x="6394" y="24018"/>
                    <a:pt x="6228" y="26030"/>
                    <a:pt x="4573" y="26626"/>
                  </a:cubicBezTo>
                  <a:cubicBezTo>
                    <a:pt x="4341" y="26710"/>
                    <a:pt x="4126" y="26748"/>
                    <a:pt x="3927" y="26748"/>
                  </a:cubicBezTo>
                  <a:cubicBezTo>
                    <a:pt x="2525" y="26748"/>
                    <a:pt x="1924" y="24837"/>
                    <a:pt x="1715" y="23637"/>
                  </a:cubicBezTo>
                  <a:cubicBezTo>
                    <a:pt x="1417" y="21899"/>
                    <a:pt x="1477" y="20125"/>
                    <a:pt x="1489" y="18387"/>
                  </a:cubicBezTo>
                  <a:cubicBezTo>
                    <a:pt x="1525" y="16684"/>
                    <a:pt x="1548" y="14993"/>
                    <a:pt x="1548" y="13303"/>
                  </a:cubicBezTo>
                  <a:cubicBezTo>
                    <a:pt x="1548" y="12814"/>
                    <a:pt x="1548" y="12338"/>
                    <a:pt x="1548" y="11850"/>
                  </a:cubicBezTo>
                  <a:cubicBezTo>
                    <a:pt x="1906" y="12005"/>
                    <a:pt x="2251" y="12231"/>
                    <a:pt x="2632" y="12350"/>
                  </a:cubicBezTo>
                  <a:cubicBezTo>
                    <a:pt x="3068" y="12459"/>
                    <a:pt x="3514" y="12518"/>
                    <a:pt x="3961" y="12518"/>
                  </a:cubicBezTo>
                  <a:cubicBezTo>
                    <a:pt x="4002" y="12518"/>
                    <a:pt x="4043" y="12518"/>
                    <a:pt x="4084" y="12517"/>
                  </a:cubicBezTo>
                  <a:cubicBezTo>
                    <a:pt x="4906" y="12493"/>
                    <a:pt x="5811" y="12255"/>
                    <a:pt x="6489" y="11779"/>
                  </a:cubicBezTo>
                  <a:close/>
                  <a:moveTo>
                    <a:pt x="1625" y="0"/>
                  </a:moveTo>
                  <a:cubicBezTo>
                    <a:pt x="1345" y="0"/>
                    <a:pt x="1069" y="10"/>
                    <a:pt x="798" y="39"/>
                  </a:cubicBezTo>
                  <a:cubicBezTo>
                    <a:pt x="370" y="75"/>
                    <a:pt x="108" y="289"/>
                    <a:pt x="60" y="730"/>
                  </a:cubicBezTo>
                  <a:cubicBezTo>
                    <a:pt x="1" y="1170"/>
                    <a:pt x="155" y="1801"/>
                    <a:pt x="584" y="2016"/>
                  </a:cubicBezTo>
                  <a:cubicBezTo>
                    <a:pt x="730" y="2088"/>
                    <a:pt x="894" y="2125"/>
                    <a:pt x="1060" y="2125"/>
                  </a:cubicBezTo>
                  <a:cubicBezTo>
                    <a:pt x="1084" y="2125"/>
                    <a:pt x="1108" y="2124"/>
                    <a:pt x="1132" y="2123"/>
                  </a:cubicBezTo>
                  <a:lnTo>
                    <a:pt x="1132" y="2123"/>
                  </a:lnTo>
                  <a:cubicBezTo>
                    <a:pt x="941" y="4040"/>
                    <a:pt x="1048" y="6028"/>
                    <a:pt x="1024" y="7921"/>
                  </a:cubicBezTo>
                  <a:cubicBezTo>
                    <a:pt x="1013" y="9814"/>
                    <a:pt x="977" y="11707"/>
                    <a:pt x="929" y="13600"/>
                  </a:cubicBezTo>
                  <a:cubicBezTo>
                    <a:pt x="894" y="15577"/>
                    <a:pt x="822" y="17565"/>
                    <a:pt x="786" y="19542"/>
                  </a:cubicBezTo>
                  <a:cubicBezTo>
                    <a:pt x="751" y="21256"/>
                    <a:pt x="798" y="23042"/>
                    <a:pt x="1251" y="24697"/>
                  </a:cubicBezTo>
                  <a:cubicBezTo>
                    <a:pt x="1572" y="25888"/>
                    <a:pt x="2298" y="27150"/>
                    <a:pt x="3632" y="27352"/>
                  </a:cubicBezTo>
                  <a:cubicBezTo>
                    <a:pt x="3747" y="27370"/>
                    <a:pt x="3861" y="27379"/>
                    <a:pt x="3974" y="27379"/>
                  </a:cubicBezTo>
                  <a:cubicBezTo>
                    <a:pt x="5053" y="27379"/>
                    <a:pt x="6015" y="26586"/>
                    <a:pt x="6489" y="25637"/>
                  </a:cubicBezTo>
                  <a:cubicBezTo>
                    <a:pt x="7192" y="24209"/>
                    <a:pt x="7049" y="22470"/>
                    <a:pt x="7049" y="20935"/>
                  </a:cubicBezTo>
                  <a:cubicBezTo>
                    <a:pt x="7049" y="18994"/>
                    <a:pt x="7049" y="17053"/>
                    <a:pt x="7049" y="15112"/>
                  </a:cubicBezTo>
                  <a:cubicBezTo>
                    <a:pt x="7037" y="12922"/>
                    <a:pt x="7013" y="10731"/>
                    <a:pt x="6966" y="8540"/>
                  </a:cubicBezTo>
                  <a:cubicBezTo>
                    <a:pt x="6918" y="6409"/>
                    <a:pt x="6942" y="4218"/>
                    <a:pt x="6668" y="2099"/>
                  </a:cubicBezTo>
                  <a:cubicBezTo>
                    <a:pt x="6763" y="2087"/>
                    <a:pt x="6847" y="2063"/>
                    <a:pt x="6930" y="2027"/>
                  </a:cubicBezTo>
                  <a:cubicBezTo>
                    <a:pt x="7263" y="1789"/>
                    <a:pt x="7347" y="944"/>
                    <a:pt x="7251" y="599"/>
                  </a:cubicBezTo>
                  <a:cubicBezTo>
                    <a:pt x="7132" y="170"/>
                    <a:pt x="6799" y="170"/>
                    <a:pt x="6406" y="146"/>
                  </a:cubicBezTo>
                  <a:cubicBezTo>
                    <a:pt x="5454" y="99"/>
                    <a:pt x="4501" y="87"/>
                    <a:pt x="3549" y="63"/>
                  </a:cubicBezTo>
                  <a:cubicBezTo>
                    <a:pt x="2926" y="55"/>
                    <a:pt x="2268" y="0"/>
                    <a:pt x="16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4" name="Google Shape;3504;p69"/>
            <p:cNvSpPr/>
            <p:nvPr/>
          </p:nvSpPr>
          <p:spPr>
            <a:xfrm>
              <a:off x="3078350" y="3890075"/>
              <a:ext cx="386375" cy="84450"/>
            </a:xfrm>
            <a:custGeom>
              <a:avLst/>
              <a:gdLst/>
              <a:ahLst/>
              <a:cxnLst/>
              <a:rect l="l" t="t" r="r" b="b"/>
              <a:pathLst>
                <a:path w="15455" h="3378" extrusionOk="0">
                  <a:moveTo>
                    <a:pt x="3305" y="1"/>
                  </a:moveTo>
                  <a:cubicBezTo>
                    <a:pt x="2182" y="1"/>
                    <a:pt x="1084" y="215"/>
                    <a:pt x="60" y="803"/>
                  </a:cubicBezTo>
                  <a:cubicBezTo>
                    <a:pt x="36" y="839"/>
                    <a:pt x="24" y="862"/>
                    <a:pt x="0" y="886"/>
                  </a:cubicBezTo>
                  <a:cubicBezTo>
                    <a:pt x="2227" y="2601"/>
                    <a:pt x="4953" y="3244"/>
                    <a:pt x="7716" y="3363"/>
                  </a:cubicBezTo>
                  <a:cubicBezTo>
                    <a:pt x="7949" y="3373"/>
                    <a:pt x="8182" y="3378"/>
                    <a:pt x="8415" y="3378"/>
                  </a:cubicBezTo>
                  <a:cubicBezTo>
                    <a:pt x="10994" y="3378"/>
                    <a:pt x="13555" y="2750"/>
                    <a:pt x="15455" y="981"/>
                  </a:cubicBezTo>
                  <a:lnTo>
                    <a:pt x="15455" y="981"/>
                  </a:lnTo>
                  <a:cubicBezTo>
                    <a:pt x="14693" y="1351"/>
                    <a:pt x="13776" y="1482"/>
                    <a:pt x="13002" y="1529"/>
                  </a:cubicBezTo>
                  <a:cubicBezTo>
                    <a:pt x="12798" y="1543"/>
                    <a:pt x="12593" y="1550"/>
                    <a:pt x="12389" y="1550"/>
                  </a:cubicBezTo>
                  <a:cubicBezTo>
                    <a:pt x="11189" y="1550"/>
                    <a:pt x="9995" y="1324"/>
                    <a:pt x="8835" y="1029"/>
                  </a:cubicBezTo>
                  <a:cubicBezTo>
                    <a:pt x="7077" y="584"/>
                    <a:pt x="5158" y="1"/>
                    <a:pt x="330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5" name="Google Shape;3505;p69"/>
            <p:cNvSpPr/>
            <p:nvPr/>
          </p:nvSpPr>
          <p:spPr>
            <a:xfrm>
              <a:off x="2996200" y="3911625"/>
              <a:ext cx="609325" cy="520925"/>
            </a:xfrm>
            <a:custGeom>
              <a:avLst/>
              <a:gdLst/>
              <a:ahLst/>
              <a:cxnLst/>
              <a:rect l="l" t="t" r="r" b="b"/>
              <a:pathLst>
                <a:path w="24373" h="20837" extrusionOk="0">
                  <a:moveTo>
                    <a:pt x="19705" y="0"/>
                  </a:moveTo>
                  <a:cubicBezTo>
                    <a:pt x="19693" y="12"/>
                    <a:pt x="19693" y="12"/>
                    <a:pt x="19693" y="24"/>
                  </a:cubicBezTo>
                  <a:cubicBezTo>
                    <a:pt x="17573" y="2166"/>
                    <a:pt x="14555" y="3012"/>
                    <a:pt x="11597" y="3012"/>
                  </a:cubicBezTo>
                  <a:cubicBezTo>
                    <a:pt x="11398" y="3012"/>
                    <a:pt x="11200" y="3008"/>
                    <a:pt x="11002" y="3001"/>
                  </a:cubicBezTo>
                  <a:cubicBezTo>
                    <a:pt x="8239" y="2894"/>
                    <a:pt x="5156" y="2251"/>
                    <a:pt x="3191" y="167"/>
                  </a:cubicBezTo>
                  <a:cubicBezTo>
                    <a:pt x="1298" y="2953"/>
                    <a:pt x="0" y="6251"/>
                    <a:pt x="60" y="9656"/>
                  </a:cubicBezTo>
                  <a:cubicBezTo>
                    <a:pt x="96" y="12859"/>
                    <a:pt x="1405" y="16050"/>
                    <a:pt x="3870" y="18157"/>
                  </a:cubicBezTo>
                  <a:cubicBezTo>
                    <a:pt x="6430" y="20336"/>
                    <a:pt x="10133" y="20824"/>
                    <a:pt x="13395" y="20836"/>
                  </a:cubicBezTo>
                  <a:cubicBezTo>
                    <a:pt x="13418" y="20836"/>
                    <a:pt x="13441" y="20836"/>
                    <a:pt x="13465" y="20836"/>
                  </a:cubicBezTo>
                  <a:cubicBezTo>
                    <a:pt x="16527" y="20836"/>
                    <a:pt x="19709" y="20056"/>
                    <a:pt x="21765" y="17634"/>
                  </a:cubicBezTo>
                  <a:cubicBezTo>
                    <a:pt x="23849" y="15193"/>
                    <a:pt x="24372" y="11752"/>
                    <a:pt x="23789" y="8668"/>
                  </a:cubicBezTo>
                  <a:cubicBezTo>
                    <a:pt x="23182" y="5489"/>
                    <a:pt x="21563" y="2632"/>
                    <a:pt x="1970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6" name="Google Shape;3506;p69"/>
            <p:cNvSpPr/>
            <p:nvPr/>
          </p:nvSpPr>
          <p:spPr>
            <a:xfrm>
              <a:off x="3085200" y="3356200"/>
              <a:ext cx="389950" cy="558450"/>
            </a:xfrm>
            <a:custGeom>
              <a:avLst/>
              <a:gdLst/>
              <a:ahLst/>
              <a:cxnLst/>
              <a:rect l="l" t="t" r="r" b="b"/>
              <a:pathLst>
                <a:path w="15598" h="22338" extrusionOk="0">
                  <a:moveTo>
                    <a:pt x="8787" y="0"/>
                  </a:moveTo>
                  <a:cubicBezTo>
                    <a:pt x="8239" y="0"/>
                    <a:pt x="7692" y="24"/>
                    <a:pt x="7144" y="84"/>
                  </a:cubicBezTo>
                  <a:cubicBezTo>
                    <a:pt x="6763" y="131"/>
                    <a:pt x="6180" y="429"/>
                    <a:pt x="6287" y="941"/>
                  </a:cubicBezTo>
                  <a:cubicBezTo>
                    <a:pt x="6370" y="1382"/>
                    <a:pt x="6680" y="1572"/>
                    <a:pt x="7049" y="1643"/>
                  </a:cubicBezTo>
                  <a:lnTo>
                    <a:pt x="7108" y="1643"/>
                  </a:lnTo>
                  <a:cubicBezTo>
                    <a:pt x="7239" y="1667"/>
                    <a:pt x="7382" y="1679"/>
                    <a:pt x="7537" y="1679"/>
                  </a:cubicBezTo>
                  <a:cubicBezTo>
                    <a:pt x="7549" y="1679"/>
                    <a:pt x="7549" y="1703"/>
                    <a:pt x="7537" y="1703"/>
                  </a:cubicBezTo>
                  <a:cubicBezTo>
                    <a:pt x="7406" y="1727"/>
                    <a:pt x="7287" y="1763"/>
                    <a:pt x="7156" y="1786"/>
                  </a:cubicBezTo>
                  <a:cubicBezTo>
                    <a:pt x="7204" y="3953"/>
                    <a:pt x="7251" y="6132"/>
                    <a:pt x="7275" y="8311"/>
                  </a:cubicBezTo>
                  <a:cubicBezTo>
                    <a:pt x="7287" y="10168"/>
                    <a:pt x="7573" y="12228"/>
                    <a:pt x="6834" y="13978"/>
                  </a:cubicBezTo>
                  <a:cubicBezTo>
                    <a:pt x="6168" y="15609"/>
                    <a:pt x="4787" y="16741"/>
                    <a:pt x="3525" y="17907"/>
                  </a:cubicBezTo>
                  <a:cubicBezTo>
                    <a:pt x="2227" y="19110"/>
                    <a:pt x="1048" y="20431"/>
                    <a:pt x="0" y="21860"/>
                  </a:cubicBezTo>
                  <a:cubicBezTo>
                    <a:pt x="1070" y="21281"/>
                    <a:pt x="2250" y="21073"/>
                    <a:pt x="3454" y="21073"/>
                  </a:cubicBezTo>
                  <a:cubicBezTo>
                    <a:pt x="4650" y="21073"/>
                    <a:pt x="5868" y="21278"/>
                    <a:pt x="7025" y="21527"/>
                  </a:cubicBezTo>
                  <a:cubicBezTo>
                    <a:pt x="8632" y="21872"/>
                    <a:pt x="10252" y="22325"/>
                    <a:pt x="11895" y="22336"/>
                  </a:cubicBezTo>
                  <a:cubicBezTo>
                    <a:pt x="11941" y="22337"/>
                    <a:pt x="11987" y="22338"/>
                    <a:pt x="12032" y="22338"/>
                  </a:cubicBezTo>
                  <a:cubicBezTo>
                    <a:pt x="12723" y="22338"/>
                    <a:pt x="13403" y="22253"/>
                    <a:pt x="14062" y="22075"/>
                  </a:cubicBezTo>
                  <a:cubicBezTo>
                    <a:pt x="14609" y="21920"/>
                    <a:pt x="15086" y="21658"/>
                    <a:pt x="15597" y="21443"/>
                  </a:cubicBezTo>
                  <a:cubicBezTo>
                    <a:pt x="15574" y="21420"/>
                    <a:pt x="15550" y="21396"/>
                    <a:pt x="15538" y="21384"/>
                  </a:cubicBezTo>
                  <a:cubicBezTo>
                    <a:pt x="14454" y="19908"/>
                    <a:pt x="13323" y="18479"/>
                    <a:pt x="12240" y="17014"/>
                  </a:cubicBezTo>
                  <a:cubicBezTo>
                    <a:pt x="11276" y="15705"/>
                    <a:pt x="10335" y="14335"/>
                    <a:pt x="10002" y="12716"/>
                  </a:cubicBezTo>
                  <a:cubicBezTo>
                    <a:pt x="9656" y="11026"/>
                    <a:pt x="9799" y="9228"/>
                    <a:pt x="9811" y="7513"/>
                  </a:cubicBezTo>
                  <a:cubicBezTo>
                    <a:pt x="9823" y="5596"/>
                    <a:pt x="9811" y="3656"/>
                    <a:pt x="9894" y="1727"/>
                  </a:cubicBezTo>
                  <a:lnTo>
                    <a:pt x="9894" y="1727"/>
                  </a:lnTo>
                  <a:lnTo>
                    <a:pt x="9632" y="1739"/>
                  </a:lnTo>
                  <a:cubicBezTo>
                    <a:pt x="9629" y="1739"/>
                    <a:pt x="9626" y="1739"/>
                    <a:pt x="9622" y="1739"/>
                  </a:cubicBezTo>
                  <a:cubicBezTo>
                    <a:pt x="9464" y="1739"/>
                    <a:pt x="9422" y="1464"/>
                    <a:pt x="9597" y="1429"/>
                  </a:cubicBezTo>
                  <a:cubicBezTo>
                    <a:pt x="9894" y="1382"/>
                    <a:pt x="10311" y="1358"/>
                    <a:pt x="10573" y="1203"/>
                  </a:cubicBezTo>
                  <a:cubicBezTo>
                    <a:pt x="11145" y="846"/>
                    <a:pt x="10918" y="358"/>
                    <a:pt x="10418" y="179"/>
                  </a:cubicBezTo>
                  <a:cubicBezTo>
                    <a:pt x="9930" y="0"/>
                    <a:pt x="9299" y="12"/>
                    <a:pt x="87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7" name="Google Shape;3507;p69"/>
            <p:cNvSpPr/>
            <p:nvPr/>
          </p:nvSpPr>
          <p:spPr>
            <a:xfrm>
              <a:off x="2941425" y="3338925"/>
              <a:ext cx="683150" cy="1112250"/>
            </a:xfrm>
            <a:custGeom>
              <a:avLst/>
              <a:gdLst/>
              <a:ahLst/>
              <a:cxnLst/>
              <a:rect l="l" t="t" r="r" b="b"/>
              <a:pathLst>
                <a:path w="27326" h="44490" extrusionOk="0">
                  <a:moveTo>
                    <a:pt x="14260" y="700"/>
                  </a:moveTo>
                  <a:cubicBezTo>
                    <a:pt x="14348" y="700"/>
                    <a:pt x="14437" y="701"/>
                    <a:pt x="14526" y="703"/>
                  </a:cubicBezTo>
                  <a:cubicBezTo>
                    <a:pt x="14588" y="703"/>
                    <a:pt x="14651" y="703"/>
                    <a:pt x="14715" y="703"/>
                  </a:cubicBezTo>
                  <a:cubicBezTo>
                    <a:pt x="15194" y="703"/>
                    <a:pt x="15727" y="712"/>
                    <a:pt x="16157" y="870"/>
                  </a:cubicBezTo>
                  <a:cubicBezTo>
                    <a:pt x="16657" y="1049"/>
                    <a:pt x="16884" y="1549"/>
                    <a:pt x="16312" y="1894"/>
                  </a:cubicBezTo>
                  <a:cubicBezTo>
                    <a:pt x="16050" y="2061"/>
                    <a:pt x="15633" y="2084"/>
                    <a:pt x="15336" y="2132"/>
                  </a:cubicBezTo>
                  <a:cubicBezTo>
                    <a:pt x="15161" y="2155"/>
                    <a:pt x="15203" y="2430"/>
                    <a:pt x="15361" y="2430"/>
                  </a:cubicBezTo>
                  <a:cubicBezTo>
                    <a:pt x="15365" y="2430"/>
                    <a:pt x="15368" y="2430"/>
                    <a:pt x="15372" y="2430"/>
                  </a:cubicBezTo>
                  <a:lnTo>
                    <a:pt x="15633" y="2418"/>
                  </a:lnTo>
                  <a:lnTo>
                    <a:pt x="15633" y="2418"/>
                  </a:lnTo>
                  <a:cubicBezTo>
                    <a:pt x="15550" y="4347"/>
                    <a:pt x="15562" y="6275"/>
                    <a:pt x="15550" y="8216"/>
                  </a:cubicBezTo>
                  <a:cubicBezTo>
                    <a:pt x="15550" y="9919"/>
                    <a:pt x="15407" y="11717"/>
                    <a:pt x="15741" y="13395"/>
                  </a:cubicBezTo>
                  <a:cubicBezTo>
                    <a:pt x="16074" y="15015"/>
                    <a:pt x="17015" y="16384"/>
                    <a:pt x="17979" y="17693"/>
                  </a:cubicBezTo>
                  <a:cubicBezTo>
                    <a:pt x="19062" y="19158"/>
                    <a:pt x="20194" y="20587"/>
                    <a:pt x="21277" y="22063"/>
                  </a:cubicBezTo>
                  <a:cubicBezTo>
                    <a:pt x="21301" y="22087"/>
                    <a:pt x="21313" y="22111"/>
                    <a:pt x="21337" y="22123"/>
                  </a:cubicBezTo>
                  <a:cubicBezTo>
                    <a:pt x="20825" y="22349"/>
                    <a:pt x="20348" y="22611"/>
                    <a:pt x="19813" y="22754"/>
                  </a:cubicBezTo>
                  <a:cubicBezTo>
                    <a:pt x="19143" y="22932"/>
                    <a:pt x="18462" y="23017"/>
                    <a:pt x="17771" y="23017"/>
                  </a:cubicBezTo>
                  <a:cubicBezTo>
                    <a:pt x="17726" y="23017"/>
                    <a:pt x="17680" y="23016"/>
                    <a:pt x="17634" y="23016"/>
                  </a:cubicBezTo>
                  <a:cubicBezTo>
                    <a:pt x="15991" y="23004"/>
                    <a:pt x="14371" y="22551"/>
                    <a:pt x="12764" y="22206"/>
                  </a:cubicBezTo>
                  <a:cubicBezTo>
                    <a:pt x="11617" y="21958"/>
                    <a:pt x="10406" y="21753"/>
                    <a:pt x="9216" y="21753"/>
                  </a:cubicBezTo>
                  <a:cubicBezTo>
                    <a:pt x="8009" y="21753"/>
                    <a:pt x="6825" y="21964"/>
                    <a:pt x="5751" y="22551"/>
                  </a:cubicBezTo>
                  <a:cubicBezTo>
                    <a:pt x="6799" y="21122"/>
                    <a:pt x="7978" y="19801"/>
                    <a:pt x="9276" y="18598"/>
                  </a:cubicBezTo>
                  <a:cubicBezTo>
                    <a:pt x="10538" y="17420"/>
                    <a:pt x="11907" y="16289"/>
                    <a:pt x="12585" y="14669"/>
                  </a:cubicBezTo>
                  <a:cubicBezTo>
                    <a:pt x="13324" y="12919"/>
                    <a:pt x="13038" y="10859"/>
                    <a:pt x="13002" y="9002"/>
                  </a:cubicBezTo>
                  <a:cubicBezTo>
                    <a:pt x="12990" y="6823"/>
                    <a:pt x="12931" y="4656"/>
                    <a:pt x="12895" y="2477"/>
                  </a:cubicBezTo>
                  <a:cubicBezTo>
                    <a:pt x="13014" y="2454"/>
                    <a:pt x="13145" y="2430"/>
                    <a:pt x="13264" y="2394"/>
                  </a:cubicBezTo>
                  <a:cubicBezTo>
                    <a:pt x="13288" y="2382"/>
                    <a:pt x="13276" y="2370"/>
                    <a:pt x="13264" y="2370"/>
                  </a:cubicBezTo>
                  <a:cubicBezTo>
                    <a:pt x="13121" y="2370"/>
                    <a:pt x="12978" y="2358"/>
                    <a:pt x="12836" y="2346"/>
                  </a:cubicBezTo>
                  <a:cubicBezTo>
                    <a:pt x="12830" y="2340"/>
                    <a:pt x="12824" y="2337"/>
                    <a:pt x="12816" y="2337"/>
                  </a:cubicBezTo>
                  <a:cubicBezTo>
                    <a:pt x="12809" y="2337"/>
                    <a:pt x="12800" y="2340"/>
                    <a:pt x="12788" y="2346"/>
                  </a:cubicBezTo>
                  <a:cubicBezTo>
                    <a:pt x="12419" y="2263"/>
                    <a:pt x="12109" y="2084"/>
                    <a:pt x="12026" y="1632"/>
                  </a:cubicBezTo>
                  <a:cubicBezTo>
                    <a:pt x="11919" y="1120"/>
                    <a:pt x="12502" y="834"/>
                    <a:pt x="12883" y="787"/>
                  </a:cubicBezTo>
                  <a:cubicBezTo>
                    <a:pt x="13342" y="727"/>
                    <a:pt x="13801" y="700"/>
                    <a:pt x="14260" y="700"/>
                  </a:cubicBezTo>
                  <a:close/>
                  <a:moveTo>
                    <a:pt x="8778" y="22047"/>
                  </a:moveTo>
                  <a:cubicBezTo>
                    <a:pt x="10630" y="22047"/>
                    <a:pt x="12547" y="22630"/>
                    <a:pt x="14312" y="23075"/>
                  </a:cubicBezTo>
                  <a:cubicBezTo>
                    <a:pt x="15472" y="23370"/>
                    <a:pt x="16666" y="23596"/>
                    <a:pt x="17873" y="23596"/>
                  </a:cubicBezTo>
                  <a:cubicBezTo>
                    <a:pt x="18079" y="23596"/>
                    <a:pt x="18285" y="23589"/>
                    <a:pt x="18491" y="23575"/>
                  </a:cubicBezTo>
                  <a:cubicBezTo>
                    <a:pt x="19253" y="23528"/>
                    <a:pt x="20170" y="23385"/>
                    <a:pt x="20932" y="23016"/>
                  </a:cubicBezTo>
                  <a:lnTo>
                    <a:pt x="20932" y="23016"/>
                  </a:lnTo>
                  <a:cubicBezTo>
                    <a:pt x="19034" y="24793"/>
                    <a:pt x="16477" y="25412"/>
                    <a:pt x="13902" y="25412"/>
                  </a:cubicBezTo>
                  <a:cubicBezTo>
                    <a:pt x="13665" y="25412"/>
                    <a:pt x="13429" y="25407"/>
                    <a:pt x="13193" y="25397"/>
                  </a:cubicBezTo>
                  <a:cubicBezTo>
                    <a:pt x="10430" y="25290"/>
                    <a:pt x="7704" y="24635"/>
                    <a:pt x="5477" y="22932"/>
                  </a:cubicBezTo>
                  <a:cubicBezTo>
                    <a:pt x="5501" y="22896"/>
                    <a:pt x="5513" y="22885"/>
                    <a:pt x="5537" y="22849"/>
                  </a:cubicBezTo>
                  <a:cubicBezTo>
                    <a:pt x="6561" y="22261"/>
                    <a:pt x="7657" y="22047"/>
                    <a:pt x="8778" y="22047"/>
                  </a:cubicBezTo>
                  <a:close/>
                  <a:moveTo>
                    <a:pt x="21896" y="22908"/>
                  </a:moveTo>
                  <a:cubicBezTo>
                    <a:pt x="23742" y="25540"/>
                    <a:pt x="25373" y="28385"/>
                    <a:pt x="25980" y="31576"/>
                  </a:cubicBezTo>
                  <a:cubicBezTo>
                    <a:pt x="26563" y="34660"/>
                    <a:pt x="26040" y="38101"/>
                    <a:pt x="23956" y="40542"/>
                  </a:cubicBezTo>
                  <a:cubicBezTo>
                    <a:pt x="21888" y="42964"/>
                    <a:pt x="18719" y="43733"/>
                    <a:pt x="15657" y="43733"/>
                  </a:cubicBezTo>
                  <a:cubicBezTo>
                    <a:pt x="15633" y="43733"/>
                    <a:pt x="15609" y="43732"/>
                    <a:pt x="15586" y="43732"/>
                  </a:cubicBezTo>
                  <a:cubicBezTo>
                    <a:pt x="12324" y="43720"/>
                    <a:pt x="8621" y="43244"/>
                    <a:pt x="6061" y="41053"/>
                  </a:cubicBezTo>
                  <a:cubicBezTo>
                    <a:pt x="3584" y="38958"/>
                    <a:pt x="2287" y="35767"/>
                    <a:pt x="2239" y="32564"/>
                  </a:cubicBezTo>
                  <a:cubicBezTo>
                    <a:pt x="2191" y="29159"/>
                    <a:pt x="3489" y="25861"/>
                    <a:pt x="5382" y="23075"/>
                  </a:cubicBezTo>
                  <a:cubicBezTo>
                    <a:pt x="7347" y="25159"/>
                    <a:pt x="10430" y="25802"/>
                    <a:pt x="13193" y="25897"/>
                  </a:cubicBezTo>
                  <a:cubicBezTo>
                    <a:pt x="13390" y="25904"/>
                    <a:pt x="13588" y="25908"/>
                    <a:pt x="13786" y="25908"/>
                  </a:cubicBezTo>
                  <a:cubicBezTo>
                    <a:pt x="16734" y="25908"/>
                    <a:pt x="19753" y="25063"/>
                    <a:pt x="21884" y="22932"/>
                  </a:cubicBezTo>
                  <a:cubicBezTo>
                    <a:pt x="21896" y="22920"/>
                    <a:pt x="21896" y="22908"/>
                    <a:pt x="21896" y="22908"/>
                  </a:cubicBezTo>
                  <a:close/>
                  <a:moveTo>
                    <a:pt x="14587" y="82"/>
                  </a:moveTo>
                  <a:cubicBezTo>
                    <a:pt x="14423" y="82"/>
                    <a:pt x="14270" y="84"/>
                    <a:pt x="14133" y="84"/>
                  </a:cubicBezTo>
                  <a:cubicBezTo>
                    <a:pt x="13169" y="96"/>
                    <a:pt x="11645" y="1"/>
                    <a:pt x="11466" y="1239"/>
                  </a:cubicBezTo>
                  <a:cubicBezTo>
                    <a:pt x="11347" y="2160"/>
                    <a:pt x="11859" y="2499"/>
                    <a:pt x="12517" y="2499"/>
                  </a:cubicBezTo>
                  <a:cubicBezTo>
                    <a:pt x="12582" y="2499"/>
                    <a:pt x="12649" y="2496"/>
                    <a:pt x="12716" y="2489"/>
                  </a:cubicBezTo>
                  <a:lnTo>
                    <a:pt x="12716" y="2489"/>
                  </a:lnTo>
                  <a:cubicBezTo>
                    <a:pt x="12657" y="4561"/>
                    <a:pt x="12585" y="6633"/>
                    <a:pt x="12550" y="8704"/>
                  </a:cubicBezTo>
                  <a:cubicBezTo>
                    <a:pt x="12502" y="10633"/>
                    <a:pt x="12693" y="12860"/>
                    <a:pt x="11812" y="14634"/>
                  </a:cubicBezTo>
                  <a:cubicBezTo>
                    <a:pt x="11061" y="16169"/>
                    <a:pt x="9597" y="17253"/>
                    <a:pt x="8406" y="18444"/>
                  </a:cubicBezTo>
                  <a:cubicBezTo>
                    <a:pt x="7204" y="19622"/>
                    <a:pt x="6120" y="20908"/>
                    <a:pt x="5144" y="22277"/>
                  </a:cubicBezTo>
                  <a:cubicBezTo>
                    <a:pt x="1417" y="27588"/>
                    <a:pt x="1" y="35327"/>
                    <a:pt x="4644" y="40589"/>
                  </a:cubicBezTo>
                  <a:cubicBezTo>
                    <a:pt x="6870" y="43101"/>
                    <a:pt x="9978" y="43971"/>
                    <a:pt x="13217" y="44340"/>
                  </a:cubicBezTo>
                  <a:cubicBezTo>
                    <a:pt x="14062" y="44432"/>
                    <a:pt x="14929" y="44489"/>
                    <a:pt x="15798" y="44489"/>
                  </a:cubicBezTo>
                  <a:cubicBezTo>
                    <a:pt x="18050" y="44489"/>
                    <a:pt x="20318" y="44108"/>
                    <a:pt x="22277" y="42982"/>
                  </a:cubicBezTo>
                  <a:cubicBezTo>
                    <a:pt x="24897" y="41470"/>
                    <a:pt x="26444" y="38672"/>
                    <a:pt x="26861" y="35719"/>
                  </a:cubicBezTo>
                  <a:cubicBezTo>
                    <a:pt x="27325" y="32386"/>
                    <a:pt x="26313" y="29028"/>
                    <a:pt x="24777" y="26087"/>
                  </a:cubicBezTo>
                  <a:cubicBezTo>
                    <a:pt x="23777" y="24206"/>
                    <a:pt x="22575" y="22480"/>
                    <a:pt x="21277" y="20777"/>
                  </a:cubicBezTo>
                  <a:cubicBezTo>
                    <a:pt x="19991" y="19075"/>
                    <a:pt x="18551" y="17443"/>
                    <a:pt x="17408" y="15646"/>
                  </a:cubicBezTo>
                  <a:cubicBezTo>
                    <a:pt x="16145" y="13645"/>
                    <a:pt x="16098" y="11550"/>
                    <a:pt x="16074" y="9240"/>
                  </a:cubicBezTo>
                  <a:cubicBezTo>
                    <a:pt x="16050" y="6942"/>
                    <a:pt x="16098" y="4644"/>
                    <a:pt x="16074" y="2358"/>
                  </a:cubicBezTo>
                  <a:cubicBezTo>
                    <a:pt x="16776" y="2239"/>
                    <a:pt x="17503" y="1953"/>
                    <a:pt x="17193" y="1096"/>
                  </a:cubicBezTo>
                  <a:cubicBezTo>
                    <a:pt x="16848" y="151"/>
                    <a:pt x="15540" y="82"/>
                    <a:pt x="14587" y="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8" name="Google Shape;3508;p69"/>
            <p:cNvSpPr/>
            <p:nvPr/>
          </p:nvSpPr>
          <p:spPr>
            <a:xfrm>
              <a:off x="2839025" y="2818725"/>
              <a:ext cx="269400" cy="261500"/>
            </a:xfrm>
            <a:custGeom>
              <a:avLst/>
              <a:gdLst/>
              <a:ahLst/>
              <a:cxnLst/>
              <a:rect l="l" t="t" r="r" b="b"/>
              <a:pathLst>
                <a:path w="10776" h="10460" extrusionOk="0">
                  <a:moveTo>
                    <a:pt x="4844" y="0"/>
                  </a:moveTo>
                  <a:cubicBezTo>
                    <a:pt x="4409" y="0"/>
                    <a:pt x="4000" y="51"/>
                    <a:pt x="3704" y="199"/>
                  </a:cubicBezTo>
                  <a:cubicBezTo>
                    <a:pt x="1977" y="354"/>
                    <a:pt x="596" y="1902"/>
                    <a:pt x="251" y="3545"/>
                  </a:cubicBezTo>
                  <a:cubicBezTo>
                    <a:pt x="25" y="4664"/>
                    <a:pt x="1" y="5747"/>
                    <a:pt x="489" y="6819"/>
                  </a:cubicBezTo>
                  <a:cubicBezTo>
                    <a:pt x="965" y="7938"/>
                    <a:pt x="1739" y="8903"/>
                    <a:pt x="2727" y="9617"/>
                  </a:cubicBezTo>
                  <a:cubicBezTo>
                    <a:pt x="3516" y="10190"/>
                    <a:pt x="4452" y="10459"/>
                    <a:pt x="5391" y="10459"/>
                  </a:cubicBezTo>
                  <a:cubicBezTo>
                    <a:pt x="6891" y="10459"/>
                    <a:pt x="8396" y="9771"/>
                    <a:pt x="9312" y="8534"/>
                  </a:cubicBezTo>
                  <a:cubicBezTo>
                    <a:pt x="10574" y="6831"/>
                    <a:pt x="10776" y="4140"/>
                    <a:pt x="9931" y="2223"/>
                  </a:cubicBezTo>
                  <a:cubicBezTo>
                    <a:pt x="9502" y="1306"/>
                    <a:pt x="8704" y="616"/>
                    <a:pt x="7740" y="318"/>
                  </a:cubicBezTo>
                  <a:cubicBezTo>
                    <a:pt x="7156" y="163"/>
                    <a:pt x="6549" y="163"/>
                    <a:pt x="5954" y="80"/>
                  </a:cubicBezTo>
                  <a:cubicBezTo>
                    <a:pt x="5599" y="36"/>
                    <a:pt x="5212" y="0"/>
                    <a:pt x="48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9" name="Google Shape;3509;p69"/>
            <p:cNvSpPr/>
            <p:nvPr/>
          </p:nvSpPr>
          <p:spPr>
            <a:xfrm>
              <a:off x="2826525" y="2814600"/>
              <a:ext cx="287575" cy="274475"/>
            </a:xfrm>
            <a:custGeom>
              <a:avLst/>
              <a:gdLst/>
              <a:ahLst/>
              <a:cxnLst/>
              <a:rect l="l" t="t" r="r" b="b"/>
              <a:pathLst>
                <a:path w="11503" h="10979" extrusionOk="0">
                  <a:moveTo>
                    <a:pt x="6384" y="434"/>
                  </a:moveTo>
                  <a:cubicBezTo>
                    <a:pt x="6534" y="434"/>
                    <a:pt x="6684" y="442"/>
                    <a:pt x="6835" y="459"/>
                  </a:cubicBezTo>
                  <a:cubicBezTo>
                    <a:pt x="8121" y="614"/>
                    <a:pt x="9490" y="1162"/>
                    <a:pt x="10228" y="2341"/>
                  </a:cubicBezTo>
                  <a:cubicBezTo>
                    <a:pt x="10919" y="3472"/>
                    <a:pt x="11014" y="4972"/>
                    <a:pt x="10740" y="6246"/>
                  </a:cubicBezTo>
                  <a:cubicBezTo>
                    <a:pt x="10466" y="7544"/>
                    <a:pt x="9835" y="8782"/>
                    <a:pt x="8764" y="9544"/>
                  </a:cubicBezTo>
                  <a:cubicBezTo>
                    <a:pt x="7902" y="10148"/>
                    <a:pt x="6876" y="10464"/>
                    <a:pt x="5828" y="10464"/>
                  </a:cubicBezTo>
                  <a:cubicBezTo>
                    <a:pt x="5617" y="10464"/>
                    <a:pt x="5404" y="10451"/>
                    <a:pt x="5192" y="10425"/>
                  </a:cubicBezTo>
                  <a:cubicBezTo>
                    <a:pt x="2823" y="10115"/>
                    <a:pt x="882" y="8020"/>
                    <a:pt x="715" y="5531"/>
                  </a:cubicBezTo>
                  <a:cubicBezTo>
                    <a:pt x="620" y="4150"/>
                    <a:pt x="1072" y="2769"/>
                    <a:pt x="2037" y="1805"/>
                  </a:cubicBezTo>
                  <a:cubicBezTo>
                    <a:pt x="2239" y="1602"/>
                    <a:pt x="2453" y="1436"/>
                    <a:pt x="2680" y="1281"/>
                  </a:cubicBezTo>
                  <a:cubicBezTo>
                    <a:pt x="3287" y="864"/>
                    <a:pt x="4025" y="686"/>
                    <a:pt x="4751" y="590"/>
                  </a:cubicBezTo>
                  <a:cubicBezTo>
                    <a:pt x="5294" y="534"/>
                    <a:pt x="5836" y="434"/>
                    <a:pt x="6384" y="434"/>
                  </a:cubicBezTo>
                  <a:close/>
                  <a:moveTo>
                    <a:pt x="5965" y="1"/>
                  </a:moveTo>
                  <a:cubicBezTo>
                    <a:pt x="4103" y="1"/>
                    <a:pt x="2166" y="728"/>
                    <a:pt x="1275" y="2376"/>
                  </a:cubicBezTo>
                  <a:cubicBezTo>
                    <a:pt x="846" y="2984"/>
                    <a:pt x="548" y="3698"/>
                    <a:pt x="429" y="4436"/>
                  </a:cubicBezTo>
                  <a:cubicBezTo>
                    <a:pt x="1" y="7139"/>
                    <a:pt x="1596" y="9794"/>
                    <a:pt x="4073" y="10675"/>
                  </a:cubicBezTo>
                  <a:cubicBezTo>
                    <a:pt x="4651" y="10878"/>
                    <a:pt x="5254" y="10979"/>
                    <a:pt x="5857" y="10979"/>
                  </a:cubicBezTo>
                  <a:cubicBezTo>
                    <a:pt x="6631" y="10979"/>
                    <a:pt x="7404" y="10813"/>
                    <a:pt x="8121" y="10484"/>
                  </a:cubicBezTo>
                  <a:cubicBezTo>
                    <a:pt x="9419" y="9889"/>
                    <a:pt x="10323" y="8782"/>
                    <a:pt x="10847" y="7425"/>
                  </a:cubicBezTo>
                  <a:cubicBezTo>
                    <a:pt x="11371" y="6055"/>
                    <a:pt x="11502" y="4484"/>
                    <a:pt x="11038" y="3091"/>
                  </a:cubicBezTo>
                  <a:cubicBezTo>
                    <a:pt x="10847" y="2412"/>
                    <a:pt x="10466" y="1805"/>
                    <a:pt x="9942" y="1340"/>
                  </a:cubicBezTo>
                  <a:cubicBezTo>
                    <a:pt x="9407" y="912"/>
                    <a:pt x="8811" y="578"/>
                    <a:pt x="8168" y="364"/>
                  </a:cubicBezTo>
                  <a:cubicBezTo>
                    <a:pt x="7500" y="126"/>
                    <a:pt x="6739" y="1"/>
                    <a:pt x="59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0" name="Google Shape;3510;p69"/>
            <p:cNvSpPr/>
            <p:nvPr/>
          </p:nvSpPr>
          <p:spPr>
            <a:xfrm>
              <a:off x="2856300" y="2842400"/>
              <a:ext cx="228325" cy="218725"/>
            </a:xfrm>
            <a:custGeom>
              <a:avLst/>
              <a:gdLst/>
              <a:ahLst/>
              <a:cxnLst/>
              <a:rect l="l" t="t" r="r" b="b"/>
              <a:pathLst>
                <a:path w="9133" h="8749" extrusionOk="0">
                  <a:moveTo>
                    <a:pt x="5058" y="361"/>
                  </a:moveTo>
                  <a:cubicBezTo>
                    <a:pt x="5178" y="361"/>
                    <a:pt x="5298" y="368"/>
                    <a:pt x="5418" y="383"/>
                  </a:cubicBezTo>
                  <a:cubicBezTo>
                    <a:pt x="6465" y="502"/>
                    <a:pt x="7537" y="943"/>
                    <a:pt x="8132" y="1883"/>
                  </a:cubicBezTo>
                  <a:cubicBezTo>
                    <a:pt x="8704" y="2776"/>
                    <a:pt x="8775" y="3967"/>
                    <a:pt x="8549" y="4991"/>
                  </a:cubicBezTo>
                  <a:cubicBezTo>
                    <a:pt x="8335" y="6015"/>
                    <a:pt x="7823" y="7003"/>
                    <a:pt x="6977" y="7610"/>
                  </a:cubicBezTo>
                  <a:cubicBezTo>
                    <a:pt x="6299" y="8092"/>
                    <a:pt x="5482" y="8347"/>
                    <a:pt x="4654" y="8347"/>
                  </a:cubicBezTo>
                  <a:cubicBezTo>
                    <a:pt x="4480" y="8347"/>
                    <a:pt x="4306" y="8336"/>
                    <a:pt x="4132" y="8313"/>
                  </a:cubicBezTo>
                  <a:cubicBezTo>
                    <a:pt x="2251" y="8075"/>
                    <a:pt x="691" y="6408"/>
                    <a:pt x="560" y="4419"/>
                  </a:cubicBezTo>
                  <a:cubicBezTo>
                    <a:pt x="465" y="3324"/>
                    <a:pt x="858" y="2241"/>
                    <a:pt x="1620" y="1443"/>
                  </a:cubicBezTo>
                  <a:cubicBezTo>
                    <a:pt x="1774" y="1288"/>
                    <a:pt x="1941" y="1157"/>
                    <a:pt x="2132" y="1038"/>
                  </a:cubicBezTo>
                  <a:cubicBezTo>
                    <a:pt x="2620" y="717"/>
                    <a:pt x="3179" y="538"/>
                    <a:pt x="3763" y="490"/>
                  </a:cubicBezTo>
                  <a:cubicBezTo>
                    <a:pt x="4200" y="444"/>
                    <a:pt x="4630" y="361"/>
                    <a:pt x="5058" y="361"/>
                  </a:cubicBezTo>
                  <a:close/>
                  <a:moveTo>
                    <a:pt x="4753" y="0"/>
                  </a:moveTo>
                  <a:cubicBezTo>
                    <a:pt x="3267" y="0"/>
                    <a:pt x="1720" y="581"/>
                    <a:pt x="1012" y="1895"/>
                  </a:cubicBezTo>
                  <a:cubicBezTo>
                    <a:pt x="667" y="2383"/>
                    <a:pt x="429" y="2943"/>
                    <a:pt x="346" y="3538"/>
                  </a:cubicBezTo>
                  <a:cubicBezTo>
                    <a:pt x="0" y="5682"/>
                    <a:pt x="1262" y="7801"/>
                    <a:pt x="3239" y="8503"/>
                  </a:cubicBezTo>
                  <a:cubicBezTo>
                    <a:pt x="3708" y="8667"/>
                    <a:pt x="4196" y="8748"/>
                    <a:pt x="4682" y="8748"/>
                  </a:cubicBezTo>
                  <a:cubicBezTo>
                    <a:pt x="5293" y="8748"/>
                    <a:pt x="5902" y="8619"/>
                    <a:pt x="6465" y="8360"/>
                  </a:cubicBezTo>
                  <a:cubicBezTo>
                    <a:pt x="7501" y="7872"/>
                    <a:pt x="8228" y="7003"/>
                    <a:pt x="8644" y="5908"/>
                  </a:cubicBezTo>
                  <a:cubicBezTo>
                    <a:pt x="9085" y="4812"/>
                    <a:pt x="9132" y="3598"/>
                    <a:pt x="8799" y="2467"/>
                  </a:cubicBezTo>
                  <a:cubicBezTo>
                    <a:pt x="8644" y="1919"/>
                    <a:pt x="8335" y="1443"/>
                    <a:pt x="7918" y="1062"/>
                  </a:cubicBezTo>
                  <a:cubicBezTo>
                    <a:pt x="7501" y="729"/>
                    <a:pt x="7013" y="467"/>
                    <a:pt x="6501" y="288"/>
                  </a:cubicBezTo>
                  <a:cubicBezTo>
                    <a:pt x="5972" y="100"/>
                    <a:pt x="5368" y="0"/>
                    <a:pt x="47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1" name="Google Shape;3511;p69"/>
            <p:cNvSpPr/>
            <p:nvPr/>
          </p:nvSpPr>
          <p:spPr>
            <a:xfrm>
              <a:off x="2895875" y="2975725"/>
              <a:ext cx="22825" cy="16300"/>
            </a:xfrm>
            <a:custGeom>
              <a:avLst/>
              <a:gdLst/>
              <a:ahLst/>
              <a:cxnLst/>
              <a:rect l="l" t="t" r="r" b="b"/>
              <a:pathLst>
                <a:path w="913" h="652" extrusionOk="0">
                  <a:moveTo>
                    <a:pt x="763" y="1"/>
                  </a:moveTo>
                  <a:cubicBezTo>
                    <a:pt x="755" y="1"/>
                    <a:pt x="747" y="1"/>
                    <a:pt x="739" y="3"/>
                  </a:cubicBezTo>
                  <a:cubicBezTo>
                    <a:pt x="668" y="27"/>
                    <a:pt x="608" y="51"/>
                    <a:pt x="537" y="87"/>
                  </a:cubicBezTo>
                  <a:cubicBezTo>
                    <a:pt x="477" y="134"/>
                    <a:pt x="418" y="170"/>
                    <a:pt x="358" y="218"/>
                  </a:cubicBezTo>
                  <a:lnTo>
                    <a:pt x="287" y="277"/>
                  </a:lnTo>
                  <a:lnTo>
                    <a:pt x="227" y="337"/>
                  </a:lnTo>
                  <a:cubicBezTo>
                    <a:pt x="168" y="372"/>
                    <a:pt x="120" y="408"/>
                    <a:pt x="60" y="444"/>
                  </a:cubicBezTo>
                  <a:cubicBezTo>
                    <a:pt x="13" y="479"/>
                    <a:pt x="1" y="551"/>
                    <a:pt x="25" y="599"/>
                  </a:cubicBezTo>
                  <a:cubicBezTo>
                    <a:pt x="49" y="630"/>
                    <a:pt x="83" y="651"/>
                    <a:pt x="121" y="651"/>
                  </a:cubicBezTo>
                  <a:cubicBezTo>
                    <a:pt x="140" y="651"/>
                    <a:pt x="160" y="646"/>
                    <a:pt x="180" y="634"/>
                  </a:cubicBezTo>
                  <a:lnTo>
                    <a:pt x="322" y="527"/>
                  </a:lnTo>
                  <a:cubicBezTo>
                    <a:pt x="382" y="479"/>
                    <a:pt x="441" y="456"/>
                    <a:pt x="501" y="420"/>
                  </a:cubicBezTo>
                  <a:lnTo>
                    <a:pt x="668" y="337"/>
                  </a:lnTo>
                  <a:cubicBezTo>
                    <a:pt x="703" y="313"/>
                    <a:pt x="739" y="289"/>
                    <a:pt x="763" y="265"/>
                  </a:cubicBezTo>
                  <a:cubicBezTo>
                    <a:pt x="799" y="241"/>
                    <a:pt x="822" y="229"/>
                    <a:pt x="846" y="206"/>
                  </a:cubicBezTo>
                  <a:cubicBezTo>
                    <a:pt x="912" y="129"/>
                    <a:pt x="856" y="1"/>
                    <a:pt x="7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2" name="Google Shape;3512;p69"/>
            <p:cNvSpPr/>
            <p:nvPr/>
          </p:nvSpPr>
          <p:spPr>
            <a:xfrm>
              <a:off x="2890000" y="2952400"/>
              <a:ext cx="26475" cy="14225"/>
            </a:xfrm>
            <a:custGeom>
              <a:avLst/>
              <a:gdLst/>
              <a:ahLst/>
              <a:cxnLst/>
              <a:rect l="l" t="t" r="r" b="b"/>
              <a:pathLst>
                <a:path w="1059" h="569" extrusionOk="0">
                  <a:moveTo>
                    <a:pt x="892" y="0"/>
                  </a:moveTo>
                  <a:cubicBezTo>
                    <a:pt x="873" y="0"/>
                    <a:pt x="852" y="6"/>
                    <a:pt x="831" y="19"/>
                  </a:cubicBezTo>
                  <a:cubicBezTo>
                    <a:pt x="700" y="103"/>
                    <a:pt x="569" y="186"/>
                    <a:pt x="438" y="269"/>
                  </a:cubicBezTo>
                  <a:cubicBezTo>
                    <a:pt x="379" y="317"/>
                    <a:pt x="319" y="353"/>
                    <a:pt x="260" y="389"/>
                  </a:cubicBezTo>
                  <a:cubicBezTo>
                    <a:pt x="188" y="436"/>
                    <a:pt x="105" y="472"/>
                    <a:pt x="34" y="496"/>
                  </a:cubicBezTo>
                  <a:cubicBezTo>
                    <a:pt x="1" y="517"/>
                    <a:pt x="8" y="569"/>
                    <a:pt x="36" y="569"/>
                  </a:cubicBezTo>
                  <a:cubicBezTo>
                    <a:pt x="39" y="569"/>
                    <a:pt x="42" y="568"/>
                    <a:pt x="45" y="567"/>
                  </a:cubicBezTo>
                  <a:cubicBezTo>
                    <a:pt x="200" y="496"/>
                    <a:pt x="343" y="460"/>
                    <a:pt x="498" y="400"/>
                  </a:cubicBezTo>
                  <a:cubicBezTo>
                    <a:pt x="653" y="353"/>
                    <a:pt x="796" y="293"/>
                    <a:pt x="938" y="210"/>
                  </a:cubicBezTo>
                  <a:cubicBezTo>
                    <a:pt x="1058" y="160"/>
                    <a:pt x="993" y="0"/>
                    <a:pt x="8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3" name="Google Shape;3513;p69"/>
            <p:cNvSpPr/>
            <p:nvPr/>
          </p:nvSpPr>
          <p:spPr>
            <a:xfrm>
              <a:off x="2886350" y="2927875"/>
              <a:ext cx="31575" cy="14075"/>
            </a:xfrm>
            <a:custGeom>
              <a:avLst/>
              <a:gdLst/>
              <a:ahLst/>
              <a:cxnLst/>
              <a:rect l="l" t="t" r="r" b="b"/>
              <a:pathLst>
                <a:path w="1263" h="563" extrusionOk="0">
                  <a:moveTo>
                    <a:pt x="1096" y="0"/>
                  </a:moveTo>
                  <a:cubicBezTo>
                    <a:pt x="1001" y="12"/>
                    <a:pt x="906" y="24"/>
                    <a:pt x="822" y="48"/>
                  </a:cubicBezTo>
                  <a:cubicBezTo>
                    <a:pt x="739" y="72"/>
                    <a:pt x="656" y="96"/>
                    <a:pt x="584" y="131"/>
                  </a:cubicBezTo>
                  <a:lnTo>
                    <a:pt x="108" y="322"/>
                  </a:lnTo>
                  <a:cubicBezTo>
                    <a:pt x="49" y="346"/>
                    <a:pt x="1" y="405"/>
                    <a:pt x="13" y="477"/>
                  </a:cubicBezTo>
                  <a:cubicBezTo>
                    <a:pt x="34" y="528"/>
                    <a:pt x="90" y="562"/>
                    <a:pt x="144" y="562"/>
                  </a:cubicBezTo>
                  <a:cubicBezTo>
                    <a:pt x="152" y="562"/>
                    <a:pt x="160" y="561"/>
                    <a:pt x="168" y="560"/>
                  </a:cubicBezTo>
                  <a:lnTo>
                    <a:pt x="668" y="465"/>
                  </a:lnTo>
                  <a:cubicBezTo>
                    <a:pt x="751" y="453"/>
                    <a:pt x="822" y="417"/>
                    <a:pt x="906" y="405"/>
                  </a:cubicBezTo>
                  <a:cubicBezTo>
                    <a:pt x="1001" y="369"/>
                    <a:pt x="1084" y="334"/>
                    <a:pt x="1168" y="286"/>
                  </a:cubicBezTo>
                  <a:cubicBezTo>
                    <a:pt x="1239" y="250"/>
                    <a:pt x="1263" y="179"/>
                    <a:pt x="1251" y="119"/>
                  </a:cubicBezTo>
                  <a:cubicBezTo>
                    <a:pt x="1227" y="48"/>
                    <a:pt x="1168" y="0"/>
                    <a:pt x="109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4" name="Google Shape;3514;p69"/>
            <p:cNvSpPr/>
            <p:nvPr/>
          </p:nvSpPr>
          <p:spPr>
            <a:xfrm>
              <a:off x="2895300" y="2905250"/>
              <a:ext cx="29775" cy="6875"/>
            </a:xfrm>
            <a:custGeom>
              <a:avLst/>
              <a:gdLst/>
              <a:ahLst/>
              <a:cxnLst/>
              <a:rect l="l" t="t" r="r" b="b"/>
              <a:pathLst>
                <a:path w="1191" h="275" extrusionOk="0">
                  <a:moveTo>
                    <a:pt x="1048" y="0"/>
                  </a:moveTo>
                  <a:cubicBezTo>
                    <a:pt x="893" y="0"/>
                    <a:pt x="738" y="12"/>
                    <a:pt x="595" y="24"/>
                  </a:cubicBezTo>
                  <a:cubicBezTo>
                    <a:pt x="441" y="48"/>
                    <a:pt x="286" y="48"/>
                    <a:pt x="131" y="48"/>
                  </a:cubicBezTo>
                  <a:cubicBezTo>
                    <a:pt x="0" y="48"/>
                    <a:pt x="0" y="239"/>
                    <a:pt x="131" y="239"/>
                  </a:cubicBezTo>
                  <a:cubicBezTo>
                    <a:pt x="286" y="250"/>
                    <a:pt x="441" y="262"/>
                    <a:pt x="595" y="262"/>
                  </a:cubicBezTo>
                  <a:cubicBezTo>
                    <a:pt x="679" y="262"/>
                    <a:pt x="762" y="274"/>
                    <a:pt x="834" y="274"/>
                  </a:cubicBezTo>
                  <a:cubicBezTo>
                    <a:pt x="917" y="274"/>
                    <a:pt x="1000" y="274"/>
                    <a:pt x="1084" y="250"/>
                  </a:cubicBezTo>
                  <a:cubicBezTo>
                    <a:pt x="1155" y="239"/>
                    <a:pt x="1191" y="179"/>
                    <a:pt x="1179" y="108"/>
                  </a:cubicBezTo>
                  <a:cubicBezTo>
                    <a:pt x="1167" y="48"/>
                    <a:pt x="1119" y="0"/>
                    <a:pt x="10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5" name="Google Shape;3515;p69"/>
            <p:cNvSpPr/>
            <p:nvPr/>
          </p:nvSpPr>
          <p:spPr>
            <a:xfrm>
              <a:off x="2911950" y="2882200"/>
              <a:ext cx="26525" cy="14200"/>
            </a:xfrm>
            <a:custGeom>
              <a:avLst/>
              <a:gdLst/>
              <a:ahLst/>
              <a:cxnLst/>
              <a:rect l="l" t="t" r="r" b="b"/>
              <a:pathLst>
                <a:path w="1061" h="568" extrusionOk="0">
                  <a:moveTo>
                    <a:pt x="181" y="1"/>
                  </a:moveTo>
                  <a:cubicBezTo>
                    <a:pt x="153" y="1"/>
                    <a:pt x="121" y="9"/>
                    <a:pt x="96" y="18"/>
                  </a:cubicBezTo>
                  <a:cubicBezTo>
                    <a:pt x="60" y="41"/>
                    <a:pt x="37" y="77"/>
                    <a:pt x="25" y="113"/>
                  </a:cubicBezTo>
                  <a:cubicBezTo>
                    <a:pt x="1" y="196"/>
                    <a:pt x="48" y="280"/>
                    <a:pt x="132" y="303"/>
                  </a:cubicBezTo>
                  <a:cubicBezTo>
                    <a:pt x="251" y="339"/>
                    <a:pt x="358" y="375"/>
                    <a:pt x="477" y="410"/>
                  </a:cubicBezTo>
                  <a:lnTo>
                    <a:pt x="560" y="446"/>
                  </a:lnTo>
                  <a:lnTo>
                    <a:pt x="608" y="470"/>
                  </a:lnTo>
                  <a:cubicBezTo>
                    <a:pt x="656" y="494"/>
                    <a:pt x="715" y="518"/>
                    <a:pt x="763" y="541"/>
                  </a:cubicBezTo>
                  <a:cubicBezTo>
                    <a:pt x="791" y="559"/>
                    <a:pt x="823" y="567"/>
                    <a:pt x="854" y="567"/>
                  </a:cubicBezTo>
                  <a:cubicBezTo>
                    <a:pt x="929" y="567"/>
                    <a:pt x="1003" y="521"/>
                    <a:pt x="1037" y="446"/>
                  </a:cubicBezTo>
                  <a:cubicBezTo>
                    <a:pt x="1049" y="410"/>
                    <a:pt x="1061" y="351"/>
                    <a:pt x="1037" y="303"/>
                  </a:cubicBezTo>
                  <a:cubicBezTo>
                    <a:pt x="1013" y="256"/>
                    <a:pt x="965" y="220"/>
                    <a:pt x="918" y="196"/>
                  </a:cubicBezTo>
                  <a:cubicBezTo>
                    <a:pt x="691" y="113"/>
                    <a:pt x="453" y="41"/>
                    <a:pt x="215" y="6"/>
                  </a:cubicBezTo>
                  <a:cubicBezTo>
                    <a:pt x="205" y="2"/>
                    <a:pt x="193" y="1"/>
                    <a:pt x="1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6" name="Google Shape;3516;p69"/>
            <p:cNvSpPr/>
            <p:nvPr/>
          </p:nvSpPr>
          <p:spPr>
            <a:xfrm>
              <a:off x="2941075" y="2865850"/>
              <a:ext cx="17950" cy="20775"/>
            </a:xfrm>
            <a:custGeom>
              <a:avLst/>
              <a:gdLst/>
              <a:ahLst/>
              <a:cxnLst/>
              <a:rect l="l" t="t" r="r" b="b"/>
              <a:pathLst>
                <a:path w="718" h="831" extrusionOk="0">
                  <a:moveTo>
                    <a:pt x="139" y="1"/>
                  </a:moveTo>
                  <a:cubicBezTo>
                    <a:pt x="71" y="1"/>
                    <a:pt x="1" y="77"/>
                    <a:pt x="50" y="160"/>
                  </a:cubicBezTo>
                  <a:cubicBezTo>
                    <a:pt x="98" y="267"/>
                    <a:pt x="146" y="362"/>
                    <a:pt x="193" y="457"/>
                  </a:cubicBezTo>
                  <a:cubicBezTo>
                    <a:pt x="217" y="505"/>
                    <a:pt x="241" y="553"/>
                    <a:pt x="277" y="600"/>
                  </a:cubicBezTo>
                  <a:cubicBezTo>
                    <a:pt x="300" y="660"/>
                    <a:pt x="336" y="695"/>
                    <a:pt x="372" y="743"/>
                  </a:cubicBezTo>
                  <a:cubicBezTo>
                    <a:pt x="396" y="779"/>
                    <a:pt x="431" y="814"/>
                    <a:pt x="467" y="826"/>
                  </a:cubicBezTo>
                  <a:cubicBezTo>
                    <a:pt x="479" y="829"/>
                    <a:pt x="492" y="831"/>
                    <a:pt x="505" y="831"/>
                  </a:cubicBezTo>
                  <a:cubicBezTo>
                    <a:pt x="544" y="831"/>
                    <a:pt x="586" y="817"/>
                    <a:pt x="622" y="791"/>
                  </a:cubicBezTo>
                  <a:cubicBezTo>
                    <a:pt x="705" y="731"/>
                    <a:pt x="717" y="612"/>
                    <a:pt x="646" y="541"/>
                  </a:cubicBezTo>
                  <a:cubicBezTo>
                    <a:pt x="598" y="493"/>
                    <a:pt x="562" y="457"/>
                    <a:pt x="527" y="422"/>
                  </a:cubicBezTo>
                  <a:cubicBezTo>
                    <a:pt x="491" y="374"/>
                    <a:pt x="443" y="338"/>
                    <a:pt x="407" y="302"/>
                  </a:cubicBezTo>
                  <a:cubicBezTo>
                    <a:pt x="372" y="255"/>
                    <a:pt x="348" y="219"/>
                    <a:pt x="312" y="183"/>
                  </a:cubicBezTo>
                  <a:lnTo>
                    <a:pt x="300" y="160"/>
                  </a:lnTo>
                  <a:lnTo>
                    <a:pt x="277" y="124"/>
                  </a:lnTo>
                  <a:cubicBezTo>
                    <a:pt x="253" y="100"/>
                    <a:pt x="241" y="76"/>
                    <a:pt x="217" y="52"/>
                  </a:cubicBezTo>
                  <a:cubicBezTo>
                    <a:pt x="199" y="16"/>
                    <a:pt x="169" y="1"/>
                    <a:pt x="13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7" name="Google Shape;3517;p69"/>
            <p:cNvSpPr/>
            <p:nvPr/>
          </p:nvSpPr>
          <p:spPr>
            <a:xfrm>
              <a:off x="2973575" y="2864100"/>
              <a:ext cx="6575" cy="20100"/>
            </a:xfrm>
            <a:custGeom>
              <a:avLst/>
              <a:gdLst/>
              <a:ahLst/>
              <a:cxnLst/>
              <a:rect l="l" t="t" r="r" b="b"/>
              <a:pathLst>
                <a:path w="263" h="804" extrusionOk="0">
                  <a:moveTo>
                    <a:pt x="125" y="0"/>
                  </a:moveTo>
                  <a:cubicBezTo>
                    <a:pt x="75" y="0"/>
                    <a:pt x="24" y="33"/>
                    <a:pt x="24" y="99"/>
                  </a:cubicBezTo>
                  <a:cubicBezTo>
                    <a:pt x="0" y="313"/>
                    <a:pt x="0" y="515"/>
                    <a:pt x="36" y="718"/>
                  </a:cubicBezTo>
                  <a:cubicBezTo>
                    <a:pt x="47" y="770"/>
                    <a:pt x="102" y="803"/>
                    <a:pt x="163" y="803"/>
                  </a:cubicBezTo>
                  <a:cubicBezTo>
                    <a:pt x="172" y="803"/>
                    <a:pt x="182" y="803"/>
                    <a:pt x="191" y="801"/>
                  </a:cubicBezTo>
                  <a:cubicBezTo>
                    <a:pt x="239" y="765"/>
                    <a:pt x="262" y="718"/>
                    <a:pt x="250" y="658"/>
                  </a:cubicBezTo>
                  <a:cubicBezTo>
                    <a:pt x="239" y="611"/>
                    <a:pt x="227" y="563"/>
                    <a:pt x="227" y="503"/>
                  </a:cubicBezTo>
                  <a:lnTo>
                    <a:pt x="227" y="492"/>
                  </a:lnTo>
                  <a:lnTo>
                    <a:pt x="227" y="456"/>
                  </a:lnTo>
                  <a:lnTo>
                    <a:pt x="227" y="384"/>
                  </a:lnTo>
                  <a:cubicBezTo>
                    <a:pt x="215" y="289"/>
                    <a:pt x="215" y="194"/>
                    <a:pt x="227" y="99"/>
                  </a:cubicBezTo>
                  <a:cubicBezTo>
                    <a:pt x="227" y="33"/>
                    <a:pt x="176" y="0"/>
                    <a:pt x="1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8" name="Google Shape;3518;p69"/>
            <p:cNvSpPr/>
            <p:nvPr/>
          </p:nvSpPr>
          <p:spPr>
            <a:xfrm>
              <a:off x="2992550" y="2866625"/>
              <a:ext cx="15625" cy="26575"/>
            </a:xfrm>
            <a:custGeom>
              <a:avLst/>
              <a:gdLst/>
              <a:ahLst/>
              <a:cxnLst/>
              <a:rect l="l" t="t" r="r" b="b"/>
              <a:pathLst>
                <a:path w="625" h="1063" extrusionOk="0">
                  <a:moveTo>
                    <a:pt x="513" y="0"/>
                  </a:moveTo>
                  <a:cubicBezTo>
                    <a:pt x="477" y="0"/>
                    <a:pt x="442" y="21"/>
                    <a:pt x="432" y="69"/>
                  </a:cubicBezTo>
                  <a:cubicBezTo>
                    <a:pt x="420" y="105"/>
                    <a:pt x="408" y="129"/>
                    <a:pt x="396" y="164"/>
                  </a:cubicBezTo>
                  <a:cubicBezTo>
                    <a:pt x="384" y="200"/>
                    <a:pt x="361" y="224"/>
                    <a:pt x="349" y="260"/>
                  </a:cubicBezTo>
                  <a:cubicBezTo>
                    <a:pt x="313" y="331"/>
                    <a:pt x="301" y="379"/>
                    <a:pt x="265" y="450"/>
                  </a:cubicBezTo>
                  <a:cubicBezTo>
                    <a:pt x="218" y="569"/>
                    <a:pt x="146" y="700"/>
                    <a:pt x="75" y="819"/>
                  </a:cubicBezTo>
                  <a:cubicBezTo>
                    <a:pt x="0" y="944"/>
                    <a:pt x="111" y="1062"/>
                    <a:pt x="221" y="1062"/>
                  </a:cubicBezTo>
                  <a:cubicBezTo>
                    <a:pt x="269" y="1062"/>
                    <a:pt x="316" y="1040"/>
                    <a:pt x="349" y="986"/>
                  </a:cubicBezTo>
                  <a:cubicBezTo>
                    <a:pt x="420" y="843"/>
                    <a:pt x="468" y="700"/>
                    <a:pt x="515" y="545"/>
                  </a:cubicBezTo>
                  <a:cubicBezTo>
                    <a:pt x="539" y="486"/>
                    <a:pt x="563" y="414"/>
                    <a:pt x="575" y="343"/>
                  </a:cubicBezTo>
                  <a:cubicBezTo>
                    <a:pt x="587" y="260"/>
                    <a:pt x="587" y="188"/>
                    <a:pt x="611" y="117"/>
                  </a:cubicBezTo>
                  <a:cubicBezTo>
                    <a:pt x="625" y="46"/>
                    <a:pt x="567" y="0"/>
                    <a:pt x="5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9" name="Google Shape;3519;p69"/>
            <p:cNvSpPr/>
            <p:nvPr/>
          </p:nvSpPr>
          <p:spPr>
            <a:xfrm>
              <a:off x="3011675" y="2879500"/>
              <a:ext cx="18700" cy="20675"/>
            </a:xfrm>
            <a:custGeom>
              <a:avLst/>
              <a:gdLst/>
              <a:ahLst/>
              <a:cxnLst/>
              <a:rect l="l" t="t" r="r" b="b"/>
              <a:pathLst>
                <a:path w="748" h="827" extrusionOk="0">
                  <a:moveTo>
                    <a:pt x="622" y="0"/>
                  </a:moveTo>
                  <a:cubicBezTo>
                    <a:pt x="600" y="0"/>
                    <a:pt x="578" y="9"/>
                    <a:pt x="560" y="30"/>
                  </a:cubicBezTo>
                  <a:lnTo>
                    <a:pt x="72" y="578"/>
                  </a:lnTo>
                  <a:cubicBezTo>
                    <a:pt x="0" y="638"/>
                    <a:pt x="12" y="745"/>
                    <a:pt x="84" y="792"/>
                  </a:cubicBezTo>
                  <a:cubicBezTo>
                    <a:pt x="112" y="816"/>
                    <a:pt x="143" y="826"/>
                    <a:pt x="174" y="826"/>
                  </a:cubicBezTo>
                  <a:cubicBezTo>
                    <a:pt x="222" y="826"/>
                    <a:pt x="269" y="800"/>
                    <a:pt x="298" y="757"/>
                  </a:cubicBezTo>
                  <a:lnTo>
                    <a:pt x="703" y="137"/>
                  </a:lnTo>
                  <a:cubicBezTo>
                    <a:pt x="747" y="75"/>
                    <a:pt x="686" y="0"/>
                    <a:pt x="6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0" name="Google Shape;3520;p69"/>
            <p:cNvSpPr/>
            <p:nvPr/>
          </p:nvSpPr>
          <p:spPr>
            <a:xfrm>
              <a:off x="3027850" y="2893650"/>
              <a:ext cx="22250" cy="17225"/>
            </a:xfrm>
            <a:custGeom>
              <a:avLst/>
              <a:gdLst/>
              <a:ahLst/>
              <a:cxnLst/>
              <a:rect l="l" t="t" r="r" b="b"/>
              <a:pathLst>
                <a:path w="890" h="689" extrusionOk="0">
                  <a:moveTo>
                    <a:pt x="776" y="0"/>
                  </a:moveTo>
                  <a:cubicBezTo>
                    <a:pt x="761" y="0"/>
                    <a:pt x="746" y="4"/>
                    <a:pt x="735" y="12"/>
                  </a:cubicBezTo>
                  <a:lnTo>
                    <a:pt x="437" y="226"/>
                  </a:lnTo>
                  <a:cubicBezTo>
                    <a:pt x="342" y="298"/>
                    <a:pt x="235" y="357"/>
                    <a:pt x="127" y="417"/>
                  </a:cubicBezTo>
                  <a:cubicBezTo>
                    <a:pt x="1" y="485"/>
                    <a:pt x="121" y="689"/>
                    <a:pt x="234" y="689"/>
                  </a:cubicBezTo>
                  <a:cubicBezTo>
                    <a:pt x="260" y="689"/>
                    <a:pt x="284" y="679"/>
                    <a:pt x="306" y="655"/>
                  </a:cubicBezTo>
                  <a:cubicBezTo>
                    <a:pt x="389" y="572"/>
                    <a:pt x="473" y="476"/>
                    <a:pt x="568" y="405"/>
                  </a:cubicBezTo>
                  <a:lnTo>
                    <a:pt x="854" y="167"/>
                  </a:lnTo>
                  <a:cubicBezTo>
                    <a:pt x="889" y="131"/>
                    <a:pt x="889" y="83"/>
                    <a:pt x="866" y="48"/>
                  </a:cubicBezTo>
                  <a:cubicBezTo>
                    <a:pt x="842" y="16"/>
                    <a:pt x="807" y="0"/>
                    <a:pt x="7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1" name="Google Shape;3521;p69"/>
            <p:cNvSpPr/>
            <p:nvPr/>
          </p:nvSpPr>
          <p:spPr>
            <a:xfrm>
              <a:off x="3028700" y="2919825"/>
              <a:ext cx="31725" cy="12350"/>
            </a:xfrm>
            <a:custGeom>
              <a:avLst/>
              <a:gdLst/>
              <a:ahLst/>
              <a:cxnLst/>
              <a:rect l="l" t="t" r="r" b="b"/>
              <a:pathLst>
                <a:path w="1269" h="494" extrusionOk="0">
                  <a:moveTo>
                    <a:pt x="1105" y="0"/>
                  </a:moveTo>
                  <a:cubicBezTo>
                    <a:pt x="1101" y="0"/>
                    <a:pt x="1097" y="1"/>
                    <a:pt x="1093" y="1"/>
                  </a:cubicBezTo>
                  <a:cubicBezTo>
                    <a:pt x="951" y="13"/>
                    <a:pt x="784" y="25"/>
                    <a:pt x="641" y="48"/>
                  </a:cubicBezTo>
                  <a:cubicBezTo>
                    <a:pt x="486" y="72"/>
                    <a:pt x="343" y="108"/>
                    <a:pt x="201" y="144"/>
                  </a:cubicBezTo>
                  <a:cubicBezTo>
                    <a:pt x="1" y="210"/>
                    <a:pt x="70" y="494"/>
                    <a:pt x="253" y="494"/>
                  </a:cubicBezTo>
                  <a:cubicBezTo>
                    <a:pt x="267" y="494"/>
                    <a:pt x="281" y="492"/>
                    <a:pt x="296" y="489"/>
                  </a:cubicBezTo>
                  <a:cubicBezTo>
                    <a:pt x="439" y="453"/>
                    <a:pt x="582" y="418"/>
                    <a:pt x="712" y="370"/>
                  </a:cubicBezTo>
                  <a:cubicBezTo>
                    <a:pt x="855" y="334"/>
                    <a:pt x="986" y="299"/>
                    <a:pt x="1129" y="263"/>
                  </a:cubicBezTo>
                  <a:cubicBezTo>
                    <a:pt x="1269" y="228"/>
                    <a:pt x="1249" y="0"/>
                    <a:pt x="11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2" name="Google Shape;3522;p69"/>
            <p:cNvSpPr/>
            <p:nvPr/>
          </p:nvSpPr>
          <p:spPr>
            <a:xfrm>
              <a:off x="3034000" y="2943350"/>
              <a:ext cx="21450" cy="8650"/>
            </a:xfrm>
            <a:custGeom>
              <a:avLst/>
              <a:gdLst/>
              <a:ahLst/>
              <a:cxnLst/>
              <a:rect l="l" t="t" r="r" b="b"/>
              <a:pathLst>
                <a:path w="858" h="346" extrusionOk="0">
                  <a:moveTo>
                    <a:pt x="143" y="0"/>
                  </a:moveTo>
                  <a:cubicBezTo>
                    <a:pt x="108" y="0"/>
                    <a:pt x="72" y="12"/>
                    <a:pt x="48" y="36"/>
                  </a:cubicBezTo>
                  <a:cubicBezTo>
                    <a:pt x="24" y="60"/>
                    <a:pt x="12" y="84"/>
                    <a:pt x="12" y="120"/>
                  </a:cubicBezTo>
                  <a:cubicBezTo>
                    <a:pt x="0" y="179"/>
                    <a:pt x="48" y="250"/>
                    <a:pt x="108" y="262"/>
                  </a:cubicBezTo>
                  <a:lnTo>
                    <a:pt x="262" y="298"/>
                  </a:lnTo>
                  <a:cubicBezTo>
                    <a:pt x="322" y="310"/>
                    <a:pt x="381" y="322"/>
                    <a:pt x="441" y="322"/>
                  </a:cubicBezTo>
                  <a:lnTo>
                    <a:pt x="596" y="334"/>
                  </a:lnTo>
                  <a:lnTo>
                    <a:pt x="667" y="346"/>
                  </a:lnTo>
                  <a:cubicBezTo>
                    <a:pt x="703" y="346"/>
                    <a:pt x="727" y="334"/>
                    <a:pt x="762" y="334"/>
                  </a:cubicBezTo>
                  <a:cubicBezTo>
                    <a:pt x="846" y="298"/>
                    <a:pt x="858" y="191"/>
                    <a:pt x="786" y="143"/>
                  </a:cubicBezTo>
                  <a:cubicBezTo>
                    <a:pt x="751" y="131"/>
                    <a:pt x="727" y="108"/>
                    <a:pt x="691" y="108"/>
                  </a:cubicBezTo>
                  <a:lnTo>
                    <a:pt x="631" y="84"/>
                  </a:lnTo>
                  <a:lnTo>
                    <a:pt x="477" y="48"/>
                  </a:lnTo>
                  <a:cubicBezTo>
                    <a:pt x="370" y="24"/>
                    <a:pt x="262" y="12"/>
                    <a:pt x="1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3" name="Google Shape;3523;p69"/>
            <p:cNvSpPr/>
            <p:nvPr/>
          </p:nvSpPr>
          <p:spPr>
            <a:xfrm>
              <a:off x="3024475" y="2965375"/>
              <a:ext cx="24425" cy="12875"/>
            </a:xfrm>
            <a:custGeom>
              <a:avLst/>
              <a:gdLst/>
              <a:ahLst/>
              <a:cxnLst/>
              <a:rect l="l" t="t" r="r" b="b"/>
              <a:pathLst>
                <a:path w="977" h="515" extrusionOk="0">
                  <a:moveTo>
                    <a:pt x="191" y="1"/>
                  </a:moveTo>
                  <a:cubicBezTo>
                    <a:pt x="108" y="1"/>
                    <a:pt x="48" y="48"/>
                    <a:pt x="24" y="131"/>
                  </a:cubicBezTo>
                  <a:cubicBezTo>
                    <a:pt x="0" y="203"/>
                    <a:pt x="36" y="286"/>
                    <a:pt x="108" y="322"/>
                  </a:cubicBezTo>
                  <a:cubicBezTo>
                    <a:pt x="131" y="346"/>
                    <a:pt x="155" y="358"/>
                    <a:pt x="179" y="370"/>
                  </a:cubicBezTo>
                  <a:cubicBezTo>
                    <a:pt x="215" y="393"/>
                    <a:pt x="250" y="405"/>
                    <a:pt x="298" y="405"/>
                  </a:cubicBezTo>
                  <a:lnTo>
                    <a:pt x="453" y="441"/>
                  </a:lnTo>
                  <a:lnTo>
                    <a:pt x="786" y="512"/>
                  </a:lnTo>
                  <a:cubicBezTo>
                    <a:pt x="794" y="514"/>
                    <a:pt x="802" y="515"/>
                    <a:pt x="810" y="515"/>
                  </a:cubicBezTo>
                  <a:cubicBezTo>
                    <a:pt x="863" y="515"/>
                    <a:pt x="920" y="481"/>
                    <a:pt x="941" y="429"/>
                  </a:cubicBezTo>
                  <a:cubicBezTo>
                    <a:pt x="977" y="370"/>
                    <a:pt x="953" y="286"/>
                    <a:pt x="881" y="251"/>
                  </a:cubicBezTo>
                  <a:lnTo>
                    <a:pt x="584" y="120"/>
                  </a:lnTo>
                  <a:lnTo>
                    <a:pt x="429" y="48"/>
                  </a:lnTo>
                  <a:lnTo>
                    <a:pt x="393" y="36"/>
                  </a:lnTo>
                  <a:lnTo>
                    <a:pt x="370" y="24"/>
                  </a:lnTo>
                  <a:cubicBezTo>
                    <a:pt x="346" y="12"/>
                    <a:pt x="310" y="1"/>
                    <a:pt x="2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4" name="Google Shape;3524;p69"/>
            <p:cNvSpPr/>
            <p:nvPr/>
          </p:nvSpPr>
          <p:spPr>
            <a:xfrm>
              <a:off x="3023875" y="2988500"/>
              <a:ext cx="17300" cy="9950"/>
            </a:xfrm>
            <a:custGeom>
              <a:avLst/>
              <a:gdLst/>
              <a:ahLst/>
              <a:cxnLst/>
              <a:rect l="l" t="t" r="r" b="b"/>
              <a:pathLst>
                <a:path w="692" h="398" extrusionOk="0">
                  <a:moveTo>
                    <a:pt x="143" y="1"/>
                  </a:moveTo>
                  <a:cubicBezTo>
                    <a:pt x="101" y="1"/>
                    <a:pt x="57" y="19"/>
                    <a:pt x="24" y="52"/>
                  </a:cubicBezTo>
                  <a:cubicBezTo>
                    <a:pt x="1" y="76"/>
                    <a:pt x="1" y="111"/>
                    <a:pt x="1" y="159"/>
                  </a:cubicBezTo>
                  <a:cubicBezTo>
                    <a:pt x="13" y="195"/>
                    <a:pt x="36" y="230"/>
                    <a:pt x="72" y="254"/>
                  </a:cubicBezTo>
                  <a:cubicBezTo>
                    <a:pt x="143" y="314"/>
                    <a:pt x="239" y="361"/>
                    <a:pt x="334" y="373"/>
                  </a:cubicBezTo>
                  <a:cubicBezTo>
                    <a:pt x="429" y="397"/>
                    <a:pt x="524" y="397"/>
                    <a:pt x="620" y="397"/>
                  </a:cubicBezTo>
                  <a:cubicBezTo>
                    <a:pt x="655" y="397"/>
                    <a:pt x="679" y="373"/>
                    <a:pt x="679" y="338"/>
                  </a:cubicBezTo>
                  <a:cubicBezTo>
                    <a:pt x="691" y="302"/>
                    <a:pt x="667" y="254"/>
                    <a:pt x="632" y="254"/>
                  </a:cubicBezTo>
                  <a:lnTo>
                    <a:pt x="572" y="230"/>
                  </a:lnTo>
                  <a:lnTo>
                    <a:pt x="536" y="219"/>
                  </a:lnTo>
                  <a:lnTo>
                    <a:pt x="524" y="219"/>
                  </a:lnTo>
                  <a:cubicBezTo>
                    <a:pt x="489" y="207"/>
                    <a:pt x="453" y="183"/>
                    <a:pt x="417" y="159"/>
                  </a:cubicBezTo>
                  <a:cubicBezTo>
                    <a:pt x="394" y="147"/>
                    <a:pt x="382" y="135"/>
                    <a:pt x="358" y="123"/>
                  </a:cubicBezTo>
                  <a:lnTo>
                    <a:pt x="322" y="88"/>
                  </a:lnTo>
                  <a:cubicBezTo>
                    <a:pt x="298" y="76"/>
                    <a:pt x="286" y="64"/>
                    <a:pt x="274" y="52"/>
                  </a:cubicBezTo>
                  <a:lnTo>
                    <a:pt x="263" y="52"/>
                  </a:lnTo>
                  <a:lnTo>
                    <a:pt x="239" y="40"/>
                  </a:lnTo>
                  <a:cubicBezTo>
                    <a:pt x="212" y="13"/>
                    <a:pt x="178" y="1"/>
                    <a:pt x="1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5" name="Google Shape;3525;p69"/>
            <p:cNvSpPr/>
            <p:nvPr/>
          </p:nvSpPr>
          <p:spPr>
            <a:xfrm>
              <a:off x="3002150" y="2996025"/>
              <a:ext cx="19075" cy="17050"/>
            </a:xfrm>
            <a:custGeom>
              <a:avLst/>
              <a:gdLst/>
              <a:ahLst/>
              <a:cxnLst/>
              <a:rect l="l" t="t" r="r" b="b"/>
              <a:pathLst>
                <a:path w="763" h="682" extrusionOk="0">
                  <a:moveTo>
                    <a:pt x="191" y="1"/>
                  </a:moveTo>
                  <a:cubicBezTo>
                    <a:pt x="143" y="1"/>
                    <a:pt x="96" y="25"/>
                    <a:pt x="60" y="60"/>
                  </a:cubicBezTo>
                  <a:cubicBezTo>
                    <a:pt x="12" y="96"/>
                    <a:pt x="0" y="144"/>
                    <a:pt x="0" y="191"/>
                  </a:cubicBezTo>
                  <a:cubicBezTo>
                    <a:pt x="0" y="251"/>
                    <a:pt x="24" y="299"/>
                    <a:pt x="60" y="334"/>
                  </a:cubicBezTo>
                  <a:lnTo>
                    <a:pt x="96" y="382"/>
                  </a:lnTo>
                  <a:cubicBezTo>
                    <a:pt x="131" y="406"/>
                    <a:pt x="155" y="429"/>
                    <a:pt x="191" y="453"/>
                  </a:cubicBezTo>
                  <a:lnTo>
                    <a:pt x="298" y="525"/>
                  </a:lnTo>
                  <a:cubicBezTo>
                    <a:pt x="370" y="572"/>
                    <a:pt x="453" y="620"/>
                    <a:pt x="524" y="656"/>
                  </a:cubicBezTo>
                  <a:cubicBezTo>
                    <a:pt x="551" y="673"/>
                    <a:pt x="578" y="681"/>
                    <a:pt x="605" y="681"/>
                  </a:cubicBezTo>
                  <a:cubicBezTo>
                    <a:pt x="652" y="681"/>
                    <a:pt x="697" y="658"/>
                    <a:pt x="727" y="620"/>
                  </a:cubicBezTo>
                  <a:cubicBezTo>
                    <a:pt x="751" y="596"/>
                    <a:pt x="762" y="560"/>
                    <a:pt x="762" y="525"/>
                  </a:cubicBezTo>
                  <a:cubicBezTo>
                    <a:pt x="762" y="477"/>
                    <a:pt x="751" y="441"/>
                    <a:pt x="715" y="418"/>
                  </a:cubicBezTo>
                  <a:cubicBezTo>
                    <a:pt x="655" y="358"/>
                    <a:pt x="584" y="299"/>
                    <a:pt x="524" y="239"/>
                  </a:cubicBezTo>
                  <a:lnTo>
                    <a:pt x="429" y="144"/>
                  </a:lnTo>
                  <a:cubicBezTo>
                    <a:pt x="417" y="132"/>
                    <a:pt x="405" y="120"/>
                    <a:pt x="381" y="96"/>
                  </a:cubicBezTo>
                  <a:cubicBezTo>
                    <a:pt x="370" y="84"/>
                    <a:pt x="346" y="72"/>
                    <a:pt x="334" y="60"/>
                  </a:cubicBezTo>
                  <a:cubicBezTo>
                    <a:pt x="298" y="25"/>
                    <a:pt x="250" y="1"/>
                    <a:pt x="1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6" name="Google Shape;3526;p69"/>
            <p:cNvSpPr/>
            <p:nvPr/>
          </p:nvSpPr>
          <p:spPr>
            <a:xfrm>
              <a:off x="2962850" y="2886100"/>
              <a:ext cx="42900" cy="87325"/>
            </a:xfrm>
            <a:custGeom>
              <a:avLst/>
              <a:gdLst/>
              <a:ahLst/>
              <a:cxnLst/>
              <a:rect l="l" t="t" r="r" b="b"/>
              <a:pathLst>
                <a:path w="1716" h="3493" extrusionOk="0">
                  <a:moveTo>
                    <a:pt x="1614" y="1"/>
                  </a:moveTo>
                  <a:cubicBezTo>
                    <a:pt x="1595" y="1"/>
                    <a:pt x="1577" y="9"/>
                    <a:pt x="1561" y="28"/>
                  </a:cubicBezTo>
                  <a:cubicBezTo>
                    <a:pt x="1477" y="112"/>
                    <a:pt x="1418" y="207"/>
                    <a:pt x="1382" y="326"/>
                  </a:cubicBezTo>
                  <a:cubicBezTo>
                    <a:pt x="1334" y="445"/>
                    <a:pt x="1275" y="564"/>
                    <a:pt x="1227" y="695"/>
                  </a:cubicBezTo>
                  <a:cubicBezTo>
                    <a:pt x="1108" y="945"/>
                    <a:pt x="1013" y="1195"/>
                    <a:pt x="906" y="1457"/>
                  </a:cubicBezTo>
                  <a:cubicBezTo>
                    <a:pt x="810" y="1707"/>
                    <a:pt x="715" y="1969"/>
                    <a:pt x="644" y="2231"/>
                  </a:cubicBezTo>
                  <a:cubicBezTo>
                    <a:pt x="620" y="2314"/>
                    <a:pt x="572" y="2421"/>
                    <a:pt x="549" y="2529"/>
                  </a:cubicBezTo>
                  <a:cubicBezTo>
                    <a:pt x="532" y="2527"/>
                    <a:pt x="516" y="2526"/>
                    <a:pt x="500" y="2526"/>
                  </a:cubicBezTo>
                  <a:cubicBezTo>
                    <a:pt x="388" y="2526"/>
                    <a:pt x="285" y="2563"/>
                    <a:pt x="191" y="2636"/>
                  </a:cubicBezTo>
                  <a:cubicBezTo>
                    <a:pt x="84" y="2707"/>
                    <a:pt x="13" y="2838"/>
                    <a:pt x="1" y="2969"/>
                  </a:cubicBezTo>
                  <a:cubicBezTo>
                    <a:pt x="1" y="3017"/>
                    <a:pt x="13" y="3052"/>
                    <a:pt x="25" y="3100"/>
                  </a:cubicBezTo>
                  <a:cubicBezTo>
                    <a:pt x="37" y="3136"/>
                    <a:pt x="48" y="3172"/>
                    <a:pt x="72" y="3207"/>
                  </a:cubicBezTo>
                  <a:cubicBezTo>
                    <a:pt x="96" y="3279"/>
                    <a:pt x="156" y="3350"/>
                    <a:pt x="215" y="3398"/>
                  </a:cubicBezTo>
                  <a:cubicBezTo>
                    <a:pt x="263" y="3422"/>
                    <a:pt x="310" y="3445"/>
                    <a:pt x="358" y="3469"/>
                  </a:cubicBezTo>
                  <a:cubicBezTo>
                    <a:pt x="394" y="3481"/>
                    <a:pt x="429" y="3481"/>
                    <a:pt x="465" y="3493"/>
                  </a:cubicBezTo>
                  <a:cubicBezTo>
                    <a:pt x="513" y="3493"/>
                    <a:pt x="572" y="3481"/>
                    <a:pt x="632" y="3457"/>
                  </a:cubicBezTo>
                  <a:cubicBezTo>
                    <a:pt x="763" y="3410"/>
                    <a:pt x="858" y="3302"/>
                    <a:pt x="906" y="3160"/>
                  </a:cubicBezTo>
                  <a:cubicBezTo>
                    <a:pt x="953" y="3041"/>
                    <a:pt x="953" y="2910"/>
                    <a:pt x="918" y="2779"/>
                  </a:cubicBezTo>
                  <a:cubicBezTo>
                    <a:pt x="882" y="2707"/>
                    <a:pt x="846" y="2648"/>
                    <a:pt x="787" y="2612"/>
                  </a:cubicBezTo>
                  <a:cubicBezTo>
                    <a:pt x="775" y="2600"/>
                    <a:pt x="763" y="2600"/>
                    <a:pt x="763" y="2588"/>
                  </a:cubicBezTo>
                  <a:cubicBezTo>
                    <a:pt x="799" y="2481"/>
                    <a:pt x="834" y="2362"/>
                    <a:pt x="870" y="2255"/>
                  </a:cubicBezTo>
                  <a:cubicBezTo>
                    <a:pt x="953" y="2017"/>
                    <a:pt x="1049" y="1778"/>
                    <a:pt x="1132" y="1540"/>
                  </a:cubicBezTo>
                  <a:cubicBezTo>
                    <a:pt x="1215" y="1302"/>
                    <a:pt x="1311" y="1064"/>
                    <a:pt x="1406" y="838"/>
                  </a:cubicBezTo>
                  <a:cubicBezTo>
                    <a:pt x="1465" y="707"/>
                    <a:pt x="1513" y="588"/>
                    <a:pt x="1572" y="457"/>
                  </a:cubicBezTo>
                  <a:cubicBezTo>
                    <a:pt x="1644" y="350"/>
                    <a:pt x="1692" y="231"/>
                    <a:pt x="1715" y="112"/>
                  </a:cubicBezTo>
                  <a:cubicBezTo>
                    <a:pt x="1715" y="59"/>
                    <a:pt x="1665" y="1"/>
                    <a:pt x="161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27" name="Google Shape;3527;p69"/>
          <p:cNvGrpSpPr/>
          <p:nvPr/>
        </p:nvGrpSpPr>
        <p:grpSpPr>
          <a:xfrm>
            <a:off x="900928" y="951039"/>
            <a:ext cx="1467196" cy="981246"/>
            <a:chOff x="4353688" y="1857888"/>
            <a:chExt cx="824175" cy="551200"/>
          </a:xfrm>
        </p:grpSpPr>
        <p:sp>
          <p:nvSpPr>
            <p:cNvPr id="3528" name="Google Shape;3528;p69"/>
            <p:cNvSpPr/>
            <p:nvPr/>
          </p:nvSpPr>
          <p:spPr>
            <a:xfrm>
              <a:off x="5118363" y="2351288"/>
              <a:ext cx="50325" cy="50925"/>
            </a:xfrm>
            <a:custGeom>
              <a:avLst/>
              <a:gdLst/>
              <a:ahLst/>
              <a:cxnLst/>
              <a:rect l="l" t="t" r="r" b="b"/>
              <a:pathLst>
                <a:path w="2013" h="2037" extrusionOk="0">
                  <a:moveTo>
                    <a:pt x="798" y="1"/>
                  </a:moveTo>
                  <a:cubicBezTo>
                    <a:pt x="738" y="48"/>
                    <a:pt x="679" y="84"/>
                    <a:pt x="631" y="132"/>
                  </a:cubicBezTo>
                  <a:cubicBezTo>
                    <a:pt x="476" y="263"/>
                    <a:pt x="334" y="406"/>
                    <a:pt x="215" y="584"/>
                  </a:cubicBezTo>
                  <a:cubicBezTo>
                    <a:pt x="72" y="810"/>
                    <a:pt x="0" y="1072"/>
                    <a:pt x="12" y="1346"/>
                  </a:cubicBezTo>
                  <a:lnTo>
                    <a:pt x="429" y="1477"/>
                  </a:lnTo>
                  <a:cubicBezTo>
                    <a:pt x="703" y="1560"/>
                    <a:pt x="977" y="1632"/>
                    <a:pt x="1238" y="1727"/>
                  </a:cubicBezTo>
                  <a:cubicBezTo>
                    <a:pt x="1369" y="1775"/>
                    <a:pt x="1512" y="1822"/>
                    <a:pt x="1631" y="1882"/>
                  </a:cubicBezTo>
                  <a:cubicBezTo>
                    <a:pt x="1762" y="1930"/>
                    <a:pt x="1881" y="2001"/>
                    <a:pt x="2012" y="2037"/>
                  </a:cubicBezTo>
                  <a:cubicBezTo>
                    <a:pt x="1834" y="1727"/>
                    <a:pt x="1655" y="1418"/>
                    <a:pt x="1477" y="1096"/>
                  </a:cubicBezTo>
                  <a:cubicBezTo>
                    <a:pt x="1429" y="1001"/>
                    <a:pt x="1369" y="906"/>
                    <a:pt x="1310" y="822"/>
                  </a:cubicBezTo>
                  <a:cubicBezTo>
                    <a:pt x="1143" y="548"/>
                    <a:pt x="965" y="275"/>
                    <a:pt x="798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9" name="Google Shape;3529;p69"/>
            <p:cNvSpPr/>
            <p:nvPr/>
          </p:nvSpPr>
          <p:spPr>
            <a:xfrm>
              <a:off x="4996613" y="2246588"/>
              <a:ext cx="141125" cy="136275"/>
            </a:xfrm>
            <a:custGeom>
              <a:avLst/>
              <a:gdLst/>
              <a:ahLst/>
              <a:cxnLst/>
              <a:rect l="l" t="t" r="r" b="b"/>
              <a:pathLst>
                <a:path w="5645" h="5451" extrusionOk="0">
                  <a:moveTo>
                    <a:pt x="2465" y="1"/>
                  </a:moveTo>
                  <a:cubicBezTo>
                    <a:pt x="2343" y="1"/>
                    <a:pt x="2221" y="27"/>
                    <a:pt x="2108" y="81"/>
                  </a:cubicBezTo>
                  <a:cubicBezTo>
                    <a:pt x="1572" y="355"/>
                    <a:pt x="1929" y="950"/>
                    <a:pt x="2191" y="1284"/>
                  </a:cubicBezTo>
                  <a:cubicBezTo>
                    <a:pt x="2282" y="1394"/>
                    <a:pt x="2194" y="1538"/>
                    <a:pt x="2079" y="1538"/>
                  </a:cubicBezTo>
                  <a:cubicBezTo>
                    <a:pt x="2058" y="1538"/>
                    <a:pt x="2035" y="1533"/>
                    <a:pt x="2013" y="1522"/>
                  </a:cubicBezTo>
                  <a:cubicBezTo>
                    <a:pt x="1821" y="1447"/>
                    <a:pt x="1611" y="1363"/>
                    <a:pt x="1398" y="1363"/>
                  </a:cubicBezTo>
                  <a:cubicBezTo>
                    <a:pt x="1373" y="1363"/>
                    <a:pt x="1347" y="1364"/>
                    <a:pt x="1322" y="1367"/>
                  </a:cubicBezTo>
                  <a:cubicBezTo>
                    <a:pt x="1108" y="1379"/>
                    <a:pt x="941" y="1534"/>
                    <a:pt x="917" y="1748"/>
                  </a:cubicBezTo>
                  <a:cubicBezTo>
                    <a:pt x="882" y="2212"/>
                    <a:pt x="1346" y="2498"/>
                    <a:pt x="1513" y="2879"/>
                  </a:cubicBezTo>
                  <a:cubicBezTo>
                    <a:pt x="1542" y="2958"/>
                    <a:pt x="1474" y="3061"/>
                    <a:pt x="1389" y="3061"/>
                  </a:cubicBezTo>
                  <a:cubicBezTo>
                    <a:pt x="1371" y="3061"/>
                    <a:pt x="1353" y="3056"/>
                    <a:pt x="1334" y="3046"/>
                  </a:cubicBezTo>
                  <a:cubicBezTo>
                    <a:pt x="1177" y="2958"/>
                    <a:pt x="965" y="2891"/>
                    <a:pt x="762" y="2891"/>
                  </a:cubicBezTo>
                  <a:cubicBezTo>
                    <a:pt x="551" y="2891"/>
                    <a:pt x="348" y="2964"/>
                    <a:pt x="227" y="3165"/>
                  </a:cubicBezTo>
                  <a:cubicBezTo>
                    <a:pt x="1" y="3546"/>
                    <a:pt x="429" y="3951"/>
                    <a:pt x="691" y="4177"/>
                  </a:cubicBezTo>
                  <a:cubicBezTo>
                    <a:pt x="727" y="4201"/>
                    <a:pt x="739" y="4248"/>
                    <a:pt x="739" y="4296"/>
                  </a:cubicBezTo>
                  <a:lnTo>
                    <a:pt x="3715" y="5189"/>
                  </a:lnTo>
                  <a:lnTo>
                    <a:pt x="4584" y="5451"/>
                  </a:lnTo>
                  <a:cubicBezTo>
                    <a:pt x="4596" y="5153"/>
                    <a:pt x="4692" y="4867"/>
                    <a:pt x="4870" y="4629"/>
                  </a:cubicBezTo>
                  <a:cubicBezTo>
                    <a:pt x="5013" y="4415"/>
                    <a:pt x="5227" y="4260"/>
                    <a:pt x="5466" y="4177"/>
                  </a:cubicBezTo>
                  <a:cubicBezTo>
                    <a:pt x="5525" y="4165"/>
                    <a:pt x="5585" y="4153"/>
                    <a:pt x="5644" y="4153"/>
                  </a:cubicBezTo>
                  <a:cubicBezTo>
                    <a:pt x="5430" y="3808"/>
                    <a:pt x="5204" y="3474"/>
                    <a:pt x="4989" y="3141"/>
                  </a:cubicBezTo>
                  <a:cubicBezTo>
                    <a:pt x="4668" y="2617"/>
                    <a:pt x="4346" y="2117"/>
                    <a:pt x="4025" y="1605"/>
                  </a:cubicBezTo>
                  <a:cubicBezTo>
                    <a:pt x="3739" y="1153"/>
                    <a:pt x="3453" y="700"/>
                    <a:pt x="3191" y="248"/>
                  </a:cubicBezTo>
                  <a:cubicBezTo>
                    <a:pt x="3072" y="188"/>
                    <a:pt x="2941" y="129"/>
                    <a:pt x="2822" y="81"/>
                  </a:cubicBezTo>
                  <a:cubicBezTo>
                    <a:pt x="2709" y="27"/>
                    <a:pt x="2587" y="1"/>
                    <a:pt x="24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0" name="Google Shape;3530;p69"/>
            <p:cNvSpPr/>
            <p:nvPr/>
          </p:nvSpPr>
          <p:spPr>
            <a:xfrm>
              <a:off x="4561438" y="1969338"/>
              <a:ext cx="511400" cy="305475"/>
            </a:xfrm>
            <a:custGeom>
              <a:avLst/>
              <a:gdLst/>
              <a:ahLst/>
              <a:cxnLst/>
              <a:rect l="l" t="t" r="r" b="b"/>
              <a:pathLst>
                <a:path w="20456" h="12219" extrusionOk="0">
                  <a:moveTo>
                    <a:pt x="1420" y="1"/>
                  </a:moveTo>
                  <a:cubicBezTo>
                    <a:pt x="865" y="1"/>
                    <a:pt x="367" y="412"/>
                    <a:pt x="1" y="813"/>
                  </a:cubicBezTo>
                  <a:lnTo>
                    <a:pt x="13" y="836"/>
                  </a:lnTo>
                  <a:cubicBezTo>
                    <a:pt x="44" y="805"/>
                    <a:pt x="87" y="784"/>
                    <a:pt x="129" y="784"/>
                  </a:cubicBezTo>
                  <a:cubicBezTo>
                    <a:pt x="150" y="784"/>
                    <a:pt x="171" y="789"/>
                    <a:pt x="191" y="801"/>
                  </a:cubicBezTo>
                  <a:cubicBezTo>
                    <a:pt x="1453" y="1479"/>
                    <a:pt x="2680" y="2229"/>
                    <a:pt x="3918" y="2956"/>
                  </a:cubicBezTo>
                  <a:cubicBezTo>
                    <a:pt x="5168" y="3682"/>
                    <a:pt x="6418" y="4408"/>
                    <a:pt x="7656" y="5147"/>
                  </a:cubicBezTo>
                  <a:cubicBezTo>
                    <a:pt x="10121" y="6611"/>
                    <a:pt x="12586" y="8087"/>
                    <a:pt x="15026" y="9588"/>
                  </a:cubicBezTo>
                  <a:cubicBezTo>
                    <a:pt x="16396" y="10421"/>
                    <a:pt x="17789" y="11254"/>
                    <a:pt x="19110" y="12171"/>
                  </a:cubicBezTo>
                  <a:lnTo>
                    <a:pt x="19134" y="12195"/>
                  </a:lnTo>
                  <a:cubicBezTo>
                    <a:pt x="19134" y="12195"/>
                    <a:pt x="19134" y="12207"/>
                    <a:pt x="19134" y="12219"/>
                  </a:cubicBezTo>
                  <a:lnTo>
                    <a:pt x="19146" y="12219"/>
                  </a:lnTo>
                  <a:cubicBezTo>
                    <a:pt x="19063" y="12052"/>
                    <a:pt x="19003" y="11874"/>
                    <a:pt x="18991" y="11695"/>
                  </a:cubicBezTo>
                  <a:cubicBezTo>
                    <a:pt x="18967" y="11421"/>
                    <a:pt x="19098" y="11159"/>
                    <a:pt x="19336" y="11016"/>
                  </a:cubicBezTo>
                  <a:cubicBezTo>
                    <a:pt x="19493" y="10928"/>
                    <a:pt x="19670" y="10883"/>
                    <a:pt x="19848" y="10883"/>
                  </a:cubicBezTo>
                  <a:cubicBezTo>
                    <a:pt x="20007" y="10883"/>
                    <a:pt x="20166" y="10919"/>
                    <a:pt x="20313" y="10992"/>
                  </a:cubicBezTo>
                  <a:cubicBezTo>
                    <a:pt x="20360" y="11016"/>
                    <a:pt x="20408" y="11040"/>
                    <a:pt x="20456" y="11064"/>
                  </a:cubicBezTo>
                  <a:cubicBezTo>
                    <a:pt x="20456" y="11052"/>
                    <a:pt x="20456" y="11028"/>
                    <a:pt x="20456" y="11016"/>
                  </a:cubicBezTo>
                  <a:cubicBezTo>
                    <a:pt x="20146" y="10850"/>
                    <a:pt x="19836" y="10695"/>
                    <a:pt x="19551" y="10528"/>
                  </a:cubicBezTo>
                  <a:cubicBezTo>
                    <a:pt x="19205" y="10326"/>
                    <a:pt x="18860" y="10123"/>
                    <a:pt x="18515" y="9921"/>
                  </a:cubicBezTo>
                  <a:cubicBezTo>
                    <a:pt x="17800" y="9492"/>
                    <a:pt x="17098" y="9064"/>
                    <a:pt x="16396" y="8635"/>
                  </a:cubicBezTo>
                  <a:cubicBezTo>
                    <a:pt x="14967" y="7790"/>
                    <a:pt x="13550" y="6921"/>
                    <a:pt x="12133" y="6075"/>
                  </a:cubicBezTo>
                  <a:cubicBezTo>
                    <a:pt x="9299" y="4385"/>
                    <a:pt x="6466" y="2706"/>
                    <a:pt x="3620" y="1039"/>
                  </a:cubicBezTo>
                  <a:lnTo>
                    <a:pt x="2549" y="420"/>
                  </a:lnTo>
                  <a:cubicBezTo>
                    <a:pt x="2215" y="229"/>
                    <a:pt x="1870" y="27"/>
                    <a:pt x="1489" y="3"/>
                  </a:cubicBezTo>
                  <a:cubicBezTo>
                    <a:pt x="1466" y="2"/>
                    <a:pt x="1443" y="1"/>
                    <a:pt x="1420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1" name="Google Shape;3531;p69"/>
            <p:cNvSpPr/>
            <p:nvPr/>
          </p:nvSpPr>
          <p:spPr>
            <a:xfrm>
              <a:off x="4540013" y="1989638"/>
              <a:ext cx="498300" cy="324475"/>
            </a:xfrm>
            <a:custGeom>
              <a:avLst/>
              <a:gdLst/>
              <a:ahLst/>
              <a:cxnLst/>
              <a:rect l="l" t="t" r="r" b="b"/>
              <a:pathLst>
                <a:path w="19932" h="12979" extrusionOk="0">
                  <a:moveTo>
                    <a:pt x="858" y="1"/>
                  </a:moveTo>
                  <a:cubicBezTo>
                    <a:pt x="798" y="72"/>
                    <a:pt x="739" y="132"/>
                    <a:pt x="691" y="191"/>
                  </a:cubicBezTo>
                  <a:cubicBezTo>
                    <a:pt x="393" y="548"/>
                    <a:pt x="155" y="965"/>
                    <a:pt x="0" y="1394"/>
                  </a:cubicBezTo>
                  <a:cubicBezTo>
                    <a:pt x="30" y="1376"/>
                    <a:pt x="63" y="1367"/>
                    <a:pt x="96" y="1367"/>
                  </a:cubicBezTo>
                  <a:cubicBezTo>
                    <a:pt x="128" y="1367"/>
                    <a:pt x="161" y="1376"/>
                    <a:pt x="191" y="1394"/>
                  </a:cubicBezTo>
                  <a:cubicBezTo>
                    <a:pt x="2667" y="2858"/>
                    <a:pt x="5156" y="4335"/>
                    <a:pt x="7632" y="5823"/>
                  </a:cubicBezTo>
                  <a:cubicBezTo>
                    <a:pt x="10121" y="7311"/>
                    <a:pt x="12597" y="8811"/>
                    <a:pt x="15062" y="10323"/>
                  </a:cubicBezTo>
                  <a:cubicBezTo>
                    <a:pt x="16443" y="11169"/>
                    <a:pt x="17824" y="12038"/>
                    <a:pt x="19169" y="12931"/>
                  </a:cubicBezTo>
                  <a:cubicBezTo>
                    <a:pt x="19193" y="12943"/>
                    <a:pt x="19181" y="12955"/>
                    <a:pt x="19158" y="12955"/>
                  </a:cubicBezTo>
                  <a:cubicBezTo>
                    <a:pt x="19217" y="12967"/>
                    <a:pt x="19265" y="12978"/>
                    <a:pt x="19312" y="12978"/>
                  </a:cubicBezTo>
                  <a:cubicBezTo>
                    <a:pt x="19050" y="12633"/>
                    <a:pt x="18800" y="12216"/>
                    <a:pt x="18967" y="11800"/>
                  </a:cubicBezTo>
                  <a:cubicBezTo>
                    <a:pt x="19099" y="11479"/>
                    <a:pt x="19387" y="11375"/>
                    <a:pt x="19691" y="11375"/>
                  </a:cubicBezTo>
                  <a:cubicBezTo>
                    <a:pt x="19771" y="11375"/>
                    <a:pt x="19852" y="11382"/>
                    <a:pt x="19931" y="11395"/>
                  </a:cubicBezTo>
                  <a:cubicBezTo>
                    <a:pt x="18693" y="10716"/>
                    <a:pt x="17479" y="9966"/>
                    <a:pt x="16276" y="9240"/>
                  </a:cubicBezTo>
                  <a:cubicBezTo>
                    <a:pt x="15038" y="8502"/>
                    <a:pt x="13800" y="7764"/>
                    <a:pt x="12550" y="7025"/>
                  </a:cubicBezTo>
                  <a:cubicBezTo>
                    <a:pt x="10085" y="5549"/>
                    <a:pt x="7608" y="4108"/>
                    <a:pt x="5132" y="2680"/>
                  </a:cubicBezTo>
                  <a:cubicBezTo>
                    <a:pt x="3727" y="1858"/>
                    <a:pt x="2286" y="1084"/>
                    <a:pt x="893" y="251"/>
                  </a:cubicBezTo>
                  <a:cubicBezTo>
                    <a:pt x="822" y="191"/>
                    <a:pt x="810" y="84"/>
                    <a:pt x="881" y="24"/>
                  </a:cubicBezTo>
                  <a:lnTo>
                    <a:pt x="858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2" name="Google Shape;3532;p69"/>
            <p:cNvSpPr/>
            <p:nvPr/>
          </p:nvSpPr>
          <p:spPr>
            <a:xfrm>
              <a:off x="4534938" y="2030113"/>
              <a:ext cx="484025" cy="323875"/>
            </a:xfrm>
            <a:custGeom>
              <a:avLst/>
              <a:gdLst/>
              <a:ahLst/>
              <a:cxnLst/>
              <a:rect l="l" t="t" r="r" b="b"/>
              <a:pathLst>
                <a:path w="19361" h="12955" extrusionOk="0">
                  <a:moveTo>
                    <a:pt x="132" y="1"/>
                  </a:moveTo>
                  <a:cubicBezTo>
                    <a:pt x="96" y="132"/>
                    <a:pt x="72" y="263"/>
                    <a:pt x="49" y="394"/>
                  </a:cubicBezTo>
                  <a:cubicBezTo>
                    <a:pt x="1" y="703"/>
                    <a:pt x="49" y="1037"/>
                    <a:pt x="191" y="1322"/>
                  </a:cubicBezTo>
                  <a:cubicBezTo>
                    <a:pt x="334" y="1632"/>
                    <a:pt x="644" y="1834"/>
                    <a:pt x="930" y="2013"/>
                  </a:cubicBezTo>
                  <a:cubicBezTo>
                    <a:pt x="2335" y="2894"/>
                    <a:pt x="3763" y="3739"/>
                    <a:pt x="5168" y="4597"/>
                  </a:cubicBezTo>
                  <a:cubicBezTo>
                    <a:pt x="6597" y="5454"/>
                    <a:pt x="8026" y="6323"/>
                    <a:pt x="9455" y="7192"/>
                  </a:cubicBezTo>
                  <a:cubicBezTo>
                    <a:pt x="12300" y="8942"/>
                    <a:pt x="15146" y="10669"/>
                    <a:pt x="17979" y="12431"/>
                  </a:cubicBezTo>
                  <a:cubicBezTo>
                    <a:pt x="18241" y="12598"/>
                    <a:pt x="18491" y="12776"/>
                    <a:pt x="18753" y="12955"/>
                  </a:cubicBezTo>
                  <a:cubicBezTo>
                    <a:pt x="18765" y="12931"/>
                    <a:pt x="18789" y="12907"/>
                    <a:pt x="18825" y="12895"/>
                  </a:cubicBezTo>
                  <a:cubicBezTo>
                    <a:pt x="18527" y="12574"/>
                    <a:pt x="18253" y="12157"/>
                    <a:pt x="18503" y="11717"/>
                  </a:cubicBezTo>
                  <a:cubicBezTo>
                    <a:pt x="18622" y="11526"/>
                    <a:pt x="18813" y="11395"/>
                    <a:pt x="19039" y="11359"/>
                  </a:cubicBezTo>
                  <a:cubicBezTo>
                    <a:pt x="19105" y="11345"/>
                    <a:pt x="19171" y="11335"/>
                    <a:pt x="19238" y="11335"/>
                  </a:cubicBezTo>
                  <a:cubicBezTo>
                    <a:pt x="19279" y="11335"/>
                    <a:pt x="19320" y="11338"/>
                    <a:pt x="19361" y="11348"/>
                  </a:cubicBezTo>
                  <a:cubicBezTo>
                    <a:pt x="16848" y="9907"/>
                    <a:pt x="14384" y="8395"/>
                    <a:pt x="11895" y="6918"/>
                  </a:cubicBezTo>
                  <a:cubicBezTo>
                    <a:pt x="9395" y="5442"/>
                    <a:pt x="6895" y="3978"/>
                    <a:pt x="4394" y="2501"/>
                  </a:cubicBezTo>
                  <a:cubicBezTo>
                    <a:pt x="3001" y="1680"/>
                    <a:pt x="1596" y="870"/>
                    <a:pt x="191" y="49"/>
                  </a:cubicBezTo>
                  <a:cubicBezTo>
                    <a:pt x="168" y="37"/>
                    <a:pt x="144" y="13"/>
                    <a:pt x="132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3" name="Google Shape;3533;p69"/>
            <p:cNvSpPr/>
            <p:nvPr/>
          </p:nvSpPr>
          <p:spPr>
            <a:xfrm>
              <a:off x="4460838" y="1917013"/>
              <a:ext cx="139025" cy="155175"/>
            </a:xfrm>
            <a:custGeom>
              <a:avLst/>
              <a:gdLst/>
              <a:ahLst/>
              <a:cxnLst/>
              <a:rect l="l" t="t" r="r" b="b"/>
              <a:pathLst>
                <a:path w="5561" h="6207" extrusionOk="0">
                  <a:moveTo>
                    <a:pt x="2673" y="1"/>
                  </a:moveTo>
                  <a:cubicBezTo>
                    <a:pt x="2563" y="1"/>
                    <a:pt x="2453" y="12"/>
                    <a:pt x="2346" y="36"/>
                  </a:cubicBezTo>
                  <a:cubicBezTo>
                    <a:pt x="1870" y="143"/>
                    <a:pt x="1489" y="453"/>
                    <a:pt x="1167" y="798"/>
                  </a:cubicBezTo>
                  <a:cubicBezTo>
                    <a:pt x="822" y="1167"/>
                    <a:pt x="548" y="1596"/>
                    <a:pt x="346" y="2060"/>
                  </a:cubicBezTo>
                  <a:cubicBezTo>
                    <a:pt x="107" y="2537"/>
                    <a:pt x="0" y="3049"/>
                    <a:pt x="0" y="3572"/>
                  </a:cubicBezTo>
                  <a:cubicBezTo>
                    <a:pt x="12" y="3846"/>
                    <a:pt x="84" y="4108"/>
                    <a:pt x="227" y="4334"/>
                  </a:cubicBezTo>
                  <a:cubicBezTo>
                    <a:pt x="322" y="4489"/>
                    <a:pt x="453" y="4620"/>
                    <a:pt x="608" y="4715"/>
                  </a:cubicBezTo>
                  <a:cubicBezTo>
                    <a:pt x="596" y="4668"/>
                    <a:pt x="596" y="4620"/>
                    <a:pt x="608" y="4573"/>
                  </a:cubicBezTo>
                  <a:cubicBezTo>
                    <a:pt x="631" y="4311"/>
                    <a:pt x="715" y="4072"/>
                    <a:pt x="846" y="3846"/>
                  </a:cubicBezTo>
                  <a:cubicBezTo>
                    <a:pt x="861" y="3827"/>
                    <a:pt x="879" y="3819"/>
                    <a:pt x="898" y="3819"/>
                  </a:cubicBezTo>
                  <a:cubicBezTo>
                    <a:pt x="938" y="3819"/>
                    <a:pt x="977" y="3857"/>
                    <a:pt x="977" y="3906"/>
                  </a:cubicBezTo>
                  <a:cubicBezTo>
                    <a:pt x="977" y="4120"/>
                    <a:pt x="893" y="4322"/>
                    <a:pt x="881" y="4537"/>
                  </a:cubicBezTo>
                  <a:cubicBezTo>
                    <a:pt x="858" y="4739"/>
                    <a:pt x="881" y="4930"/>
                    <a:pt x="953" y="5108"/>
                  </a:cubicBezTo>
                  <a:cubicBezTo>
                    <a:pt x="1108" y="5418"/>
                    <a:pt x="1453" y="5608"/>
                    <a:pt x="1786" y="5680"/>
                  </a:cubicBezTo>
                  <a:lnTo>
                    <a:pt x="1810" y="5692"/>
                  </a:lnTo>
                  <a:cubicBezTo>
                    <a:pt x="1739" y="5465"/>
                    <a:pt x="1703" y="5227"/>
                    <a:pt x="1727" y="5001"/>
                  </a:cubicBezTo>
                  <a:cubicBezTo>
                    <a:pt x="1739" y="4632"/>
                    <a:pt x="1846" y="4287"/>
                    <a:pt x="2012" y="3965"/>
                  </a:cubicBezTo>
                  <a:cubicBezTo>
                    <a:pt x="2029" y="3919"/>
                    <a:pt x="2066" y="3899"/>
                    <a:pt x="2103" y="3899"/>
                  </a:cubicBezTo>
                  <a:cubicBezTo>
                    <a:pt x="2171" y="3899"/>
                    <a:pt x="2241" y="3964"/>
                    <a:pt x="2203" y="4049"/>
                  </a:cubicBezTo>
                  <a:cubicBezTo>
                    <a:pt x="2024" y="4537"/>
                    <a:pt x="1953" y="5144"/>
                    <a:pt x="2143" y="5644"/>
                  </a:cubicBezTo>
                  <a:cubicBezTo>
                    <a:pt x="2203" y="5846"/>
                    <a:pt x="2346" y="6025"/>
                    <a:pt x="2524" y="6132"/>
                  </a:cubicBezTo>
                  <a:cubicBezTo>
                    <a:pt x="2624" y="6182"/>
                    <a:pt x="2739" y="6207"/>
                    <a:pt x="2851" y="6207"/>
                  </a:cubicBezTo>
                  <a:cubicBezTo>
                    <a:pt x="2873" y="6207"/>
                    <a:pt x="2895" y="6206"/>
                    <a:pt x="2917" y="6204"/>
                  </a:cubicBezTo>
                  <a:lnTo>
                    <a:pt x="2953" y="6204"/>
                  </a:lnTo>
                  <a:cubicBezTo>
                    <a:pt x="2846" y="6061"/>
                    <a:pt x="2763" y="5894"/>
                    <a:pt x="2715" y="5727"/>
                  </a:cubicBezTo>
                  <a:cubicBezTo>
                    <a:pt x="2513" y="5084"/>
                    <a:pt x="2703" y="4370"/>
                    <a:pt x="2977" y="3775"/>
                  </a:cubicBezTo>
                  <a:cubicBezTo>
                    <a:pt x="3286" y="3132"/>
                    <a:pt x="3727" y="2572"/>
                    <a:pt x="4287" y="2132"/>
                  </a:cubicBezTo>
                  <a:cubicBezTo>
                    <a:pt x="4548" y="1906"/>
                    <a:pt x="4870" y="1751"/>
                    <a:pt x="5215" y="1667"/>
                  </a:cubicBezTo>
                  <a:cubicBezTo>
                    <a:pt x="5322" y="1644"/>
                    <a:pt x="5441" y="1644"/>
                    <a:pt x="5561" y="1644"/>
                  </a:cubicBezTo>
                  <a:cubicBezTo>
                    <a:pt x="5525" y="1608"/>
                    <a:pt x="5489" y="1584"/>
                    <a:pt x="5453" y="1525"/>
                  </a:cubicBezTo>
                  <a:cubicBezTo>
                    <a:pt x="5346" y="1417"/>
                    <a:pt x="5227" y="1334"/>
                    <a:pt x="5096" y="1263"/>
                  </a:cubicBezTo>
                  <a:cubicBezTo>
                    <a:pt x="5012" y="1217"/>
                    <a:pt x="4926" y="1198"/>
                    <a:pt x="4841" y="1198"/>
                  </a:cubicBezTo>
                  <a:cubicBezTo>
                    <a:pt x="4638" y="1198"/>
                    <a:pt x="4435" y="1305"/>
                    <a:pt x="4251" y="1405"/>
                  </a:cubicBezTo>
                  <a:cubicBezTo>
                    <a:pt x="3727" y="1715"/>
                    <a:pt x="3275" y="2120"/>
                    <a:pt x="2905" y="2596"/>
                  </a:cubicBezTo>
                  <a:cubicBezTo>
                    <a:pt x="2886" y="2623"/>
                    <a:pt x="2861" y="2633"/>
                    <a:pt x="2837" y="2633"/>
                  </a:cubicBezTo>
                  <a:cubicBezTo>
                    <a:pt x="2777" y="2633"/>
                    <a:pt x="2723" y="2561"/>
                    <a:pt x="2774" y="2501"/>
                  </a:cubicBezTo>
                  <a:cubicBezTo>
                    <a:pt x="3155" y="1917"/>
                    <a:pt x="3679" y="1429"/>
                    <a:pt x="4298" y="1096"/>
                  </a:cubicBezTo>
                  <a:cubicBezTo>
                    <a:pt x="4406" y="1036"/>
                    <a:pt x="4513" y="977"/>
                    <a:pt x="4632" y="941"/>
                  </a:cubicBezTo>
                  <a:cubicBezTo>
                    <a:pt x="4501" y="786"/>
                    <a:pt x="4334" y="655"/>
                    <a:pt x="4156" y="560"/>
                  </a:cubicBezTo>
                  <a:cubicBezTo>
                    <a:pt x="4030" y="505"/>
                    <a:pt x="3897" y="477"/>
                    <a:pt x="3767" y="477"/>
                  </a:cubicBezTo>
                  <a:cubicBezTo>
                    <a:pt x="3589" y="477"/>
                    <a:pt x="3414" y="529"/>
                    <a:pt x="3263" y="632"/>
                  </a:cubicBezTo>
                  <a:cubicBezTo>
                    <a:pt x="2751" y="917"/>
                    <a:pt x="2310" y="1322"/>
                    <a:pt x="1977" y="1798"/>
                  </a:cubicBezTo>
                  <a:cubicBezTo>
                    <a:pt x="1953" y="1832"/>
                    <a:pt x="1924" y="1846"/>
                    <a:pt x="1896" y="1846"/>
                  </a:cubicBezTo>
                  <a:cubicBezTo>
                    <a:pt x="1824" y="1846"/>
                    <a:pt x="1759" y="1756"/>
                    <a:pt x="1810" y="1679"/>
                  </a:cubicBezTo>
                  <a:cubicBezTo>
                    <a:pt x="2167" y="1084"/>
                    <a:pt x="2691" y="596"/>
                    <a:pt x="3310" y="286"/>
                  </a:cubicBezTo>
                  <a:cubicBezTo>
                    <a:pt x="3382" y="262"/>
                    <a:pt x="3441" y="227"/>
                    <a:pt x="3513" y="215"/>
                  </a:cubicBezTo>
                  <a:cubicBezTo>
                    <a:pt x="3358" y="120"/>
                    <a:pt x="3179" y="60"/>
                    <a:pt x="3001" y="36"/>
                  </a:cubicBezTo>
                  <a:cubicBezTo>
                    <a:pt x="2894" y="12"/>
                    <a:pt x="2783" y="1"/>
                    <a:pt x="2673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4" name="Google Shape;3534;p69"/>
            <p:cNvSpPr/>
            <p:nvPr/>
          </p:nvSpPr>
          <p:spPr>
            <a:xfrm>
              <a:off x="4361113" y="1865838"/>
              <a:ext cx="157500" cy="151500"/>
            </a:xfrm>
            <a:custGeom>
              <a:avLst/>
              <a:gdLst/>
              <a:ahLst/>
              <a:cxnLst/>
              <a:rect l="l" t="t" r="r" b="b"/>
              <a:pathLst>
                <a:path w="6300" h="6060" extrusionOk="0">
                  <a:moveTo>
                    <a:pt x="2211" y="1"/>
                  </a:moveTo>
                  <a:cubicBezTo>
                    <a:pt x="1892" y="1"/>
                    <a:pt x="1581" y="59"/>
                    <a:pt x="1298" y="202"/>
                  </a:cubicBezTo>
                  <a:cubicBezTo>
                    <a:pt x="572" y="583"/>
                    <a:pt x="96" y="1428"/>
                    <a:pt x="36" y="2238"/>
                  </a:cubicBezTo>
                  <a:cubicBezTo>
                    <a:pt x="1" y="2655"/>
                    <a:pt x="108" y="3071"/>
                    <a:pt x="358" y="3405"/>
                  </a:cubicBezTo>
                  <a:cubicBezTo>
                    <a:pt x="667" y="3762"/>
                    <a:pt x="1025" y="4095"/>
                    <a:pt x="1406" y="4381"/>
                  </a:cubicBezTo>
                  <a:cubicBezTo>
                    <a:pt x="1846" y="4726"/>
                    <a:pt x="2287" y="5084"/>
                    <a:pt x="2739" y="5405"/>
                  </a:cubicBezTo>
                  <a:cubicBezTo>
                    <a:pt x="3061" y="5631"/>
                    <a:pt x="3370" y="5846"/>
                    <a:pt x="3692" y="6060"/>
                  </a:cubicBezTo>
                  <a:cubicBezTo>
                    <a:pt x="3692" y="6060"/>
                    <a:pt x="3692" y="6060"/>
                    <a:pt x="3692" y="6048"/>
                  </a:cubicBezTo>
                  <a:cubicBezTo>
                    <a:pt x="3561" y="5453"/>
                    <a:pt x="3715" y="4822"/>
                    <a:pt x="3942" y="4262"/>
                  </a:cubicBezTo>
                  <a:cubicBezTo>
                    <a:pt x="4168" y="3726"/>
                    <a:pt x="4477" y="3226"/>
                    <a:pt x="4858" y="2786"/>
                  </a:cubicBezTo>
                  <a:cubicBezTo>
                    <a:pt x="5216" y="2381"/>
                    <a:pt x="5656" y="1988"/>
                    <a:pt x="6168" y="1833"/>
                  </a:cubicBezTo>
                  <a:cubicBezTo>
                    <a:pt x="6216" y="1809"/>
                    <a:pt x="6251" y="1809"/>
                    <a:pt x="6299" y="1798"/>
                  </a:cubicBezTo>
                  <a:cubicBezTo>
                    <a:pt x="5966" y="1595"/>
                    <a:pt x="5656" y="1369"/>
                    <a:pt x="5335" y="1166"/>
                  </a:cubicBezTo>
                  <a:cubicBezTo>
                    <a:pt x="4918" y="905"/>
                    <a:pt x="4489" y="666"/>
                    <a:pt x="4049" y="476"/>
                  </a:cubicBezTo>
                  <a:cubicBezTo>
                    <a:pt x="3510" y="230"/>
                    <a:pt x="2845" y="1"/>
                    <a:pt x="221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5" name="Google Shape;3535;p69"/>
            <p:cNvSpPr/>
            <p:nvPr/>
          </p:nvSpPr>
          <p:spPr>
            <a:xfrm>
              <a:off x="4991563" y="2241238"/>
              <a:ext cx="186300" cy="167850"/>
            </a:xfrm>
            <a:custGeom>
              <a:avLst/>
              <a:gdLst/>
              <a:ahLst/>
              <a:cxnLst/>
              <a:rect l="l" t="t" r="r" b="b"/>
              <a:pathLst>
                <a:path w="7452" h="6714" extrusionOk="0">
                  <a:moveTo>
                    <a:pt x="1929" y="1308"/>
                  </a:moveTo>
                  <a:cubicBezTo>
                    <a:pt x="1933" y="1316"/>
                    <a:pt x="1937" y="1323"/>
                    <a:pt x="1941" y="1331"/>
                  </a:cubicBezTo>
                  <a:lnTo>
                    <a:pt x="1929" y="1331"/>
                  </a:lnTo>
                  <a:cubicBezTo>
                    <a:pt x="1929" y="1319"/>
                    <a:pt x="1929" y="1319"/>
                    <a:pt x="1929" y="1308"/>
                  </a:cubicBezTo>
                  <a:close/>
                  <a:moveTo>
                    <a:pt x="2633" y="0"/>
                  </a:moveTo>
                  <a:cubicBezTo>
                    <a:pt x="2460" y="0"/>
                    <a:pt x="2286" y="42"/>
                    <a:pt x="2131" y="128"/>
                  </a:cubicBezTo>
                  <a:cubicBezTo>
                    <a:pt x="1893" y="271"/>
                    <a:pt x="1762" y="533"/>
                    <a:pt x="1786" y="807"/>
                  </a:cubicBezTo>
                  <a:cubicBezTo>
                    <a:pt x="1797" y="987"/>
                    <a:pt x="1851" y="1157"/>
                    <a:pt x="1928" y="1306"/>
                  </a:cubicBezTo>
                  <a:lnTo>
                    <a:pt x="1928" y="1306"/>
                  </a:lnTo>
                  <a:lnTo>
                    <a:pt x="1905" y="1283"/>
                  </a:lnTo>
                  <a:lnTo>
                    <a:pt x="1881" y="1319"/>
                  </a:lnTo>
                  <a:cubicBezTo>
                    <a:pt x="1800" y="1307"/>
                    <a:pt x="1718" y="1299"/>
                    <a:pt x="1638" y="1299"/>
                  </a:cubicBezTo>
                  <a:cubicBezTo>
                    <a:pt x="1330" y="1299"/>
                    <a:pt x="1047" y="1405"/>
                    <a:pt x="905" y="1736"/>
                  </a:cubicBezTo>
                  <a:cubicBezTo>
                    <a:pt x="738" y="2152"/>
                    <a:pt x="988" y="2569"/>
                    <a:pt x="1250" y="2914"/>
                  </a:cubicBezTo>
                  <a:cubicBezTo>
                    <a:pt x="1203" y="2903"/>
                    <a:pt x="1155" y="2891"/>
                    <a:pt x="1107" y="2891"/>
                  </a:cubicBezTo>
                  <a:cubicBezTo>
                    <a:pt x="1063" y="2886"/>
                    <a:pt x="1017" y="2883"/>
                    <a:pt x="970" y="2883"/>
                  </a:cubicBezTo>
                  <a:cubicBezTo>
                    <a:pt x="904" y="2883"/>
                    <a:pt x="837" y="2889"/>
                    <a:pt x="774" y="2903"/>
                  </a:cubicBezTo>
                  <a:cubicBezTo>
                    <a:pt x="560" y="2950"/>
                    <a:pt x="369" y="3081"/>
                    <a:pt x="250" y="3272"/>
                  </a:cubicBezTo>
                  <a:cubicBezTo>
                    <a:pt x="0" y="3700"/>
                    <a:pt x="262" y="4117"/>
                    <a:pt x="560" y="4450"/>
                  </a:cubicBezTo>
                  <a:cubicBezTo>
                    <a:pt x="536" y="4462"/>
                    <a:pt x="512" y="4474"/>
                    <a:pt x="488" y="4498"/>
                  </a:cubicBezTo>
                  <a:lnTo>
                    <a:pt x="286" y="4641"/>
                  </a:lnTo>
                  <a:cubicBezTo>
                    <a:pt x="1000" y="4927"/>
                    <a:pt x="1727" y="5177"/>
                    <a:pt x="2477" y="5379"/>
                  </a:cubicBezTo>
                  <a:cubicBezTo>
                    <a:pt x="3131" y="5653"/>
                    <a:pt x="3798" y="5891"/>
                    <a:pt x="4489" y="6081"/>
                  </a:cubicBezTo>
                  <a:cubicBezTo>
                    <a:pt x="5417" y="6343"/>
                    <a:pt x="6346" y="6546"/>
                    <a:pt x="7299" y="6713"/>
                  </a:cubicBezTo>
                  <a:cubicBezTo>
                    <a:pt x="7304" y="6713"/>
                    <a:pt x="7309" y="6714"/>
                    <a:pt x="7315" y="6714"/>
                  </a:cubicBezTo>
                  <a:cubicBezTo>
                    <a:pt x="7391" y="6714"/>
                    <a:pt x="7451" y="6636"/>
                    <a:pt x="7418" y="6558"/>
                  </a:cubicBezTo>
                  <a:cubicBezTo>
                    <a:pt x="7132" y="6070"/>
                    <a:pt x="6834" y="5593"/>
                    <a:pt x="6537" y="5117"/>
                  </a:cubicBezTo>
                  <a:lnTo>
                    <a:pt x="6394" y="5212"/>
                  </a:lnTo>
                  <a:cubicBezTo>
                    <a:pt x="6441" y="5308"/>
                    <a:pt x="6501" y="5403"/>
                    <a:pt x="6560" y="5486"/>
                  </a:cubicBezTo>
                  <a:cubicBezTo>
                    <a:pt x="6739" y="5808"/>
                    <a:pt x="6906" y="6117"/>
                    <a:pt x="7096" y="6427"/>
                  </a:cubicBezTo>
                  <a:cubicBezTo>
                    <a:pt x="6965" y="6391"/>
                    <a:pt x="6846" y="6332"/>
                    <a:pt x="6715" y="6272"/>
                  </a:cubicBezTo>
                  <a:cubicBezTo>
                    <a:pt x="6584" y="6212"/>
                    <a:pt x="6453" y="6165"/>
                    <a:pt x="6322" y="6117"/>
                  </a:cubicBezTo>
                  <a:cubicBezTo>
                    <a:pt x="6049" y="6034"/>
                    <a:pt x="5787" y="5951"/>
                    <a:pt x="5513" y="5867"/>
                  </a:cubicBezTo>
                  <a:lnTo>
                    <a:pt x="5096" y="5748"/>
                  </a:lnTo>
                  <a:cubicBezTo>
                    <a:pt x="5084" y="5474"/>
                    <a:pt x="5156" y="5200"/>
                    <a:pt x="5298" y="4974"/>
                  </a:cubicBezTo>
                  <a:cubicBezTo>
                    <a:pt x="5417" y="4796"/>
                    <a:pt x="5548" y="4641"/>
                    <a:pt x="5715" y="4522"/>
                  </a:cubicBezTo>
                  <a:lnTo>
                    <a:pt x="5679" y="4379"/>
                  </a:lnTo>
                  <a:cubicBezTo>
                    <a:pt x="5429" y="4450"/>
                    <a:pt x="5227" y="4617"/>
                    <a:pt x="5084" y="4819"/>
                  </a:cubicBezTo>
                  <a:cubicBezTo>
                    <a:pt x="4906" y="5069"/>
                    <a:pt x="4798" y="5355"/>
                    <a:pt x="4786" y="5653"/>
                  </a:cubicBezTo>
                  <a:lnTo>
                    <a:pt x="3917" y="5391"/>
                  </a:lnTo>
                  <a:lnTo>
                    <a:pt x="941" y="4498"/>
                  </a:lnTo>
                  <a:cubicBezTo>
                    <a:pt x="953" y="4450"/>
                    <a:pt x="929" y="4403"/>
                    <a:pt x="893" y="4367"/>
                  </a:cubicBezTo>
                  <a:cubicBezTo>
                    <a:pt x="643" y="4141"/>
                    <a:pt x="214" y="3736"/>
                    <a:pt x="441" y="3367"/>
                  </a:cubicBezTo>
                  <a:cubicBezTo>
                    <a:pt x="557" y="3170"/>
                    <a:pt x="763" y="3097"/>
                    <a:pt x="979" y="3097"/>
                  </a:cubicBezTo>
                  <a:cubicBezTo>
                    <a:pt x="1181" y="3097"/>
                    <a:pt x="1392" y="3161"/>
                    <a:pt x="1548" y="3248"/>
                  </a:cubicBezTo>
                  <a:cubicBezTo>
                    <a:pt x="1567" y="3258"/>
                    <a:pt x="1585" y="3263"/>
                    <a:pt x="1603" y="3263"/>
                  </a:cubicBezTo>
                  <a:cubicBezTo>
                    <a:pt x="1688" y="3263"/>
                    <a:pt x="1754" y="3160"/>
                    <a:pt x="1715" y="3081"/>
                  </a:cubicBezTo>
                  <a:cubicBezTo>
                    <a:pt x="1548" y="2688"/>
                    <a:pt x="1084" y="2414"/>
                    <a:pt x="1119" y="1938"/>
                  </a:cubicBezTo>
                  <a:cubicBezTo>
                    <a:pt x="1155" y="1736"/>
                    <a:pt x="1322" y="1581"/>
                    <a:pt x="1536" y="1569"/>
                  </a:cubicBezTo>
                  <a:cubicBezTo>
                    <a:pt x="1561" y="1567"/>
                    <a:pt x="1586" y="1565"/>
                    <a:pt x="1612" y="1565"/>
                  </a:cubicBezTo>
                  <a:cubicBezTo>
                    <a:pt x="1822" y="1565"/>
                    <a:pt x="2024" y="1649"/>
                    <a:pt x="2227" y="1724"/>
                  </a:cubicBezTo>
                  <a:cubicBezTo>
                    <a:pt x="2246" y="1732"/>
                    <a:pt x="2265" y="1736"/>
                    <a:pt x="2284" y="1736"/>
                  </a:cubicBezTo>
                  <a:cubicBezTo>
                    <a:pt x="2401" y="1736"/>
                    <a:pt x="2486" y="1588"/>
                    <a:pt x="2393" y="1486"/>
                  </a:cubicBezTo>
                  <a:cubicBezTo>
                    <a:pt x="2143" y="1152"/>
                    <a:pt x="1786" y="557"/>
                    <a:pt x="2322" y="283"/>
                  </a:cubicBezTo>
                  <a:cubicBezTo>
                    <a:pt x="2435" y="230"/>
                    <a:pt x="2557" y="203"/>
                    <a:pt x="2679" y="203"/>
                  </a:cubicBezTo>
                  <a:cubicBezTo>
                    <a:pt x="2801" y="203"/>
                    <a:pt x="2923" y="230"/>
                    <a:pt x="3036" y="283"/>
                  </a:cubicBezTo>
                  <a:lnTo>
                    <a:pt x="3096" y="105"/>
                  </a:lnTo>
                  <a:cubicBezTo>
                    <a:pt x="2953" y="36"/>
                    <a:pt x="2793" y="0"/>
                    <a:pt x="26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6" name="Google Shape;3536;p69"/>
            <p:cNvSpPr/>
            <p:nvPr/>
          </p:nvSpPr>
          <p:spPr>
            <a:xfrm>
              <a:off x="5067463" y="2242938"/>
              <a:ext cx="87225" cy="128925"/>
            </a:xfrm>
            <a:custGeom>
              <a:avLst/>
              <a:gdLst/>
              <a:ahLst/>
              <a:cxnLst/>
              <a:rect l="l" t="t" r="r" b="b"/>
              <a:pathLst>
                <a:path w="3489" h="5157" extrusionOk="0">
                  <a:moveTo>
                    <a:pt x="274" y="1"/>
                  </a:moveTo>
                  <a:lnTo>
                    <a:pt x="215" y="72"/>
                  </a:lnTo>
                  <a:cubicBezTo>
                    <a:pt x="215" y="84"/>
                    <a:pt x="215" y="108"/>
                    <a:pt x="215" y="120"/>
                  </a:cubicBezTo>
                  <a:cubicBezTo>
                    <a:pt x="167" y="96"/>
                    <a:pt x="119" y="72"/>
                    <a:pt x="60" y="48"/>
                  </a:cubicBezTo>
                  <a:lnTo>
                    <a:pt x="0" y="227"/>
                  </a:lnTo>
                  <a:cubicBezTo>
                    <a:pt x="119" y="263"/>
                    <a:pt x="238" y="322"/>
                    <a:pt x="357" y="382"/>
                  </a:cubicBezTo>
                  <a:cubicBezTo>
                    <a:pt x="619" y="846"/>
                    <a:pt x="917" y="1299"/>
                    <a:pt x="1203" y="1739"/>
                  </a:cubicBezTo>
                  <a:cubicBezTo>
                    <a:pt x="1512" y="2263"/>
                    <a:pt x="1846" y="2763"/>
                    <a:pt x="2167" y="3275"/>
                  </a:cubicBezTo>
                  <a:cubicBezTo>
                    <a:pt x="2381" y="3620"/>
                    <a:pt x="2584" y="3954"/>
                    <a:pt x="2798" y="4299"/>
                  </a:cubicBezTo>
                  <a:cubicBezTo>
                    <a:pt x="2739" y="4299"/>
                    <a:pt x="2691" y="4311"/>
                    <a:pt x="2632" y="4323"/>
                  </a:cubicBezTo>
                  <a:lnTo>
                    <a:pt x="2667" y="4466"/>
                  </a:lnTo>
                  <a:cubicBezTo>
                    <a:pt x="2715" y="4418"/>
                    <a:pt x="2774" y="4382"/>
                    <a:pt x="2834" y="4335"/>
                  </a:cubicBezTo>
                  <a:cubicBezTo>
                    <a:pt x="3001" y="4609"/>
                    <a:pt x="3179" y="4882"/>
                    <a:pt x="3346" y="5156"/>
                  </a:cubicBezTo>
                  <a:lnTo>
                    <a:pt x="3489" y="5061"/>
                  </a:lnTo>
                  <a:cubicBezTo>
                    <a:pt x="3167" y="4418"/>
                    <a:pt x="2822" y="3763"/>
                    <a:pt x="2465" y="3132"/>
                  </a:cubicBezTo>
                  <a:cubicBezTo>
                    <a:pt x="2155" y="2608"/>
                    <a:pt x="1846" y="2073"/>
                    <a:pt x="1524" y="1561"/>
                  </a:cubicBezTo>
                  <a:cubicBezTo>
                    <a:pt x="1179" y="989"/>
                    <a:pt x="762" y="465"/>
                    <a:pt x="2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7" name="Google Shape;3537;p69"/>
            <p:cNvSpPr/>
            <p:nvPr/>
          </p:nvSpPr>
          <p:spPr>
            <a:xfrm>
              <a:off x="4523038" y="1939713"/>
              <a:ext cx="551300" cy="417850"/>
            </a:xfrm>
            <a:custGeom>
              <a:avLst/>
              <a:gdLst/>
              <a:ahLst/>
              <a:cxnLst/>
              <a:rect l="l" t="t" r="r" b="b"/>
              <a:pathLst>
                <a:path w="22052" h="16714" extrusionOk="0">
                  <a:moveTo>
                    <a:pt x="2391" y="0"/>
                  </a:moveTo>
                  <a:cubicBezTo>
                    <a:pt x="2340" y="0"/>
                    <a:pt x="2289" y="7"/>
                    <a:pt x="2239" y="21"/>
                  </a:cubicBezTo>
                  <a:lnTo>
                    <a:pt x="2108" y="57"/>
                  </a:lnTo>
                  <a:cubicBezTo>
                    <a:pt x="1989" y="93"/>
                    <a:pt x="1882" y="152"/>
                    <a:pt x="1775" y="212"/>
                  </a:cubicBezTo>
                  <a:cubicBezTo>
                    <a:pt x="1156" y="545"/>
                    <a:pt x="632" y="1033"/>
                    <a:pt x="251" y="1617"/>
                  </a:cubicBezTo>
                  <a:cubicBezTo>
                    <a:pt x="199" y="1677"/>
                    <a:pt x="259" y="1749"/>
                    <a:pt x="319" y="1749"/>
                  </a:cubicBezTo>
                  <a:cubicBezTo>
                    <a:pt x="342" y="1749"/>
                    <a:pt x="365" y="1738"/>
                    <a:pt x="382" y="1712"/>
                  </a:cubicBezTo>
                  <a:cubicBezTo>
                    <a:pt x="751" y="1236"/>
                    <a:pt x="1203" y="831"/>
                    <a:pt x="1727" y="521"/>
                  </a:cubicBezTo>
                  <a:cubicBezTo>
                    <a:pt x="1912" y="421"/>
                    <a:pt x="2114" y="314"/>
                    <a:pt x="2317" y="314"/>
                  </a:cubicBezTo>
                  <a:cubicBezTo>
                    <a:pt x="2403" y="314"/>
                    <a:pt x="2488" y="333"/>
                    <a:pt x="2572" y="378"/>
                  </a:cubicBezTo>
                  <a:cubicBezTo>
                    <a:pt x="2703" y="450"/>
                    <a:pt x="2822" y="533"/>
                    <a:pt x="2930" y="640"/>
                  </a:cubicBezTo>
                  <a:cubicBezTo>
                    <a:pt x="2977" y="676"/>
                    <a:pt x="3013" y="712"/>
                    <a:pt x="3049" y="759"/>
                  </a:cubicBezTo>
                  <a:cubicBezTo>
                    <a:pt x="3014" y="756"/>
                    <a:pt x="2979" y="754"/>
                    <a:pt x="2944" y="754"/>
                  </a:cubicBezTo>
                  <a:cubicBezTo>
                    <a:pt x="2861" y="754"/>
                    <a:pt x="2779" y="763"/>
                    <a:pt x="2703" y="771"/>
                  </a:cubicBezTo>
                  <a:cubicBezTo>
                    <a:pt x="2358" y="855"/>
                    <a:pt x="2037" y="1021"/>
                    <a:pt x="1775" y="1248"/>
                  </a:cubicBezTo>
                  <a:cubicBezTo>
                    <a:pt x="1215" y="1676"/>
                    <a:pt x="763" y="2236"/>
                    <a:pt x="465" y="2879"/>
                  </a:cubicBezTo>
                  <a:cubicBezTo>
                    <a:pt x="191" y="3474"/>
                    <a:pt x="1" y="4188"/>
                    <a:pt x="191" y="4831"/>
                  </a:cubicBezTo>
                  <a:cubicBezTo>
                    <a:pt x="251" y="5010"/>
                    <a:pt x="334" y="5165"/>
                    <a:pt x="441" y="5308"/>
                  </a:cubicBezTo>
                  <a:lnTo>
                    <a:pt x="406" y="5308"/>
                  </a:lnTo>
                  <a:lnTo>
                    <a:pt x="417" y="5439"/>
                  </a:lnTo>
                  <a:cubicBezTo>
                    <a:pt x="453" y="5427"/>
                    <a:pt x="477" y="5415"/>
                    <a:pt x="513" y="5391"/>
                  </a:cubicBezTo>
                  <a:cubicBezTo>
                    <a:pt x="822" y="5760"/>
                    <a:pt x="1287" y="6010"/>
                    <a:pt x="1703" y="6260"/>
                  </a:cubicBezTo>
                  <a:cubicBezTo>
                    <a:pt x="4620" y="8070"/>
                    <a:pt x="7561" y="9868"/>
                    <a:pt x="10502" y="11654"/>
                  </a:cubicBezTo>
                  <a:lnTo>
                    <a:pt x="14872" y="14321"/>
                  </a:lnTo>
                  <a:cubicBezTo>
                    <a:pt x="15931" y="14964"/>
                    <a:pt x="16991" y="15618"/>
                    <a:pt x="18051" y="16237"/>
                  </a:cubicBezTo>
                  <a:cubicBezTo>
                    <a:pt x="18360" y="16416"/>
                    <a:pt x="18682" y="16571"/>
                    <a:pt x="19003" y="16714"/>
                  </a:cubicBezTo>
                  <a:lnTo>
                    <a:pt x="19205" y="16571"/>
                  </a:lnTo>
                  <a:cubicBezTo>
                    <a:pt x="18955" y="16404"/>
                    <a:pt x="18694" y="16226"/>
                    <a:pt x="18432" y="16059"/>
                  </a:cubicBezTo>
                  <a:cubicBezTo>
                    <a:pt x="15610" y="14285"/>
                    <a:pt x="12752" y="12558"/>
                    <a:pt x="9907" y="10820"/>
                  </a:cubicBezTo>
                  <a:cubicBezTo>
                    <a:pt x="8490" y="9951"/>
                    <a:pt x="7037" y="9070"/>
                    <a:pt x="5632" y="8213"/>
                  </a:cubicBezTo>
                  <a:cubicBezTo>
                    <a:pt x="4216" y="7355"/>
                    <a:pt x="2787" y="6510"/>
                    <a:pt x="1394" y="5641"/>
                  </a:cubicBezTo>
                  <a:cubicBezTo>
                    <a:pt x="1108" y="5450"/>
                    <a:pt x="810" y="5248"/>
                    <a:pt x="644" y="4938"/>
                  </a:cubicBezTo>
                  <a:cubicBezTo>
                    <a:pt x="501" y="4653"/>
                    <a:pt x="453" y="4331"/>
                    <a:pt x="513" y="4010"/>
                  </a:cubicBezTo>
                  <a:cubicBezTo>
                    <a:pt x="525" y="3879"/>
                    <a:pt x="548" y="3748"/>
                    <a:pt x="584" y="3617"/>
                  </a:cubicBezTo>
                  <a:cubicBezTo>
                    <a:pt x="608" y="3641"/>
                    <a:pt x="620" y="3653"/>
                    <a:pt x="644" y="3665"/>
                  </a:cubicBezTo>
                  <a:cubicBezTo>
                    <a:pt x="2049" y="4486"/>
                    <a:pt x="3454" y="5308"/>
                    <a:pt x="4858" y="6129"/>
                  </a:cubicBezTo>
                  <a:cubicBezTo>
                    <a:pt x="7359" y="7594"/>
                    <a:pt x="9871" y="9070"/>
                    <a:pt x="12347" y="10546"/>
                  </a:cubicBezTo>
                  <a:cubicBezTo>
                    <a:pt x="14836" y="12023"/>
                    <a:pt x="17300" y="13535"/>
                    <a:pt x="19813" y="14964"/>
                  </a:cubicBezTo>
                  <a:lnTo>
                    <a:pt x="19825" y="14964"/>
                  </a:lnTo>
                  <a:cubicBezTo>
                    <a:pt x="19837" y="14964"/>
                    <a:pt x="19860" y="14940"/>
                    <a:pt x="19837" y="14928"/>
                  </a:cubicBezTo>
                  <a:cubicBezTo>
                    <a:pt x="18491" y="14035"/>
                    <a:pt x="17110" y="13166"/>
                    <a:pt x="15729" y="12320"/>
                  </a:cubicBezTo>
                  <a:cubicBezTo>
                    <a:pt x="13240" y="10796"/>
                    <a:pt x="10764" y="9296"/>
                    <a:pt x="8299" y="7808"/>
                  </a:cubicBezTo>
                  <a:cubicBezTo>
                    <a:pt x="5823" y="6332"/>
                    <a:pt x="3346" y="4855"/>
                    <a:pt x="858" y="3391"/>
                  </a:cubicBezTo>
                  <a:cubicBezTo>
                    <a:pt x="828" y="3373"/>
                    <a:pt x="795" y="3364"/>
                    <a:pt x="763" y="3364"/>
                  </a:cubicBezTo>
                  <a:cubicBezTo>
                    <a:pt x="730" y="3364"/>
                    <a:pt x="697" y="3373"/>
                    <a:pt x="667" y="3391"/>
                  </a:cubicBezTo>
                  <a:cubicBezTo>
                    <a:pt x="822" y="2950"/>
                    <a:pt x="1060" y="2545"/>
                    <a:pt x="1358" y="2188"/>
                  </a:cubicBezTo>
                  <a:cubicBezTo>
                    <a:pt x="1406" y="2129"/>
                    <a:pt x="1453" y="2069"/>
                    <a:pt x="1513" y="1998"/>
                  </a:cubicBezTo>
                  <a:cubicBezTo>
                    <a:pt x="1886" y="1602"/>
                    <a:pt x="2388" y="1184"/>
                    <a:pt x="2917" y="1184"/>
                  </a:cubicBezTo>
                  <a:cubicBezTo>
                    <a:pt x="2945" y="1184"/>
                    <a:pt x="2973" y="1186"/>
                    <a:pt x="3001" y="1188"/>
                  </a:cubicBezTo>
                  <a:cubicBezTo>
                    <a:pt x="3394" y="1212"/>
                    <a:pt x="3739" y="1414"/>
                    <a:pt x="4073" y="1605"/>
                  </a:cubicBezTo>
                  <a:lnTo>
                    <a:pt x="5132" y="2224"/>
                  </a:lnTo>
                  <a:cubicBezTo>
                    <a:pt x="7978" y="3891"/>
                    <a:pt x="10823" y="5570"/>
                    <a:pt x="13645" y="7248"/>
                  </a:cubicBezTo>
                  <a:cubicBezTo>
                    <a:pt x="15074" y="8106"/>
                    <a:pt x="16491" y="8963"/>
                    <a:pt x="17908" y="9820"/>
                  </a:cubicBezTo>
                  <a:cubicBezTo>
                    <a:pt x="18622" y="10237"/>
                    <a:pt x="19325" y="10665"/>
                    <a:pt x="20027" y="11094"/>
                  </a:cubicBezTo>
                  <a:cubicBezTo>
                    <a:pt x="20372" y="11308"/>
                    <a:pt x="20729" y="11511"/>
                    <a:pt x="21075" y="11713"/>
                  </a:cubicBezTo>
                  <a:cubicBezTo>
                    <a:pt x="21372" y="11880"/>
                    <a:pt x="21682" y="12035"/>
                    <a:pt x="21992" y="12201"/>
                  </a:cubicBezTo>
                  <a:lnTo>
                    <a:pt x="22051" y="12130"/>
                  </a:lnTo>
                  <a:cubicBezTo>
                    <a:pt x="21777" y="11892"/>
                    <a:pt x="21480" y="11666"/>
                    <a:pt x="21170" y="11475"/>
                  </a:cubicBezTo>
                  <a:cubicBezTo>
                    <a:pt x="19765" y="10546"/>
                    <a:pt x="18324" y="9665"/>
                    <a:pt x="16896" y="8784"/>
                  </a:cubicBezTo>
                  <a:cubicBezTo>
                    <a:pt x="15443" y="7891"/>
                    <a:pt x="14002" y="6998"/>
                    <a:pt x="12550" y="6129"/>
                  </a:cubicBezTo>
                  <a:cubicBezTo>
                    <a:pt x="11097" y="5248"/>
                    <a:pt x="9633" y="4379"/>
                    <a:pt x="8180" y="3522"/>
                  </a:cubicBezTo>
                  <a:cubicBezTo>
                    <a:pt x="7454" y="3081"/>
                    <a:pt x="6728" y="2664"/>
                    <a:pt x="5990" y="2236"/>
                  </a:cubicBezTo>
                  <a:lnTo>
                    <a:pt x="4906" y="1593"/>
                  </a:lnTo>
                  <a:cubicBezTo>
                    <a:pt x="4549" y="1390"/>
                    <a:pt x="4192" y="1164"/>
                    <a:pt x="3823" y="986"/>
                  </a:cubicBezTo>
                  <a:cubicBezTo>
                    <a:pt x="3656" y="890"/>
                    <a:pt x="3477" y="831"/>
                    <a:pt x="3287" y="795"/>
                  </a:cubicBezTo>
                  <a:cubicBezTo>
                    <a:pt x="3287" y="747"/>
                    <a:pt x="3263" y="700"/>
                    <a:pt x="3251" y="664"/>
                  </a:cubicBezTo>
                  <a:cubicBezTo>
                    <a:pt x="3203" y="581"/>
                    <a:pt x="3156" y="509"/>
                    <a:pt x="3108" y="438"/>
                  </a:cubicBezTo>
                  <a:cubicBezTo>
                    <a:pt x="3001" y="307"/>
                    <a:pt x="2882" y="188"/>
                    <a:pt x="2739" y="105"/>
                  </a:cubicBezTo>
                  <a:cubicBezTo>
                    <a:pt x="2631" y="38"/>
                    <a:pt x="2510" y="0"/>
                    <a:pt x="23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8" name="Google Shape;3538;p69"/>
            <p:cNvSpPr/>
            <p:nvPr/>
          </p:nvSpPr>
          <p:spPr>
            <a:xfrm>
              <a:off x="4560238" y="1988763"/>
              <a:ext cx="478675" cy="285750"/>
            </a:xfrm>
            <a:custGeom>
              <a:avLst/>
              <a:gdLst/>
              <a:ahLst/>
              <a:cxnLst/>
              <a:rect l="l" t="t" r="r" b="b"/>
              <a:pathLst>
                <a:path w="19147" h="11430" extrusionOk="0">
                  <a:moveTo>
                    <a:pt x="169" y="0"/>
                  </a:moveTo>
                  <a:cubicBezTo>
                    <a:pt x="126" y="0"/>
                    <a:pt x="85" y="19"/>
                    <a:pt x="61" y="59"/>
                  </a:cubicBezTo>
                  <a:cubicBezTo>
                    <a:pt x="1" y="119"/>
                    <a:pt x="1" y="226"/>
                    <a:pt x="84" y="286"/>
                  </a:cubicBezTo>
                  <a:cubicBezTo>
                    <a:pt x="1477" y="1119"/>
                    <a:pt x="2906" y="1893"/>
                    <a:pt x="4311" y="2715"/>
                  </a:cubicBezTo>
                  <a:cubicBezTo>
                    <a:pt x="6799" y="4143"/>
                    <a:pt x="9276" y="5584"/>
                    <a:pt x="11741" y="7060"/>
                  </a:cubicBezTo>
                  <a:cubicBezTo>
                    <a:pt x="12979" y="7787"/>
                    <a:pt x="14229" y="8537"/>
                    <a:pt x="15467" y="9275"/>
                  </a:cubicBezTo>
                  <a:cubicBezTo>
                    <a:pt x="16670" y="10001"/>
                    <a:pt x="17884" y="10751"/>
                    <a:pt x="19122" y="11430"/>
                  </a:cubicBezTo>
                  <a:lnTo>
                    <a:pt x="19146" y="11394"/>
                  </a:lnTo>
                  <a:cubicBezTo>
                    <a:pt x="17837" y="10466"/>
                    <a:pt x="16444" y="9644"/>
                    <a:pt x="15074" y="8799"/>
                  </a:cubicBezTo>
                  <a:cubicBezTo>
                    <a:pt x="12622" y="7310"/>
                    <a:pt x="10169" y="5822"/>
                    <a:pt x="7704" y="4370"/>
                  </a:cubicBezTo>
                  <a:cubicBezTo>
                    <a:pt x="6454" y="3631"/>
                    <a:pt x="5204" y="2893"/>
                    <a:pt x="3966" y="2167"/>
                  </a:cubicBezTo>
                  <a:cubicBezTo>
                    <a:pt x="2728" y="1452"/>
                    <a:pt x="1501" y="702"/>
                    <a:pt x="227" y="12"/>
                  </a:cubicBezTo>
                  <a:cubicBezTo>
                    <a:pt x="208" y="4"/>
                    <a:pt x="188" y="0"/>
                    <a:pt x="1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9" name="Google Shape;3539;p69"/>
            <p:cNvSpPr/>
            <p:nvPr/>
          </p:nvSpPr>
          <p:spPr>
            <a:xfrm>
              <a:off x="4504463" y="1921313"/>
              <a:ext cx="75150" cy="41975"/>
            </a:xfrm>
            <a:custGeom>
              <a:avLst/>
              <a:gdLst/>
              <a:ahLst/>
              <a:cxnLst/>
              <a:rect l="l" t="t" r="r" b="b"/>
              <a:pathLst>
                <a:path w="3006" h="1679" extrusionOk="0">
                  <a:moveTo>
                    <a:pt x="2046" y="1"/>
                  </a:moveTo>
                  <a:cubicBezTo>
                    <a:pt x="1985" y="1"/>
                    <a:pt x="1923" y="7"/>
                    <a:pt x="1863" y="19"/>
                  </a:cubicBezTo>
                  <a:lnTo>
                    <a:pt x="1756" y="43"/>
                  </a:lnTo>
                  <a:cubicBezTo>
                    <a:pt x="1684" y="55"/>
                    <a:pt x="1625" y="90"/>
                    <a:pt x="1553" y="114"/>
                  </a:cubicBezTo>
                  <a:cubicBezTo>
                    <a:pt x="934" y="424"/>
                    <a:pt x="410" y="912"/>
                    <a:pt x="53" y="1507"/>
                  </a:cubicBezTo>
                  <a:cubicBezTo>
                    <a:pt x="0" y="1586"/>
                    <a:pt x="71" y="1678"/>
                    <a:pt x="145" y="1678"/>
                  </a:cubicBezTo>
                  <a:cubicBezTo>
                    <a:pt x="171" y="1678"/>
                    <a:pt x="198" y="1666"/>
                    <a:pt x="220" y="1638"/>
                  </a:cubicBezTo>
                  <a:cubicBezTo>
                    <a:pt x="553" y="1150"/>
                    <a:pt x="994" y="745"/>
                    <a:pt x="1506" y="460"/>
                  </a:cubicBezTo>
                  <a:cubicBezTo>
                    <a:pt x="1657" y="357"/>
                    <a:pt x="1832" y="305"/>
                    <a:pt x="2010" y="305"/>
                  </a:cubicBezTo>
                  <a:cubicBezTo>
                    <a:pt x="2140" y="305"/>
                    <a:pt x="2273" y="333"/>
                    <a:pt x="2399" y="388"/>
                  </a:cubicBezTo>
                  <a:cubicBezTo>
                    <a:pt x="2577" y="483"/>
                    <a:pt x="2732" y="614"/>
                    <a:pt x="2875" y="769"/>
                  </a:cubicBezTo>
                  <a:lnTo>
                    <a:pt x="3006" y="733"/>
                  </a:lnTo>
                  <a:cubicBezTo>
                    <a:pt x="2934" y="483"/>
                    <a:pt x="2768" y="281"/>
                    <a:pt x="2553" y="150"/>
                  </a:cubicBezTo>
                  <a:cubicBezTo>
                    <a:pt x="2402" y="52"/>
                    <a:pt x="2225" y="1"/>
                    <a:pt x="20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0" name="Google Shape;3540;p69"/>
            <p:cNvSpPr/>
            <p:nvPr/>
          </p:nvSpPr>
          <p:spPr>
            <a:xfrm>
              <a:off x="4353688" y="1857888"/>
              <a:ext cx="197650" cy="203800"/>
            </a:xfrm>
            <a:custGeom>
              <a:avLst/>
              <a:gdLst/>
              <a:ahLst/>
              <a:cxnLst/>
              <a:rect l="l" t="t" r="r" b="b"/>
              <a:pathLst>
                <a:path w="7906" h="8152" extrusionOk="0">
                  <a:moveTo>
                    <a:pt x="2511" y="313"/>
                  </a:moveTo>
                  <a:cubicBezTo>
                    <a:pt x="3144" y="313"/>
                    <a:pt x="3808" y="545"/>
                    <a:pt x="4346" y="782"/>
                  </a:cubicBezTo>
                  <a:cubicBezTo>
                    <a:pt x="4786" y="984"/>
                    <a:pt x="5227" y="1211"/>
                    <a:pt x="5632" y="1484"/>
                  </a:cubicBezTo>
                  <a:cubicBezTo>
                    <a:pt x="5953" y="1687"/>
                    <a:pt x="6263" y="1913"/>
                    <a:pt x="6596" y="2116"/>
                  </a:cubicBezTo>
                  <a:cubicBezTo>
                    <a:pt x="6548" y="2127"/>
                    <a:pt x="6513" y="2127"/>
                    <a:pt x="6465" y="2151"/>
                  </a:cubicBezTo>
                  <a:cubicBezTo>
                    <a:pt x="5953" y="2306"/>
                    <a:pt x="5513" y="2699"/>
                    <a:pt x="5155" y="3104"/>
                  </a:cubicBezTo>
                  <a:cubicBezTo>
                    <a:pt x="4774" y="3544"/>
                    <a:pt x="4465" y="4044"/>
                    <a:pt x="4251" y="4580"/>
                  </a:cubicBezTo>
                  <a:cubicBezTo>
                    <a:pt x="4024" y="5140"/>
                    <a:pt x="3858" y="5771"/>
                    <a:pt x="3989" y="6366"/>
                  </a:cubicBezTo>
                  <a:cubicBezTo>
                    <a:pt x="3989" y="6366"/>
                    <a:pt x="3989" y="6378"/>
                    <a:pt x="3989" y="6378"/>
                  </a:cubicBezTo>
                  <a:cubicBezTo>
                    <a:pt x="3679" y="6164"/>
                    <a:pt x="3358" y="5949"/>
                    <a:pt x="3048" y="5723"/>
                  </a:cubicBezTo>
                  <a:cubicBezTo>
                    <a:pt x="2584" y="5390"/>
                    <a:pt x="2143" y="5044"/>
                    <a:pt x="1703" y="4687"/>
                  </a:cubicBezTo>
                  <a:cubicBezTo>
                    <a:pt x="1322" y="4401"/>
                    <a:pt x="976" y="4080"/>
                    <a:pt x="667" y="3723"/>
                  </a:cubicBezTo>
                  <a:cubicBezTo>
                    <a:pt x="417" y="3378"/>
                    <a:pt x="298" y="2961"/>
                    <a:pt x="333" y="2544"/>
                  </a:cubicBezTo>
                  <a:cubicBezTo>
                    <a:pt x="393" y="1746"/>
                    <a:pt x="869" y="901"/>
                    <a:pt x="1595" y="520"/>
                  </a:cubicBezTo>
                  <a:cubicBezTo>
                    <a:pt x="1879" y="372"/>
                    <a:pt x="2191" y="313"/>
                    <a:pt x="2511" y="313"/>
                  </a:cubicBezTo>
                  <a:close/>
                  <a:moveTo>
                    <a:pt x="2504" y="1"/>
                  </a:moveTo>
                  <a:cubicBezTo>
                    <a:pt x="2015" y="1"/>
                    <a:pt x="1539" y="119"/>
                    <a:pt x="1119" y="437"/>
                  </a:cubicBezTo>
                  <a:cubicBezTo>
                    <a:pt x="417" y="1008"/>
                    <a:pt x="0" y="1865"/>
                    <a:pt x="24" y="2782"/>
                  </a:cubicBezTo>
                  <a:cubicBezTo>
                    <a:pt x="36" y="3235"/>
                    <a:pt x="191" y="3663"/>
                    <a:pt x="476" y="4020"/>
                  </a:cubicBezTo>
                  <a:cubicBezTo>
                    <a:pt x="822" y="4401"/>
                    <a:pt x="1203" y="4759"/>
                    <a:pt x="1619" y="5080"/>
                  </a:cubicBezTo>
                  <a:cubicBezTo>
                    <a:pt x="2036" y="5437"/>
                    <a:pt x="2465" y="5759"/>
                    <a:pt x="2917" y="6068"/>
                  </a:cubicBezTo>
                  <a:cubicBezTo>
                    <a:pt x="3310" y="6354"/>
                    <a:pt x="3727" y="6604"/>
                    <a:pt x="4155" y="6830"/>
                  </a:cubicBezTo>
                  <a:cubicBezTo>
                    <a:pt x="4298" y="7140"/>
                    <a:pt x="4560" y="7378"/>
                    <a:pt x="4894" y="7473"/>
                  </a:cubicBezTo>
                  <a:lnTo>
                    <a:pt x="4941" y="7473"/>
                  </a:lnTo>
                  <a:cubicBezTo>
                    <a:pt x="4953" y="7521"/>
                    <a:pt x="4977" y="7569"/>
                    <a:pt x="5001" y="7616"/>
                  </a:cubicBezTo>
                  <a:cubicBezTo>
                    <a:pt x="5203" y="7997"/>
                    <a:pt x="5632" y="8152"/>
                    <a:pt x="6048" y="8152"/>
                  </a:cubicBezTo>
                  <a:cubicBezTo>
                    <a:pt x="6072" y="8152"/>
                    <a:pt x="6096" y="8128"/>
                    <a:pt x="6108" y="8116"/>
                  </a:cubicBezTo>
                  <a:lnTo>
                    <a:pt x="6084" y="8057"/>
                  </a:lnTo>
                  <a:lnTo>
                    <a:pt x="6060" y="8045"/>
                  </a:lnTo>
                  <a:cubicBezTo>
                    <a:pt x="5739" y="7973"/>
                    <a:pt x="5382" y="7783"/>
                    <a:pt x="5239" y="7473"/>
                  </a:cubicBezTo>
                  <a:cubicBezTo>
                    <a:pt x="5167" y="7295"/>
                    <a:pt x="5132" y="7104"/>
                    <a:pt x="5155" y="6914"/>
                  </a:cubicBezTo>
                  <a:cubicBezTo>
                    <a:pt x="5179" y="6687"/>
                    <a:pt x="5263" y="6485"/>
                    <a:pt x="5263" y="6271"/>
                  </a:cubicBezTo>
                  <a:cubicBezTo>
                    <a:pt x="5263" y="6222"/>
                    <a:pt x="5218" y="6184"/>
                    <a:pt x="5179" y="6184"/>
                  </a:cubicBezTo>
                  <a:cubicBezTo>
                    <a:pt x="5160" y="6184"/>
                    <a:pt x="5143" y="6192"/>
                    <a:pt x="5132" y="6211"/>
                  </a:cubicBezTo>
                  <a:cubicBezTo>
                    <a:pt x="4989" y="6437"/>
                    <a:pt x="4905" y="6676"/>
                    <a:pt x="4882" y="6938"/>
                  </a:cubicBezTo>
                  <a:cubicBezTo>
                    <a:pt x="4882" y="6985"/>
                    <a:pt x="4882" y="7033"/>
                    <a:pt x="4882" y="7092"/>
                  </a:cubicBezTo>
                  <a:cubicBezTo>
                    <a:pt x="4727" y="6985"/>
                    <a:pt x="4608" y="6854"/>
                    <a:pt x="4501" y="6699"/>
                  </a:cubicBezTo>
                  <a:cubicBezTo>
                    <a:pt x="4358" y="6473"/>
                    <a:pt x="4286" y="6211"/>
                    <a:pt x="4274" y="5937"/>
                  </a:cubicBezTo>
                  <a:cubicBezTo>
                    <a:pt x="4274" y="5414"/>
                    <a:pt x="4393" y="4902"/>
                    <a:pt x="4620" y="4425"/>
                  </a:cubicBezTo>
                  <a:cubicBezTo>
                    <a:pt x="4822" y="3961"/>
                    <a:pt x="5108" y="3532"/>
                    <a:pt x="5453" y="3163"/>
                  </a:cubicBezTo>
                  <a:cubicBezTo>
                    <a:pt x="5763" y="2818"/>
                    <a:pt x="6156" y="2508"/>
                    <a:pt x="6620" y="2401"/>
                  </a:cubicBezTo>
                  <a:cubicBezTo>
                    <a:pt x="6727" y="2377"/>
                    <a:pt x="6837" y="2366"/>
                    <a:pt x="6947" y="2366"/>
                  </a:cubicBezTo>
                  <a:cubicBezTo>
                    <a:pt x="7057" y="2366"/>
                    <a:pt x="7168" y="2377"/>
                    <a:pt x="7275" y="2401"/>
                  </a:cubicBezTo>
                  <a:cubicBezTo>
                    <a:pt x="7453" y="2425"/>
                    <a:pt x="7632" y="2485"/>
                    <a:pt x="7787" y="2580"/>
                  </a:cubicBezTo>
                  <a:lnTo>
                    <a:pt x="7906" y="2556"/>
                  </a:lnTo>
                  <a:cubicBezTo>
                    <a:pt x="7763" y="2330"/>
                    <a:pt x="7549" y="2175"/>
                    <a:pt x="7287" y="2104"/>
                  </a:cubicBezTo>
                  <a:cubicBezTo>
                    <a:pt x="7184" y="2078"/>
                    <a:pt x="7075" y="2058"/>
                    <a:pt x="6968" y="2058"/>
                  </a:cubicBezTo>
                  <a:cubicBezTo>
                    <a:pt x="6927" y="2058"/>
                    <a:pt x="6886" y="2061"/>
                    <a:pt x="6846" y="2068"/>
                  </a:cubicBezTo>
                  <a:cubicBezTo>
                    <a:pt x="6656" y="1877"/>
                    <a:pt x="6453" y="1711"/>
                    <a:pt x="6251" y="1556"/>
                  </a:cubicBezTo>
                  <a:cubicBezTo>
                    <a:pt x="6013" y="1377"/>
                    <a:pt x="5763" y="1211"/>
                    <a:pt x="5501" y="1044"/>
                  </a:cubicBezTo>
                  <a:cubicBezTo>
                    <a:pt x="5013" y="722"/>
                    <a:pt x="4489" y="461"/>
                    <a:pt x="3941" y="270"/>
                  </a:cubicBezTo>
                  <a:cubicBezTo>
                    <a:pt x="3480" y="116"/>
                    <a:pt x="2986" y="1"/>
                    <a:pt x="25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1" name="Google Shape;3541;p69"/>
            <p:cNvSpPr/>
            <p:nvPr/>
          </p:nvSpPr>
          <p:spPr>
            <a:xfrm>
              <a:off x="4503388" y="2014713"/>
              <a:ext cx="31000" cy="62575"/>
            </a:xfrm>
            <a:custGeom>
              <a:avLst/>
              <a:gdLst/>
              <a:ahLst/>
              <a:cxnLst/>
              <a:rect l="l" t="t" r="r" b="b"/>
              <a:pathLst>
                <a:path w="1240" h="2503" extrusionOk="0">
                  <a:moveTo>
                    <a:pt x="405" y="0"/>
                  </a:moveTo>
                  <a:cubicBezTo>
                    <a:pt x="366" y="0"/>
                    <a:pt x="328" y="21"/>
                    <a:pt x="310" y="69"/>
                  </a:cubicBezTo>
                  <a:cubicBezTo>
                    <a:pt x="144" y="391"/>
                    <a:pt x="37" y="736"/>
                    <a:pt x="25" y="1093"/>
                  </a:cubicBezTo>
                  <a:cubicBezTo>
                    <a:pt x="1" y="1331"/>
                    <a:pt x="37" y="1569"/>
                    <a:pt x="96" y="1796"/>
                  </a:cubicBezTo>
                  <a:lnTo>
                    <a:pt x="120" y="1843"/>
                  </a:lnTo>
                  <a:cubicBezTo>
                    <a:pt x="144" y="1903"/>
                    <a:pt x="168" y="1950"/>
                    <a:pt x="191" y="2010"/>
                  </a:cubicBezTo>
                  <a:cubicBezTo>
                    <a:pt x="322" y="2260"/>
                    <a:pt x="560" y="2439"/>
                    <a:pt x="834" y="2498"/>
                  </a:cubicBezTo>
                  <a:cubicBezTo>
                    <a:pt x="866" y="2501"/>
                    <a:pt x="898" y="2502"/>
                    <a:pt x="929" y="2502"/>
                  </a:cubicBezTo>
                  <a:cubicBezTo>
                    <a:pt x="1036" y="2502"/>
                    <a:pt x="1138" y="2485"/>
                    <a:pt x="1239" y="2439"/>
                  </a:cubicBezTo>
                  <a:lnTo>
                    <a:pt x="1215" y="2308"/>
                  </a:lnTo>
                  <a:cubicBezTo>
                    <a:pt x="1194" y="2310"/>
                    <a:pt x="1173" y="2311"/>
                    <a:pt x="1151" y="2311"/>
                  </a:cubicBezTo>
                  <a:cubicBezTo>
                    <a:pt x="1039" y="2311"/>
                    <a:pt x="922" y="2284"/>
                    <a:pt x="822" y="2224"/>
                  </a:cubicBezTo>
                  <a:cubicBezTo>
                    <a:pt x="644" y="2117"/>
                    <a:pt x="501" y="1950"/>
                    <a:pt x="430" y="1748"/>
                  </a:cubicBezTo>
                  <a:cubicBezTo>
                    <a:pt x="239" y="1248"/>
                    <a:pt x="322" y="641"/>
                    <a:pt x="501" y="153"/>
                  </a:cubicBezTo>
                  <a:cubicBezTo>
                    <a:pt x="539" y="62"/>
                    <a:pt x="471" y="0"/>
                    <a:pt x="4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42" name="Google Shape;3542;p69"/>
          <p:cNvGrpSpPr/>
          <p:nvPr/>
        </p:nvGrpSpPr>
        <p:grpSpPr>
          <a:xfrm rot="-8384106">
            <a:off x="8079133" y="3886193"/>
            <a:ext cx="411175" cy="770117"/>
            <a:chOff x="895350" y="107900"/>
            <a:chExt cx="317050" cy="593825"/>
          </a:xfrm>
        </p:grpSpPr>
        <p:sp>
          <p:nvSpPr>
            <p:cNvPr id="3543" name="Google Shape;3543;p69"/>
            <p:cNvSpPr/>
            <p:nvPr/>
          </p:nvSpPr>
          <p:spPr>
            <a:xfrm>
              <a:off x="1059975" y="119550"/>
              <a:ext cx="136050" cy="136175"/>
            </a:xfrm>
            <a:custGeom>
              <a:avLst/>
              <a:gdLst/>
              <a:ahLst/>
              <a:cxnLst/>
              <a:rect l="l" t="t" r="r" b="b"/>
              <a:pathLst>
                <a:path w="5442" h="5447" extrusionOk="0">
                  <a:moveTo>
                    <a:pt x="2706" y="1"/>
                  </a:moveTo>
                  <a:cubicBezTo>
                    <a:pt x="2367" y="1"/>
                    <a:pt x="2028" y="72"/>
                    <a:pt x="1715" y="214"/>
                  </a:cubicBezTo>
                  <a:cubicBezTo>
                    <a:pt x="750" y="869"/>
                    <a:pt x="0" y="1857"/>
                    <a:pt x="24" y="3071"/>
                  </a:cubicBezTo>
                  <a:cubicBezTo>
                    <a:pt x="60" y="4441"/>
                    <a:pt x="1179" y="5381"/>
                    <a:pt x="2512" y="5441"/>
                  </a:cubicBezTo>
                  <a:cubicBezTo>
                    <a:pt x="2572" y="5445"/>
                    <a:pt x="2632" y="5446"/>
                    <a:pt x="2692" y="5446"/>
                  </a:cubicBezTo>
                  <a:cubicBezTo>
                    <a:pt x="3191" y="5446"/>
                    <a:pt x="3684" y="5314"/>
                    <a:pt x="4120" y="5048"/>
                  </a:cubicBezTo>
                  <a:cubicBezTo>
                    <a:pt x="4679" y="4703"/>
                    <a:pt x="4989" y="4131"/>
                    <a:pt x="5132" y="3500"/>
                  </a:cubicBezTo>
                  <a:cubicBezTo>
                    <a:pt x="5441" y="2202"/>
                    <a:pt x="4905" y="738"/>
                    <a:pt x="3631" y="190"/>
                  </a:cubicBezTo>
                  <a:cubicBezTo>
                    <a:pt x="3338" y="63"/>
                    <a:pt x="3022" y="1"/>
                    <a:pt x="2706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4" name="Google Shape;3544;p69"/>
            <p:cNvSpPr/>
            <p:nvPr/>
          </p:nvSpPr>
          <p:spPr>
            <a:xfrm>
              <a:off x="984650" y="553850"/>
              <a:ext cx="136650" cy="136150"/>
            </a:xfrm>
            <a:custGeom>
              <a:avLst/>
              <a:gdLst/>
              <a:ahLst/>
              <a:cxnLst/>
              <a:rect l="l" t="t" r="r" b="b"/>
              <a:pathLst>
                <a:path w="5466" h="5446" extrusionOk="0">
                  <a:moveTo>
                    <a:pt x="2720" y="0"/>
                  </a:moveTo>
                  <a:cubicBezTo>
                    <a:pt x="2380" y="0"/>
                    <a:pt x="2041" y="72"/>
                    <a:pt x="1727" y="213"/>
                  </a:cubicBezTo>
                  <a:cubicBezTo>
                    <a:pt x="763" y="868"/>
                    <a:pt x="1" y="1856"/>
                    <a:pt x="36" y="3071"/>
                  </a:cubicBezTo>
                  <a:cubicBezTo>
                    <a:pt x="72" y="4452"/>
                    <a:pt x="1191" y="5380"/>
                    <a:pt x="2513" y="5440"/>
                  </a:cubicBezTo>
                  <a:cubicBezTo>
                    <a:pt x="2574" y="5444"/>
                    <a:pt x="2635" y="5446"/>
                    <a:pt x="2696" y="5446"/>
                  </a:cubicBezTo>
                  <a:cubicBezTo>
                    <a:pt x="3204" y="5446"/>
                    <a:pt x="3696" y="5313"/>
                    <a:pt x="4132" y="5047"/>
                  </a:cubicBezTo>
                  <a:cubicBezTo>
                    <a:pt x="4692" y="4702"/>
                    <a:pt x="5001" y="4130"/>
                    <a:pt x="5144" y="3499"/>
                  </a:cubicBezTo>
                  <a:cubicBezTo>
                    <a:pt x="5466" y="2201"/>
                    <a:pt x="4930" y="737"/>
                    <a:pt x="3656" y="189"/>
                  </a:cubicBezTo>
                  <a:cubicBezTo>
                    <a:pt x="3357" y="63"/>
                    <a:pt x="3038" y="0"/>
                    <a:pt x="272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5" name="Google Shape;3545;p69"/>
            <p:cNvSpPr/>
            <p:nvPr/>
          </p:nvSpPr>
          <p:spPr>
            <a:xfrm>
              <a:off x="998350" y="236800"/>
              <a:ext cx="99450" cy="100350"/>
            </a:xfrm>
            <a:custGeom>
              <a:avLst/>
              <a:gdLst/>
              <a:ahLst/>
              <a:cxnLst/>
              <a:rect l="l" t="t" r="r" b="b"/>
              <a:pathLst>
                <a:path w="3978" h="4014" extrusionOk="0">
                  <a:moveTo>
                    <a:pt x="2620" y="1"/>
                  </a:moveTo>
                  <a:cubicBezTo>
                    <a:pt x="2155" y="477"/>
                    <a:pt x="1703" y="965"/>
                    <a:pt x="1263" y="1465"/>
                  </a:cubicBezTo>
                  <a:cubicBezTo>
                    <a:pt x="1012" y="1739"/>
                    <a:pt x="762" y="2013"/>
                    <a:pt x="512" y="2287"/>
                  </a:cubicBezTo>
                  <a:cubicBezTo>
                    <a:pt x="393" y="2418"/>
                    <a:pt x="274" y="2560"/>
                    <a:pt x="143" y="2691"/>
                  </a:cubicBezTo>
                  <a:cubicBezTo>
                    <a:pt x="96" y="2739"/>
                    <a:pt x="48" y="2775"/>
                    <a:pt x="0" y="2811"/>
                  </a:cubicBezTo>
                  <a:cubicBezTo>
                    <a:pt x="179" y="2882"/>
                    <a:pt x="358" y="2953"/>
                    <a:pt x="512" y="3049"/>
                  </a:cubicBezTo>
                  <a:cubicBezTo>
                    <a:pt x="917" y="3287"/>
                    <a:pt x="1263" y="3620"/>
                    <a:pt x="1524" y="4013"/>
                  </a:cubicBezTo>
                  <a:cubicBezTo>
                    <a:pt x="1572" y="3906"/>
                    <a:pt x="1632" y="3811"/>
                    <a:pt x="1691" y="3727"/>
                  </a:cubicBezTo>
                  <a:cubicBezTo>
                    <a:pt x="1786" y="3584"/>
                    <a:pt x="1882" y="3442"/>
                    <a:pt x="1989" y="3311"/>
                  </a:cubicBezTo>
                  <a:cubicBezTo>
                    <a:pt x="2203" y="3037"/>
                    <a:pt x="2417" y="2775"/>
                    <a:pt x="2644" y="2525"/>
                  </a:cubicBezTo>
                  <a:cubicBezTo>
                    <a:pt x="3072" y="2001"/>
                    <a:pt x="3525" y="1501"/>
                    <a:pt x="3977" y="1013"/>
                  </a:cubicBezTo>
                  <a:cubicBezTo>
                    <a:pt x="3453" y="822"/>
                    <a:pt x="3001" y="489"/>
                    <a:pt x="2656" y="60"/>
                  </a:cubicBezTo>
                  <a:cubicBezTo>
                    <a:pt x="2644" y="36"/>
                    <a:pt x="2632" y="24"/>
                    <a:pt x="26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6" name="Google Shape;3546;p69"/>
            <p:cNvSpPr/>
            <p:nvPr/>
          </p:nvSpPr>
          <p:spPr>
            <a:xfrm>
              <a:off x="977800" y="449325"/>
              <a:ext cx="73850" cy="109575"/>
            </a:xfrm>
            <a:custGeom>
              <a:avLst/>
              <a:gdLst/>
              <a:ahLst/>
              <a:cxnLst/>
              <a:rect l="l" t="t" r="r" b="b"/>
              <a:pathLst>
                <a:path w="2954" h="4383" extrusionOk="0">
                  <a:moveTo>
                    <a:pt x="1668" y="1"/>
                  </a:moveTo>
                  <a:cubicBezTo>
                    <a:pt x="1168" y="334"/>
                    <a:pt x="596" y="536"/>
                    <a:pt x="1" y="560"/>
                  </a:cubicBezTo>
                  <a:cubicBezTo>
                    <a:pt x="120" y="810"/>
                    <a:pt x="191" y="1084"/>
                    <a:pt x="287" y="1346"/>
                  </a:cubicBezTo>
                  <a:cubicBezTo>
                    <a:pt x="418" y="1703"/>
                    <a:pt x="549" y="2072"/>
                    <a:pt x="668" y="2430"/>
                  </a:cubicBezTo>
                  <a:cubicBezTo>
                    <a:pt x="906" y="3096"/>
                    <a:pt x="1156" y="3739"/>
                    <a:pt x="1418" y="4382"/>
                  </a:cubicBezTo>
                  <a:cubicBezTo>
                    <a:pt x="1644" y="4180"/>
                    <a:pt x="1906" y="4013"/>
                    <a:pt x="2192" y="3894"/>
                  </a:cubicBezTo>
                  <a:cubicBezTo>
                    <a:pt x="2430" y="3799"/>
                    <a:pt x="2692" y="3739"/>
                    <a:pt x="2954" y="3727"/>
                  </a:cubicBezTo>
                  <a:cubicBezTo>
                    <a:pt x="2787" y="3299"/>
                    <a:pt x="2632" y="2870"/>
                    <a:pt x="2489" y="2430"/>
                  </a:cubicBezTo>
                  <a:cubicBezTo>
                    <a:pt x="2477" y="2430"/>
                    <a:pt x="2477" y="2418"/>
                    <a:pt x="2477" y="2418"/>
                  </a:cubicBezTo>
                  <a:cubicBezTo>
                    <a:pt x="2299" y="1953"/>
                    <a:pt x="2108" y="1501"/>
                    <a:pt x="1965" y="1037"/>
                  </a:cubicBezTo>
                  <a:cubicBezTo>
                    <a:pt x="1894" y="810"/>
                    <a:pt x="1811" y="572"/>
                    <a:pt x="1751" y="346"/>
                  </a:cubicBezTo>
                  <a:cubicBezTo>
                    <a:pt x="1715" y="227"/>
                    <a:pt x="1692" y="108"/>
                    <a:pt x="16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7" name="Google Shape;3547;p69"/>
            <p:cNvSpPr/>
            <p:nvPr/>
          </p:nvSpPr>
          <p:spPr>
            <a:xfrm>
              <a:off x="905775" y="315375"/>
              <a:ext cx="136350" cy="136200"/>
            </a:xfrm>
            <a:custGeom>
              <a:avLst/>
              <a:gdLst/>
              <a:ahLst/>
              <a:cxnLst/>
              <a:rect l="l" t="t" r="r" b="b"/>
              <a:pathLst>
                <a:path w="5454" h="5448" extrusionOk="0">
                  <a:moveTo>
                    <a:pt x="2720" y="0"/>
                  </a:moveTo>
                  <a:cubicBezTo>
                    <a:pt x="2376" y="0"/>
                    <a:pt x="2033" y="72"/>
                    <a:pt x="1715" y="215"/>
                  </a:cubicBezTo>
                  <a:cubicBezTo>
                    <a:pt x="763" y="870"/>
                    <a:pt x="1" y="1858"/>
                    <a:pt x="24" y="3073"/>
                  </a:cubicBezTo>
                  <a:cubicBezTo>
                    <a:pt x="60" y="4442"/>
                    <a:pt x="1191" y="5382"/>
                    <a:pt x="2513" y="5442"/>
                  </a:cubicBezTo>
                  <a:cubicBezTo>
                    <a:pt x="2573" y="5446"/>
                    <a:pt x="2633" y="5448"/>
                    <a:pt x="2693" y="5448"/>
                  </a:cubicBezTo>
                  <a:cubicBezTo>
                    <a:pt x="3194" y="5448"/>
                    <a:pt x="3696" y="5315"/>
                    <a:pt x="4132" y="5049"/>
                  </a:cubicBezTo>
                  <a:cubicBezTo>
                    <a:pt x="4680" y="4704"/>
                    <a:pt x="4989" y="4132"/>
                    <a:pt x="5132" y="3501"/>
                  </a:cubicBezTo>
                  <a:cubicBezTo>
                    <a:pt x="5454" y="2204"/>
                    <a:pt x="4906" y="739"/>
                    <a:pt x="3644" y="179"/>
                  </a:cubicBezTo>
                  <a:cubicBezTo>
                    <a:pt x="3348" y="60"/>
                    <a:pt x="3034" y="0"/>
                    <a:pt x="2720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8" name="Google Shape;3548;p69"/>
            <p:cNvSpPr/>
            <p:nvPr/>
          </p:nvSpPr>
          <p:spPr>
            <a:xfrm>
              <a:off x="895350" y="107900"/>
              <a:ext cx="317050" cy="593825"/>
            </a:xfrm>
            <a:custGeom>
              <a:avLst/>
              <a:gdLst/>
              <a:ahLst/>
              <a:cxnLst/>
              <a:rect l="l" t="t" r="r" b="b"/>
              <a:pathLst>
                <a:path w="12682" h="23753" extrusionOk="0">
                  <a:moveTo>
                    <a:pt x="9291" y="467"/>
                  </a:moveTo>
                  <a:cubicBezTo>
                    <a:pt x="9607" y="467"/>
                    <a:pt x="9923" y="529"/>
                    <a:pt x="10216" y="656"/>
                  </a:cubicBezTo>
                  <a:cubicBezTo>
                    <a:pt x="11490" y="1204"/>
                    <a:pt x="12038" y="2668"/>
                    <a:pt x="11717" y="3966"/>
                  </a:cubicBezTo>
                  <a:cubicBezTo>
                    <a:pt x="11574" y="4597"/>
                    <a:pt x="11264" y="5169"/>
                    <a:pt x="10705" y="5514"/>
                  </a:cubicBezTo>
                  <a:cubicBezTo>
                    <a:pt x="10269" y="5780"/>
                    <a:pt x="9776" y="5912"/>
                    <a:pt x="9269" y="5912"/>
                  </a:cubicBezTo>
                  <a:cubicBezTo>
                    <a:pt x="9208" y="5912"/>
                    <a:pt x="9147" y="5911"/>
                    <a:pt x="9085" y="5907"/>
                  </a:cubicBezTo>
                  <a:cubicBezTo>
                    <a:pt x="7764" y="5847"/>
                    <a:pt x="6645" y="4907"/>
                    <a:pt x="6609" y="3537"/>
                  </a:cubicBezTo>
                  <a:cubicBezTo>
                    <a:pt x="6585" y="2323"/>
                    <a:pt x="7335" y="1335"/>
                    <a:pt x="8300" y="680"/>
                  </a:cubicBezTo>
                  <a:cubicBezTo>
                    <a:pt x="8613" y="538"/>
                    <a:pt x="8952" y="467"/>
                    <a:pt x="9291" y="467"/>
                  </a:cubicBezTo>
                  <a:close/>
                  <a:moveTo>
                    <a:pt x="6728" y="5157"/>
                  </a:moveTo>
                  <a:cubicBezTo>
                    <a:pt x="6740" y="5180"/>
                    <a:pt x="6752" y="5192"/>
                    <a:pt x="6764" y="5216"/>
                  </a:cubicBezTo>
                  <a:cubicBezTo>
                    <a:pt x="7109" y="5645"/>
                    <a:pt x="7573" y="5978"/>
                    <a:pt x="8097" y="6169"/>
                  </a:cubicBezTo>
                  <a:cubicBezTo>
                    <a:pt x="7645" y="6657"/>
                    <a:pt x="7192" y="7157"/>
                    <a:pt x="6752" y="7681"/>
                  </a:cubicBezTo>
                  <a:cubicBezTo>
                    <a:pt x="6537" y="7943"/>
                    <a:pt x="6323" y="8193"/>
                    <a:pt x="6109" y="8467"/>
                  </a:cubicBezTo>
                  <a:cubicBezTo>
                    <a:pt x="6002" y="8598"/>
                    <a:pt x="5906" y="8728"/>
                    <a:pt x="5811" y="8883"/>
                  </a:cubicBezTo>
                  <a:cubicBezTo>
                    <a:pt x="5740" y="8967"/>
                    <a:pt x="5680" y="9062"/>
                    <a:pt x="5633" y="9169"/>
                  </a:cubicBezTo>
                  <a:cubicBezTo>
                    <a:pt x="5371" y="8776"/>
                    <a:pt x="5025" y="8443"/>
                    <a:pt x="4632" y="8205"/>
                  </a:cubicBezTo>
                  <a:cubicBezTo>
                    <a:pt x="4466" y="8109"/>
                    <a:pt x="4287" y="8038"/>
                    <a:pt x="4109" y="7967"/>
                  </a:cubicBezTo>
                  <a:cubicBezTo>
                    <a:pt x="4156" y="7931"/>
                    <a:pt x="4204" y="7895"/>
                    <a:pt x="4251" y="7847"/>
                  </a:cubicBezTo>
                  <a:cubicBezTo>
                    <a:pt x="4382" y="7716"/>
                    <a:pt x="4501" y="7574"/>
                    <a:pt x="4621" y="7443"/>
                  </a:cubicBezTo>
                  <a:cubicBezTo>
                    <a:pt x="4871" y="7169"/>
                    <a:pt x="5121" y="6895"/>
                    <a:pt x="5371" y="6621"/>
                  </a:cubicBezTo>
                  <a:cubicBezTo>
                    <a:pt x="5811" y="6121"/>
                    <a:pt x="6264" y="5633"/>
                    <a:pt x="6728" y="5157"/>
                  </a:cubicBezTo>
                  <a:close/>
                  <a:moveTo>
                    <a:pt x="3125" y="8301"/>
                  </a:moveTo>
                  <a:cubicBezTo>
                    <a:pt x="3443" y="8301"/>
                    <a:pt x="3762" y="8364"/>
                    <a:pt x="4061" y="8490"/>
                  </a:cubicBezTo>
                  <a:cubicBezTo>
                    <a:pt x="5335" y="9038"/>
                    <a:pt x="5871" y="10503"/>
                    <a:pt x="5561" y="11812"/>
                  </a:cubicBezTo>
                  <a:cubicBezTo>
                    <a:pt x="5406" y="12431"/>
                    <a:pt x="5097" y="13003"/>
                    <a:pt x="4549" y="13348"/>
                  </a:cubicBezTo>
                  <a:cubicBezTo>
                    <a:pt x="4113" y="13614"/>
                    <a:pt x="3620" y="13747"/>
                    <a:pt x="3113" y="13747"/>
                  </a:cubicBezTo>
                  <a:cubicBezTo>
                    <a:pt x="3052" y="13747"/>
                    <a:pt x="2991" y="13745"/>
                    <a:pt x="2930" y="13741"/>
                  </a:cubicBezTo>
                  <a:cubicBezTo>
                    <a:pt x="1608" y="13681"/>
                    <a:pt x="477" y="12753"/>
                    <a:pt x="441" y="11384"/>
                  </a:cubicBezTo>
                  <a:cubicBezTo>
                    <a:pt x="418" y="10157"/>
                    <a:pt x="1180" y="9181"/>
                    <a:pt x="2132" y="8514"/>
                  </a:cubicBezTo>
                  <a:cubicBezTo>
                    <a:pt x="2446" y="8373"/>
                    <a:pt x="2785" y="8301"/>
                    <a:pt x="3125" y="8301"/>
                  </a:cubicBezTo>
                  <a:close/>
                  <a:moveTo>
                    <a:pt x="4966" y="13658"/>
                  </a:moveTo>
                  <a:cubicBezTo>
                    <a:pt x="4990" y="13765"/>
                    <a:pt x="5025" y="13884"/>
                    <a:pt x="5049" y="14003"/>
                  </a:cubicBezTo>
                  <a:cubicBezTo>
                    <a:pt x="5121" y="14229"/>
                    <a:pt x="5192" y="14467"/>
                    <a:pt x="5263" y="14694"/>
                  </a:cubicBezTo>
                  <a:cubicBezTo>
                    <a:pt x="5418" y="15158"/>
                    <a:pt x="5597" y="15610"/>
                    <a:pt x="5775" y="16075"/>
                  </a:cubicBezTo>
                  <a:cubicBezTo>
                    <a:pt x="5775" y="16075"/>
                    <a:pt x="5775" y="16087"/>
                    <a:pt x="5787" y="16087"/>
                  </a:cubicBezTo>
                  <a:cubicBezTo>
                    <a:pt x="5930" y="16527"/>
                    <a:pt x="6085" y="16956"/>
                    <a:pt x="6252" y="17384"/>
                  </a:cubicBezTo>
                  <a:cubicBezTo>
                    <a:pt x="5990" y="17396"/>
                    <a:pt x="5740" y="17456"/>
                    <a:pt x="5490" y="17551"/>
                  </a:cubicBezTo>
                  <a:cubicBezTo>
                    <a:pt x="5204" y="17670"/>
                    <a:pt x="4942" y="17837"/>
                    <a:pt x="4716" y="18039"/>
                  </a:cubicBezTo>
                  <a:cubicBezTo>
                    <a:pt x="4454" y="17396"/>
                    <a:pt x="4204" y="16753"/>
                    <a:pt x="3978" y="16087"/>
                  </a:cubicBezTo>
                  <a:cubicBezTo>
                    <a:pt x="3847" y="15729"/>
                    <a:pt x="3716" y="15360"/>
                    <a:pt x="3585" y="15003"/>
                  </a:cubicBezTo>
                  <a:cubicBezTo>
                    <a:pt x="3501" y="14741"/>
                    <a:pt x="3418" y="14467"/>
                    <a:pt x="3299" y="14217"/>
                  </a:cubicBezTo>
                  <a:cubicBezTo>
                    <a:pt x="3894" y="14193"/>
                    <a:pt x="4478" y="13991"/>
                    <a:pt x="4966" y="13658"/>
                  </a:cubicBezTo>
                  <a:close/>
                  <a:moveTo>
                    <a:pt x="6304" y="17838"/>
                  </a:moveTo>
                  <a:cubicBezTo>
                    <a:pt x="6622" y="17838"/>
                    <a:pt x="6941" y="17901"/>
                    <a:pt x="7240" y="18027"/>
                  </a:cubicBezTo>
                  <a:cubicBezTo>
                    <a:pt x="8502" y="18575"/>
                    <a:pt x="9038" y="20039"/>
                    <a:pt x="8728" y="21337"/>
                  </a:cubicBezTo>
                  <a:cubicBezTo>
                    <a:pt x="8573" y="21968"/>
                    <a:pt x="8264" y="22540"/>
                    <a:pt x="7716" y="22885"/>
                  </a:cubicBezTo>
                  <a:cubicBezTo>
                    <a:pt x="7291" y="23151"/>
                    <a:pt x="6790" y="23284"/>
                    <a:pt x="6289" y="23284"/>
                  </a:cubicBezTo>
                  <a:cubicBezTo>
                    <a:pt x="6229" y="23284"/>
                    <a:pt x="6169" y="23282"/>
                    <a:pt x="6109" y="23278"/>
                  </a:cubicBezTo>
                  <a:cubicBezTo>
                    <a:pt x="4775" y="23218"/>
                    <a:pt x="3656" y="22278"/>
                    <a:pt x="3620" y="20909"/>
                  </a:cubicBezTo>
                  <a:cubicBezTo>
                    <a:pt x="3597" y="19694"/>
                    <a:pt x="4347" y="18706"/>
                    <a:pt x="5311" y="18051"/>
                  </a:cubicBezTo>
                  <a:cubicBezTo>
                    <a:pt x="5625" y="17910"/>
                    <a:pt x="5964" y="17838"/>
                    <a:pt x="6304" y="17838"/>
                  </a:cubicBezTo>
                  <a:close/>
                  <a:moveTo>
                    <a:pt x="9456" y="1"/>
                  </a:moveTo>
                  <a:cubicBezTo>
                    <a:pt x="9126" y="1"/>
                    <a:pt x="8794" y="63"/>
                    <a:pt x="8478" y="192"/>
                  </a:cubicBezTo>
                  <a:cubicBezTo>
                    <a:pt x="7930" y="418"/>
                    <a:pt x="7466" y="811"/>
                    <a:pt x="7157" y="1323"/>
                  </a:cubicBezTo>
                  <a:cubicBezTo>
                    <a:pt x="6656" y="1835"/>
                    <a:pt x="6335" y="2502"/>
                    <a:pt x="6252" y="3216"/>
                  </a:cubicBezTo>
                  <a:cubicBezTo>
                    <a:pt x="6192" y="3787"/>
                    <a:pt x="6287" y="4359"/>
                    <a:pt x="6549" y="4871"/>
                  </a:cubicBezTo>
                  <a:cubicBezTo>
                    <a:pt x="6037" y="5359"/>
                    <a:pt x="5537" y="5847"/>
                    <a:pt x="5061" y="6359"/>
                  </a:cubicBezTo>
                  <a:cubicBezTo>
                    <a:pt x="4811" y="6645"/>
                    <a:pt x="4585" y="6931"/>
                    <a:pt x="4347" y="7216"/>
                  </a:cubicBezTo>
                  <a:cubicBezTo>
                    <a:pt x="4240" y="7359"/>
                    <a:pt x="4120" y="7490"/>
                    <a:pt x="4025" y="7645"/>
                  </a:cubicBezTo>
                  <a:cubicBezTo>
                    <a:pt x="3978" y="7728"/>
                    <a:pt x="3918" y="7800"/>
                    <a:pt x="3882" y="7871"/>
                  </a:cubicBezTo>
                  <a:lnTo>
                    <a:pt x="3859" y="7907"/>
                  </a:lnTo>
                  <a:cubicBezTo>
                    <a:pt x="3664" y="7862"/>
                    <a:pt x="3467" y="7839"/>
                    <a:pt x="3269" y="7839"/>
                  </a:cubicBezTo>
                  <a:cubicBezTo>
                    <a:pt x="2945" y="7839"/>
                    <a:pt x="2621" y="7900"/>
                    <a:pt x="2311" y="8026"/>
                  </a:cubicBezTo>
                  <a:cubicBezTo>
                    <a:pt x="1763" y="8252"/>
                    <a:pt x="1299" y="8645"/>
                    <a:pt x="989" y="9157"/>
                  </a:cubicBezTo>
                  <a:cubicBezTo>
                    <a:pt x="489" y="9669"/>
                    <a:pt x="168" y="10336"/>
                    <a:pt x="84" y="11050"/>
                  </a:cubicBezTo>
                  <a:cubicBezTo>
                    <a:pt x="1" y="11753"/>
                    <a:pt x="179" y="12479"/>
                    <a:pt x="608" y="13050"/>
                  </a:cubicBezTo>
                  <a:cubicBezTo>
                    <a:pt x="1084" y="13646"/>
                    <a:pt x="1751" y="14039"/>
                    <a:pt x="2501" y="14158"/>
                  </a:cubicBezTo>
                  <a:cubicBezTo>
                    <a:pt x="2668" y="14193"/>
                    <a:pt x="2823" y="14205"/>
                    <a:pt x="2989" y="14217"/>
                  </a:cubicBezTo>
                  <a:cubicBezTo>
                    <a:pt x="3049" y="14515"/>
                    <a:pt x="3132" y="14813"/>
                    <a:pt x="3239" y="15098"/>
                  </a:cubicBezTo>
                  <a:cubicBezTo>
                    <a:pt x="3358" y="15467"/>
                    <a:pt x="3489" y="15837"/>
                    <a:pt x="3620" y="16194"/>
                  </a:cubicBezTo>
                  <a:cubicBezTo>
                    <a:pt x="3894" y="16908"/>
                    <a:pt x="4156" y="17622"/>
                    <a:pt x="4418" y="18337"/>
                  </a:cubicBezTo>
                  <a:cubicBezTo>
                    <a:pt x="4323" y="18444"/>
                    <a:pt x="4228" y="18563"/>
                    <a:pt x="4156" y="18694"/>
                  </a:cubicBezTo>
                  <a:cubicBezTo>
                    <a:pt x="3656" y="19206"/>
                    <a:pt x="3347" y="19873"/>
                    <a:pt x="3263" y="20587"/>
                  </a:cubicBezTo>
                  <a:cubicBezTo>
                    <a:pt x="3180" y="21290"/>
                    <a:pt x="3358" y="22004"/>
                    <a:pt x="3775" y="22587"/>
                  </a:cubicBezTo>
                  <a:cubicBezTo>
                    <a:pt x="4251" y="23171"/>
                    <a:pt x="4930" y="23564"/>
                    <a:pt x="5680" y="23695"/>
                  </a:cubicBezTo>
                  <a:cubicBezTo>
                    <a:pt x="5895" y="23733"/>
                    <a:pt x="6110" y="23753"/>
                    <a:pt x="6322" y="23753"/>
                  </a:cubicBezTo>
                  <a:cubicBezTo>
                    <a:pt x="7545" y="23753"/>
                    <a:pt x="8676" y="23114"/>
                    <a:pt x="9133" y="21897"/>
                  </a:cubicBezTo>
                  <a:cubicBezTo>
                    <a:pt x="9693" y="20397"/>
                    <a:pt x="9228" y="18575"/>
                    <a:pt x="7799" y="17742"/>
                  </a:cubicBezTo>
                  <a:cubicBezTo>
                    <a:pt x="7454" y="17539"/>
                    <a:pt x="7073" y="17420"/>
                    <a:pt x="6680" y="17372"/>
                  </a:cubicBezTo>
                  <a:cubicBezTo>
                    <a:pt x="6442" y="16765"/>
                    <a:pt x="6204" y="16158"/>
                    <a:pt x="5954" y="15563"/>
                  </a:cubicBezTo>
                  <a:cubicBezTo>
                    <a:pt x="5823" y="15241"/>
                    <a:pt x="5692" y="14944"/>
                    <a:pt x="5561" y="14646"/>
                  </a:cubicBezTo>
                  <a:cubicBezTo>
                    <a:pt x="5549" y="14634"/>
                    <a:pt x="5549" y="14622"/>
                    <a:pt x="5549" y="14610"/>
                  </a:cubicBezTo>
                  <a:cubicBezTo>
                    <a:pt x="5466" y="14372"/>
                    <a:pt x="5394" y="14158"/>
                    <a:pt x="5299" y="13932"/>
                  </a:cubicBezTo>
                  <a:cubicBezTo>
                    <a:pt x="5252" y="13812"/>
                    <a:pt x="5192" y="13693"/>
                    <a:pt x="5144" y="13586"/>
                  </a:cubicBezTo>
                  <a:cubicBezTo>
                    <a:pt x="5144" y="13562"/>
                    <a:pt x="5132" y="13551"/>
                    <a:pt x="5121" y="13527"/>
                  </a:cubicBezTo>
                  <a:cubicBezTo>
                    <a:pt x="5502" y="13217"/>
                    <a:pt x="5787" y="12812"/>
                    <a:pt x="5966" y="12360"/>
                  </a:cubicBezTo>
                  <a:cubicBezTo>
                    <a:pt x="6335" y="11348"/>
                    <a:pt x="6252" y="10229"/>
                    <a:pt x="5716" y="9288"/>
                  </a:cubicBezTo>
                  <a:cubicBezTo>
                    <a:pt x="5799" y="9217"/>
                    <a:pt x="5894" y="9133"/>
                    <a:pt x="5978" y="9050"/>
                  </a:cubicBezTo>
                  <a:cubicBezTo>
                    <a:pt x="6097" y="8931"/>
                    <a:pt x="6216" y="8812"/>
                    <a:pt x="6335" y="8681"/>
                  </a:cubicBezTo>
                  <a:cubicBezTo>
                    <a:pt x="6561" y="8419"/>
                    <a:pt x="6787" y="8157"/>
                    <a:pt x="7014" y="7895"/>
                  </a:cubicBezTo>
                  <a:cubicBezTo>
                    <a:pt x="7478" y="7383"/>
                    <a:pt x="7930" y="6871"/>
                    <a:pt x="8395" y="6359"/>
                  </a:cubicBezTo>
                  <a:cubicBezTo>
                    <a:pt x="8419" y="6335"/>
                    <a:pt x="8431" y="6300"/>
                    <a:pt x="8431" y="6276"/>
                  </a:cubicBezTo>
                  <a:cubicBezTo>
                    <a:pt x="8514" y="6288"/>
                    <a:pt x="8597" y="6312"/>
                    <a:pt x="8681" y="6323"/>
                  </a:cubicBezTo>
                  <a:cubicBezTo>
                    <a:pt x="8891" y="6362"/>
                    <a:pt x="9103" y="6381"/>
                    <a:pt x="9311" y="6381"/>
                  </a:cubicBezTo>
                  <a:cubicBezTo>
                    <a:pt x="10530" y="6381"/>
                    <a:pt x="11664" y="5735"/>
                    <a:pt x="12121" y="4526"/>
                  </a:cubicBezTo>
                  <a:cubicBezTo>
                    <a:pt x="12681" y="3014"/>
                    <a:pt x="12217" y="1204"/>
                    <a:pt x="10788" y="370"/>
                  </a:cubicBezTo>
                  <a:cubicBezTo>
                    <a:pt x="10383" y="126"/>
                    <a:pt x="9922" y="1"/>
                    <a:pt x="94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cience Subject for Pre-K: Science Tools by Slidesgo">
  <a:themeElements>
    <a:clrScheme name="Simple Light">
      <a:dk1>
        <a:srgbClr val="393231"/>
      </a:dk1>
      <a:lt1>
        <a:srgbClr val="EFEFEF"/>
      </a:lt1>
      <a:dk2>
        <a:srgbClr val="FFFFFF"/>
      </a:dk2>
      <a:lt2>
        <a:srgbClr val="97C2FC"/>
      </a:lt2>
      <a:accent1>
        <a:srgbClr val="3D6991"/>
      </a:accent1>
      <a:accent2>
        <a:srgbClr val="C069BE"/>
      </a:accent2>
      <a:accent3>
        <a:srgbClr val="823A82"/>
      </a:accent3>
      <a:accent4>
        <a:srgbClr val="BAD048"/>
      </a:accent4>
      <a:accent5>
        <a:srgbClr val="7D841C"/>
      </a:accent5>
      <a:accent6>
        <a:srgbClr val="F1CB5D"/>
      </a:accent6>
      <a:hlink>
        <a:srgbClr val="39323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1133</Words>
  <Application>Microsoft Office PowerPoint</Application>
  <PresentationFormat>Экран (16:9)</PresentationFormat>
  <Paragraphs>215</Paragraphs>
  <Slides>28</Slides>
  <Notes>28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4" baseType="lpstr">
      <vt:lpstr>Nunito</vt:lpstr>
      <vt:lpstr>Viga</vt:lpstr>
      <vt:lpstr>Poppins</vt:lpstr>
      <vt:lpstr>Arial</vt:lpstr>
      <vt:lpstr>Roboto Condensed Light</vt:lpstr>
      <vt:lpstr>Science Subject for Pre-K: Science Tools by Slidesgo</vt:lpstr>
      <vt:lpstr>Science Subject  for Pre-K:  Science Tools</vt:lpstr>
      <vt:lpstr>Contents of this template</vt:lpstr>
      <vt:lpstr>Template with wordarts</vt:lpstr>
      <vt:lpstr>Table of contents</vt:lpstr>
      <vt:lpstr>Презентация PowerPoint</vt:lpstr>
      <vt:lpstr>Introduction</vt:lpstr>
      <vt:lpstr>Introduction</vt:lpstr>
      <vt:lpstr>Science needs tools!</vt:lpstr>
      <vt:lpstr>–Someone Famous</vt:lpstr>
      <vt:lpstr>Tools to compare and record</vt:lpstr>
      <vt:lpstr>Organize data with</vt:lpstr>
      <vt:lpstr>A picture reinforces the concept</vt:lpstr>
      <vt:lpstr>Some interesting details</vt:lpstr>
      <vt:lpstr>Awesome words</vt:lpstr>
      <vt:lpstr>Collecting data</vt:lpstr>
      <vt:lpstr>Reviewing concepts</vt:lpstr>
      <vt:lpstr>Some percentages</vt:lpstr>
      <vt:lpstr>Some tools in the laboratory</vt:lpstr>
      <vt:lpstr>Other tools</vt:lpstr>
      <vt:lpstr>Experiment timeline</vt:lpstr>
      <vt:lpstr>Experiment timeline</vt:lpstr>
      <vt:lpstr>333,000</vt:lpstr>
      <vt:lpstr>Mindmap</vt:lpstr>
      <vt:lpstr>Match the objects!</vt:lpstr>
      <vt:lpstr>Great science museums for kids</vt:lpstr>
      <vt:lpstr>Visit our web</vt:lpstr>
      <vt:lpstr>Follow us!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Science Subject  for Pre-K:  Science Tools</dc:title>
  <cp:lastModifiedBy>я</cp:lastModifiedBy>
  <cp:revision>1</cp:revision>
  <dcterms:modified xsi:type="dcterms:W3CDTF">2026-02-19T08:46:47Z</dcterms:modified>
</cp:coreProperties>
</file>
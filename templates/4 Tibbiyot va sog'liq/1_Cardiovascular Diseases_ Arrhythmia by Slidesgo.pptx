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2" r:id="rId16"/>
    <p:sldId id="273" r:id="rId17"/>
    <p:sldId id="274" r:id="rId18"/>
    <p:sldId id="276" r:id="rId19"/>
    <p:sldId id="277" r:id="rId20"/>
    <p:sldId id="278" r:id="rId21"/>
    <p:sldId id="279" r:id="rId22"/>
    <p:sldId id="280" r:id="rId23"/>
    <p:sldId id="281" r:id="rId24"/>
    <p:sldId id="282" r:id="rId25"/>
    <p:sldId id="284" r:id="rId26"/>
  </p:sldIdLst>
  <p:sldSz cx="9144000" cy="5143500" type="screen16x9"/>
  <p:notesSz cx="6858000" cy="9144000"/>
  <p:embeddedFontLst>
    <p:embeddedFont>
      <p:font typeface="Karla" panose="020B0604020202020204" charset="0"/>
      <p:regular r:id="rId28"/>
      <p:bold r:id="rId29"/>
      <p:italic r:id="rId30"/>
      <p:boldItalic r:id="rId31"/>
    </p:embeddedFont>
    <p:embeddedFont>
      <p:font typeface="Outfit" panose="020B0604020202020204" charset="0"/>
      <p:regular r:id="rId32"/>
      <p:bold r:id="rId33"/>
    </p:embeddedFont>
    <p:embeddedFont>
      <p:font typeface="Outfit ExtraBold" panose="020B0604020202020204" charset="0"/>
      <p:bold r:id="rId34"/>
    </p:embeddedFont>
    <p:embeddedFont>
      <p:font typeface="Karla SemiBold"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5E68EA-1443-40B1-B184-013054D8DD72}">
  <a:tblStyle styleId="{8C5E68EA-1443-40B1-B184-013054D8DD7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269" y="-14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137f107573b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137f107573b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145c2d0eff7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4" name="Google Shape;784;g145c2d0eff7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e1f83d2858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e1f83d2858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e266d88436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3" name="Google Shape;813;ge266d88436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146c12675b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0" name="Google Shape;820;g146c12675b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145c251fee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145c251fee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145c251fee2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145c251fee2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145c251fee2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145c251fee2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145c251fee2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2" name="Google Shape;922;g145c251fee2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145c251fee2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145c251fee2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145c251fee2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145c251fee2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145c251fee2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7" name="Google Shape;987;g145c251fee2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145c251fee2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3" name="Google Shape;1053;g145c251fee2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145c251fee2_0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 name="Google Shape;1099;g145c251fee2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145c251fee2_0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145c251fee2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145c251fee2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5" name="Google Shape;1155;g145c251fee2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g145c251fee2_0_4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5" name="Google Shape;1175;g145c251fee2_0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145c251fee2_0_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145c251fee2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g145c251fee2_0_4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7" name="Google Shape;1187;g145c251fee2_0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p:cNvGrpSpPr/>
        <p:nvPr/>
      </p:nvGrpSpPr>
      <p:grpSpPr>
        <a:xfrm>
          <a:off x="0" y="0"/>
          <a:ext cx="0" cy="0"/>
          <a:chOff x="0" y="0"/>
          <a:chExt cx="0" cy="0"/>
        </a:xfrm>
      </p:grpSpPr>
      <p:sp>
        <p:nvSpPr>
          <p:cNvPr id="1198" name="Google Shape;1198;g145c251fee2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9" name="Google Shape;1199;g145c251fee2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g145c251fee2_0_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4" name="Google Shape;1264;g145c251fee2_0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5c251fee2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5c251fee2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1"/>
        <p:cNvGrpSpPr/>
        <p:nvPr/>
      </p:nvGrpSpPr>
      <p:grpSpPr>
        <a:xfrm>
          <a:off x="0" y="0"/>
          <a:ext cx="0" cy="0"/>
          <a:chOff x="0" y="0"/>
          <a:chExt cx="0" cy="0"/>
        </a:xfrm>
      </p:grpSpPr>
      <p:sp>
        <p:nvSpPr>
          <p:cNvPr id="1282" name="Google Shape;1282;g145c251fee2_0_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3" name="Google Shape;1283;g145c251fee2_0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g145c251fee2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3" name="Google Shape;1303;g145c251fee2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4137655" y="4746980"/>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1111830" y="260133"/>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8600371" y="4541375"/>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450750" y="1124775"/>
            <a:ext cx="8242500" cy="2075700"/>
          </a:xfrm>
          <a:prstGeom prst="rect">
            <a:avLst/>
          </a:prstGeom>
        </p:spPr>
        <p:txBody>
          <a:bodyPr spcFirstLastPara="1" wrap="square" lIns="91425" tIns="91425" rIns="91425" bIns="91425" anchor="t" anchorCtr="0">
            <a:noAutofit/>
          </a:bodyPr>
          <a:lstStyle>
            <a:lvl1pPr lvl="0">
              <a:spcBef>
                <a:spcPts val="0"/>
              </a:spcBef>
              <a:spcAft>
                <a:spcPts val="0"/>
              </a:spcAft>
              <a:buSzPts val="5200"/>
              <a:buNone/>
              <a:defRPr sz="6000" b="1">
                <a:latin typeface="Outfit"/>
                <a:ea typeface="Outfit"/>
                <a:cs typeface="Outfit"/>
                <a:sym typeface="Outfi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1771050" y="3519225"/>
            <a:ext cx="5601900" cy="49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2"/>
          <p:cNvSpPr/>
          <p:nvPr/>
        </p:nvSpPr>
        <p:spPr>
          <a:xfrm>
            <a:off x="8123402" y="-2226216"/>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657881" y="-1691735"/>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35719" y="-769590"/>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401498" y="-205396"/>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139208" y="-133862"/>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06734" y="-274495"/>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0" name="Google Shape;20;p2"/>
          <p:cNvSpPr/>
          <p:nvPr/>
        </p:nvSpPr>
        <p:spPr>
          <a:xfrm>
            <a:off x="7223582" y="-250668"/>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6535187" y="79637"/>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05274" y="103252"/>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600384" y="1005803"/>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68185" y="3161119"/>
            <a:ext cx="749038" cy="680672"/>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77263" y="3486824"/>
            <a:ext cx="447489"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019548" y="4190684"/>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451191" y="4455707"/>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125126" y="4318577"/>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139201" y="4777769"/>
            <a:ext cx="213355" cy="182914"/>
          </a:xfrm>
          <a:custGeom>
            <a:avLst/>
            <a:gdLst/>
            <a:ahLst/>
            <a:cxnLst/>
            <a:rect l="l" t="t" r="r" b="b"/>
            <a:pathLst>
              <a:path w="883" h="757" extrusionOk="0">
                <a:moveTo>
                  <a:pt x="505" y="1"/>
                </a:moveTo>
                <a:cubicBezTo>
                  <a:pt x="169" y="1"/>
                  <a:pt x="1" y="407"/>
                  <a:pt x="239" y="645"/>
                </a:cubicBezTo>
                <a:cubicBezTo>
                  <a:pt x="316" y="722"/>
                  <a:pt x="410" y="756"/>
                  <a:pt x="503" y="756"/>
                </a:cubicBezTo>
                <a:cubicBezTo>
                  <a:pt x="697" y="756"/>
                  <a:pt x="883" y="606"/>
                  <a:pt x="883" y="378"/>
                </a:cubicBezTo>
                <a:cubicBezTo>
                  <a:pt x="883" y="169"/>
                  <a:pt x="715" y="1"/>
                  <a:pt x="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7704630" y="5014234"/>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
          <p:cNvSpPr txBox="1">
            <a:spLocks noGrp="1"/>
          </p:cNvSpPr>
          <p:nvPr>
            <p:ph type="title"/>
          </p:nvPr>
        </p:nvSpPr>
        <p:spPr>
          <a:xfrm>
            <a:off x="1024175" y="2379938"/>
            <a:ext cx="3651600" cy="836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400"/>
              <a:buNone/>
              <a:defRPr sz="4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3" name="Google Shape;33;p3"/>
          <p:cNvSpPr txBox="1">
            <a:spLocks noGrp="1"/>
          </p:cNvSpPr>
          <p:nvPr>
            <p:ph type="title" idx="2" hasCustomPrompt="1"/>
          </p:nvPr>
        </p:nvSpPr>
        <p:spPr>
          <a:xfrm>
            <a:off x="1024175" y="1473944"/>
            <a:ext cx="1275300" cy="9060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accent1"/>
              </a:buClr>
              <a:buSzPts val="3000"/>
              <a:buNone/>
              <a:defRPr sz="6100">
                <a:solidFill>
                  <a:schemeClr val="accent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34" name="Google Shape;34;p3"/>
          <p:cNvSpPr txBox="1">
            <a:spLocks noGrp="1"/>
          </p:cNvSpPr>
          <p:nvPr>
            <p:ph type="subTitle" idx="1"/>
          </p:nvPr>
        </p:nvSpPr>
        <p:spPr>
          <a:xfrm>
            <a:off x="1024175" y="3216353"/>
            <a:ext cx="2336400" cy="6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 name="Google Shape;35;p3"/>
          <p:cNvSpPr/>
          <p:nvPr/>
        </p:nvSpPr>
        <p:spPr>
          <a:xfrm rot="10800000">
            <a:off x="1121955" y="-434636"/>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10800000">
            <a:off x="8411852" y="-228884"/>
            <a:ext cx="485425" cy="425027"/>
          </a:xfrm>
          <a:custGeom>
            <a:avLst/>
            <a:gdLst/>
            <a:ahLst/>
            <a:cxnLst/>
            <a:rect l="l" t="t" r="r" b="b"/>
            <a:pathLst>
              <a:path w="2009" h="1759" extrusionOk="0">
                <a:moveTo>
                  <a:pt x="1006" y="0"/>
                </a:moveTo>
                <a:cubicBezTo>
                  <a:pt x="702" y="0"/>
                  <a:pt x="407" y="157"/>
                  <a:pt x="244" y="439"/>
                </a:cubicBezTo>
                <a:cubicBezTo>
                  <a:pt x="1" y="859"/>
                  <a:pt x="144" y="1397"/>
                  <a:pt x="564" y="1640"/>
                </a:cubicBezTo>
                <a:cubicBezTo>
                  <a:pt x="703" y="1721"/>
                  <a:pt x="854" y="1759"/>
                  <a:pt x="1004" y="1759"/>
                </a:cubicBezTo>
                <a:cubicBezTo>
                  <a:pt x="1307" y="1759"/>
                  <a:pt x="1603" y="1602"/>
                  <a:pt x="1766" y="1321"/>
                </a:cubicBezTo>
                <a:cubicBezTo>
                  <a:pt x="2009" y="901"/>
                  <a:pt x="1865" y="363"/>
                  <a:pt x="1445" y="118"/>
                </a:cubicBezTo>
                <a:cubicBezTo>
                  <a:pt x="1306" y="38"/>
                  <a:pt x="1155" y="0"/>
                  <a:pt x="1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rot="10800000">
            <a:off x="4407679" y="-356820"/>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10800000">
            <a:off x="5270768" y="110491"/>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rot="10800000">
            <a:off x="-587820" y="-775828"/>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rot="10800000">
            <a:off x="7881405" y="-1058254"/>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rot="10800000">
            <a:off x="4813367" y="488398"/>
            <a:ext cx="290433" cy="264102"/>
          </a:xfrm>
          <a:custGeom>
            <a:avLst/>
            <a:gdLst/>
            <a:ahLst/>
            <a:cxnLst/>
            <a:rect l="l" t="t" r="r" b="b"/>
            <a:pathLst>
              <a:path w="1202" h="1093" extrusionOk="0">
                <a:moveTo>
                  <a:pt x="602" y="1"/>
                </a:moveTo>
                <a:cubicBezTo>
                  <a:pt x="354" y="1"/>
                  <a:pt x="129" y="170"/>
                  <a:pt x="70" y="421"/>
                </a:cubicBezTo>
                <a:cubicBezTo>
                  <a:pt x="1" y="715"/>
                  <a:pt x="183" y="1010"/>
                  <a:pt x="477" y="1078"/>
                </a:cubicBezTo>
                <a:cubicBezTo>
                  <a:pt x="519" y="1088"/>
                  <a:pt x="561" y="1093"/>
                  <a:pt x="603" y="1093"/>
                </a:cubicBezTo>
                <a:cubicBezTo>
                  <a:pt x="850" y="1093"/>
                  <a:pt x="1074" y="923"/>
                  <a:pt x="1133" y="672"/>
                </a:cubicBezTo>
                <a:cubicBezTo>
                  <a:pt x="1202" y="378"/>
                  <a:pt x="1021" y="85"/>
                  <a:pt x="727" y="15"/>
                </a:cubicBezTo>
                <a:cubicBezTo>
                  <a:pt x="685" y="5"/>
                  <a:pt x="643" y="1"/>
                  <a:pt x="6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rot="-1799986">
            <a:off x="6323378" y="-464874"/>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rot="10800000">
            <a:off x="8866120" y="662185"/>
            <a:ext cx="687665" cy="625580"/>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10800000">
            <a:off x="-263021" y="845133"/>
            <a:ext cx="749037" cy="680672"/>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799986">
            <a:off x="-2000972" y="21113"/>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0800000">
            <a:off x="9106275" y="1748070"/>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flipH="1">
            <a:off x="8215577" y="3322812"/>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10800000">
            <a:off x="5866745" y="4172287"/>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10800000">
            <a:off x="7372532" y="4270147"/>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1799986">
            <a:off x="3790503" y="3148788"/>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10800000">
            <a:off x="5451038" y="4817960"/>
            <a:ext cx="461745" cy="406905"/>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rot="10800000">
            <a:off x="855531" y="4721062"/>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6309657" y="4681072"/>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a:off x="-916426" y="4330237"/>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rot="10800000">
            <a:off x="6570373" y="6190025"/>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799986">
            <a:off x="-4001547" y="522232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flipH="1">
            <a:off x="8252299" y="4420001"/>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rot="10800000" flipH="1">
            <a:off x="7717820" y="3885268"/>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9"/>
        <p:cNvGrpSpPr/>
        <p:nvPr/>
      </p:nvGrpSpPr>
      <p:grpSpPr>
        <a:xfrm>
          <a:off x="0" y="0"/>
          <a:ext cx="0" cy="0"/>
          <a:chOff x="0" y="0"/>
          <a:chExt cx="0" cy="0"/>
        </a:xfrm>
      </p:grpSpPr>
      <p:sp>
        <p:nvSpPr>
          <p:cNvPr id="60" name="Google Shape;60;p4"/>
          <p:cNvSpPr txBox="1">
            <a:spLocks noGrp="1"/>
          </p:cNvSpPr>
          <p:nvPr>
            <p:ph type="title"/>
          </p:nvPr>
        </p:nvSpPr>
        <p:spPr>
          <a:xfrm>
            <a:off x="788900" y="434600"/>
            <a:ext cx="7679400" cy="5727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61" name="Google Shape;61;p4"/>
          <p:cNvSpPr txBox="1">
            <a:spLocks noGrp="1"/>
          </p:cNvSpPr>
          <p:nvPr>
            <p:ph type="body" idx="1"/>
          </p:nvPr>
        </p:nvSpPr>
        <p:spPr>
          <a:xfrm>
            <a:off x="2089500" y="1638670"/>
            <a:ext cx="4965000" cy="2027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400"/>
            </a:lvl1pPr>
            <a:lvl2pPr marL="914400" lvl="1" indent="-304800">
              <a:spcBef>
                <a:spcPts val="0"/>
              </a:spcBef>
              <a:spcAft>
                <a:spcPts val="0"/>
              </a:spcAft>
              <a:buSzPts val="1200"/>
              <a:buFont typeface="Roboto Condensed Light"/>
              <a:buChar char="○"/>
              <a:defRPr/>
            </a:lvl2pPr>
            <a:lvl3pPr marL="1371600" lvl="2" indent="-304800">
              <a:spcBef>
                <a:spcPts val="0"/>
              </a:spcBef>
              <a:spcAft>
                <a:spcPts val="0"/>
              </a:spcAft>
              <a:buSzPts val="1200"/>
              <a:buFont typeface="Roboto Condensed Light"/>
              <a:buChar char="■"/>
              <a:defRPr/>
            </a:lvl3pPr>
            <a:lvl4pPr marL="1828800" lvl="3" indent="-304800">
              <a:spcBef>
                <a:spcPts val="0"/>
              </a:spcBef>
              <a:spcAft>
                <a:spcPts val="0"/>
              </a:spcAft>
              <a:buSzPts val="1200"/>
              <a:buFont typeface="Roboto Condensed Light"/>
              <a:buChar char="●"/>
              <a:defRPr/>
            </a:lvl4pPr>
            <a:lvl5pPr marL="2286000" lvl="4" indent="-304800">
              <a:spcBef>
                <a:spcPts val="0"/>
              </a:spcBef>
              <a:spcAft>
                <a:spcPts val="0"/>
              </a:spcAft>
              <a:buSzPts val="1200"/>
              <a:buFont typeface="Roboto Condensed Light"/>
              <a:buChar char="○"/>
              <a:defRPr/>
            </a:lvl5pPr>
            <a:lvl6pPr marL="2743200" lvl="5" indent="-304800">
              <a:spcBef>
                <a:spcPts val="0"/>
              </a:spcBef>
              <a:spcAft>
                <a:spcPts val="0"/>
              </a:spcAft>
              <a:buSzPts val="1200"/>
              <a:buFont typeface="Roboto Condensed Light"/>
              <a:buChar char="■"/>
              <a:defRPr/>
            </a:lvl6pPr>
            <a:lvl7pPr marL="3200400" lvl="6" indent="-304800">
              <a:spcBef>
                <a:spcPts val="0"/>
              </a:spcBef>
              <a:spcAft>
                <a:spcPts val="0"/>
              </a:spcAft>
              <a:buSzPts val="1200"/>
              <a:buFont typeface="Roboto Condensed Light"/>
              <a:buChar char="●"/>
              <a:defRPr/>
            </a:lvl7pPr>
            <a:lvl8pPr marL="3657600" lvl="7" indent="-304800">
              <a:spcBef>
                <a:spcPts val="0"/>
              </a:spcBef>
              <a:spcAft>
                <a:spcPts val="0"/>
              </a:spcAft>
              <a:buSzPts val="1200"/>
              <a:buFont typeface="Roboto Condensed Light"/>
              <a:buChar char="○"/>
              <a:defRPr/>
            </a:lvl8pPr>
            <a:lvl9pPr marL="4114800" lvl="8" indent="-304800">
              <a:spcBef>
                <a:spcPts val="0"/>
              </a:spcBef>
              <a:spcAft>
                <a:spcPts val="0"/>
              </a:spcAft>
              <a:buSzPts val="1200"/>
              <a:buFont typeface="Roboto Condensed Light"/>
              <a:buChar char="■"/>
              <a:defRPr/>
            </a:lvl9pPr>
          </a:lstStyle>
          <a:p>
            <a:endParaRPr/>
          </a:p>
        </p:txBody>
      </p:sp>
      <p:sp>
        <p:nvSpPr>
          <p:cNvPr id="62" name="Google Shape;62;p4"/>
          <p:cNvSpPr/>
          <p:nvPr/>
        </p:nvSpPr>
        <p:spPr>
          <a:xfrm rot="10800000">
            <a:off x="7881405" y="-1058254"/>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rot="10800000" flipH="1">
            <a:off x="7832120" y="4088093"/>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rot="10800000" flipH="1">
            <a:off x="8366599" y="4622826"/>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rot="10800000">
            <a:off x="8411852" y="-228884"/>
            <a:ext cx="485425" cy="425027"/>
          </a:xfrm>
          <a:custGeom>
            <a:avLst/>
            <a:gdLst/>
            <a:ahLst/>
            <a:cxnLst/>
            <a:rect l="l" t="t" r="r" b="b"/>
            <a:pathLst>
              <a:path w="2009" h="1759" extrusionOk="0">
                <a:moveTo>
                  <a:pt x="1006" y="0"/>
                </a:moveTo>
                <a:cubicBezTo>
                  <a:pt x="702" y="0"/>
                  <a:pt x="407" y="157"/>
                  <a:pt x="244" y="439"/>
                </a:cubicBezTo>
                <a:cubicBezTo>
                  <a:pt x="1" y="859"/>
                  <a:pt x="144" y="1397"/>
                  <a:pt x="564" y="1640"/>
                </a:cubicBezTo>
                <a:cubicBezTo>
                  <a:pt x="703" y="1721"/>
                  <a:pt x="854" y="1759"/>
                  <a:pt x="1004" y="1759"/>
                </a:cubicBezTo>
                <a:cubicBezTo>
                  <a:pt x="1307" y="1759"/>
                  <a:pt x="1603" y="1602"/>
                  <a:pt x="1766" y="1321"/>
                </a:cubicBezTo>
                <a:cubicBezTo>
                  <a:pt x="2009" y="901"/>
                  <a:pt x="1865" y="363"/>
                  <a:pt x="1445" y="118"/>
                </a:cubicBezTo>
                <a:cubicBezTo>
                  <a:pt x="1306" y="38"/>
                  <a:pt x="1155" y="0"/>
                  <a:pt x="1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rot="10800000">
            <a:off x="6684673" y="6392850"/>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rot="10800000">
            <a:off x="8866120" y="662185"/>
            <a:ext cx="687665" cy="625580"/>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rot="10800000">
            <a:off x="9106275" y="1748070"/>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rot="10800000">
            <a:off x="8549738" y="2970110"/>
            <a:ext cx="461745" cy="406905"/>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rot="10800000">
            <a:off x="-916426" y="4330237"/>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rot="10800000">
            <a:off x="1121955" y="-434636"/>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rot="10800000">
            <a:off x="-587820" y="-775828"/>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rot="10800000" flipH="1">
            <a:off x="8329877" y="3525637"/>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rot="10800000">
            <a:off x="5981045" y="4375112"/>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rot="10800000">
            <a:off x="855531" y="4721062"/>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rot="10800000">
            <a:off x="7486832" y="4472972"/>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rot="10800000">
            <a:off x="2178829" y="4883930"/>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rot="10800000">
            <a:off x="6423957" y="4883897"/>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rot="10800000">
            <a:off x="-263021" y="845133"/>
            <a:ext cx="749037" cy="680672"/>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rot="-1799986">
            <a:off x="7727653" y="-1195224"/>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rot="-1799986">
            <a:off x="-2000972" y="21113"/>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rot="-1799986">
            <a:off x="4524653" y="3825913"/>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rot="-1799986">
            <a:off x="-4409222" y="428887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4"/>
        <p:cNvGrpSpPr/>
        <p:nvPr/>
      </p:nvGrpSpPr>
      <p:grpSpPr>
        <a:xfrm>
          <a:off x="0" y="0"/>
          <a:ext cx="0" cy="0"/>
          <a:chOff x="0" y="0"/>
          <a:chExt cx="0" cy="0"/>
        </a:xfrm>
      </p:grpSpPr>
      <p:sp>
        <p:nvSpPr>
          <p:cNvPr id="85" name="Google Shape;85;p5"/>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86" name="Google Shape;86;p5"/>
          <p:cNvSpPr txBox="1">
            <a:spLocks noGrp="1"/>
          </p:cNvSpPr>
          <p:nvPr>
            <p:ph type="title" idx="2"/>
          </p:nvPr>
        </p:nvSpPr>
        <p:spPr>
          <a:xfrm>
            <a:off x="5318775" y="1853650"/>
            <a:ext cx="25707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7" name="Google Shape;87;p5"/>
          <p:cNvSpPr txBox="1">
            <a:spLocks noGrp="1"/>
          </p:cNvSpPr>
          <p:nvPr>
            <p:ph type="subTitle" idx="1"/>
          </p:nvPr>
        </p:nvSpPr>
        <p:spPr>
          <a:xfrm>
            <a:off x="5318788" y="2381350"/>
            <a:ext cx="2570700" cy="174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8" name="Google Shape;88;p5"/>
          <p:cNvSpPr txBox="1">
            <a:spLocks noGrp="1"/>
          </p:cNvSpPr>
          <p:nvPr>
            <p:ph type="title" idx="3"/>
          </p:nvPr>
        </p:nvSpPr>
        <p:spPr>
          <a:xfrm>
            <a:off x="1254650" y="1853650"/>
            <a:ext cx="25707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9" name="Google Shape;89;p5"/>
          <p:cNvSpPr txBox="1">
            <a:spLocks noGrp="1"/>
          </p:cNvSpPr>
          <p:nvPr>
            <p:ph type="subTitle" idx="4"/>
          </p:nvPr>
        </p:nvSpPr>
        <p:spPr>
          <a:xfrm>
            <a:off x="1254513" y="2381350"/>
            <a:ext cx="2570700" cy="174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0" name="Google Shape;90;p5"/>
          <p:cNvSpPr/>
          <p:nvPr/>
        </p:nvSpPr>
        <p:spPr>
          <a:xfrm rot="10800000" flipH="1">
            <a:off x="7736493" y="-2800772"/>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rot="10800000" flipH="1">
            <a:off x="-620390" y="-1463650"/>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rot="10800000" flipH="1">
            <a:off x="-431940" y="-1412644"/>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rot="10800000" flipH="1">
            <a:off x="7861212" y="4631749"/>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10800000" flipH="1">
            <a:off x="8046637" y="4631761"/>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rot="10800000" flipH="1">
            <a:off x="210993" y="4621274"/>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rot="10800000" flipH="1">
            <a:off x="8861181" y="592520"/>
            <a:ext cx="295792" cy="268960"/>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rot="10800000" flipH="1">
            <a:off x="8426127" y="347594"/>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rot="10800000" flipH="1">
            <a:off x="570364" y="4329160"/>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rot="10800000" flipH="1">
            <a:off x="-172475" y="4160286"/>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rot="10800000" flipH="1">
            <a:off x="8808099" y="4398425"/>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rot="10800000" flipH="1">
            <a:off x="8495602" y="4247007"/>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rot="10800000" flipH="1">
            <a:off x="826520" y="153363"/>
            <a:ext cx="179839" cy="151570"/>
          </a:xfrm>
          <a:custGeom>
            <a:avLst/>
            <a:gdLst/>
            <a:ahLst/>
            <a:cxnLst/>
            <a:rect l="l" t="t" r="r" b="b"/>
            <a:pathLst>
              <a:path w="1126" h="949" extrusionOk="0">
                <a:moveTo>
                  <a:pt x="598" y="0"/>
                </a:moveTo>
                <a:cubicBezTo>
                  <a:pt x="246" y="0"/>
                  <a:pt x="0" y="397"/>
                  <a:pt x="200" y="723"/>
                </a:cubicBezTo>
                <a:cubicBezTo>
                  <a:pt x="286" y="864"/>
                  <a:pt x="439" y="949"/>
                  <a:pt x="602" y="949"/>
                </a:cubicBezTo>
                <a:cubicBezTo>
                  <a:pt x="627" y="949"/>
                  <a:pt x="653" y="947"/>
                  <a:pt x="678" y="943"/>
                </a:cubicBezTo>
                <a:cubicBezTo>
                  <a:pt x="867" y="913"/>
                  <a:pt x="1020" y="772"/>
                  <a:pt x="1065" y="586"/>
                </a:cubicBezTo>
                <a:cubicBezTo>
                  <a:pt x="1126" y="331"/>
                  <a:pt x="969" y="75"/>
                  <a:pt x="715" y="14"/>
                </a:cubicBezTo>
                <a:cubicBezTo>
                  <a:pt x="675" y="5"/>
                  <a:pt x="636"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rot="10800000" flipH="1">
            <a:off x="114300" y="709578"/>
            <a:ext cx="179999" cy="151889"/>
          </a:xfrm>
          <a:custGeom>
            <a:avLst/>
            <a:gdLst/>
            <a:ahLst/>
            <a:cxnLst/>
            <a:rect l="l" t="t" r="r" b="b"/>
            <a:pathLst>
              <a:path w="1127" h="951" extrusionOk="0">
                <a:moveTo>
                  <a:pt x="600" y="1"/>
                </a:moveTo>
                <a:cubicBezTo>
                  <a:pt x="247" y="1"/>
                  <a:pt x="0" y="398"/>
                  <a:pt x="201" y="723"/>
                </a:cubicBezTo>
                <a:cubicBezTo>
                  <a:pt x="288" y="866"/>
                  <a:pt x="442" y="950"/>
                  <a:pt x="605" y="950"/>
                </a:cubicBezTo>
                <a:cubicBezTo>
                  <a:pt x="630" y="950"/>
                  <a:pt x="654" y="948"/>
                  <a:pt x="679" y="944"/>
                </a:cubicBezTo>
                <a:cubicBezTo>
                  <a:pt x="869" y="915"/>
                  <a:pt x="1022" y="772"/>
                  <a:pt x="1066" y="586"/>
                </a:cubicBezTo>
                <a:cubicBezTo>
                  <a:pt x="1126" y="331"/>
                  <a:pt x="970" y="75"/>
                  <a:pt x="715" y="14"/>
                </a:cubicBezTo>
                <a:cubicBezTo>
                  <a:pt x="676" y="5"/>
                  <a:pt x="638"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rot="10800000" flipH="1">
            <a:off x="294291" y="63142"/>
            <a:ext cx="207310" cy="191658"/>
          </a:xfrm>
          <a:custGeom>
            <a:avLst/>
            <a:gdLst/>
            <a:ahLst/>
            <a:cxnLst/>
            <a:rect l="l" t="t" r="r" b="b"/>
            <a:pathLst>
              <a:path w="1298" h="1200" extrusionOk="0">
                <a:moveTo>
                  <a:pt x="639" y="1"/>
                </a:moveTo>
                <a:cubicBezTo>
                  <a:pt x="449" y="1"/>
                  <a:pt x="267" y="90"/>
                  <a:pt x="153" y="248"/>
                </a:cubicBezTo>
                <a:cubicBezTo>
                  <a:pt x="11" y="444"/>
                  <a:pt x="0" y="707"/>
                  <a:pt x="127" y="913"/>
                </a:cubicBezTo>
                <a:cubicBezTo>
                  <a:pt x="237" y="1093"/>
                  <a:pt x="432" y="1200"/>
                  <a:pt x="639" y="1200"/>
                </a:cubicBezTo>
                <a:cubicBezTo>
                  <a:pt x="670" y="1200"/>
                  <a:pt x="701" y="1197"/>
                  <a:pt x="732" y="1192"/>
                </a:cubicBezTo>
                <a:cubicBezTo>
                  <a:pt x="971" y="1154"/>
                  <a:pt x="1164" y="975"/>
                  <a:pt x="1221" y="740"/>
                </a:cubicBezTo>
                <a:cubicBezTo>
                  <a:pt x="1297" y="418"/>
                  <a:pt x="1099" y="95"/>
                  <a:pt x="777" y="17"/>
                </a:cubicBezTo>
                <a:cubicBezTo>
                  <a:pt x="731" y="6"/>
                  <a:pt x="685" y="1"/>
                  <a:pt x="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rot="10800000" flipH="1">
            <a:off x="7772164" y="-296542"/>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rot="10800000" flipH="1">
            <a:off x="8854978" y="3710365"/>
            <a:ext cx="495116"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rot="1799986" flipH="1">
            <a:off x="-4391772" y="-1104887"/>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rot="1799986" flipH="1">
            <a:off x="4580778" y="-321787"/>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rot="1799986" flipH="1">
            <a:off x="-3091447" y="3857488"/>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rot="-1799986">
            <a:off x="5144753" y="4447788"/>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6"/>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13" name="Google Shape;113;p6"/>
          <p:cNvSpPr/>
          <p:nvPr/>
        </p:nvSpPr>
        <p:spPr>
          <a:xfrm rot="5400000">
            <a:off x="9658283" y="1539125"/>
            <a:ext cx="50" cy="15452"/>
          </a:xfrm>
          <a:custGeom>
            <a:avLst/>
            <a:gdLst/>
            <a:ahLst/>
            <a:cxnLst/>
            <a:rect l="l" t="t" r="r" b="b"/>
            <a:pathLst>
              <a:path w="1" h="306" extrusionOk="0">
                <a:moveTo>
                  <a:pt x="0" y="0"/>
                </a:moveTo>
                <a:lnTo>
                  <a:pt x="0" y="306"/>
                </a:lnTo>
                <a:lnTo>
                  <a:pt x="0" y="306"/>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6"/>
          <p:cNvSpPr/>
          <p:nvPr/>
        </p:nvSpPr>
        <p:spPr>
          <a:xfrm rot="10800000">
            <a:off x="-2436713" y="-2457872"/>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6"/>
          <p:cNvSpPr/>
          <p:nvPr/>
        </p:nvSpPr>
        <p:spPr>
          <a:xfrm rot="10800000">
            <a:off x="7873497" y="-1311075"/>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6"/>
          <p:cNvSpPr/>
          <p:nvPr/>
        </p:nvSpPr>
        <p:spPr>
          <a:xfrm rot="10800000">
            <a:off x="8114987" y="-1069744"/>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6"/>
          <p:cNvSpPr/>
          <p:nvPr/>
        </p:nvSpPr>
        <p:spPr>
          <a:xfrm rot="10800000">
            <a:off x="41358" y="4802774"/>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6"/>
          <p:cNvSpPr/>
          <p:nvPr/>
        </p:nvSpPr>
        <p:spPr>
          <a:xfrm rot="10800000">
            <a:off x="492395" y="5253811"/>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6"/>
          <p:cNvSpPr/>
          <p:nvPr/>
        </p:nvSpPr>
        <p:spPr>
          <a:xfrm rot="10800000">
            <a:off x="8183904" y="4964174"/>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rot="10800000">
            <a:off x="118103" y="690494"/>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6"/>
          <p:cNvSpPr/>
          <p:nvPr/>
        </p:nvSpPr>
        <p:spPr>
          <a:xfrm rot="10800000">
            <a:off x="8880813" y="2248822"/>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6"/>
          <p:cNvSpPr/>
          <p:nvPr/>
        </p:nvSpPr>
        <p:spPr>
          <a:xfrm rot="10800000">
            <a:off x="8742584" y="3050662"/>
            <a:ext cx="1297365" cy="1182051"/>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rot="10800000">
            <a:off x="8697061" y="4503186"/>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6"/>
          <p:cNvSpPr/>
          <p:nvPr/>
        </p:nvSpPr>
        <p:spPr>
          <a:xfrm rot="10800000">
            <a:off x="-250748" y="4802775"/>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6"/>
          <p:cNvSpPr/>
          <p:nvPr/>
        </p:nvSpPr>
        <p:spPr>
          <a:xfrm rot="10800000">
            <a:off x="187580" y="4589907"/>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6"/>
          <p:cNvSpPr/>
          <p:nvPr/>
        </p:nvSpPr>
        <p:spPr>
          <a:xfrm rot="10800000">
            <a:off x="7679503" y="-102638"/>
            <a:ext cx="256183" cy="224719"/>
          </a:xfrm>
          <a:custGeom>
            <a:avLst/>
            <a:gdLst/>
            <a:ahLst/>
            <a:cxnLst/>
            <a:rect l="l" t="t" r="r" b="b"/>
            <a:pathLst>
              <a:path w="1604" h="1407" extrusionOk="0">
                <a:moveTo>
                  <a:pt x="800" y="0"/>
                </a:moveTo>
                <a:cubicBezTo>
                  <a:pt x="676" y="0"/>
                  <a:pt x="549" y="34"/>
                  <a:pt x="435" y="104"/>
                </a:cubicBezTo>
                <a:cubicBezTo>
                  <a:pt x="104" y="307"/>
                  <a:pt x="0" y="740"/>
                  <a:pt x="203" y="1071"/>
                </a:cubicBezTo>
                <a:cubicBezTo>
                  <a:pt x="336" y="1288"/>
                  <a:pt x="566" y="1407"/>
                  <a:pt x="802" y="1407"/>
                </a:cubicBezTo>
                <a:cubicBezTo>
                  <a:pt x="927" y="1407"/>
                  <a:pt x="1054" y="1373"/>
                  <a:pt x="1169" y="1303"/>
                </a:cubicBezTo>
                <a:cubicBezTo>
                  <a:pt x="1500" y="1100"/>
                  <a:pt x="1604" y="667"/>
                  <a:pt x="1401" y="337"/>
                </a:cubicBezTo>
                <a:cubicBezTo>
                  <a:pt x="1268" y="120"/>
                  <a:pt x="1037" y="0"/>
                  <a:pt x="800"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6"/>
          <p:cNvSpPr/>
          <p:nvPr/>
        </p:nvSpPr>
        <p:spPr>
          <a:xfrm rot="10800000">
            <a:off x="1322165" y="129271"/>
            <a:ext cx="197727" cy="182714"/>
          </a:xfrm>
          <a:custGeom>
            <a:avLst/>
            <a:gdLst/>
            <a:ahLst/>
            <a:cxnLst/>
            <a:rect l="l" t="t" r="r" b="b"/>
            <a:pathLst>
              <a:path w="1238" h="1144" extrusionOk="0">
                <a:moveTo>
                  <a:pt x="608" y="0"/>
                </a:moveTo>
                <a:cubicBezTo>
                  <a:pt x="428" y="0"/>
                  <a:pt x="255" y="86"/>
                  <a:pt x="146" y="236"/>
                </a:cubicBezTo>
                <a:cubicBezTo>
                  <a:pt x="11" y="424"/>
                  <a:pt x="0" y="673"/>
                  <a:pt x="122" y="871"/>
                </a:cubicBezTo>
                <a:cubicBezTo>
                  <a:pt x="226" y="1042"/>
                  <a:pt x="412" y="1143"/>
                  <a:pt x="609" y="1143"/>
                </a:cubicBezTo>
                <a:cubicBezTo>
                  <a:pt x="638" y="1143"/>
                  <a:pt x="669" y="1141"/>
                  <a:pt x="699" y="1136"/>
                </a:cubicBezTo>
                <a:cubicBezTo>
                  <a:pt x="926" y="1100"/>
                  <a:pt x="1111" y="929"/>
                  <a:pt x="1164" y="706"/>
                </a:cubicBezTo>
                <a:cubicBezTo>
                  <a:pt x="1238" y="398"/>
                  <a:pt x="1049" y="90"/>
                  <a:pt x="743" y="16"/>
                </a:cubicBezTo>
                <a:cubicBezTo>
                  <a:pt x="698" y="6"/>
                  <a:pt x="653" y="0"/>
                  <a:pt x="608"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p:nvPr/>
        </p:nvSpPr>
        <p:spPr>
          <a:xfrm rot="10800000">
            <a:off x="568550" y="-102654"/>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6"/>
          <p:cNvSpPr/>
          <p:nvPr/>
        </p:nvSpPr>
        <p:spPr>
          <a:xfrm rot="10800000">
            <a:off x="9143701" y="2317977"/>
            <a:ext cx="495116"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6"/>
          <p:cNvSpPr/>
          <p:nvPr/>
        </p:nvSpPr>
        <p:spPr>
          <a:xfrm>
            <a:off x="7553259" y="-55515"/>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a:off x="-3709641" y="4348185"/>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932525" y="445025"/>
            <a:ext cx="74790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4" name="Google Shape;134;p7"/>
          <p:cNvSpPr txBox="1">
            <a:spLocks noGrp="1"/>
          </p:cNvSpPr>
          <p:nvPr>
            <p:ph type="subTitle" idx="1"/>
          </p:nvPr>
        </p:nvSpPr>
        <p:spPr>
          <a:xfrm>
            <a:off x="932525" y="1388200"/>
            <a:ext cx="4623300" cy="2424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8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135" name="Google Shape;135;p7"/>
          <p:cNvSpPr/>
          <p:nvPr/>
        </p:nvSpPr>
        <p:spPr>
          <a:xfrm flipH="1">
            <a:off x="-2981630" y="-2616741"/>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flipH="1">
            <a:off x="-2447402" y="-2082260"/>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7"/>
          <p:cNvSpPr/>
          <p:nvPr/>
        </p:nvSpPr>
        <p:spPr>
          <a:xfrm flipH="1">
            <a:off x="-298873" y="3690706"/>
            <a:ext cx="485425" cy="425027"/>
          </a:xfrm>
          <a:custGeom>
            <a:avLst/>
            <a:gdLst/>
            <a:ahLst/>
            <a:cxnLst/>
            <a:rect l="l" t="t" r="r" b="b"/>
            <a:pathLst>
              <a:path w="2009" h="1759" extrusionOk="0">
                <a:moveTo>
                  <a:pt x="1006" y="0"/>
                </a:moveTo>
                <a:cubicBezTo>
                  <a:pt x="702" y="0"/>
                  <a:pt x="407" y="157"/>
                  <a:pt x="244" y="439"/>
                </a:cubicBezTo>
                <a:cubicBezTo>
                  <a:pt x="1" y="859"/>
                  <a:pt x="144" y="1397"/>
                  <a:pt x="564" y="1640"/>
                </a:cubicBezTo>
                <a:cubicBezTo>
                  <a:pt x="703" y="1721"/>
                  <a:pt x="854" y="1759"/>
                  <a:pt x="1004" y="1759"/>
                </a:cubicBezTo>
                <a:cubicBezTo>
                  <a:pt x="1307" y="1759"/>
                  <a:pt x="1603" y="1602"/>
                  <a:pt x="1766" y="1321"/>
                </a:cubicBezTo>
                <a:cubicBezTo>
                  <a:pt x="2009" y="901"/>
                  <a:pt x="1865" y="363"/>
                  <a:pt x="1445" y="118"/>
                </a:cubicBezTo>
                <a:cubicBezTo>
                  <a:pt x="1306" y="38"/>
                  <a:pt x="1155" y="0"/>
                  <a:pt x="10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7"/>
          <p:cNvSpPr/>
          <p:nvPr/>
        </p:nvSpPr>
        <p:spPr>
          <a:xfrm flipH="1">
            <a:off x="7469605" y="-798165"/>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7"/>
          <p:cNvSpPr/>
          <p:nvPr/>
        </p:nvSpPr>
        <p:spPr>
          <a:xfrm flipH="1">
            <a:off x="8015673" y="-303070"/>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7"/>
          <p:cNvSpPr/>
          <p:nvPr/>
        </p:nvSpPr>
        <p:spPr>
          <a:xfrm flipH="1">
            <a:off x="8580370" y="3754734"/>
            <a:ext cx="687665" cy="625580"/>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flipH="1">
            <a:off x="7297818" y="4761495"/>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7"/>
          <p:cNvSpPr/>
          <p:nvPr/>
        </p:nvSpPr>
        <p:spPr>
          <a:xfrm flipH="1">
            <a:off x="8820525" y="2887524"/>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7"/>
          <p:cNvSpPr/>
          <p:nvPr/>
        </p:nvSpPr>
        <p:spPr>
          <a:xfrm flipH="1">
            <a:off x="8015663" y="3294434"/>
            <a:ext cx="461745" cy="406905"/>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7"/>
          <p:cNvSpPr/>
          <p:nvPr/>
        </p:nvSpPr>
        <p:spPr>
          <a:xfrm flipH="1">
            <a:off x="7829556" y="4101481"/>
            <a:ext cx="293333" cy="267243"/>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7"/>
          <p:cNvSpPr/>
          <p:nvPr/>
        </p:nvSpPr>
        <p:spPr>
          <a:xfrm flipH="1">
            <a:off x="6715570" y="4512794"/>
            <a:ext cx="213355" cy="182914"/>
          </a:xfrm>
          <a:custGeom>
            <a:avLst/>
            <a:gdLst/>
            <a:ahLst/>
            <a:cxnLst/>
            <a:rect l="l" t="t" r="r" b="b"/>
            <a:pathLst>
              <a:path w="883" h="757" extrusionOk="0">
                <a:moveTo>
                  <a:pt x="505" y="1"/>
                </a:moveTo>
                <a:cubicBezTo>
                  <a:pt x="169" y="1"/>
                  <a:pt x="1" y="407"/>
                  <a:pt x="239" y="645"/>
                </a:cubicBezTo>
                <a:cubicBezTo>
                  <a:pt x="316" y="722"/>
                  <a:pt x="410" y="756"/>
                  <a:pt x="503" y="756"/>
                </a:cubicBezTo>
                <a:cubicBezTo>
                  <a:pt x="697" y="756"/>
                  <a:pt x="883" y="606"/>
                  <a:pt x="883" y="378"/>
                </a:cubicBezTo>
                <a:cubicBezTo>
                  <a:pt x="883" y="169"/>
                  <a:pt x="715" y="1"/>
                  <a:pt x="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7"/>
          <p:cNvSpPr/>
          <p:nvPr/>
        </p:nvSpPr>
        <p:spPr>
          <a:xfrm flipH="1">
            <a:off x="3305389" y="132237"/>
            <a:ext cx="213838" cy="182914"/>
          </a:xfrm>
          <a:custGeom>
            <a:avLst/>
            <a:gdLst/>
            <a:ahLst/>
            <a:cxnLst/>
            <a:rect l="l" t="t" r="r" b="b"/>
            <a:pathLst>
              <a:path w="885" h="757" extrusionOk="0">
                <a:moveTo>
                  <a:pt x="506" y="1"/>
                </a:moveTo>
                <a:cubicBezTo>
                  <a:pt x="170" y="1"/>
                  <a:pt x="1" y="407"/>
                  <a:pt x="239" y="645"/>
                </a:cubicBezTo>
                <a:cubicBezTo>
                  <a:pt x="316" y="722"/>
                  <a:pt x="410" y="756"/>
                  <a:pt x="503" y="756"/>
                </a:cubicBezTo>
                <a:cubicBezTo>
                  <a:pt x="697" y="756"/>
                  <a:pt x="883" y="606"/>
                  <a:pt x="884" y="378"/>
                </a:cubicBezTo>
                <a:cubicBezTo>
                  <a:pt x="884" y="169"/>
                  <a:pt x="715" y="1"/>
                  <a:pt x="5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7"/>
          <p:cNvSpPr/>
          <p:nvPr/>
        </p:nvSpPr>
        <p:spPr>
          <a:xfrm flipH="1">
            <a:off x="8181411" y="231558"/>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
          <p:cNvSpPr/>
          <p:nvPr/>
        </p:nvSpPr>
        <p:spPr>
          <a:xfrm flipH="1">
            <a:off x="243305" y="4270034"/>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7"/>
          <p:cNvSpPr/>
          <p:nvPr/>
        </p:nvSpPr>
        <p:spPr>
          <a:xfrm flipH="1">
            <a:off x="-873570" y="4512800"/>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7"/>
          <p:cNvSpPr/>
          <p:nvPr/>
        </p:nvSpPr>
        <p:spPr>
          <a:xfrm flipH="1">
            <a:off x="-852203" y="615278"/>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flipH="1">
            <a:off x="4172320" y="-313312"/>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7"/>
          <p:cNvSpPr/>
          <p:nvPr/>
        </p:nvSpPr>
        <p:spPr>
          <a:xfrm flipH="1">
            <a:off x="1208281" y="-392080"/>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7"/>
          <p:cNvSpPr/>
          <p:nvPr/>
        </p:nvSpPr>
        <p:spPr>
          <a:xfrm flipH="1">
            <a:off x="2151832" y="51062"/>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7"/>
          <p:cNvSpPr/>
          <p:nvPr/>
        </p:nvSpPr>
        <p:spPr>
          <a:xfrm flipH="1">
            <a:off x="92454" y="-262045"/>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7"/>
          <p:cNvSpPr/>
          <p:nvPr/>
        </p:nvSpPr>
        <p:spPr>
          <a:xfrm flipH="1">
            <a:off x="6023907" y="-319246"/>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7"/>
          <p:cNvSpPr/>
          <p:nvPr/>
        </p:nvSpPr>
        <p:spPr>
          <a:xfrm flipH="1">
            <a:off x="6165026" y="796114"/>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7"/>
          <p:cNvSpPr/>
          <p:nvPr/>
        </p:nvSpPr>
        <p:spPr>
          <a:xfrm flipH="1">
            <a:off x="-824324" y="4166177"/>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8"/>
        <p:cNvGrpSpPr/>
        <p:nvPr/>
      </p:nvGrpSpPr>
      <p:grpSpPr>
        <a:xfrm>
          <a:off x="0" y="0"/>
          <a:ext cx="0" cy="0"/>
          <a:chOff x="0" y="0"/>
          <a:chExt cx="0" cy="0"/>
        </a:xfrm>
      </p:grpSpPr>
      <p:sp>
        <p:nvSpPr>
          <p:cNvPr id="159" name="Google Shape;159;p8"/>
          <p:cNvSpPr txBox="1">
            <a:spLocks noGrp="1"/>
          </p:cNvSpPr>
          <p:nvPr>
            <p:ph type="title"/>
          </p:nvPr>
        </p:nvSpPr>
        <p:spPr>
          <a:xfrm>
            <a:off x="1509150" y="1579650"/>
            <a:ext cx="6125700" cy="19842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60" name="Google Shape;160;p8"/>
          <p:cNvSpPr/>
          <p:nvPr/>
        </p:nvSpPr>
        <p:spPr>
          <a:xfrm>
            <a:off x="4417083" y="-284737"/>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7223582" y="-250668"/>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6535187" y="79637"/>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2259598" y="-290671"/>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8123402" y="-2226216"/>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8657881" y="-1691735"/>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235719" y="-769590"/>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8"/>
          <p:cNvSpPr/>
          <p:nvPr/>
        </p:nvSpPr>
        <p:spPr>
          <a:xfrm>
            <a:off x="306734" y="-274495"/>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168" name="Google Shape;168;p8"/>
          <p:cNvSpPr/>
          <p:nvPr/>
        </p:nvSpPr>
        <p:spPr>
          <a:xfrm>
            <a:off x="1647991" y="4247295"/>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177263" y="3486824"/>
            <a:ext cx="447489"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p:nvPr/>
        </p:nvSpPr>
        <p:spPr>
          <a:xfrm>
            <a:off x="2139201" y="4777769"/>
            <a:ext cx="213355" cy="182914"/>
          </a:xfrm>
          <a:custGeom>
            <a:avLst/>
            <a:gdLst/>
            <a:ahLst/>
            <a:cxnLst/>
            <a:rect l="l" t="t" r="r" b="b"/>
            <a:pathLst>
              <a:path w="883" h="757" extrusionOk="0">
                <a:moveTo>
                  <a:pt x="505" y="1"/>
                </a:moveTo>
                <a:cubicBezTo>
                  <a:pt x="169" y="1"/>
                  <a:pt x="1" y="407"/>
                  <a:pt x="239" y="645"/>
                </a:cubicBezTo>
                <a:cubicBezTo>
                  <a:pt x="316" y="722"/>
                  <a:pt x="410" y="756"/>
                  <a:pt x="503" y="756"/>
                </a:cubicBezTo>
                <a:cubicBezTo>
                  <a:pt x="697" y="756"/>
                  <a:pt x="883" y="606"/>
                  <a:pt x="883" y="378"/>
                </a:cubicBezTo>
                <a:cubicBezTo>
                  <a:pt x="883" y="169"/>
                  <a:pt x="715" y="1"/>
                  <a:pt x="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p:nvPr/>
        </p:nvSpPr>
        <p:spPr>
          <a:xfrm>
            <a:off x="-1111830" y="260133"/>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p:nvPr/>
        </p:nvSpPr>
        <p:spPr>
          <a:xfrm>
            <a:off x="7704630" y="5014234"/>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a:off x="8600371" y="4541375"/>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8"/>
          <p:cNvSpPr/>
          <p:nvPr/>
        </p:nvSpPr>
        <p:spPr>
          <a:xfrm>
            <a:off x="8600384" y="1005803"/>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p:nvPr/>
        </p:nvSpPr>
        <p:spPr>
          <a:xfrm>
            <a:off x="4137655" y="4746980"/>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8"/>
          <p:cNvSpPr/>
          <p:nvPr/>
        </p:nvSpPr>
        <p:spPr>
          <a:xfrm>
            <a:off x="8768185" y="3161119"/>
            <a:ext cx="749038" cy="680672"/>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8"/>
          <p:cNvSpPr/>
          <p:nvPr/>
        </p:nvSpPr>
        <p:spPr>
          <a:xfrm>
            <a:off x="-805274" y="103252"/>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8"/>
          <p:cNvSpPr/>
          <p:nvPr/>
        </p:nvSpPr>
        <p:spPr>
          <a:xfrm>
            <a:off x="4125126" y="4318577"/>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8"/>
          <p:cNvSpPr/>
          <p:nvPr/>
        </p:nvSpPr>
        <p:spPr>
          <a:xfrm>
            <a:off x="-2019548" y="4190684"/>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80"/>
        <p:cNvGrpSpPr/>
        <p:nvPr/>
      </p:nvGrpSpPr>
      <p:grpSpPr>
        <a:xfrm>
          <a:off x="0" y="0"/>
          <a:ext cx="0" cy="0"/>
          <a:chOff x="0" y="0"/>
          <a:chExt cx="0" cy="0"/>
        </a:xfrm>
      </p:grpSpPr>
      <p:sp>
        <p:nvSpPr>
          <p:cNvPr id="181" name="Google Shape;181;p9"/>
          <p:cNvSpPr/>
          <p:nvPr/>
        </p:nvSpPr>
        <p:spPr>
          <a:xfrm flipH="1">
            <a:off x="-854520" y="4665200"/>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9"/>
          <p:cNvSpPr/>
          <p:nvPr/>
        </p:nvSpPr>
        <p:spPr>
          <a:xfrm flipH="1">
            <a:off x="8200461" y="383958"/>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9"/>
          <p:cNvSpPr txBox="1">
            <a:spLocks noGrp="1"/>
          </p:cNvSpPr>
          <p:nvPr>
            <p:ph type="title"/>
          </p:nvPr>
        </p:nvSpPr>
        <p:spPr>
          <a:xfrm>
            <a:off x="1617725" y="1474488"/>
            <a:ext cx="5590200" cy="7050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3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84" name="Google Shape;184;p9"/>
          <p:cNvSpPr txBox="1">
            <a:spLocks noGrp="1"/>
          </p:cNvSpPr>
          <p:nvPr>
            <p:ph type="subTitle" idx="1"/>
          </p:nvPr>
        </p:nvSpPr>
        <p:spPr>
          <a:xfrm>
            <a:off x="1617725" y="2179488"/>
            <a:ext cx="5590200" cy="1362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vl1pPr>
            <a:lvl2pPr lvl="1" rtl="0">
              <a:spcBef>
                <a:spcPts val="120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5" name="Google Shape;185;p9"/>
          <p:cNvSpPr/>
          <p:nvPr/>
        </p:nvSpPr>
        <p:spPr>
          <a:xfrm flipH="1">
            <a:off x="-2721555" y="-2102391"/>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9"/>
          <p:cNvSpPr/>
          <p:nvPr/>
        </p:nvSpPr>
        <p:spPr>
          <a:xfrm flipH="1">
            <a:off x="-2187327" y="-1567910"/>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flipH="1">
            <a:off x="7488655" y="-645765"/>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9"/>
          <p:cNvSpPr/>
          <p:nvPr/>
        </p:nvSpPr>
        <p:spPr>
          <a:xfrm flipH="1">
            <a:off x="6042957" y="-166846"/>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p:nvPr/>
        </p:nvSpPr>
        <p:spPr>
          <a:xfrm flipH="1">
            <a:off x="4191370" y="-160912"/>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9"/>
          <p:cNvSpPr/>
          <p:nvPr/>
        </p:nvSpPr>
        <p:spPr>
          <a:xfrm flipH="1">
            <a:off x="8034723" y="-150670"/>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9"/>
          <p:cNvSpPr/>
          <p:nvPr/>
        </p:nvSpPr>
        <p:spPr>
          <a:xfrm flipH="1">
            <a:off x="1227331" y="-126843"/>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flipH="1">
            <a:off x="4125126" y="103252"/>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9"/>
          <p:cNvSpPr/>
          <p:nvPr/>
        </p:nvSpPr>
        <p:spPr>
          <a:xfrm flipH="1">
            <a:off x="2170882" y="203462"/>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9"/>
          <p:cNvSpPr/>
          <p:nvPr/>
        </p:nvSpPr>
        <p:spPr>
          <a:xfrm flipH="1">
            <a:off x="352529" y="252305"/>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flipH="1">
            <a:off x="3324439" y="284637"/>
            <a:ext cx="213838" cy="182914"/>
          </a:xfrm>
          <a:custGeom>
            <a:avLst/>
            <a:gdLst/>
            <a:ahLst/>
            <a:cxnLst/>
            <a:rect l="l" t="t" r="r" b="b"/>
            <a:pathLst>
              <a:path w="885" h="757" extrusionOk="0">
                <a:moveTo>
                  <a:pt x="506" y="1"/>
                </a:moveTo>
                <a:cubicBezTo>
                  <a:pt x="170" y="1"/>
                  <a:pt x="1" y="407"/>
                  <a:pt x="239" y="645"/>
                </a:cubicBezTo>
                <a:cubicBezTo>
                  <a:pt x="316" y="722"/>
                  <a:pt x="410" y="756"/>
                  <a:pt x="503" y="756"/>
                </a:cubicBezTo>
                <a:cubicBezTo>
                  <a:pt x="697" y="756"/>
                  <a:pt x="883" y="606"/>
                  <a:pt x="884" y="378"/>
                </a:cubicBezTo>
                <a:cubicBezTo>
                  <a:pt x="884" y="169"/>
                  <a:pt x="715" y="1"/>
                  <a:pt x="5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9"/>
          <p:cNvSpPr/>
          <p:nvPr/>
        </p:nvSpPr>
        <p:spPr>
          <a:xfrm flipH="1">
            <a:off x="-592128" y="1129628"/>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9"/>
          <p:cNvSpPr/>
          <p:nvPr/>
        </p:nvSpPr>
        <p:spPr>
          <a:xfrm flipH="1">
            <a:off x="8839575" y="3039924"/>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flipH="1">
            <a:off x="8034713" y="3446834"/>
            <a:ext cx="461745" cy="406905"/>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flipH="1">
            <a:off x="-279823" y="3843106"/>
            <a:ext cx="485425" cy="425027"/>
          </a:xfrm>
          <a:custGeom>
            <a:avLst/>
            <a:gdLst/>
            <a:ahLst/>
            <a:cxnLst/>
            <a:rect l="l" t="t" r="r" b="b"/>
            <a:pathLst>
              <a:path w="2009" h="1759" extrusionOk="0">
                <a:moveTo>
                  <a:pt x="1006" y="0"/>
                </a:moveTo>
                <a:cubicBezTo>
                  <a:pt x="702" y="0"/>
                  <a:pt x="407" y="157"/>
                  <a:pt x="244" y="439"/>
                </a:cubicBezTo>
                <a:cubicBezTo>
                  <a:pt x="1" y="859"/>
                  <a:pt x="144" y="1397"/>
                  <a:pt x="564" y="1640"/>
                </a:cubicBezTo>
                <a:cubicBezTo>
                  <a:pt x="703" y="1721"/>
                  <a:pt x="854" y="1759"/>
                  <a:pt x="1004" y="1759"/>
                </a:cubicBezTo>
                <a:cubicBezTo>
                  <a:pt x="1307" y="1759"/>
                  <a:pt x="1603" y="1602"/>
                  <a:pt x="1766" y="1321"/>
                </a:cubicBezTo>
                <a:cubicBezTo>
                  <a:pt x="2009" y="901"/>
                  <a:pt x="1865" y="363"/>
                  <a:pt x="1445" y="118"/>
                </a:cubicBezTo>
                <a:cubicBezTo>
                  <a:pt x="1306" y="38"/>
                  <a:pt x="1155" y="0"/>
                  <a:pt x="10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flipH="1">
            <a:off x="8599420" y="3907134"/>
            <a:ext cx="687665" cy="625580"/>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flipH="1">
            <a:off x="7848606" y="4253881"/>
            <a:ext cx="293333" cy="267243"/>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9"/>
          <p:cNvSpPr/>
          <p:nvPr/>
        </p:nvSpPr>
        <p:spPr>
          <a:xfrm flipH="1">
            <a:off x="-805274" y="4318577"/>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p:nvPr/>
        </p:nvSpPr>
        <p:spPr>
          <a:xfrm flipH="1">
            <a:off x="262355" y="4422434"/>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9"/>
          <p:cNvSpPr/>
          <p:nvPr/>
        </p:nvSpPr>
        <p:spPr>
          <a:xfrm flipH="1">
            <a:off x="6734620" y="4665194"/>
            <a:ext cx="213355" cy="182914"/>
          </a:xfrm>
          <a:custGeom>
            <a:avLst/>
            <a:gdLst/>
            <a:ahLst/>
            <a:cxnLst/>
            <a:rect l="l" t="t" r="r" b="b"/>
            <a:pathLst>
              <a:path w="883" h="757" extrusionOk="0">
                <a:moveTo>
                  <a:pt x="505" y="1"/>
                </a:moveTo>
                <a:cubicBezTo>
                  <a:pt x="169" y="1"/>
                  <a:pt x="1" y="407"/>
                  <a:pt x="239" y="645"/>
                </a:cubicBezTo>
                <a:cubicBezTo>
                  <a:pt x="316" y="722"/>
                  <a:pt x="410" y="756"/>
                  <a:pt x="503" y="756"/>
                </a:cubicBezTo>
                <a:cubicBezTo>
                  <a:pt x="697" y="756"/>
                  <a:pt x="883" y="606"/>
                  <a:pt x="883" y="378"/>
                </a:cubicBezTo>
                <a:cubicBezTo>
                  <a:pt x="883" y="169"/>
                  <a:pt x="715" y="1"/>
                  <a:pt x="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p:nvPr/>
        </p:nvSpPr>
        <p:spPr>
          <a:xfrm flipH="1">
            <a:off x="7316868" y="4913895"/>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44"/>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45"/>
        <p:cNvGrpSpPr/>
        <p:nvPr/>
      </p:nvGrpSpPr>
      <p:grpSpPr>
        <a:xfrm>
          <a:off x="0" y="0"/>
          <a:ext cx="0" cy="0"/>
          <a:chOff x="0" y="0"/>
          <a:chExt cx="0" cy="0"/>
        </a:xfrm>
      </p:grpSpPr>
      <p:sp>
        <p:nvSpPr>
          <p:cNvPr id="246" name="Google Shape;246;p13"/>
          <p:cNvSpPr txBox="1">
            <a:spLocks noGrp="1"/>
          </p:cNvSpPr>
          <p:nvPr>
            <p:ph type="title"/>
          </p:nvPr>
        </p:nvSpPr>
        <p:spPr>
          <a:xfrm>
            <a:off x="720000" y="1849000"/>
            <a:ext cx="2336400" cy="3729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47" name="Google Shape;247;p13"/>
          <p:cNvSpPr txBox="1">
            <a:spLocks noGrp="1"/>
          </p:cNvSpPr>
          <p:nvPr>
            <p:ph type="title" idx="2" hasCustomPrompt="1"/>
          </p:nvPr>
        </p:nvSpPr>
        <p:spPr>
          <a:xfrm>
            <a:off x="1250550" y="1388288"/>
            <a:ext cx="1275300" cy="59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8" name="Google Shape;248;p13"/>
          <p:cNvSpPr txBox="1">
            <a:spLocks noGrp="1"/>
          </p:cNvSpPr>
          <p:nvPr>
            <p:ph type="subTitle" idx="1"/>
          </p:nvPr>
        </p:nvSpPr>
        <p:spPr>
          <a:xfrm>
            <a:off x="720000" y="218656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49" name="Google Shape;249;p13"/>
          <p:cNvSpPr txBox="1">
            <a:spLocks noGrp="1"/>
          </p:cNvSpPr>
          <p:nvPr>
            <p:ph type="title" idx="3"/>
          </p:nvPr>
        </p:nvSpPr>
        <p:spPr>
          <a:xfrm>
            <a:off x="3403800" y="1849000"/>
            <a:ext cx="2336400" cy="3729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50" name="Google Shape;250;p13"/>
          <p:cNvSpPr txBox="1">
            <a:spLocks noGrp="1"/>
          </p:cNvSpPr>
          <p:nvPr>
            <p:ph type="title" idx="4" hasCustomPrompt="1"/>
          </p:nvPr>
        </p:nvSpPr>
        <p:spPr>
          <a:xfrm>
            <a:off x="3934350" y="1388288"/>
            <a:ext cx="1275300" cy="59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1" name="Google Shape;251;p13"/>
          <p:cNvSpPr txBox="1">
            <a:spLocks noGrp="1"/>
          </p:cNvSpPr>
          <p:nvPr>
            <p:ph type="subTitle" idx="5"/>
          </p:nvPr>
        </p:nvSpPr>
        <p:spPr>
          <a:xfrm>
            <a:off x="3403800" y="218656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52" name="Google Shape;252;p13"/>
          <p:cNvSpPr txBox="1">
            <a:spLocks noGrp="1"/>
          </p:cNvSpPr>
          <p:nvPr>
            <p:ph type="title" idx="6"/>
          </p:nvPr>
        </p:nvSpPr>
        <p:spPr>
          <a:xfrm>
            <a:off x="5965900" y="1849000"/>
            <a:ext cx="2458200" cy="3729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53" name="Google Shape;253;p13"/>
          <p:cNvSpPr txBox="1">
            <a:spLocks noGrp="1"/>
          </p:cNvSpPr>
          <p:nvPr>
            <p:ph type="title" idx="7" hasCustomPrompt="1"/>
          </p:nvPr>
        </p:nvSpPr>
        <p:spPr>
          <a:xfrm>
            <a:off x="6524200" y="1388288"/>
            <a:ext cx="1341600" cy="59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4" name="Google Shape;254;p13"/>
          <p:cNvSpPr txBox="1">
            <a:spLocks noGrp="1"/>
          </p:cNvSpPr>
          <p:nvPr>
            <p:ph type="subTitle" idx="8"/>
          </p:nvPr>
        </p:nvSpPr>
        <p:spPr>
          <a:xfrm>
            <a:off x="5965900" y="2186565"/>
            <a:ext cx="24582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55" name="Google Shape;255;p13"/>
          <p:cNvSpPr txBox="1">
            <a:spLocks noGrp="1"/>
          </p:cNvSpPr>
          <p:nvPr>
            <p:ph type="title" idx="9"/>
          </p:nvPr>
        </p:nvSpPr>
        <p:spPr>
          <a:xfrm>
            <a:off x="720000" y="3400479"/>
            <a:ext cx="2336400" cy="3729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56" name="Google Shape;256;p13"/>
          <p:cNvSpPr txBox="1">
            <a:spLocks noGrp="1"/>
          </p:cNvSpPr>
          <p:nvPr>
            <p:ph type="title" idx="13" hasCustomPrompt="1"/>
          </p:nvPr>
        </p:nvSpPr>
        <p:spPr>
          <a:xfrm>
            <a:off x="1250550" y="2939767"/>
            <a:ext cx="1275300" cy="59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7" name="Google Shape;257;p13"/>
          <p:cNvSpPr txBox="1">
            <a:spLocks noGrp="1"/>
          </p:cNvSpPr>
          <p:nvPr>
            <p:ph type="subTitle" idx="14"/>
          </p:nvPr>
        </p:nvSpPr>
        <p:spPr>
          <a:xfrm>
            <a:off x="720000" y="375892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58" name="Google Shape;258;p13"/>
          <p:cNvSpPr txBox="1">
            <a:spLocks noGrp="1"/>
          </p:cNvSpPr>
          <p:nvPr>
            <p:ph type="title" idx="15"/>
          </p:nvPr>
        </p:nvSpPr>
        <p:spPr>
          <a:xfrm>
            <a:off x="3403800" y="3400479"/>
            <a:ext cx="2336400" cy="3729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59" name="Google Shape;259;p13"/>
          <p:cNvSpPr txBox="1">
            <a:spLocks noGrp="1"/>
          </p:cNvSpPr>
          <p:nvPr>
            <p:ph type="title" idx="16" hasCustomPrompt="1"/>
          </p:nvPr>
        </p:nvSpPr>
        <p:spPr>
          <a:xfrm>
            <a:off x="3934350" y="2939767"/>
            <a:ext cx="1275300" cy="59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60" name="Google Shape;260;p13"/>
          <p:cNvSpPr txBox="1">
            <a:spLocks noGrp="1"/>
          </p:cNvSpPr>
          <p:nvPr>
            <p:ph type="subTitle" idx="17"/>
          </p:nvPr>
        </p:nvSpPr>
        <p:spPr>
          <a:xfrm>
            <a:off x="3403800" y="375892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61" name="Google Shape;261;p13"/>
          <p:cNvSpPr txBox="1">
            <a:spLocks noGrp="1"/>
          </p:cNvSpPr>
          <p:nvPr>
            <p:ph type="title" idx="18"/>
          </p:nvPr>
        </p:nvSpPr>
        <p:spPr>
          <a:xfrm>
            <a:off x="5965900" y="3400479"/>
            <a:ext cx="2458200" cy="3729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62" name="Google Shape;262;p13"/>
          <p:cNvSpPr txBox="1">
            <a:spLocks noGrp="1"/>
          </p:cNvSpPr>
          <p:nvPr>
            <p:ph type="title" idx="19" hasCustomPrompt="1"/>
          </p:nvPr>
        </p:nvSpPr>
        <p:spPr>
          <a:xfrm>
            <a:off x="6524200" y="2939767"/>
            <a:ext cx="1341600" cy="59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63" name="Google Shape;263;p13"/>
          <p:cNvSpPr txBox="1">
            <a:spLocks noGrp="1"/>
          </p:cNvSpPr>
          <p:nvPr>
            <p:ph type="subTitle" idx="20"/>
          </p:nvPr>
        </p:nvSpPr>
        <p:spPr>
          <a:xfrm>
            <a:off x="5965900" y="3758925"/>
            <a:ext cx="24582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64" name="Google Shape;264;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solidFill>
                  <a:srgbClr val="010440"/>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5" name="Google Shape;265;p13"/>
          <p:cNvSpPr/>
          <p:nvPr/>
        </p:nvSpPr>
        <p:spPr>
          <a:xfrm rot="5400000">
            <a:off x="9658283" y="1539125"/>
            <a:ext cx="50" cy="15452"/>
          </a:xfrm>
          <a:custGeom>
            <a:avLst/>
            <a:gdLst/>
            <a:ahLst/>
            <a:cxnLst/>
            <a:rect l="l" t="t" r="r" b="b"/>
            <a:pathLst>
              <a:path w="1" h="306" extrusionOk="0">
                <a:moveTo>
                  <a:pt x="0" y="0"/>
                </a:moveTo>
                <a:lnTo>
                  <a:pt x="0" y="306"/>
                </a:lnTo>
                <a:lnTo>
                  <a:pt x="0" y="306"/>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rot="10800000">
            <a:off x="-2436713" y="-2457872"/>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p:nvPr/>
        </p:nvSpPr>
        <p:spPr>
          <a:xfrm rot="10800000">
            <a:off x="7873497" y="-1311075"/>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3"/>
          <p:cNvSpPr/>
          <p:nvPr/>
        </p:nvSpPr>
        <p:spPr>
          <a:xfrm rot="10800000">
            <a:off x="8114987" y="-1069744"/>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3"/>
          <p:cNvSpPr/>
          <p:nvPr/>
        </p:nvSpPr>
        <p:spPr>
          <a:xfrm rot="10800000">
            <a:off x="41358" y="4802774"/>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3"/>
          <p:cNvSpPr/>
          <p:nvPr/>
        </p:nvSpPr>
        <p:spPr>
          <a:xfrm rot="10800000">
            <a:off x="492395" y="5253811"/>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3"/>
          <p:cNvSpPr/>
          <p:nvPr/>
        </p:nvSpPr>
        <p:spPr>
          <a:xfrm rot="10800000">
            <a:off x="8183904" y="4964174"/>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3"/>
          <p:cNvSpPr/>
          <p:nvPr/>
        </p:nvSpPr>
        <p:spPr>
          <a:xfrm rot="10800000">
            <a:off x="118103" y="857869"/>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3"/>
          <p:cNvSpPr/>
          <p:nvPr/>
        </p:nvSpPr>
        <p:spPr>
          <a:xfrm rot="10800000">
            <a:off x="8880813" y="2248822"/>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3"/>
          <p:cNvSpPr/>
          <p:nvPr/>
        </p:nvSpPr>
        <p:spPr>
          <a:xfrm rot="10800000">
            <a:off x="8742584" y="3050662"/>
            <a:ext cx="1297365" cy="1182051"/>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3"/>
          <p:cNvSpPr/>
          <p:nvPr/>
        </p:nvSpPr>
        <p:spPr>
          <a:xfrm rot="10800000">
            <a:off x="8697061" y="4503186"/>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3"/>
          <p:cNvSpPr/>
          <p:nvPr/>
        </p:nvSpPr>
        <p:spPr>
          <a:xfrm rot="10800000">
            <a:off x="-250748" y="4802775"/>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3"/>
          <p:cNvSpPr/>
          <p:nvPr/>
        </p:nvSpPr>
        <p:spPr>
          <a:xfrm rot="10800000">
            <a:off x="187580" y="4589907"/>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3"/>
          <p:cNvSpPr/>
          <p:nvPr/>
        </p:nvSpPr>
        <p:spPr>
          <a:xfrm rot="10800000">
            <a:off x="7679503" y="-102638"/>
            <a:ext cx="256183" cy="224719"/>
          </a:xfrm>
          <a:custGeom>
            <a:avLst/>
            <a:gdLst/>
            <a:ahLst/>
            <a:cxnLst/>
            <a:rect l="l" t="t" r="r" b="b"/>
            <a:pathLst>
              <a:path w="1604" h="1407" extrusionOk="0">
                <a:moveTo>
                  <a:pt x="800" y="0"/>
                </a:moveTo>
                <a:cubicBezTo>
                  <a:pt x="676" y="0"/>
                  <a:pt x="549" y="34"/>
                  <a:pt x="435" y="104"/>
                </a:cubicBezTo>
                <a:cubicBezTo>
                  <a:pt x="104" y="307"/>
                  <a:pt x="0" y="740"/>
                  <a:pt x="203" y="1071"/>
                </a:cubicBezTo>
                <a:cubicBezTo>
                  <a:pt x="336" y="1288"/>
                  <a:pt x="566" y="1407"/>
                  <a:pt x="802" y="1407"/>
                </a:cubicBezTo>
                <a:cubicBezTo>
                  <a:pt x="927" y="1407"/>
                  <a:pt x="1054" y="1373"/>
                  <a:pt x="1169" y="1303"/>
                </a:cubicBezTo>
                <a:cubicBezTo>
                  <a:pt x="1500" y="1100"/>
                  <a:pt x="1604" y="667"/>
                  <a:pt x="1401" y="337"/>
                </a:cubicBezTo>
                <a:cubicBezTo>
                  <a:pt x="1268" y="120"/>
                  <a:pt x="1037" y="0"/>
                  <a:pt x="800"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3"/>
          <p:cNvSpPr/>
          <p:nvPr/>
        </p:nvSpPr>
        <p:spPr>
          <a:xfrm rot="10800000">
            <a:off x="1322165" y="129271"/>
            <a:ext cx="197727" cy="182714"/>
          </a:xfrm>
          <a:custGeom>
            <a:avLst/>
            <a:gdLst/>
            <a:ahLst/>
            <a:cxnLst/>
            <a:rect l="l" t="t" r="r" b="b"/>
            <a:pathLst>
              <a:path w="1238" h="1144" extrusionOk="0">
                <a:moveTo>
                  <a:pt x="608" y="0"/>
                </a:moveTo>
                <a:cubicBezTo>
                  <a:pt x="428" y="0"/>
                  <a:pt x="255" y="86"/>
                  <a:pt x="146" y="236"/>
                </a:cubicBezTo>
                <a:cubicBezTo>
                  <a:pt x="11" y="424"/>
                  <a:pt x="0" y="673"/>
                  <a:pt x="122" y="871"/>
                </a:cubicBezTo>
                <a:cubicBezTo>
                  <a:pt x="226" y="1042"/>
                  <a:pt x="412" y="1143"/>
                  <a:pt x="609" y="1143"/>
                </a:cubicBezTo>
                <a:cubicBezTo>
                  <a:pt x="638" y="1143"/>
                  <a:pt x="669" y="1141"/>
                  <a:pt x="699" y="1136"/>
                </a:cubicBezTo>
                <a:cubicBezTo>
                  <a:pt x="926" y="1100"/>
                  <a:pt x="1111" y="929"/>
                  <a:pt x="1164" y="706"/>
                </a:cubicBezTo>
                <a:cubicBezTo>
                  <a:pt x="1238" y="398"/>
                  <a:pt x="1049" y="90"/>
                  <a:pt x="743" y="16"/>
                </a:cubicBezTo>
                <a:cubicBezTo>
                  <a:pt x="698" y="6"/>
                  <a:pt x="653" y="0"/>
                  <a:pt x="608"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3"/>
          <p:cNvSpPr/>
          <p:nvPr/>
        </p:nvSpPr>
        <p:spPr>
          <a:xfrm rot="10800000">
            <a:off x="568550" y="-102654"/>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3"/>
          <p:cNvSpPr/>
          <p:nvPr/>
        </p:nvSpPr>
        <p:spPr>
          <a:xfrm rot="10800000">
            <a:off x="9143701" y="2317977"/>
            <a:ext cx="495116"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3"/>
          <p:cNvSpPr/>
          <p:nvPr/>
        </p:nvSpPr>
        <p:spPr>
          <a:xfrm>
            <a:off x="7394509" y="-21490"/>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3"/>
          <p:cNvSpPr/>
          <p:nvPr/>
        </p:nvSpPr>
        <p:spPr>
          <a:xfrm>
            <a:off x="-3741816" y="-21490"/>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CUSTOM_9">
    <p:spTree>
      <p:nvGrpSpPr>
        <p:cNvPr id="1" name="Shape 284"/>
        <p:cNvGrpSpPr/>
        <p:nvPr/>
      </p:nvGrpSpPr>
      <p:grpSpPr>
        <a:xfrm>
          <a:off x="0" y="0"/>
          <a:ext cx="0" cy="0"/>
          <a:chOff x="0" y="0"/>
          <a:chExt cx="0" cy="0"/>
        </a:xfrm>
      </p:grpSpPr>
      <p:sp>
        <p:nvSpPr>
          <p:cNvPr id="285" name="Google Shape;285;p14"/>
          <p:cNvSpPr txBox="1">
            <a:spLocks noGrp="1"/>
          </p:cNvSpPr>
          <p:nvPr>
            <p:ph type="title"/>
          </p:nvPr>
        </p:nvSpPr>
        <p:spPr>
          <a:xfrm>
            <a:off x="1658250" y="3010050"/>
            <a:ext cx="58272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86" name="Google Shape;286;p14"/>
          <p:cNvSpPr txBox="1">
            <a:spLocks noGrp="1"/>
          </p:cNvSpPr>
          <p:nvPr>
            <p:ph type="subTitle" idx="1"/>
          </p:nvPr>
        </p:nvSpPr>
        <p:spPr>
          <a:xfrm>
            <a:off x="1658400" y="1601550"/>
            <a:ext cx="5827200" cy="140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7" name="Google Shape;287;p14"/>
          <p:cNvSpPr/>
          <p:nvPr/>
        </p:nvSpPr>
        <p:spPr>
          <a:xfrm rot="10800000">
            <a:off x="7881405" y="-1058254"/>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4"/>
          <p:cNvSpPr/>
          <p:nvPr/>
        </p:nvSpPr>
        <p:spPr>
          <a:xfrm rot="10800000" flipH="1">
            <a:off x="7717820" y="3885268"/>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4"/>
          <p:cNvSpPr/>
          <p:nvPr/>
        </p:nvSpPr>
        <p:spPr>
          <a:xfrm rot="10800000" flipH="1">
            <a:off x="8252299" y="4420001"/>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4"/>
          <p:cNvSpPr/>
          <p:nvPr/>
        </p:nvSpPr>
        <p:spPr>
          <a:xfrm rot="10800000">
            <a:off x="8411852" y="-228884"/>
            <a:ext cx="485425" cy="425027"/>
          </a:xfrm>
          <a:custGeom>
            <a:avLst/>
            <a:gdLst/>
            <a:ahLst/>
            <a:cxnLst/>
            <a:rect l="l" t="t" r="r" b="b"/>
            <a:pathLst>
              <a:path w="2009" h="1759" extrusionOk="0">
                <a:moveTo>
                  <a:pt x="1006" y="0"/>
                </a:moveTo>
                <a:cubicBezTo>
                  <a:pt x="702" y="0"/>
                  <a:pt x="407" y="157"/>
                  <a:pt x="244" y="439"/>
                </a:cubicBezTo>
                <a:cubicBezTo>
                  <a:pt x="1" y="859"/>
                  <a:pt x="144" y="1397"/>
                  <a:pt x="564" y="1640"/>
                </a:cubicBezTo>
                <a:cubicBezTo>
                  <a:pt x="703" y="1721"/>
                  <a:pt x="854" y="1759"/>
                  <a:pt x="1004" y="1759"/>
                </a:cubicBezTo>
                <a:cubicBezTo>
                  <a:pt x="1307" y="1759"/>
                  <a:pt x="1603" y="1602"/>
                  <a:pt x="1766" y="1321"/>
                </a:cubicBezTo>
                <a:cubicBezTo>
                  <a:pt x="2009" y="901"/>
                  <a:pt x="1865" y="363"/>
                  <a:pt x="1445" y="118"/>
                </a:cubicBezTo>
                <a:cubicBezTo>
                  <a:pt x="1306" y="38"/>
                  <a:pt x="1155" y="0"/>
                  <a:pt x="1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4"/>
          <p:cNvSpPr/>
          <p:nvPr/>
        </p:nvSpPr>
        <p:spPr>
          <a:xfrm rot="10800000">
            <a:off x="6570373" y="6190025"/>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4"/>
          <p:cNvSpPr/>
          <p:nvPr/>
        </p:nvSpPr>
        <p:spPr>
          <a:xfrm rot="10800000">
            <a:off x="8866120" y="662185"/>
            <a:ext cx="687665" cy="625580"/>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4"/>
          <p:cNvSpPr/>
          <p:nvPr/>
        </p:nvSpPr>
        <p:spPr>
          <a:xfrm rot="10800000">
            <a:off x="5270768" y="110491"/>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4"/>
          <p:cNvSpPr/>
          <p:nvPr/>
        </p:nvSpPr>
        <p:spPr>
          <a:xfrm rot="10800000">
            <a:off x="9106275" y="1748070"/>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4"/>
          <p:cNvSpPr/>
          <p:nvPr/>
        </p:nvSpPr>
        <p:spPr>
          <a:xfrm rot="10800000">
            <a:off x="5451038" y="4817960"/>
            <a:ext cx="461745" cy="406905"/>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4"/>
          <p:cNvSpPr/>
          <p:nvPr/>
        </p:nvSpPr>
        <p:spPr>
          <a:xfrm rot="10800000">
            <a:off x="-916426" y="4330237"/>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4"/>
          <p:cNvSpPr/>
          <p:nvPr/>
        </p:nvSpPr>
        <p:spPr>
          <a:xfrm rot="10800000">
            <a:off x="1121955" y="-434636"/>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4"/>
          <p:cNvSpPr/>
          <p:nvPr/>
        </p:nvSpPr>
        <p:spPr>
          <a:xfrm rot="10800000">
            <a:off x="-587820" y="-775828"/>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4"/>
          <p:cNvSpPr/>
          <p:nvPr/>
        </p:nvSpPr>
        <p:spPr>
          <a:xfrm rot="10800000" flipH="1">
            <a:off x="8215577" y="3322812"/>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4"/>
          <p:cNvSpPr/>
          <p:nvPr/>
        </p:nvSpPr>
        <p:spPr>
          <a:xfrm rot="10800000">
            <a:off x="5866745" y="4172287"/>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4"/>
          <p:cNvSpPr/>
          <p:nvPr/>
        </p:nvSpPr>
        <p:spPr>
          <a:xfrm rot="10800000">
            <a:off x="855531" y="4721062"/>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4"/>
          <p:cNvSpPr/>
          <p:nvPr/>
        </p:nvSpPr>
        <p:spPr>
          <a:xfrm rot="10800000">
            <a:off x="7372532" y="4270147"/>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4"/>
          <p:cNvSpPr/>
          <p:nvPr/>
        </p:nvSpPr>
        <p:spPr>
          <a:xfrm rot="10800000">
            <a:off x="4813367" y="488398"/>
            <a:ext cx="290433" cy="264102"/>
          </a:xfrm>
          <a:custGeom>
            <a:avLst/>
            <a:gdLst/>
            <a:ahLst/>
            <a:cxnLst/>
            <a:rect l="l" t="t" r="r" b="b"/>
            <a:pathLst>
              <a:path w="1202" h="1093" extrusionOk="0">
                <a:moveTo>
                  <a:pt x="602" y="1"/>
                </a:moveTo>
                <a:cubicBezTo>
                  <a:pt x="354" y="1"/>
                  <a:pt x="129" y="170"/>
                  <a:pt x="70" y="421"/>
                </a:cubicBezTo>
                <a:cubicBezTo>
                  <a:pt x="1" y="715"/>
                  <a:pt x="183" y="1010"/>
                  <a:pt x="477" y="1078"/>
                </a:cubicBezTo>
                <a:cubicBezTo>
                  <a:pt x="519" y="1088"/>
                  <a:pt x="561" y="1093"/>
                  <a:pt x="603" y="1093"/>
                </a:cubicBezTo>
                <a:cubicBezTo>
                  <a:pt x="850" y="1093"/>
                  <a:pt x="1074" y="923"/>
                  <a:pt x="1133" y="672"/>
                </a:cubicBezTo>
                <a:cubicBezTo>
                  <a:pt x="1202" y="378"/>
                  <a:pt x="1021" y="85"/>
                  <a:pt x="727" y="15"/>
                </a:cubicBezTo>
                <a:cubicBezTo>
                  <a:pt x="685" y="5"/>
                  <a:pt x="643" y="1"/>
                  <a:pt x="6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4"/>
          <p:cNvSpPr/>
          <p:nvPr/>
        </p:nvSpPr>
        <p:spPr>
          <a:xfrm rot="10800000">
            <a:off x="4407679" y="-356820"/>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4"/>
          <p:cNvSpPr/>
          <p:nvPr/>
        </p:nvSpPr>
        <p:spPr>
          <a:xfrm rot="10800000">
            <a:off x="6309657" y="4681072"/>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4"/>
          <p:cNvSpPr/>
          <p:nvPr/>
        </p:nvSpPr>
        <p:spPr>
          <a:xfrm rot="10800000">
            <a:off x="-263021" y="845133"/>
            <a:ext cx="749037" cy="680672"/>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4"/>
          <p:cNvSpPr/>
          <p:nvPr/>
        </p:nvSpPr>
        <p:spPr>
          <a:xfrm rot="-1799986">
            <a:off x="6811453" y="-925174"/>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4"/>
          <p:cNvSpPr/>
          <p:nvPr/>
        </p:nvSpPr>
        <p:spPr>
          <a:xfrm rot="-1799986">
            <a:off x="-2000972" y="21113"/>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4"/>
          <p:cNvSpPr/>
          <p:nvPr/>
        </p:nvSpPr>
        <p:spPr>
          <a:xfrm rot="-1799986">
            <a:off x="4410353" y="3392938"/>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4"/>
          <p:cNvSpPr/>
          <p:nvPr/>
        </p:nvSpPr>
        <p:spPr>
          <a:xfrm rot="-1799986">
            <a:off x="-4001547" y="522232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2">
  <p:cSld name="CUSTOM_7_1">
    <p:spTree>
      <p:nvGrpSpPr>
        <p:cNvPr id="1" name="Shape 336"/>
        <p:cNvGrpSpPr/>
        <p:nvPr/>
      </p:nvGrpSpPr>
      <p:grpSpPr>
        <a:xfrm>
          <a:off x="0" y="0"/>
          <a:ext cx="0" cy="0"/>
          <a:chOff x="0" y="0"/>
          <a:chExt cx="0" cy="0"/>
        </a:xfrm>
      </p:grpSpPr>
      <p:sp>
        <p:nvSpPr>
          <p:cNvPr id="337" name="Google Shape;337;p16"/>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8" name="Google Shape;338;p16"/>
          <p:cNvSpPr txBox="1">
            <a:spLocks noGrp="1"/>
          </p:cNvSpPr>
          <p:nvPr>
            <p:ph type="title" idx="2"/>
          </p:nvPr>
        </p:nvSpPr>
        <p:spPr>
          <a:xfrm>
            <a:off x="5070754" y="2412300"/>
            <a:ext cx="2431800" cy="4740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39" name="Google Shape;339;p16"/>
          <p:cNvSpPr txBox="1">
            <a:spLocks noGrp="1"/>
          </p:cNvSpPr>
          <p:nvPr>
            <p:ph type="subTitle" idx="1"/>
          </p:nvPr>
        </p:nvSpPr>
        <p:spPr>
          <a:xfrm>
            <a:off x="5070738" y="2886350"/>
            <a:ext cx="24318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0" name="Google Shape;340;p16"/>
          <p:cNvSpPr txBox="1">
            <a:spLocks noGrp="1"/>
          </p:cNvSpPr>
          <p:nvPr>
            <p:ph type="title" idx="3"/>
          </p:nvPr>
        </p:nvSpPr>
        <p:spPr>
          <a:xfrm>
            <a:off x="1641475" y="2412300"/>
            <a:ext cx="2431800" cy="4740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41" name="Google Shape;341;p16"/>
          <p:cNvSpPr txBox="1">
            <a:spLocks noGrp="1"/>
          </p:cNvSpPr>
          <p:nvPr>
            <p:ph type="subTitle" idx="4"/>
          </p:nvPr>
        </p:nvSpPr>
        <p:spPr>
          <a:xfrm>
            <a:off x="1641463" y="2886350"/>
            <a:ext cx="24318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2" name="Google Shape;342;p16"/>
          <p:cNvSpPr/>
          <p:nvPr/>
        </p:nvSpPr>
        <p:spPr>
          <a:xfrm flipH="1">
            <a:off x="-1892028" y="3859901"/>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6"/>
          <p:cNvSpPr/>
          <p:nvPr/>
        </p:nvSpPr>
        <p:spPr>
          <a:xfrm flipH="1">
            <a:off x="7826394" y="4354256"/>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6"/>
          <p:cNvSpPr/>
          <p:nvPr/>
        </p:nvSpPr>
        <p:spPr>
          <a:xfrm flipH="1">
            <a:off x="8605505" y="3564378"/>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6"/>
          <p:cNvSpPr/>
          <p:nvPr/>
        </p:nvSpPr>
        <p:spPr>
          <a:xfrm flipH="1">
            <a:off x="886955" y="258183"/>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6"/>
          <p:cNvSpPr/>
          <p:nvPr/>
        </p:nvSpPr>
        <p:spPr>
          <a:xfrm flipH="1">
            <a:off x="8150951" y="-220930"/>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6"/>
          <p:cNvSpPr/>
          <p:nvPr/>
        </p:nvSpPr>
        <p:spPr>
          <a:xfrm flipH="1">
            <a:off x="436507" y="3559191"/>
            <a:ext cx="295792" cy="268960"/>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6"/>
          <p:cNvSpPr/>
          <p:nvPr/>
        </p:nvSpPr>
        <p:spPr>
          <a:xfrm flipH="1">
            <a:off x="662788" y="3992242"/>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6"/>
          <p:cNvSpPr/>
          <p:nvPr/>
        </p:nvSpPr>
        <p:spPr>
          <a:xfrm flipH="1">
            <a:off x="8052236" y="308041"/>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6"/>
          <p:cNvSpPr/>
          <p:nvPr/>
        </p:nvSpPr>
        <p:spPr>
          <a:xfrm flipH="1">
            <a:off x="7969213" y="4352486"/>
            <a:ext cx="141028" cy="120904"/>
          </a:xfrm>
          <a:custGeom>
            <a:avLst/>
            <a:gdLst/>
            <a:ahLst/>
            <a:cxnLst/>
            <a:rect l="l" t="t" r="r" b="b"/>
            <a:pathLst>
              <a:path w="883" h="757" extrusionOk="0">
                <a:moveTo>
                  <a:pt x="505" y="1"/>
                </a:moveTo>
                <a:cubicBezTo>
                  <a:pt x="169" y="1"/>
                  <a:pt x="1" y="407"/>
                  <a:pt x="239" y="645"/>
                </a:cubicBezTo>
                <a:cubicBezTo>
                  <a:pt x="316" y="722"/>
                  <a:pt x="410" y="756"/>
                  <a:pt x="503" y="756"/>
                </a:cubicBezTo>
                <a:cubicBezTo>
                  <a:pt x="697" y="756"/>
                  <a:pt x="883" y="606"/>
                  <a:pt x="883" y="378"/>
                </a:cubicBezTo>
                <a:cubicBezTo>
                  <a:pt x="883" y="169"/>
                  <a:pt x="715" y="1"/>
                  <a:pt x="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6"/>
          <p:cNvSpPr/>
          <p:nvPr/>
        </p:nvSpPr>
        <p:spPr>
          <a:xfrm flipH="1">
            <a:off x="8344357" y="902596"/>
            <a:ext cx="1297365" cy="1182051"/>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6"/>
          <p:cNvSpPr/>
          <p:nvPr/>
        </p:nvSpPr>
        <p:spPr>
          <a:xfrm flipH="1">
            <a:off x="8664108" y="328700"/>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6"/>
          <p:cNvSpPr/>
          <p:nvPr/>
        </p:nvSpPr>
        <p:spPr>
          <a:xfrm flipH="1">
            <a:off x="-182913" y="359036"/>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6"/>
          <p:cNvSpPr/>
          <p:nvPr/>
        </p:nvSpPr>
        <p:spPr>
          <a:xfrm flipH="1">
            <a:off x="552190" y="947754"/>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6"/>
          <p:cNvSpPr/>
          <p:nvPr/>
        </p:nvSpPr>
        <p:spPr>
          <a:xfrm flipH="1">
            <a:off x="239556" y="1076000"/>
            <a:ext cx="130168" cy="109884"/>
          </a:xfrm>
          <a:custGeom>
            <a:avLst/>
            <a:gdLst/>
            <a:ahLst/>
            <a:cxnLst/>
            <a:rect l="l" t="t" r="r" b="b"/>
            <a:pathLst>
              <a:path w="815" h="688" extrusionOk="0">
                <a:moveTo>
                  <a:pt x="434" y="0"/>
                </a:moveTo>
                <a:cubicBezTo>
                  <a:pt x="179" y="0"/>
                  <a:pt x="1" y="287"/>
                  <a:pt x="144" y="524"/>
                </a:cubicBezTo>
                <a:cubicBezTo>
                  <a:pt x="213" y="635"/>
                  <a:pt x="325" y="687"/>
                  <a:pt x="435" y="687"/>
                </a:cubicBezTo>
                <a:cubicBezTo>
                  <a:pt x="583" y="687"/>
                  <a:pt x="730" y="594"/>
                  <a:pt x="770" y="424"/>
                </a:cubicBezTo>
                <a:cubicBezTo>
                  <a:pt x="814" y="241"/>
                  <a:pt x="702" y="56"/>
                  <a:pt x="517" y="10"/>
                </a:cubicBezTo>
                <a:cubicBezTo>
                  <a:pt x="489" y="4"/>
                  <a:pt x="461" y="0"/>
                  <a:pt x="4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6"/>
          <p:cNvSpPr/>
          <p:nvPr/>
        </p:nvSpPr>
        <p:spPr>
          <a:xfrm flipH="1">
            <a:off x="1013510" y="4187983"/>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6"/>
          <p:cNvSpPr/>
          <p:nvPr/>
        </p:nvSpPr>
        <p:spPr>
          <a:xfrm flipH="1">
            <a:off x="-89164" y="1434914"/>
            <a:ext cx="495117"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6"/>
          <p:cNvSpPr/>
          <p:nvPr/>
        </p:nvSpPr>
        <p:spPr>
          <a:xfrm flipH="1">
            <a:off x="-182923" y="3080743"/>
            <a:ext cx="485425" cy="425027"/>
          </a:xfrm>
          <a:custGeom>
            <a:avLst/>
            <a:gdLst/>
            <a:ahLst/>
            <a:cxnLst/>
            <a:rect l="l" t="t" r="r" b="b"/>
            <a:pathLst>
              <a:path w="2009" h="1759" extrusionOk="0">
                <a:moveTo>
                  <a:pt x="1006" y="0"/>
                </a:moveTo>
                <a:cubicBezTo>
                  <a:pt x="702" y="0"/>
                  <a:pt x="407" y="157"/>
                  <a:pt x="244" y="439"/>
                </a:cubicBezTo>
                <a:cubicBezTo>
                  <a:pt x="1" y="859"/>
                  <a:pt x="144" y="1397"/>
                  <a:pt x="564" y="1640"/>
                </a:cubicBezTo>
                <a:cubicBezTo>
                  <a:pt x="703" y="1721"/>
                  <a:pt x="854" y="1759"/>
                  <a:pt x="1004" y="1759"/>
                </a:cubicBezTo>
                <a:cubicBezTo>
                  <a:pt x="1307" y="1759"/>
                  <a:pt x="1603" y="1602"/>
                  <a:pt x="1766" y="1321"/>
                </a:cubicBezTo>
                <a:cubicBezTo>
                  <a:pt x="2009" y="901"/>
                  <a:pt x="1865" y="363"/>
                  <a:pt x="1445" y="118"/>
                </a:cubicBezTo>
                <a:cubicBezTo>
                  <a:pt x="1306" y="38"/>
                  <a:pt x="1155" y="0"/>
                  <a:pt x="1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6"/>
          <p:cNvSpPr/>
          <p:nvPr/>
        </p:nvSpPr>
        <p:spPr>
          <a:xfrm flipH="1">
            <a:off x="1650368" y="-220918"/>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6"/>
          <p:cNvSpPr/>
          <p:nvPr/>
        </p:nvSpPr>
        <p:spPr>
          <a:xfrm flipH="1">
            <a:off x="6956357" y="-260908"/>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6"/>
          <p:cNvSpPr/>
          <p:nvPr/>
        </p:nvSpPr>
        <p:spPr>
          <a:xfrm>
            <a:off x="7204684" y="93472"/>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6"/>
          <p:cNvSpPr/>
          <p:nvPr/>
        </p:nvSpPr>
        <p:spPr>
          <a:xfrm>
            <a:off x="-3922466" y="93472"/>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6"/>
          <p:cNvSpPr/>
          <p:nvPr/>
        </p:nvSpPr>
        <p:spPr>
          <a:xfrm flipH="1">
            <a:off x="-1457241" y="4163735"/>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6"/>
          <p:cNvSpPr/>
          <p:nvPr/>
        </p:nvSpPr>
        <p:spPr>
          <a:xfrm flipH="1">
            <a:off x="4909484" y="4163735"/>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CUSTOM_21">
    <p:spTree>
      <p:nvGrpSpPr>
        <p:cNvPr id="1" name="Shape 365"/>
        <p:cNvGrpSpPr/>
        <p:nvPr/>
      </p:nvGrpSpPr>
      <p:grpSpPr>
        <a:xfrm>
          <a:off x="0" y="0"/>
          <a:ext cx="0" cy="0"/>
          <a:chOff x="0" y="0"/>
          <a:chExt cx="0" cy="0"/>
        </a:xfrm>
      </p:grpSpPr>
      <p:sp>
        <p:nvSpPr>
          <p:cNvPr id="366" name="Google Shape;366;p17"/>
          <p:cNvSpPr txBox="1">
            <a:spLocks noGrp="1"/>
          </p:cNvSpPr>
          <p:nvPr>
            <p:ph type="title"/>
          </p:nvPr>
        </p:nvSpPr>
        <p:spPr>
          <a:xfrm>
            <a:off x="3386150" y="2545763"/>
            <a:ext cx="3651600" cy="836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40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367" name="Google Shape;367;p17"/>
          <p:cNvSpPr txBox="1">
            <a:spLocks noGrp="1"/>
          </p:cNvSpPr>
          <p:nvPr>
            <p:ph type="title" idx="2" hasCustomPrompt="1"/>
          </p:nvPr>
        </p:nvSpPr>
        <p:spPr>
          <a:xfrm>
            <a:off x="5762450" y="1631644"/>
            <a:ext cx="1275300" cy="9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6100">
                <a:solidFill>
                  <a:schemeClr val="accent1"/>
                </a:solidFill>
              </a:defRPr>
            </a:lvl1pPr>
            <a:lvl2pPr lvl="1" algn="r" rtl="0">
              <a:spcBef>
                <a:spcPts val="0"/>
              </a:spcBef>
              <a:spcAft>
                <a:spcPts val="0"/>
              </a:spcAft>
              <a:buSzPts val="3000"/>
              <a:buNone/>
              <a:defRPr sz="3000"/>
            </a:lvl2pPr>
            <a:lvl3pPr lvl="2" algn="r" rtl="0">
              <a:spcBef>
                <a:spcPts val="0"/>
              </a:spcBef>
              <a:spcAft>
                <a:spcPts val="0"/>
              </a:spcAft>
              <a:buSzPts val="3000"/>
              <a:buNone/>
              <a:defRPr sz="3000"/>
            </a:lvl3pPr>
            <a:lvl4pPr lvl="3" algn="r" rtl="0">
              <a:spcBef>
                <a:spcPts val="0"/>
              </a:spcBef>
              <a:spcAft>
                <a:spcPts val="0"/>
              </a:spcAft>
              <a:buSzPts val="3000"/>
              <a:buNone/>
              <a:defRPr sz="3000"/>
            </a:lvl4pPr>
            <a:lvl5pPr lvl="4" algn="r" rtl="0">
              <a:spcBef>
                <a:spcPts val="0"/>
              </a:spcBef>
              <a:spcAft>
                <a:spcPts val="0"/>
              </a:spcAft>
              <a:buSzPts val="3000"/>
              <a:buNone/>
              <a:defRPr sz="3000"/>
            </a:lvl5pPr>
            <a:lvl6pPr lvl="5" algn="r" rtl="0">
              <a:spcBef>
                <a:spcPts val="0"/>
              </a:spcBef>
              <a:spcAft>
                <a:spcPts val="0"/>
              </a:spcAft>
              <a:buSzPts val="3000"/>
              <a:buNone/>
              <a:defRPr sz="3000"/>
            </a:lvl6pPr>
            <a:lvl7pPr lvl="6" algn="r" rtl="0">
              <a:spcBef>
                <a:spcPts val="0"/>
              </a:spcBef>
              <a:spcAft>
                <a:spcPts val="0"/>
              </a:spcAft>
              <a:buSzPts val="3000"/>
              <a:buNone/>
              <a:defRPr sz="3000"/>
            </a:lvl7pPr>
            <a:lvl8pPr lvl="7" algn="r" rtl="0">
              <a:spcBef>
                <a:spcPts val="0"/>
              </a:spcBef>
              <a:spcAft>
                <a:spcPts val="0"/>
              </a:spcAft>
              <a:buSzPts val="3000"/>
              <a:buNone/>
              <a:defRPr sz="3000"/>
            </a:lvl8pPr>
            <a:lvl9pPr lvl="8" algn="r" rtl="0">
              <a:spcBef>
                <a:spcPts val="0"/>
              </a:spcBef>
              <a:spcAft>
                <a:spcPts val="0"/>
              </a:spcAft>
              <a:buSzPts val="3000"/>
              <a:buNone/>
              <a:defRPr sz="3000"/>
            </a:lvl9pPr>
          </a:lstStyle>
          <a:p>
            <a:r>
              <a:t>xx%</a:t>
            </a:r>
          </a:p>
        </p:txBody>
      </p:sp>
      <p:sp>
        <p:nvSpPr>
          <p:cNvPr id="368" name="Google Shape;368;p17"/>
          <p:cNvSpPr txBox="1">
            <a:spLocks noGrp="1"/>
          </p:cNvSpPr>
          <p:nvPr>
            <p:ph type="subTitle" idx="1"/>
          </p:nvPr>
        </p:nvSpPr>
        <p:spPr>
          <a:xfrm>
            <a:off x="4701350" y="3382178"/>
            <a:ext cx="2336400" cy="604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369" name="Google Shape;369;p17"/>
          <p:cNvSpPr/>
          <p:nvPr/>
        </p:nvSpPr>
        <p:spPr>
          <a:xfrm rot="10800000">
            <a:off x="4499826" y="5328815"/>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7"/>
          <p:cNvSpPr/>
          <p:nvPr/>
        </p:nvSpPr>
        <p:spPr>
          <a:xfrm rot="10800000">
            <a:off x="1443962" y="4934603"/>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7"/>
          <p:cNvSpPr/>
          <p:nvPr/>
        </p:nvSpPr>
        <p:spPr>
          <a:xfrm rot="10800000">
            <a:off x="2479339" y="5062300"/>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7"/>
          <p:cNvSpPr/>
          <p:nvPr/>
        </p:nvSpPr>
        <p:spPr>
          <a:xfrm rot="10800000">
            <a:off x="6351414" y="5097226"/>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7"/>
          <p:cNvSpPr/>
          <p:nvPr/>
        </p:nvSpPr>
        <p:spPr>
          <a:xfrm rot="10800000">
            <a:off x="-2413098" y="4063622"/>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7"/>
          <p:cNvSpPr/>
          <p:nvPr/>
        </p:nvSpPr>
        <p:spPr>
          <a:xfrm rot="10800000">
            <a:off x="-1878870" y="4598354"/>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7"/>
          <p:cNvSpPr/>
          <p:nvPr/>
        </p:nvSpPr>
        <p:spPr>
          <a:xfrm rot="10800000">
            <a:off x="7797112" y="4618324"/>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7"/>
          <p:cNvSpPr/>
          <p:nvPr/>
        </p:nvSpPr>
        <p:spPr>
          <a:xfrm rot="10800000">
            <a:off x="8343179" y="5116328"/>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77" name="Google Shape;377;p17"/>
          <p:cNvSpPr/>
          <p:nvPr/>
        </p:nvSpPr>
        <p:spPr>
          <a:xfrm rot="10800000">
            <a:off x="7274475" y="833269"/>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7"/>
          <p:cNvSpPr/>
          <p:nvPr/>
        </p:nvSpPr>
        <p:spPr>
          <a:xfrm rot="10800000">
            <a:off x="9089582" y="1593498"/>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7"/>
          <p:cNvSpPr/>
          <p:nvPr/>
        </p:nvSpPr>
        <p:spPr>
          <a:xfrm rot="10800000">
            <a:off x="7007252" y="526544"/>
            <a:ext cx="213355" cy="182914"/>
          </a:xfrm>
          <a:custGeom>
            <a:avLst/>
            <a:gdLst/>
            <a:ahLst/>
            <a:cxnLst/>
            <a:rect l="l" t="t" r="r" b="b"/>
            <a:pathLst>
              <a:path w="883" h="757" extrusionOk="0">
                <a:moveTo>
                  <a:pt x="505" y="1"/>
                </a:moveTo>
                <a:cubicBezTo>
                  <a:pt x="169" y="1"/>
                  <a:pt x="1" y="407"/>
                  <a:pt x="239" y="645"/>
                </a:cubicBezTo>
                <a:cubicBezTo>
                  <a:pt x="316" y="722"/>
                  <a:pt x="410" y="756"/>
                  <a:pt x="503" y="756"/>
                </a:cubicBezTo>
                <a:cubicBezTo>
                  <a:pt x="697" y="756"/>
                  <a:pt x="883" y="606"/>
                  <a:pt x="883" y="378"/>
                </a:cubicBezTo>
                <a:cubicBezTo>
                  <a:pt x="883" y="169"/>
                  <a:pt x="715" y="1"/>
                  <a:pt x="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7"/>
          <p:cNvSpPr/>
          <p:nvPr/>
        </p:nvSpPr>
        <p:spPr>
          <a:xfrm rot="10800000">
            <a:off x="8508918" y="3438790"/>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7"/>
          <p:cNvSpPr/>
          <p:nvPr/>
        </p:nvSpPr>
        <p:spPr>
          <a:xfrm rot="10800000">
            <a:off x="1163712" y="-18482"/>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7"/>
          <p:cNvSpPr/>
          <p:nvPr/>
        </p:nvSpPr>
        <p:spPr>
          <a:xfrm rot="10800000">
            <a:off x="-546063" y="-359675"/>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7"/>
          <p:cNvSpPr/>
          <p:nvPr/>
        </p:nvSpPr>
        <p:spPr>
          <a:xfrm rot="10800000">
            <a:off x="-283671" y="3438790"/>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7"/>
          <p:cNvSpPr/>
          <p:nvPr/>
        </p:nvSpPr>
        <p:spPr>
          <a:xfrm rot="10800000">
            <a:off x="4449436" y="59333"/>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7"/>
          <p:cNvSpPr/>
          <p:nvPr/>
        </p:nvSpPr>
        <p:spPr>
          <a:xfrm rot="10800000">
            <a:off x="-157415" y="1645436"/>
            <a:ext cx="749037" cy="680672"/>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7"/>
          <p:cNvSpPr/>
          <p:nvPr/>
        </p:nvSpPr>
        <p:spPr>
          <a:xfrm flipH="1">
            <a:off x="4469625" y="59326"/>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7"/>
          <p:cNvSpPr/>
          <p:nvPr/>
        </p:nvSpPr>
        <p:spPr>
          <a:xfrm flipH="1">
            <a:off x="-460775" y="4274651"/>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7"/>
          <p:cNvSpPr/>
          <p:nvPr/>
        </p:nvSpPr>
        <p:spPr>
          <a:xfrm rot="10800000">
            <a:off x="7729852" y="-2353278"/>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389"/>
        <p:cNvGrpSpPr/>
        <p:nvPr/>
      </p:nvGrpSpPr>
      <p:grpSpPr>
        <a:xfrm>
          <a:off x="0" y="0"/>
          <a:ext cx="0" cy="0"/>
          <a:chOff x="0" y="0"/>
          <a:chExt cx="0" cy="0"/>
        </a:xfrm>
      </p:grpSpPr>
      <p:sp>
        <p:nvSpPr>
          <p:cNvPr id="390" name="Google Shape;390;p18"/>
          <p:cNvSpPr txBox="1">
            <a:spLocks noGrp="1"/>
          </p:cNvSpPr>
          <p:nvPr>
            <p:ph type="title"/>
          </p:nvPr>
        </p:nvSpPr>
        <p:spPr>
          <a:xfrm>
            <a:off x="3403800" y="2381144"/>
            <a:ext cx="2336400" cy="527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1" name="Google Shape;391;p18"/>
          <p:cNvSpPr txBox="1">
            <a:spLocks noGrp="1"/>
          </p:cNvSpPr>
          <p:nvPr>
            <p:ph type="subTitle" idx="1"/>
          </p:nvPr>
        </p:nvSpPr>
        <p:spPr>
          <a:xfrm>
            <a:off x="3403800" y="2914025"/>
            <a:ext cx="2336400" cy="85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2" name="Google Shape;392;p18"/>
          <p:cNvSpPr txBox="1">
            <a:spLocks noGrp="1"/>
          </p:cNvSpPr>
          <p:nvPr>
            <p:ph type="title" idx="2"/>
          </p:nvPr>
        </p:nvSpPr>
        <p:spPr>
          <a:xfrm>
            <a:off x="732300" y="2381144"/>
            <a:ext cx="2336400" cy="527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3" name="Google Shape;393;p18"/>
          <p:cNvSpPr txBox="1">
            <a:spLocks noGrp="1"/>
          </p:cNvSpPr>
          <p:nvPr>
            <p:ph type="subTitle" idx="3"/>
          </p:nvPr>
        </p:nvSpPr>
        <p:spPr>
          <a:xfrm>
            <a:off x="732300" y="2908850"/>
            <a:ext cx="2336400" cy="85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4" name="Google Shape;394;p18"/>
          <p:cNvSpPr txBox="1">
            <a:spLocks noGrp="1"/>
          </p:cNvSpPr>
          <p:nvPr>
            <p:ph type="title" idx="4"/>
          </p:nvPr>
        </p:nvSpPr>
        <p:spPr>
          <a:xfrm>
            <a:off x="6075300" y="2381144"/>
            <a:ext cx="2336400" cy="527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5" name="Google Shape;395;p18"/>
          <p:cNvSpPr txBox="1">
            <a:spLocks noGrp="1"/>
          </p:cNvSpPr>
          <p:nvPr>
            <p:ph type="subTitle" idx="5"/>
          </p:nvPr>
        </p:nvSpPr>
        <p:spPr>
          <a:xfrm>
            <a:off x="6075300" y="2914025"/>
            <a:ext cx="2336400" cy="85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6" name="Google Shape;396;p18"/>
          <p:cNvSpPr txBox="1">
            <a:spLocks noGrp="1"/>
          </p:cNvSpPr>
          <p:nvPr>
            <p:ph type="title" idx="6"/>
          </p:nvPr>
        </p:nvSpPr>
        <p:spPr>
          <a:xfrm>
            <a:off x="732300" y="445025"/>
            <a:ext cx="7679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97" name="Google Shape;397;p18"/>
          <p:cNvSpPr/>
          <p:nvPr/>
        </p:nvSpPr>
        <p:spPr>
          <a:xfrm rot="-5400000" flipH="1">
            <a:off x="-368205" y="1729625"/>
            <a:ext cx="50" cy="15452"/>
          </a:xfrm>
          <a:custGeom>
            <a:avLst/>
            <a:gdLst/>
            <a:ahLst/>
            <a:cxnLst/>
            <a:rect l="l" t="t" r="r" b="b"/>
            <a:pathLst>
              <a:path w="1" h="306" extrusionOk="0">
                <a:moveTo>
                  <a:pt x="0" y="0"/>
                </a:moveTo>
                <a:lnTo>
                  <a:pt x="0" y="306"/>
                </a:lnTo>
                <a:lnTo>
                  <a:pt x="0" y="306"/>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8"/>
          <p:cNvSpPr/>
          <p:nvPr/>
        </p:nvSpPr>
        <p:spPr>
          <a:xfrm rot="10800000" flipH="1">
            <a:off x="8177175" y="-2267372"/>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8"/>
          <p:cNvSpPr/>
          <p:nvPr/>
        </p:nvSpPr>
        <p:spPr>
          <a:xfrm rot="10800000" flipH="1">
            <a:off x="-232746" y="-1120575"/>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8"/>
          <p:cNvSpPr/>
          <p:nvPr/>
        </p:nvSpPr>
        <p:spPr>
          <a:xfrm rot="10800000" flipH="1">
            <a:off x="8742" y="-879244"/>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8"/>
          <p:cNvSpPr/>
          <p:nvPr/>
        </p:nvSpPr>
        <p:spPr>
          <a:xfrm rot="10800000" flipH="1">
            <a:off x="7813731" y="4993274"/>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8"/>
          <p:cNvSpPr/>
          <p:nvPr/>
        </p:nvSpPr>
        <p:spPr>
          <a:xfrm rot="10800000" flipH="1">
            <a:off x="8331844" y="5444311"/>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8"/>
          <p:cNvSpPr/>
          <p:nvPr/>
        </p:nvSpPr>
        <p:spPr>
          <a:xfrm rot="10800000" flipH="1">
            <a:off x="651675" y="5154674"/>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8"/>
          <p:cNvSpPr/>
          <p:nvPr/>
        </p:nvSpPr>
        <p:spPr>
          <a:xfrm rot="10800000" flipH="1">
            <a:off x="8866809" y="880994"/>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8"/>
          <p:cNvSpPr/>
          <p:nvPr/>
        </p:nvSpPr>
        <p:spPr>
          <a:xfrm rot="10800000" flipH="1">
            <a:off x="215421" y="2439322"/>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8"/>
          <p:cNvSpPr/>
          <p:nvPr/>
        </p:nvSpPr>
        <p:spPr>
          <a:xfrm rot="10800000" flipH="1">
            <a:off x="-749821" y="3241162"/>
            <a:ext cx="1297365" cy="1182051"/>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8"/>
          <p:cNvSpPr/>
          <p:nvPr/>
        </p:nvSpPr>
        <p:spPr>
          <a:xfrm rot="10800000" flipH="1">
            <a:off x="268206" y="4693686"/>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8"/>
          <p:cNvSpPr/>
          <p:nvPr/>
        </p:nvSpPr>
        <p:spPr>
          <a:xfrm rot="10800000" flipH="1">
            <a:off x="8952006" y="4993275"/>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8"/>
          <p:cNvSpPr/>
          <p:nvPr/>
        </p:nvSpPr>
        <p:spPr>
          <a:xfrm rot="10800000" flipH="1">
            <a:off x="8936284" y="4780407"/>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8"/>
          <p:cNvSpPr/>
          <p:nvPr/>
        </p:nvSpPr>
        <p:spPr>
          <a:xfrm rot="10800000" flipH="1">
            <a:off x="1354442" y="87862"/>
            <a:ext cx="256183" cy="224719"/>
          </a:xfrm>
          <a:custGeom>
            <a:avLst/>
            <a:gdLst/>
            <a:ahLst/>
            <a:cxnLst/>
            <a:rect l="l" t="t" r="r" b="b"/>
            <a:pathLst>
              <a:path w="1604" h="1407" extrusionOk="0">
                <a:moveTo>
                  <a:pt x="800" y="0"/>
                </a:moveTo>
                <a:cubicBezTo>
                  <a:pt x="676" y="0"/>
                  <a:pt x="549" y="34"/>
                  <a:pt x="435" y="104"/>
                </a:cubicBezTo>
                <a:cubicBezTo>
                  <a:pt x="104" y="307"/>
                  <a:pt x="0" y="740"/>
                  <a:pt x="203" y="1071"/>
                </a:cubicBezTo>
                <a:cubicBezTo>
                  <a:pt x="336" y="1288"/>
                  <a:pt x="566" y="1407"/>
                  <a:pt x="802" y="1407"/>
                </a:cubicBezTo>
                <a:cubicBezTo>
                  <a:pt x="927" y="1407"/>
                  <a:pt x="1054" y="1373"/>
                  <a:pt x="1169" y="1303"/>
                </a:cubicBezTo>
                <a:cubicBezTo>
                  <a:pt x="1500" y="1100"/>
                  <a:pt x="1604" y="667"/>
                  <a:pt x="1401" y="337"/>
                </a:cubicBezTo>
                <a:cubicBezTo>
                  <a:pt x="1268" y="120"/>
                  <a:pt x="1037" y="0"/>
                  <a:pt x="800"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8"/>
          <p:cNvSpPr/>
          <p:nvPr/>
        </p:nvSpPr>
        <p:spPr>
          <a:xfrm rot="10800000" flipH="1">
            <a:off x="7770236" y="319771"/>
            <a:ext cx="197727" cy="182714"/>
          </a:xfrm>
          <a:custGeom>
            <a:avLst/>
            <a:gdLst/>
            <a:ahLst/>
            <a:cxnLst/>
            <a:rect l="l" t="t" r="r" b="b"/>
            <a:pathLst>
              <a:path w="1238" h="1144" extrusionOk="0">
                <a:moveTo>
                  <a:pt x="608" y="0"/>
                </a:moveTo>
                <a:cubicBezTo>
                  <a:pt x="428" y="0"/>
                  <a:pt x="255" y="86"/>
                  <a:pt x="146" y="236"/>
                </a:cubicBezTo>
                <a:cubicBezTo>
                  <a:pt x="11" y="424"/>
                  <a:pt x="0" y="673"/>
                  <a:pt x="122" y="871"/>
                </a:cubicBezTo>
                <a:cubicBezTo>
                  <a:pt x="226" y="1042"/>
                  <a:pt x="412" y="1143"/>
                  <a:pt x="609" y="1143"/>
                </a:cubicBezTo>
                <a:cubicBezTo>
                  <a:pt x="638" y="1143"/>
                  <a:pt x="669" y="1141"/>
                  <a:pt x="699" y="1136"/>
                </a:cubicBezTo>
                <a:cubicBezTo>
                  <a:pt x="926" y="1100"/>
                  <a:pt x="1111" y="929"/>
                  <a:pt x="1164" y="706"/>
                </a:cubicBezTo>
                <a:cubicBezTo>
                  <a:pt x="1238" y="398"/>
                  <a:pt x="1049" y="90"/>
                  <a:pt x="743" y="16"/>
                </a:cubicBezTo>
                <a:cubicBezTo>
                  <a:pt x="698" y="6"/>
                  <a:pt x="653" y="0"/>
                  <a:pt x="608"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8"/>
          <p:cNvSpPr/>
          <p:nvPr/>
        </p:nvSpPr>
        <p:spPr>
          <a:xfrm rot="10800000" flipH="1">
            <a:off x="8226621" y="87846"/>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8"/>
          <p:cNvSpPr/>
          <p:nvPr/>
        </p:nvSpPr>
        <p:spPr>
          <a:xfrm rot="10800000" flipH="1">
            <a:off x="-348690" y="2508477"/>
            <a:ext cx="495117"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8"/>
          <p:cNvSpPr/>
          <p:nvPr/>
        </p:nvSpPr>
        <p:spPr>
          <a:xfrm flipH="1">
            <a:off x="-1171441" y="3854260"/>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8"/>
          <p:cNvSpPr/>
          <p:nvPr/>
        </p:nvSpPr>
        <p:spPr>
          <a:xfrm flipH="1">
            <a:off x="7139384" y="-225790"/>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20_1">
    <p:spTree>
      <p:nvGrpSpPr>
        <p:cNvPr id="1" name="Shape 448"/>
        <p:cNvGrpSpPr/>
        <p:nvPr/>
      </p:nvGrpSpPr>
      <p:grpSpPr>
        <a:xfrm>
          <a:off x="0" y="0"/>
          <a:ext cx="0" cy="0"/>
          <a:chOff x="0" y="0"/>
          <a:chExt cx="0" cy="0"/>
        </a:xfrm>
      </p:grpSpPr>
      <p:sp>
        <p:nvSpPr>
          <p:cNvPr id="449" name="Google Shape;449;p20"/>
          <p:cNvSpPr txBox="1">
            <a:spLocks noGrp="1"/>
          </p:cNvSpPr>
          <p:nvPr>
            <p:ph type="title"/>
          </p:nvPr>
        </p:nvSpPr>
        <p:spPr>
          <a:xfrm>
            <a:off x="1950150" y="1589625"/>
            <a:ext cx="2295600" cy="800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50" name="Google Shape;450;p20"/>
          <p:cNvSpPr txBox="1">
            <a:spLocks noGrp="1"/>
          </p:cNvSpPr>
          <p:nvPr>
            <p:ph type="subTitle" idx="1"/>
          </p:nvPr>
        </p:nvSpPr>
        <p:spPr>
          <a:xfrm>
            <a:off x="1950150" y="2390025"/>
            <a:ext cx="22956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1" name="Google Shape;451;p20"/>
          <p:cNvSpPr txBox="1">
            <a:spLocks noGrp="1"/>
          </p:cNvSpPr>
          <p:nvPr>
            <p:ph type="title" idx="2"/>
          </p:nvPr>
        </p:nvSpPr>
        <p:spPr>
          <a:xfrm>
            <a:off x="5196054" y="1589625"/>
            <a:ext cx="2295600" cy="800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52" name="Google Shape;452;p20"/>
          <p:cNvSpPr txBox="1">
            <a:spLocks noGrp="1"/>
          </p:cNvSpPr>
          <p:nvPr>
            <p:ph type="subTitle" idx="3"/>
          </p:nvPr>
        </p:nvSpPr>
        <p:spPr>
          <a:xfrm>
            <a:off x="5196050" y="2390025"/>
            <a:ext cx="22956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3" name="Google Shape;453;p20"/>
          <p:cNvSpPr txBox="1">
            <a:spLocks noGrp="1"/>
          </p:cNvSpPr>
          <p:nvPr>
            <p:ph type="title" idx="4"/>
          </p:nvPr>
        </p:nvSpPr>
        <p:spPr>
          <a:xfrm>
            <a:off x="1950150" y="3156550"/>
            <a:ext cx="2295600" cy="800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54" name="Google Shape;454;p20"/>
          <p:cNvSpPr txBox="1">
            <a:spLocks noGrp="1"/>
          </p:cNvSpPr>
          <p:nvPr>
            <p:ph type="subTitle" idx="5"/>
          </p:nvPr>
        </p:nvSpPr>
        <p:spPr>
          <a:xfrm>
            <a:off x="1950150" y="3956950"/>
            <a:ext cx="22956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5" name="Google Shape;455;p20"/>
          <p:cNvSpPr txBox="1">
            <a:spLocks noGrp="1"/>
          </p:cNvSpPr>
          <p:nvPr>
            <p:ph type="title" idx="6"/>
          </p:nvPr>
        </p:nvSpPr>
        <p:spPr>
          <a:xfrm>
            <a:off x="5196054" y="3156550"/>
            <a:ext cx="2295600" cy="800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56" name="Google Shape;456;p20"/>
          <p:cNvSpPr txBox="1">
            <a:spLocks noGrp="1"/>
          </p:cNvSpPr>
          <p:nvPr>
            <p:ph type="subTitle" idx="7"/>
          </p:nvPr>
        </p:nvSpPr>
        <p:spPr>
          <a:xfrm>
            <a:off x="5196000" y="3956950"/>
            <a:ext cx="22956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7" name="Google Shape;457;p20"/>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58" name="Google Shape;458;p20"/>
          <p:cNvSpPr/>
          <p:nvPr/>
        </p:nvSpPr>
        <p:spPr>
          <a:xfrm rot="10800000">
            <a:off x="-2163567" y="-2663484"/>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0"/>
          <p:cNvSpPr/>
          <p:nvPr/>
        </p:nvSpPr>
        <p:spPr>
          <a:xfrm rot="10800000">
            <a:off x="8093605" y="-1326363"/>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0"/>
          <p:cNvSpPr/>
          <p:nvPr/>
        </p:nvSpPr>
        <p:spPr>
          <a:xfrm rot="10800000">
            <a:off x="8388133" y="-1275357"/>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0"/>
          <p:cNvSpPr/>
          <p:nvPr/>
        </p:nvSpPr>
        <p:spPr>
          <a:xfrm rot="10800000">
            <a:off x="-173659" y="4769036"/>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0"/>
          <p:cNvSpPr/>
          <p:nvPr/>
        </p:nvSpPr>
        <p:spPr>
          <a:xfrm rot="10800000">
            <a:off x="610066" y="4769049"/>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0"/>
          <p:cNvSpPr/>
          <p:nvPr/>
        </p:nvSpPr>
        <p:spPr>
          <a:xfrm rot="10800000">
            <a:off x="8457050" y="4758561"/>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0"/>
          <p:cNvSpPr/>
          <p:nvPr/>
        </p:nvSpPr>
        <p:spPr>
          <a:xfrm rot="10800000">
            <a:off x="-34382" y="729807"/>
            <a:ext cx="295792" cy="268960"/>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0"/>
          <p:cNvSpPr/>
          <p:nvPr/>
        </p:nvSpPr>
        <p:spPr>
          <a:xfrm rot="10800000">
            <a:off x="391249" y="484881"/>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0"/>
          <p:cNvSpPr/>
          <p:nvPr/>
        </p:nvSpPr>
        <p:spPr>
          <a:xfrm rot="10800000">
            <a:off x="8358334" y="4466447"/>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0"/>
          <p:cNvSpPr/>
          <p:nvPr/>
        </p:nvSpPr>
        <p:spPr>
          <a:xfrm rot="10800000">
            <a:off x="8970207" y="4297573"/>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0"/>
          <p:cNvSpPr/>
          <p:nvPr/>
        </p:nvSpPr>
        <p:spPr>
          <a:xfrm rot="10800000">
            <a:off x="-274377" y="4535713"/>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0"/>
          <p:cNvSpPr/>
          <p:nvPr/>
        </p:nvSpPr>
        <p:spPr>
          <a:xfrm rot="10800000">
            <a:off x="460726" y="4384294"/>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0"/>
          <p:cNvSpPr/>
          <p:nvPr/>
        </p:nvSpPr>
        <p:spPr>
          <a:xfrm rot="10800000">
            <a:off x="8116233" y="290650"/>
            <a:ext cx="179839" cy="151570"/>
          </a:xfrm>
          <a:custGeom>
            <a:avLst/>
            <a:gdLst/>
            <a:ahLst/>
            <a:cxnLst/>
            <a:rect l="l" t="t" r="r" b="b"/>
            <a:pathLst>
              <a:path w="1126" h="949" extrusionOk="0">
                <a:moveTo>
                  <a:pt x="598" y="0"/>
                </a:moveTo>
                <a:cubicBezTo>
                  <a:pt x="246" y="0"/>
                  <a:pt x="0" y="397"/>
                  <a:pt x="200" y="723"/>
                </a:cubicBezTo>
                <a:cubicBezTo>
                  <a:pt x="286" y="864"/>
                  <a:pt x="439" y="949"/>
                  <a:pt x="602" y="949"/>
                </a:cubicBezTo>
                <a:cubicBezTo>
                  <a:pt x="627" y="949"/>
                  <a:pt x="653" y="947"/>
                  <a:pt x="678" y="943"/>
                </a:cubicBezTo>
                <a:cubicBezTo>
                  <a:pt x="867" y="913"/>
                  <a:pt x="1020" y="772"/>
                  <a:pt x="1065" y="586"/>
                </a:cubicBezTo>
                <a:cubicBezTo>
                  <a:pt x="1126" y="331"/>
                  <a:pt x="969" y="75"/>
                  <a:pt x="715" y="14"/>
                </a:cubicBezTo>
                <a:cubicBezTo>
                  <a:pt x="675" y="5"/>
                  <a:pt x="636"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0"/>
          <p:cNvSpPr/>
          <p:nvPr/>
        </p:nvSpPr>
        <p:spPr>
          <a:xfrm rot="10800000">
            <a:off x="8828293" y="846865"/>
            <a:ext cx="179999" cy="151889"/>
          </a:xfrm>
          <a:custGeom>
            <a:avLst/>
            <a:gdLst/>
            <a:ahLst/>
            <a:cxnLst/>
            <a:rect l="l" t="t" r="r" b="b"/>
            <a:pathLst>
              <a:path w="1127" h="951" extrusionOk="0">
                <a:moveTo>
                  <a:pt x="600" y="1"/>
                </a:moveTo>
                <a:cubicBezTo>
                  <a:pt x="247" y="1"/>
                  <a:pt x="0" y="398"/>
                  <a:pt x="201" y="723"/>
                </a:cubicBezTo>
                <a:cubicBezTo>
                  <a:pt x="288" y="866"/>
                  <a:pt x="442" y="950"/>
                  <a:pt x="605" y="950"/>
                </a:cubicBezTo>
                <a:cubicBezTo>
                  <a:pt x="630" y="950"/>
                  <a:pt x="654" y="948"/>
                  <a:pt x="679" y="944"/>
                </a:cubicBezTo>
                <a:cubicBezTo>
                  <a:pt x="869" y="915"/>
                  <a:pt x="1022" y="772"/>
                  <a:pt x="1066" y="586"/>
                </a:cubicBezTo>
                <a:cubicBezTo>
                  <a:pt x="1126" y="331"/>
                  <a:pt x="970" y="75"/>
                  <a:pt x="715" y="14"/>
                </a:cubicBezTo>
                <a:cubicBezTo>
                  <a:pt x="676" y="5"/>
                  <a:pt x="638"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0"/>
          <p:cNvSpPr/>
          <p:nvPr/>
        </p:nvSpPr>
        <p:spPr>
          <a:xfrm rot="10800000">
            <a:off x="8620991" y="200429"/>
            <a:ext cx="207310" cy="191658"/>
          </a:xfrm>
          <a:custGeom>
            <a:avLst/>
            <a:gdLst/>
            <a:ahLst/>
            <a:cxnLst/>
            <a:rect l="l" t="t" r="r" b="b"/>
            <a:pathLst>
              <a:path w="1298" h="1200" extrusionOk="0">
                <a:moveTo>
                  <a:pt x="639" y="1"/>
                </a:moveTo>
                <a:cubicBezTo>
                  <a:pt x="449" y="1"/>
                  <a:pt x="267" y="90"/>
                  <a:pt x="153" y="248"/>
                </a:cubicBezTo>
                <a:cubicBezTo>
                  <a:pt x="11" y="444"/>
                  <a:pt x="0" y="707"/>
                  <a:pt x="127" y="913"/>
                </a:cubicBezTo>
                <a:cubicBezTo>
                  <a:pt x="237" y="1093"/>
                  <a:pt x="432" y="1200"/>
                  <a:pt x="639" y="1200"/>
                </a:cubicBezTo>
                <a:cubicBezTo>
                  <a:pt x="670" y="1200"/>
                  <a:pt x="701" y="1197"/>
                  <a:pt x="732" y="1192"/>
                </a:cubicBezTo>
                <a:cubicBezTo>
                  <a:pt x="971" y="1154"/>
                  <a:pt x="1164" y="975"/>
                  <a:pt x="1221" y="740"/>
                </a:cubicBezTo>
                <a:cubicBezTo>
                  <a:pt x="1297" y="418"/>
                  <a:pt x="1099" y="95"/>
                  <a:pt x="777" y="17"/>
                </a:cubicBezTo>
                <a:cubicBezTo>
                  <a:pt x="731" y="6"/>
                  <a:pt x="685" y="1"/>
                  <a:pt x="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0"/>
          <p:cNvSpPr/>
          <p:nvPr/>
        </p:nvSpPr>
        <p:spPr>
          <a:xfrm rot="10800000">
            <a:off x="855471" y="-159254"/>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0"/>
          <p:cNvSpPr/>
          <p:nvPr/>
        </p:nvSpPr>
        <p:spPr>
          <a:xfrm rot="10800000">
            <a:off x="-227503" y="3847652"/>
            <a:ext cx="495117"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0"/>
          <p:cNvSpPr/>
          <p:nvPr/>
        </p:nvSpPr>
        <p:spPr>
          <a:xfrm rot="-1799986">
            <a:off x="7244724" y="-967599"/>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0"/>
          <p:cNvSpPr/>
          <p:nvPr/>
        </p:nvSpPr>
        <p:spPr>
          <a:xfrm rot="-1799986">
            <a:off x="-1727826" y="-184499"/>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0"/>
          <p:cNvSpPr/>
          <p:nvPr/>
        </p:nvSpPr>
        <p:spPr>
          <a:xfrm rot="-1799986">
            <a:off x="5944399" y="399477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rot="1799986" flipH="1">
            <a:off x="-2291801" y="458507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1">
  <p:cSld name="CUSTOM_20_1_1">
    <p:spTree>
      <p:nvGrpSpPr>
        <p:cNvPr id="1" name="Shape 479"/>
        <p:cNvGrpSpPr/>
        <p:nvPr/>
      </p:nvGrpSpPr>
      <p:grpSpPr>
        <a:xfrm>
          <a:off x="0" y="0"/>
          <a:ext cx="0" cy="0"/>
          <a:chOff x="0" y="0"/>
          <a:chExt cx="0" cy="0"/>
        </a:xfrm>
      </p:grpSpPr>
      <p:sp>
        <p:nvSpPr>
          <p:cNvPr id="480" name="Google Shape;480;p21"/>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1" name="Google Shape;481;p21"/>
          <p:cNvSpPr txBox="1">
            <a:spLocks noGrp="1"/>
          </p:cNvSpPr>
          <p:nvPr>
            <p:ph type="title" idx="2"/>
          </p:nvPr>
        </p:nvSpPr>
        <p:spPr>
          <a:xfrm>
            <a:off x="1132975" y="1491381"/>
            <a:ext cx="2022000" cy="702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82" name="Google Shape;482;p21"/>
          <p:cNvSpPr txBox="1">
            <a:spLocks noGrp="1"/>
          </p:cNvSpPr>
          <p:nvPr>
            <p:ph type="subTitle" idx="1"/>
          </p:nvPr>
        </p:nvSpPr>
        <p:spPr>
          <a:xfrm>
            <a:off x="1132975" y="2194800"/>
            <a:ext cx="20220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3" name="Google Shape;483;p21"/>
          <p:cNvSpPr txBox="1">
            <a:spLocks noGrp="1"/>
          </p:cNvSpPr>
          <p:nvPr>
            <p:ph type="title" idx="3"/>
          </p:nvPr>
        </p:nvSpPr>
        <p:spPr>
          <a:xfrm>
            <a:off x="5989017" y="1491375"/>
            <a:ext cx="2022000" cy="702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84" name="Google Shape;484;p21"/>
          <p:cNvSpPr txBox="1">
            <a:spLocks noGrp="1"/>
          </p:cNvSpPr>
          <p:nvPr>
            <p:ph type="subTitle" idx="4"/>
          </p:nvPr>
        </p:nvSpPr>
        <p:spPr>
          <a:xfrm>
            <a:off x="5989025" y="2193375"/>
            <a:ext cx="2022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5" name="Google Shape;485;p21"/>
          <p:cNvSpPr txBox="1">
            <a:spLocks noGrp="1"/>
          </p:cNvSpPr>
          <p:nvPr>
            <p:ph type="title" idx="5"/>
          </p:nvPr>
        </p:nvSpPr>
        <p:spPr>
          <a:xfrm>
            <a:off x="1132975" y="2894451"/>
            <a:ext cx="2022000" cy="702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86" name="Google Shape;486;p21"/>
          <p:cNvSpPr txBox="1">
            <a:spLocks noGrp="1"/>
          </p:cNvSpPr>
          <p:nvPr>
            <p:ph type="subTitle" idx="6"/>
          </p:nvPr>
        </p:nvSpPr>
        <p:spPr>
          <a:xfrm>
            <a:off x="1132975" y="3597575"/>
            <a:ext cx="20220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7" name="Google Shape;487;p21"/>
          <p:cNvSpPr txBox="1">
            <a:spLocks noGrp="1"/>
          </p:cNvSpPr>
          <p:nvPr>
            <p:ph type="title" idx="7"/>
          </p:nvPr>
        </p:nvSpPr>
        <p:spPr>
          <a:xfrm>
            <a:off x="5989017" y="2891981"/>
            <a:ext cx="2022000" cy="702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88" name="Google Shape;488;p21"/>
          <p:cNvSpPr txBox="1">
            <a:spLocks noGrp="1"/>
          </p:cNvSpPr>
          <p:nvPr>
            <p:ph type="subTitle" idx="8"/>
          </p:nvPr>
        </p:nvSpPr>
        <p:spPr>
          <a:xfrm>
            <a:off x="5989025" y="3597575"/>
            <a:ext cx="2022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9" name="Google Shape;489;p21"/>
          <p:cNvSpPr/>
          <p:nvPr/>
        </p:nvSpPr>
        <p:spPr>
          <a:xfrm rot="10800000">
            <a:off x="-2049267" y="-2838872"/>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1"/>
          <p:cNvSpPr/>
          <p:nvPr/>
        </p:nvSpPr>
        <p:spPr>
          <a:xfrm rot="10800000">
            <a:off x="8207905" y="-1501750"/>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1"/>
          <p:cNvSpPr/>
          <p:nvPr/>
        </p:nvSpPr>
        <p:spPr>
          <a:xfrm rot="10800000">
            <a:off x="8502433" y="-1450744"/>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1"/>
          <p:cNvSpPr/>
          <p:nvPr/>
        </p:nvSpPr>
        <p:spPr>
          <a:xfrm rot="10800000">
            <a:off x="-59359" y="4593649"/>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1"/>
          <p:cNvSpPr/>
          <p:nvPr/>
        </p:nvSpPr>
        <p:spPr>
          <a:xfrm rot="10800000">
            <a:off x="724366" y="4593661"/>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1"/>
          <p:cNvSpPr/>
          <p:nvPr/>
        </p:nvSpPr>
        <p:spPr>
          <a:xfrm rot="10800000">
            <a:off x="8571350" y="4583174"/>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1"/>
          <p:cNvSpPr/>
          <p:nvPr/>
        </p:nvSpPr>
        <p:spPr>
          <a:xfrm rot="10800000">
            <a:off x="79918" y="554420"/>
            <a:ext cx="295792" cy="268960"/>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1"/>
          <p:cNvSpPr/>
          <p:nvPr/>
        </p:nvSpPr>
        <p:spPr>
          <a:xfrm rot="10800000">
            <a:off x="505549" y="309494"/>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1"/>
          <p:cNvSpPr/>
          <p:nvPr/>
        </p:nvSpPr>
        <p:spPr>
          <a:xfrm rot="10800000">
            <a:off x="8472634" y="4291060"/>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1"/>
          <p:cNvSpPr/>
          <p:nvPr/>
        </p:nvSpPr>
        <p:spPr>
          <a:xfrm rot="10800000">
            <a:off x="9084507" y="4122186"/>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1"/>
          <p:cNvSpPr/>
          <p:nvPr/>
        </p:nvSpPr>
        <p:spPr>
          <a:xfrm rot="10800000">
            <a:off x="-160077" y="4360325"/>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1"/>
          <p:cNvSpPr/>
          <p:nvPr/>
        </p:nvSpPr>
        <p:spPr>
          <a:xfrm rot="10800000">
            <a:off x="575026" y="4208907"/>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1"/>
          <p:cNvSpPr/>
          <p:nvPr/>
        </p:nvSpPr>
        <p:spPr>
          <a:xfrm rot="10800000">
            <a:off x="8230533" y="115263"/>
            <a:ext cx="179839" cy="151570"/>
          </a:xfrm>
          <a:custGeom>
            <a:avLst/>
            <a:gdLst/>
            <a:ahLst/>
            <a:cxnLst/>
            <a:rect l="l" t="t" r="r" b="b"/>
            <a:pathLst>
              <a:path w="1126" h="949" extrusionOk="0">
                <a:moveTo>
                  <a:pt x="598" y="0"/>
                </a:moveTo>
                <a:cubicBezTo>
                  <a:pt x="246" y="0"/>
                  <a:pt x="0" y="397"/>
                  <a:pt x="200" y="723"/>
                </a:cubicBezTo>
                <a:cubicBezTo>
                  <a:pt x="286" y="864"/>
                  <a:pt x="439" y="949"/>
                  <a:pt x="602" y="949"/>
                </a:cubicBezTo>
                <a:cubicBezTo>
                  <a:pt x="627" y="949"/>
                  <a:pt x="653" y="947"/>
                  <a:pt x="678" y="943"/>
                </a:cubicBezTo>
                <a:cubicBezTo>
                  <a:pt x="867" y="913"/>
                  <a:pt x="1020" y="772"/>
                  <a:pt x="1065" y="586"/>
                </a:cubicBezTo>
                <a:cubicBezTo>
                  <a:pt x="1126" y="331"/>
                  <a:pt x="969" y="75"/>
                  <a:pt x="715" y="14"/>
                </a:cubicBezTo>
                <a:cubicBezTo>
                  <a:pt x="675" y="5"/>
                  <a:pt x="636"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1"/>
          <p:cNvSpPr/>
          <p:nvPr/>
        </p:nvSpPr>
        <p:spPr>
          <a:xfrm rot="10800000">
            <a:off x="8942593" y="671478"/>
            <a:ext cx="179999" cy="151889"/>
          </a:xfrm>
          <a:custGeom>
            <a:avLst/>
            <a:gdLst/>
            <a:ahLst/>
            <a:cxnLst/>
            <a:rect l="l" t="t" r="r" b="b"/>
            <a:pathLst>
              <a:path w="1127" h="951" extrusionOk="0">
                <a:moveTo>
                  <a:pt x="600" y="1"/>
                </a:moveTo>
                <a:cubicBezTo>
                  <a:pt x="247" y="1"/>
                  <a:pt x="0" y="398"/>
                  <a:pt x="201" y="723"/>
                </a:cubicBezTo>
                <a:cubicBezTo>
                  <a:pt x="288" y="866"/>
                  <a:pt x="442" y="950"/>
                  <a:pt x="605" y="950"/>
                </a:cubicBezTo>
                <a:cubicBezTo>
                  <a:pt x="630" y="950"/>
                  <a:pt x="654" y="948"/>
                  <a:pt x="679" y="944"/>
                </a:cubicBezTo>
                <a:cubicBezTo>
                  <a:pt x="869" y="915"/>
                  <a:pt x="1022" y="772"/>
                  <a:pt x="1066" y="586"/>
                </a:cubicBezTo>
                <a:cubicBezTo>
                  <a:pt x="1126" y="331"/>
                  <a:pt x="970" y="75"/>
                  <a:pt x="715" y="14"/>
                </a:cubicBezTo>
                <a:cubicBezTo>
                  <a:pt x="676" y="5"/>
                  <a:pt x="638"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1"/>
          <p:cNvSpPr/>
          <p:nvPr/>
        </p:nvSpPr>
        <p:spPr>
          <a:xfrm rot="10800000">
            <a:off x="8735291" y="25042"/>
            <a:ext cx="207310" cy="191658"/>
          </a:xfrm>
          <a:custGeom>
            <a:avLst/>
            <a:gdLst/>
            <a:ahLst/>
            <a:cxnLst/>
            <a:rect l="l" t="t" r="r" b="b"/>
            <a:pathLst>
              <a:path w="1298" h="1200" extrusionOk="0">
                <a:moveTo>
                  <a:pt x="639" y="1"/>
                </a:moveTo>
                <a:cubicBezTo>
                  <a:pt x="449" y="1"/>
                  <a:pt x="267" y="90"/>
                  <a:pt x="153" y="248"/>
                </a:cubicBezTo>
                <a:cubicBezTo>
                  <a:pt x="11" y="444"/>
                  <a:pt x="0" y="707"/>
                  <a:pt x="127" y="913"/>
                </a:cubicBezTo>
                <a:cubicBezTo>
                  <a:pt x="237" y="1093"/>
                  <a:pt x="432" y="1200"/>
                  <a:pt x="639" y="1200"/>
                </a:cubicBezTo>
                <a:cubicBezTo>
                  <a:pt x="670" y="1200"/>
                  <a:pt x="701" y="1197"/>
                  <a:pt x="732" y="1192"/>
                </a:cubicBezTo>
                <a:cubicBezTo>
                  <a:pt x="971" y="1154"/>
                  <a:pt x="1164" y="975"/>
                  <a:pt x="1221" y="740"/>
                </a:cubicBezTo>
                <a:cubicBezTo>
                  <a:pt x="1297" y="418"/>
                  <a:pt x="1099" y="95"/>
                  <a:pt x="777" y="17"/>
                </a:cubicBezTo>
                <a:cubicBezTo>
                  <a:pt x="731" y="6"/>
                  <a:pt x="685" y="1"/>
                  <a:pt x="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1"/>
          <p:cNvSpPr/>
          <p:nvPr/>
        </p:nvSpPr>
        <p:spPr>
          <a:xfrm rot="10800000">
            <a:off x="969771" y="-334642"/>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1"/>
          <p:cNvSpPr/>
          <p:nvPr/>
        </p:nvSpPr>
        <p:spPr>
          <a:xfrm rot="10800000">
            <a:off x="-113203" y="3672265"/>
            <a:ext cx="495117"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1"/>
          <p:cNvSpPr/>
          <p:nvPr/>
        </p:nvSpPr>
        <p:spPr>
          <a:xfrm rot="-1799986">
            <a:off x="7359024" y="-1142987"/>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1"/>
          <p:cNvSpPr/>
          <p:nvPr/>
        </p:nvSpPr>
        <p:spPr>
          <a:xfrm rot="-1799986">
            <a:off x="-1613526" y="-359887"/>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1"/>
          <p:cNvSpPr/>
          <p:nvPr/>
        </p:nvSpPr>
        <p:spPr>
          <a:xfrm rot="-1799986">
            <a:off x="6058699" y="3819388"/>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1"/>
          <p:cNvSpPr/>
          <p:nvPr/>
        </p:nvSpPr>
        <p:spPr>
          <a:xfrm rot="1799986" flipH="1">
            <a:off x="-2177501" y="4409688"/>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10">
    <p:spTree>
      <p:nvGrpSpPr>
        <p:cNvPr id="1" name="Shape 510"/>
        <p:cNvGrpSpPr/>
        <p:nvPr/>
      </p:nvGrpSpPr>
      <p:grpSpPr>
        <a:xfrm>
          <a:off x="0" y="0"/>
          <a:ext cx="0" cy="0"/>
          <a:chOff x="0" y="0"/>
          <a:chExt cx="0" cy="0"/>
        </a:xfrm>
      </p:grpSpPr>
      <p:sp>
        <p:nvSpPr>
          <p:cNvPr id="511" name="Google Shape;511;p22"/>
          <p:cNvSpPr txBox="1">
            <a:spLocks noGrp="1"/>
          </p:cNvSpPr>
          <p:nvPr>
            <p:ph type="title"/>
          </p:nvPr>
        </p:nvSpPr>
        <p:spPr>
          <a:xfrm>
            <a:off x="719975" y="1747700"/>
            <a:ext cx="2305500" cy="38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512" name="Google Shape;512;p22"/>
          <p:cNvSpPr txBox="1">
            <a:spLocks noGrp="1"/>
          </p:cNvSpPr>
          <p:nvPr>
            <p:ph type="subTitle" idx="1"/>
          </p:nvPr>
        </p:nvSpPr>
        <p:spPr>
          <a:xfrm>
            <a:off x="719975" y="2137102"/>
            <a:ext cx="23055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3" name="Google Shape;513;p22"/>
          <p:cNvSpPr txBox="1">
            <a:spLocks noGrp="1"/>
          </p:cNvSpPr>
          <p:nvPr>
            <p:ph type="title" idx="2"/>
          </p:nvPr>
        </p:nvSpPr>
        <p:spPr>
          <a:xfrm>
            <a:off x="3419246" y="1747700"/>
            <a:ext cx="2305500" cy="38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514" name="Google Shape;514;p22"/>
          <p:cNvSpPr txBox="1">
            <a:spLocks noGrp="1"/>
          </p:cNvSpPr>
          <p:nvPr>
            <p:ph type="subTitle" idx="3"/>
          </p:nvPr>
        </p:nvSpPr>
        <p:spPr>
          <a:xfrm>
            <a:off x="3419246" y="2137102"/>
            <a:ext cx="23055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5" name="Google Shape;515;p22"/>
          <p:cNvSpPr txBox="1">
            <a:spLocks noGrp="1"/>
          </p:cNvSpPr>
          <p:nvPr>
            <p:ph type="title" idx="4"/>
          </p:nvPr>
        </p:nvSpPr>
        <p:spPr>
          <a:xfrm>
            <a:off x="719975" y="3333500"/>
            <a:ext cx="2305500" cy="42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516" name="Google Shape;516;p22"/>
          <p:cNvSpPr txBox="1">
            <a:spLocks noGrp="1"/>
          </p:cNvSpPr>
          <p:nvPr>
            <p:ph type="subTitle" idx="5"/>
          </p:nvPr>
        </p:nvSpPr>
        <p:spPr>
          <a:xfrm>
            <a:off x="719963" y="3759200"/>
            <a:ext cx="2305500" cy="52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7" name="Google Shape;517;p22"/>
          <p:cNvSpPr txBox="1">
            <a:spLocks noGrp="1"/>
          </p:cNvSpPr>
          <p:nvPr>
            <p:ph type="title" idx="6"/>
          </p:nvPr>
        </p:nvSpPr>
        <p:spPr>
          <a:xfrm>
            <a:off x="3419246" y="3333500"/>
            <a:ext cx="2305500" cy="42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518" name="Google Shape;518;p22"/>
          <p:cNvSpPr txBox="1">
            <a:spLocks noGrp="1"/>
          </p:cNvSpPr>
          <p:nvPr>
            <p:ph type="subTitle" idx="7"/>
          </p:nvPr>
        </p:nvSpPr>
        <p:spPr>
          <a:xfrm>
            <a:off x="3419233" y="3759200"/>
            <a:ext cx="2305500" cy="52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9" name="Google Shape;519;p22"/>
          <p:cNvSpPr txBox="1">
            <a:spLocks noGrp="1"/>
          </p:cNvSpPr>
          <p:nvPr>
            <p:ph type="title" idx="8"/>
          </p:nvPr>
        </p:nvSpPr>
        <p:spPr>
          <a:xfrm>
            <a:off x="6118524" y="1747700"/>
            <a:ext cx="2305500" cy="38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520" name="Google Shape;520;p22"/>
          <p:cNvSpPr txBox="1">
            <a:spLocks noGrp="1"/>
          </p:cNvSpPr>
          <p:nvPr>
            <p:ph type="subTitle" idx="9"/>
          </p:nvPr>
        </p:nvSpPr>
        <p:spPr>
          <a:xfrm>
            <a:off x="6118524" y="2137102"/>
            <a:ext cx="23055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1" name="Google Shape;521;p22"/>
          <p:cNvSpPr txBox="1">
            <a:spLocks noGrp="1"/>
          </p:cNvSpPr>
          <p:nvPr>
            <p:ph type="title" idx="13"/>
          </p:nvPr>
        </p:nvSpPr>
        <p:spPr>
          <a:xfrm>
            <a:off x="6118524" y="3333500"/>
            <a:ext cx="2305500" cy="42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522" name="Google Shape;522;p22"/>
          <p:cNvSpPr txBox="1">
            <a:spLocks noGrp="1"/>
          </p:cNvSpPr>
          <p:nvPr>
            <p:ph type="subTitle" idx="14"/>
          </p:nvPr>
        </p:nvSpPr>
        <p:spPr>
          <a:xfrm>
            <a:off x="6118511" y="3759200"/>
            <a:ext cx="2305500" cy="52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3" name="Google Shape;523;p22"/>
          <p:cNvSpPr txBox="1">
            <a:spLocks noGrp="1"/>
          </p:cNvSpPr>
          <p:nvPr>
            <p:ph type="title" idx="15"/>
          </p:nvPr>
        </p:nvSpPr>
        <p:spPr>
          <a:xfrm>
            <a:off x="732300" y="445025"/>
            <a:ext cx="7679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24" name="Google Shape;524;p22"/>
          <p:cNvSpPr/>
          <p:nvPr/>
        </p:nvSpPr>
        <p:spPr>
          <a:xfrm>
            <a:off x="7899606" y="4381493"/>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2"/>
          <p:cNvSpPr/>
          <p:nvPr/>
        </p:nvSpPr>
        <p:spPr>
          <a:xfrm>
            <a:off x="-457278" y="4944660"/>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2"/>
          <p:cNvSpPr/>
          <p:nvPr/>
        </p:nvSpPr>
        <p:spPr>
          <a:xfrm>
            <a:off x="-268827" y="5376473"/>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2"/>
          <p:cNvSpPr/>
          <p:nvPr/>
        </p:nvSpPr>
        <p:spPr>
          <a:xfrm>
            <a:off x="8024324" y="-869480"/>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2"/>
          <p:cNvSpPr/>
          <p:nvPr/>
        </p:nvSpPr>
        <p:spPr>
          <a:xfrm>
            <a:off x="8209749" y="32737"/>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2"/>
          <p:cNvSpPr/>
          <p:nvPr/>
        </p:nvSpPr>
        <p:spPr>
          <a:xfrm>
            <a:off x="374106" y="95611"/>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2"/>
          <p:cNvSpPr/>
          <p:nvPr/>
        </p:nvSpPr>
        <p:spPr>
          <a:xfrm>
            <a:off x="9024294" y="4268907"/>
            <a:ext cx="295792" cy="268960"/>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2"/>
          <p:cNvSpPr/>
          <p:nvPr/>
        </p:nvSpPr>
        <p:spPr>
          <a:xfrm>
            <a:off x="8589240" y="4513833"/>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2"/>
          <p:cNvSpPr/>
          <p:nvPr/>
        </p:nvSpPr>
        <p:spPr>
          <a:xfrm>
            <a:off x="733476" y="624582"/>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2"/>
          <p:cNvSpPr/>
          <p:nvPr/>
        </p:nvSpPr>
        <p:spPr>
          <a:xfrm>
            <a:off x="-9363" y="645241"/>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2"/>
          <p:cNvSpPr/>
          <p:nvPr/>
        </p:nvSpPr>
        <p:spPr>
          <a:xfrm>
            <a:off x="8971212" y="143252"/>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2"/>
          <p:cNvSpPr/>
          <p:nvPr/>
        </p:nvSpPr>
        <p:spPr>
          <a:xfrm>
            <a:off x="8658715" y="731971"/>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2"/>
          <p:cNvSpPr/>
          <p:nvPr/>
        </p:nvSpPr>
        <p:spPr>
          <a:xfrm>
            <a:off x="989633" y="4825455"/>
            <a:ext cx="179839" cy="151570"/>
          </a:xfrm>
          <a:custGeom>
            <a:avLst/>
            <a:gdLst/>
            <a:ahLst/>
            <a:cxnLst/>
            <a:rect l="l" t="t" r="r" b="b"/>
            <a:pathLst>
              <a:path w="1126" h="949" extrusionOk="0">
                <a:moveTo>
                  <a:pt x="598" y="0"/>
                </a:moveTo>
                <a:cubicBezTo>
                  <a:pt x="246" y="0"/>
                  <a:pt x="0" y="397"/>
                  <a:pt x="200" y="723"/>
                </a:cubicBezTo>
                <a:cubicBezTo>
                  <a:pt x="286" y="864"/>
                  <a:pt x="439" y="949"/>
                  <a:pt x="602" y="949"/>
                </a:cubicBezTo>
                <a:cubicBezTo>
                  <a:pt x="627" y="949"/>
                  <a:pt x="653" y="947"/>
                  <a:pt x="678" y="943"/>
                </a:cubicBezTo>
                <a:cubicBezTo>
                  <a:pt x="867" y="913"/>
                  <a:pt x="1020" y="772"/>
                  <a:pt x="1065" y="586"/>
                </a:cubicBezTo>
                <a:cubicBezTo>
                  <a:pt x="1126" y="331"/>
                  <a:pt x="969" y="75"/>
                  <a:pt x="715" y="14"/>
                </a:cubicBezTo>
                <a:cubicBezTo>
                  <a:pt x="675" y="5"/>
                  <a:pt x="636"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2"/>
          <p:cNvSpPr/>
          <p:nvPr/>
        </p:nvSpPr>
        <p:spPr>
          <a:xfrm>
            <a:off x="146213" y="4046995"/>
            <a:ext cx="179999" cy="151889"/>
          </a:xfrm>
          <a:custGeom>
            <a:avLst/>
            <a:gdLst/>
            <a:ahLst/>
            <a:cxnLst/>
            <a:rect l="l" t="t" r="r" b="b"/>
            <a:pathLst>
              <a:path w="1127" h="951" extrusionOk="0">
                <a:moveTo>
                  <a:pt x="600" y="1"/>
                </a:moveTo>
                <a:cubicBezTo>
                  <a:pt x="247" y="1"/>
                  <a:pt x="0" y="398"/>
                  <a:pt x="201" y="723"/>
                </a:cubicBezTo>
                <a:cubicBezTo>
                  <a:pt x="288" y="866"/>
                  <a:pt x="442" y="950"/>
                  <a:pt x="605" y="950"/>
                </a:cubicBezTo>
                <a:cubicBezTo>
                  <a:pt x="630" y="950"/>
                  <a:pt x="654" y="948"/>
                  <a:pt x="679" y="944"/>
                </a:cubicBezTo>
                <a:cubicBezTo>
                  <a:pt x="869" y="915"/>
                  <a:pt x="1022" y="772"/>
                  <a:pt x="1066" y="586"/>
                </a:cubicBezTo>
                <a:cubicBezTo>
                  <a:pt x="1126" y="331"/>
                  <a:pt x="970" y="75"/>
                  <a:pt x="715" y="14"/>
                </a:cubicBezTo>
                <a:cubicBezTo>
                  <a:pt x="676" y="5"/>
                  <a:pt x="638"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2"/>
          <p:cNvSpPr/>
          <p:nvPr/>
        </p:nvSpPr>
        <p:spPr>
          <a:xfrm>
            <a:off x="49404" y="4717750"/>
            <a:ext cx="207310" cy="191658"/>
          </a:xfrm>
          <a:custGeom>
            <a:avLst/>
            <a:gdLst/>
            <a:ahLst/>
            <a:cxnLst/>
            <a:rect l="l" t="t" r="r" b="b"/>
            <a:pathLst>
              <a:path w="1298" h="1200" extrusionOk="0">
                <a:moveTo>
                  <a:pt x="639" y="1"/>
                </a:moveTo>
                <a:cubicBezTo>
                  <a:pt x="449" y="1"/>
                  <a:pt x="267" y="90"/>
                  <a:pt x="153" y="248"/>
                </a:cubicBezTo>
                <a:cubicBezTo>
                  <a:pt x="11" y="444"/>
                  <a:pt x="0" y="707"/>
                  <a:pt x="127" y="913"/>
                </a:cubicBezTo>
                <a:cubicBezTo>
                  <a:pt x="237" y="1093"/>
                  <a:pt x="432" y="1200"/>
                  <a:pt x="639" y="1200"/>
                </a:cubicBezTo>
                <a:cubicBezTo>
                  <a:pt x="670" y="1200"/>
                  <a:pt x="701" y="1197"/>
                  <a:pt x="732" y="1192"/>
                </a:cubicBezTo>
                <a:cubicBezTo>
                  <a:pt x="971" y="1154"/>
                  <a:pt x="1164" y="975"/>
                  <a:pt x="1221" y="740"/>
                </a:cubicBezTo>
                <a:cubicBezTo>
                  <a:pt x="1297" y="418"/>
                  <a:pt x="1099" y="95"/>
                  <a:pt x="777" y="17"/>
                </a:cubicBezTo>
                <a:cubicBezTo>
                  <a:pt x="731" y="6"/>
                  <a:pt x="685" y="1"/>
                  <a:pt x="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2"/>
          <p:cNvSpPr/>
          <p:nvPr/>
        </p:nvSpPr>
        <p:spPr>
          <a:xfrm>
            <a:off x="7935277" y="4977012"/>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2"/>
          <p:cNvSpPr/>
          <p:nvPr/>
        </p:nvSpPr>
        <p:spPr>
          <a:xfrm>
            <a:off x="9018091" y="970105"/>
            <a:ext cx="495116"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2"/>
          <p:cNvSpPr/>
          <p:nvPr/>
        </p:nvSpPr>
        <p:spPr>
          <a:xfrm rot="1799986" flipH="1">
            <a:off x="-4590609" y="-1129434"/>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2"/>
          <p:cNvSpPr/>
          <p:nvPr/>
        </p:nvSpPr>
        <p:spPr>
          <a:xfrm rot="1799986" flipH="1">
            <a:off x="4953441" y="-243134"/>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2"/>
          <p:cNvSpPr/>
          <p:nvPr/>
        </p:nvSpPr>
        <p:spPr>
          <a:xfrm rot="1799986" flipH="1">
            <a:off x="-2767409" y="4057441"/>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2"/>
          <p:cNvSpPr/>
          <p:nvPr/>
        </p:nvSpPr>
        <p:spPr>
          <a:xfrm rot="-1799986">
            <a:off x="5136416" y="422196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CUSTOM_4">
    <p:spTree>
      <p:nvGrpSpPr>
        <p:cNvPr id="1" name="Shape 573"/>
        <p:cNvGrpSpPr/>
        <p:nvPr/>
      </p:nvGrpSpPr>
      <p:grpSpPr>
        <a:xfrm>
          <a:off x="0" y="0"/>
          <a:ext cx="0" cy="0"/>
          <a:chOff x="0" y="0"/>
          <a:chExt cx="0" cy="0"/>
        </a:xfrm>
      </p:grpSpPr>
      <p:sp>
        <p:nvSpPr>
          <p:cNvPr id="574" name="Google Shape;574;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75" name="Google Shape;575;p24"/>
          <p:cNvSpPr/>
          <p:nvPr/>
        </p:nvSpPr>
        <p:spPr>
          <a:xfrm flipH="1">
            <a:off x="1006469" y="5612131"/>
            <a:ext cx="25048" cy="22175"/>
          </a:xfrm>
          <a:custGeom>
            <a:avLst/>
            <a:gdLst/>
            <a:ahLst/>
            <a:cxnLst/>
            <a:rect l="l" t="t" r="r" b="b"/>
            <a:pathLst>
              <a:path w="497" h="440" extrusionOk="0">
                <a:moveTo>
                  <a:pt x="497" y="0"/>
                </a:moveTo>
                <a:lnTo>
                  <a:pt x="0" y="439"/>
                </a:lnTo>
                <a:lnTo>
                  <a:pt x="497" y="439"/>
                </a:lnTo>
                <a:lnTo>
                  <a:pt x="4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4"/>
          <p:cNvSpPr/>
          <p:nvPr/>
        </p:nvSpPr>
        <p:spPr>
          <a:xfrm flipH="1">
            <a:off x="6123479" y="5618487"/>
            <a:ext cx="7720" cy="13521"/>
          </a:xfrm>
          <a:custGeom>
            <a:avLst/>
            <a:gdLst/>
            <a:ahLst/>
            <a:cxnLst/>
            <a:rect l="l" t="t" r="r" b="b"/>
            <a:pathLst>
              <a:path w="153" h="268" extrusionOk="0">
                <a:moveTo>
                  <a:pt x="153" y="0"/>
                </a:moveTo>
                <a:lnTo>
                  <a:pt x="0" y="153"/>
                </a:lnTo>
                <a:lnTo>
                  <a:pt x="115" y="268"/>
                </a:lnTo>
                <a:lnTo>
                  <a:pt x="153" y="268"/>
                </a:lnTo>
                <a:lnTo>
                  <a:pt x="153" y="0"/>
                </a:lnTo>
                <a:close/>
              </a:path>
            </a:pathLst>
          </a:custGeom>
          <a:solidFill>
            <a:srgbClr val="2620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4"/>
          <p:cNvSpPr/>
          <p:nvPr/>
        </p:nvSpPr>
        <p:spPr>
          <a:xfrm rot="10800000">
            <a:off x="4703176" y="4858952"/>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4"/>
          <p:cNvSpPr/>
          <p:nvPr/>
        </p:nvSpPr>
        <p:spPr>
          <a:xfrm rot="10800000">
            <a:off x="1588262" y="4818190"/>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4"/>
          <p:cNvSpPr/>
          <p:nvPr/>
        </p:nvSpPr>
        <p:spPr>
          <a:xfrm rot="10800000">
            <a:off x="2649889" y="4697388"/>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4"/>
          <p:cNvSpPr/>
          <p:nvPr/>
        </p:nvSpPr>
        <p:spPr>
          <a:xfrm rot="10800000">
            <a:off x="6685964" y="4778201"/>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4"/>
          <p:cNvSpPr/>
          <p:nvPr/>
        </p:nvSpPr>
        <p:spPr>
          <a:xfrm rot="10800000">
            <a:off x="-2282448" y="3800334"/>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4"/>
          <p:cNvSpPr/>
          <p:nvPr/>
        </p:nvSpPr>
        <p:spPr>
          <a:xfrm rot="10800000">
            <a:off x="-1748220" y="4335066"/>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4"/>
          <p:cNvSpPr/>
          <p:nvPr/>
        </p:nvSpPr>
        <p:spPr>
          <a:xfrm rot="10800000">
            <a:off x="8000462" y="4148461"/>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4"/>
          <p:cNvSpPr/>
          <p:nvPr/>
        </p:nvSpPr>
        <p:spPr>
          <a:xfrm rot="10800000">
            <a:off x="8546529" y="4646465"/>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585" name="Google Shape;585;p24"/>
          <p:cNvSpPr/>
          <p:nvPr/>
        </p:nvSpPr>
        <p:spPr>
          <a:xfrm rot="10800000">
            <a:off x="7807425" y="155056"/>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4"/>
          <p:cNvSpPr/>
          <p:nvPr/>
        </p:nvSpPr>
        <p:spPr>
          <a:xfrm rot="10800000">
            <a:off x="9292932" y="1123636"/>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4"/>
          <p:cNvSpPr/>
          <p:nvPr/>
        </p:nvSpPr>
        <p:spPr>
          <a:xfrm rot="10800000">
            <a:off x="7505802" y="-27869"/>
            <a:ext cx="213355" cy="182914"/>
          </a:xfrm>
          <a:custGeom>
            <a:avLst/>
            <a:gdLst/>
            <a:ahLst/>
            <a:cxnLst/>
            <a:rect l="l" t="t" r="r" b="b"/>
            <a:pathLst>
              <a:path w="883" h="757" extrusionOk="0">
                <a:moveTo>
                  <a:pt x="505" y="1"/>
                </a:moveTo>
                <a:cubicBezTo>
                  <a:pt x="169" y="1"/>
                  <a:pt x="1" y="407"/>
                  <a:pt x="239" y="645"/>
                </a:cubicBezTo>
                <a:cubicBezTo>
                  <a:pt x="316" y="722"/>
                  <a:pt x="410" y="756"/>
                  <a:pt x="503" y="756"/>
                </a:cubicBezTo>
                <a:cubicBezTo>
                  <a:pt x="697" y="756"/>
                  <a:pt x="883" y="606"/>
                  <a:pt x="883" y="378"/>
                </a:cubicBezTo>
                <a:cubicBezTo>
                  <a:pt x="883" y="169"/>
                  <a:pt x="715" y="1"/>
                  <a:pt x="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4"/>
          <p:cNvSpPr/>
          <p:nvPr/>
        </p:nvSpPr>
        <p:spPr>
          <a:xfrm rot="10800000">
            <a:off x="8712268" y="2968928"/>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4"/>
          <p:cNvSpPr/>
          <p:nvPr/>
        </p:nvSpPr>
        <p:spPr>
          <a:xfrm rot="10800000">
            <a:off x="1367062" y="-488345"/>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4"/>
          <p:cNvSpPr/>
          <p:nvPr/>
        </p:nvSpPr>
        <p:spPr>
          <a:xfrm rot="10800000">
            <a:off x="-342713" y="-829538"/>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4"/>
          <p:cNvSpPr/>
          <p:nvPr/>
        </p:nvSpPr>
        <p:spPr>
          <a:xfrm rot="10800000">
            <a:off x="-471146" y="3292440"/>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4"/>
          <p:cNvSpPr/>
          <p:nvPr/>
        </p:nvSpPr>
        <p:spPr>
          <a:xfrm rot="10800000">
            <a:off x="4652786" y="-410529"/>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4"/>
          <p:cNvSpPr/>
          <p:nvPr/>
        </p:nvSpPr>
        <p:spPr>
          <a:xfrm rot="10800000">
            <a:off x="-324115" y="959124"/>
            <a:ext cx="749037" cy="680672"/>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4"/>
          <p:cNvSpPr/>
          <p:nvPr/>
        </p:nvSpPr>
        <p:spPr>
          <a:xfrm>
            <a:off x="-4232500" y="226276"/>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4"/>
          <p:cNvSpPr/>
          <p:nvPr/>
        </p:nvSpPr>
        <p:spPr>
          <a:xfrm>
            <a:off x="5860250" y="4361764"/>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4"/>
          <p:cNvSpPr/>
          <p:nvPr/>
        </p:nvSpPr>
        <p:spPr>
          <a:xfrm rot="10800000">
            <a:off x="7933202" y="-2823141"/>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CUSTOM_11">
    <p:spTree>
      <p:nvGrpSpPr>
        <p:cNvPr id="1" name="Shape 597"/>
        <p:cNvGrpSpPr/>
        <p:nvPr/>
      </p:nvGrpSpPr>
      <p:grpSpPr>
        <a:xfrm>
          <a:off x="0" y="0"/>
          <a:ext cx="0" cy="0"/>
          <a:chOff x="0" y="0"/>
          <a:chExt cx="0" cy="0"/>
        </a:xfrm>
      </p:grpSpPr>
      <p:sp>
        <p:nvSpPr>
          <p:cNvPr id="598" name="Google Shape;598;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99" name="Google Shape;599;p25"/>
          <p:cNvSpPr/>
          <p:nvPr/>
        </p:nvSpPr>
        <p:spPr>
          <a:xfrm rot="5400000" flipH="1">
            <a:off x="-302725" y="3079820"/>
            <a:ext cx="7720" cy="13521"/>
          </a:xfrm>
          <a:custGeom>
            <a:avLst/>
            <a:gdLst/>
            <a:ahLst/>
            <a:cxnLst/>
            <a:rect l="l" t="t" r="r" b="b"/>
            <a:pathLst>
              <a:path w="153" h="268" extrusionOk="0">
                <a:moveTo>
                  <a:pt x="153" y="0"/>
                </a:moveTo>
                <a:lnTo>
                  <a:pt x="0" y="153"/>
                </a:lnTo>
                <a:lnTo>
                  <a:pt x="115" y="268"/>
                </a:lnTo>
                <a:lnTo>
                  <a:pt x="153" y="268"/>
                </a:lnTo>
                <a:lnTo>
                  <a:pt x="153" y="0"/>
                </a:lnTo>
                <a:close/>
              </a:path>
            </a:pathLst>
          </a:custGeom>
          <a:solidFill>
            <a:srgbClr val="2620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5"/>
          <p:cNvSpPr/>
          <p:nvPr/>
        </p:nvSpPr>
        <p:spPr>
          <a:xfrm rot="-5400000">
            <a:off x="-450793" y="3388518"/>
            <a:ext cx="50" cy="15452"/>
          </a:xfrm>
          <a:custGeom>
            <a:avLst/>
            <a:gdLst/>
            <a:ahLst/>
            <a:cxnLst/>
            <a:rect l="l" t="t" r="r" b="b"/>
            <a:pathLst>
              <a:path w="1" h="306" extrusionOk="0">
                <a:moveTo>
                  <a:pt x="0" y="0"/>
                </a:moveTo>
                <a:lnTo>
                  <a:pt x="0" y="306"/>
                </a:lnTo>
                <a:lnTo>
                  <a:pt x="0" y="306"/>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5"/>
          <p:cNvSpPr/>
          <p:nvPr/>
        </p:nvSpPr>
        <p:spPr>
          <a:xfrm>
            <a:off x="8094588" y="3851301"/>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5"/>
          <p:cNvSpPr/>
          <p:nvPr/>
        </p:nvSpPr>
        <p:spPr>
          <a:xfrm>
            <a:off x="-315333" y="4604794"/>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5"/>
          <p:cNvSpPr/>
          <p:nvPr/>
        </p:nvSpPr>
        <p:spPr>
          <a:xfrm>
            <a:off x="-73845" y="4846282"/>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5"/>
          <p:cNvSpPr/>
          <p:nvPr/>
        </p:nvSpPr>
        <p:spPr>
          <a:xfrm>
            <a:off x="7731144" y="-1227797"/>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5"/>
          <p:cNvSpPr/>
          <p:nvPr/>
        </p:nvSpPr>
        <p:spPr>
          <a:xfrm>
            <a:off x="8249256" y="-776604"/>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5"/>
          <p:cNvSpPr/>
          <p:nvPr/>
        </p:nvSpPr>
        <p:spPr>
          <a:xfrm>
            <a:off x="569088" y="-434580"/>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5"/>
          <p:cNvSpPr/>
          <p:nvPr/>
        </p:nvSpPr>
        <p:spPr>
          <a:xfrm>
            <a:off x="8784222" y="3983642"/>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5"/>
          <p:cNvSpPr/>
          <p:nvPr/>
        </p:nvSpPr>
        <p:spPr>
          <a:xfrm>
            <a:off x="132833" y="2517628"/>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5"/>
          <p:cNvSpPr/>
          <p:nvPr/>
        </p:nvSpPr>
        <p:spPr>
          <a:xfrm>
            <a:off x="-832409" y="710383"/>
            <a:ext cx="1297365" cy="1182051"/>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5"/>
          <p:cNvSpPr/>
          <p:nvPr/>
        </p:nvSpPr>
        <p:spPr>
          <a:xfrm>
            <a:off x="185619" y="115050"/>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5"/>
          <p:cNvSpPr/>
          <p:nvPr/>
        </p:nvSpPr>
        <p:spPr>
          <a:xfrm>
            <a:off x="8869419" y="-448389"/>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5"/>
          <p:cNvSpPr/>
          <p:nvPr/>
        </p:nvSpPr>
        <p:spPr>
          <a:xfrm>
            <a:off x="8853697" y="201779"/>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5"/>
          <p:cNvSpPr/>
          <p:nvPr/>
        </p:nvSpPr>
        <p:spPr>
          <a:xfrm>
            <a:off x="63854" y="4252589"/>
            <a:ext cx="256183" cy="224719"/>
          </a:xfrm>
          <a:custGeom>
            <a:avLst/>
            <a:gdLst/>
            <a:ahLst/>
            <a:cxnLst/>
            <a:rect l="l" t="t" r="r" b="b"/>
            <a:pathLst>
              <a:path w="1604" h="1407" extrusionOk="0">
                <a:moveTo>
                  <a:pt x="800" y="0"/>
                </a:moveTo>
                <a:cubicBezTo>
                  <a:pt x="676" y="0"/>
                  <a:pt x="549" y="34"/>
                  <a:pt x="435" y="104"/>
                </a:cubicBezTo>
                <a:cubicBezTo>
                  <a:pt x="104" y="307"/>
                  <a:pt x="0" y="740"/>
                  <a:pt x="203" y="1071"/>
                </a:cubicBezTo>
                <a:cubicBezTo>
                  <a:pt x="336" y="1288"/>
                  <a:pt x="566" y="1407"/>
                  <a:pt x="802" y="1407"/>
                </a:cubicBezTo>
                <a:cubicBezTo>
                  <a:pt x="927" y="1407"/>
                  <a:pt x="1054" y="1373"/>
                  <a:pt x="1169" y="1303"/>
                </a:cubicBezTo>
                <a:cubicBezTo>
                  <a:pt x="1500" y="1100"/>
                  <a:pt x="1604" y="667"/>
                  <a:pt x="1401" y="337"/>
                </a:cubicBezTo>
                <a:cubicBezTo>
                  <a:pt x="1268" y="120"/>
                  <a:pt x="1037" y="0"/>
                  <a:pt x="800"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5"/>
          <p:cNvSpPr/>
          <p:nvPr/>
        </p:nvSpPr>
        <p:spPr>
          <a:xfrm>
            <a:off x="7687648" y="4631110"/>
            <a:ext cx="197727" cy="182714"/>
          </a:xfrm>
          <a:custGeom>
            <a:avLst/>
            <a:gdLst/>
            <a:ahLst/>
            <a:cxnLst/>
            <a:rect l="l" t="t" r="r" b="b"/>
            <a:pathLst>
              <a:path w="1238" h="1144" extrusionOk="0">
                <a:moveTo>
                  <a:pt x="608" y="0"/>
                </a:moveTo>
                <a:cubicBezTo>
                  <a:pt x="428" y="0"/>
                  <a:pt x="255" y="86"/>
                  <a:pt x="146" y="236"/>
                </a:cubicBezTo>
                <a:cubicBezTo>
                  <a:pt x="11" y="424"/>
                  <a:pt x="0" y="673"/>
                  <a:pt x="122" y="871"/>
                </a:cubicBezTo>
                <a:cubicBezTo>
                  <a:pt x="226" y="1042"/>
                  <a:pt x="412" y="1143"/>
                  <a:pt x="609" y="1143"/>
                </a:cubicBezTo>
                <a:cubicBezTo>
                  <a:pt x="638" y="1143"/>
                  <a:pt x="669" y="1141"/>
                  <a:pt x="699" y="1136"/>
                </a:cubicBezTo>
                <a:cubicBezTo>
                  <a:pt x="926" y="1100"/>
                  <a:pt x="1111" y="929"/>
                  <a:pt x="1164" y="706"/>
                </a:cubicBezTo>
                <a:cubicBezTo>
                  <a:pt x="1238" y="398"/>
                  <a:pt x="1049" y="90"/>
                  <a:pt x="743" y="16"/>
                </a:cubicBezTo>
                <a:cubicBezTo>
                  <a:pt x="698" y="6"/>
                  <a:pt x="653" y="0"/>
                  <a:pt x="608"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5"/>
          <p:cNvSpPr/>
          <p:nvPr/>
        </p:nvSpPr>
        <p:spPr>
          <a:xfrm>
            <a:off x="8144034" y="4595833"/>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5"/>
          <p:cNvSpPr/>
          <p:nvPr/>
        </p:nvSpPr>
        <p:spPr>
          <a:xfrm>
            <a:off x="8234635" y="299176"/>
            <a:ext cx="495116"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5"/>
          <p:cNvSpPr/>
          <p:nvPr/>
        </p:nvSpPr>
        <p:spPr>
          <a:xfrm flipH="1">
            <a:off x="6240372" y="414654"/>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5"/>
          <p:cNvSpPr/>
          <p:nvPr/>
        </p:nvSpPr>
        <p:spPr>
          <a:xfrm flipH="1">
            <a:off x="6892822" y="4085229"/>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p:cSld name="CUSTOM_16">
    <p:spTree>
      <p:nvGrpSpPr>
        <p:cNvPr id="1" name="Shape 619"/>
        <p:cNvGrpSpPr/>
        <p:nvPr/>
      </p:nvGrpSpPr>
      <p:grpSpPr>
        <a:xfrm>
          <a:off x="0" y="0"/>
          <a:ext cx="0" cy="0"/>
          <a:chOff x="0" y="0"/>
          <a:chExt cx="0" cy="0"/>
        </a:xfrm>
      </p:grpSpPr>
      <p:sp>
        <p:nvSpPr>
          <p:cNvPr id="620" name="Google Shape;620;p26"/>
          <p:cNvSpPr txBox="1">
            <a:spLocks noGrp="1"/>
          </p:cNvSpPr>
          <p:nvPr>
            <p:ph type="title"/>
          </p:nvPr>
        </p:nvSpPr>
        <p:spPr>
          <a:xfrm>
            <a:off x="732300" y="858575"/>
            <a:ext cx="3174000" cy="2282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21" name="Google Shape;621;p26"/>
          <p:cNvSpPr txBox="1">
            <a:spLocks noGrp="1"/>
          </p:cNvSpPr>
          <p:nvPr>
            <p:ph type="subTitle" idx="1"/>
          </p:nvPr>
        </p:nvSpPr>
        <p:spPr>
          <a:xfrm>
            <a:off x="732300" y="3140888"/>
            <a:ext cx="3174000" cy="955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2" name="Google Shape;622;p26"/>
          <p:cNvSpPr/>
          <p:nvPr/>
        </p:nvSpPr>
        <p:spPr>
          <a:xfrm rot="10800000" flipH="1">
            <a:off x="-1088349" y="-1058254"/>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6"/>
          <p:cNvSpPr/>
          <p:nvPr/>
        </p:nvSpPr>
        <p:spPr>
          <a:xfrm rot="10800000">
            <a:off x="-2775853" y="3885268"/>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6"/>
          <p:cNvSpPr/>
          <p:nvPr/>
        </p:nvSpPr>
        <p:spPr>
          <a:xfrm rot="10800000">
            <a:off x="-2241625" y="4420001"/>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6"/>
          <p:cNvSpPr/>
          <p:nvPr/>
        </p:nvSpPr>
        <p:spPr>
          <a:xfrm rot="10800000" flipH="1">
            <a:off x="-305806" y="-228884"/>
            <a:ext cx="485425" cy="425027"/>
          </a:xfrm>
          <a:custGeom>
            <a:avLst/>
            <a:gdLst/>
            <a:ahLst/>
            <a:cxnLst/>
            <a:rect l="l" t="t" r="r" b="b"/>
            <a:pathLst>
              <a:path w="2009" h="1759" extrusionOk="0">
                <a:moveTo>
                  <a:pt x="1006" y="0"/>
                </a:moveTo>
                <a:cubicBezTo>
                  <a:pt x="702" y="0"/>
                  <a:pt x="407" y="157"/>
                  <a:pt x="244" y="439"/>
                </a:cubicBezTo>
                <a:cubicBezTo>
                  <a:pt x="1" y="859"/>
                  <a:pt x="144" y="1397"/>
                  <a:pt x="564" y="1640"/>
                </a:cubicBezTo>
                <a:cubicBezTo>
                  <a:pt x="703" y="1721"/>
                  <a:pt x="854" y="1759"/>
                  <a:pt x="1004" y="1759"/>
                </a:cubicBezTo>
                <a:cubicBezTo>
                  <a:pt x="1307" y="1759"/>
                  <a:pt x="1603" y="1602"/>
                  <a:pt x="1766" y="1321"/>
                </a:cubicBezTo>
                <a:cubicBezTo>
                  <a:pt x="2009" y="901"/>
                  <a:pt x="1865" y="363"/>
                  <a:pt x="1445" y="118"/>
                </a:cubicBezTo>
                <a:cubicBezTo>
                  <a:pt x="1306" y="38"/>
                  <a:pt x="1155" y="0"/>
                  <a:pt x="1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6"/>
          <p:cNvSpPr/>
          <p:nvPr/>
        </p:nvSpPr>
        <p:spPr>
          <a:xfrm rot="10800000" flipH="1">
            <a:off x="1773461" y="-329152"/>
            <a:ext cx="687665" cy="625580"/>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6"/>
          <p:cNvSpPr/>
          <p:nvPr/>
        </p:nvSpPr>
        <p:spPr>
          <a:xfrm rot="10800000" flipH="1">
            <a:off x="2883361" y="110491"/>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6"/>
          <p:cNvSpPr/>
          <p:nvPr/>
        </p:nvSpPr>
        <p:spPr>
          <a:xfrm rot="10800000" flipH="1">
            <a:off x="8407007" y="3848620"/>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6"/>
          <p:cNvSpPr/>
          <p:nvPr/>
        </p:nvSpPr>
        <p:spPr>
          <a:xfrm rot="10800000" flipH="1">
            <a:off x="2678688" y="4817960"/>
            <a:ext cx="461745" cy="406905"/>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6"/>
          <p:cNvSpPr/>
          <p:nvPr/>
        </p:nvSpPr>
        <p:spPr>
          <a:xfrm rot="10800000" flipH="1">
            <a:off x="7545178" y="4330237"/>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6"/>
          <p:cNvSpPr/>
          <p:nvPr/>
        </p:nvSpPr>
        <p:spPr>
          <a:xfrm rot="10800000" flipH="1">
            <a:off x="6978050" y="-434636"/>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6"/>
          <p:cNvSpPr/>
          <p:nvPr/>
        </p:nvSpPr>
        <p:spPr>
          <a:xfrm rot="10800000" flipH="1">
            <a:off x="7873791" y="-775828"/>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6"/>
          <p:cNvSpPr/>
          <p:nvPr/>
        </p:nvSpPr>
        <p:spPr>
          <a:xfrm rot="10800000">
            <a:off x="-667201" y="3322812"/>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6"/>
          <p:cNvSpPr/>
          <p:nvPr/>
        </p:nvSpPr>
        <p:spPr>
          <a:xfrm rot="10800000" flipH="1">
            <a:off x="7135502" y="4721062"/>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6"/>
          <p:cNvSpPr/>
          <p:nvPr/>
        </p:nvSpPr>
        <p:spPr>
          <a:xfrm rot="10800000" flipH="1">
            <a:off x="873656" y="4555897"/>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6"/>
          <p:cNvSpPr/>
          <p:nvPr/>
        </p:nvSpPr>
        <p:spPr>
          <a:xfrm rot="10800000" flipH="1">
            <a:off x="3487671" y="488398"/>
            <a:ext cx="290433" cy="264102"/>
          </a:xfrm>
          <a:custGeom>
            <a:avLst/>
            <a:gdLst/>
            <a:ahLst/>
            <a:cxnLst/>
            <a:rect l="l" t="t" r="r" b="b"/>
            <a:pathLst>
              <a:path w="1202" h="1093" extrusionOk="0">
                <a:moveTo>
                  <a:pt x="602" y="1"/>
                </a:moveTo>
                <a:cubicBezTo>
                  <a:pt x="354" y="1"/>
                  <a:pt x="129" y="170"/>
                  <a:pt x="70" y="421"/>
                </a:cubicBezTo>
                <a:cubicBezTo>
                  <a:pt x="1" y="715"/>
                  <a:pt x="183" y="1010"/>
                  <a:pt x="477" y="1078"/>
                </a:cubicBezTo>
                <a:cubicBezTo>
                  <a:pt x="519" y="1088"/>
                  <a:pt x="561" y="1093"/>
                  <a:pt x="603" y="1093"/>
                </a:cubicBezTo>
                <a:cubicBezTo>
                  <a:pt x="850" y="1093"/>
                  <a:pt x="1074" y="923"/>
                  <a:pt x="1133" y="672"/>
                </a:cubicBezTo>
                <a:cubicBezTo>
                  <a:pt x="1202" y="378"/>
                  <a:pt x="1021" y="85"/>
                  <a:pt x="727" y="15"/>
                </a:cubicBezTo>
                <a:cubicBezTo>
                  <a:pt x="685" y="5"/>
                  <a:pt x="643" y="1"/>
                  <a:pt x="6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6"/>
          <p:cNvSpPr/>
          <p:nvPr/>
        </p:nvSpPr>
        <p:spPr>
          <a:xfrm rot="10800000" flipH="1">
            <a:off x="3411075" y="-356820"/>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6"/>
          <p:cNvSpPr/>
          <p:nvPr/>
        </p:nvSpPr>
        <p:spPr>
          <a:xfrm rot="10800000" flipH="1">
            <a:off x="1533018" y="4681072"/>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6"/>
          <p:cNvSpPr/>
          <p:nvPr/>
        </p:nvSpPr>
        <p:spPr>
          <a:xfrm rot="10800000" flipH="1">
            <a:off x="8105455" y="845133"/>
            <a:ext cx="749038" cy="680672"/>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6"/>
          <p:cNvSpPr/>
          <p:nvPr/>
        </p:nvSpPr>
        <p:spPr>
          <a:xfrm rot="1799986" flipH="1">
            <a:off x="-4249197" y="-1367824"/>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6"/>
          <p:cNvSpPr/>
          <p:nvPr/>
        </p:nvSpPr>
        <p:spPr>
          <a:xfrm rot="1799986" flipH="1">
            <a:off x="4322803" y="21113"/>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6"/>
          <p:cNvSpPr/>
          <p:nvPr/>
        </p:nvSpPr>
        <p:spPr>
          <a:xfrm rot="1799986" flipH="1">
            <a:off x="-1983022" y="3826538"/>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6"/>
          <p:cNvSpPr/>
          <p:nvPr/>
        </p:nvSpPr>
        <p:spPr>
          <a:xfrm rot="1799986" flipH="1">
            <a:off x="7488953" y="554617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6"/>
          <p:cNvSpPr>
            <a:spLocks noGrp="1"/>
          </p:cNvSpPr>
          <p:nvPr>
            <p:ph type="pic" idx="2"/>
          </p:nvPr>
        </p:nvSpPr>
        <p:spPr>
          <a:xfrm>
            <a:off x="4502850" y="858625"/>
            <a:ext cx="3616800" cy="3640800"/>
          </a:xfrm>
          <a:prstGeom prst="ellipse">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1">
  <p:cSld name="CUSTOM_18">
    <p:spTree>
      <p:nvGrpSpPr>
        <p:cNvPr id="1" name="Shape 645"/>
        <p:cNvGrpSpPr/>
        <p:nvPr/>
      </p:nvGrpSpPr>
      <p:grpSpPr>
        <a:xfrm>
          <a:off x="0" y="0"/>
          <a:ext cx="0" cy="0"/>
          <a:chOff x="0" y="0"/>
          <a:chExt cx="0" cy="0"/>
        </a:xfrm>
      </p:grpSpPr>
      <p:sp>
        <p:nvSpPr>
          <p:cNvPr id="646" name="Google Shape;646;p27"/>
          <p:cNvSpPr txBox="1">
            <a:spLocks noGrp="1"/>
          </p:cNvSpPr>
          <p:nvPr>
            <p:ph type="title"/>
          </p:nvPr>
        </p:nvSpPr>
        <p:spPr>
          <a:xfrm>
            <a:off x="5182550" y="1727625"/>
            <a:ext cx="29859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47" name="Google Shape;647;p27"/>
          <p:cNvSpPr txBox="1">
            <a:spLocks noGrp="1"/>
          </p:cNvSpPr>
          <p:nvPr>
            <p:ph type="subTitle" idx="1"/>
          </p:nvPr>
        </p:nvSpPr>
        <p:spPr>
          <a:xfrm>
            <a:off x="5182575" y="2300325"/>
            <a:ext cx="2985900" cy="12003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6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8" name="Google Shape;648;p27"/>
          <p:cNvSpPr/>
          <p:nvPr/>
        </p:nvSpPr>
        <p:spPr>
          <a:xfrm rot="-5400000" flipH="1">
            <a:off x="-450793" y="1977275"/>
            <a:ext cx="50" cy="15452"/>
          </a:xfrm>
          <a:custGeom>
            <a:avLst/>
            <a:gdLst/>
            <a:ahLst/>
            <a:cxnLst/>
            <a:rect l="l" t="t" r="r" b="b"/>
            <a:pathLst>
              <a:path w="1" h="306" extrusionOk="0">
                <a:moveTo>
                  <a:pt x="0" y="0"/>
                </a:moveTo>
                <a:lnTo>
                  <a:pt x="0" y="306"/>
                </a:lnTo>
                <a:lnTo>
                  <a:pt x="0" y="306"/>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7"/>
          <p:cNvSpPr/>
          <p:nvPr/>
        </p:nvSpPr>
        <p:spPr>
          <a:xfrm rot="10800000" flipH="1">
            <a:off x="8094588" y="-2019722"/>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7"/>
          <p:cNvSpPr/>
          <p:nvPr/>
        </p:nvSpPr>
        <p:spPr>
          <a:xfrm rot="10800000" flipH="1">
            <a:off x="-315333" y="-872925"/>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7"/>
          <p:cNvSpPr/>
          <p:nvPr/>
        </p:nvSpPr>
        <p:spPr>
          <a:xfrm rot="10800000" flipH="1">
            <a:off x="-73845" y="-631594"/>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7"/>
          <p:cNvSpPr/>
          <p:nvPr/>
        </p:nvSpPr>
        <p:spPr>
          <a:xfrm rot="10800000" flipH="1">
            <a:off x="5457781" y="4643836"/>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7"/>
          <p:cNvSpPr/>
          <p:nvPr/>
        </p:nvSpPr>
        <p:spPr>
          <a:xfrm rot="10800000" flipH="1">
            <a:off x="7553569" y="5005649"/>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7"/>
          <p:cNvSpPr/>
          <p:nvPr/>
        </p:nvSpPr>
        <p:spPr>
          <a:xfrm rot="10800000" flipH="1">
            <a:off x="569088" y="5402324"/>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7"/>
          <p:cNvSpPr/>
          <p:nvPr/>
        </p:nvSpPr>
        <p:spPr>
          <a:xfrm rot="10800000" flipH="1">
            <a:off x="8784222" y="1128644"/>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7"/>
          <p:cNvSpPr/>
          <p:nvPr/>
        </p:nvSpPr>
        <p:spPr>
          <a:xfrm rot="10800000" flipH="1">
            <a:off x="251108" y="3924672"/>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7"/>
          <p:cNvSpPr/>
          <p:nvPr/>
        </p:nvSpPr>
        <p:spPr>
          <a:xfrm rot="10800000" flipH="1">
            <a:off x="1271841" y="4647562"/>
            <a:ext cx="1297365" cy="1182051"/>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7"/>
          <p:cNvSpPr/>
          <p:nvPr/>
        </p:nvSpPr>
        <p:spPr>
          <a:xfrm rot="10800000" flipH="1">
            <a:off x="185619" y="4941336"/>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7"/>
          <p:cNvSpPr/>
          <p:nvPr/>
        </p:nvSpPr>
        <p:spPr>
          <a:xfrm rot="10800000" flipH="1">
            <a:off x="8431069" y="4055125"/>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7"/>
          <p:cNvSpPr/>
          <p:nvPr/>
        </p:nvSpPr>
        <p:spPr>
          <a:xfrm rot="10800000" flipH="1">
            <a:off x="8431072" y="4860582"/>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7"/>
          <p:cNvSpPr/>
          <p:nvPr/>
        </p:nvSpPr>
        <p:spPr>
          <a:xfrm rot="10800000" flipH="1">
            <a:off x="1271854" y="335512"/>
            <a:ext cx="256183" cy="224719"/>
          </a:xfrm>
          <a:custGeom>
            <a:avLst/>
            <a:gdLst/>
            <a:ahLst/>
            <a:cxnLst/>
            <a:rect l="l" t="t" r="r" b="b"/>
            <a:pathLst>
              <a:path w="1604" h="1407" extrusionOk="0">
                <a:moveTo>
                  <a:pt x="800" y="0"/>
                </a:moveTo>
                <a:cubicBezTo>
                  <a:pt x="676" y="0"/>
                  <a:pt x="549" y="34"/>
                  <a:pt x="435" y="104"/>
                </a:cubicBezTo>
                <a:cubicBezTo>
                  <a:pt x="104" y="307"/>
                  <a:pt x="0" y="740"/>
                  <a:pt x="203" y="1071"/>
                </a:cubicBezTo>
                <a:cubicBezTo>
                  <a:pt x="336" y="1288"/>
                  <a:pt x="566" y="1407"/>
                  <a:pt x="802" y="1407"/>
                </a:cubicBezTo>
                <a:cubicBezTo>
                  <a:pt x="927" y="1407"/>
                  <a:pt x="1054" y="1373"/>
                  <a:pt x="1169" y="1303"/>
                </a:cubicBezTo>
                <a:cubicBezTo>
                  <a:pt x="1500" y="1100"/>
                  <a:pt x="1604" y="667"/>
                  <a:pt x="1401" y="337"/>
                </a:cubicBezTo>
                <a:cubicBezTo>
                  <a:pt x="1268" y="120"/>
                  <a:pt x="1037" y="0"/>
                  <a:pt x="800"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7"/>
          <p:cNvSpPr/>
          <p:nvPr/>
        </p:nvSpPr>
        <p:spPr>
          <a:xfrm rot="10800000" flipH="1">
            <a:off x="7687648" y="567421"/>
            <a:ext cx="197727" cy="182714"/>
          </a:xfrm>
          <a:custGeom>
            <a:avLst/>
            <a:gdLst/>
            <a:ahLst/>
            <a:cxnLst/>
            <a:rect l="l" t="t" r="r" b="b"/>
            <a:pathLst>
              <a:path w="1238" h="1144" extrusionOk="0">
                <a:moveTo>
                  <a:pt x="608" y="0"/>
                </a:moveTo>
                <a:cubicBezTo>
                  <a:pt x="428" y="0"/>
                  <a:pt x="255" y="86"/>
                  <a:pt x="146" y="236"/>
                </a:cubicBezTo>
                <a:cubicBezTo>
                  <a:pt x="11" y="424"/>
                  <a:pt x="0" y="673"/>
                  <a:pt x="122" y="871"/>
                </a:cubicBezTo>
                <a:cubicBezTo>
                  <a:pt x="226" y="1042"/>
                  <a:pt x="412" y="1143"/>
                  <a:pt x="609" y="1143"/>
                </a:cubicBezTo>
                <a:cubicBezTo>
                  <a:pt x="638" y="1143"/>
                  <a:pt x="669" y="1141"/>
                  <a:pt x="699" y="1136"/>
                </a:cubicBezTo>
                <a:cubicBezTo>
                  <a:pt x="926" y="1100"/>
                  <a:pt x="1111" y="929"/>
                  <a:pt x="1164" y="706"/>
                </a:cubicBezTo>
                <a:cubicBezTo>
                  <a:pt x="1238" y="398"/>
                  <a:pt x="1049" y="90"/>
                  <a:pt x="743" y="16"/>
                </a:cubicBezTo>
                <a:cubicBezTo>
                  <a:pt x="698" y="6"/>
                  <a:pt x="653" y="0"/>
                  <a:pt x="608"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7"/>
          <p:cNvSpPr/>
          <p:nvPr/>
        </p:nvSpPr>
        <p:spPr>
          <a:xfrm rot="10800000" flipH="1">
            <a:off x="8144034" y="335496"/>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7"/>
          <p:cNvSpPr/>
          <p:nvPr/>
        </p:nvSpPr>
        <p:spPr>
          <a:xfrm rot="10800000" flipH="1">
            <a:off x="326723" y="4410652"/>
            <a:ext cx="495117"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7"/>
          <p:cNvSpPr/>
          <p:nvPr/>
        </p:nvSpPr>
        <p:spPr>
          <a:xfrm flipH="1">
            <a:off x="6653097" y="3615347"/>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7"/>
          <p:cNvSpPr/>
          <p:nvPr/>
        </p:nvSpPr>
        <p:spPr>
          <a:xfrm flipH="1">
            <a:off x="6207022" y="335510"/>
            <a:ext cx="5846984" cy="795307"/>
          </a:xfrm>
          <a:custGeom>
            <a:avLst/>
            <a:gdLst/>
            <a:ahLst/>
            <a:cxnLst/>
            <a:rect l="l" t="t" r="r" b="b"/>
            <a:pathLst>
              <a:path w="51588" h="7017" extrusionOk="0">
                <a:moveTo>
                  <a:pt x="40194" y="0"/>
                </a:moveTo>
                <a:cubicBezTo>
                  <a:pt x="40147" y="0"/>
                  <a:pt x="40101" y="26"/>
                  <a:pt x="40086" y="87"/>
                </a:cubicBezTo>
                <a:cubicBezTo>
                  <a:pt x="39609" y="1998"/>
                  <a:pt x="39290" y="3945"/>
                  <a:pt x="39132" y="5911"/>
                </a:cubicBezTo>
                <a:lnTo>
                  <a:pt x="39132" y="5911"/>
                </a:lnTo>
                <a:cubicBezTo>
                  <a:pt x="37627" y="5730"/>
                  <a:pt x="36112" y="5637"/>
                  <a:pt x="34595" y="5632"/>
                </a:cubicBezTo>
                <a:cubicBezTo>
                  <a:pt x="34552" y="5631"/>
                  <a:pt x="34509" y="5631"/>
                  <a:pt x="34466" y="5631"/>
                </a:cubicBezTo>
                <a:cubicBezTo>
                  <a:pt x="33733" y="5631"/>
                  <a:pt x="33000" y="5652"/>
                  <a:pt x="32268" y="5694"/>
                </a:cubicBezTo>
                <a:cubicBezTo>
                  <a:pt x="32063" y="5705"/>
                  <a:pt x="31847" y="5721"/>
                  <a:pt x="31632" y="5721"/>
                </a:cubicBezTo>
                <a:cubicBezTo>
                  <a:pt x="31203" y="5721"/>
                  <a:pt x="30776" y="5658"/>
                  <a:pt x="30444" y="5370"/>
                </a:cubicBezTo>
                <a:cubicBezTo>
                  <a:pt x="30421" y="5348"/>
                  <a:pt x="30390" y="5336"/>
                  <a:pt x="30358" y="5336"/>
                </a:cubicBezTo>
                <a:cubicBezTo>
                  <a:pt x="30338" y="5336"/>
                  <a:pt x="30317" y="5341"/>
                  <a:pt x="30298" y="5351"/>
                </a:cubicBezTo>
                <a:cubicBezTo>
                  <a:pt x="29530" y="5752"/>
                  <a:pt x="28691" y="6027"/>
                  <a:pt x="27824" y="6100"/>
                </a:cubicBezTo>
                <a:cubicBezTo>
                  <a:pt x="27667" y="6114"/>
                  <a:pt x="27509" y="6121"/>
                  <a:pt x="27352" y="6121"/>
                </a:cubicBezTo>
                <a:cubicBezTo>
                  <a:pt x="27081" y="6121"/>
                  <a:pt x="26809" y="6100"/>
                  <a:pt x="26540" y="6058"/>
                </a:cubicBezTo>
                <a:cubicBezTo>
                  <a:pt x="26145" y="5994"/>
                  <a:pt x="25771" y="5859"/>
                  <a:pt x="25384" y="5757"/>
                </a:cubicBezTo>
                <a:cubicBezTo>
                  <a:pt x="25163" y="5699"/>
                  <a:pt x="24931" y="5651"/>
                  <a:pt x="24701" y="5651"/>
                </a:cubicBezTo>
                <a:cubicBezTo>
                  <a:pt x="24569" y="5651"/>
                  <a:pt x="24439" y="5666"/>
                  <a:pt x="24311" y="5704"/>
                </a:cubicBezTo>
                <a:cubicBezTo>
                  <a:pt x="24066" y="5776"/>
                  <a:pt x="23773" y="6065"/>
                  <a:pt x="23508" y="6065"/>
                </a:cubicBezTo>
                <a:cubicBezTo>
                  <a:pt x="23423" y="6065"/>
                  <a:pt x="23340" y="6036"/>
                  <a:pt x="23263" y="5960"/>
                </a:cubicBezTo>
                <a:cubicBezTo>
                  <a:pt x="22985" y="5685"/>
                  <a:pt x="22901" y="5165"/>
                  <a:pt x="22794" y="4805"/>
                </a:cubicBezTo>
                <a:cubicBezTo>
                  <a:pt x="22665" y="4375"/>
                  <a:pt x="22548" y="3939"/>
                  <a:pt x="22445" y="3500"/>
                </a:cubicBezTo>
                <a:cubicBezTo>
                  <a:pt x="22208" y="2493"/>
                  <a:pt x="22040" y="1472"/>
                  <a:pt x="21943" y="441"/>
                </a:cubicBezTo>
                <a:cubicBezTo>
                  <a:pt x="21936" y="369"/>
                  <a:pt x="21865" y="321"/>
                  <a:pt x="21802" y="321"/>
                </a:cubicBezTo>
                <a:cubicBezTo>
                  <a:pt x="21755" y="321"/>
                  <a:pt x="21713" y="347"/>
                  <a:pt x="21705" y="409"/>
                </a:cubicBezTo>
                <a:cubicBezTo>
                  <a:pt x="21704" y="419"/>
                  <a:pt x="21702" y="430"/>
                  <a:pt x="21701" y="441"/>
                </a:cubicBezTo>
                <a:lnTo>
                  <a:pt x="21701" y="441"/>
                </a:lnTo>
                <a:lnTo>
                  <a:pt x="21700" y="441"/>
                </a:lnTo>
                <a:lnTo>
                  <a:pt x="21700" y="441"/>
                </a:lnTo>
                <a:cubicBezTo>
                  <a:pt x="21700" y="442"/>
                  <a:pt x="21700" y="443"/>
                  <a:pt x="21700" y="443"/>
                </a:cubicBezTo>
                <a:lnTo>
                  <a:pt x="21700" y="443"/>
                </a:lnTo>
                <a:cubicBezTo>
                  <a:pt x="21422" y="2412"/>
                  <a:pt x="21064" y="4367"/>
                  <a:pt x="20627" y="6308"/>
                </a:cubicBezTo>
                <a:lnTo>
                  <a:pt x="20627" y="6308"/>
                </a:lnTo>
                <a:cubicBezTo>
                  <a:pt x="20193" y="5809"/>
                  <a:pt x="19613" y="5656"/>
                  <a:pt x="18985" y="5656"/>
                </a:cubicBezTo>
                <a:cubicBezTo>
                  <a:pt x="18017" y="5656"/>
                  <a:pt x="16934" y="6019"/>
                  <a:pt x="16086" y="6040"/>
                </a:cubicBezTo>
                <a:cubicBezTo>
                  <a:pt x="16026" y="6042"/>
                  <a:pt x="15966" y="6042"/>
                  <a:pt x="15906" y="6042"/>
                </a:cubicBezTo>
                <a:cubicBezTo>
                  <a:pt x="15020" y="6042"/>
                  <a:pt x="14142" y="5892"/>
                  <a:pt x="13257" y="5882"/>
                </a:cubicBezTo>
                <a:cubicBezTo>
                  <a:pt x="13220" y="5882"/>
                  <a:pt x="13184" y="5882"/>
                  <a:pt x="13147" y="5882"/>
                </a:cubicBezTo>
                <a:cubicBezTo>
                  <a:pt x="12743" y="5882"/>
                  <a:pt x="12337" y="5916"/>
                  <a:pt x="11944" y="6009"/>
                </a:cubicBezTo>
                <a:cubicBezTo>
                  <a:pt x="11728" y="6062"/>
                  <a:pt x="11524" y="6140"/>
                  <a:pt x="11317" y="6220"/>
                </a:cubicBezTo>
                <a:cubicBezTo>
                  <a:pt x="11229" y="6253"/>
                  <a:pt x="11124" y="6294"/>
                  <a:pt x="11023" y="6294"/>
                </a:cubicBezTo>
                <a:cubicBezTo>
                  <a:pt x="10995" y="6294"/>
                  <a:pt x="10968" y="6291"/>
                  <a:pt x="10941" y="6283"/>
                </a:cubicBezTo>
                <a:cubicBezTo>
                  <a:pt x="10819" y="6250"/>
                  <a:pt x="10737" y="6144"/>
                  <a:pt x="10647" y="6064"/>
                </a:cubicBezTo>
                <a:cubicBezTo>
                  <a:pt x="10474" y="5905"/>
                  <a:pt x="10309" y="5839"/>
                  <a:pt x="10157" y="5839"/>
                </a:cubicBezTo>
                <a:cubicBezTo>
                  <a:pt x="9878" y="5839"/>
                  <a:pt x="9642" y="6062"/>
                  <a:pt x="9476" y="6349"/>
                </a:cubicBezTo>
                <a:lnTo>
                  <a:pt x="9476" y="6349"/>
                </a:lnTo>
                <a:cubicBezTo>
                  <a:pt x="9350" y="4334"/>
                  <a:pt x="9024" y="2335"/>
                  <a:pt x="8503" y="384"/>
                </a:cubicBezTo>
                <a:cubicBezTo>
                  <a:pt x="8488" y="328"/>
                  <a:pt x="8431" y="297"/>
                  <a:pt x="8377" y="297"/>
                </a:cubicBezTo>
                <a:cubicBezTo>
                  <a:pt x="8326" y="297"/>
                  <a:pt x="8278" y="324"/>
                  <a:pt x="8269" y="384"/>
                </a:cubicBezTo>
                <a:cubicBezTo>
                  <a:pt x="7971" y="2396"/>
                  <a:pt x="7391" y="4355"/>
                  <a:pt x="6547" y="6207"/>
                </a:cubicBezTo>
                <a:lnTo>
                  <a:pt x="6547" y="6207"/>
                </a:lnTo>
                <a:cubicBezTo>
                  <a:pt x="5592" y="6031"/>
                  <a:pt x="4624" y="5942"/>
                  <a:pt x="3654" y="5942"/>
                </a:cubicBezTo>
                <a:cubicBezTo>
                  <a:pt x="3490" y="5942"/>
                  <a:pt x="3326" y="5945"/>
                  <a:pt x="3163" y="5950"/>
                </a:cubicBezTo>
                <a:cubicBezTo>
                  <a:pt x="2632" y="5967"/>
                  <a:pt x="2110" y="6035"/>
                  <a:pt x="1582" y="6067"/>
                </a:cubicBezTo>
                <a:cubicBezTo>
                  <a:pt x="1496" y="6073"/>
                  <a:pt x="1406" y="6076"/>
                  <a:pt x="1316" y="6076"/>
                </a:cubicBezTo>
                <a:cubicBezTo>
                  <a:pt x="928" y="6076"/>
                  <a:pt x="522" y="6007"/>
                  <a:pt x="276" y="5683"/>
                </a:cubicBezTo>
                <a:cubicBezTo>
                  <a:pt x="249" y="5647"/>
                  <a:pt x="211" y="5632"/>
                  <a:pt x="174" y="5632"/>
                </a:cubicBezTo>
                <a:cubicBezTo>
                  <a:pt x="86" y="5632"/>
                  <a:pt x="0" y="5719"/>
                  <a:pt x="67" y="5806"/>
                </a:cubicBezTo>
                <a:lnTo>
                  <a:pt x="65" y="5806"/>
                </a:lnTo>
                <a:cubicBezTo>
                  <a:pt x="380" y="6221"/>
                  <a:pt x="854" y="6327"/>
                  <a:pt x="1354" y="6327"/>
                </a:cubicBezTo>
                <a:cubicBezTo>
                  <a:pt x="1802" y="6327"/>
                  <a:pt x="2272" y="6241"/>
                  <a:pt x="2666" y="6216"/>
                </a:cubicBezTo>
                <a:cubicBezTo>
                  <a:pt x="2996" y="6195"/>
                  <a:pt x="3327" y="6185"/>
                  <a:pt x="3658" y="6185"/>
                </a:cubicBezTo>
                <a:cubicBezTo>
                  <a:pt x="4639" y="6185"/>
                  <a:pt x="5619" y="6277"/>
                  <a:pt x="6586" y="6461"/>
                </a:cubicBezTo>
                <a:cubicBezTo>
                  <a:pt x="6594" y="6462"/>
                  <a:pt x="6604" y="6463"/>
                  <a:pt x="6613" y="6463"/>
                </a:cubicBezTo>
                <a:cubicBezTo>
                  <a:pt x="6656" y="6463"/>
                  <a:pt x="6703" y="6446"/>
                  <a:pt x="6723" y="6405"/>
                </a:cubicBezTo>
                <a:cubicBezTo>
                  <a:pt x="7516" y="4686"/>
                  <a:pt x="8085" y="2871"/>
                  <a:pt x="8412" y="1007"/>
                </a:cubicBezTo>
                <a:lnTo>
                  <a:pt x="8412" y="1007"/>
                </a:lnTo>
                <a:cubicBezTo>
                  <a:pt x="8889" y="2938"/>
                  <a:pt x="9173" y="4911"/>
                  <a:pt x="9262" y="6898"/>
                </a:cubicBezTo>
                <a:cubicBezTo>
                  <a:pt x="9265" y="6973"/>
                  <a:pt x="9329" y="7017"/>
                  <a:pt x="9391" y="7017"/>
                </a:cubicBezTo>
                <a:cubicBezTo>
                  <a:pt x="9439" y="7017"/>
                  <a:pt x="9485" y="6990"/>
                  <a:pt x="9500" y="6930"/>
                </a:cubicBezTo>
                <a:cubicBezTo>
                  <a:pt x="9573" y="6645"/>
                  <a:pt x="9736" y="6159"/>
                  <a:pt x="10064" y="6074"/>
                </a:cubicBezTo>
                <a:cubicBezTo>
                  <a:pt x="10093" y="6066"/>
                  <a:pt x="10121" y="6063"/>
                  <a:pt x="10148" y="6063"/>
                </a:cubicBezTo>
                <a:cubicBezTo>
                  <a:pt x="10421" y="6063"/>
                  <a:pt x="10593" y="6421"/>
                  <a:pt x="10845" y="6506"/>
                </a:cubicBezTo>
                <a:cubicBezTo>
                  <a:pt x="10907" y="6526"/>
                  <a:pt x="10969" y="6535"/>
                  <a:pt x="11032" y="6535"/>
                </a:cubicBezTo>
                <a:cubicBezTo>
                  <a:pt x="11319" y="6535"/>
                  <a:pt x="11614" y="6351"/>
                  <a:pt x="11880" y="6277"/>
                </a:cubicBezTo>
                <a:cubicBezTo>
                  <a:pt x="12292" y="6162"/>
                  <a:pt x="12719" y="6124"/>
                  <a:pt x="13145" y="6124"/>
                </a:cubicBezTo>
                <a:cubicBezTo>
                  <a:pt x="13152" y="6124"/>
                  <a:pt x="13159" y="6124"/>
                  <a:pt x="13166" y="6124"/>
                </a:cubicBezTo>
                <a:cubicBezTo>
                  <a:pt x="14006" y="6124"/>
                  <a:pt x="14837" y="6259"/>
                  <a:pt x="15676" y="6281"/>
                </a:cubicBezTo>
                <a:cubicBezTo>
                  <a:pt x="15722" y="6282"/>
                  <a:pt x="15768" y="6283"/>
                  <a:pt x="15814" y="6283"/>
                </a:cubicBezTo>
                <a:cubicBezTo>
                  <a:pt x="16620" y="6283"/>
                  <a:pt x="17375" y="6095"/>
                  <a:pt x="18170" y="5963"/>
                </a:cubicBezTo>
                <a:cubicBezTo>
                  <a:pt x="18399" y="5925"/>
                  <a:pt x="18644" y="5900"/>
                  <a:pt x="18889" y="5900"/>
                </a:cubicBezTo>
                <a:cubicBezTo>
                  <a:pt x="19544" y="5900"/>
                  <a:pt x="20204" y="6076"/>
                  <a:pt x="20584" y="6648"/>
                </a:cubicBezTo>
                <a:cubicBezTo>
                  <a:pt x="20609" y="6686"/>
                  <a:pt x="20652" y="6706"/>
                  <a:pt x="20694" y="6706"/>
                </a:cubicBezTo>
                <a:cubicBezTo>
                  <a:pt x="20744" y="6706"/>
                  <a:pt x="20792" y="6678"/>
                  <a:pt x="20805" y="6620"/>
                </a:cubicBezTo>
                <a:cubicBezTo>
                  <a:pt x="21202" y="4882"/>
                  <a:pt x="21536" y="3131"/>
                  <a:pt x="21806" y="1368"/>
                </a:cubicBezTo>
                <a:lnTo>
                  <a:pt x="21806" y="1368"/>
                </a:lnTo>
                <a:cubicBezTo>
                  <a:pt x="21895" y="2027"/>
                  <a:pt x="22012" y="2681"/>
                  <a:pt x="22156" y="3330"/>
                </a:cubicBezTo>
                <a:cubicBezTo>
                  <a:pt x="22266" y="3816"/>
                  <a:pt x="22392" y="4298"/>
                  <a:pt x="22533" y="4777"/>
                </a:cubicBezTo>
                <a:cubicBezTo>
                  <a:pt x="22649" y="5170"/>
                  <a:pt x="22741" y="5625"/>
                  <a:pt x="22967" y="5973"/>
                </a:cubicBezTo>
                <a:cubicBezTo>
                  <a:pt x="23099" y="6175"/>
                  <a:pt x="23293" y="6317"/>
                  <a:pt x="23520" y="6317"/>
                </a:cubicBezTo>
                <a:cubicBezTo>
                  <a:pt x="23577" y="6317"/>
                  <a:pt x="23636" y="6308"/>
                  <a:pt x="23697" y="6289"/>
                </a:cubicBezTo>
                <a:cubicBezTo>
                  <a:pt x="23862" y="6236"/>
                  <a:pt x="23995" y="6124"/>
                  <a:pt x="24144" y="6039"/>
                </a:cubicBezTo>
                <a:cubicBezTo>
                  <a:pt x="24324" y="5935"/>
                  <a:pt x="24517" y="5894"/>
                  <a:pt x="24718" y="5894"/>
                </a:cubicBezTo>
                <a:cubicBezTo>
                  <a:pt x="24772" y="5894"/>
                  <a:pt x="24825" y="5896"/>
                  <a:pt x="24880" y="5902"/>
                </a:cubicBezTo>
                <a:cubicBezTo>
                  <a:pt x="25352" y="5951"/>
                  <a:pt x="25797" y="6154"/>
                  <a:pt x="26260" y="6251"/>
                </a:cubicBezTo>
                <a:cubicBezTo>
                  <a:pt x="26616" y="6325"/>
                  <a:pt x="26978" y="6363"/>
                  <a:pt x="27342" y="6363"/>
                </a:cubicBezTo>
                <a:cubicBezTo>
                  <a:pt x="27415" y="6363"/>
                  <a:pt x="27488" y="6361"/>
                  <a:pt x="27561" y="6358"/>
                </a:cubicBezTo>
                <a:cubicBezTo>
                  <a:pt x="28533" y="6322"/>
                  <a:pt x="29480" y="6039"/>
                  <a:pt x="30344" y="5599"/>
                </a:cubicBezTo>
                <a:lnTo>
                  <a:pt x="30344" y="5599"/>
                </a:lnTo>
                <a:cubicBezTo>
                  <a:pt x="30725" y="5890"/>
                  <a:pt x="31192" y="5960"/>
                  <a:pt x="31663" y="5960"/>
                </a:cubicBezTo>
                <a:cubicBezTo>
                  <a:pt x="31741" y="5960"/>
                  <a:pt x="31819" y="5958"/>
                  <a:pt x="31897" y="5955"/>
                </a:cubicBezTo>
                <a:cubicBezTo>
                  <a:pt x="32694" y="5924"/>
                  <a:pt x="33491" y="5877"/>
                  <a:pt x="34290" y="5873"/>
                </a:cubicBezTo>
                <a:cubicBezTo>
                  <a:pt x="34342" y="5873"/>
                  <a:pt x="34394" y="5873"/>
                  <a:pt x="34445" y="5873"/>
                </a:cubicBezTo>
                <a:cubicBezTo>
                  <a:pt x="36049" y="5873"/>
                  <a:pt x="37649" y="5970"/>
                  <a:pt x="39242" y="6166"/>
                </a:cubicBezTo>
                <a:cubicBezTo>
                  <a:pt x="39246" y="6166"/>
                  <a:pt x="39250" y="6166"/>
                  <a:pt x="39253" y="6166"/>
                </a:cubicBezTo>
                <a:cubicBezTo>
                  <a:pt x="39316" y="6166"/>
                  <a:pt x="39358" y="6100"/>
                  <a:pt x="39362" y="6044"/>
                </a:cubicBezTo>
                <a:cubicBezTo>
                  <a:pt x="39496" y="4312"/>
                  <a:pt x="39757" y="2592"/>
                  <a:pt x="40142" y="898"/>
                </a:cubicBezTo>
                <a:lnTo>
                  <a:pt x="40142" y="898"/>
                </a:lnTo>
                <a:cubicBezTo>
                  <a:pt x="40298" y="2532"/>
                  <a:pt x="40648" y="4141"/>
                  <a:pt x="41185" y="5694"/>
                </a:cubicBezTo>
                <a:cubicBezTo>
                  <a:pt x="41201" y="5745"/>
                  <a:pt x="41249" y="5782"/>
                  <a:pt x="41303" y="5783"/>
                </a:cubicBezTo>
                <a:cubicBezTo>
                  <a:pt x="43109" y="5836"/>
                  <a:pt x="44916" y="5857"/>
                  <a:pt x="46722" y="5857"/>
                </a:cubicBezTo>
                <a:cubicBezTo>
                  <a:pt x="48292" y="5857"/>
                  <a:pt x="49861" y="5841"/>
                  <a:pt x="51431" y="5818"/>
                </a:cubicBezTo>
                <a:cubicBezTo>
                  <a:pt x="51585" y="5815"/>
                  <a:pt x="51587" y="5576"/>
                  <a:pt x="51433" y="5576"/>
                </a:cubicBezTo>
                <a:cubicBezTo>
                  <a:pt x="51433" y="5576"/>
                  <a:pt x="51432" y="5576"/>
                  <a:pt x="51431" y="5576"/>
                </a:cubicBezTo>
                <a:cubicBezTo>
                  <a:pt x="49855" y="5599"/>
                  <a:pt x="48279" y="5615"/>
                  <a:pt x="46703" y="5615"/>
                </a:cubicBezTo>
                <a:cubicBezTo>
                  <a:pt x="44931" y="5615"/>
                  <a:pt x="43160" y="5595"/>
                  <a:pt x="41389" y="5544"/>
                </a:cubicBezTo>
                <a:lnTo>
                  <a:pt x="41389" y="5544"/>
                </a:lnTo>
                <a:cubicBezTo>
                  <a:pt x="40791" y="3792"/>
                  <a:pt x="40432" y="1967"/>
                  <a:pt x="40324" y="119"/>
                </a:cubicBezTo>
                <a:cubicBezTo>
                  <a:pt x="40320" y="45"/>
                  <a:pt x="40255" y="0"/>
                  <a:pt x="40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5">
    <p:spTree>
      <p:nvGrpSpPr>
        <p:cNvPr id="1" name="Shape 691"/>
        <p:cNvGrpSpPr/>
        <p:nvPr/>
      </p:nvGrpSpPr>
      <p:grpSpPr>
        <a:xfrm>
          <a:off x="0" y="0"/>
          <a:ext cx="0" cy="0"/>
          <a:chOff x="0" y="0"/>
          <a:chExt cx="0" cy="0"/>
        </a:xfrm>
      </p:grpSpPr>
      <p:sp>
        <p:nvSpPr>
          <p:cNvPr id="692" name="Google Shape;692;p29"/>
          <p:cNvSpPr txBox="1">
            <a:spLocks noGrp="1"/>
          </p:cNvSpPr>
          <p:nvPr>
            <p:ph type="ctrTitle"/>
          </p:nvPr>
        </p:nvSpPr>
        <p:spPr>
          <a:xfrm>
            <a:off x="2653700" y="538000"/>
            <a:ext cx="3852300" cy="100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69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93" name="Google Shape;693;p29"/>
          <p:cNvSpPr txBox="1">
            <a:spLocks noGrp="1"/>
          </p:cNvSpPr>
          <p:nvPr>
            <p:ph type="subTitle" idx="1"/>
          </p:nvPr>
        </p:nvSpPr>
        <p:spPr>
          <a:xfrm>
            <a:off x="2641400" y="1697725"/>
            <a:ext cx="3864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694" name="Google Shape;694;p29"/>
          <p:cNvSpPr txBox="1"/>
          <p:nvPr/>
        </p:nvSpPr>
        <p:spPr>
          <a:xfrm>
            <a:off x="2638000" y="3250348"/>
            <a:ext cx="3852300" cy="6939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a:solidFill>
                  <a:schemeClr val="dk1"/>
                </a:solidFill>
                <a:latin typeface="Karla"/>
                <a:ea typeface="Karla"/>
                <a:cs typeface="Karla"/>
                <a:sym typeface="Karla"/>
              </a:rPr>
              <a:t>CREDITS: This presentation template was created by </a:t>
            </a:r>
            <a:r>
              <a:rPr lang="en" sz="1200" b="1">
                <a:solidFill>
                  <a:schemeClr val="dk1"/>
                </a:solidFill>
                <a:uFill>
                  <a:noFill/>
                </a:uFill>
                <a:latin typeface="Karla"/>
                <a:ea typeface="Karla"/>
                <a:cs typeface="Karla"/>
                <a:sym typeface="Karla"/>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Karla"/>
                <a:ea typeface="Karla"/>
                <a:cs typeface="Karla"/>
                <a:sym typeface="Karla"/>
              </a:rPr>
              <a:t>, including icons by </a:t>
            </a:r>
            <a:r>
              <a:rPr lang="en" sz="1200" b="1">
                <a:solidFill>
                  <a:schemeClr val="dk1"/>
                </a:solidFill>
                <a:uFill>
                  <a:noFill/>
                </a:uFill>
                <a:latin typeface="Karla"/>
                <a:ea typeface="Karla"/>
                <a:cs typeface="Karla"/>
                <a:sym typeface="Karl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Karla"/>
                <a:ea typeface="Karla"/>
                <a:cs typeface="Karla"/>
                <a:sym typeface="Karla"/>
              </a:rPr>
              <a:t>, and infographics &amp; images by </a:t>
            </a:r>
            <a:r>
              <a:rPr lang="en" sz="1200" b="1">
                <a:solidFill>
                  <a:schemeClr val="dk1"/>
                </a:solidFill>
                <a:uFill>
                  <a:noFill/>
                </a:uFill>
                <a:latin typeface="Karla"/>
                <a:ea typeface="Karla"/>
                <a:cs typeface="Karla"/>
                <a:sym typeface="Karl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5200" b="1">
              <a:solidFill>
                <a:schemeClr val="dk1"/>
              </a:solidFill>
              <a:latin typeface="Karla"/>
              <a:ea typeface="Karla"/>
              <a:cs typeface="Karla"/>
              <a:sym typeface="Karla"/>
            </a:endParaRPr>
          </a:p>
        </p:txBody>
      </p:sp>
      <p:sp>
        <p:nvSpPr>
          <p:cNvPr id="695" name="Google Shape;695;p29"/>
          <p:cNvSpPr/>
          <p:nvPr/>
        </p:nvSpPr>
        <p:spPr>
          <a:xfrm flipH="1">
            <a:off x="4893376" y="-284737"/>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9"/>
          <p:cNvSpPr/>
          <p:nvPr/>
        </p:nvSpPr>
        <p:spPr>
          <a:xfrm flipH="1">
            <a:off x="1929337" y="-250668"/>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9"/>
          <p:cNvSpPr/>
          <p:nvPr/>
        </p:nvSpPr>
        <p:spPr>
          <a:xfrm flipH="1">
            <a:off x="2872889" y="79637"/>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9"/>
          <p:cNvSpPr/>
          <p:nvPr/>
        </p:nvSpPr>
        <p:spPr>
          <a:xfrm flipH="1">
            <a:off x="6744964" y="-290671"/>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9"/>
          <p:cNvSpPr/>
          <p:nvPr/>
        </p:nvSpPr>
        <p:spPr>
          <a:xfrm flipH="1">
            <a:off x="-2019548" y="-2226216"/>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9"/>
          <p:cNvSpPr/>
          <p:nvPr/>
        </p:nvSpPr>
        <p:spPr>
          <a:xfrm flipH="1">
            <a:off x="-1485320" y="-1691735"/>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9"/>
          <p:cNvSpPr/>
          <p:nvPr/>
        </p:nvSpPr>
        <p:spPr>
          <a:xfrm flipH="1">
            <a:off x="8190662" y="-769590"/>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9"/>
          <p:cNvSpPr/>
          <p:nvPr/>
        </p:nvSpPr>
        <p:spPr>
          <a:xfrm flipH="1">
            <a:off x="8736729" y="-274495"/>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03" name="Google Shape;703;p29"/>
          <p:cNvSpPr/>
          <p:nvPr/>
        </p:nvSpPr>
        <p:spPr>
          <a:xfrm flipH="1">
            <a:off x="7668025" y="4247295"/>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9"/>
          <p:cNvSpPr/>
          <p:nvPr/>
        </p:nvSpPr>
        <p:spPr>
          <a:xfrm flipH="1">
            <a:off x="9483132" y="3486824"/>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9"/>
          <p:cNvSpPr/>
          <p:nvPr/>
        </p:nvSpPr>
        <p:spPr>
          <a:xfrm flipH="1">
            <a:off x="7400802" y="4777769"/>
            <a:ext cx="213355" cy="182914"/>
          </a:xfrm>
          <a:custGeom>
            <a:avLst/>
            <a:gdLst/>
            <a:ahLst/>
            <a:cxnLst/>
            <a:rect l="l" t="t" r="r" b="b"/>
            <a:pathLst>
              <a:path w="883" h="757" extrusionOk="0">
                <a:moveTo>
                  <a:pt x="505" y="1"/>
                </a:moveTo>
                <a:cubicBezTo>
                  <a:pt x="169" y="1"/>
                  <a:pt x="1" y="407"/>
                  <a:pt x="239" y="645"/>
                </a:cubicBezTo>
                <a:cubicBezTo>
                  <a:pt x="316" y="722"/>
                  <a:pt x="410" y="756"/>
                  <a:pt x="503" y="756"/>
                </a:cubicBezTo>
                <a:cubicBezTo>
                  <a:pt x="697" y="756"/>
                  <a:pt x="883" y="606"/>
                  <a:pt x="883" y="378"/>
                </a:cubicBezTo>
                <a:cubicBezTo>
                  <a:pt x="883" y="169"/>
                  <a:pt x="715" y="1"/>
                  <a:pt x="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9"/>
          <p:cNvSpPr/>
          <p:nvPr/>
        </p:nvSpPr>
        <p:spPr>
          <a:xfrm flipH="1">
            <a:off x="8902468" y="260133"/>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9"/>
          <p:cNvSpPr/>
          <p:nvPr/>
        </p:nvSpPr>
        <p:spPr>
          <a:xfrm flipH="1">
            <a:off x="1557262" y="5014234"/>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9"/>
          <p:cNvSpPr/>
          <p:nvPr/>
        </p:nvSpPr>
        <p:spPr>
          <a:xfrm flipH="1">
            <a:off x="-152513" y="4541375"/>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9"/>
          <p:cNvSpPr/>
          <p:nvPr/>
        </p:nvSpPr>
        <p:spPr>
          <a:xfrm flipH="1">
            <a:off x="109879" y="1005803"/>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9"/>
          <p:cNvSpPr/>
          <p:nvPr/>
        </p:nvSpPr>
        <p:spPr>
          <a:xfrm flipH="1">
            <a:off x="6338561" y="4853680"/>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rgbClr val="D93B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9"/>
          <p:cNvSpPr/>
          <p:nvPr/>
        </p:nvSpPr>
        <p:spPr>
          <a:xfrm flipH="1">
            <a:off x="236135" y="3161119"/>
            <a:ext cx="749037" cy="680672"/>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9"/>
          <p:cNvSpPr/>
          <p:nvPr/>
        </p:nvSpPr>
        <p:spPr>
          <a:xfrm flipH="1">
            <a:off x="6981900" y="260127"/>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9"/>
          <p:cNvSpPr/>
          <p:nvPr/>
        </p:nvSpPr>
        <p:spPr>
          <a:xfrm flipH="1">
            <a:off x="-2612325" y="4247302"/>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9"/>
          <p:cNvSpPr/>
          <p:nvPr/>
        </p:nvSpPr>
        <p:spPr>
          <a:xfrm flipH="1">
            <a:off x="8123402" y="4190684"/>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22">
    <p:spTree>
      <p:nvGrpSpPr>
        <p:cNvPr id="1" name="Shape 715"/>
        <p:cNvGrpSpPr/>
        <p:nvPr/>
      </p:nvGrpSpPr>
      <p:grpSpPr>
        <a:xfrm>
          <a:off x="0" y="0"/>
          <a:ext cx="0" cy="0"/>
          <a:chOff x="0" y="0"/>
          <a:chExt cx="0" cy="0"/>
        </a:xfrm>
      </p:grpSpPr>
      <p:sp>
        <p:nvSpPr>
          <p:cNvPr id="716" name="Google Shape;716;p30"/>
          <p:cNvSpPr/>
          <p:nvPr/>
        </p:nvSpPr>
        <p:spPr>
          <a:xfrm flipH="1">
            <a:off x="-2721555" y="-2102391"/>
            <a:ext cx="3649504" cy="3649821"/>
          </a:xfrm>
          <a:custGeom>
            <a:avLst/>
            <a:gdLst/>
            <a:ahLst/>
            <a:cxnLst/>
            <a:rect l="l" t="t" r="r" b="b"/>
            <a:pathLst>
              <a:path w="15104" h="15105" extrusionOk="0">
                <a:moveTo>
                  <a:pt x="7552" y="0"/>
                </a:moveTo>
                <a:cubicBezTo>
                  <a:pt x="5550" y="0"/>
                  <a:pt x="3628" y="797"/>
                  <a:pt x="2212" y="2213"/>
                </a:cubicBezTo>
                <a:cubicBezTo>
                  <a:pt x="796" y="3629"/>
                  <a:pt x="1" y="5549"/>
                  <a:pt x="1" y="7552"/>
                </a:cubicBezTo>
                <a:cubicBezTo>
                  <a:pt x="1" y="9555"/>
                  <a:pt x="796" y="11476"/>
                  <a:pt x="2212" y="12892"/>
                </a:cubicBezTo>
                <a:cubicBezTo>
                  <a:pt x="3628" y="14308"/>
                  <a:pt x="5550" y="15104"/>
                  <a:pt x="7552" y="15104"/>
                </a:cubicBezTo>
                <a:cubicBezTo>
                  <a:pt x="9555" y="15104"/>
                  <a:pt x="11475" y="14308"/>
                  <a:pt x="12892" y="12892"/>
                </a:cubicBezTo>
                <a:cubicBezTo>
                  <a:pt x="14308" y="11476"/>
                  <a:pt x="15104" y="9555"/>
                  <a:pt x="15104" y="7552"/>
                </a:cubicBezTo>
                <a:cubicBezTo>
                  <a:pt x="15104" y="5549"/>
                  <a:pt x="14308" y="3629"/>
                  <a:pt x="12892" y="2213"/>
                </a:cubicBezTo>
                <a:cubicBezTo>
                  <a:pt x="11475" y="797"/>
                  <a:pt x="9555" y="0"/>
                  <a:pt x="75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0"/>
          <p:cNvSpPr/>
          <p:nvPr/>
        </p:nvSpPr>
        <p:spPr>
          <a:xfrm flipH="1">
            <a:off x="-2187327" y="-1567910"/>
            <a:ext cx="2580797" cy="2580608"/>
          </a:xfrm>
          <a:custGeom>
            <a:avLst/>
            <a:gdLst/>
            <a:ahLst/>
            <a:cxnLst/>
            <a:rect l="l" t="t" r="r" b="b"/>
            <a:pathLst>
              <a:path w="10681" h="10680" extrusionOk="0">
                <a:moveTo>
                  <a:pt x="5340" y="1"/>
                </a:moveTo>
                <a:cubicBezTo>
                  <a:pt x="2391" y="1"/>
                  <a:pt x="0" y="2391"/>
                  <a:pt x="0" y="5340"/>
                </a:cubicBezTo>
                <a:cubicBezTo>
                  <a:pt x="0" y="8290"/>
                  <a:pt x="2391" y="10680"/>
                  <a:pt x="5340" y="10680"/>
                </a:cubicBezTo>
                <a:cubicBezTo>
                  <a:pt x="8289" y="10680"/>
                  <a:pt x="10680" y="8290"/>
                  <a:pt x="10680" y="5340"/>
                </a:cubicBezTo>
                <a:cubicBezTo>
                  <a:pt x="10680" y="2391"/>
                  <a:pt x="8289" y="1"/>
                  <a:pt x="53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0"/>
          <p:cNvSpPr/>
          <p:nvPr/>
        </p:nvSpPr>
        <p:spPr>
          <a:xfrm flipH="1">
            <a:off x="-279823" y="3843106"/>
            <a:ext cx="485425" cy="425027"/>
          </a:xfrm>
          <a:custGeom>
            <a:avLst/>
            <a:gdLst/>
            <a:ahLst/>
            <a:cxnLst/>
            <a:rect l="l" t="t" r="r" b="b"/>
            <a:pathLst>
              <a:path w="2009" h="1759" extrusionOk="0">
                <a:moveTo>
                  <a:pt x="1006" y="0"/>
                </a:moveTo>
                <a:cubicBezTo>
                  <a:pt x="702" y="0"/>
                  <a:pt x="407" y="157"/>
                  <a:pt x="244" y="439"/>
                </a:cubicBezTo>
                <a:cubicBezTo>
                  <a:pt x="1" y="859"/>
                  <a:pt x="144" y="1397"/>
                  <a:pt x="564" y="1640"/>
                </a:cubicBezTo>
                <a:cubicBezTo>
                  <a:pt x="703" y="1721"/>
                  <a:pt x="854" y="1759"/>
                  <a:pt x="1004" y="1759"/>
                </a:cubicBezTo>
                <a:cubicBezTo>
                  <a:pt x="1307" y="1759"/>
                  <a:pt x="1603" y="1602"/>
                  <a:pt x="1766" y="1321"/>
                </a:cubicBezTo>
                <a:cubicBezTo>
                  <a:pt x="2009" y="901"/>
                  <a:pt x="1865" y="363"/>
                  <a:pt x="1445" y="118"/>
                </a:cubicBezTo>
                <a:cubicBezTo>
                  <a:pt x="1306" y="38"/>
                  <a:pt x="1155" y="0"/>
                  <a:pt x="10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0"/>
          <p:cNvSpPr/>
          <p:nvPr/>
        </p:nvSpPr>
        <p:spPr>
          <a:xfrm flipH="1">
            <a:off x="7488655" y="-645765"/>
            <a:ext cx="1798415" cy="1638493"/>
          </a:xfrm>
          <a:custGeom>
            <a:avLst/>
            <a:gdLst/>
            <a:ahLst/>
            <a:cxnLst/>
            <a:rect l="l" t="t" r="r" b="b"/>
            <a:pathLst>
              <a:path w="7443" h="6781" extrusionOk="0">
                <a:moveTo>
                  <a:pt x="3721" y="1"/>
                </a:moveTo>
                <a:cubicBezTo>
                  <a:pt x="2854" y="1"/>
                  <a:pt x="1986" y="332"/>
                  <a:pt x="1325" y="993"/>
                </a:cubicBezTo>
                <a:cubicBezTo>
                  <a:pt x="1" y="2317"/>
                  <a:pt x="1" y="4464"/>
                  <a:pt x="1325" y="5788"/>
                </a:cubicBezTo>
                <a:cubicBezTo>
                  <a:pt x="1986" y="6449"/>
                  <a:pt x="2854" y="6780"/>
                  <a:pt x="3721" y="6780"/>
                </a:cubicBezTo>
                <a:cubicBezTo>
                  <a:pt x="4589" y="6780"/>
                  <a:pt x="5457" y="6449"/>
                  <a:pt x="6119" y="5788"/>
                </a:cubicBezTo>
                <a:cubicBezTo>
                  <a:pt x="7443" y="4464"/>
                  <a:pt x="7443" y="2317"/>
                  <a:pt x="6119" y="993"/>
                </a:cubicBezTo>
                <a:cubicBezTo>
                  <a:pt x="5457" y="332"/>
                  <a:pt x="4589" y="1"/>
                  <a:pt x="37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0"/>
          <p:cNvSpPr/>
          <p:nvPr/>
        </p:nvSpPr>
        <p:spPr>
          <a:xfrm flipH="1">
            <a:off x="8034723" y="-150670"/>
            <a:ext cx="709894" cy="645394"/>
          </a:xfrm>
          <a:custGeom>
            <a:avLst/>
            <a:gdLst/>
            <a:ahLst/>
            <a:cxnLst/>
            <a:rect l="l" t="t" r="r" b="b"/>
            <a:pathLst>
              <a:path w="2938" h="2671" extrusionOk="0">
                <a:moveTo>
                  <a:pt x="1468" y="1"/>
                </a:moveTo>
                <a:cubicBezTo>
                  <a:pt x="863" y="1"/>
                  <a:pt x="315" y="415"/>
                  <a:pt x="170" y="1030"/>
                </a:cubicBezTo>
                <a:cubicBezTo>
                  <a:pt x="1" y="1746"/>
                  <a:pt x="446" y="2465"/>
                  <a:pt x="1163" y="2635"/>
                </a:cubicBezTo>
                <a:cubicBezTo>
                  <a:pt x="1266" y="2659"/>
                  <a:pt x="1370" y="2671"/>
                  <a:pt x="1472" y="2671"/>
                </a:cubicBezTo>
                <a:cubicBezTo>
                  <a:pt x="2076" y="2671"/>
                  <a:pt x="2624" y="2257"/>
                  <a:pt x="2769" y="1643"/>
                </a:cubicBezTo>
                <a:cubicBezTo>
                  <a:pt x="2937" y="925"/>
                  <a:pt x="2494" y="206"/>
                  <a:pt x="1776" y="37"/>
                </a:cubicBezTo>
                <a:cubicBezTo>
                  <a:pt x="1673" y="12"/>
                  <a:pt x="1570" y="1"/>
                  <a:pt x="14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0"/>
          <p:cNvSpPr/>
          <p:nvPr/>
        </p:nvSpPr>
        <p:spPr>
          <a:xfrm flipH="1">
            <a:off x="8599420" y="3907134"/>
            <a:ext cx="687665" cy="625580"/>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0"/>
          <p:cNvSpPr/>
          <p:nvPr/>
        </p:nvSpPr>
        <p:spPr>
          <a:xfrm flipH="1">
            <a:off x="7316868" y="4913895"/>
            <a:ext cx="437341" cy="406663"/>
          </a:xfrm>
          <a:custGeom>
            <a:avLst/>
            <a:gdLst/>
            <a:ahLst/>
            <a:cxnLst/>
            <a:rect l="l" t="t" r="r" b="b"/>
            <a:pathLst>
              <a:path w="1810" h="1683" extrusionOk="0">
                <a:moveTo>
                  <a:pt x="906" y="0"/>
                </a:moveTo>
                <a:cubicBezTo>
                  <a:pt x="501" y="0"/>
                  <a:pt x="142" y="294"/>
                  <a:pt x="76" y="707"/>
                </a:cubicBezTo>
                <a:cubicBezTo>
                  <a:pt x="1" y="1166"/>
                  <a:pt x="312" y="1598"/>
                  <a:pt x="771" y="1671"/>
                </a:cubicBezTo>
                <a:cubicBezTo>
                  <a:pt x="817" y="1679"/>
                  <a:pt x="863" y="1683"/>
                  <a:pt x="908" y="1683"/>
                </a:cubicBezTo>
                <a:cubicBezTo>
                  <a:pt x="1312" y="1683"/>
                  <a:pt x="1669" y="1389"/>
                  <a:pt x="1736" y="977"/>
                </a:cubicBezTo>
                <a:cubicBezTo>
                  <a:pt x="1810" y="518"/>
                  <a:pt x="1499" y="86"/>
                  <a:pt x="1040" y="11"/>
                </a:cubicBezTo>
                <a:cubicBezTo>
                  <a:pt x="995" y="4"/>
                  <a:pt x="950" y="0"/>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0"/>
          <p:cNvSpPr/>
          <p:nvPr/>
        </p:nvSpPr>
        <p:spPr>
          <a:xfrm flipH="1">
            <a:off x="8839575" y="3039924"/>
            <a:ext cx="447490" cy="406905"/>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0"/>
          <p:cNvSpPr/>
          <p:nvPr/>
        </p:nvSpPr>
        <p:spPr>
          <a:xfrm flipH="1">
            <a:off x="8034713" y="3446834"/>
            <a:ext cx="461745" cy="406905"/>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0"/>
          <p:cNvSpPr/>
          <p:nvPr/>
        </p:nvSpPr>
        <p:spPr>
          <a:xfrm flipH="1">
            <a:off x="7848606" y="4253881"/>
            <a:ext cx="293333" cy="267243"/>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0"/>
          <p:cNvSpPr/>
          <p:nvPr/>
        </p:nvSpPr>
        <p:spPr>
          <a:xfrm flipH="1">
            <a:off x="6734620" y="4665194"/>
            <a:ext cx="213355" cy="182914"/>
          </a:xfrm>
          <a:custGeom>
            <a:avLst/>
            <a:gdLst/>
            <a:ahLst/>
            <a:cxnLst/>
            <a:rect l="l" t="t" r="r" b="b"/>
            <a:pathLst>
              <a:path w="883" h="757" extrusionOk="0">
                <a:moveTo>
                  <a:pt x="505" y="1"/>
                </a:moveTo>
                <a:cubicBezTo>
                  <a:pt x="169" y="1"/>
                  <a:pt x="1" y="407"/>
                  <a:pt x="239" y="645"/>
                </a:cubicBezTo>
                <a:cubicBezTo>
                  <a:pt x="316" y="722"/>
                  <a:pt x="410" y="756"/>
                  <a:pt x="503" y="756"/>
                </a:cubicBezTo>
                <a:cubicBezTo>
                  <a:pt x="697" y="756"/>
                  <a:pt x="883" y="606"/>
                  <a:pt x="883" y="378"/>
                </a:cubicBezTo>
                <a:cubicBezTo>
                  <a:pt x="883" y="169"/>
                  <a:pt x="715" y="1"/>
                  <a:pt x="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0"/>
          <p:cNvSpPr/>
          <p:nvPr/>
        </p:nvSpPr>
        <p:spPr>
          <a:xfrm flipH="1">
            <a:off x="3324439" y="284637"/>
            <a:ext cx="213838" cy="182914"/>
          </a:xfrm>
          <a:custGeom>
            <a:avLst/>
            <a:gdLst/>
            <a:ahLst/>
            <a:cxnLst/>
            <a:rect l="l" t="t" r="r" b="b"/>
            <a:pathLst>
              <a:path w="885" h="757" extrusionOk="0">
                <a:moveTo>
                  <a:pt x="506" y="1"/>
                </a:moveTo>
                <a:cubicBezTo>
                  <a:pt x="170" y="1"/>
                  <a:pt x="1" y="407"/>
                  <a:pt x="239" y="645"/>
                </a:cubicBezTo>
                <a:cubicBezTo>
                  <a:pt x="316" y="722"/>
                  <a:pt x="410" y="756"/>
                  <a:pt x="503" y="756"/>
                </a:cubicBezTo>
                <a:cubicBezTo>
                  <a:pt x="697" y="756"/>
                  <a:pt x="883" y="606"/>
                  <a:pt x="884" y="378"/>
                </a:cubicBezTo>
                <a:cubicBezTo>
                  <a:pt x="884" y="169"/>
                  <a:pt x="715" y="1"/>
                  <a:pt x="5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0"/>
          <p:cNvSpPr/>
          <p:nvPr/>
        </p:nvSpPr>
        <p:spPr>
          <a:xfrm flipH="1">
            <a:off x="8200461" y="383958"/>
            <a:ext cx="1962720" cy="1788304"/>
          </a:xfrm>
          <a:custGeom>
            <a:avLst/>
            <a:gdLst/>
            <a:ahLst/>
            <a:cxnLst/>
            <a:rect l="l" t="t" r="r" b="b"/>
            <a:pathLst>
              <a:path w="8123" h="7401" extrusionOk="0">
                <a:moveTo>
                  <a:pt x="4061" y="1"/>
                </a:moveTo>
                <a:cubicBezTo>
                  <a:pt x="3115" y="1"/>
                  <a:pt x="2168" y="362"/>
                  <a:pt x="1446" y="1085"/>
                </a:cubicBezTo>
                <a:cubicBezTo>
                  <a:pt x="0" y="2529"/>
                  <a:pt x="0" y="4871"/>
                  <a:pt x="1446" y="6317"/>
                </a:cubicBezTo>
                <a:cubicBezTo>
                  <a:pt x="2168" y="7039"/>
                  <a:pt x="3115" y="7400"/>
                  <a:pt x="4061" y="7400"/>
                </a:cubicBezTo>
                <a:cubicBezTo>
                  <a:pt x="5008" y="7400"/>
                  <a:pt x="5955" y="7039"/>
                  <a:pt x="6678" y="6317"/>
                </a:cubicBezTo>
                <a:cubicBezTo>
                  <a:pt x="8122" y="4871"/>
                  <a:pt x="8122" y="2529"/>
                  <a:pt x="6678" y="1085"/>
                </a:cubicBezTo>
                <a:cubicBezTo>
                  <a:pt x="5955" y="362"/>
                  <a:pt x="5008"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0"/>
          <p:cNvSpPr/>
          <p:nvPr/>
        </p:nvSpPr>
        <p:spPr>
          <a:xfrm flipH="1">
            <a:off x="262355" y="4422434"/>
            <a:ext cx="491465" cy="491475"/>
          </a:xfrm>
          <a:custGeom>
            <a:avLst/>
            <a:gdLst/>
            <a:ahLst/>
            <a:cxnLst/>
            <a:rect l="l" t="t" r="r" b="b"/>
            <a:pathLst>
              <a:path w="2034" h="2034" extrusionOk="0">
                <a:moveTo>
                  <a:pt x="1017" y="1"/>
                </a:moveTo>
                <a:cubicBezTo>
                  <a:pt x="456" y="1"/>
                  <a:pt x="1" y="456"/>
                  <a:pt x="1" y="1017"/>
                </a:cubicBezTo>
                <a:cubicBezTo>
                  <a:pt x="1" y="1578"/>
                  <a:pt x="456" y="2034"/>
                  <a:pt x="1017" y="2034"/>
                </a:cubicBezTo>
                <a:cubicBezTo>
                  <a:pt x="1578" y="2034"/>
                  <a:pt x="2033" y="1578"/>
                  <a:pt x="2033" y="1017"/>
                </a:cubicBezTo>
                <a:cubicBezTo>
                  <a:pt x="2033" y="456"/>
                  <a:pt x="1578" y="1"/>
                  <a:pt x="1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0"/>
          <p:cNvSpPr/>
          <p:nvPr/>
        </p:nvSpPr>
        <p:spPr>
          <a:xfrm flipH="1">
            <a:off x="-854520" y="4665200"/>
            <a:ext cx="1305500" cy="1305527"/>
          </a:xfrm>
          <a:custGeom>
            <a:avLst/>
            <a:gdLst/>
            <a:ahLst/>
            <a:cxnLst/>
            <a:rect l="l" t="t" r="r" b="b"/>
            <a:pathLst>
              <a:path w="5403" h="5403" extrusionOk="0">
                <a:moveTo>
                  <a:pt x="2701" y="1"/>
                </a:moveTo>
                <a:cubicBezTo>
                  <a:pt x="1210" y="1"/>
                  <a:pt x="1" y="1210"/>
                  <a:pt x="1" y="2701"/>
                </a:cubicBezTo>
                <a:cubicBezTo>
                  <a:pt x="1" y="4193"/>
                  <a:pt x="1210" y="5402"/>
                  <a:pt x="2701" y="5402"/>
                </a:cubicBezTo>
                <a:cubicBezTo>
                  <a:pt x="4193" y="5402"/>
                  <a:pt x="5402" y="4193"/>
                  <a:pt x="5402" y="2701"/>
                </a:cubicBezTo>
                <a:cubicBezTo>
                  <a:pt x="5402" y="1210"/>
                  <a:pt x="4193" y="1"/>
                  <a:pt x="27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0"/>
          <p:cNvSpPr/>
          <p:nvPr/>
        </p:nvSpPr>
        <p:spPr>
          <a:xfrm flipH="1">
            <a:off x="-592128" y="1129628"/>
            <a:ext cx="1043095" cy="1042633"/>
          </a:xfrm>
          <a:custGeom>
            <a:avLst/>
            <a:gdLst/>
            <a:ahLst/>
            <a:cxnLst/>
            <a:rect l="l" t="t" r="r" b="b"/>
            <a:pathLst>
              <a:path w="4317" h="4315" extrusionOk="0">
                <a:moveTo>
                  <a:pt x="2159" y="0"/>
                </a:moveTo>
                <a:cubicBezTo>
                  <a:pt x="967" y="0"/>
                  <a:pt x="1" y="966"/>
                  <a:pt x="1" y="2157"/>
                </a:cubicBezTo>
                <a:cubicBezTo>
                  <a:pt x="1" y="3348"/>
                  <a:pt x="967" y="4314"/>
                  <a:pt x="2159" y="4314"/>
                </a:cubicBezTo>
                <a:cubicBezTo>
                  <a:pt x="3350" y="4314"/>
                  <a:pt x="4316" y="3348"/>
                  <a:pt x="4316" y="2157"/>
                </a:cubicBezTo>
                <a:cubicBezTo>
                  <a:pt x="4316" y="966"/>
                  <a:pt x="3350" y="0"/>
                  <a:pt x="2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0"/>
          <p:cNvSpPr/>
          <p:nvPr/>
        </p:nvSpPr>
        <p:spPr>
          <a:xfrm flipH="1">
            <a:off x="4191370" y="-160912"/>
            <a:ext cx="442899" cy="443149"/>
          </a:xfrm>
          <a:custGeom>
            <a:avLst/>
            <a:gdLst/>
            <a:ahLst/>
            <a:cxnLst/>
            <a:rect l="l" t="t" r="r" b="b"/>
            <a:pathLst>
              <a:path w="1833" h="1834" extrusionOk="0">
                <a:moveTo>
                  <a:pt x="916" y="1"/>
                </a:moveTo>
                <a:cubicBezTo>
                  <a:pt x="410" y="1"/>
                  <a:pt x="1" y="412"/>
                  <a:pt x="1" y="918"/>
                </a:cubicBezTo>
                <a:cubicBezTo>
                  <a:pt x="1" y="1423"/>
                  <a:pt x="410" y="1833"/>
                  <a:pt x="916" y="1833"/>
                </a:cubicBezTo>
                <a:cubicBezTo>
                  <a:pt x="1423" y="1833"/>
                  <a:pt x="1833" y="1423"/>
                  <a:pt x="1833" y="918"/>
                </a:cubicBezTo>
                <a:cubicBezTo>
                  <a:pt x="1833" y="412"/>
                  <a:pt x="1423" y="1"/>
                  <a:pt x="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0"/>
          <p:cNvSpPr/>
          <p:nvPr/>
        </p:nvSpPr>
        <p:spPr>
          <a:xfrm flipH="1">
            <a:off x="1227331" y="-126843"/>
            <a:ext cx="600438" cy="600692"/>
          </a:xfrm>
          <a:custGeom>
            <a:avLst/>
            <a:gdLst/>
            <a:ahLst/>
            <a:cxnLst/>
            <a:rect l="l" t="t" r="r" b="b"/>
            <a:pathLst>
              <a:path w="2485" h="2486" extrusionOk="0">
                <a:moveTo>
                  <a:pt x="1242" y="1"/>
                </a:moveTo>
                <a:cubicBezTo>
                  <a:pt x="557" y="1"/>
                  <a:pt x="1" y="557"/>
                  <a:pt x="1" y="1242"/>
                </a:cubicBezTo>
                <a:cubicBezTo>
                  <a:pt x="1" y="1929"/>
                  <a:pt x="557" y="2485"/>
                  <a:pt x="1242" y="2485"/>
                </a:cubicBezTo>
                <a:cubicBezTo>
                  <a:pt x="1929" y="2485"/>
                  <a:pt x="2485" y="1929"/>
                  <a:pt x="2485" y="1242"/>
                </a:cubicBezTo>
                <a:cubicBezTo>
                  <a:pt x="2485" y="557"/>
                  <a:pt x="1929" y="1"/>
                  <a:pt x="1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0"/>
          <p:cNvSpPr/>
          <p:nvPr/>
        </p:nvSpPr>
        <p:spPr>
          <a:xfrm flipH="1">
            <a:off x="2170882" y="203462"/>
            <a:ext cx="345282" cy="345289"/>
          </a:xfrm>
          <a:custGeom>
            <a:avLst/>
            <a:gdLst/>
            <a:ahLst/>
            <a:cxnLst/>
            <a:rect l="l" t="t" r="r" b="b"/>
            <a:pathLst>
              <a:path w="1429" h="1429" extrusionOk="0">
                <a:moveTo>
                  <a:pt x="715" y="1"/>
                </a:moveTo>
                <a:cubicBezTo>
                  <a:pt x="320" y="1"/>
                  <a:pt x="1" y="320"/>
                  <a:pt x="1" y="715"/>
                </a:cubicBezTo>
                <a:cubicBezTo>
                  <a:pt x="1" y="1109"/>
                  <a:pt x="320" y="1428"/>
                  <a:pt x="715" y="1428"/>
                </a:cubicBezTo>
                <a:cubicBezTo>
                  <a:pt x="1108" y="1428"/>
                  <a:pt x="1429" y="1109"/>
                  <a:pt x="1429" y="715"/>
                </a:cubicBezTo>
                <a:cubicBezTo>
                  <a:pt x="1429" y="320"/>
                  <a:pt x="1108" y="1"/>
                  <a:pt x="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0"/>
          <p:cNvSpPr/>
          <p:nvPr/>
        </p:nvSpPr>
        <p:spPr>
          <a:xfrm flipH="1">
            <a:off x="352529" y="252305"/>
            <a:ext cx="772717" cy="680913"/>
          </a:xfrm>
          <a:custGeom>
            <a:avLst/>
            <a:gdLst/>
            <a:ahLst/>
            <a:cxnLst/>
            <a:rect l="l" t="t" r="r" b="b"/>
            <a:pathLst>
              <a:path w="3198" h="2818" extrusionOk="0">
                <a:moveTo>
                  <a:pt x="1598" y="1"/>
                </a:moveTo>
                <a:cubicBezTo>
                  <a:pt x="1419" y="1"/>
                  <a:pt x="1236" y="35"/>
                  <a:pt x="1060" y="108"/>
                </a:cubicBezTo>
                <a:cubicBezTo>
                  <a:pt x="342" y="406"/>
                  <a:pt x="1" y="1229"/>
                  <a:pt x="298" y="1948"/>
                </a:cubicBezTo>
                <a:cubicBezTo>
                  <a:pt x="523" y="2490"/>
                  <a:pt x="1047" y="2817"/>
                  <a:pt x="1600" y="2817"/>
                </a:cubicBezTo>
                <a:cubicBezTo>
                  <a:pt x="1779" y="2817"/>
                  <a:pt x="1961" y="2783"/>
                  <a:pt x="2137" y="2710"/>
                </a:cubicBezTo>
                <a:cubicBezTo>
                  <a:pt x="2856" y="2413"/>
                  <a:pt x="3198" y="1589"/>
                  <a:pt x="2900" y="870"/>
                </a:cubicBezTo>
                <a:cubicBezTo>
                  <a:pt x="2676" y="328"/>
                  <a:pt x="2151"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0"/>
          <p:cNvSpPr/>
          <p:nvPr/>
        </p:nvSpPr>
        <p:spPr>
          <a:xfrm flipH="1">
            <a:off x="6042957" y="-166846"/>
            <a:ext cx="748796" cy="680672"/>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0"/>
          <p:cNvSpPr/>
          <p:nvPr/>
        </p:nvSpPr>
        <p:spPr>
          <a:xfrm flipH="1">
            <a:off x="4125126" y="103252"/>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0"/>
          <p:cNvSpPr/>
          <p:nvPr/>
        </p:nvSpPr>
        <p:spPr>
          <a:xfrm flipH="1">
            <a:off x="-805274" y="4318577"/>
            <a:ext cx="5518357" cy="680924"/>
          </a:xfrm>
          <a:custGeom>
            <a:avLst/>
            <a:gdLst/>
            <a:ahLst/>
            <a:cxnLst/>
            <a:rect l="l" t="t" r="r" b="b"/>
            <a:pathLst>
              <a:path w="52006" h="6417" extrusionOk="0">
                <a:moveTo>
                  <a:pt x="42454" y="0"/>
                </a:moveTo>
                <a:cubicBezTo>
                  <a:pt x="42391" y="0"/>
                  <a:pt x="42321" y="45"/>
                  <a:pt x="42319" y="120"/>
                </a:cubicBezTo>
                <a:cubicBezTo>
                  <a:pt x="42277" y="1651"/>
                  <a:pt x="42138" y="3177"/>
                  <a:pt x="41904" y="4690"/>
                </a:cubicBezTo>
                <a:cubicBezTo>
                  <a:pt x="41880" y="4844"/>
                  <a:pt x="41860" y="5002"/>
                  <a:pt x="41827" y="5154"/>
                </a:cubicBezTo>
                <a:cubicBezTo>
                  <a:pt x="41780" y="5374"/>
                  <a:pt x="41690" y="5467"/>
                  <a:pt x="41454" y="5494"/>
                </a:cubicBezTo>
                <a:cubicBezTo>
                  <a:pt x="41353" y="5505"/>
                  <a:pt x="41249" y="5510"/>
                  <a:pt x="41144" y="5510"/>
                </a:cubicBezTo>
                <a:cubicBezTo>
                  <a:pt x="40842" y="5510"/>
                  <a:pt x="40528" y="5475"/>
                  <a:pt x="40236" y="5468"/>
                </a:cubicBezTo>
                <a:cubicBezTo>
                  <a:pt x="39562" y="5455"/>
                  <a:pt x="38885" y="5461"/>
                  <a:pt x="38211" y="5421"/>
                </a:cubicBezTo>
                <a:cubicBezTo>
                  <a:pt x="37272" y="5364"/>
                  <a:pt x="35982" y="5155"/>
                  <a:pt x="35616" y="4138"/>
                </a:cubicBezTo>
                <a:cubicBezTo>
                  <a:pt x="35480" y="3758"/>
                  <a:pt x="35449" y="3192"/>
                  <a:pt x="34969" y="3077"/>
                </a:cubicBezTo>
                <a:cubicBezTo>
                  <a:pt x="34920" y="3065"/>
                  <a:pt x="34872" y="3060"/>
                  <a:pt x="34826" y="3060"/>
                </a:cubicBezTo>
                <a:cubicBezTo>
                  <a:pt x="34420" y="3060"/>
                  <a:pt x="34115" y="3486"/>
                  <a:pt x="33900" y="3785"/>
                </a:cubicBezTo>
                <a:cubicBezTo>
                  <a:pt x="33107" y="4883"/>
                  <a:pt x="31914" y="5624"/>
                  <a:pt x="30580" y="5847"/>
                </a:cubicBezTo>
                <a:lnTo>
                  <a:pt x="30580" y="5847"/>
                </a:lnTo>
                <a:cubicBezTo>
                  <a:pt x="30238" y="4003"/>
                  <a:pt x="30018" y="2139"/>
                  <a:pt x="29920" y="267"/>
                </a:cubicBezTo>
                <a:cubicBezTo>
                  <a:pt x="29916" y="194"/>
                  <a:pt x="29845" y="148"/>
                  <a:pt x="29782" y="148"/>
                </a:cubicBezTo>
                <a:cubicBezTo>
                  <a:pt x="29734" y="148"/>
                  <a:pt x="29690" y="174"/>
                  <a:pt x="29681" y="235"/>
                </a:cubicBezTo>
                <a:cubicBezTo>
                  <a:pt x="29447" y="1836"/>
                  <a:pt x="29218" y="3436"/>
                  <a:pt x="28980" y="5035"/>
                </a:cubicBezTo>
                <a:cubicBezTo>
                  <a:pt x="28945" y="5263"/>
                  <a:pt x="28949" y="5470"/>
                  <a:pt x="28664" y="5505"/>
                </a:cubicBezTo>
                <a:cubicBezTo>
                  <a:pt x="28629" y="5509"/>
                  <a:pt x="28594" y="5510"/>
                  <a:pt x="28558" y="5510"/>
                </a:cubicBezTo>
                <a:cubicBezTo>
                  <a:pt x="28430" y="5510"/>
                  <a:pt x="28293" y="5491"/>
                  <a:pt x="28172" y="5487"/>
                </a:cubicBezTo>
                <a:lnTo>
                  <a:pt x="26895" y="5435"/>
                </a:lnTo>
                <a:cubicBezTo>
                  <a:pt x="26173" y="5405"/>
                  <a:pt x="25432" y="5418"/>
                  <a:pt x="24716" y="5316"/>
                </a:cubicBezTo>
                <a:cubicBezTo>
                  <a:pt x="24122" y="5229"/>
                  <a:pt x="23557" y="5016"/>
                  <a:pt x="23222" y="4492"/>
                </a:cubicBezTo>
                <a:cubicBezTo>
                  <a:pt x="22970" y="4100"/>
                  <a:pt x="22818" y="3609"/>
                  <a:pt x="22456" y="3298"/>
                </a:cubicBezTo>
                <a:cubicBezTo>
                  <a:pt x="22284" y="3150"/>
                  <a:pt x="22083" y="3079"/>
                  <a:pt x="21880" y="3079"/>
                </a:cubicBezTo>
                <a:cubicBezTo>
                  <a:pt x="21671" y="3079"/>
                  <a:pt x="21461" y="3154"/>
                  <a:pt x="21281" y="3296"/>
                </a:cubicBezTo>
                <a:cubicBezTo>
                  <a:pt x="20822" y="3654"/>
                  <a:pt x="20691" y="4226"/>
                  <a:pt x="20426" y="4716"/>
                </a:cubicBezTo>
                <a:cubicBezTo>
                  <a:pt x="20258" y="5027"/>
                  <a:pt x="20027" y="5267"/>
                  <a:pt x="19679" y="5361"/>
                </a:cubicBezTo>
                <a:cubicBezTo>
                  <a:pt x="19392" y="5437"/>
                  <a:pt x="19090" y="5431"/>
                  <a:pt x="18797" y="5435"/>
                </a:cubicBezTo>
                <a:cubicBezTo>
                  <a:pt x="18366" y="5440"/>
                  <a:pt x="17925" y="5461"/>
                  <a:pt x="17596" y="5728"/>
                </a:cubicBezTo>
                <a:lnTo>
                  <a:pt x="17596" y="5728"/>
                </a:lnTo>
                <a:cubicBezTo>
                  <a:pt x="17258" y="4031"/>
                  <a:pt x="17058" y="2308"/>
                  <a:pt x="17001" y="578"/>
                </a:cubicBezTo>
                <a:cubicBezTo>
                  <a:pt x="16998" y="504"/>
                  <a:pt x="16929" y="459"/>
                  <a:pt x="16866" y="459"/>
                </a:cubicBezTo>
                <a:cubicBezTo>
                  <a:pt x="16817" y="459"/>
                  <a:pt x="16773" y="485"/>
                  <a:pt x="16763" y="545"/>
                </a:cubicBezTo>
                <a:lnTo>
                  <a:pt x="16757" y="578"/>
                </a:lnTo>
                <a:lnTo>
                  <a:pt x="16757" y="578"/>
                </a:lnTo>
                <a:lnTo>
                  <a:pt x="16756" y="578"/>
                </a:lnTo>
                <a:lnTo>
                  <a:pt x="16756" y="578"/>
                </a:lnTo>
                <a:cubicBezTo>
                  <a:pt x="16756" y="579"/>
                  <a:pt x="16756" y="581"/>
                  <a:pt x="16756" y="582"/>
                </a:cubicBezTo>
                <a:lnTo>
                  <a:pt x="16756" y="582"/>
                </a:lnTo>
                <a:lnTo>
                  <a:pt x="16331" y="3057"/>
                </a:lnTo>
                <a:lnTo>
                  <a:pt x="16141" y="4162"/>
                </a:lnTo>
                <a:lnTo>
                  <a:pt x="16037" y="4765"/>
                </a:lnTo>
                <a:cubicBezTo>
                  <a:pt x="16004" y="4963"/>
                  <a:pt x="15994" y="5190"/>
                  <a:pt x="15921" y="5378"/>
                </a:cubicBezTo>
                <a:cubicBezTo>
                  <a:pt x="15854" y="5550"/>
                  <a:pt x="15724" y="5605"/>
                  <a:pt x="15575" y="5605"/>
                </a:cubicBezTo>
                <a:cubicBezTo>
                  <a:pt x="15377" y="5605"/>
                  <a:pt x="15145" y="5509"/>
                  <a:pt x="14979" y="5465"/>
                </a:cubicBezTo>
                <a:cubicBezTo>
                  <a:pt x="14624" y="5370"/>
                  <a:pt x="14255" y="5339"/>
                  <a:pt x="13888" y="5339"/>
                </a:cubicBezTo>
                <a:cubicBezTo>
                  <a:pt x="13866" y="5339"/>
                  <a:pt x="13843" y="5339"/>
                  <a:pt x="13821" y="5339"/>
                </a:cubicBezTo>
                <a:cubicBezTo>
                  <a:pt x="13302" y="5343"/>
                  <a:pt x="12776" y="5411"/>
                  <a:pt x="12254" y="5411"/>
                </a:cubicBezTo>
                <a:cubicBezTo>
                  <a:pt x="12040" y="5411"/>
                  <a:pt x="11827" y="5399"/>
                  <a:pt x="11616" y="5368"/>
                </a:cubicBezTo>
                <a:cubicBezTo>
                  <a:pt x="11061" y="5285"/>
                  <a:pt x="10475" y="5069"/>
                  <a:pt x="10091" y="4643"/>
                </a:cubicBezTo>
                <a:cubicBezTo>
                  <a:pt x="9897" y="4427"/>
                  <a:pt x="9787" y="4173"/>
                  <a:pt x="9743" y="3888"/>
                </a:cubicBezTo>
                <a:cubicBezTo>
                  <a:pt x="9707" y="3654"/>
                  <a:pt x="9705" y="3394"/>
                  <a:pt x="9578" y="3185"/>
                </a:cubicBezTo>
                <a:cubicBezTo>
                  <a:pt x="9464" y="2998"/>
                  <a:pt x="9299" y="2929"/>
                  <a:pt x="9120" y="2929"/>
                </a:cubicBezTo>
                <a:cubicBezTo>
                  <a:pt x="8862" y="2929"/>
                  <a:pt x="8574" y="3073"/>
                  <a:pt x="8373" y="3214"/>
                </a:cubicBezTo>
                <a:cubicBezTo>
                  <a:pt x="7958" y="3505"/>
                  <a:pt x="7656" y="3918"/>
                  <a:pt x="7338" y="4305"/>
                </a:cubicBezTo>
                <a:cubicBezTo>
                  <a:pt x="6905" y="4830"/>
                  <a:pt x="6468" y="5230"/>
                  <a:pt x="5767" y="5318"/>
                </a:cubicBezTo>
                <a:cubicBezTo>
                  <a:pt x="5358" y="5369"/>
                  <a:pt x="4797" y="5459"/>
                  <a:pt x="4526" y="5787"/>
                </a:cubicBezTo>
                <a:lnTo>
                  <a:pt x="4526" y="5787"/>
                </a:lnTo>
                <a:cubicBezTo>
                  <a:pt x="4284" y="4322"/>
                  <a:pt x="4115" y="2847"/>
                  <a:pt x="4017" y="1366"/>
                </a:cubicBezTo>
                <a:lnTo>
                  <a:pt x="4017" y="1366"/>
                </a:lnTo>
                <a:cubicBezTo>
                  <a:pt x="4013" y="1145"/>
                  <a:pt x="4000" y="925"/>
                  <a:pt x="3979" y="705"/>
                </a:cubicBezTo>
                <a:lnTo>
                  <a:pt x="3979" y="705"/>
                </a:lnTo>
                <a:cubicBezTo>
                  <a:pt x="3978" y="695"/>
                  <a:pt x="3978" y="685"/>
                  <a:pt x="3977" y="675"/>
                </a:cubicBezTo>
                <a:lnTo>
                  <a:pt x="3976" y="675"/>
                </a:lnTo>
                <a:cubicBezTo>
                  <a:pt x="3968" y="599"/>
                  <a:pt x="3905" y="560"/>
                  <a:pt x="3845" y="560"/>
                </a:cubicBezTo>
                <a:cubicBezTo>
                  <a:pt x="3786" y="560"/>
                  <a:pt x="3730" y="598"/>
                  <a:pt x="3734" y="676"/>
                </a:cubicBezTo>
                <a:cubicBezTo>
                  <a:pt x="3747" y="925"/>
                  <a:pt x="3761" y="1173"/>
                  <a:pt x="3778" y="1421"/>
                </a:cubicBezTo>
                <a:lnTo>
                  <a:pt x="3778" y="1421"/>
                </a:lnTo>
                <a:cubicBezTo>
                  <a:pt x="3786" y="1975"/>
                  <a:pt x="3742" y="2529"/>
                  <a:pt x="3645" y="3076"/>
                </a:cubicBezTo>
                <a:cubicBezTo>
                  <a:pt x="3513" y="3816"/>
                  <a:pt x="3310" y="4663"/>
                  <a:pt x="2910" y="5307"/>
                </a:cubicBezTo>
                <a:cubicBezTo>
                  <a:pt x="2725" y="5605"/>
                  <a:pt x="2489" y="5702"/>
                  <a:pt x="2225" y="5702"/>
                </a:cubicBezTo>
                <a:cubicBezTo>
                  <a:pt x="1744" y="5702"/>
                  <a:pt x="1174" y="5382"/>
                  <a:pt x="661" y="5382"/>
                </a:cubicBezTo>
                <a:cubicBezTo>
                  <a:pt x="462" y="5382"/>
                  <a:pt x="271" y="5430"/>
                  <a:pt x="98" y="5565"/>
                </a:cubicBezTo>
                <a:cubicBezTo>
                  <a:pt x="0" y="5641"/>
                  <a:pt x="89" y="5765"/>
                  <a:pt x="191" y="5765"/>
                </a:cubicBezTo>
                <a:cubicBezTo>
                  <a:pt x="217" y="5765"/>
                  <a:pt x="245" y="5757"/>
                  <a:pt x="270" y="5737"/>
                </a:cubicBezTo>
                <a:lnTo>
                  <a:pt x="268" y="5737"/>
                </a:lnTo>
                <a:cubicBezTo>
                  <a:pt x="398" y="5636"/>
                  <a:pt x="547" y="5599"/>
                  <a:pt x="705" y="5599"/>
                </a:cubicBezTo>
                <a:cubicBezTo>
                  <a:pt x="1098" y="5599"/>
                  <a:pt x="1547" y="5831"/>
                  <a:pt x="1886" y="5904"/>
                </a:cubicBezTo>
                <a:cubicBezTo>
                  <a:pt x="1999" y="5928"/>
                  <a:pt x="2108" y="5940"/>
                  <a:pt x="2212" y="5940"/>
                </a:cubicBezTo>
                <a:cubicBezTo>
                  <a:pt x="2611" y="5940"/>
                  <a:pt x="2940" y="5761"/>
                  <a:pt x="3159" y="5360"/>
                </a:cubicBezTo>
                <a:cubicBezTo>
                  <a:pt x="3526" y="4685"/>
                  <a:pt x="3742" y="3893"/>
                  <a:pt x="3878" y="3141"/>
                </a:cubicBezTo>
                <a:cubicBezTo>
                  <a:pt x="3888" y="3083"/>
                  <a:pt x="3898" y="3024"/>
                  <a:pt x="3907" y="2966"/>
                </a:cubicBezTo>
                <a:lnTo>
                  <a:pt x="3907" y="2966"/>
                </a:lnTo>
                <a:cubicBezTo>
                  <a:pt x="4021" y="4092"/>
                  <a:pt x="4176" y="5214"/>
                  <a:pt x="4372" y="6330"/>
                </a:cubicBezTo>
                <a:cubicBezTo>
                  <a:pt x="4382" y="6389"/>
                  <a:pt x="4431" y="6416"/>
                  <a:pt x="4482" y="6416"/>
                </a:cubicBezTo>
                <a:cubicBezTo>
                  <a:pt x="4546" y="6416"/>
                  <a:pt x="4613" y="6373"/>
                  <a:pt x="4610" y="6297"/>
                </a:cubicBezTo>
                <a:cubicBezTo>
                  <a:pt x="4571" y="5468"/>
                  <a:pt x="5855" y="5629"/>
                  <a:pt x="6362" y="5431"/>
                </a:cubicBezTo>
                <a:cubicBezTo>
                  <a:pt x="6817" y="5255"/>
                  <a:pt x="7161" y="4894"/>
                  <a:pt x="7467" y="4526"/>
                </a:cubicBezTo>
                <a:cubicBezTo>
                  <a:pt x="7798" y="4129"/>
                  <a:pt x="8106" y="3679"/>
                  <a:pt x="8546" y="3390"/>
                </a:cubicBezTo>
                <a:cubicBezTo>
                  <a:pt x="8695" y="3292"/>
                  <a:pt x="8913" y="3174"/>
                  <a:pt x="9099" y="3174"/>
                </a:cubicBezTo>
                <a:cubicBezTo>
                  <a:pt x="9226" y="3174"/>
                  <a:pt x="9339" y="3229"/>
                  <a:pt x="9405" y="3384"/>
                </a:cubicBezTo>
                <a:cubicBezTo>
                  <a:pt x="9505" y="3622"/>
                  <a:pt x="9481" y="3899"/>
                  <a:pt x="9547" y="4146"/>
                </a:cubicBezTo>
                <a:cubicBezTo>
                  <a:pt x="9821" y="5180"/>
                  <a:pt x="11034" y="5608"/>
                  <a:pt x="11995" y="5644"/>
                </a:cubicBezTo>
                <a:cubicBezTo>
                  <a:pt x="12071" y="5647"/>
                  <a:pt x="12147" y="5649"/>
                  <a:pt x="12223" y="5649"/>
                </a:cubicBezTo>
                <a:cubicBezTo>
                  <a:pt x="12773" y="5649"/>
                  <a:pt x="13322" y="5581"/>
                  <a:pt x="13871" y="5581"/>
                </a:cubicBezTo>
                <a:cubicBezTo>
                  <a:pt x="14012" y="5581"/>
                  <a:pt x="14153" y="5585"/>
                  <a:pt x="14294" y="5596"/>
                </a:cubicBezTo>
                <a:cubicBezTo>
                  <a:pt x="14646" y="5624"/>
                  <a:pt x="14960" y="5734"/>
                  <a:pt x="15300" y="5809"/>
                </a:cubicBezTo>
                <a:cubicBezTo>
                  <a:pt x="15394" y="5830"/>
                  <a:pt x="15493" y="5845"/>
                  <a:pt x="15590" y="5845"/>
                </a:cubicBezTo>
                <a:cubicBezTo>
                  <a:pt x="15749" y="5845"/>
                  <a:pt x="15903" y="5804"/>
                  <a:pt x="16020" y="5679"/>
                </a:cubicBezTo>
                <a:cubicBezTo>
                  <a:pt x="16238" y="5450"/>
                  <a:pt x="16238" y="5021"/>
                  <a:pt x="16288" y="4729"/>
                </a:cubicBezTo>
                <a:lnTo>
                  <a:pt x="16529" y="3323"/>
                </a:lnTo>
                <a:lnTo>
                  <a:pt x="16812" y="1675"/>
                </a:lnTo>
                <a:lnTo>
                  <a:pt x="16812" y="1675"/>
                </a:lnTo>
                <a:cubicBezTo>
                  <a:pt x="16912" y="3130"/>
                  <a:pt x="17110" y="4577"/>
                  <a:pt x="17405" y="6006"/>
                </a:cubicBezTo>
                <a:cubicBezTo>
                  <a:pt x="17418" y="6066"/>
                  <a:pt x="17462" y="6091"/>
                  <a:pt x="17510" y="6091"/>
                </a:cubicBezTo>
                <a:cubicBezTo>
                  <a:pt x="17554" y="6091"/>
                  <a:pt x="17599" y="6070"/>
                  <a:pt x="17626" y="6035"/>
                </a:cubicBezTo>
                <a:cubicBezTo>
                  <a:pt x="17881" y="5699"/>
                  <a:pt x="18325" y="5673"/>
                  <a:pt x="18739" y="5673"/>
                </a:cubicBezTo>
                <a:cubicBezTo>
                  <a:pt x="18815" y="5673"/>
                  <a:pt x="18890" y="5674"/>
                  <a:pt x="18962" y="5674"/>
                </a:cubicBezTo>
                <a:cubicBezTo>
                  <a:pt x="19020" y="5674"/>
                  <a:pt x="19076" y="5673"/>
                  <a:pt x="19130" y="5671"/>
                </a:cubicBezTo>
                <a:cubicBezTo>
                  <a:pt x="19628" y="5653"/>
                  <a:pt x="20108" y="5552"/>
                  <a:pt x="20435" y="5144"/>
                </a:cubicBezTo>
                <a:cubicBezTo>
                  <a:pt x="20805" y="4681"/>
                  <a:pt x="20883" y="4049"/>
                  <a:pt x="21293" y="3611"/>
                </a:cubicBezTo>
                <a:cubicBezTo>
                  <a:pt x="21450" y="3445"/>
                  <a:pt x="21658" y="3316"/>
                  <a:pt x="21882" y="3316"/>
                </a:cubicBezTo>
                <a:cubicBezTo>
                  <a:pt x="21947" y="3316"/>
                  <a:pt x="22012" y="3327"/>
                  <a:pt x="22079" y="3350"/>
                </a:cubicBezTo>
                <a:cubicBezTo>
                  <a:pt x="22345" y="3443"/>
                  <a:pt x="22507" y="3706"/>
                  <a:pt x="22639" y="3939"/>
                </a:cubicBezTo>
                <a:cubicBezTo>
                  <a:pt x="22877" y="4360"/>
                  <a:pt x="23062" y="4811"/>
                  <a:pt x="23461" y="5110"/>
                </a:cubicBezTo>
                <a:cubicBezTo>
                  <a:pt x="23919" y="5452"/>
                  <a:pt x="24507" y="5550"/>
                  <a:pt x="25062" y="5595"/>
                </a:cubicBezTo>
                <a:cubicBezTo>
                  <a:pt x="25790" y="5653"/>
                  <a:pt x="26522" y="5661"/>
                  <a:pt x="27251" y="5691"/>
                </a:cubicBezTo>
                <a:lnTo>
                  <a:pt x="28427" y="5739"/>
                </a:lnTo>
                <a:cubicBezTo>
                  <a:pt x="28484" y="5741"/>
                  <a:pt x="28542" y="5743"/>
                  <a:pt x="28599" y="5743"/>
                </a:cubicBezTo>
                <a:cubicBezTo>
                  <a:pt x="28811" y="5743"/>
                  <a:pt x="29009" y="5708"/>
                  <a:pt x="29121" y="5487"/>
                </a:cubicBezTo>
                <a:cubicBezTo>
                  <a:pt x="29280" y="5172"/>
                  <a:pt x="29269" y="4725"/>
                  <a:pt x="29318" y="4383"/>
                </a:cubicBezTo>
                <a:lnTo>
                  <a:pt x="29512" y="3057"/>
                </a:lnTo>
                <a:lnTo>
                  <a:pt x="29753" y="1409"/>
                </a:lnTo>
                <a:lnTo>
                  <a:pt x="29753" y="1409"/>
                </a:lnTo>
                <a:cubicBezTo>
                  <a:pt x="29875" y="2954"/>
                  <a:pt x="30079" y="4491"/>
                  <a:pt x="30365" y="6015"/>
                </a:cubicBezTo>
                <a:cubicBezTo>
                  <a:pt x="30377" y="6076"/>
                  <a:pt x="30435" y="6101"/>
                  <a:pt x="30489" y="6101"/>
                </a:cubicBezTo>
                <a:cubicBezTo>
                  <a:pt x="30498" y="6101"/>
                  <a:pt x="30506" y="6101"/>
                  <a:pt x="30514" y="6099"/>
                </a:cubicBezTo>
                <a:cubicBezTo>
                  <a:pt x="31726" y="5930"/>
                  <a:pt x="32865" y="5334"/>
                  <a:pt x="33690" y="4430"/>
                </a:cubicBezTo>
                <a:cubicBezTo>
                  <a:pt x="33875" y="4227"/>
                  <a:pt x="34031" y="4006"/>
                  <a:pt x="34196" y="3787"/>
                </a:cubicBezTo>
                <a:cubicBezTo>
                  <a:pt x="34335" y="3602"/>
                  <a:pt x="34583" y="3302"/>
                  <a:pt x="34838" y="3302"/>
                </a:cubicBezTo>
                <a:cubicBezTo>
                  <a:pt x="34915" y="3302"/>
                  <a:pt x="34994" y="3330"/>
                  <a:pt x="35070" y="3398"/>
                </a:cubicBezTo>
                <a:cubicBezTo>
                  <a:pt x="35256" y="3566"/>
                  <a:pt x="35283" y="3884"/>
                  <a:pt x="35352" y="4109"/>
                </a:cubicBezTo>
                <a:cubicBezTo>
                  <a:pt x="35418" y="4330"/>
                  <a:pt x="35525" y="4536"/>
                  <a:pt x="35669" y="4716"/>
                </a:cubicBezTo>
                <a:cubicBezTo>
                  <a:pt x="36291" y="5480"/>
                  <a:pt x="37427" y="5627"/>
                  <a:pt x="38347" y="5670"/>
                </a:cubicBezTo>
                <a:cubicBezTo>
                  <a:pt x="39094" y="5704"/>
                  <a:pt x="39844" y="5704"/>
                  <a:pt x="40592" y="5718"/>
                </a:cubicBezTo>
                <a:cubicBezTo>
                  <a:pt x="40815" y="5723"/>
                  <a:pt x="41069" y="5756"/>
                  <a:pt x="41311" y="5756"/>
                </a:cubicBezTo>
                <a:cubicBezTo>
                  <a:pt x="41433" y="5756"/>
                  <a:pt x="41552" y="5748"/>
                  <a:pt x="41662" y="5723"/>
                </a:cubicBezTo>
                <a:cubicBezTo>
                  <a:pt x="41908" y="5668"/>
                  <a:pt x="42013" y="5446"/>
                  <a:pt x="42061" y="5219"/>
                </a:cubicBezTo>
                <a:cubicBezTo>
                  <a:pt x="42234" y="4405"/>
                  <a:pt x="42314" y="3555"/>
                  <a:pt x="42397" y="2728"/>
                </a:cubicBezTo>
                <a:cubicBezTo>
                  <a:pt x="42442" y="2267"/>
                  <a:pt x="42479" y="1806"/>
                  <a:pt x="42507" y="1345"/>
                </a:cubicBezTo>
                <a:lnTo>
                  <a:pt x="42507" y="1345"/>
                </a:lnTo>
                <a:cubicBezTo>
                  <a:pt x="42753" y="2930"/>
                  <a:pt x="42998" y="4516"/>
                  <a:pt x="43243" y="6101"/>
                </a:cubicBezTo>
                <a:cubicBezTo>
                  <a:pt x="43252" y="6157"/>
                  <a:pt x="43308" y="6188"/>
                  <a:pt x="43362" y="6188"/>
                </a:cubicBezTo>
                <a:cubicBezTo>
                  <a:pt x="43404" y="6188"/>
                  <a:pt x="43446" y="6169"/>
                  <a:pt x="43465" y="6129"/>
                </a:cubicBezTo>
                <a:cubicBezTo>
                  <a:pt x="43691" y="5642"/>
                  <a:pt x="44324" y="5690"/>
                  <a:pt x="44779" y="5649"/>
                </a:cubicBezTo>
                <a:cubicBezTo>
                  <a:pt x="45229" y="5612"/>
                  <a:pt x="45647" y="5521"/>
                  <a:pt x="45984" y="5203"/>
                </a:cubicBezTo>
                <a:cubicBezTo>
                  <a:pt x="46298" y="4907"/>
                  <a:pt x="46504" y="4514"/>
                  <a:pt x="46733" y="4153"/>
                </a:cubicBezTo>
                <a:cubicBezTo>
                  <a:pt x="46952" y="3808"/>
                  <a:pt x="47213" y="3437"/>
                  <a:pt x="47639" y="3389"/>
                </a:cubicBezTo>
                <a:lnTo>
                  <a:pt x="47639" y="3389"/>
                </a:lnTo>
                <a:cubicBezTo>
                  <a:pt x="48138" y="4753"/>
                  <a:pt x="49536" y="5669"/>
                  <a:pt x="50964" y="5669"/>
                </a:cubicBezTo>
                <a:cubicBezTo>
                  <a:pt x="51267" y="5669"/>
                  <a:pt x="51571" y="5628"/>
                  <a:pt x="51868" y="5541"/>
                </a:cubicBezTo>
                <a:cubicBezTo>
                  <a:pt x="52005" y="5501"/>
                  <a:pt x="51964" y="5301"/>
                  <a:pt x="51840" y="5301"/>
                </a:cubicBezTo>
                <a:cubicBezTo>
                  <a:pt x="51828" y="5301"/>
                  <a:pt x="51816" y="5303"/>
                  <a:pt x="51803" y="5307"/>
                </a:cubicBezTo>
                <a:cubicBezTo>
                  <a:pt x="51528" y="5387"/>
                  <a:pt x="51245" y="5425"/>
                  <a:pt x="50963" y="5425"/>
                </a:cubicBezTo>
                <a:cubicBezTo>
                  <a:pt x="49609" y="5425"/>
                  <a:pt x="48275" y="4544"/>
                  <a:pt x="47841" y="3231"/>
                </a:cubicBezTo>
                <a:cubicBezTo>
                  <a:pt x="47826" y="3180"/>
                  <a:pt x="47778" y="3143"/>
                  <a:pt x="47723" y="3142"/>
                </a:cubicBezTo>
                <a:cubicBezTo>
                  <a:pt x="46737" y="3152"/>
                  <a:pt x="46453" y="4355"/>
                  <a:pt x="45891" y="4954"/>
                </a:cubicBezTo>
                <a:cubicBezTo>
                  <a:pt x="45493" y="5377"/>
                  <a:pt x="44966" y="5390"/>
                  <a:pt x="44423" y="5433"/>
                </a:cubicBezTo>
                <a:cubicBezTo>
                  <a:pt x="44067" y="5463"/>
                  <a:pt x="43685" y="5516"/>
                  <a:pt x="43433" y="5757"/>
                </a:cubicBezTo>
                <a:lnTo>
                  <a:pt x="43433" y="5757"/>
                </a:lnTo>
                <a:cubicBezTo>
                  <a:pt x="43143" y="3878"/>
                  <a:pt x="42853" y="1999"/>
                  <a:pt x="42562" y="121"/>
                </a:cubicBezTo>
                <a:lnTo>
                  <a:pt x="42562" y="121"/>
                </a:lnTo>
                <a:cubicBezTo>
                  <a:pt x="42562" y="121"/>
                  <a:pt x="42562" y="120"/>
                  <a:pt x="42562" y="120"/>
                </a:cubicBezTo>
                <a:lnTo>
                  <a:pt x="42562" y="120"/>
                </a:lnTo>
                <a:lnTo>
                  <a:pt x="42562" y="120"/>
                </a:lnTo>
                <a:lnTo>
                  <a:pt x="42562" y="120"/>
                </a:lnTo>
                <a:cubicBezTo>
                  <a:pt x="42561" y="109"/>
                  <a:pt x="42559" y="98"/>
                  <a:pt x="42557" y="88"/>
                </a:cubicBezTo>
                <a:cubicBezTo>
                  <a:pt x="42548" y="27"/>
                  <a:pt x="42503" y="0"/>
                  <a:pt x="4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23">
    <p:spTree>
      <p:nvGrpSpPr>
        <p:cNvPr id="1" name="Shape 739"/>
        <p:cNvGrpSpPr/>
        <p:nvPr/>
      </p:nvGrpSpPr>
      <p:grpSpPr>
        <a:xfrm>
          <a:off x="0" y="0"/>
          <a:ext cx="0" cy="0"/>
          <a:chOff x="0" y="0"/>
          <a:chExt cx="0" cy="0"/>
        </a:xfrm>
      </p:grpSpPr>
      <p:sp>
        <p:nvSpPr>
          <p:cNvPr id="740" name="Google Shape;740;p31"/>
          <p:cNvSpPr/>
          <p:nvPr/>
        </p:nvSpPr>
        <p:spPr>
          <a:xfrm flipH="1">
            <a:off x="-2248105" y="4152893"/>
            <a:ext cx="3549666" cy="3549666"/>
          </a:xfrm>
          <a:custGeom>
            <a:avLst/>
            <a:gdLst/>
            <a:ahLst/>
            <a:cxnLst/>
            <a:rect l="l" t="t" r="r" b="b"/>
            <a:pathLst>
              <a:path w="22225" h="22225" extrusionOk="0">
                <a:moveTo>
                  <a:pt x="11113" y="1"/>
                </a:moveTo>
                <a:cubicBezTo>
                  <a:pt x="8166" y="1"/>
                  <a:pt x="5339" y="1171"/>
                  <a:pt x="3255" y="3255"/>
                </a:cubicBezTo>
                <a:cubicBezTo>
                  <a:pt x="1171" y="5339"/>
                  <a:pt x="1" y="8166"/>
                  <a:pt x="1" y="11113"/>
                </a:cubicBezTo>
                <a:cubicBezTo>
                  <a:pt x="1" y="14060"/>
                  <a:pt x="1171" y="16885"/>
                  <a:pt x="3255" y="18970"/>
                </a:cubicBezTo>
                <a:cubicBezTo>
                  <a:pt x="5339" y="21053"/>
                  <a:pt x="8166" y="22225"/>
                  <a:pt x="11113" y="22225"/>
                </a:cubicBezTo>
                <a:cubicBezTo>
                  <a:pt x="14060" y="22225"/>
                  <a:pt x="16887" y="21053"/>
                  <a:pt x="18970" y="18970"/>
                </a:cubicBezTo>
                <a:cubicBezTo>
                  <a:pt x="21054" y="16885"/>
                  <a:pt x="22225" y="14060"/>
                  <a:pt x="22225" y="11113"/>
                </a:cubicBezTo>
                <a:cubicBezTo>
                  <a:pt x="22225" y="8166"/>
                  <a:pt x="21054" y="5339"/>
                  <a:pt x="18970" y="3255"/>
                </a:cubicBezTo>
                <a:cubicBezTo>
                  <a:pt x="16887" y="1171"/>
                  <a:pt x="14060" y="1"/>
                  <a:pt x="11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1"/>
          <p:cNvSpPr/>
          <p:nvPr/>
        </p:nvSpPr>
        <p:spPr>
          <a:xfrm flipH="1">
            <a:off x="8009067" y="4716060"/>
            <a:ext cx="1649377" cy="1649377"/>
          </a:xfrm>
          <a:custGeom>
            <a:avLst/>
            <a:gdLst/>
            <a:ahLst/>
            <a:cxnLst/>
            <a:rect l="l" t="t" r="r" b="b"/>
            <a:pathLst>
              <a:path w="10327" h="10327" extrusionOk="0">
                <a:moveTo>
                  <a:pt x="5164" y="1"/>
                </a:moveTo>
                <a:cubicBezTo>
                  <a:pt x="2312" y="1"/>
                  <a:pt x="1" y="2312"/>
                  <a:pt x="1" y="5164"/>
                </a:cubicBezTo>
                <a:cubicBezTo>
                  <a:pt x="1" y="8016"/>
                  <a:pt x="2312" y="10327"/>
                  <a:pt x="5164" y="10327"/>
                </a:cubicBezTo>
                <a:cubicBezTo>
                  <a:pt x="8016" y="10327"/>
                  <a:pt x="10327" y="8016"/>
                  <a:pt x="10327" y="5164"/>
                </a:cubicBezTo>
                <a:cubicBezTo>
                  <a:pt x="10327" y="2312"/>
                  <a:pt x="8016" y="1"/>
                  <a:pt x="5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1"/>
          <p:cNvSpPr/>
          <p:nvPr/>
        </p:nvSpPr>
        <p:spPr>
          <a:xfrm flipH="1">
            <a:off x="8303595" y="5147873"/>
            <a:ext cx="1166399" cy="1166558"/>
          </a:xfrm>
          <a:custGeom>
            <a:avLst/>
            <a:gdLst/>
            <a:ahLst/>
            <a:cxnLst/>
            <a:rect l="l" t="t" r="r" b="b"/>
            <a:pathLst>
              <a:path w="7303" h="7304" extrusionOk="0">
                <a:moveTo>
                  <a:pt x="3652" y="1"/>
                </a:moveTo>
                <a:cubicBezTo>
                  <a:pt x="1635" y="1"/>
                  <a:pt x="0" y="1635"/>
                  <a:pt x="0" y="3652"/>
                </a:cubicBezTo>
                <a:cubicBezTo>
                  <a:pt x="0" y="5669"/>
                  <a:pt x="1635" y="7303"/>
                  <a:pt x="3652" y="7303"/>
                </a:cubicBezTo>
                <a:cubicBezTo>
                  <a:pt x="5668" y="7303"/>
                  <a:pt x="7303" y="5669"/>
                  <a:pt x="7303" y="3652"/>
                </a:cubicBezTo>
                <a:cubicBezTo>
                  <a:pt x="7303" y="1635"/>
                  <a:pt x="5668" y="1"/>
                  <a:pt x="3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1"/>
          <p:cNvSpPr/>
          <p:nvPr/>
        </p:nvSpPr>
        <p:spPr>
          <a:xfrm flipH="1">
            <a:off x="-258197" y="-1098080"/>
            <a:ext cx="1435039" cy="1368119"/>
          </a:xfrm>
          <a:custGeom>
            <a:avLst/>
            <a:gdLst/>
            <a:ahLst/>
            <a:cxnLst/>
            <a:rect l="l" t="t" r="r" b="b"/>
            <a:pathLst>
              <a:path w="8985" h="8566" extrusionOk="0">
                <a:moveTo>
                  <a:pt x="4702" y="1"/>
                </a:moveTo>
                <a:cubicBezTo>
                  <a:pt x="3606" y="1"/>
                  <a:pt x="2510" y="419"/>
                  <a:pt x="1674" y="1256"/>
                </a:cubicBezTo>
                <a:cubicBezTo>
                  <a:pt x="1" y="2928"/>
                  <a:pt x="1" y="5639"/>
                  <a:pt x="1674" y="7311"/>
                </a:cubicBezTo>
                <a:cubicBezTo>
                  <a:pt x="2477" y="8114"/>
                  <a:pt x="3566" y="8566"/>
                  <a:pt x="4701" y="8566"/>
                </a:cubicBezTo>
                <a:cubicBezTo>
                  <a:pt x="5838" y="8566"/>
                  <a:pt x="6927" y="8114"/>
                  <a:pt x="7730" y="7311"/>
                </a:cubicBezTo>
                <a:cubicBezTo>
                  <a:pt x="8533" y="6508"/>
                  <a:pt x="8984" y="5419"/>
                  <a:pt x="8984" y="4283"/>
                </a:cubicBezTo>
                <a:cubicBezTo>
                  <a:pt x="8984" y="3147"/>
                  <a:pt x="8533" y="2059"/>
                  <a:pt x="7730" y="1256"/>
                </a:cubicBezTo>
                <a:cubicBezTo>
                  <a:pt x="6894" y="419"/>
                  <a:pt x="5798" y="1"/>
                  <a:pt x="4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1"/>
          <p:cNvSpPr/>
          <p:nvPr/>
        </p:nvSpPr>
        <p:spPr>
          <a:xfrm flipH="1">
            <a:off x="525529" y="-195863"/>
            <a:ext cx="465889" cy="465889"/>
          </a:xfrm>
          <a:custGeom>
            <a:avLst/>
            <a:gdLst/>
            <a:ahLst/>
            <a:cxnLst/>
            <a:rect l="l" t="t" r="r" b="b"/>
            <a:pathLst>
              <a:path w="2917" h="2917" extrusionOk="0">
                <a:moveTo>
                  <a:pt x="1457" y="0"/>
                </a:moveTo>
                <a:cubicBezTo>
                  <a:pt x="652" y="0"/>
                  <a:pt x="0" y="653"/>
                  <a:pt x="0" y="1458"/>
                </a:cubicBezTo>
                <a:cubicBezTo>
                  <a:pt x="0" y="2263"/>
                  <a:pt x="652" y="2916"/>
                  <a:pt x="1457" y="2916"/>
                </a:cubicBezTo>
                <a:cubicBezTo>
                  <a:pt x="2263" y="2916"/>
                  <a:pt x="2916" y="2263"/>
                  <a:pt x="2916" y="1458"/>
                </a:cubicBezTo>
                <a:cubicBezTo>
                  <a:pt x="2916" y="653"/>
                  <a:pt x="2263" y="0"/>
                  <a:pt x="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1"/>
          <p:cNvSpPr/>
          <p:nvPr/>
        </p:nvSpPr>
        <p:spPr>
          <a:xfrm flipH="1">
            <a:off x="8372512" y="-132989"/>
            <a:ext cx="454549" cy="413502"/>
          </a:xfrm>
          <a:custGeom>
            <a:avLst/>
            <a:gdLst/>
            <a:ahLst/>
            <a:cxnLst/>
            <a:rect l="l" t="t" r="r" b="b"/>
            <a:pathLst>
              <a:path w="2846" h="2589" extrusionOk="0">
                <a:moveTo>
                  <a:pt x="1422" y="1"/>
                </a:moveTo>
                <a:cubicBezTo>
                  <a:pt x="835" y="1"/>
                  <a:pt x="304" y="402"/>
                  <a:pt x="163" y="998"/>
                </a:cubicBezTo>
                <a:cubicBezTo>
                  <a:pt x="0" y="1694"/>
                  <a:pt x="431" y="2389"/>
                  <a:pt x="1125" y="2554"/>
                </a:cubicBezTo>
                <a:cubicBezTo>
                  <a:pt x="1225" y="2577"/>
                  <a:pt x="1326" y="2589"/>
                  <a:pt x="1424" y="2589"/>
                </a:cubicBezTo>
                <a:cubicBezTo>
                  <a:pt x="2011" y="2589"/>
                  <a:pt x="2542" y="2187"/>
                  <a:pt x="2681" y="1593"/>
                </a:cubicBezTo>
                <a:cubicBezTo>
                  <a:pt x="2845" y="897"/>
                  <a:pt x="2415" y="200"/>
                  <a:pt x="1720" y="36"/>
                </a:cubicBezTo>
                <a:cubicBezTo>
                  <a:pt x="1620" y="12"/>
                  <a:pt x="1520" y="1"/>
                  <a:pt x="1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1"/>
          <p:cNvSpPr/>
          <p:nvPr/>
        </p:nvSpPr>
        <p:spPr>
          <a:xfrm flipH="1">
            <a:off x="-118919" y="4040307"/>
            <a:ext cx="295792" cy="268960"/>
          </a:xfrm>
          <a:custGeom>
            <a:avLst/>
            <a:gdLst/>
            <a:ahLst/>
            <a:cxnLst/>
            <a:rect l="l" t="t" r="r" b="b"/>
            <a:pathLst>
              <a:path w="1852" h="1684" extrusionOk="0">
                <a:moveTo>
                  <a:pt x="925" y="1"/>
                </a:moveTo>
                <a:cubicBezTo>
                  <a:pt x="544" y="1"/>
                  <a:pt x="199" y="261"/>
                  <a:pt x="107" y="649"/>
                </a:cubicBezTo>
                <a:cubicBezTo>
                  <a:pt x="1" y="1101"/>
                  <a:pt x="280" y="1554"/>
                  <a:pt x="732" y="1660"/>
                </a:cubicBezTo>
                <a:cubicBezTo>
                  <a:pt x="798" y="1676"/>
                  <a:pt x="863" y="1683"/>
                  <a:pt x="927" y="1683"/>
                </a:cubicBezTo>
                <a:cubicBezTo>
                  <a:pt x="1307" y="1683"/>
                  <a:pt x="1653" y="1422"/>
                  <a:pt x="1744" y="1035"/>
                </a:cubicBezTo>
                <a:cubicBezTo>
                  <a:pt x="1851" y="583"/>
                  <a:pt x="1570" y="131"/>
                  <a:pt x="1118" y="23"/>
                </a:cubicBezTo>
                <a:cubicBezTo>
                  <a:pt x="1053" y="8"/>
                  <a:pt x="989" y="1"/>
                  <a:pt x="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1"/>
          <p:cNvSpPr/>
          <p:nvPr/>
        </p:nvSpPr>
        <p:spPr>
          <a:xfrm flipH="1">
            <a:off x="306711" y="4285233"/>
            <a:ext cx="305215" cy="268960"/>
          </a:xfrm>
          <a:custGeom>
            <a:avLst/>
            <a:gdLst/>
            <a:ahLst/>
            <a:cxnLst/>
            <a:rect l="l" t="t" r="r" b="b"/>
            <a:pathLst>
              <a:path w="1911" h="1684" extrusionOk="0">
                <a:moveTo>
                  <a:pt x="956" y="1"/>
                </a:moveTo>
                <a:cubicBezTo>
                  <a:pt x="848" y="1"/>
                  <a:pt x="739" y="22"/>
                  <a:pt x="634" y="66"/>
                </a:cubicBezTo>
                <a:cubicBezTo>
                  <a:pt x="204" y="243"/>
                  <a:pt x="0" y="734"/>
                  <a:pt x="179" y="1163"/>
                </a:cubicBezTo>
                <a:cubicBezTo>
                  <a:pt x="312" y="1487"/>
                  <a:pt x="625" y="1683"/>
                  <a:pt x="956" y="1683"/>
                </a:cubicBezTo>
                <a:cubicBezTo>
                  <a:pt x="1063" y="1683"/>
                  <a:pt x="1172" y="1662"/>
                  <a:pt x="1278" y="1619"/>
                </a:cubicBezTo>
                <a:cubicBezTo>
                  <a:pt x="1706" y="1441"/>
                  <a:pt x="1910" y="949"/>
                  <a:pt x="1733" y="521"/>
                </a:cubicBezTo>
                <a:cubicBezTo>
                  <a:pt x="1598" y="197"/>
                  <a:pt x="1285" y="1"/>
                  <a:pt x="9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1"/>
          <p:cNvSpPr/>
          <p:nvPr/>
        </p:nvSpPr>
        <p:spPr>
          <a:xfrm flipH="1">
            <a:off x="8273796" y="395982"/>
            <a:ext cx="193894" cy="176645"/>
          </a:xfrm>
          <a:custGeom>
            <a:avLst/>
            <a:gdLst/>
            <a:ahLst/>
            <a:cxnLst/>
            <a:rect l="l" t="t" r="r" b="b"/>
            <a:pathLst>
              <a:path w="1214" h="1106" extrusionOk="0">
                <a:moveTo>
                  <a:pt x="607" y="0"/>
                </a:moveTo>
                <a:cubicBezTo>
                  <a:pt x="465" y="0"/>
                  <a:pt x="324" y="54"/>
                  <a:pt x="216" y="162"/>
                </a:cubicBezTo>
                <a:cubicBezTo>
                  <a:pt x="0" y="377"/>
                  <a:pt x="0" y="727"/>
                  <a:pt x="216" y="943"/>
                </a:cubicBezTo>
                <a:cubicBezTo>
                  <a:pt x="324" y="1051"/>
                  <a:pt x="465" y="1105"/>
                  <a:pt x="607" y="1105"/>
                </a:cubicBezTo>
                <a:cubicBezTo>
                  <a:pt x="748" y="1105"/>
                  <a:pt x="889" y="1051"/>
                  <a:pt x="997" y="943"/>
                </a:cubicBezTo>
                <a:cubicBezTo>
                  <a:pt x="1213" y="727"/>
                  <a:pt x="1213" y="377"/>
                  <a:pt x="997" y="162"/>
                </a:cubicBezTo>
                <a:cubicBezTo>
                  <a:pt x="889" y="54"/>
                  <a:pt x="748" y="0"/>
                  <a:pt x="6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1"/>
          <p:cNvSpPr/>
          <p:nvPr/>
        </p:nvSpPr>
        <p:spPr>
          <a:xfrm flipH="1">
            <a:off x="8885669" y="416641"/>
            <a:ext cx="324860" cy="324860"/>
          </a:xfrm>
          <a:custGeom>
            <a:avLst/>
            <a:gdLst/>
            <a:ahLst/>
            <a:cxnLst/>
            <a:rect l="l" t="t" r="r" b="b"/>
            <a:pathLst>
              <a:path w="2034" h="2034" extrusionOk="0">
                <a:moveTo>
                  <a:pt x="1017" y="1"/>
                </a:moveTo>
                <a:cubicBezTo>
                  <a:pt x="456" y="1"/>
                  <a:pt x="1" y="456"/>
                  <a:pt x="1" y="1017"/>
                </a:cubicBezTo>
                <a:cubicBezTo>
                  <a:pt x="1" y="1579"/>
                  <a:pt x="456" y="2034"/>
                  <a:pt x="1017" y="2034"/>
                </a:cubicBezTo>
                <a:cubicBezTo>
                  <a:pt x="1579" y="2034"/>
                  <a:pt x="2034" y="1579"/>
                  <a:pt x="2034" y="1017"/>
                </a:cubicBezTo>
                <a:cubicBezTo>
                  <a:pt x="2034" y="456"/>
                  <a:pt x="1579" y="1"/>
                  <a:pt x="10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1"/>
          <p:cNvSpPr/>
          <p:nvPr/>
        </p:nvSpPr>
        <p:spPr>
          <a:xfrm flipH="1">
            <a:off x="-358914" y="-85348"/>
            <a:ext cx="588869" cy="588709"/>
          </a:xfrm>
          <a:custGeom>
            <a:avLst/>
            <a:gdLst/>
            <a:ahLst/>
            <a:cxnLst/>
            <a:rect l="l" t="t" r="r" b="b"/>
            <a:pathLst>
              <a:path w="3687" h="3686" extrusionOk="0">
                <a:moveTo>
                  <a:pt x="1844" y="0"/>
                </a:moveTo>
                <a:cubicBezTo>
                  <a:pt x="826" y="0"/>
                  <a:pt x="1" y="825"/>
                  <a:pt x="1" y="1843"/>
                </a:cubicBezTo>
                <a:cubicBezTo>
                  <a:pt x="1" y="2861"/>
                  <a:pt x="826" y="3686"/>
                  <a:pt x="1844" y="3686"/>
                </a:cubicBezTo>
                <a:cubicBezTo>
                  <a:pt x="2861" y="3686"/>
                  <a:pt x="3686" y="2861"/>
                  <a:pt x="3686" y="1843"/>
                </a:cubicBezTo>
                <a:cubicBezTo>
                  <a:pt x="3686" y="825"/>
                  <a:pt x="2861" y="0"/>
                  <a:pt x="18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1"/>
          <p:cNvSpPr/>
          <p:nvPr/>
        </p:nvSpPr>
        <p:spPr>
          <a:xfrm flipH="1">
            <a:off x="376189" y="503371"/>
            <a:ext cx="166263" cy="151410"/>
          </a:xfrm>
          <a:custGeom>
            <a:avLst/>
            <a:gdLst/>
            <a:ahLst/>
            <a:cxnLst/>
            <a:rect l="l" t="t" r="r" b="b"/>
            <a:pathLst>
              <a:path w="1041" h="948" extrusionOk="0">
                <a:moveTo>
                  <a:pt x="521" y="0"/>
                </a:moveTo>
                <a:cubicBezTo>
                  <a:pt x="399" y="0"/>
                  <a:pt x="278" y="47"/>
                  <a:pt x="186" y="139"/>
                </a:cubicBezTo>
                <a:cubicBezTo>
                  <a:pt x="1" y="324"/>
                  <a:pt x="1" y="624"/>
                  <a:pt x="186" y="809"/>
                </a:cubicBezTo>
                <a:cubicBezTo>
                  <a:pt x="278" y="901"/>
                  <a:pt x="399" y="948"/>
                  <a:pt x="521" y="948"/>
                </a:cubicBezTo>
                <a:cubicBezTo>
                  <a:pt x="642" y="948"/>
                  <a:pt x="763" y="901"/>
                  <a:pt x="856" y="809"/>
                </a:cubicBezTo>
                <a:cubicBezTo>
                  <a:pt x="1041" y="624"/>
                  <a:pt x="1041" y="324"/>
                  <a:pt x="856" y="139"/>
                </a:cubicBezTo>
                <a:cubicBezTo>
                  <a:pt x="763" y="47"/>
                  <a:pt x="642" y="0"/>
                  <a:pt x="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1"/>
          <p:cNvSpPr/>
          <p:nvPr/>
        </p:nvSpPr>
        <p:spPr>
          <a:xfrm flipH="1">
            <a:off x="8031695" y="4596855"/>
            <a:ext cx="179839" cy="151570"/>
          </a:xfrm>
          <a:custGeom>
            <a:avLst/>
            <a:gdLst/>
            <a:ahLst/>
            <a:cxnLst/>
            <a:rect l="l" t="t" r="r" b="b"/>
            <a:pathLst>
              <a:path w="1126" h="949" extrusionOk="0">
                <a:moveTo>
                  <a:pt x="598" y="0"/>
                </a:moveTo>
                <a:cubicBezTo>
                  <a:pt x="246" y="0"/>
                  <a:pt x="0" y="397"/>
                  <a:pt x="200" y="723"/>
                </a:cubicBezTo>
                <a:cubicBezTo>
                  <a:pt x="286" y="864"/>
                  <a:pt x="439" y="949"/>
                  <a:pt x="602" y="949"/>
                </a:cubicBezTo>
                <a:cubicBezTo>
                  <a:pt x="627" y="949"/>
                  <a:pt x="653" y="947"/>
                  <a:pt x="678" y="943"/>
                </a:cubicBezTo>
                <a:cubicBezTo>
                  <a:pt x="867" y="913"/>
                  <a:pt x="1020" y="772"/>
                  <a:pt x="1065" y="586"/>
                </a:cubicBezTo>
                <a:cubicBezTo>
                  <a:pt x="1126" y="331"/>
                  <a:pt x="969" y="75"/>
                  <a:pt x="715" y="14"/>
                </a:cubicBezTo>
                <a:cubicBezTo>
                  <a:pt x="675" y="5"/>
                  <a:pt x="636"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1"/>
          <p:cNvSpPr/>
          <p:nvPr/>
        </p:nvSpPr>
        <p:spPr>
          <a:xfrm flipH="1">
            <a:off x="8743755" y="4040320"/>
            <a:ext cx="179999" cy="151889"/>
          </a:xfrm>
          <a:custGeom>
            <a:avLst/>
            <a:gdLst/>
            <a:ahLst/>
            <a:cxnLst/>
            <a:rect l="l" t="t" r="r" b="b"/>
            <a:pathLst>
              <a:path w="1127" h="951" extrusionOk="0">
                <a:moveTo>
                  <a:pt x="600" y="1"/>
                </a:moveTo>
                <a:cubicBezTo>
                  <a:pt x="247" y="1"/>
                  <a:pt x="0" y="398"/>
                  <a:pt x="201" y="723"/>
                </a:cubicBezTo>
                <a:cubicBezTo>
                  <a:pt x="288" y="866"/>
                  <a:pt x="442" y="950"/>
                  <a:pt x="605" y="950"/>
                </a:cubicBezTo>
                <a:cubicBezTo>
                  <a:pt x="630" y="950"/>
                  <a:pt x="654" y="948"/>
                  <a:pt x="679" y="944"/>
                </a:cubicBezTo>
                <a:cubicBezTo>
                  <a:pt x="869" y="915"/>
                  <a:pt x="1022" y="772"/>
                  <a:pt x="1066" y="586"/>
                </a:cubicBezTo>
                <a:cubicBezTo>
                  <a:pt x="1126" y="331"/>
                  <a:pt x="970" y="75"/>
                  <a:pt x="715" y="14"/>
                </a:cubicBezTo>
                <a:cubicBezTo>
                  <a:pt x="676" y="5"/>
                  <a:pt x="638"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1"/>
          <p:cNvSpPr/>
          <p:nvPr/>
        </p:nvSpPr>
        <p:spPr>
          <a:xfrm flipH="1">
            <a:off x="8536453" y="4646987"/>
            <a:ext cx="207310" cy="191658"/>
          </a:xfrm>
          <a:custGeom>
            <a:avLst/>
            <a:gdLst/>
            <a:ahLst/>
            <a:cxnLst/>
            <a:rect l="l" t="t" r="r" b="b"/>
            <a:pathLst>
              <a:path w="1298" h="1200" extrusionOk="0">
                <a:moveTo>
                  <a:pt x="639" y="1"/>
                </a:moveTo>
                <a:cubicBezTo>
                  <a:pt x="449" y="1"/>
                  <a:pt x="267" y="90"/>
                  <a:pt x="153" y="248"/>
                </a:cubicBezTo>
                <a:cubicBezTo>
                  <a:pt x="11" y="444"/>
                  <a:pt x="0" y="707"/>
                  <a:pt x="127" y="913"/>
                </a:cubicBezTo>
                <a:cubicBezTo>
                  <a:pt x="237" y="1093"/>
                  <a:pt x="432" y="1200"/>
                  <a:pt x="639" y="1200"/>
                </a:cubicBezTo>
                <a:cubicBezTo>
                  <a:pt x="670" y="1200"/>
                  <a:pt x="701" y="1197"/>
                  <a:pt x="732" y="1192"/>
                </a:cubicBezTo>
                <a:cubicBezTo>
                  <a:pt x="971" y="1154"/>
                  <a:pt x="1164" y="975"/>
                  <a:pt x="1221" y="740"/>
                </a:cubicBezTo>
                <a:cubicBezTo>
                  <a:pt x="1297" y="418"/>
                  <a:pt x="1099" y="95"/>
                  <a:pt x="777" y="17"/>
                </a:cubicBezTo>
                <a:cubicBezTo>
                  <a:pt x="731" y="6"/>
                  <a:pt x="685" y="1"/>
                  <a:pt x="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1"/>
          <p:cNvSpPr/>
          <p:nvPr/>
        </p:nvSpPr>
        <p:spPr>
          <a:xfrm flipH="1">
            <a:off x="770933" y="4748412"/>
            <a:ext cx="494957" cy="449917"/>
          </a:xfrm>
          <a:custGeom>
            <a:avLst/>
            <a:gdLst/>
            <a:ahLst/>
            <a:cxnLst/>
            <a:rect l="l" t="t" r="r" b="b"/>
            <a:pathLst>
              <a:path w="3099" h="2817" extrusionOk="0">
                <a:moveTo>
                  <a:pt x="1548" y="0"/>
                </a:moveTo>
                <a:cubicBezTo>
                  <a:pt x="910" y="0"/>
                  <a:pt x="332" y="437"/>
                  <a:pt x="179" y="1086"/>
                </a:cubicBezTo>
                <a:cubicBezTo>
                  <a:pt x="1" y="1842"/>
                  <a:pt x="469" y="2600"/>
                  <a:pt x="1226" y="2778"/>
                </a:cubicBezTo>
                <a:cubicBezTo>
                  <a:pt x="1335" y="2804"/>
                  <a:pt x="1444" y="2817"/>
                  <a:pt x="1552" y="2817"/>
                </a:cubicBezTo>
                <a:cubicBezTo>
                  <a:pt x="2190" y="2817"/>
                  <a:pt x="2767" y="2379"/>
                  <a:pt x="2920" y="1732"/>
                </a:cubicBezTo>
                <a:cubicBezTo>
                  <a:pt x="3098" y="976"/>
                  <a:pt x="2630" y="217"/>
                  <a:pt x="1873" y="38"/>
                </a:cubicBezTo>
                <a:cubicBezTo>
                  <a:pt x="1765" y="12"/>
                  <a:pt x="1656" y="0"/>
                  <a:pt x="15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1"/>
          <p:cNvSpPr/>
          <p:nvPr/>
        </p:nvSpPr>
        <p:spPr>
          <a:xfrm flipH="1">
            <a:off x="-312041" y="741505"/>
            <a:ext cx="495117" cy="449917"/>
          </a:xfrm>
          <a:custGeom>
            <a:avLst/>
            <a:gdLst/>
            <a:ahLst/>
            <a:cxnLst/>
            <a:rect l="l" t="t" r="r" b="b"/>
            <a:pathLst>
              <a:path w="3100" h="2817" extrusionOk="0">
                <a:moveTo>
                  <a:pt x="1549" y="0"/>
                </a:moveTo>
                <a:cubicBezTo>
                  <a:pt x="910" y="0"/>
                  <a:pt x="332" y="437"/>
                  <a:pt x="179" y="1085"/>
                </a:cubicBezTo>
                <a:cubicBezTo>
                  <a:pt x="1" y="1842"/>
                  <a:pt x="470" y="2600"/>
                  <a:pt x="1227" y="2778"/>
                </a:cubicBezTo>
                <a:cubicBezTo>
                  <a:pt x="1335" y="2804"/>
                  <a:pt x="1444" y="2816"/>
                  <a:pt x="1551" y="2816"/>
                </a:cubicBezTo>
                <a:cubicBezTo>
                  <a:pt x="2189" y="2816"/>
                  <a:pt x="2766" y="2380"/>
                  <a:pt x="2919" y="1732"/>
                </a:cubicBezTo>
                <a:cubicBezTo>
                  <a:pt x="3099" y="974"/>
                  <a:pt x="2630" y="216"/>
                  <a:pt x="1873" y="38"/>
                </a:cubicBezTo>
                <a:cubicBezTo>
                  <a:pt x="1764" y="12"/>
                  <a:pt x="1656" y="0"/>
                  <a:pt x="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1"/>
          <p:cNvSpPr/>
          <p:nvPr/>
        </p:nvSpPr>
        <p:spPr>
          <a:xfrm rot="-1799986">
            <a:off x="7160187" y="-237909"/>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1"/>
          <p:cNvSpPr/>
          <p:nvPr/>
        </p:nvSpPr>
        <p:spPr>
          <a:xfrm rot="-1799986">
            <a:off x="-1831413" y="23311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1"/>
          <p:cNvSpPr/>
          <p:nvPr/>
        </p:nvSpPr>
        <p:spPr>
          <a:xfrm rot="-1799986">
            <a:off x="6069412" y="342851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1"/>
          <p:cNvSpPr/>
          <p:nvPr/>
        </p:nvSpPr>
        <p:spPr>
          <a:xfrm rot="1799986" flipH="1">
            <a:off x="-2204888" y="3993366"/>
            <a:ext cx="6269639" cy="691908"/>
          </a:xfrm>
          <a:custGeom>
            <a:avLst/>
            <a:gdLst/>
            <a:ahLst/>
            <a:cxnLst/>
            <a:rect l="l" t="t" r="r" b="b"/>
            <a:pathLst>
              <a:path w="52112" h="5751" extrusionOk="0">
                <a:moveTo>
                  <a:pt x="3269" y="1"/>
                </a:moveTo>
                <a:cubicBezTo>
                  <a:pt x="3210" y="1"/>
                  <a:pt x="3153" y="39"/>
                  <a:pt x="3155" y="117"/>
                </a:cubicBezTo>
                <a:cubicBezTo>
                  <a:pt x="3155" y="117"/>
                  <a:pt x="3155" y="117"/>
                  <a:pt x="3155" y="117"/>
                </a:cubicBezTo>
                <a:lnTo>
                  <a:pt x="3155" y="117"/>
                </a:lnTo>
                <a:cubicBezTo>
                  <a:pt x="3197" y="1798"/>
                  <a:pt x="2863" y="3465"/>
                  <a:pt x="2180" y="5000"/>
                </a:cubicBezTo>
                <a:lnTo>
                  <a:pt x="2180" y="5000"/>
                </a:lnTo>
                <a:cubicBezTo>
                  <a:pt x="1725" y="4827"/>
                  <a:pt x="1251" y="4743"/>
                  <a:pt x="770" y="4743"/>
                </a:cubicBezTo>
                <a:cubicBezTo>
                  <a:pt x="563" y="4743"/>
                  <a:pt x="355" y="4758"/>
                  <a:pt x="147" y="4790"/>
                </a:cubicBezTo>
                <a:cubicBezTo>
                  <a:pt x="1" y="4812"/>
                  <a:pt x="53" y="5025"/>
                  <a:pt x="191" y="5025"/>
                </a:cubicBezTo>
                <a:cubicBezTo>
                  <a:pt x="198" y="5025"/>
                  <a:pt x="205" y="5025"/>
                  <a:pt x="212" y="5024"/>
                </a:cubicBezTo>
                <a:cubicBezTo>
                  <a:pt x="396" y="4996"/>
                  <a:pt x="581" y="4982"/>
                  <a:pt x="765" y="4982"/>
                </a:cubicBezTo>
                <a:cubicBezTo>
                  <a:pt x="1259" y="4982"/>
                  <a:pt x="1747" y="5081"/>
                  <a:pt x="2212" y="5271"/>
                </a:cubicBezTo>
                <a:cubicBezTo>
                  <a:pt x="2222" y="5275"/>
                  <a:pt x="2232" y="5277"/>
                  <a:pt x="2243" y="5277"/>
                </a:cubicBezTo>
                <a:cubicBezTo>
                  <a:pt x="2285" y="5277"/>
                  <a:pt x="2333" y="5251"/>
                  <a:pt x="2348" y="5215"/>
                </a:cubicBezTo>
                <a:cubicBezTo>
                  <a:pt x="2835" y="4153"/>
                  <a:pt x="3157" y="3027"/>
                  <a:pt x="3306" y="1875"/>
                </a:cubicBezTo>
                <a:lnTo>
                  <a:pt x="3306" y="1875"/>
                </a:lnTo>
                <a:cubicBezTo>
                  <a:pt x="3419" y="3129"/>
                  <a:pt x="3546" y="4382"/>
                  <a:pt x="3686" y="5634"/>
                </a:cubicBezTo>
                <a:cubicBezTo>
                  <a:pt x="3695" y="5712"/>
                  <a:pt x="3752" y="5751"/>
                  <a:pt x="3808" y="5751"/>
                </a:cubicBezTo>
                <a:cubicBezTo>
                  <a:pt x="3865" y="5751"/>
                  <a:pt x="3921" y="5712"/>
                  <a:pt x="3928" y="5634"/>
                </a:cubicBezTo>
                <a:lnTo>
                  <a:pt x="3930" y="5634"/>
                </a:lnTo>
                <a:cubicBezTo>
                  <a:pt x="3929" y="5632"/>
                  <a:pt x="3929" y="5630"/>
                  <a:pt x="3929" y="5628"/>
                </a:cubicBezTo>
                <a:lnTo>
                  <a:pt x="3929" y="5628"/>
                </a:lnTo>
                <a:cubicBezTo>
                  <a:pt x="3977" y="5225"/>
                  <a:pt x="4433" y="5080"/>
                  <a:pt x="4766" y="4984"/>
                </a:cubicBezTo>
                <a:cubicBezTo>
                  <a:pt x="5141" y="4875"/>
                  <a:pt x="5514" y="4799"/>
                  <a:pt x="5864" y="4620"/>
                </a:cubicBezTo>
                <a:cubicBezTo>
                  <a:pt x="6547" y="4272"/>
                  <a:pt x="7079" y="3685"/>
                  <a:pt x="7375" y="2982"/>
                </a:cubicBezTo>
                <a:lnTo>
                  <a:pt x="7375" y="2982"/>
                </a:lnTo>
                <a:cubicBezTo>
                  <a:pt x="7832" y="3089"/>
                  <a:pt x="7959" y="3793"/>
                  <a:pt x="8128" y="4157"/>
                </a:cubicBezTo>
                <a:cubicBezTo>
                  <a:pt x="8329" y="4591"/>
                  <a:pt x="8679" y="4920"/>
                  <a:pt x="9107" y="5127"/>
                </a:cubicBezTo>
                <a:cubicBezTo>
                  <a:pt x="9798" y="5460"/>
                  <a:pt x="10572" y="5521"/>
                  <a:pt x="11338" y="5521"/>
                </a:cubicBezTo>
                <a:cubicBezTo>
                  <a:pt x="11671" y="5521"/>
                  <a:pt x="12003" y="5509"/>
                  <a:pt x="12326" y="5503"/>
                </a:cubicBezTo>
                <a:lnTo>
                  <a:pt x="16958" y="5417"/>
                </a:lnTo>
                <a:lnTo>
                  <a:pt x="19326" y="5373"/>
                </a:lnTo>
                <a:cubicBezTo>
                  <a:pt x="19697" y="5365"/>
                  <a:pt x="20073" y="5375"/>
                  <a:pt x="20444" y="5350"/>
                </a:cubicBezTo>
                <a:cubicBezTo>
                  <a:pt x="20703" y="5333"/>
                  <a:pt x="20901" y="5232"/>
                  <a:pt x="21008" y="4988"/>
                </a:cubicBezTo>
                <a:cubicBezTo>
                  <a:pt x="21126" y="4724"/>
                  <a:pt x="21118" y="4402"/>
                  <a:pt x="21143" y="4120"/>
                </a:cubicBezTo>
                <a:lnTo>
                  <a:pt x="21262" y="2799"/>
                </a:lnTo>
                <a:lnTo>
                  <a:pt x="21404" y="1224"/>
                </a:lnTo>
                <a:lnTo>
                  <a:pt x="21957" y="5260"/>
                </a:lnTo>
                <a:cubicBezTo>
                  <a:pt x="21967" y="5321"/>
                  <a:pt x="22030" y="5346"/>
                  <a:pt x="22085" y="5346"/>
                </a:cubicBezTo>
                <a:cubicBezTo>
                  <a:pt x="22092" y="5346"/>
                  <a:pt x="22100" y="5345"/>
                  <a:pt x="22107" y="5344"/>
                </a:cubicBezTo>
                <a:cubicBezTo>
                  <a:pt x="23314" y="5179"/>
                  <a:pt x="24434" y="4624"/>
                  <a:pt x="25298" y="3767"/>
                </a:cubicBezTo>
                <a:cubicBezTo>
                  <a:pt x="25431" y="3635"/>
                  <a:pt x="25546" y="3487"/>
                  <a:pt x="25673" y="3352"/>
                </a:cubicBezTo>
                <a:cubicBezTo>
                  <a:pt x="25764" y="3255"/>
                  <a:pt x="25849" y="3205"/>
                  <a:pt x="25929" y="3205"/>
                </a:cubicBezTo>
                <a:cubicBezTo>
                  <a:pt x="26016" y="3205"/>
                  <a:pt x="26097" y="3264"/>
                  <a:pt x="26174" y="3388"/>
                </a:cubicBezTo>
                <a:cubicBezTo>
                  <a:pt x="26344" y="3659"/>
                  <a:pt x="26388" y="3989"/>
                  <a:pt x="26546" y="4267"/>
                </a:cubicBezTo>
                <a:cubicBezTo>
                  <a:pt x="26694" y="4525"/>
                  <a:pt x="26918" y="4730"/>
                  <a:pt x="27173" y="4879"/>
                </a:cubicBezTo>
                <a:cubicBezTo>
                  <a:pt x="27739" y="5213"/>
                  <a:pt x="28432" y="5297"/>
                  <a:pt x="29076" y="5324"/>
                </a:cubicBezTo>
                <a:cubicBezTo>
                  <a:pt x="29535" y="5343"/>
                  <a:pt x="29995" y="5347"/>
                  <a:pt x="30454" y="5347"/>
                </a:cubicBezTo>
                <a:cubicBezTo>
                  <a:pt x="30863" y="5347"/>
                  <a:pt x="31272" y="5344"/>
                  <a:pt x="31681" y="5344"/>
                </a:cubicBezTo>
                <a:cubicBezTo>
                  <a:pt x="31782" y="5344"/>
                  <a:pt x="31883" y="5344"/>
                  <a:pt x="31983" y="5344"/>
                </a:cubicBezTo>
                <a:lnTo>
                  <a:pt x="35123" y="5361"/>
                </a:lnTo>
                <a:cubicBezTo>
                  <a:pt x="36909" y="5370"/>
                  <a:pt x="38696" y="5396"/>
                  <a:pt x="40482" y="5396"/>
                </a:cubicBezTo>
                <a:cubicBezTo>
                  <a:pt x="40783" y="5396"/>
                  <a:pt x="41085" y="5395"/>
                  <a:pt x="41386" y="5394"/>
                </a:cubicBezTo>
                <a:cubicBezTo>
                  <a:pt x="41731" y="5391"/>
                  <a:pt x="42128" y="5353"/>
                  <a:pt x="42339" y="5041"/>
                </a:cubicBezTo>
                <a:cubicBezTo>
                  <a:pt x="42449" y="4879"/>
                  <a:pt x="42479" y="4684"/>
                  <a:pt x="42504" y="4494"/>
                </a:cubicBezTo>
                <a:cubicBezTo>
                  <a:pt x="42543" y="4208"/>
                  <a:pt x="42577" y="3921"/>
                  <a:pt x="42605" y="3634"/>
                </a:cubicBezTo>
                <a:cubicBezTo>
                  <a:pt x="42612" y="3568"/>
                  <a:pt x="42618" y="3502"/>
                  <a:pt x="42624" y="3436"/>
                </a:cubicBezTo>
                <a:lnTo>
                  <a:pt x="42624" y="3436"/>
                </a:lnTo>
                <a:cubicBezTo>
                  <a:pt x="42698" y="4175"/>
                  <a:pt x="42799" y="4912"/>
                  <a:pt x="42927" y="5644"/>
                </a:cubicBezTo>
                <a:cubicBezTo>
                  <a:pt x="42938" y="5704"/>
                  <a:pt x="42987" y="5731"/>
                  <a:pt x="43038" y="5731"/>
                </a:cubicBezTo>
                <a:cubicBezTo>
                  <a:pt x="43091" y="5731"/>
                  <a:pt x="43147" y="5701"/>
                  <a:pt x="43161" y="5644"/>
                </a:cubicBezTo>
                <a:cubicBezTo>
                  <a:pt x="43381" y="4804"/>
                  <a:pt x="44645" y="5119"/>
                  <a:pt x="45251" y="4852"/>
                </a:cubicBezTo>
                <a:cubicBezTo>
                  <a:pt x="45816" y="4602"/>
                  <a:pt x="46074" y="4009"/>
                  <a:pt x="46390" y="3520"/>
                </a:cubicBezTo>
                <a:cubicBezTo>
                  <a:pt x="46497" y="3355"/>
                  <a:pt x="46788" y="2903"/>
                  <a:pt x="47041" y="2903"/>
                </a:cubicBezTo>
                <a:cubicBezTo>
                  <a:pt x="47066" y="2903"/>
                  <a:pt x="47091" y="2907"/>
                  <a:pt x="47116" y="2917"/>
                </a:cubicBezTo>
                <a:cubicBezTo>
                  <a:pt x="47407" y="3036"/>
                  <a:pt x="47468" y="3581"/>
                  <a:pt x="47557" y="3838"/>
                </a:cubicBezTo>
                <a:cubicBezTo>
                  <a:pt x="47783" y="4499"/>
                  <a:pt x="48335" y="4969"/>
                  <a:pt x="48973" y="5223"/>
                </a:cubicBezTo>
                <a:cubicBezTo>
                  <a:pt x="49426" y="5405"/>
                  <a:pt x="49902" y="5466"/>
                  <a:pt x="50383" y="5466"/>
                </a:cubicBezTo>
                <a:cubicBezTo>
                  <a:pt x="50912" y="5466"/>
                  <a:pt x="51447" y="5392"/>
                  <a:pt x="51964" y="5320"/>
                </a:cubicBezTo>
                <a:cubicBezTo>
                  <a:pt x="52111" y="5300"/>
                  <a:pt x="52058" y="5084"/>
                  <a:pt x="51918" y="5084"/>
                </a:cubicBezTo>
                <a:cubicBezTo>
                  <a:pt x="51912" y="5084"/>
                  <a:pt x="51906" y="5085"/>
                  <a:pt x="51899" y="5086"/>
                </a:cubicBezTo>
                <a:cubicBezTo>
                  <a:pt x="51409" y="5154"/>
                  <a:pt x="50894" y="5226"/>
                  <a:pt x="50386" y="5226"/>
                </a:cubicBezTo>
                <a:cubicBezTo>
                  <a:pt x="49883" y="5226"/>
                  <a:pt x="49386" y="5155"/>
                  <a:pt x="48925" y="4941"/>
                </a:cubicBezTo>
                <a:cubicBezTo>
                  <a:pt x="48534" y="4759"/>
                  <a:pt x="48175" y="4484"/>
                  <a:pt x="47949" y="4113"/>
                </a:cubicBezTo>
                <a:cubicBezTo>
                  <a:pt x="47761" y="3804"/>
                  <a:pt x="47718" y="3443"/>
                  <a:pt x="47571" y="3119"/>
                </a:cubicBezTo>
                <a:cubicBezTo>
                  <a:pt x="47485" y="2930"/>
                  <a:pt x="47289" y="2636"/>
                  <a:pt x="47047" y="2636"/>
                </a:cubicBezTo>
                <a:cubicBezTo>
                  <a:pt x="47034" y="2636"/>
                  <a:pt x="47020" y="2637"/>
                  <a:pt x="47006" y="2639"/>
                </a:cubicBezTo>
                <a:cubicBezTo>
                  <a:pt x="46751" y="2675"/>
                  <a:pt x="46495" y="2970"/>
                  <a:pt x="46349" y="3159"/>
                </a:cubicBezTo>
                <a:cubicBezTo>
                  <a:pt x="45947" y="3679"/>
                  <a:pt x="45719" y="4446"/>
                  <a:pt x="45040" y="4673"/>
                </a:cubicBezTo>
                <a:cubicBezTo>
                  <a:pt x="44452" y="4869"/>
                  <a:pt x="43522" y="4702"/>
                  <a:pt x="43101" y="5225"/>
                </a:cubicBezTo>
                <a:lnTo>
                  <a:pt x="43101" y="5225"/>
                </a:lnTo>
                <a:cubicBezTo>
                  <a:pt x="42895" y="3953"/>
                  <a:pt x="42772" y="2670"/>
                  <a:pt x="42733" y="1382"/>
                </a:cubicBezTo>
                <a:lnTo>
                  <a:pt x="42733" y="1382"/>
                </a:lnTo>
                <a:cubicBezTo>
                  <a:pt x="42739" y="973"/>
                  <a:pt x="42735" y="564"/>
                  <a:pt x="42721" y="155"/>
                </a:cubicBezTo>
                <a:lnTo>
                  <a:pt x="42721" y="155"/>
                </a:lnTo>
                <a:cubicBezTo>
                  <a:pt x="42721" y="146"/>
                  <a:pt x="42722" y="137"/>
                  <a:pt x="42722" y="128"/>
                </a:cubicBezTo>
                <a:lnTo>
                  <a:pt x="42720" y="128"/>
                </a:lnTo>
                <a:cubicBezTo>
                  <a:pt x="42720" y="127"/>
                  <a:pt x="42720" y="127"/>
                  <a:pt x="42720" y="127"/>
                </a:cubicBezTo>
                <a:cubicBezTo>
                  <a:pt x="42718" y="48"/>
                  <a:pt x="42658" y="9"/>
                  <a:pt x="42598" y="9"/>
                </a:cubicBezTo>
                <a:cubicBezTo>
                  <a:pt x="42538" y="9"/>
                  <a:pt x="42479" y="48"/>
                  <a:pt x="42479" y="127"/>
                </a:cubicBezTo>
                <a:cubicBezTo>
                  <a:pt x="42474" y="547"/>
                  <a:pt x="42478" y="968"/>
                  <a:pt x="42491" y="1388"/>
                </a:cubicBezTo>
                <a:lnTo>
                  <a:pt x="42491" y="1388"/>
                </a:lnTo>
                <a:cubicBezTo>
                  <a:pt x="42483" y="1969"/>
                  <a:pt x="42456" y="2550"/>
                  <a:pt x="42410" y="3129"/>
                </a:cubicBezTo>
                <a:cubicBezTo>
                  <a:pt x="42370" y="3623"/>
                  <a:pt x="42340" y="4134"/>
                  <a:pt x="42242" y="4620"/>
                </a:cubicBezTo>
                <a:cubicBezTo>
                  <a:pt x="42144" y="5115"/>
                  <a:pt x="41735" y="5153"/>
                  <a:pt x="41323" y="5153"/>
                </a:cubicBezTo>
                <a:cubicBezTo>
                  <a:pt x="41263" y="5153"/>
                  <a:pt x="41203" y="5152"/>
                  <a:pt x="41144" y="5152"/>
                </a:cubicBezTo>
                <a:lnTo>
                  <a:pt x="35073" y="5119"/>
                </a:lnTo>
                <a:cubicBezTo>
                  <a:pt x="34771" y="5118"/>
                  <a:pt x="34469" y="5117"/>
                  <a:pt x="34166" y="5117"/>
                </a:cubicBezTo>
                <a:cubicBezTo>
                  <a:pt x="33486" y="5117"/>
                  <a:pt x="32806" y="5120"/>
                  <a:pt x="32125" y="5120"/>
                </a:cubicBezTo>
                <a:cubicBezTo>
                  <a:pt x="31142" y="5120"/>
                  <a:pt x="30159" y="5114"/>
                  <a:pt x="29178" y="5086"/>
                </a:cubicBezTo>
                <a:cubicBezTo>
                  <a:pt x="28519" y="5065"/>
                  <a:pt x="27783" y="4994"/>
                  <a:pt x="27217" y="4622"/>
                </a:cubicBezTo>
                <a:cubicBezTo>
                  <a:pt x="26919" y="4426"/>
                  <a:pt x="26740" y="4160"/>
                  <a:pt x="26622" y="3828"/>
                </a:cubicBezTo>
                <a:cubicBezTo>
                  <a:pt x="26533" y="3574"/>
                  <a:pt x="26445" y="3278"/>
                  <a:pt x="26246" y="3087"/>
                </a:cubicBezTo>
                <a:cubicBezTo>
                  <a:pt x="26151" y="2995"/>
                  <a:pt x="26043" y="2953"/>
                  <a:pt x="25934" y="2953"/>
                </a:cubicBezTo>
                <a:cubicBezTo>
                  <a:pt x="25798" y="2953"/>
                  <a:pt x="25663" y="3017"/>
                  <a:pt x="25552" y="3125"/>
                </a:cubicBezTo>
                <a:cubicBezTo>
                  <a:pt x="25223" y="3451"/>
                  <a:pt x="24945" y="3797"/>
                  <a:pt x="24571" y="4078"/>
                </a:cubicBezTo>
                <a:cubicBezTo>
                  <a:pt x="23868" y="4607"/>
                  <a:pt x="23044" y="4950"/>
                  <a:pt x="22179" y="5091"/>
                </a:cubicBezTo>
                <a:lnTo>
                  <a:pt x="22179" y="5091"/>
                </a:lnTo>
                <a:lnTo>
                  <a:pt x="21497" y="127"/>
                </a:lnTo>
                <a:cubicBezTo>
                  <a:pt x="21488" y="65"/>
                  <a:pt x="21446" y="39"/>
                  <a:pt x="21399" y="39"/>
                </a:cubicBezTo>
                <a:cubicBezTo>
                  <a:pt x="21336" y="39"/>
                  <a:pt x="21265" y="87"/>
                  <a:pt x="21258" y="159"/>
                </a:cubicBezTo>
                <a:cubicBezTo>
                  <a:pt x="21127" y="1614"/>
                  <a:pt x="21026" y="3075"/>
                  <a:pt x="20866" y="4526"/>
                </a:cubicBezTo>
                <a:cubicBezTo>
                  <a:pt x="20849" y="4672"/>
                  <a:pt x="20838" y="4844"/>
                  <a:pt x="20746" y="4966"/>
                </a:cubicBezTo>
                <a:cubicBezTo>
                  <a:pt x="20643" y="5102"/>
                  <a:pt x="20478" y="5116"/>
                  <a:pt x="20315" y="5116"/>
                </a:cubicBezTo>
                <a:cubicBezTo>
                  <a:pt x="20271" y="5116"/>
                  <a:pt x="20228" y="5115"/>
                  <a:pt x="20185" y="5115"/>
                </a:cubicBezTo>
                <a:cubicBezTo>
                  <a:pt x="20173" y="5115"/>
                  <a:pt x="20161" y="5115"/>
                  <a:pt x="20150" y="5116"/>
                </a:cubicBezTo>
                <a:lnTo>
                  <a:pt x="19018" y="5136"/>
                </a:lnTo>
                <a:lnTo>
                  <a:pt x="16856" y="5176"/>
                </a:lnTo>
                <a:lnTo>
                  <a:pt x="12431" y="5259"/>
                </a:lnTo>
                <a:cubicBezTo>
                  <a:pt x="12062" y="5266"/>
                  <a:pt x="11674" y="5285"/>
                  <a:pt x="11285" y="5285"/>
                </a:cubicBezTo>
                <a:cubicBezTo>
                  <a:pt x="10553" y="5285"/>
                  <a:pt x="9814" y="5219"/>
                  <a:pt x="9173" y="4889"/>
                </a:cubicBezTo>
                <a:cubicBezTo>
                  <a:pt x="8635" y="4611"/>
                  <a:pt x="8395" y="4182"/>
                  <a:pt x="8178" y="3639"/>
                </a:cubicBezTo>
                <a:cubicBezTo>
                  <a:pt x="8011" y="3221"/>
                  <a:pt x="7804" y="2767"/>
                  <a:pt x="7300" y="2728"/>
                </a:cubicBezTo>
                <a:cubicBezTo>
                  <a:pt x="7297" y="2728"/>
                  <a:pt x="7294" y="2728"/>
                  <a:pt x="7291" y="2728"/>
                </a:cubicBezTo>
                <a:cubicBezTo>
                  <a:pt x="7240" y="2728"/>
                  <a:pt x="7200" y="2772"/>
                  <a:pt x="7183" y="2816"/>
                </a:cubicBezTo>
                <a:cubicBezTo>
                  <a:pt x="6850" y="3684"/>
                  <a:pt x="6109" y="4365"/>
                  <a:pt x="5212" y="4616"/>
                </a:cubicBezTo>
                <a:cubicBezTo>
                  <a:pt x="4778" y="4737"/>
                  <a:pt x="4185" y="4833"/>
                  <a:pt x="3880" y="5183"/>
                </a:cubicBezTo>
                <a:lnTo>
                  <a:pt x="3880" y="5183"/>
                </a:lnTo>
                <a:cubicBezTo>
                  <a:pt x="3695" y="3497"/>
                  <a:pt x="3535" y="1808"/>
                  <a:pt x="3398" y="117"/>
                </a:cubicBezTo>
                <a:cubicBezTo>
                  <a:pt x="3392" y="40"/>
                  <a:pt x="3329" y="1"/>
                  <a:pt x="3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32300" y="445025"/>
            <a:ext cx="76794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500"/>
              <a:buFont typeface="Outfit ExtraBold"/>
              <a:buNone/>
              <a:defRPr sz="3500">
                <a:solidFill>
                  <a:schemeClr val="dk1"/>
                </a:solidFill>
                <a:latin typeface="Outfit ExtraBold"/>
                <a:ea typeface="Outfit ExtraBold"/>
                <a:cs typeface="Outfit ExtraBold"/>
                <a:sym typeface="Outfit ExtraBold"/>
              </a:defRPr>
            </a:lvl1pPr>
            <a:lvl2pPr lvl="1">
              <a:spcBef>
                <a:spcPts val="0"/>
              </a:spcBef>
              <a:spcAft>
                <a:spcPts val="0"/>
              </a:spcAft>
              <a:buClr>
                <a:schemeClr val="dk1"/>
              </a:buClr>
              <a:buSzPts val="3500"/>
              <a:buFont typeface="Outfit"/>
              <a:buNone/>
              <a:defRPr sz="3500">
                <a:solidFill>
                  <a:schemeClr val="dk1"/>
                </a:solidFill>
                <a:latin typeface="Outfit"/>
                <a:ea typeface="Outfit"/>
                <a:cs typeface="Outfit"/>
                <a:sym typeface="Outfit"/>
              </a:defRPr>
            </a:lvl2pPr>
            <a:lvl3pPr lvl="2">
              <a:spcBef>
                <a:spcPts val="0"/>
              </a:spcBef>
              <a:spcAft>
                <a:spcPts val="0"/>
              </a:spcAft>
              <a:buClr>
                <a:schemeClr val="dk1"/>
              </a:buClr>
              <a:buSzPts val="3500"/>
              <a:buFont typeface="Outfit"/>
              <a:buNone/>
              <a:defRPr sz="3500">
                <a:solidFill>
                  <a:schemeClr val="dk1"/>
                </a:solidFill>
                <a:latin typeface="Outfit"/>
                <a:ea typeface="Outfit"/>
                <a:cs typeface="Outfit"/>
                <a:sym typeface="Outfit"/>
              </a:defRPr>
            </a:lvl3pPr>
            <a:lvl4pPr lvl="3">
              <a:spcBef>
                <a:spcPts val="0"/>
              </a:spcBef>
              <a:spcAft>
                <a:spcPts val="0"/>
              </a:spcAft>
              <a:buClr>
                <a:schemeClr val="dk1"/>
              </a:buClr>
              <a:buSzPts val="3500"/>
              <a:buFont typeface="Outfit"/>
              <a:buNone/>
              <a:defRPr sz="3500">
                <a:solidFill>
                  <a:schemeClr val="dk1"/>
                </a:solidFill>
                <a:latin typeface="Outfit"/>
                <a:ea typeface="Outfit"/>
                <a:cs typeface="Outfit"/>
                <a:sym typeface="Outfit"/>
              </a:defRPr>
            </a:lvl4pPr>
            <a:lvl5pPr lvl="4">
              <a:spcBef>
                <a:spcPts val="0"/>
              </a:spcBef>
              <a:spcAft>
                <a:spcPts val="0"/>
              </a:spcAft>
              <a:buClr>
                <a:schemeClr val="dk1"/>
              </a:buClr>
              <a:buSzPts val="3500"/>
              <a:buFont typeface="Outfit"/>
              <a:buNone/>
              <a:defRPr sz="3500">
                <a:solidFill>
                  <a:schemeClr val="dk1"/>
                </a:solidFill>
                <a:latin typeface="Outfit"/>
                <a:ea typeface="Outfit"/>
                <a:cs typeface="Outfit"/>
                <a:sym typeface="Outfit"/>
              </a:defRPr>
            </a:lvl5pPr>
            <a:lvl6pPr lvl="5">
              <a:spcBef>
                <a:spcPts val="0"/>
              </a:spcBef>
              <a:spcAft>
                <a:spcPts val="0"/>
              </a:spcAft>
              <a:buClr>
                <a:schemeClr val="dk1"/>
              </a:buClr>
              <a:buSzPts val="3500"/>
              <a:buFont typeface="Outfit"/>
              <a:buNone/>
              <a:defRPr sz="3500">
                <a:solidFill>
                  <a:schemeClr val="dk1"/>
                </a:solidFill>
                <a:latin typeface="Outfit"/>
                <a:ea typeface="Outfit"/>
                <a:cs typeface="Outfit"/>
                <a:sym typeface="Outfit"/>
              </a:defRPr>
            </a:lvl6pPr>
            <a:lvl7pPr lvl="6">
              <a:spcBef>
                <a:spcPts val="0"/>
              </a:spcBef>
              <a:spcAft>
                <a:spcPts val="0"/>
              </a:spcAft>
              <a:buClr>
                <a:schemeClr val="dk1"/>
              </a:buClr>
              <a:buSzPts val="3500"/>
              <a:buFont typeface="Outfit"/>
              <a:buNone/>
              <a:defRPr sz="3500">
                <a:solidFill>
                  <a:schemeClr val="dk1"/>
                </a:solidFill>
                <a:latin typeface="Outfit"/>
                <a:ea typeface="Outfit"/>
                <a:cs typeface="Outfit"/>
                <a:sym typeface="Outfit"/>
              </a:defRPr>
            </a:lvl7pPr>
            <a:lvl8pPr lvl="7">
              <a:spcBef>
                <a:spcPts val="0"/>
              </a:spcBef>
              <a:spcAft>
                <a:spcPts val="0"/>
              </a:spcAft>
              <a:buClr>
                <a:schemeClr val="dk1"/>
              </a:buClr>
              <a:buSzPts val="3500"/>
              <a:buFont typeface="Outfit"/>
              <a:buNone/>
              <a:defRPr sz="3500">
                <a:solidFill>
                  <a:schemeClr val="dk1"/>
                </a:solidFill>
                <a:latin typeface="Outfit"/>
                <a:ea typeface="Outfit"/>
                <a:cs typeface="Outfit"/>
                <a:sym typeface="Outfit"/>
              </a:defRPr>
            </a:lvl8pPr>
            <a:lvl9pPr lvl="8">
              <a:spcBef>
                <a:spcPts val="0"/>
              </a:spcBef>
              <a:spcAft>
                <a:spcPts val="0"/>
              </a:spcAft>
              <a:buClr>
                <a:schemeClr val="dk1"/>
              </a:buClr>
              <a:buSzPts val="3500"/>
              <a:buFont typeface="Outfit"/>
              <a:buNone/>
              <a:defRPr sz="3500">
                <a:solidFill>
                  <a:schemeClr val="dk1"/>
                </a:solidFill>
                <a:latin typeface="Outfit"/>
                <a:ea typeface="Outfit"/>
                <a:cs typeface="Outfit"/>
                <a:sym typeface="Outfit"/>
              </a:defRPr>
            </a:lvl9pPr>
          </a:lstStyle>
          <a:p>
            <a:endParaRPr/>
          </a:p>
        </p:txBody>
      </p:sp>
      <p:sp>
        <p:nvSpPr>
          <p:cNvPr id="7" name="Google Shape;7;p1"/>
          <p:cNvSpPr txBox="1">
            <a:spLocks noGrp="1"/>
          </p:cNvSpPr>
          <p:nvPr>
            <p:ph type="body" idx="1"/>
          </p:nvPr>
        </p:nvSpPr>
        <p:spPr>
          <a:xfrm>
            <a:off x="732300" y="1152475"/>
            <a:ext cx="76794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Karla"/>
              <a:buChar char="●"/>
              <a:defRPr sz="1800">
                <a:solidFill>
                  <a:schemeClr val="dk1"/>
                </a:solidFill>
                <a:latin typeface="Karla"/>
                <a:ea typeface="Karla"/>
                <a:cs typeface="Karla"/>
                <a:sym typeface="Karla"/>
              </a:defRPr>
            </a:lvl1pPr>
            <a:lvl2pPr marL="914400" lvl="1"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marL="1371600" lvl="2"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marL="1828800" lvl="3"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marL="2286000" lvl="4"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marL="2743200" lvl="5"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marL="3200400" lvl="6"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marL="3657600" lvl="7"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marL="4114800" lvl="8"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8" r:id="rId9"/>
    <p:sldLayoutId id="2147483659" r:id="rId10"/>
    <p:sldLayoutId id="2147483660" r:id="rId11"/>
    <p:sldLayoutId id="2147483662" r:id="rId12"/>
    <p:sldLayoutId id="2147483663" r:id="rId13"/>
    <p:sldLayoutId id="2147483664" r:id="rId14"/>
    <p:sldLayoutId id="2147483666" r:id="rId15"/>
    <p:sldLayoutId id="2147483667" r:id="rId16"/>
    <p:sldLayoutId id="2147483668" r:id="rId17"/>
    <p:sldLayoutId id="2147483670" r:id="rId18"/>
    <p:sldLayoutId id="2147483671" r:id="rId19"/>
    <p:sldLayoutId id="2147483672" r:id="rId20"/>
    <p:sldLayoutId id="2147483673" r:id="rId21"/>
    <p:sldLayoutId id="2147483675" r:id="rId22"/>
    <p:sldLayoutId id="2147483676" r:id="rId23"/>
    <p:sldLayoutId id="2147483677"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25.xml"/><Relationship Id="rId7" Type="http://schemas.openxmlformats.org/officeDocument/2006/relationships/hyperlink" Target="http://bit.ly/33VAFh3" TargetMode="External"/><Relationship Id="rId12" Type="http://schemas.openxmlformats.org/officeDocument/2006/relationships/hyperlink" Target="https://vidfy.com/?utm_source=slidesgo_template&amp;utm_medium=referral-link&amp;utm_campaign=promo-slide&amp;utm_term=slidesgo&amp;utm_content=vidfy"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bit.ly/2Tynxth"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hyperlink" Target="https://docs.google.com/spreadsheets/d/1bcA8-ED0zs9c3u4cmn46Lhd47d_s0mmhUMZ3XEbQy3s/copy#gid=7268916"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35"/>
          <p:cNvSpPr txBox="1">
            <a:spLocks noGrp="1"/>
          </p:cNvSpPr>
          <p:nvPr>
            <p:ph type="ctrTitle"/>
          </p:nvPr>
        </p:nvSpPr>
        <p:spPr>
          <a:xfrm>
            <a:off x="450750" y="1124775"/>
            <a:ext cx="8242500" cy="207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a:t>Cardiovascular Diseases:</a:t>
            </a:r>
            <a:r>
              <a:rPr lang="en" sz="5500"/>
              <a:t> </a:t>
            </a:r>
            <a:r>
              <a:rPr lang="en" sz="8500">
                <a:solidFill>
                  <a:schemeClr val="accent1"/>
                </a:solidFill>
              </a:rPr>
              <a:t>Arrhythmia</a:t>
            </a:r>
            <a:r>
              <a:rPr lang="en" sz="5500"/>
              <a:t> </a:t>
            </a:r>
            <a:endParaRPr sz="5500"/>
          </a:p>
        </p:txBody>
      </p:sp>
      <p:sp>
        <p:nvSpPr>
          <p:cNvPr id="772" name="Google Shape;772;p35"/>
          <p:cNvSpPr txBox="1">
            <a:spLocks noGrp="1"/>
          </p:cNvSpPr>
          <p:nvPr>
            <p:ph type="subTitle" idx="1"/>
          </p:nvPr>
        </p:nvSpPr>
        <p:spPr>
          <a:xfrm>
            <a:off x="1771050" y="3519225"/>
            <a:ext cx="5601900" cy="49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36"/>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a:t>Contents of this template</a:t>
            </a:r>
            <a:endParaRPr sz="3500"/>
          </a:p>
        </p:txBody>
      </p:sp>
      <p:graphicFrame>
        <p:nvGraphicFramePr>
          <p:cNvPr id="778" name="Google Shape;778;p36"/>
          <p:cNvGraphicFramePr/>
          <p:nvPr/>
        </p:nvGraphicFramePr>
        <p:xfrm>
          <a:off x="720000" y="1705800"/>
          <a:ext cx="3000000" cy="3000000"/>
        </p:xfrm>
        <a:graphic>
          <a:graphicData uri="http://schemas.openxmlformats.org/drawingml/2006/table">
            <a:tbl>
              <a:tblPr>
                <a:noFill/>
                <a:tableStyleId>{8C5E68EA-1443-40B1-B184-013054D8DD72}</a:tableStyleId>
              </a:tblPr>
              <a:tblGrid>
                <a:gridCol w="2649975">
                  <a:extLst>
                    <a:ext uri="{9D8B030D-6E8A-4147-A177-3AD203B41FA5}">
                      <a16:colId xmlns:a16="http://schemas.microsoft.com/office/drawing/2014/main" val="20000"/>
                    </a:ext>
                  </a:extLst>
                </a:gridCol>
                <a:gridCol w="5142550">
                  <a:extLst>
                    <a:ext uri="{9D8B030D-6E8A-4147-A177-3AD203B41FA5}">
                      <a16:colId xmlns:a16="http://schemas.microsoft.com/office/drawing/2014/main" val="20001"/>
                    </a:ext>
                  </a:extLst>
                </a:gridCol>
              </a:tblGrid>
              <a:tr h="365725">
                <a:tc>
                  <a:txBody>
                    <a:bodyPr/>
                    <a:lstStyle/>
                    <a:p>
                      <a:pPr marL="0" lvl="0" indent="0" algn="l" rtl="0">
                        <a:spcBef>
                          <a:spcPts val="0"/>
                        </a:spcBef>
                        <a:spcAft>
                          <a:spcPts val="0"/>
                        </a:spcAft>
                        <a:buNone/>
                      </a:pPr>
                      <a:r>
                        <a:rPr lang="en" sz="1100" b="1">
                          <a:solidFill>
                            <a:schemeClr val="hlink"/>
                          </a:solidFill>
                          <a:uFill>
                            <a:noFill/>
                          </a:uFill>
                          <a:latin typeface="Karla"/>
                          <a:ea typeface="Karla"/>
                          <a:cs typeface="Karla"/>
                          <a:sym typeface="Karla"/>
                          <a:hlinkClick r:id="" action="ppaction://noaction"/>
                        </a:rPr>
                        <a:t>Fonts</a:t>
                      </a:r>
                      <a:endParaRPr sz="1100" b="1">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Karla"/>
                          <a:ea typeface="Karla"/>
                          <a:cs typeface="Karla"/>
                          <a:sym typeface="Karla"/>
                        </a:rPr>
                        <a:t>To view this template correctly in PowerPoint, download and install the fonts we used</a:t>
                      </a:r>
                      <a:endParaRPr sz="1000">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0"/>
                  </a:ext>
                </a:extLst>
              </a:tr>
              <a:tr h="365725">
                <a:tc>
                  <a:txBody>
                    <a:bodyPr/>
                    <a:lstStyle/>
                    <a:p>
                      <a:pPr marL="0" lvl="0" indent="0" algn="l" rtl="0">
                        <a:spcBef>
                          <a:spcPts val="0"/>
                        </a:spcBef>
                        <a:spcAft>
                          <a:spcPts val="0"/>
                        </a:spcAft>
                        <a:buNone/>
                      </a:pPr>
                      <a:r>
                        <a:rPr lang="en" sz="1100" b="1">
                          <a:solidFill>
                            <a:schemeClr val="hlink"/>
                          </a:solidFill>
                          <a:uFill>
                            <a:noFill/>
                          </a:uFill>
                          <a:latin typeface="Karla"/>
                          <a:ea typeface="Karla"/>
                          <a:cs typeface="Karla"/>
                          <a:sym typeface="Karla"/>
                          <a:hlinkClick r:id="" action="ppaction://noaction"/>
                        </a:rPr>
                        <a:t>Used</a:t>
                      </a:r>
                      <a:r>
                        <a:rPr lang="en" sz="1100" b="1">
                          <a:solidFill>
                            <a:schemeClr val="dk1"/>
                          </a:solidFill>
                          <a:latin typeface="Karla"/>
                          <a:ea typeface="Karla"/>
                          <a:cs typeface="Karla"/>
                          <a:sym typeface="Karla"/>
                        </a:rPr>
                        <a:t> and </a:t>
                      </a:r>
                      <a:r>
                        <a:rPr lang="en" sz="1100" b="1">
                          <a:solidFill>
                            <a:schemeClr val="hlink"/>
                          </a:solidFill>
                          <a:uFill>
                            <a:noFill/>
                          </a:uFill>
                          <a:latin typeface="Karla"/>
                          <a:ea typeface="Karla"/>
                          <a:cs typeface="Karla"/>
                          <a:sym typeface="Karla"/>
                          <a:hlinkClick r:id="" action="ppaction://noaction"/>
                        </a:rPr>
                        <a:t>alternative</a:t>
                      </a:r>
                      <a:r>
                        <a:rPr lang="en" sz="1100" b="1">
                          <a:solidFill>
                            <a:schemeClr val="hlink"/>
                          </a:solidFill>
                          <a:uFill>
                            <a:noFill/>
                          </a:uFill>
                          <a:latin typeface="Karla"/>
                          <a:ea typeface="Karla"/>
                          <a:cs typeface="Karla"/>
                          <a:sym typeface="Karla"/>
                          <a:hlinkClick r:id="" action="ppaction://noaction"/>
                        </a:rPr>
                        <a:t> resources</a:t>
                      </a:r>
                      <a:endParaRPr sz="1100" b="1">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en" sz="1000">
                          <a:solidFill>
                            <a:schemeClr val="dk1"/>
                          </a:solidFill>
                          <a:latin typeface="Karla"/>
                          <a:ea typeface="Karla"/>
                          <a:cs typeface="Karla"/>
                          <a:sym typeface="Karla"/>
                        </a:rPr>
                        <a:t>An assortment of graphic resources that are suitable for use in this presentation</a:t>
                      </a:r>
                      <a:endParaRPr sz="1000">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365725">
                <a:tc>
                  <a:txBody>
                    <a:bodyPr/>
                    <a:lstStyle/>
                    <a:p>
                      <a:pPr marL="0" lvl="0" indent="0" algn="l" rtl="0">
                        <a:spcBef>
                          <a:spcPts val="0"/>
                        </a:spcBef>
                        <a:spcAft>
                          <a:spcPts val="0"/>
                        </a:spcAft>
                        <a:buNone/>
                      </a:pPr>
                      <a:r>
                        <a:rPr lang="en" sz="1100" b="1">
                          <a:solidFill>
                            <a:schemeClr val="hlink"/>
                          </a:solidFill>
                          <a:uFill>
                            <a:noFill/>
                          </a:uFill>
                          <a:latin typeface="Karla"/>
                          <a:ea typeface="Karla"/>
                          <a:cs typeface="Karla"/>
                          <a:sym typeface="Karla"/>
                          <a:hlinkClick r:id="rId3" action="ppaction://hlinksldjump"/>
                        </a:rPr>
                        <a:t>Thanks slide</a:t>
                      </a:r>
                      <a:endParaRPr sz="1100" b="1">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Karla"/>
                          <a:ea typeface="Karla"/>
                          <a:cs typeface="Karla"/>
                          <a:sym typeface="Karla"/>
                        </a:rPr>
                        <a:t>You must keep it so that proper credits for our design are given</a:t>
                      </a:r>
                      <a:endParaRPr sz="1000">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365725">
                <a:tc>
                  <a:txBody>
                    <a:bodyPr/>
                    <a:lstStyle/>
                    <a:p>
                      <a:pPr marL="0" lvl="0" indent="0" algn="l" rtl="0">
                        <a:spcBef>
                          <a:spcPts val="0"/>
                        </a:spcBef>
                        <a:spcAft>
                          <a:spcPts val="0"/>
                        </a:spcAft>
                        <a:buNone/>
                      </a:pPr>
                      <a:r>
                        <a:rPr lang="en" sz="1100" b="1">
                          <a:solidFill>
                            <a:schemeClr val="hlink"/>
                          </a:solidFill>
                          <a:uFill>
                            <a:noFill/>
                          </a:uFill>
                          <a:latin typeface="Karla"/>
                          <a:ea typeface="Karla"/>
                          <a:cs typeface="Karla"/>
                          <a:sym typeface="Karla"/>
                          <a:hlinkClick r:id="" action="ppaction://noaction"/>
                        </a:rPr>
                        <a:t>Colors</a:t>
                      </a:r>
                      <a:endParaRPr sz="1100" b="1">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Karla"/>
                          <a:ea typeface="Karla"/>
                          <a:cs typeface="Karla"/>
                          <a:sym typeface="Karla"/>
                        </a:rPr>
                        <a:t>All the colors used in this presentation</a:t>
                      </a:r>
                      <a:endParaRPr sz="1000">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365725">
                <a:tc>
                  <a:txBody>
                    <a:bodyPr/>
                    <a:lstStyle/>
                    <a:p>
                      <a:pPr marL="0" lvl="0" indent="0" algn="l" rtl="0">
                        <a:spcBef>
                          <a:spcPts val="0"/>
                        </a:spcBef>
                        <a:spcAft>
                          <a:spcPts val="0"/>
                        </a:spcAft>
                        <a:buNone/>
                      </a:pPr>
                      <a:r>
                        <a:rPr lang="en" sz="1100" b="1">
                          <a:solidFill>
                            <a:schemeClr val="hlink"/>
                          </a:solidFill>
                          <a:uFill>
                            <a:noFill/>
                          </a:uFill>
                          <a:latin typeface="Karla"/>
                          <a:ea typeface="Karla"/>
                          <a:cs typeface="Karla"/>
                          <a:sym typeface="Karla"/>
                          <a:hlinkClick r:id="" action="ppaction://noaction"/>
                        </a:rPr>
                        <a:t>Icons</a:t>
                      </a:r>
                      <a:r>
                        <a:rPr lang="en" sz="1100" b="1">
                          <a:solidFill>
                            <a:schemeClr val="dk1"/>
                          </a:solidFill>
                          <a:latin typeface="Karla"/>
                          <a:ea typeface="Karla"/>
                          <a:cs typeface="Karla"/>
                          <a:sym typeface="Karla"/>
                        </a:rPr>
                        <a:t> and </a:t>
                      </a:r>
                      <a:r>
                        <a:rPr lang="en" sz="1100" b="1">
                          <a:solidFill>
                            <a:schemeClr val="hlink"/>
                          </a:solidFill>
                          <a:uFill>
                            <a:noFill/>
                          </a:uFill>
                          <a:latin typeface="Karla"/>
                          <a:ea typeface="Karla"/>
                          <a:cs typeface="Karla"/>
                          <a:sym typeface="Karla"/>
                          <a:hlinkClick r:id="" action="ppaction://noaction"/>
                        </a:rPr>
                        <a:t>infographic resources</a:t>
                      </a:r>
                      <a:endParaRPr sz="1100" b="1">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Karla"/>
                          <a:ea typeface="Karla"/>
                          <a:cs typeface="Karla"/>
                          <a:sym typeface="Karla"/>
                        </a:rPr>
                        <a:t>These can be used in the template, and their size and color can be edited</a:t>
                      </a:r>
                      <a:endParaRPr sz="1000">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r h="365725">
                <a:tc>
                  <a:txBody>
                    <a:bodyPr/>
                    <a:lstStyle/>
                    <a:p>
                      <a:pPr marL="0" lvl="0" indent="0" algn="l" rtl="0">
                        <a:spcBef>
                          <a:spcPts val="0"/>
                        </a:spcBef>
                        <a:spcAft>
                          <a:spcPts val="0"/>
                        </a:spcAft>
                        <a:buNone/>
                      </a:pPr>
                      <a:r>
                        <a:rPr lang="en" sz="1100" b="1">
                          <a:solidFill>
                            <a:schemeClr val="dk1"/>
                          </a:solidFill>
                          <a:latin typeface="Karla"/>
                          <a:ea typeface="Karla"/>
                          <a:cs typeface="Karla"/>
                          <a:sym typeface="Karla"/>
                        </a:rPr>
                        <a:t>Editable presentation theme </a:t>
                      </a:r>
                      <a:endParaRPr sz="1100" b="1">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Karla"/>
                          <a:ea typeface="Karla"/>
                          <a:cs typeface="Karla"/>
                          <a:sym typeface="Karla"/>
                        </a:rPr>
                        <a:t>You can edit the master slides easily. For more info, click </a:t>
                      </a:r>
                      <a:r>
                        <a:rPr lang="en" sz="1100" b="1">
                          <a:solidFill>
                            <a:schemeClr val="dk1"/>
                          </a:solidFill>
                          <a:uFill>
                            <a:noFill/>
                          </a:uFill>
                          <a:latin typeface="Karla"/>
                          <a:ea typeface="Karla"/>
                          <a:cs typeface="Karla"/>
                          <a:sym typeface="Karl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Karla"/>
                        <a:ea typeface="Karla"/>
                        <a:cs typeface="Karla"/>
                        <a:sym typeface="Karla"/>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779" name="Google Shape;779;p36"/>
          <p:cNvSpPr txBox="1"/>
          <p:nvPr/>
        </p:nvSpPr>
        <p:spPr>
          <a:xfrm>
            <a:off x="720000" y="1170200"/>
            <a:ext cx="77040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Karla"/>
                <a:ea typeface="Karla"/>
                <a:cs typeface="Karla"/>
                <a:sym typeface="Karla"/>
              </a:rPr>
              <a:t>This is a slide structure based on a disease presentation</a:t>
            </a:r>
            <a:endParaRPr sz="1200" b="1">
              <a:solidFill>
                <a:schemeClr val="dk1"/>
              </a:solidFill>
              <a:latin typeface="Karla"/>
              <a:ea typeface="Karla"/>
              <a:cs typeface="Karla"/>
              <a:sym typeface="Karla"/>
            </a:endParaRPr>
          </a:p>
          <a:p>
            <a:pPr marL="0" lvl="0" indent="0" algn="l" rtl="0">
              <a:spcBef>
                <a:spcPts val="0"/>
              </a:spcBef>
              <a:spcAft>
                <a:spcPts val="0"/>
              </a:spcAft>
              <a:buNone/>
            </a:pPr>
            <a:r>
              <a:rPr lang="en" sz="1200">
                <a:solidFill>
                  <a:schemeClr val="dk1"/>
                </a:solidFill>
                <a:latin typeface="Karla"/>
                <a:ea typeface="Karla"/>
                <a:cs typeface="Karla"/>
                <a:sym typeface="Karla"/>
              </a:rPr>
              <a:t>You can delete this slide when you’re done editing the presentation</a:t>
            </a:r>
            <a:endParaRPr sz="1200" b="1">
              <a:solidFill>
                <a:schemeClr val="dk1"/>
              </a:solidFill>
              <a:latin typeface="Karla"/>
              <a:ea typeface="Karla"/>
              <a:cs typeface="Karla"/>
              <a:sym typeface="Karla"/>
            </a:endParaRPr>
          </a:p>
        </p:txBody>
      </p:sp>
      <p:sp>
        <p:nvSpPr>
          <p:cNvPr id="780" name="Google Shape;780;p36"/>
          <p:cNvSpPr txBox="1"/>
          <p:nvPr/>
        </p:nvSpPr>
        <p:spPr>
          <a:xfrm>
            <a:off x="1006350" y="4067800"/>
            <a:ext cx="3343200" cy="396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Karla"/>
                <a:ea typeface="Karla"/>
                <a:cs typeface="Karla"/>
                <a:sym typeface="Karla"/>
              </a:rPr>
              <a:t>For more info:</a:t>
            </a:r>
            <a:br>
              <a:rPr lang="en" sz="1000" b="1">
                <a:solidFill>
                  <a:schemeClr val="dk1"/>
                </a:solidFill>
                <a:latin typeface="Karla"/>
                <a:ea typeface="Karla"/>
                <a:cs typeface="Karla"/>
                <a:sym typeface="Karla"/>
              </a:rPr>
            </a:br>
            <a:r>
              <a:rPr lang="en" sz="1200" b="1">
                <a:solidFill>
                  <a:schemeClr val="dk1"/>
                </a:solidFill>
                <a:uFill>
                  <a:noFill/>
                </a:uFill>
                <a:latin typeface="Karla"/>
                <a:ea typeface="Karla"/>
                <a:cs typeface="Karla"/>
                <a:sym typeface="Karl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b="1">
                <a:solidFill>
                  <a:schemeClr val="dk1"/>
                </a:solidFill>
                <a:latin typeface="Karla"/>
                <a:ea typeface="Karla"/>
                <a:cs typeface="Karla"/>
                <a:sym typeface="Karla"/>
              </a:rPr>
              <a:t> | </a:t>
            </a:r>
            <a:r>
              <a:rPr lang="en" sz="1200" b="1">
                <a:solidFill>
                  <a:schemeClr val="dk1"/>
                </a:solidFill>
                <a:uFill>
                  <a:noFill/>
                </a:uFill>
                <a:latin typeface="Karla"/>
                <a:ea typeface="Karla"/>
                <a:cs typeface="Karla"/>
                <a:sym typeface="Karla"/>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SCHOOL</a:t>
            </a:r>
            <a:r>
              <a:rPr lang="en" sz="1200" b="1">
                <a:solidFill>
                  <a:schemeClr val="dk1"/>
                </a:solidFill>
                <a:latin typeface="Karla"/>
                <a:ea typeface="Karla"/>
                <a:cs typeface="Karla"/>
                <a:sym typeface="Karla"/>
              </a:rPr>
              <a:t> | </a:t>
            </a:r>
            <a:r>
              <a:rPr lang="en" sz="1200" b="1">
                <a:solidFill>
                  <a:schemeClr val="dk1"/>
                </a:solidFill>
                <a:uFill>
                  <a:noFill/>
                </a:uFill>
                <a:latin typeface="Karla"/>
                <a:ea typeface="Karla"/>
                <a:cs typeface="Karla"/>
                <a:sym typeface="Karla"/>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700" b="1">
              <a:solidFill>
                <a:schemeClr val="dk1"/>
              </a:solidFill>
              <a:latin typeface="Karla"/>
              <a:ea typeface="Karla"/>
              <a:cs typeface="Karla"/>
              <a:sym typeface="Karla"/>
            </a:endParaRPr>
          </a:p>
        </p:txBody>
      </p:sp>
      <p:sp>
        <p:nvSpPr>
          <p:cNvPr id="781" name="Google Shape;781;p36"/>
          <p:cNvSpPr txBox="1"/>
          <p:nvPr/>
        </p:nvSpPr>
        <p:spPr>
          <a:xfrm>
            <a:off x="4349550" y="4067800"/>
            <a:ext cx="3788100" cy="396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Karla"/>
                <a:ea typeface="Karla"/>
                <a:cs typeface="Karla"/>
                <a:sym typeface="Karla"/>
              </a:rPr>
              <a:t>You can visit our sister projects:</a:t>
            </a:r>
            <a:br>
              <a:rPr lang="en" sz="1000" b="1">
                <a:solidFill>
                  <a:schemeClr val="dk1"/>
                </a:solidFill>
                <a:latin typeface="Karla"/>
                <a:ea typeface="Karla"/>
                <a:cs typeface="Karla"/>
                <a:sym typeface="Karla"/>
              </a:rPr>
            </a:br>
            <a:r>
              <a:rPr lang="en" sz="1200" b="1">
                <a:solidFill>
                  <a:schemeClr val="dk1"/>
                </a:solidFill>
                <a:uFill>
                  <a:noFill/>
                </a:uFill>
                <a:latin typeface="Karla"/>
                <a:ea typeface="Karla"/>
                <a:cs typeface="Karla"/>
                <a:sym typeface="Karla"/>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b="1">
                <a:solidFill>
                  <a:schemeClr val="dk1"/>
                </a:solidFill>
                <a:latin typeface="Karla"/>
                <a:ea typeface="Karla"/>
                <a:cs typeface="Karla"/>
                <a:sym typeface="Karla"/>
              </a:rPr>
              <a:t> | </a:t>
            </a:r>
            <a:r>
              <a:rPr lang="en" sz="1200" b="1">
                <a:solidFill>
                  <a:schemeClr val="dk1"/>
                </a:solidFill>
                <a:uFill>
                  <a:noFill/>
                </a:uFill>
                <a:latin typeface="Karla"/>
                <a:ea typeface="Karla"/>
                <a:cs typeface="Karla"/>
                <a:sym typeface="Karla"/>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b="1">
                <a:solidFill>
                  <a:schemeClr val="dk1"/>
                </a:solidFill>
                <a:latin typeface="Karla"/>
                <a:ea typeface="Karla"/>
                <a:cs typeface="Karla"/>
                <a:sym typeface="Karla"/>
              </a:rPr>
              <a:t> | </a:t>
            </a:r>
            <a:r>
              <a:rPr lang="en" sz="1200" b="1">
                <a:solidFill>
                  <a:schemeClr val="dk1"/>
                </a:solidFill>
                <a:uFill>
                  <a:noFill/>
                </a:uFill>
                <a:latin typeface="Karla"/>
                <a:ea typeface="Karla"/>
                <a:cs typeface="Karla"/>
                <a:sym typeface="Karla"/>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200" b="1">
                <a:solidFill>
                  <a:schemeClr val="dk1"/>
                </a:solidFill>
                <a:latin typeface="Karla"/>
                <a:ea typeface="Karla"/>
                <a:cs typeface="Karla"/>
                <a:sym typeface="Karla"/>
              </a:rPr>
              <a:t> | </a:t>
            </a:r>
            <a:r>
              <a:rPr lang="en" sz="1200" b="1">
                <a:solidFill>
                  <a:schemeClr val="dk1"/>
                </a:solidFill>
                <a:uFill>
                  <a:noFill/>
                </a:uFill>
                <a:latin typeface="Karla"/>
                <a:ea typeface="Karla"/>
                <a:cs typeface="Karla"/>
                <a:sym typeface="Karla"/>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200" b="1">
                <a:solidFill>
                  <a:schemeClr val="dk1"/>
                </a:solidFill>
                <a:latin typeface="Karla"/>
                <a:ea typeface="Karla"/>
                <a:cs typeface="Karla"/>
                <a:sym typeface="Karla"/>
              </a:rPr>
              <a:t>| </a:t>
            </a:r>
            <a:r>
              <a:rPr lang="en" sz="1200" b="1">
                <a:solidFill>
                  <a:schemeClr val="dk1"/>
                </a:solidFill>
                <a:uFill>
                  <a:noFill/>
                </a:uFill>
                <a:latin typeface="Karla"/>
                <a:ea typeface="Karla"/>
                <a:cs typeface="Karla"/>
                <a:sym typeface="Karla"/>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VIDFY</a:t>
            </a:r>
            <a:endParaRPr sz="800" b="1">
              <a:solidFill>
                <a:schemeClr val="dk1"/>
              </a:solidFill>
              <a:latin typeface="Karla"/>
              <a:ea typeface="Karla"/>
              <a:cs typeface="Karla"/>
              <a:sym typeface="Karl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37"/>
          <p:cNvSpPr txBox="1">
            <a:spLocks noGrp="1"/>
          </p:cNvSpPr>
          <p:nvPr>
            <p:ph type="title"/>
          </p:nvPr>
        </p:nvSpPr>
        <p:spPr>
          <a:xfrm>
            <a:off x="720000" y="1849000"/>
            <a:ext cx="2336400" cy="37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disease</a:t>
            </a:r>
            <a:endParaRPr/>
          </a:p>
        </p:txBody>
      </p:sp>
      <p:sp>
        <p:nvSpPr>
          <p:cNvPr id="787" name="Google Shape;787;p37"/>
          <p:cNvSpPr txBox="1">
            <a:spLocks noGrp="1"/>
          </p:cNvSpPr>
          <p:nvPr>
            <p:ph type="title" idx="2"/>
          </p:nvPr>
        </p:nvSpPr>
        <p:spPr>
          <a:xfrm>
            <a:off x="1250550" y="1388288"/>
            <a:ext cx="1275300" cy="59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sp>
        <p:nvSpPr>
          <p:cNvPr id="788" name="Google Shape;788;p37"/>
          <p:cNvSpPr txBox="1">
            <a:spLocks noGrp="1"/>
          </p:cNvSpPr>
          <p:nvPr>
            <p:ph type="subTitle" idx="1"/>
          </p:nvPr>
        </p:nvSpPr>
        <p:spPr>
          <a:xfrm>
            <a:off x="720000" y="2186565"/>
            <a:ext cx="23364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You can describe the topic of the section here</a:t>
            </a:r>
            <a:endParaRPr/>
          </a:p>
        </p:txBody>
      </p:sp>
      <p:sp>
        <p:nvSpPr>
          <p:cNvPr id="789" name="Google Shape;789;p37"/>
          <p:cNvSpPr txBox="1">
            <a:spLocks noGrp="1"/>
          </p:cNvSpPr>
          <p:nvPr>
            <p:ph type="title" idx="3"/>
          </p:nvPr>
        </p:nvSpPr>
        <p:spPr>
          <a:xfrm>
            <a:off x="3403800" y="1849000"/>
            <a:ext cx="2336400" cy="37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Diagnosis</a:t>
            </a:r>
            <a:endParaRPr/>
          </a:p>
        </p:txBody>
      </p:sp>
      <p:sp>
        <p:nvSpPr>
          <p:cNvPr id="790" name="Google Shape;790;p37"/>
          <p:cNvSpPr txBox="1">
            <a:spLocks noGrp="1"/>
          </p:cNvSpPr>
          <p:nvPr>
            <p:ph type="title" idx="4"/>
          </p:nvPr>
        </p:nvSpPr>
        <p:spPr>
          <a:xfrm>
            <a:off x="3934350" y="1388288"/>
            <a:ext cx="1275300" cy="59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a:p>
        </p:txBody>
      </p:sp>
      <p:sp>
        <p:nvSpPr>
          <p:cNvPr id="791" name="Google Shape;791;p37"/>
          <p:cNvSpPr txBox="1">
            <a:spLocks noGrp="1"/>
          </p:cNvSpPr>
          <p:nvPr>
            <p:ph type="subTitle" idx="5"/>
          </p:nvPr>
        </p:nvSpPr>
        <p:spPr>
          <a:xfrm>
            <a:off x="3403800" y="2186565"/>
            <a:ext cx="23364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You can describe the topic of the section here</a:t>
            </a:r>
            <a:endParaRPr/>
          </a:p>
        </p:txBody>
      </p:sp>
      <p:sp>
        <p:nvSpPr>
          <p:cNvPr id="792" name="Google Shape;792;p37"/>
          <p:cNvSpPr txBox="1">
            <a:spLocks noGrp="1"/>
          </p:cNvSpPr>
          <p:nvPr>
            <p:ph type="title" idx="6"/>
          </p:nvPr>
        </p:nvSpPr>
        <p:spPr>
          <a:xfrm>
            <a:off x="5965900" y="1849000"/>
            <a:ext cx="2458200" cy="37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Recommendations</a:t>
            </a:r>
            <a:endParaRPr/>
          </a:p>
        </p:txBody>
      </p:sp>
      <p:sp>
        <p:nvSpPr>
          <p:cNvPr id="793" name="Google Shape;793;p37"/>
          <p:cNvSpPr txBox="1">
            <a:spLocks noGrp="1"/>
          </p:cNvSpPr>
          <p:nvPr>
            <p:ph type="title" idx="7"/>
          </p:nvPr>
        </p:nvSpPr>
        <p:spPr>
          <a:xfrm>
            <a:off x="6524200" y="1388288"/>
            <a:ext cx="1341600" cy="59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sp>
        <p:nvSpPr>
          <p:cNvPr id="794" name="Google Shape;794;p37"/>
          <p:cNvSpPr txBox="1">
            <a:spLocks noGrp="1"/>
          </p:cNvSpPr>
          <p:nvPr>
            <p:ph type="subTitle" idx="8"/>
          </p:nvPr>
        </p:nvSpPr>
        <p:spPr>
          <a:xfrm>
            <a:off x="5965900" y="2186565"/>
            <a:ext cx="24582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You can describe the topic of the section here</a:t>
            </a:r>
            <a:endParaRPr/>
          </a:p>
        </p:txBody>
      </p:sp>
      <p:sp>
        <p:nvSpPr>
          <p:cNvPr id="795" name="Google Shape;795;p37"/>
          <p:cNvSpPr txBox="1">
            <a:spLocks noGrp="1"/>
          </p:cNvSpPr>
          <p:nvPr>
            <p:ph type="title" idx="9"/>
          </p:nvPr>
        </p:nvSpPr>
        <p:spPr>
          <a:xfrm>
            <a:off x="720000" y="3400479"/>
            <a:ext cx="2336400" cy="37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Pathology</a:t>
            </a:r>
            <a:endParaRPr/>
          </a:p>
        </p:txBody>
      </p:sp>
      <p:sp>
        <p:nvSpPr>
          <p:cNvPr id="796" name="Google Shape;796;p37"/>
          <p:cNvSpPr txBox="1">
            <a:spLocks noGrp="1"/>
          </p:cNvSpPr>
          <p:nvPr>
            <p:ph type="title" idx="13"/>
          </p:nvPr>
        </p:nvSpPr>
        <p:spPr>
          <a:xfrm>
            <a:off x="1250550" y="2939767"/>
            <a:ext cx="1275300" cy="59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04</a:t>
            </a:r>
            <a:endParaRPr/>
          </a:p>
        </p:txBody>
      </p:sp>
      <p:sp>
        <p:nvSpPr>
          <p:cNvPr id="797" name="Google Shape;797;p37"/>
          <p:cNvSpPr txBox="1">
            <a:spLocks noGrp="1"/>
          </p:cNvSpPr>
          <p:nvPr>
            <p:ph type="subTitle" idx="14"/>
          </p:nvPr>
        </p:nvSpPr>
        <p:spPr>
          <a:xfrm>
            <a:off x="720000" y="3758925"/>
            <a:ext cx="23364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You can describe the topic of the section here</a:t>
            </a:r>
            <a:endParaRPr/>
          </a:p>
        </p:txBody>
      </p:sp>
      <p:sp>
        <p:nvSpPr>
          <p:cNvPr id="798" name="Google Shape;798;p37"/>
          <p:cNvSpPr txBox="1">
            <a:spLocks noGrp="1"/>
          </p:cNvSpPr>
          <p:nvPr>
            <p:ph type="title" idx="15"/>
          </p:nvPr>
        </p:nvSpPr>
        <p:spPr>
          <a:xfrm>
            <a:off x="3403800" y="3400479"/>
            <a:ext cx="2336400" cy="37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Treatment</a:t>
            </a:r>
            <a:endParaRPr/>
          </a:p>
        </p:txBody>
      </p:sp>
      <p:sp>
        <p:nvSpPr>
          <p:cNvPr id="799" name="Google Shape;799;p37"/>
          <p:cNvSpPr txBox="1">
            <a:spLocks noGrp="1"/>
          </p:cNvSpPr>
          <p:nvPr>
            <p:ph type="title" idx="16"/>
          </p:nvPr>
        </p:nvSpPr>
        <p:spPr>
          <a:xfrm>
            <a:off x="3934350" y="2939767"/>
            <a:ext cx="1275300" cy="59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05</a:t>
            </a:r>
            <a:endParaRPr/>
          </a:p>
        </p:txBody>
      </p:sp>
      <p:sp>
        <p:nvSpPr>
          <p:cNvPr id="800" name="Google Shape;800;p37"/>
          <p:cNvSpPr txBox="1">
            <a:spLocks noGrp="1"/>
          </p:cNvSpPr>
          <p:nvPr>
            <p:ph type="subTitle" idx="17"/>
          </p:nvPr>
        </p:nvSpPr>
        <p:spPr>
          <a:xfrm>
            <a:off x="3403800" y="3758925"/>
            <a:ext cx="23364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You can describe the topic of the section here</a:t>
            </a:r>
            <a:endParaRPr/>
          </a:p>
        </p:txBody>
      </p:sp>
      <p:sp>
        <p:nvSpPr>
          <p:cNvPr id="801" name="Google Shape;801;p37"/>
          <p:cNvSpPr txBox="1">
            <a:spLocks noGrp="1"/>
          </p:cNvSpPr>
          <p:nvPr>
            <p:ph type="title" idx="18"/>
          </p:nvPr>
        </p:nvSpPr>
        <p:spPr>
          <a:xfrm>
            <a:off x="5965900" y="3400479"/>
            <a:ext cx="2458200" cy="37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Conclusions</a:t>
            </a:r>
            <a:endParaRPr/>
          </a:p>
        </p:txBody>
      </p:sp>
      <p:sp>
        <p:nvSpPr>
          <p:cNvPr id="802" name="Google Shape;802;p37"/>
          <p:cNvSpPr txBox="1">
            <a:spLocks noGrp="1"/>
          </p:cNvSpPr>
          <p:nvPr>
            <p:ph type="title" idx="19"/>
          </p:nvPr>
        </p:nvSpPr>
        <p:spPr>
          <a:xfrm>
            <a:off x="6524200" y="2939767"/>
            <a:ext cx="1341600" cy="59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06</a:t>
            </a:r>
            <a:endParaRPr/>
          </a:p>
        </p:txBody>
      </p:sp>
      <p:sp>
        <p:nvSpPr>
          <p:cNvPr id="803" name="Google Shape;803;p37"/>
          <p:cNvSpPr txBox="1">
            <a:spLocks noGrp="1"/>
          </p:cNvSpPr>
          <p:nvPr>
            <p:ph type="subTitle" idx="20"/>
          </p:nvPr>
        </p:nvSpPr>
        <p:spPr>
          <a:xfrm>
            <a:off x="5965900" y="3758925"/>
            <a:ext cx="24582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You can describe the topic of the section here</a:t>
            </a:r>
            <a:endParaRPr/>
          </a:p>
        </p:txBody>
      </p:sp>
      <p:sp>
        <p:nvSpPr>
          <p:cNvPr id="804" name="Google Shape;804;p37"/>
          <p:cNvSpPr txBox="1">
            <a:spLocks noGrp="1"/>
          </p:cNvSpPr>
          <p:nvPr>
            <p:ph type="title" idx="21"/>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38"/>
          <p:cNvSpPr txBox="1">
            <a:spLocks noGrp="1"/>
          </p:cNvSpPr>
          <p:nvPr>
            <p:ph type="title"/>
          </p:nvPr>
        </p:nvSpPr>
        <p:spPr>
          <a:xfrm>
            <a:off x="1617725" y="1474488"/>
            <a:ext cx="5590200" cy="70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p>
        </p:txBody>
      </p:sp>
      <p:sp>
        <p:nvSpPr>
          <p:cNvPr id="810" name="Google Shape;810;p38"/>
          <p:cNvSpPr txBox="1">
            <a:spLocks noGrp="1"/>
          </p:cNvSpPr>
          <p:nvPr>
            <p:ph type="subTitle" idx="1"/>
          </p:nvPr>
        </p:nvSpPr>
        <p:spPr>
          <a:xfrm>
            <a:off x="1617725" y="2179488"/>
            <a:ext cx="5590200" cy="13623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You can give a brief description of the topic you want to talk about here. For example, if you want to talk about Mercury, you can say that it’s the smallest planet in the entire Solar System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39"/>
          <p:cNvSpPr txBox="1">
            <a:spLocks noGrp="1"/>
          </p:cNvSpPr>
          <p:nvPr>
            <p:ph type="title"/>
          </p:nvPr>
        </p:nvSpPr>
        <p:spPr>
          <a:xfrm>
            <a:off x="1024175" y="2379938"/>
            <a:ext cx="3651600" cy="83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disease</a:t>
            </a:r>
            <a:endParaRPr/>
          </a:p>
        </p:txBody>
      </p:sp>
      <p:sp>
        <p:nvSpPr>
          <p:cNvPr id="816" name="Google Shape;816;p39"/>
          <p:cNvSpPr txBox="1">
            <a:spLocks noGrp="1"/>
          </p:cNvSpPr>
          <p:nvPr>
            <p:ph type="title" idx="2"/>
          </p:nvPr>
        </p:nvSpPr>
        <p:spPr>
          <a:xfrm>
            <a:off x="1024175" y="1473944"/>
            <a:ext cx="1275300" cy="90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01</a:t>
            </a:r>
            <a:endParaRPr/>
          </a:p>
        </p:txBody>
      </p:sp>
      <p:sp>
        <p:nvSpPr>
          <p:cNvPr id="817" name="Google Shape;817;p39"/>
          <p:cNvSpPr txBox="1">
            <a:spLocks noGrp="1"/>
          </p:cNvSpPr>
          <p:nvPr>
            <p:ph type="subTitle" idx="1"/>
          </p:nvPr>
        </p:nvSpPr>
        <p:spPr>
          <a:xfrm>
            <a:off x="1024175" y="3216353"/>
            <a:ext cx="2336400" cy="62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40"/>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Range of the disease</a:t>
            </a:r>
            <a:endParaRPr/>
          </a:p>
        </p:txBody>
      </p:sp>
      <p:sp>
        <p:nvSpPr>
          <p:cNvPr id="823" name="Google Shape;823;p40"/>
          <p:cNvSpPr txBox="1">
            <a:spLocks noGrp="1"/>
          </p:cNvSpPr>
          <p:nvPr>
            <p:ph type="title" idx="2"/>
          </p:nvPr>
        </p:nvSpPr>
        <p:spPr>
          <a:xfrm>
            <a:off x="5070754" y="2412300"/>
            <a:ext cx="2431800" cy="47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Fatal problem</a:t>
            </a:r>
            <a:endParaRPr/>
          </a:p>
        </p:txBody>
      </p:sp>
      <p:sp>
        <p:nvSpPr>
          <p:cNvPr id="824" name="Google Shape;824;p40"/>
          <p:cNvSpPr txBox="1">
            <a:spLocks noGrp="1"/>
          </p:cNvSpPr>
          <p:nvPr>
            <p:ph type="subTitle" idx="1"/>
          </p:nvPr>
        </p:nvSpPr>
        <p:spPr>
          <a:xfrm>
            <a:off x="5070738" y="2886350"/>
            <a:ext cx="2431800" cy="85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sz="1400"/>
          </a:p>
        </p:txBody>
      </p:sp>
      <p:sp>
        <p:nvSpPr>
          <p:cNvPr id="825" name="Google Shape;825;p40"/>
          <p:cNvSpPr txBox="1">
            <a:spLocks noGrp="1"/>
          </p:cNvSpPr>
          <p:nvPr>
            <p:ph type="title" idx="3"/>
          </p:nvPr>
        </p:nvSpPr>
        <p:spPr>
          <a:xfrm>
            <a:off x="1641475" y="2412300"/>
            <a:ext cx="2431800" cy="47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Simple discomfort</a:t>
            </a:r>
            <a:endParaRPr sz="2000"/>
          </a:p>
        </p:txBody>
      </p:sp>
      <p:sp>
        <p:nvSpPr>
          <p:cNvPr id="826" name="Google Shape;826;p40"/>
          <p:cNvSpPr txBox="1">
            <a:spLocks noGrp="1"/>
          </p:cNvSpPr>
          <p:nvPr>
            <p:ph type="subTitle" idx="4"/>
          </p:nvPr>
        </p:nvSpPr>
        <p:spPr>
          <a:xfrm>
            <a:off x="1641463" y="2886350"/>
            <a:ext cx="2431800" cy="85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grpSp>
        <p:nvGrpSpPr>
          <p:cNvPr id="827" name="Google Shape;827;p40"/>
          <p:cNvGrpSpPr/>
          <p:nvPr/>
        </p:nvGrpSpPr>
        <p:grpSpPr>
          <a:xfrm>
            <a:off x="2767010" y="1922735"/>
            <a:ext cx="180734" cy="358380"/>
            <a:chOff x="1778910" y="2131282"/>
            <a:chExt cx="180734" cy="358380"/>
          </a:xfrm>
        </p:grpSpPr>
        <p:sp>
          <p:nvSpPr>
            <p:cNvPr id="828" name="Google Shape;828;p40"/>
            <p:cNvSpPr/>
            <p:nvPr/>
          </p:nvSpPr>
          <p:spPr>
            <a:xfrm>
              <a:off x="1838875" y="2295833"/>
              <a:ext cx="44017" cy="10610"/>
            </a:xfrm>
            <a:custGeom>
              <a:avLst/>
              <a:gdLst/>
              <a:ahLst/>
              <a:cxnLst/>
              <a:rect l="l" t="t" r="r" b="b"/>
              <a:pathLst>
                <a:path w="1311" h="316" extrusionOk="0">
                  <a:moveTo>
                    <a:pt x="139" y="1"/>
                  </a:moveTo>
                  <a:cubicBezTo>
                    <a:pt x="78" y="1"/>
                    <a:pt x="24" y="63"/>
                    <a:pt x="24" y="125"/>
                  </a:cubicBezTo>
                  <a:cubicBezTo>
                    <a:pt x="0" y="220"/>
                    <a:pt x="72" y="315"/>
                    <a:pt x="167" y="315"/>
                  </a:cubicBezTo>
                  <a:lnTo>
                    <a:pt x="1144" y="315"/>
                  </a:lnTo>
                  <a:cubicBezTo>
                    <a:pt x="1239" y="315"/>
                    <a:pt x="1310" y="220"/>
                    <a:pt x="1286" y="125"/>
                  </a:cubicBezTo>
                  <a:cubicBezTo>
                    <a:pt x="1286" y="63"/>
                    <a:pt x="1233" y="1"/>
                    <a:pt x="1172" y="1"/>
                  </a:cubicBezTo>
                  <a:cubicBezTo>
                    <a:pt x="1163" y="1"/>
                    <a:pt x="1153" y="2"/>
                    <a:pt x="1144" y="6"/>
                  </a:cubicBezTo>
                  <a:lnTo>
                    <a:pt x="167" y="6"/>
                  </a:lnTo>
                  <a:cubicBezTo>
                    <a:pt x="158" y="2"/>
                    <a:pt x="148" y="1"/>
                    <a:pt x="1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0"/>
            <p:cNvSpPr/>
            <p:nvPr/>
          </p:nvSpPr>
          <p:spPr>
            <a:xfrm>
              <a:off x="1822893" y="2315978"/>
              <a:ext cx="75980" cy="10442"/>
            </a:xfrm>
            <a:custGeom>
              <a:avLst/>
              <a:gdLst/>
              <a:ahLst/>
              <a:cxnLst/>
              <a:rect l="l" t="t" r="r" b="b"/>
              <a:pathLst>
                <a:path w="2263" h="311" extrusionOk="0">
                  <a:moveTo>
                    <a:pt x="167" y="1"/>
                  </a:moveTo>
                  <a:cubicBezTo>
                    <a:pt x="72" y="1"/>
                    <a:pt x="0" y="72"/>
                    <a:pt x="0" y="168"/>
                  </a:cubicBezTo>
                  <a:cubicBezTo>
                    <a:pt x="24" y="263"/>
                    <a:pt x="72" y="310"/>
                    <a:pt x="167" y="310"/>
                  </a:cubicBezTo>
                  <a:lnTo>
                    <a:pt x="2096" y="310"/>
                  </a:lnTo>
                  <a:cubicBezTo>
                    <a:pt x="2167" y="310"/>
                    <a:pt x="2239" y="263"/>
                    <a:pt x="2263" y="168"/>
                  </a:cubicBezTo>
                  <a:cubicBezTo>
                    <a:pt x="2263" y="72"/>
                    <a:pt x="2191" y="1"/>
                    <a:pt x="2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0"/>
            <p:cNvSpPr/>
            <p:nvPr/>
          </p:nvSpPr>
          <p:spPr>
            <a:xfrm>
              <a:off x="1799692" y="2384069"/>
              <a:ext cx="56809" cy="48281"/>
            </a:xfrm>
            <a:custGeom>
              <a:avLst/>
              <a:gdLst/>
              <a:ahLst/>
              <a:cxnLst/>
              <a:rect l="l" t="t" r="r" b="b"/>
              <a:pathLst>
                <a:path w="1692" h="1438" extrusionOk="0">
                  <a:moveTo>
                    <a:pt x="1167" y="319"/>
                  </a:moveTo>
                  <a:cubicBezTo>
                    <a:pt x="1233" y="319"/>
                    <a:pt x="1298" y="354"/>
                    <a:pt x="1334" y="426"/>
                  </a:cubicBezTo>
                  <a:cubicBezTo>
                    <a:pt x="1358" y="497"/>
                    <a:pt x="1334" y="569"/>
                    <a:pt x="1287" y="616"/>
                  </a:cubicBezTo>
                  <a:lnTo>
                    <a:pt x="858" y="1069"/>
                  </a:lnTo>
                  <a:lnTo>
                    <a:pt x="405" y="616"/>
                  </a:lnTo>
                  <a:cubicBezTo>
                    <a:pt x="358" y="569"/>
                    <a:pt x="334" y="497"/>
                    <a:pt x="382" y="426"/>
                  </a:cubicBezTo>
                  <a:cubicBezTo>
                    <a:pt x="405" y="354"/>
                    <a:pt x="471" y="319"/>
                    <a:pt x="539" y="319"/>
                  </a:cubicBezTo>
                  <a:cubicBezTo>
                    <a:pt x="608" y="319"/>
                    <a:pt x="679" y="354"/>
                    <a:pt x="715" y="426"/>
                  </a:cubicBezTo>
                  <a:cubicBezTo>
                    <a:pt x="739" y="497"/>
                    <a:pt x="798" y="533"/>
                    <a:pt x="858" y="533"/>
                  </a:cubicBezTo>
                  <a:cubicBezTo>
                    <a:pt x="917" y="533"/>
                    <a:pt x="977" y="497"/>
                    <a:pt x="1001" y="426"/>
                  </a:cubicBezTo>
                  <a:cubicBezTo>
                    <a:pt x="1036" y="354"/>
                    <a:pt x="1102" y="319"/>
                    <a:pt x="1167" y="319"/>
                  </a:cubicBezTo>
                  <a:close/>
                  <a:moveTo>
                    <a:pt x="540" y="1"/>
                  </a:moveTo>
                  <a:cubicBezTo>
                    <a:pt x="352" y="1"/>
                    <a:pt x="171" y="111"/>
                    <a:pt x="96" y="307"/>
                  </a:cubicBezTo>
                  <a:cubicBezTo>
                    <a:pt x="1" y="497"/>
                    <a:pt x="48" y="712"/>
                    <a:pt x="191" y="854"/>
                  </a:cubicBezTo>
                  <a:lnTo>
                    <a:pt x="739" y="1402"/>
                  </a:lnTo>
                  <a:cubicBezTo>
                    <a:pt x="775" y="1426"/>
                    <a:pt x="816" y="1438"/>
                    <a:pt x="855" y="1438"/>
                  </a:cubicBezTo>
                  <a:cubicBezTo>
                    <a:pt x="894" y="1438"/>
                    <a:pt x="929" y="1426"/>
                    <a:pt x="953" y="1402"/>
                  </a:cubicBezTo>
                  <a:lnTo>
                    <a:pt x="1501" y="854"/>
                  </a:lnTo>
                  <a:cubicBezTo>
                    <a:pt x="1644" y="712"/>
                    <a:pt x="1691" y="497"/>
                    <a:pt x="1620" y="307"/>
                  </a:cubicBezTo>
                  <a:cubicBezTo>
                    <a:pt x="1529" y="111"/>
                    <a:pt x="1344" y="1"/>
                    <a:pt x="1159" y="1"/>
                  </a:cubicBezTo>
                  <a:cubicBezTo>
                    <a:pt x="1052" y="1"/>
                    <a:pt x="945" y="38"/>
                    <a:pt x="858" y="116"/>
                  </a:cubicBezTo>
                  <a:cubicBezTo>
                    <a:pt x="762" y="38"/>
                    <a:pt x="650" y="1"/>
                    <a:pt x="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0"/>
            <p:cNvSpPr/>
            <p:nvPr/>
          </p:nvSpPr>
          <p:spPr>
            <a:xfrm>
              <a:off x="1866070" y="2381550"/>
              <a:ext cx="54392" cy="10442"/>
            </a:xfrm>
            <a:custGeom>
              <a:avLst/>
              <a:gdLst/>
              <a:ahLst/>
              <a:cxnLst/>
              <a:rect l="l" t="t" r="r" b="b"/>
              <a:pathLst>
                <a:path w="1620" h="311" extrusionOk="0">
                  <a:moveTo>
                    <a:pt x="167" y="1"/>
                  </a:moveTo>
                  <a:cubicBezTo>
                    <a:pt x="95" y="1"/>
                    <a:pt x="24" y="72"/>
                    <a:pt x="0" y="144"/>
                  </a:cubicBezTo>
                  <a:cubicBezTo>
                    <a:pt x="0" y="239"/>
                    <a:pt x="72" y="310"/>
                    <a:pt x="167" y="310"/>
                  </a:cubicBezTo>
                  <a:lnTo>
                    <a:pt x="1453" y="310"/>
                  </a:lnTo>
                  <a:cubicBezTo>
                    <a:pt x="1524" y="310"/>
                    <a:pt x="1596" y="263"/>
                    <a:pt x="1620" y="191"/>
                  </a:cubicBezTo>
                  <a:cubicBezTo>
                    <a:pt x="1620" y="96"/>
                    <a:pt x="1548" y="1"/>
                    <a:pt x="1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0"/>
            <p:cNvSpPr/>
            <p:nvPr/>
          </p:nvSpPr>
          <p:spPr>
            <a:xfrm>
              <a:off x="1866070" y="2403945"/>
              <a:ext cx="54392" cy="10442"/>
            </a:xfrm>
            <a:custGeom>
              <a:avLst/>
              <a:gdLst/>
              <a:ahLst/>
              <a:cxnLst/>
              <a:rect l="l" t="t" r="r" b="b"/>
              <a:pathLst>
                <a:path w="1620" h="311" extrusionOk="0">
                  <a:moveTo>
                    <a:pt x="167" y="0"/>
                  </a:moveTo>
                  <a:cubicBezTo>
                    <a:pt x="95" y="0"/>
                    <a:pt x="24" y="48"/>
                    <a:pt x="0" y="143"/>
                  </a:cubicBezTo>
                  <a:cubicBezTo>
                    <a:pt x="0" y="239"/>
                    <a:pt x="72" y="310"/>
                    <a:pt x="167" y="310"/>
                  </a:cubicBezTo>
                  <a:lnTo>
                    <a:pt x="1453" y="310"/>
                  </a:lnTo>
                  <a:cubicBezTo>
                    <a:pt x="1548" y="310"/>
                    <a:pt x="1596" y="262"/>
                    <a:pt x="1620" y="167"/>
                  </a:cubicBezTo>
                  <a:cubicBezTo>
                    <a:pt x="1620" y="72"/>
                    <a:pt x="1548" y="0"/>
                    <a:pt x="14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0"/>
            <p:cNvSpPr/>
            <p:nvPr/>
          </p:nvSpPr>
          <p:spPr>
            <a:xfrm>
              <a:off x="1778910" y="2131282"/>
              <a:ext cx="180734" cy="358380"/>
            </a:xfrm>
            <a:custGeom>
              <a:avLst/>
              <a:gdLst/>
              <a:ahLst/>
              <a:cxnLst/>
              <a:rect l="l" t="t" r="r" b="b"/>
              <a:pathLst>
                <a:path w="5383" h="10674" extrusionOk="0">
                  <a:moveTo>
                    <a:pt x="1310" y="310"/>
                  </a:moveTo>
                  <a:lnTo>
                    <a:pt x="1310" y="1930"/>
                  </a:lnTo>
                  <a:lnTo>
                    <a:pt x="977" y="1930"/>
                  </a:lnTo>
                  <a:lnTo>
                    <a:pt x="977" y="310"/>
                  </a:lnTo>
                  <a:close/>
                  <a:moveTo>
                    <a:pt x="1977" y="310"/>
                  </a:moveTo>
                  <a:lnTo>
                    <a:pt x="1977" y="1930"/>
                  </a:lnTo>
                  <a:lnTo>
                    <a:pt x="1644" y="1930"/>
                  </a:lnTo>
                  <a:lnTo>
                    <a:pt x="1644" y="310"/>
                  </a:lnTo>
                  <a:close/>
                  <a:moveTo>
                    <a:pt x="2620" y="310"/>
                  </a:moveTo>
                  <a:lnTo>
                    <a:pt x="2620" y="1930"/>
                  </a:lnTo>
                  <a:lnTo>
                    <a:pt x="2287" y="1930"/>
                  </a:lnTo>
                  <a:lnTo>
                    <a:pt x="2287" y="310"/>
                  </a:lnTo>
                  <a:close/>
                  <a:moveTo>
                    <a:pt x="3263" y="310"/>
                  </a:moveTo>
                  <a:lnTo>
                    <a:pt x="3263" y="1930"/>
                  </a:lnTo>
                  <a:lnTo>
                    <a:pt x="2930" y="1930"/>
                  </a:lnTo>
                  <a:lnTo>
                    <a:pt x="2930" y="310"/>
                  </a:lnTo>
                  <a:close/>
                  <a:moveTo>
                    <a:pt x="3906" y="310"/>
                  </a:moveTo>
                  <a:lnTo>
                    <a:pt x="3906" y="1930"/>
                  </a:lnTo>
                  <a:lnTo>
                    <a:pt x="3573" y="1930"/>
                  </a:lnTo>
                  <a:lnTo>
                    <a:pt x="3573" y="310"/>
                  </a:lnTo>
                  <a:close/>
                  <a:moveTo>
                    <a:pt x="3573" y="2263"/>
                  </a:moveTo>
                  <a:lnTo>
                    <a:pt x="3573" y="2597"/>
                  </a:lnTo>
                  <a:lnTo>
                    <a:pt x="1310" y="2597"/>
                  </a:lnTo>
                  <a:lnTo>
                    <a:pt x="1310" y="2263"/>
                  </a:lnTo>
                  <a:close/>
                  <a:moveTo>
                    <a:pt x="3930" y="2906"/>
                  </a:moveTo>
                  <a:lnTo>
                    <a:pt x="3930" y="3240"/>
                  </a:lnTo>
                  <a:lnTo>
                    <a:pt x="3334" y="3240"/>
                  </a:lnTo>
                  <a:cubicBezTo>
                    <a:pt x="3263" y="3240"/>
                    <a:pt x="3192" y="3311"/>
                    <a:pt x="3192" y="3382"/>
                  </a:cubicBezTo>
                  <a:cubicBezTo>
                    <a:pt x="3192" y="3478"/>
                    <a:pt x="3239" y="3525"/>
                    <a:pt x="3334" y="3549"/>
                  </a:cubicBezTo>
                  <a:lnTo>
                    <a:pt x="4073" y="3549"/>
                  </a:lnTo>
                  <a:cubicBezTo>
                    <a:pt x="4085" y="3548"/>
                    <a:pt x="4097" y="3547"/>
                    <a:pt x="4109" y="3547"/>
                  </a:cubicBezTo>
                  <a:cubicBezTo>
                    <a:pt x="4356" y="3547"/>
                    <a:pt x="4573" y="3776"/>
                    <a:pt x="4573" y="4025"/>
                  </a:cubicBezTo>
                  <a:lnTo>
                    <a:pt x="4573" y="4192"/>
                  </a:lnTo>
                  <a:lnTo>
                    <a:pt x="334" y="4216"/>
                  </a:lnTo>
                  <a:lnTo>
                    <a:pt x="334" y="3716"/>
                  </a:lnTo>
                  <a:cubicBezTo>
                    <a:pt x="334" y="3652"/>
                    <a:pt x="391" y="3569"/>
                    <a:pt x="471" y="3569"/>
                  </a:cubicBezTo>
                  <a:cubicBezTo>
                    <a:pt x="480" y="3569"/>
                    <a:pt x="490" y="3570"/>
                    <a:pt x="500" y="3573"/>
                  </a:cubicBezTo>
                  <a:lnTo>
                    <a:pt x="2644" y="3573"/>
                  </a:lnTo>
                  <a:cubicBezTo>
                    <a:pt x="2668" y="3573"/>
                    <a:pt x="2668" y="3549"/>
                    <a:pt x="2691" y="3549"/>
                  </a:cubicBezTo>
                  <a:cubicBezTo>
                    <a:pt x="2810" y="3454"/>
                    <a:pt x="2763" y="3240"/>
                    <a:pt x="2596" y="3240"/>
                  </a:cubicBezTo>
                  <a:lnTo>
                    <a:pt x="1001" y="3240"/>
                  </a:lnTo>
                  <a:lnTo>
                    <a:pt x="1001" y="2906"/>
                  </a:lnTo>
                  <a:close/>
                  <a:moveTo>
                    <a:pt x="4549" y="6454"/>
                  </a:moveTo>
                  <a:lnTo>
                    <a:pt x="4549" y="6788"/>
                  </a:lnTo>
                  <a:lnTo>
                    <a:pt x="334" y="6788"/>
                  </a:lnTo>
                  <a:lnTo>
                    <a:pt x="334" y="6454"/>
                  </a:lnTo>
                  <a:close/>
                  <a:moveTo>
                    <a:pt x="4549" y="7121"/>
                  </a:moveTo>
                  <a:lnTo>
                    <a:pt x="4549" y="8598"/>
                  </a:lnTo>
                  <a:cubicBezTo>
                    <a:pt x="4433" y="8556"/>
                    <a:pt x="4311" y="8535"/>
                    <a:pt x="4189" y="8535"/>
                  </a:cubicBezTo>
                  <a:cubicBezTo>
                    <a:pt x="3962" y="8535"/>
                    <a:pt x="3735" y="8609"/>
                    <a:pt x="3549" y="8764"/>
                  </a:cubicBezTo>
                  <a:lnTo>
                    <a:pt x="2787" y="8764"/>
                  </a:lnTo>
                  <a:cubicBezTo>
                    <a:pt x="2777" y="8761"/>
                    <a:pt x="2768" y="8760"/>
                    <a:pt x="2758" y="8760"/>
                  </a:cubicBezTo>
                  <a:cubicBezTo>
                    <a:pt x="2697" y="8760"/>
                    <a:pt x="2641" y="8822"/>
                    <a:pt x="2620" y="8884"/>
                  </a:cubicBezTo>
                  <a:cubicBezTo>
                    <a:pt x="2620" y="8979"/>
                    <a:pt x="2691" y="9074"/>
                    <a:pt x="2787" y="9074"/>
                  </a:cubicBezTo>
                  <a:lnTo>
                    <a:pt x="3287" y="9074"/>
                  </a:lnTo>
                  <a:cubicBezTo>
                    <a:pt x="3215" y="9169"/>
                    <a:pt x="3168" y="9288"/>
                    <a:pt x="3144" y="9407"/>
                  </a:cubicBezTo>
                  <a:lnTo>
                    <a:pt x="358" y="9407"/>
                  </a:lnTo>
                  <a:lnTo>
                    <a:pt x="334" y="7121"/>
                  </a:lnTo>
                  <a:close/>
                  <a:moveTo>
                    <a:pt x="4161" y="8835"/>
                  </a:moveTo>
                  <a:cubicBezTo>
                    <a:pt x="4171" y="8835"/>
                    <a:pt x="4181" y="8836"/>
                    <a:pt x="4192" y="8836"/>
                  </a:cubicBezTo>
                  <a:cubicBezTo>
                    <a:pt x="4358" y="8836"/>
                    <a:pt x="4501" y="8860"/>
                    <a:pt x="4620" y="8955"/>
                  </a:cubicBezTo>
                  <a:lnTo>
                    <a:pt x="3573" y="10027"/>
                  </a:lnTo>
                  <a:cubicBezTo>
                    <a:pt x="3221" y="9512"/>
                    <a:pt x="3561" y="8835"/>
                    <a:pt x="4161" y="8835"/>
                  </a:cubicBezTo>
                  <a:close/>
                  <a:moveTo>
                    <a:pt x="4835" y="9193"/>
                  </a:moveTo>
                  <a:lnTo>
                    <a:pt x="4835" y="9193"/>
                  </a:lnTo>
                  <a:cubicBezTo>
                    <a:pt x="5025" y="9479"/>
                    <a:pt x="4978" y="9884"/>
                    <a:pt x="4739" y="10146"/>
                  </a:cubicBezTo>
                  <a:cubicBezTo>
                    <a:pt x="4591" y="10294"/>
                    <a:pt x="4397" y="10366"/>
                    <a:pt x="4200" y="10366"/>
                  </a:cubicBezTo>
                  <a:cubicBezTo>
                    <a:pt x="4050" y="10366"/>
                    <a:pt x="3897" y="10324"/>
                    <a:pt x="3763" y="10241"/>
                  </a:cubicBezTo>
                  <a:lnTo>
                    <a:pt x="4835" y="9193"/>
                  </a:lnTo>
                  <a:close/>
                  <a:moveTo>
                    <a:pt x="1001" y="1"/>
                  </a:moveTo>
                  <a:cubicBezTo>
                    <a:pt x="834" y="1"/>
                    <a:pt x="691" y="144"/>
                    <a:pt x="691" y="310"/>
                  </a:cubicBezTo>
                  <a:lnTo>
                    <a:pt x="691" y="1954"/>
                  </a:lnTo>
                  <a:lnTo>
                    <a:pt x="524" y="1954"/>
                  </a:lnTo>
                  <a:cubicBezTo>
                    <a:pt x="453" y="1954"/>
                    <a:pt x="381" y="2025"/>
                    <a:pt x="381" y="2096"/>
                  </a:cubicBezTo>
                  <a:cubicBezTo>
                    <a:pt x="358" y="2192"/>
                    <a:pt x="429" y="2263"/>
                    <a:pt x="524" y="2263"/>
                  </a:cubicBezTo>
                  <a:lnTo>
                    <a:pt x="1001" y="2263"/>
                  </a:lnTo>
                  <a:lnTo>
                    <a:pt x="1001" y="2597"/>
                  </a:lnTo>
                  <a:lnTo>
                    <a:pt x="834" y="2597"/>
                  </a:lnTo>
                  <a:cubicBezTo>
                    <a:pt x="739" y="2597"/>
                    <a:pt x="667" y="2668"/>
                    <a:pt x="667" y="2763"/>
                  </a:cubicBezTo>
                  <a:lnTo>
                    <a:pt x="667" y="3263"/>
                  </a:lnTo>
                  <a:cubicBezTo>
                    <a:pt x="286" y="3335"/>
                    <a:pt x="24" y="3668"/>
                    <a:pt x="24" y="4049"/>
                  </a:cubicBezTo>
                  <a:lnTo>
                    <a:pt x="24" y="5002"/>
                  </a:lnTo>
                  <a:cubicBezTo>
                    <a:pt x="24" y="5073"/>
                    <a:pt x="48" y="5121"/>
                    <a:pt x="119" y="5145"/>
                  </a:cubicBezTo>
                  <a:cubicBezTo>
                    <a:pt x="145" y="5155"/>
                    <a:pt x="170" y="5160"/>
                    <a:pt x="195" y="5160"/>
                  </a:cubicBezTo>
                  <a:cubicBezTo>
                    <a:pt x="284" y="5160"/>
                    <a:pt x="358" y="5095"/>
                    <a:pt x="358" y="5002"/>
                  </a:cubicBezTo>
                  <a:lnTo>
                    <a:pt x="358" y="4526"/>
                  </a:lnTo>
                  <a:lnTo>
                    <a:pt x="4573" y="4526"/>
                  </a:lnTo>
                  <a:lnTo>
                    <a:pt x="4573" y="6145"/>
                  </a:lnTo>
                  <a:lnTo>
                    <a:pt x="334" y="6145"/>
                  </a:lnTo>
                  <a:lnTo>
                    <a:pt x="334" y="5669"/>
                  </a:lnTo>
                  <a:cubicBezTo>
                    <a:pt x="334" y="5669"/>
                    <a:pt x="262" y="5526"/>
                    <a:pt x="167" y="5526"/>
                  </a:cubicBezTo>
                  <a:cubicBezTo>
                    <a:pt x="96" y="5526"/>
                    <a:pt x="24" y="5597"/>
                    <a:pt x="0" y="5669"/>
                  </a:cubicBezTo>
                  <a:lnTo>
                    <a:pt x="0" y="9884"/>
                  </a:lnTo>
                  <a:cubicBezTo>
                    <a:pt x="0" y="10312"/>
                    <a:pt x="381" y="10670"/>
                    <a:pt x="810" y="10670"/>
                  </a:cubicBezTo>
                  <a:lnTo>
                    <a:pt x="1239" y="10670"/>
                  </a:lnTo>
                  <a:cubicBezTo>
                    <a:pt x="1310" y="10670"/>
                    <a:pt x="1382" y="10598"/>
                    <a:pt x="1382" y="10527"/>
                  </a:cubicBezTo>
                  <a:cubicBezTo>
                    <a:pt x="1382" y="10431"/>
                    <a:pt x="1239" y="10384"/>
                    <a:pt x="1239" y="10384"/>
                  </a:cubicBezTo>
                  <a:lnTo>
                    <a:pt x="810" y="10384"/>
                  </a:lnTo>
                  <a:cubicBezTo>
                    <a:pt x="548" y="10384"/>
                    <a:pt x="310" y="10170"/>
                    <a:pt x="310" y="9884"/>
                  </a:cubicBezTo>
                  <a:lnTo>
                    <a:pt x="310" y="9717"/>
                  </a:lnTo>
                  <a:lnTo>
                    <a:pt x="3144" y="9717"/>
                  </a:lnTo>
                  <a:cubicBezTo>
                    <a:pt x="3168" y="9955"/>
                    <a:pt x="3263" y="10193"/>
                    <a:pt x="3453" y="10384"/>
                  </a:cubicBezTo>
                  <a:lnTo>
                    <a:pt x="1906" y="10384"/>
                  </a:lnTo>
                  <a:cubicBezTo>
                    <a:pt x="1906" y="10384"/>
                    <a:pt x="1739" y="10431"/>
                    <a:pt x="1739" y="10527"/>
                  </a:cubicBezTo>
                  <a:cubicBezTo>
                    <a:pt x="1739" y="10598"/>
                    <a:pt x="1810" y="10670"/>
                    <a:pt x="1906" y="10670"/>
                  </a:cubicBezTo>
                  <a:lnTo>
                    <a:pt x="4073" y="10670"/>
                  </a:lnTo>
                  <a:cubicBezTo>
                    <a:pt x="4106" y="10672"/>
                    <a:pt x="4138" y="10673"/>
                    <a:pt x="4171" y="10673"/>
                  </a:cubicBezTo>
                  <a:cubicBezTo>
                    <a:pt x="4466" y="10673"/>
                    <a:pt x="4737" y="10575"/>
                    <a:pt x="4930" y="10360"/>
                  </a:cubicBezTo>
                  <a:cubicBezTo>
                    <a:pt x="5382" y="9908"/>
                    <a:pt x="5359" y="9169"/>
                    <a:pt x="4859" y="8764"/>
                  </a:cubicBezTo>
                  <a:lnTo>
                    <a:pt x="4882" y="8764"/>
                  </a:lnTo>
                  <a:lnTo>
                    <a:pt x="4882" y="4049"/>
                  </a:lnTo>
                  <a:cubicBezTo>
                    <a:pt x="4882" y="3644"/>
                    <a:pt x="4239" y="3263"/>
                    <a:pt x="4239" y="3263"/>
                  </a:cubicBezTo>
                  <a:lnTo>
                    <a:pt x="4239" y="2763"/>
                  </a:lnTo>
                  <a:cubicBezTo>
                    <a:pt x="4239" y="2668"/>
                    <a:pt x="4168" y="2597"/>
                    <a:pt x="4073" y="2597"/>
                  </a:cubicBezTo>
                  <a:lnTo>
                    <a:pt x="3906" y="2597"/>
                  </a:lnTo>
                  <a:lnTo>
                    <a:pt x="3906" y="2263"/>
                  </a:lnTo>
                  <a:lnTo>
                    <a:pt x="4430" y="2263"/>
                  </a:lnTo>
                  <a:cubicBezTo>
                    <a:pt x="4644" y="2263"/>
                    <a:pt x="4644" y="1930"/>
                    <a:pt x="4430" y="1930"/>
                  </a:cubicBezTo>
                  <a:lnTo>
                    <a:pt x="4239" y="1930"/>
                  </a:lnTo>
                  <a:lnTo>
                    <a:pt x="4239" y="310"/>
                  </a:lnTo>
                  <a:cubicBezTo>
                    <a:pt x="4239" y="144"/>
                    <a:pt x="4096" y="1"/>
                    <a:pt x="39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 name="Google Shape;834;p40"/>
          <p:cNvGrpSpPr/>
          <p:nvPr/>
        </p:nvGrpSpPr>
        <p:grpSpPr>
          <a:xfrm>
            <a:off x="6107128" y="1933579"/>
            <a:ext cx="359051" cy="336690"/>
            <a:chOff x="1687753" y="1568364"/>
            <a:chExt cx="359051" cy="336690"/>
          </a:xfrm>
        </p:grpSpPr>
        <p:sp>
          <p:nvSpPr>
            <p:cNvPr id="835" name="Google Shape;835;p40"/>
            <p:cNvSpPr/>
            <p:nvPr/>
          </p:nvSpPr>
          <p:spPr>
            <a:xfrm>
              <a:off x="1688559" y="1699105"/>
              <a:ext cx="228713" cy="205949"/>
            </a:xfrm>
            <a:custGeom>
              <a:avLst/>
              <a:gdLst/>
              <a:ahLst/>
              <a:cxnLst/>
              <a:rect l="l" t="t" r="r" b="b"/>
              <a:pathLst>
                <a:path w="6812" h="6134" extrusionOk="0">
                  <a:moveTo>
                    <a:pt x="1929" y="5490"/>
                  </a:moveTo>
                  <a:lnTo>
                    <a:pt x="1929" y="5824"/>
                  </a:lnTo>
                  <a:lnTo>
                    <a:pt x="953" y="5824"/>
                  </a:lnTo>
                  <a:lnTo>
                    <a:pt x="953" y="5490"/>
                  </a:lnTo>
                  <a:close/>
                  <a:moveTo>
                    <a:pt x="146" y="1"/>
                  </a:moveTo>
                  <a:cubicBezTo>
                    <a:pt x="71" y="1"/>
                    <a:pt x="0" y="63"/>
                    <a:pt x="0" y="156"/>
                  </a:cubicBezTo>
                  <a:lnTo>
                    <a:pt x="0" y="5324"/>
                  </a:lnTo>
                  <a:cubicBezTo>
                    <a:pt x="0" y="5395"/>
                    <a:pt x="72" y="5490"/>
                    <a:pt x="167" y="5490"/>
                  </a:cubicBezTo>
                  <a:lnTo>
                    <a:pt x="643" y="5490"/>
                  </a:lnTo>
                  <a:lnTo>
                    <a:pt x="643" y="5967"/>
                  </a:lnTo>
                  <a:cubicBezTo>
                    <a:pt x="643" y="6062"/>
                    <a:pt x="715" y="6133"/>
                    <a:pt x="786" y="6133"/>
                  </a:cubicBezTo>
                  <a:lnTo>
                    <a:pt x="2096" y="6133"/>
                  </a:lnTo>
                  <a:cubicBezTo>
                    <a:pt x="2167" y="6133"/>
                    <a:pt x="2239" y="6062"/>
                    <a:pt x="2239" y="5967"/>
                  </a:cubicBezTo>
                  <a:lnTo>
                    <a:pt x="2239" y="5490"/>
                  </a:lnTo>
                  <a:lnTo>
                    <a:pt x="6621" y="5490"/>
                  </a:lnTo>
                  <a:cubicBezTo>
                    <a:pt x="6645" y="5467"/>
                    <a:pt x="6668" y="5467"/>
                    <a:pt x="6692" y="5443"/>
                  </a:cubicBezTo>
                  <a:cubicBezTo>
                    <a:pt x="6811" y="5347"/>
                    <a:pt x="6740" y="5157"/>
                    <a:pt x="6597" y="5157"/>
                  </a:cubicBezTo>
                  <a:lnTo>
                    <a:pt x="310" y="5157"/>
                  </a:lnTo>
                  <a:lnTo>
                    <a:pt x="310" y="132"/>
                  </a:lnTo>
                  <a:cubicBezTo>
                    <a:pt x="310" y="84"/>
                    <a:pt x="286" y="61"/>
                    <a:pt x="262" y="61"/>
                  </a:cubicBezTo>
                  <a:cubicBezTo>
                    <a:pt x="229" y="19"/>
                    <a:pt x="187" y="1"/>
                    <a:pt x="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0"/>
            <p:cNvSpPr/>
            <p:nvPr/>
          </p:nvSpPr>
          <p:spPr>
            <a:xfrm>
              <a:off x="1687753" y="1568364"/>
              <a:ext cx="359051" cy="336690"/>
            </a:xfrm>
            <a:custGeom>
              <a:avLst/>
              <a:gdLst/>
              <a:ahLst/>
              <a:cxnLst/>
              <a:rect l="l" t="t" r="r" b="b"/>
              <a:pathLst>
                <a:path w="10694" h="10028" extrusionOk="0">
                  <a:moveTo>
                    <a:pt x="8074" y="311"/>
                  </a:moveTo>
                  <a:cubicBezTo>
                    <a:pt x="8264" y="311"/>
                    <a:pt x="8431" y="454"/>
                    <a:pt x="8431" y="668"/>
                  </a:cubicBezTo>
                  <a:lnTo>
                    <a:pt x="8431" y="1287"/>
                  </a:lnTo>
                  <a:lnTo>
                    <a:pt x="8097" y="1287"/>
                  </a:lnTo>
                  <a:lnTo>
                    <a:pt x="8097" y="787"/>
                  </a:lnTo>
                  <a:cubicBezTo>
                    <a:pt x="8097" y="692"/>
                    <a:pt x="8026" y="621"/>
                    <a:pt x="7931" y="621"/>
                  </a:cubicBezTo>
                  <a:lnTo>
                    <a:pt x="6931" y="621"/>
                  </a:lnTo>
                  <a:cubicBezTo>
                    <a:pt x="6883" y="621"/>
                    <a:pt x="6859" y="644"/>
                    <a:pt x="6835" y="668"/>
                  </a:cubicBezTo>
                  <a:cubicBezTo>
                    <a:pt x="6740" y="764"/>
                    <a:pt x="6811" y="930"/>
                    <a:pt x="6954" y="930"/>
                  </a:cubicBezTo>
                  <a:lnTo>
                    <a:pt x="7788" y="930"/>
                  </a:lnTo>
                  <a:lnTo>
                    <a:pt x="7788" y="1264"/>
                  </a:lnTo>
                  <a:lnTo>
                    <a:pt x="2906" y="1264"/>
                  </a:lnTo>
                  <a:lnTo>
                    <a:pt x="2906" y="930"/>
                  </a:lnTo>
                  <a:lnTo>
                    <a:pt x="6264" y="930"/>
                  </a:lnTo>
                  <a:cubicBezTo>
                    <a:pt x="6335" y="930"/>
                    <a:pt x="6407" y="883"/>
                    <a:pt x="6430" y="811"/>
                  </a:cubicBezTo>
                  <a:cubicBezTo>
                    <a:pt x="6430" y="716"/>
                    <a:pt x="6359" y="621"/>
                    <a:pt x="6264" y="621"/>
                  </a:cubicBezTo>
                  <a:lnTo>
                    <a:pt x="2834" y="621"/>
                  </a:lnTo>
                  <a:cubicBezTo>
                    <a:pt x="2715" y="621"/>
                    <a:pt x="2596" y="740"/>
                    <a:pt x="2596" y="859"/>
                  </a:cubicBezTo>
                  <a:lnTo>
                    <a:pt x="2596" y="1264"/>
                  </a:lnTo>
                  <a:lnTo>
                    <a:pt x="2263" y="1264"/>
                  </a:lnTo>
                  <a:lnTo>
                    <a:pt x="2263" y="668"/>
                  </a:lnTo>
                  <a:cubicBezTo>
                    <a:pt x="2263" y="454"/>
                    <a:pt x="2430" y="311"/>
                    <a:pt x="2644" y="311"/>
                  </a:cubicBezTo>
                  <a:close/>
                  <a:moveTo>
                    <a:pt x="9741" y="9384"/>
                  </a:moveTo>
                  <a:lnTo>
                    <a:pt x="9741" y="9718"/>
                  </a:lnTo>
                  <a:lnTo>
                    <a:pt x="8740" y="9718"/>
                  </a:lnTo>
                  <a:lnTo>
                    <a:pt x="8740" y="9384"/>
                  </a:lnTo>
                  <a:close/>
                  <a:moveTo>
                    <a:pt x="2603" y="0"/>
                  </a:moveTo>
                  <a:cubicBezTo>
                    <a:pt x="2241" y="0"/>
                    <a:pt x="1953" y="301"/>
                    <a:pt x="1953" y="668"/>
                  </a:cubicBezTo>
                  <a:lnTo>
                    <a:pt x="1953" y="1287"/>
                  </a:lnTo>
                  <a:lnTo>
                    <a:pt x="167" y="1287"/>
                  </a:lnTo>
                  <a:cubicBezTo>
                    <a:pt x="72" y="1287"/>
                    <a:pt x="1" y="1359"/>
                    <a:pt x="1" y="1454"/>
                  </a:cubicBezTo>
                  <a:lnTo>
                    <a:pt x="1" y="3407"/>
                  </a:lnTo>
                  <a:cubicBezTo>
                    <a:pt x="1" y="3431"/>
                    <a:pt x="24" y="3455"/>
                    <a:pt x="24" y="3478"/>
                  </a:cubicBezTo>
                  <a:cubicBezTo>
                    <a:pt x="57" y="3527"/>
                    <a:pt x="103" y="3548"/>
                    <a:pt x="150" y="3548"/>
                  </a:cubicBezTo>
                  <a:cubicBezTo>
                    <a:pt x="241" y="3548"/>
                    <a:pt x="334" y="3469"/>
                    <a:pt x="334" y="3359"/>
                  </a:cubicBezTo>
                  <a:lnTo>
                    <a:pt x="334" y="1597"/>
                  </a:lnTo>
                  <a:lnTo>
                    <a:pt x="10384" y="1597"/>
                  </a:lnTo>
                  <a:lnTo>
                    <a:pt x="10384" y="9051"/>
                  </a:lnTo>
                  <a:lnTo>
                    <a:pt x="7288" y="9051"/>
                  </a:lnTo>
                  <a:cubicBezTo>
                    <a:pt x="7216" y="9051"/>
                    <a:pt x="7145" y="9122"/>
                    <a:pt x="7121" y="9194"/>
                  </a:cubicBezTo>
                  <a:cubicBezTo>
                    <a:pt x="7121" y="9289"/>
                    <a:pt x="7192" y="9384"/>
                    <a:pt x="7288" y="9384"/>
                  </a:cubicBezTo>
                  <a:lnTo>
                    <a:pt x="8431" y="9384"/>
                  </a:lnTo>
                  <a:lnTo>
                    <a:pt x="8431" y="9861"/>
                  </a:lnTo>
                  <a:cubicBezTo>
                    <a:pt x="8431" y="9956"/>
                    <a:pt x="8502" y="10027"/>
                    <a:pt x="8598" y="10027"/>
                  </a:cubicBezTo>
                  <a:lnTo>
                    <a:pt x="9884" y="10027"/>
                  </a:lnTo>
                  <a:cubicBezTo>
                    <a:pt x="9955" y="10027"/>
                    <a:pt x="10026" y="9956"/>
                    <a:pt x="10026" y="9861"/>
                  </a:cubicBezTo>
                  <a:lnTo>
                    <a:pt x="10026" y="9384"/>
                  </a:lnTo>
                  <a:lnTo>
                    <a:pt x="10479" y="9384"/>
                  </a:lnTo>
                  <a:cubicBezTo>
                    <a:pt x="10598" y="9361"/>
                    <a:pt x="10669" y="9289"/>
                    <a:pt x="10693" y="9170"/>
                  </a:cubicBezTo>
                  <a:lnTo>
                    <a:pt x="10693" y="1359"/>
                  </a:lnTo>
                  <a:cubicBezTo>
                    <a:pt x="10675" y="1285"/>
                    <a:pt x="10612" y="1225"/>
                    <a:pt x="10541" y="1225"/>
                  </a:cubicBezTo>
                  <a:cubicBezTo>
                    <a:pt x="10521" y="1225"/>
                    <a:pt x="10500" y="1229"/>
                    <a:pt x="10479" y="1240"/>
                  </a:cubicBezTo>
                  <a:lnTo>
                    <a:pt x="10384" y="1287"/>
                  </a:lnTo>
                  <a:lnTo>
                    <a:pt x="8740" y="1287"/>
                  </a:lnTo>
                  <a:lnTo>
                    <a:pt x="8740" y="668"/>
                  </a:lnTo>
                  <a:cubicBezTo>
                    <a:pt x="8740" y="287"/>
                    <a:pt x="8455" y="1"/>
                    <a:pt x="8074" y="1"/>
                  </a:cubicBezTo>
                  <a:lnTo>
                    <a:pt x="2644" y="1"/>
                  </a:lnTo>
                  <a:cubicBezTo>
                    <a:pt x="2630" y="1"/>
                    <a:pt x="2616" y="0"/>
                    <a:pt x="26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0"/>
            <p:cNvSpPr/>
            <p:nvPr/>
          </p:nvSpPr>
          <p:spPr>
            <a:xfrm>
              <a:off x="1710148" y="1633164"/>
              <a:ext cx="271085" cy="227907"/>
            </a:xfrm>
            <a:custGeom>
              <a:avLst/>
              <a:gdLst/>
              <a:ahLst/>
              <a:cxnLst/>
              <a:rect l="l" t="t" r="r" b="b"/>
              <a:pathLst>
                <a:path w="8074" h="6788" extrusionOk="0">
                  <a:moveTo>
                    <a:pt x="7764" y="310"/>
                  </a:moveTo>
                  <a:lnTo>
                    <a:pt x="7764" y="3239"/>
                  </a:lnTo>
                  <a:lnTo>
                    <a:pt x="5501" y="3239"/>
                  </a:lnTo>
                  <a:lnTo>
                    <a:pt x="5501" y="310"/>
                  </a:lnTo>
                  <a:close/>
                  <a:moveTo>
                    <a:pt x="5168" y="310"/>
                  </a:moveTo>
                  <a:lnTo>
                    <a:pt x="5168" y="6478"/>
                  </a:lnTo>
                  <a:lnTo>
                    <a:pt x="310" y="6478"/>
                  </a:lnTo>
                  <a:lnTo>
                    <a:pt x="310" y="310"/>
                  </a:lnTo>
                  <a:close/>
                  <a:moveTo>
                    <a:pt x="7764" y="3573"/>
                  </a:moveTo>
                  <a:lnTo>
                    <a:pt x="7764" y="6478"/>
                  </a:lnTo>
                  <a:lnTo>
                    <a:pt x="5501" y="6478"/>
                  </a:lnTo>
                  <a:lnTo>
                    <a:pt x="5501" y="3573"/>
                  </a:lnTo>
                  <a:close/>
                  <a:moveTo>
                    <a:pt x="215" y="0"/>
                  </a:moveTo>
                  <a:cubicBezTo>
                    <a:pt x="96" y="0"/>
                    <a:pt x="0" y="96"/>
                    <a:pt x="0" y="215"/>
                  </a:cubicBezTo>
                  <a:lnTo>
                    <a:pt x="0" y="6573"/>
                  </a:lnTo>
                  <a:cubicBezTo>
                    <a:pt x="0" y="6692"/>
                    <a:pt x="96" y="6788"/>
                    <a:pt x="215" y="6788"/>
                  </a:cubicBezTo>
                  <a:lnTo>
                    <a:pt x="7859" y="6788"/>
                  </a:lnTo>
                  <a:cubicBezTo>
                    <a:pt x="7978" y="6788"/>
                    <a:pt x="8073" y="6692"/>
                    <a:pt x="8073" y="6573"/>
                  </a:cubicBezTo>
                  <a:lnTo>
                    <a:pt x="8073" y="215"/>
                  </a:lnTo>
                  <a:cubicBezTo>
                    <a:pt x="8073" y="96"/>
                    <a:pt x="7978" y="0"/>
                    <a:pt x="78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0"/>
            <p:cNvSpPr/>
            <p:nvPr/>
          </p:nvSpPr>
          <p:spPr>
            <a:xfrm>
              <a:off x="1900015" y="1668048"/>
              <a:ext cx="65236" cy="48516"/>
            </a:xfrm>
            <a:custGeom>
              <a:avLst/>
              <a:gdLst/>
              <a:ahLst/>
              <a:cxnLst/>
              <a:rect l="l" t="t" r="r" b="b"/>
              <a:pathLst>
                <a:path w="1943" h="1445" extrusionOk="0">
                  <a:moveTo>
                    <a:pt x="655" y="317"/>
                  </a:moveTo>
                  <a:cubicBezTo>
                    <a:pt x="663" y="317"/>
                    <a:pt x="671" y="318"/>
                    <a:pt x="680" y="319"/>
                  </a:cubicBezTo>
                  <a:lnTo>
                    <a:pt x="656" y="319"/>
                  </a:lnTo>
                  <a:cubicBezTo>
                    <a:pt x="728" y="319"/>
                    <a:pt x="799" y="366"/>
                    <a:pt x="823" y="438"/>
                  </a:cubicBezTo>
                  <a:cubicBezTo>
                    <a:pt x="847" y="509"/>
                    <a:pt x="912" y="545"/>
                    <a:pt x="978" y="545"/>
                  </a:cubicBezTo>
                  <a:cubicBezTo>
                    <a:pt x="1043" y="545"/>
                    <a:pt x="1109" y="509"/>
                    <a:pt x="1132" y="438"/>
                  </a:cubicBezTo>
                  <a:cubicBezTo>
                    <a:pt x="1156" y="366"/>
                    <a:pt x="1228" y="319"/>
                    <a:pt x="1299" y="319"/>
                  </a:cubicBezTo>
                  <a:cubicBezTo>
                    <a:pt x="1442" y="319"/>
                    <a:pt x="1513" y="486"/>
                    <a:pt x="1418" y="605"/>
                  </a:cubicBezTo>
                  <a:lnTo>
                    <a:pt x="966" y="1057"/>
                  </a:lnTo>
                  <a:lnTo>
                    <a:pt x="537" y="628"/>
                  </a:lnTo>
                  <a:cubicBezTo>
                    <a:pt x="424" y="516"/>
                    <a:pt x="504" y="317"/>
                    <a:pt x="655" y="317"/>
                  </a:cubicBezTo>
                  <a:close/>
                  <a:moveTo>
                    <a:pt x="694" y="1"/>
                  </a:moveTo>
                  <a:cubicBezTo>
                    <a:pt x="313" y="1"/>
                    <a:pt x="0" y="482"/>
                    <a:pt x="323" y="843"/>
                  </a:cubicBezTo>
                  <a:lnTo>
                    <a:pt x="870" y="1390"/>
                  </a:lnTo>
                  <a:cubicBezTo>
                    <a:pt x="894" y="1426"/>
                    <a:pt x="930" y="1444"/>
                    <a:pt x="969" y="1444"/>
                  </a:cubicBezTo>
                  <a:cubicBezTo>
                    <a:pt x="1007" y="1444"/>
                    <a:pt x="1049" y="1426"/>
                    <a:pt x="1085" y="1390"/>
                  </a:cubicBezTo>
                  <a:lnTo>
                    <a:pt x="1633" y="843"/>
                  </a:lnTo>
                  <a:cubicBezTo>
                    <a:pt x="1942" y="533"/>
                    <a:pt x="1728" y="9"/>
                    <a:pt x="1275" y="9"/>
                  </a:cubicBezTo>
                  <a:cubicBezTo>
                    <a:pt x="1180" y="9"/>
                    <a:pt x="1061" y="33"/>
                    <a:pt x="990" y="105"/>
                  </a:cubicBezTo>
                  <a:cubicBezTo>
                    <a:pt x="893" y="32"/>
                    <a:pt x="791" y="1"/>
                    <a:pt x="6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0"/>
            <p:cNvSpPr/>
            <p:nvPr/>
          </p:nvSpPr>
          <p:spPr>
            <a:xfrm>
              <a:off x="1731737" y="1653913"/>
              <a:ext cx="141552" cy="88034"/>
            </a:xfrm>
            <a:custGeom>
              <a:avLst/>
              <a:gdLst/>
              <a:ahLst/>
              <a:cxnLst/>
              <a:rect l="l" t="t" r="r" b="b"/>
              <a:pathLst>
                <a:path w="4216" h="2622" extrusionOk="0">
                  <a:moveTo>
                    <a:pt x="1208" y="1"/>
                  </a:moveTo>
                  <a:cubicBezTo>
                    <a:pt x="1151" y="1"/>
                    <a:pt x="1094" y="31"/>
                    <a:pt x="1072" y="97"/>
                  </a:cubicBezTo>
                  <a:lnTo>
                    <a:pt x="477" y="1288"/>
                  </a:lnTo>
                  <a:lnTo>
                    <a:pt x="167" y="1288"/>
                  </a:lnTo>
                  <a:cubicBezTo>
                    <a:pt x="96" y="1288"/>
                    <a:pt x="24" y="1359"/>
                    <a:pt x="0" y="1430"/>
                  </a:cubicBezTo>
                  <a:cubicBezTo>
                    <a:pt x="0" y="1516"/>
                    <a:pt x="57" y="1601"/>
                    <a:pt x="138" y="1601"/>
                  </a:cubicBezTo>
                  <a:cubicBezTo>
                    <a:pt x="147" y="1601"/>
                    <a:pt x="157" y="1600"/>
                    <a:pt x="167" y="1597"/>
                  </a:cubicBezTo>
                  <a:lnTo>
                    <a:pt x="167" y="1645"/>
                  </a:lnTo>
                  <a:lnTo>
                    <a:pt x="572" y="1645"/>
                  </a:lnTo>
                  <a:cubicBezTo>
                    <a:pt x="572" y="1645"/>
                    <a:pt x="691" y="1597"/>
                    <a:pt x="715" y="1550"/>
                  </a:cubicBezTo>
                  <a:lnTo>
                    <a:pt x="1167" y="621"/>
                  </a:lnTo>
                  <a:lnTo>
                    <a:pt x="1715" y="2502"/>
                  </a:lnTo>
                  <a:cubicBezTo>
                    <a:pt x="1728" y="2579"/>
                    <a:pt x="1797" y="2622"/>
                    <a:pt x="1864" y="2622"/>
                  </a:cubicBezTo>
                  <a:cubicBezTo>
                    <a:pt x="1922" y="2622"/>
                    <a:pt x="1979" y="2591"/>
                    <a:pt x="2001" y="2526"/>
                  </a:cubicBezTo>
                  <a:lnTo>
                    <a:pt x="2596" y="1192"/>
                  </a:lnTo>
                  <a:lnTo>
                    <a:pt x="3049" y="2050"/>
                  </a:lnTo>
                  <a:cubicBezTo>
                    <a:pt x="3074" y="2112"/>
                    <a:pt x="3125" y="2142"/>
                    <a:pt x="3179" y="2142"/>
                  </a:cubicBezTo>
                  <a:cubicBezTo>
                    <a:pt x="3227" y="2142"/>
                    <a:pt x="3277" y="2118"/>
                    <a:pt x="3311" y="2073"/>
                  </a:cubicBezTo>
                  <a:lnTo>
                    <a:pt x="3644" y="1645"/>
                  </a:lnTo>
                  <a:lnTo>
                    <a:pt x="4049" y="1621"/>
                  </a:lnTo>
                  <a:cubicBezTo>
                    <a:pt x="4057" y="1625"/>
                    <a:pt x="4066" y="1627"/>
                    <a:pt x="4076" y="1627"/>
                  </a:cubicBezTo>
                  <a:cubicBezTo>
                    <a:pt x="4120" y="1627"/>
                    <a:pt x="4172" y="1585"/>
                    <a:pt x="4192" y="1526"/>
                  </a:cubicBezTo>
                  <a:cubicBezTo>
                    <a:pt x="4215" y="1430"/>
                    <a:pt x="4144" y="1311"/>
                    <a:pt x="4049" y="1311"/>
                  </a:cubicBezTo>
                  <a:lnTo>
                    <a:pt x="3549" y="1335"/>
                  </a:lnTo>
                  <a:cubicBezTo>
                    <a:pt x="3549" y="1335"/>
                    <a:pt x="3453" y="1335"/>
                    <a:pt x="3430" y="1383"/>
                  </a:cubicBezTo>
                  <a:lnTo>
                    <a:pt x="3215" y="1692"/>
                  </a:lnTo>
                  <a:lnTo>
                    <a:pt x="2739" y="764"/>
                  </a:lnTo>
                  <a:cubicBezTo>
                    <a:pt x="2703" y="704"/>
                    <a:pt x="2644" y="674"/>
                    <a:pt x="2587" y="674"/>
                  </a:cubicBezTo>
                  <a:cubicBezTo>
                    <a:pt x="2531" y="674"/>
                    <a:pt x="2477" y="704"/>
                    <a:pt x="2453" y="764"/>
                  </a:cubicBezTo>
                  <a:lnTo>
                    <a:pt x="1882" y="1978"/>
                  </a:lnTo>
                  <a:lnTo>
                    <a:pt x="1358" y="121"/>
                  </a:lnTo>
                  <a:cubicBezTo>
                    <a:pt x="1345" y="43"/>
                    <a:pt x="1276" y="1"/>
                    <a:pt x="12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0"/>
            <p:cNvSpPr/>
            <p:nvPr/>
          </p:nvSpPr>
          <p:spPr>
            <a:xfrm>
              <a:off x="1731737" y="1753194"/>
              <a:ext cx="140746" cy="87899"/>
            </a:xfrm>
            <a:custGeom>
              <a:avLst/>
              <a:gdLst/>
              <a:ahLst/>
              <a:cxnLst/>
              <a:rect l="l" t="t" r="r" b="b"/>
              <a:pathLst>
                <a:path w="4192" h="2618" extrusionOk="0">
                  <a:moveTo>
                    <a:pt x="2336" y="0"/>
                  </a:moveTo>
                  <a:cubicBezTo>
                    <a:pt x="2276" y="0"/>
                    <a:pt x="2214" y="36"/>
                    <a:pt x="2191" y="117"/>
                  </a:cubicBezTo>
                  <a:lnTo>
                    <a:pt x="1596" y="1426"/>
                  </a:lnTo>
                  <a:lnTo>
                    <a:pt x="1143" y="569"/>
                  </a:lnTo>
                  <a:cubicBezTo>
                    <a:pt x="1117" y="516"/>
                    <a:pt x="1060" y="485"/>
                    <a:pt x="1003" y="485"/>
                  </a:cubicBezTo>
                  <a:cubicBezTo>
                    <a:pt x="958" y="485"/>
                    <a:pt x="913" y="504"/>
                    <a:pt x="881" y="545"/>
                  </a:cubicBezTo>
                  <a:lnTo>
                    <a:pt x="572" y="998"/>
                  </a:lnTo>
                  <a:lnTo>
                    <a:pt x="167" y="974"/>
                  </a:lnTo>
                  <a:cubicBezTo>
                    <a:pt x="167" y="974"/>
                    <a:pt x="0" y="1045"/>
                    <a:pt x="0" y="1141"/>
                  </a:cubicBezTo>
                  <a:cubicBezTo>
                    <a:pt x="0" y="1236"/>
                    <a:pt x="72" y="1307"/>
                    <a:pt x="167" y="1307"/>
                  </a:cubicBezTo>
                  <a:lnTo>
                    <a:pt x="643" y="1307"/>
                  </a:lnTo>
                  <a:cubicBezTo>
                    <a:pt x="691" y="1307"/>
                    <a:pt x="739" y="1284"/>
                    <a:pt x="762" y="1236"/>
                  </a:cubicBezTo>
                  <a:lnTo>
                    <a:pt x="1001" y="950"/>
                  </a:lnTo>
                  <a:lnTo>
                    <a:pt x="1477" y="1879"/>
                  </a:lnTo>
                  <a:cubicBezTo>
                    <a:pt x="1501" y="1927"/>
                    <a:pt x="1554" y="1950"/>
                    <a:pt x="1608" y="1950"/>
                  </a:cubicBezTo>
                  <a:cubicBezTo>
                    <a:pt x="1661" y="1950"/>
                    <a:pt x="1715" y="1927"/>
                    <a:pt x="1739" y="1879"/>
                  </a:cubicBezTo>
                  <a:lnTo>
                    <a:pt x="2310" y="641"/>
                  </a:lnTo>
                  <a:lnTo>
                    <a:pt x="2834" y="2498"/>
                  </a:lnTo>
                  <a:cubicBezTo>
                    <a:pt x="2847" y="2575"/>
                    <a:pt x="2916" y="2618"/>
                    <a:pt x="2988" y="2618"/>
                  </a:cubicBezTo>
                  <a:cubicBezTo>
                    <a:pt x="3048" y="2618"/>
                    <a:pt x="3111" y="2587"/>
                    <a:pt x="3144" y="2522"/>
                  </a:cubicBezTo>
                  <a:lnTo>
                    <a:pt x="3739" y="1307"/>
                  </a:lnTo>
                  <a:lnTo>
                    <a:pt x="4049" y="1307"/>
                  </a:lnTo>
                  <a:cubicBezTo>
                    <a:pt x="4144" y="1307"/>
                    <a:pt x="4192" y="1236"/>
                    <a:pt x="4192" y="1164"/>
                  </a:cubicBezTo>
                  <a:cubicBezTo>
                    <a:pt x="4192" y="1069"/>
                    <a:pt x="4120" y="998"/>
                    <a:pt x="4049" y="998"/>
                  </a:cubicBezTo>
                  <a:lnTo>
                    <a:pt x="4049" y="974"/>
                  </a:lnTo>
                  <a:lnTo>
                    <a:pt x="3644" y="974"/>
                  </a:lnTo>
                  <a:cubicBezTo>
                    <a:pt x="3644" y="974"/>
                    <a:pt x="3525" y="1022"/>
                    <a:pt x="3501" y="1069"/>
                  </a:cubicBezTo>
                  <a:lnTo>
                    <a:pt x="3025" y="1998"/>
                  </a:lnTo>
                  <a:lnTo>
                    <a:pt x="2477" y="117"/>
                  </a:lnTo>
                  <a:cubicBezTo>
                    <a:pt x="2465" y="42"/>
                    <a:pt x="2401" y="0"/>
                    <a:pt x="2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0"/>
            <p:cNvSpPr/>
            <p:nvPr/>
          </p:nvSpPr>
          <p:spPr>
            <a:xfrm>
              <a:off x="1992379" y="1654752"/>
              <a:ext cx="32836" cy="31997"/>
            </a:xfrm>
            <a:custGeom>
              <a:avLst/>
              <a:gdLst/>
              <a:ahLst/>
              <a:cxnLst/>
              <a:rect l="l" t="t" r="r" b="b"/>
              <a:pathLst>
                <a:path w="978" h="953" extrusionOk="0">
                  <a:moveTo>
                    <a:pt x="668" y="310"/>
                  </a:moveTo>
                  <a:lnTo>
                    <a:pt x="668" y="643"/>
                  </a:lnTo>
                  <a:lnTo>
                    <a:pt x="334" y="643"/>
                  </a:lnTo>
                  <a:lnTo>
                    <a:pt x="334" y="310"/>
                  </a:lnTo>
                  <a:close/>
                  <a:moveTo>
                    <a:pt x="168" y="0"/>
                  </a:moveTo>
                  <a:cubicBezTo>
                    <a:pt x="72" y="0"/>
                    <a:pt x="1" y="72"/>
                    <a:pt x="1" y="167"/>
                  </a:cubicBezTo>
                  <a:lnTo>
                    <a:pt x="1" y="810"/>
                  </a:lnTo>
                  <a:cubicBezTo>
                    <a:pt x="1" y="882"/>
                    <a:pt x="72" y="953"/>
                    <a:pt x="168" y="953"/>
                  </a:cubicBezTo>
                  <a:lnTo>
                    <a:pt x="811" y="953"/>
                  </a:lnTo>
                  <a:cubicBezTo>
                    <a:pt x="906" y="953"/>
                    <a:pt x="977" y="882"/>
                    <a:pt x="977" y="810"/>
                  </a:cubicBezTo>
                  <a:lnTo>
                    <a:pt x="977" y="167"/>
                  </a:lnTo>
                  <a:cubicBezTo>
                    <a:pt x="977" y="72"/>
                    <a:pt x="906" y="0"/>
                    <a:pt x="8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0"/>
            <p:cNvSpPr/>
            <p:nvPr/>
          </p:nvSpPr>
          <p:spPr>
            <a:xfrm>
              <a:off x="1992379" y="1697930"/>
              <a:ext cx="32836" cy="32803"/>
            </a:xfrm>
            <a:custGeom>
              <a:avLst/>
              <a:gdLst/>
              <a:ahLst/>
              <a:cxnLst/>
              <a:rect l="l" t="t" r="r" b="b"/>
              <a:pathLst>
                <a:path w="978" h="977" extrusionOk="0">
                  <a:moveTo>
                    <a:pt x="668" y="334"/>
                  </a:moveTo>
                  <a:lnTo>
                    <a:pt x="668" y="667"/>
                  </a:lnTo>
                  <a:lnTo>
                    <a:pt x="334" y="667"/>
                  </a:lnTo>
                  <a:lnTo>
                    <a:pt x="334" y="334"/>
                  </a:lnTo>
                  <a:close/>
                  <a:moveTo>
                    <a:pt x="168" y="0"/>
                  </a:moveTo>
                  <a:cubicBezTo>
                    <a:pt x="72" y="0"/>
                    <a:pt x="1" y="72"/>
                    <a:pt x="1" y="167"/>
                  </a:cubicBezTo>
                  <a:lnTo>
                    <a:pt x="1" y="810"/>
                  </a:lnTo>
                  <a:cubicBezTo>
                    <a:pt x="1" y="882"/>
                    <a:pt x="72" y="977"/>
                    <a:pt x="168" y="977"/>
                  </a:cubicBezTo>
                  <a:lnTo>
                    <a:pt x="811" y="977"/>
                  </a:lnTo>
                  <a:cubicBezTo>
                    <a:pt x="906" y="977"/>
                    <a:pt x="977" y="905"/>
                    <a:pt x="977" y="810"/>
                  </a:cubicBezTo>
                  <a:lnTo>
                    <a:pt x="977" y="167"/>
                  </a:lnTo>
                  <a:cubicBezTo>
                    <a:pt x="977" y="72"/>
                    <a:pt x="906" y="0"/>
                    <a:pt x="8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0"/>
            <p:cNvSpPr/>
            <p:nvPr/>
          </p:nvSpPr>
          <p:spPr>
            <a:xfrm>
              <a:off x="1992379" y="1828939"/>
              <a:ext cx="37638" cy="32131"/>
            </a:xfrm>
            <a:custGeom>
              <a:avLst/>
              <a:gdLst/>
              <a:ahLst/>
              <a:cxnLst/>
              <a:rect l="l" t="t" r="r" b="b"/>
              <a:pathLst>
                <a:path w="1121" h="957" extrusionOk="0">
                  <a:moveTo>
                    <a:pt x="501" y="314"/>
                  </a:moveTo>
                  <a:cubicBezTo>
                    <a:pt x="702" y="314"/>
                    <a:pt x="497" y="565"/>
                    <a:pt x="390" y="565"/>
                  </a:cubicBezTo>
                  <a:cubicBezTo>
                    <a:pt x="358" y="565"/>
                    <a:pt x="334" y="542"/>
                    <a:pt x="334" y="480"/>
                  </a:cubicBezTo>
                  <a:cubicBezTo>
                    <a:pt x="310" y="385"/>
                    <a:pt x="406" y="314"/>
                    <a:pt x="501" y="314"/>
                  </a:cubicBezTo>
                  <a:close/>
                  <a:moveTo>
                    <a:pt x="488" y="0"/>
                  </a:moveTo>
                  <a:cubicBezTo>
                    <a:pt x="238" y="0"/>
                    <a:pt x="1" y="192"/>
                    <a:pt x="1" y="480"/>
                  </a:cubicBezTo>
                  <a:cubicBezTo>
                    <a:pt x="1" y="742"/>
                    <a:pt x="215" y="957"/>
                    <a:pt x="501" y="957"/>
                  </a:cubicBezTo>
                  <a:cubicBezTo>
                    <a:pt x="906" y="957"/>
                    <a:pt x="1120" y="433"/>
                    <a:pt x="834" y="147"/>
                  </a:cubicBezTo>
                  <a:cubicBezTo>
                    <a:pt x="733" y="46"/>
                    <a:pt x="609" y="0"/>
                    <a:pt x="4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0"/>
            <p:cNvSpPr/>
            <p:nvPr/>
          </p:nvSpPr>
          <p:spPr>
            <a:xfrm>
              <a:off x="1918817" y="1809063"/>
              <a:ext cx="41633" cy="10442"/>
            </a:xfrm>
            <a:custGeom>
              <a:avLst/>
              <a:gdLst/>
              <a:ahLst/>
              <a:cxnLst/>
              <a:rect l="l" t="t" r="r" b="b"/>
              <a:pathLst>
                <a:path w="1240" h="311" extrusionOk="0">
                  <a:moveTo>
                    <a:pt x="191" y="1"/>
                  </a:moveTo>
                  <a:cubicBezTo>
                    <a:pt x="96" y="1"/>
                    <a:pt x="25" y="48"/>
                    <a:pt x="25" y="120"/>
                  </a:cubicBezTo>
                  <a:cubicBezTo>
                    <a:pt x="1" y="215"/>
                    <a:pt x="96" y="310"/>
                    <a:pt x="168" y="310"/>
                  </a:cubicBezTo>
                  <a:lnTo>
                    <a:pt x="1049" y="310"/>
                  </a:lnTo>
                  <a:cubicBezTo>
                    <a:pt x="1144" y="310"/>
                    <a:pt x="1215" y="239"/>
                    <a:pt x="1215" y="167"/>
                  </a:cubicBezTo>
                  <a:cubicBezTo>
                    <a:pt x="1239" y="72"/>
                    <a:pt x="1144"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0"/>
            <p:cNvSpPr/>
            <p:nvPr/>
          </p:nvSpPr>
          <p:spPr>
            <a:xfrm>
              <a:off x="1905252" y="1829007"/>
              <a:ext cx="54996" cy="10509"/>
            </a:xfrm>
            <a:custGeom>
              <a:avLst/>
              <a:gdLst/>
              <a:ahLst/>
              <a:cxnLst/>
              <a:rect l="l" t="t" r="r" b="b"/>
              <a:pathLst>
                <a:path w="1638" h="313" extrusionOk="0">
                  <a:moveTo>
                    <a:pt x="1471" y="1"/>
                  </a:moveTo>
                  <a:cubicBezTo>
                    <a:pt x="1465" y="1"/>
                    <a:pt x="1459" y="1"/>
                    <a:pt x="1453" y="2"/>
                  </a:cubicBezTo>
                  <a:lnTo>
                    <a:pt x="167" y="2"/>
                  </a:lnTo>
                  <a:cubicBezTo>
                    <a:pt x="95" y="2"/>
                    <a:pt x="24" y="50"/>
                    <a:pt x="24" y="145"/>
                  </a:cubicBezTo>
                  <a:cubicBezTo>
                    <a:pt x="0" y="240"/>
                    <a:pt x="72" y="312"/>
                    <a:pt x="167" y="312"/>
                  </a:cubicBezTo>
                  <a:lnTo>
                    <a:pt x="1453" y="312"/>
                  </a:lnTo>
                  <a:cubicBezTo>
                    <a:pt x="1459" y="312"/>
                    <a:pt x="1465" y="313"/>
                    <a:pt x="1471" y="313"/>
                  </a:cubicBezTo>
                  <a:cubicBezTo>
                    <a:pt x="1637" y="313"/>
                    <a:pt x="1637" y="1"/>
                    <a:pt x="14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41"/>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Types of arrhythmias</a:t>
            </a:r>
            <a:endParaRPr/>
          </a:p>
        </p:txBody>
      </p:sp>
      <p:sp>
        <p:nvSpPr>
          <p:cNvPr id="851" name="Google Shape;851;p41"/>
          <p:cNvSpPr txBox="1">
            <a:spLocks noGrp="1"/>
          </p:cNvSpPr>
          <p:nvPr>
            <p:ph type="title"/>
          </p:nvPr>
        </p:nvSpPr>
        <p:spPr>
          <a:xfrm>
            <a:off x="1950150" y="1589625"/>
            <a:ext cx="2295600" cy="80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Ventricular fibrillation</a:t>
            </a:r>
            <a:endParaRPr/>
          </a:p>
        </p:txBody>
      </p:sp>
      <p:sp>
        <p:nvSpPr>
          <p:cNvPr id="852" name="Google Shape;852;p41"/>
          <p:cNvSpPr txBox="1">
            <a:spLocks noGrp="1"/>
          </p:cNvSpPr>
          <p:nvPr>
            <p:ph type="subTitle" idx="1"/>
          </p:nvPr>
        </p:nvSpPr>
        <p:spPr>
          <a:xfrm>
            <a:off x="1950150" y="2390025"/>
            <a:ext cx="2295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Mercury is the smallest planet in the galaxy</a:t>
            </a:r>
            <a:endParaRPr/>
          </a:p>
        </p:txBody>
      </p:sp>
      <p:sp>
        <p:nvSpPr>
          <p:cNvPr id="853" name="Google Shape;853;p41"/>
          <p:cNvSpPr txBox="1">
            <a:spLocks noGrp="1"/>
          </p:cNvSpPr>
          <p:nvPr>
            <p:ph type="title" idx="4"/>
          </p:nvPr>
        </p:nvSpPr>
        <p:spPr>
          <a:xfrm>
            <a:off x="1950150" y="3156550"/>
            <a:ext cx="2295600" cy="80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Premature ventricular beats</a:t>
            </a:r>
            <a:endParaRPr/>
          </a:p>
        </p:txBody>
      </p:sp>
      <p:sp>
        <p:nvSpPr>
          <p:cNvPr id="854" name="Google Shape;854;p41"/>
          <p:cNvSpPr txBox="1">
            <a:spLocks noGrp="1"/>
          </p:cNvSpPr>
          <p:nvPr>
            <p:ph type="subTitle" idx="5"/>
          </p:nvPr>
        </p:nvSpPr>
        <p:spPr>
          <a:xfrm>
            <a:off x="1950150" y="3956950"/>
            <a:ext cx="2295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Jupiter is the biggest planet of them all</a:t>
            </a:r>
            <a:endParaRPr/>
          </a:p>
        </p:txBody>
      </p:sp>
      <p:sp>
        <p:nvSpPr>
          <p:cNvPr id="855" name="Google Shape;855;p41"/>
          <p:cNvSpPr txBox="1">
            <a:spLocks noGrp="1"/>
          </p:cNvSpPr>
          <p:nvPr>
            <p:ph type="title" idx="6"/>
          </p:nvPr>
        </p:nvSpPr>
        <p:spPr>
          <a:xfrm>
            <a:off x="5196054" y="3156550"/>
            <a:ext cx="2295600" cy="80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Torsades de pointes</a:t>
            </a:r>
            <a:endParaRPr/>
          </a:p>
        </p:txBody>
      </p:sp>
      <p:sp>
        <p:nvSpPr>
          <p:cNvPr id="856" name="Google Shape;856;p41"/>
          <p:cNvSpPr txBox="1">
            <a:spLocks noGrp="1"/>
          </p:cNvSpPr>
          <p:nvPr>
            <p:ph type="subTitle" idx="7"/>
          </p:nvPr>
        </p:nvSpPr>
        <p:spPr>
          <a:xfrm>
            <a:off x="5196000" y="3956950"/>
            <a:ext cx="2295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Earth is the beautiful planet where we live</a:t>
            </a:r>
            <a:endParaRPr/>
          </a:p>
        </p:txBody>
      </p:sp>
      <p:sp>
        <p:nvSpPr>
          <p:cNvPr id="857" name="Google Shape;857;p41"/>
          <p:cNvSpPr/>
          <p:nvPr/>
        </p:nvSpPr>
        <p:spPr>
          <a:xfrm rot="10800000">
            <a:off x="1803" y="1706481"/>
            <a:ext cx="50" cy="124375"/>
          </a:xfrm>
          <a:custGeom>
            <a:avLst/>
            <a:gdLst/>
            <a:ahLst/>
            <a:cxnLst/>
            <a:rect l="l" t="t" r="r" b="b"/>
            <a:pathLst>
              <a:path w="1" h="2463" extrusionOk="0">
                <a:moveTo>
                  <a:pt x="0" y="2463"/>
                </a:moveTo>
                <a:lnTo>
                  <a:pt x="0" y="2463"/>
                </a:lnTo>
                <a:lnTo>
                  <a:pt x="0" y="0"/>
                </a:lnTo>
                <a:lnTo>
                  <a:pt x="0" y="0"/>
                </a:lnTo>
                <a:lnTo>
                  <a:pt x="0" y="2463"/>
                </a:lnTo>
                <a:close/>
              </a:path>
            </a:pathLst>
          </a:custGeom>
          <a:solidFill>
            <a:srgbClr val="FF00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1"/>
          <p:cNvSpPr/>
          <p:nvPr/>
        </p:nvSpPr>
        <p:spPr>
          <a:xfrm rot="10800000">
            <a:off x="1803" y="1300576"/>
            <a:ext cx="50" cy="125385"/>
          </a:xfrm>
          <a:custGeom>
            <a:avLst/>
            <a:gdLst/>
            <a:ahLst/>
            <a:cxnLst/>
            <a:rect l="l" t="t" r="r" b="b"/>
            <a:pathLst>
              <a:path w="1" h="2483" extrusionOk="0">
                <a:moveTo>
                  <a:pt x="0" y="2483"/>
                </a:moveTo>
                <a:lnTo>
                  <a:pt x="0" y="2483"/>
                </a:lnTo>
                <a:lnTo>
                  <a:pt x="0" y="1"/>
                </a:lnTo>
                <a:lnTo>
                  <a:pt x="0" y="20"/>
                </a:lnTo>
                <a:lnTo>
                  <a:pt x="0" y="2483"/>
                </a:lnTo>
                <a:close/>
              </a:path>
            </a:pathLst>
          </a:custGeom>
          <a:solidFill>
            <a:srgbClr val="FF00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1"/>
          <p:cNvSpPr/>
          <p:nvPr/>
        </p:nvSpPr>
        <p:spPr>
          <a:xfrm rot="10800000">
            <a:off x="1803" y="1503024"/>
            <a:ext cx="50" cy="125385"/>
          </a:xfrm>
          <a:custGeom>
            <a:avLst/>
            <a:gdLst/>
            <a:ahLst/>
            <a:cxnLst/>
            <a:rect l="l" t="t" r="r" b="b"/>
            <a:pathLst>
              <a:path w="1" h="2483" extrusionOk="0">
                <a:moveTo>
                  <a:pt x="0" y="2482"/>
                </a:moveTo>
                <a:lnTo>
                  <a:pt x="0" y="2482"/>
                </a:lnTo>
                <a:lnTo>
                  <a:pt x="0" y="0"/>
                </a:lnTo>
                <a:lnTo>
                  <a:pt x="0" y="0"/>
                </a:lnTo>
                <a:lnTo>
                  <a:pt x="0" y="2482"/>
                </a:lnTo>
                <a:close/>
              </a:path>
            </a:pathLst>
          </a:custGeom>
          <a:solidFill>
            <a:srgbClr val="FF00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1"/>
          <p:cNvSpPr/>
          <p:nvPr/>
        </p:nvSpPr>
        <p:spPr>
          <a:xfrm rot="10800000">
            <a:off x="1803" y="1908928"/>
            <a:ext cx="50" cy="125385"/>
          </a:xfrm>
          <a:custGeom>
            <a:avLst/>
            <a:gdLst/>
            <a:ahLst/>
            <a:cxnLst/>
            <a:rect l="l" t="t" r="r" b="b"/>
            <a:pathLst>
              <a:path w="1" h="2483" extrusionOk="0">
                <a:moveTo>
                  <a:pt x="0" y="2483"/>
                </a:moveTo>
                <a:lnTo>
                  <a:pt x="0" y="2483"/>
                </a:lnTo>
                <a:lnTo>
                  <a:pt x="0" y="1"/>
                </a:lnTo>
                <a:lnTo>
                  <a:pt x="0" y="1"/>
                </a:lnTo>
                <a:lnTo>
                  <a:pt x="0" y="2483"/>
                </a:lnTo>
                <a:close/>
              </a:path>
            </a:pathLst>
          </a:custGeom>
          <a:solidFill>
            <a:srgbClr val="FF00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1"/>
          <p:cNvSpPr/>
          <p:nvPr/>
        </p:nvSpPr>
        <p:spPr>
          <a:xfrm rot="10800000">
            <a:off x="37566" y="39483"/>
            <a:ext cx="65596" cy="65647"/>
          </a:xfrm>
          <a:custGeom>
            <a:avLst/>
            <a:gdLst/>
            <a:ahLst/>
            <a:cxnLst/>
            <a:rect l="l" t="t" r="r" b="b"/>
            <a:pathLst>
              <a:path w="1299" h="1300" extrusionOk="0">
                <a:moveTo>
                  <a:pt x="0" y="1"/>
                </a:moveTo>
                <a:lnTo>
                  <a:pt x="0" y="1"/>
                </a:lnTo>
                <a:lnTo>
                  <a:pt x="0" y="1"/>
                </a:lnTo>
                <a:lnTo>
                  <a:pt x="1299" y="1299"/>
                </a:lnTo>
                <a:lnTo>
                  <a:pt x="1299" y="1299"/>
                </a:lnTo>
                <a:lnTo>
                  <a:pt x="0" y="1"/>
                </a:lnTo>
                <a:close/>
              </a:path>
            </a:pathLst>
          </a:custGeom>
          <a:solidFill>
            <a:srgbClr val="FF00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1"/>
          <p:cNvSpPr/>
          <p:nvPr/>
        </p:nvSpPr>
        <p:spPr>
          <a:xfrm rot="10800000">
            <a:off x="1803" y="2034263"/>
            <a:ext cx="50" cy="15452"/>
          </a:xfrm>
          <a:custGeom>
            <a:avLst/>
            <a:gdLst/>
            <a:ahLst/>
            <a:cxnLst/>
            <a:rect l="l" t="t" r="r" b="b"/>
            <a:pathLst>
              <a:path w="1" h="306" extrusionOk="0">
                <a:moveTo>
                  <a:pt x="0" y="0"/>
                </a:moveTo>
                <a:lnTo>
                  <a:pt x="0" y="306"/>
                </a:lnTo>
                <a:lnTo>
                  <a:pt x="0" y="306"/>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1"/>
          <p:cNvSpPr/>
          <p:nvPr/>
        </p:nvSpPr>
        <p:spPr>
          <a:xfrm rot="10800000">
            <a:off x="1803" y="1830807"/>
            <a:ext cx="50" cy="78170"/>
          </a:xfrm>
          <a:custGeom>
            <a:avLst/>
            <a:gdLst/>
            <a:ahLst/>
            <a:cxnLst/>
            <a:rect l="l" t="t" r="r" b="b"/>
            <a:pathLst>
              <a:path w="1" h="1548" extrusionOk="0">
                <a:moveTo>
                  <a:pt x="0" y="1547"/>
                </a:moveTo>
                <a:lnTo>
                  <a:pt x="0" y="1547"/>
                </a:lnTo>
                <a:lnTo>
                  <a:pt x="0" y="1"/>
                </a:lnTo>
                <a:lnTo>
                  <a:pt x="0" y="1"/>
                </a:lnTo>
                <a:lnTo>
                  <a:pt x="0" y="154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1"/>
          <p:cNvSpPr/>
          <p:nvPr/>
        </p:nvSpPr>
        <p:spPr>
          <a:xfrm rot="10800000">
            <a:off x="1803" y="1628360"/>
            <a:ext cx="50" cy="78170"/>
          </a:xfrm>
          <a:custGeom>
            <a:avLst/>
            <a:gdLst/>
            <a:ahLst/>
            <a:cxnLst/>
            <a:rect l="l" t="t" r="r" b="b"/>
            <a:pathLst>
              <a:path w="1" h="1548" extrusionOk="0">
                <a:moveTo>
                  <a:pt x="0" y="1547"/>
                </a:moveTo>
                <a:lnTo>
                  <a:pt x="0" y="1547"/>
                </a:lnTo>
                <a:lnTo>
                  <a:pt x="0" y="1"/>
                </a:lnTo>
                <a:lnTo>
                  <a:pt x="0" y="1"/>
                </a:lnTo>
                <a:lnTo>
                  <a:pt x="0" y="154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1"/>
          <p:cNvSpPr/>
          <p:nvPr/>
        </p:nvSpPr>
        <p:spPr>
          <a:xfrm rot="10800000">
            <a:off x="1803" y="1424953"/>
            <a:ext cx="50" cy="78120"/>
          </a:xfrm>
          <a:custGeom>
            <a:avLst/>
            <a:gdLst/>
            <a:ahLst/>
            <a:cxnLst/>
            <a:rect l="l" t="t" r="r" b="b"/>
            <a:pathLst>
              <a:path w="1" h="1547" extrusionOk="0">
                <a:moveTo>
                  <a:pt x="0" y="1547"/>
                </a:moveTo>
                <a:lnTo>
                  <a:pt x="0" y="1528"/>
                </a:lnTo>
                <a:lnTo>
                  <a:pt x="0" y="0"/>
                </a:lnTo>
                <a:lnTo>
                  <a:pt x="0" y="0"/>
                </a:lnTo>
                <a:lnTo>
                  <a:pt x="0" y="154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1"/>
          <p:cNvSpPr/>
          <p:nvPr/>
        </p:nvSpPr>
        <p:spPr>
          <a:xfrm rot="10800000">
            <a:off x="1803" y="1222455"/>
            <a:ext cx="50" cy="78170"/>
          </a:xfrm>
          <a:custGeom>
            <a:avLst/>
            <a:gdLst/>
            <a:ahLst/>
            <a:cxnLst/>
            <a:rect l="l" t="t" r="r" b="b"/>
            <a:pathLst>
              <a:path w="1" h="1548" extrusionOk="0">
                <a:moveTo>
                  <a:pt x="0" y="1547"/>
                </a:moveTo>
                <a:lnTo>
                  <a:pt x="0" y="1547"/>
                </a:lnTo>
                <a:lnTo>
                  <a:pt x="0" y="1"/>
                </a:lnTo>
                <a:lnTo>
                  <a:pt x="0" y="1"/>
                </a:lnTo>
                <a:lnTo>
                  <a:pt x="0" y="154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1"/>
          <p:cNvSpPr/>
          <p:nvPr/>
        </p:nvSpPr>
        <p:spPr>
          <a:xfrm rot="10800000">
            <a:off x="103112" y="105079"/>
            <a:ext cx="40549" cy="40499"/>
          </a:xfrm>
          <a:custGeom>
            <a:avLst/>
            <a:gdLst/>
            <a:ahLst/>
            <a:cxnLst/>
            <a:rect l="l" t="t" r="r" b="b"/>
            <a:pathLst>
              <a:path w="803" h="802" extrusionOk="0">
                <a:moveTo>
                  <a:pt x="0" y="0"/>
                </a:moveTo>
                <a:lnTo>
                  <a:pt x="0" y="0"/>
                </a:lnTo>
                <a:lnTo>
                  <a:pt x="0" y="0"/>
                </a:lnTo>
                <a:lnTo>
                  <a:pt x="802" y="802"/>
                </a:lnTo>
                <a:lnTo>
                  <a:pt x="802" y="80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1"/>
          <p:cNvSpPr/>
          <p:nvPr/>
        </p:nvSpPr>
        <p:spPr>
          <a:xfrm rot="10800000">
            <a:off x="21153" y="24080"/>
            <a:ext cx="16462" cy="15452"/>
          </a:xfrm>
          <a:custGeom>
            <a:avLst/>
            <a:gdLst/>
            <a:ahLst/>
            <a:cxnLst/>
            <a:rect l="l" t="t" r="r" b="b"/>
            <a:pathLst>
              <a:path w="326" h="306" extrusionOk="0">
                <a:moveTo>
                  <a:pt x="1" y="0"/>
                </a:moveTo>
                <a:lnTo>
                  <a:pt x="1" y="0"/>
                </a:lnTo>
                <a:lnTo>
                  <a:pt x="325" y="306"/>
                </a:lnTo>
                <a:lnTo>
                  <a:pt x="1" y="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1"/>
          <p:cNvSpPr/>
          <p:nvPr/>
        </p:nvSpPr>
        <p:spPr>
          <a:xfrm rot="10800000">
            <a:off x="37566" y="39483"/>
            <a:ext cx="65596" cy="65647"/>
          </a:xfrm>
          <a:custGeom>
            <a:avLst/>
            <a:gdLst/>
            <a:ahLst/>
            <a:cxnLst/>
            <a:rect l="l" t="t" r="r" b="b"/>
            <a:pathLst>
              <a:path w="1299" h="1300" extrusionOk="0">
                <a:moveTo>
                  <a:pt x="0" y="1"/>
                </a:moveTo>
                <a:lnTo>
                  <a:pt x="1299" y="1299"/>
                </a:lnTo>
                <a:lnTo>
                  <a:pt x="1299" y="1299"/>
                </a:lnTo>
                <a:lnTo>
                  <a:pt x="0" y="1"/>
                </a:lnTo>
                <a:lnTo>
                  <a:pt x="0" y="1"/>
                </a:lnTo>
                <a:close/>
              </a:path>
            </a:pathLst>
          </a:custGeom>
          <a:solidFill>
            <a:srgbClr val="FF00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1"/>
          <p:cNvSpPr/>
          <p:nvPr/>
        </p:nvSpPr>
        <p:spPr>
          <a:xfrm rot="10800000">
            <a:off x="103112" y="105079"/>
            <a:ext cx="40549" cy="40499"/>
          </a:xfrm>
          <a:custGeom>
            <a:avLst/>
            <a:gdLst/>
            <a:ahLst/>
            <a:cxnLst/>
            <a:rect l="l" t="t" r="r" b="b"/>
            <a:pathLst>
              <a:path w="803" h="802" extrusionOk="0">
                <a:moveTo>
                  <a:pt x="0" y="0"/>
                </a:moveTo>
                <a:lnTo>
                  <a:pt x="0" y="0"/>
                </a:lnTo>
                <a:lnTo>
                  <a:pt x="802" y="802"/>
                </a:lnTo>
                <a:lnTo>
                  <a:pt x="802" y="80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1"/>
          <p:cNvSpPr txBox="1">
            <a:spLocks noGrp="1"/>
          </p:cNvSpPr>
          <p:nvPr>
            <p:ph type="title" idx="2"/>
          </p:nvPr>
        </p:nvSpPr>
        <p:spPr>
          <a:xfrm>
            <a:off x="5196054" y="1589625"/>
            <a:ext cx="2295600" cy="80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Ventricular tachycardia</a:t>
            </a:r>
            <a:endParaRPr/>
          </a:p>
        </p:txBody>
      </p:sp>
      <p:sp>
        <p:nvSpPr>
          <p:cNvPr id="872" name="Google Shape;872;p41"/>
          <p:cNvSpPr txBox="1">
            <a:spLocks noGrp="1"/>
          </p:cNvSpPr>
          <p:nvPr>
            <p:ph type="subTitle" idx="3"/>
          </p:nvPr>
        </p:nvSpPr>
        <p:spPr>
          <a:xfrm>
            <a:off x="5196050" y="2390025"/>
            <a:ext cx="2295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Mars is actually a very cold place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42"/>
          <p:cNvSpPr txBox="1">
            <a:spLocks noGrp="1"/>
          </p:cNvSpPr>
          <p:nvPr>
            <p:ph type="title" idx="6"/>
          </p:nvPr>
        </p:nvSpPr>
        <p:spPr>
          <a:xfrm>
            <a:off x="732300" y="445025"/>
            <a:ext cx="767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Heart's rhythm abnormality</a:t>
            </a:r>
            <a:endParaRPr/>
          </a:p>
        </p:txBody>
      </p:sp>
      <p:sp>
        <p:nvSpPr>
          <p:cNvPr id="878" name="Google Shape;878;p42"/>
          <p:cNvSpPr txBox="1">
            <a:spLocks noGrp="1"/>
          </p:cNvSpPr>
          <p:nvPr>
            <p:ph type="title"/>
          </p:nvPr>
        </p:nvSpPr>
        <p:spPr>
          <a:xfrm>
            <a:off x="3403800" y="2381144"/>
            <a:ext cx="2336400" cy="52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Too quickly</a:t>
            </a:r>
            <a:endParaRPr/>
          </a:p>
        </p:txBody>
      </p:sp>
      <p:sp>
        <p:nvSpPr>
          <p:cNvPr id="879" name="Google Shape;879;p42"/>
          <p:cNvSpPr txBox="1">
            <a:spLocks noGrp="1"/>
          </p:cNvSpPr>
          <p:nvPr>
            <p:ph type="subTitle" idx="1"/>
          </p:nvPr>
        </p:nvSpPr>
        <p:spPr>
          <a:xfrm>
            <a:off x="3403800" y="2914025"/>
            <a:ext cx="2336400" cy="85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880" name="Google Shape;880;p42"/>
          <p:cNvSpPr txBox="1">
            <a:spLocks noGrp="1"/>
          </p:cNvSpPr>
          <p:nvPr>
            <p:ph type="title" idx="2"/>
          </p:nvPr>
        </p:nvSpPr>
        <p:spPr>
          <a:xfrm>
            <a:off x="732300" y="2381144"/>
            <a:ext cx="2336400" cy="52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Too slowly</a:t>
            </a:r>
            <a:endParaRPr/>
          </a:p>
        </p:txBody>
      </p:sp>
      <p:sp>
        <p:nvSpPr>
          <p:cNvPr id="881" name="Google Shape;881;p42"/>
          <p:cNvSpPr txBox="1">
            <a:spLocks noGrp="1"/>
          </p:cNvSpPr>
          <p:nvPr>
            <p:ph type="subTitle" idx="3"/>
          </p:nvPr>
        </p:nvSpPr>
        <p:spPr>
          <a:xfrm>
            <a:off x="732300" y="2908850"/>
            <a:ext cx="2336400" cy="85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882" name="Google Shape;882;p42"/>
          <p:cNvSpPr txBox="1">
            <a:spLocks noGrp="1"/>
          </p:cNvSpPr>
          <p:nvPr>
            <p:ph type="title" idx="4"/>
          </p:nvPr>
        </p:nvSpPr>
        <p:spPr>
          <a:xfrm>
            <a:off x="6075300" y="2381144"/>
            <a:ext cx="2336400" cy="52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Irregularly</a:t>
            </a:r>
            <a:endParaRPr/>
          </a:p>
        </p:txBody>
      </p:sp>
      <p:sp>
        <p:nvSpPr>
          <p:cNvPr id="883" name="Google Shape;883;p42"/>
          <p:cNvSpPr txBox="1">
            <a:spLocks noGrp="1"/>
          </p:cNvSpPr>
          <p:nvPr>
            <p:ph type="subTitle" idx="5"/>
          </p:nvPr>
        </p:nvSpPr>
        <p:spPr>
          <a:xfrm>
            <a:off x="6075300" y="2914025"/>
            <a:ext cx="2336400" cy="85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grpSp>
        <p:nvGrpSpPr>
          <p:cNvPr id="884" name="Google Shape;884;p42"/>
          <p:cNvGrpSpPr/>
          <p:nvPr/>
        </p:nvGrpSpPr>
        <p:grpSpPr>
          <a:xfrm>
            <a:off x="4377850" y="1905204"/>
            <a:ext cx="388295" cy="358883"/>
            <a:chOff x="4768025" y="1557217"/>
            <a:chExt cx="388295" cy="358883"/>
          </a:xfrm>
        </p:grpSpPr>
        <p:sp>
          <p:nvSpPr>
            <p:cNvPr id="885" name="Google Shape;885;p42"/>
            <p:cNvSpPr/>
            <p:nvPr/>
          </p:nvSpPr>
          <p:spPr>
            <a:xfrm>
              <a:off x="4794885" y="1557217"/>
              <a:ext cx="315068" cy="166331"/>
            </a:xfrm>
            <a:custGeom>
              <a:avLst/>
              <a:gdLst/>
              <a:ahLst/>
              <a:cxnLst/>
              <a:rect l="l" t="t" r="r" b="b"/>
              <a:pathLst>
                <a:path w="9384" h="4954" extrusionOk="0">
                  <a:moveTo>
                    <a:pt x="5168" y="310"/>
                  </a:moveTo>
                  <a:lnTo>
                    <a:pt x="5168" y="643"/>
                  </a:lnTo>
                  <a:lnTo>
                    <a:pt x="4192" y="643"/>
                  </a:lnTo>
                  <a:lnTo>
                    <a:pt x="4192" y="310"/>
                  </a:lnTo>
                  <a:close/>
                  <a:moveTo>
                    <a:pt x="4835" y="953"/>
                  </a:moveTo>
                  <a:lnTo>
                    <a:pt x="4835" y="1286"/>
                  </a:lnTo>
                  <a:lnTo>
                    <a:pt x="4502" y="1286"/>
                  </a:lnTo>
                  <a:lnTo>
                    <a:pt x="4502" y="953"/>
                  </a:lnTo>
                  <a:close/>
                  <a:moveTo>
                    <a:pt x="1048" y="1500"/>
                  </a:moveTo>
                  <a:lnTo>
                    <a:pt x="1287" y="1739"/>
                  </a:lnTo>
                  <a:cubicBezTo>
                    <a:pt x="1072" y="1977"/>
                    <a:pt x="810" y="2215"/>
                    <a:pt x="596" y="2453"/>
                  </a:cubicBezTo>
                  <a:lnTo>
                    <a:pt x="358" y="2215"/>
                  </a:lnTo>
                  <a:lnTo>
                    <a:pt x="1048" y="1500"/>
                  </a:lnTo>
                  <a:close/>
                  <a:moveTo>
                    <a:pt x="8288" y="1500"/>
                  </a:moveTo>
                  <a:lnTo>
                    <a:pt x="8979" y="2215"/>
                  </a:lnTo>
                  <a:lnTo>
                    <a:pt x="8741" y="2453"/>
                  </a:lnTo>
                  <a:lnTo>
                    <a:pt x="8050" y="1739"/>
                  </a:lnTo>
                  <a:lnTo>
                    <a:pt x="8288" y="1500"/>
                  </a:lnTo>
                  <a:close/>
                  <a:moveTo>
                    <a:pt x="1287" y="2191"/>
                  </a:moveTo>
                  <a:lnTo>
                    <a:pt x="1549" y="2477"/>
                  </a:lnTo>
                  <a:cubicBezTo>
                    <a:pt x="1477" y="2548"/>
                    <a:pt x="1382" y="2620"/>
                    <a:pt x="1310" y="2715"/>
                  </a:cubicBezTo>
                  <a:lnTo>
                    <a:pt x="1048" y="2429"/>
                  </a:lnTo>
                  <a:lnTo>
                    <a:pt x="1287" y="2191"/>
                  </a:lnTo>
                  <a:close/>
                  <a:moveTo>
                    <a:pt x="8074" y="2191"/>
                  </a:moveTo>
                  <a:lnTo>
                    <a:pt x="8288" y="2429"/>
                  </a:lnTo>
                  <a:lnTo>
                    <a:pt x="8026" y="2715"/>
                  </a:lnTo>
                  <a:cubicBezTo>
                    <a:pt x="7955" y="2620"/>
                    <a:pt x="7859" y="2548"/>
                    <a:pt x="7788" y="2477"/>
                  </a:cubicBezTo>
                  <a:lnTo>
                    <a:pt x="8074" y="2191"/>
                  </a:lnTo>
                  <a:close/>
                  <a:moveTo>
                    <a:pt x="4049" y="0"/>
                  </a:moveTo>
                  <a:cubicBezTo>
                    <a:pt x="3954" y="0"/>
                    <a:pt x="3906" y="72"/>
                    <a:pt x="3906" y="143"/>
                  </a:cubicBezTo>
                  <a:lnTo>
                    <a:pt x="3906" y="810"/>
                  </a:lnTo>
                  <a:cubicBezTo>
                    <a:pt x="3906" y="881"/>
                    <a:pt x="3954" y="953"/>
                    <a:pt x="4049" y="953"/>
                  </a:cubicBezTo>
                  <a:lnTo>
                    <a:pt x="4216" y="953"/>
                  </a:lnTo>
                  <a:lnTo>
                    <a:pt x="4216" y="1310"/>
                  </a:lnTo>
                  <a:cubicBezTo>
                    <a:pt x="3335" y="1405"/>
                    <a:pt x="2525" y="1739"/>
                    <a:pt x="1834" y="2262"/>
                  </a:cubicBezTo>
                  <a:lnTo>
                    <a:pt x="1525" y="1977"/>
                  </a:lnTo>
                  <a:lnTo>
                    <a:pt x="1644" y="1858"/>
                  </a:lnTo>
                  <a:cubicBezTo>
                    <a:pt x="1715" y="1786"/>
                    <a:pt x="1715" y="1691"/>
                    <a:pt x="1644" y="1619"/>
                  </a:cubicBezTo>
                  <a:lnTo>
                    <a:pt x="1191" y="1167"/>
                  </a:lnTo>
                  <a:cubicBezTo>
                    <a:pt x="1156" y="1143"/>
                    <a:pt x="1114" y="1131"/>
                    <a:pt x="1075" y="1131"/>
                  </a:cubicBezTo>
                  <a:cubicBezTo>
                    <a:pt x="1037" y="1131"/>
                    <a:pt x="1001" y="1143"/>
                    <a:pt x="977" y="1167"/>
                  </a:cubicBezTo>
                  <a:lnTo>
                    <a:pt x="48" y="2096"/>
                  </a:lnTo>
                  <a:cubicBezTo>
                    <a:pt x="1" y="2143"/>
                    <a:pt x="1" y="2239"/>
                    <a:pt x="48" y="2310"/>
                  </a:cubicBezTo>
                  <a:lnTo>
                    <a:pt x="501" y="2763"/>
                  </a:lnTo>
                  <a:cubicBezTo>
                    <a:pt x="525" y="2798"/>
                    <a:pt x="560" y="2816"/>
                    <a:pt x="599" y="2816"/>
                  </a:cubicBezTo>
                  <a:cubicBezTo>
                    <a:pt x="638" y="2816"/>
                    <a:pt x="679" y="2798"/>
                    <a:pt x="715" y="2763"/>
                  </a:cubicBezTo>
                  <a:lnTo>
                    <a:pt x="834" y="2643"/>
                  </a:lnTo>
                  <a:lnTo>
                    <a:pt x="1120" y="2929"/>
                  </a:lnTo>
                  <a:cubicBezTo>
                    <a:pt x="834" y="3239"/>
                    <a:pt x="620" y="3596"/>
                    <a:pt x="429" y="3977"/>
                  </a:cubicBezTo>
                  <a:cubicBezTo>
                    <a:pt x="398" y="4087"/>
                    <a:pt x="491" y="4176"/>
                    <a:pt x="585" y="4176"/>
                  </a:cubicBezTo>
                  <a:cubicBezTo>
                    <a:pt x="634" y="4176"/>
                    <a:pt x="683" y="4153"/>
                    <a:pt x="715" y="4096"/>
                  </a:cubicBezTo>
                  <a:cubicBezTo>
                    <a:pt x="1515" y="2408"/>
                    <a:pt x="3087" y="1598"/>
                    <a:pt x="4652" y="1598"/>
                  </a:cubicBezTo>
                  <a:cubicBezTo>
                    <a:pt x="6489" y="1598"/>
                    <a:pt x="8318" y="2713"/>
                    <a:pt x="8883" y="4834"/>
                  </a:cubicBezTo>
                  <a:cubicBezTo>
                    <a:pt x="8907" y="4906"/>
                    <a:pt x="8979" y="4953"/>
                    <a:pt x="9050" y="4953"/>
                  </a:cubicBezTo>
                  <a:lnTo>
                    <a:pt x="9074" y="4953"/>
                  </a:lnTo>
                  <a:cubicBezTo>
                    <a:pt x="9169" y="4906"/>
                    <a:pt x="9217" y="4834"/>
                    <a:pt x="9193" y="4739"/>
                  </a:cubicBezTo>
                  <a:cubicBezTo>
                    <a:pt x="9002" y="4072"/>
                    <a:pt x="8693" y="3453"/>
                    <a:pt x="8240" y="2929"/>
                  </a:cubicBezTo>
                  <a:lnTo>
                    <a:pt x="8526" y="2643"/>
                  </a:lnTo>
                  <a:lnTo>
                    <a:pt x="8645" y="2763"/>
                  </a:lnTo>
                  <a:cubicBezTo>
                    <a:pt x="8681" y="2798"/>
                    <a:pt x="8723" y="2816"/>
                    <a:pt x="8761" y="2816"/>
                  </a:cubicBezTo>
                  <a:cubicBezTo>
                    <a:pt x="8800" y="2816"/>
                    <a:pt x="8836" y="2798"/>
                    <a:pt x="8860" y="2763"/>
                  </a:cubicBezTo>
                  <a:lnTo>
                    <a:pt x="9312" y="2310"/>
                  </a:lnTo>
                  <a:cubicBezTo>
                    <a:pt x="9384" y="2239"/>
                    <a:pt x="9384" y="2143"/>
                    <a:pt x="9312" y="2096"/>
                  </a:cubicBezTo>
                  <a:lnTo>
                    <a:pt x="8407" y="1167"/>
                  </a:lnTo>
                  <a:cubicBezTo>
                    <a:pt x="8383" y="1143"/>
                    <a:pt x="8342" y="1131"/>
                    <a:pt x="8300" y="1131"/>
                  </a:cubicBezTo>
                  <a:cubicBezTo>
                    <a:pt x="8258" y="1131"/>
                    <a:pt x="8217" y="1143"/>
                    <a:pt x="8193" y="1167"/>
                  </a:cubicBezTo>
                  <a:lnTo>
                    <a:pt x="7740" y="1619"/>
                  </a:lnTo>
                  <a:cubicBezTo>
                    <a:pt x="7669" y="1691"/>
                    <a:pt x="7669" y="1786"/>
                    <a:pt x="7740" y="1858"/>
                  </a:cubicBezTo>
                  <a:lnTo>
                    <a:pt x="7859" y="1977"/>
                  </a:lnTo>
                  <a:lnTo>
                    <a:pt x="7550" y="2262"/>
                  </a:lnTo>
                  <a:cubicBezTo>
                    <a:pt x="6859" y="1739"/>
                    <a:pt x="6049" y="1405"/>
                    <a:pt x="5168" y="1310"/>
                  </a:cubicBezTo>
                  <a:lnTo>
                    <a:pt x="5168" y="953"/>
                  </a:lnTo>
                  <a:lnTo>
                    <a:pt x="5359" y="953"/>
                  </a:lnTo>
                  <a:cubicBezTo>
                    <a:pt x="5430" y="953"/>
                    <a:pt x="5502" y="881"/>
                    <a:pt x="5502" y="810"/>
                  </a:cubicBezTo>
                  <a:lnTo>
                    <a:pt x="5502" y="143"/>
                  </a:lnTo>
                  <a:cubicBezTo>
                    <a:pt x="5502" y="72"/>
                    <a:pt x="5430" y="0"/>
                    <a:pt x="53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2"/>
            <p:cNvSpPr/>
            <p:nvPr/>
          </p:nvSpPr>
          <p:spPr>
            <a:xfrm>
              <a:off x="4924921" y="1698534"/>
              <a:ext cx="86691" cy="80110"/>
            </a:xfrm>
            <a:custGeom>
              <a:avLst/>
              <a:gdLst/>
              <a:ahLst/>
              <a:cxnLst/>
              <a:rect l="l" t="t" r="r" b="b"/>
              <a:pathLst>
                <a:path w="2582" h="2386" extrusionOk="0">
                  <a:moveTo>
                    <a:pt x="801" y="1485"/>
                  </a:moveTo>
                  <a:cubicBezTo>
                    <a:pt x="957" y="1485"/>
                    <a:pt x="1105" y="1602"/>
                    <a:pt x="1105" y="1792"/>
                  </a:cubicBezTo>
                  <a:cubicBezTo>
                    <a:pt x="1105" y="1959"/>
                    <a:pt x="962" y="2078"/>
                    <a:pt x="795" y="2078"/>
                  </a:cubicBezTo>
                  <a:cubicBezTo>
                    <a:pt x="533" y="2078"/>
                    <a:pt x="414" y="1768"/>
                    <a:pt x="581" y="1578"/>
                  </a:cubicBezTo>
                  <a:cubicBezTo>
                    <a:pt x="644" y="1514"/>
                    <a:pt x="724" y="1485"/>
                    <a:pt x="801" y="1485"/>
                  </a:cubicBezTo>
                  <a:close/>
                  <a:moveTo>
                    <a:pt x="2412" y="0"/>
                  </a:moveTo>
                  <a:cubicBezTo>
                    <a:pt x="2373" y="0"/>
                    <a:pt x="2331" y="18"/>
                    <a:pt x="2296" y="54"/>
                  </a:cubicBezTo>
                  <a:lnTo>
                    <a:pt x="2319" y="54"/>
                  </a:lnTo>
                  <a:lnTo>
                    <a:pt x="1129" y="1245"/>
                  </a:lnTo>
                  <a:cubicBezTo>
                    <a:pt x="1019" y="1178"/>
                    <a:pt x="905" y="1148"/>
                    <a:pt x="796" y="1148"/>
                  </a:cubicBezTo>
                  <a:cubicBezTo>
                    <a:pt x="361" y="1148"/>
                    <a:pt x="0" y="1616"/>
                    <a:pt x="248" y="2054"/>
                  </a:cubicBezTo>
                  <a:cubicBezTo>
                    <a:pt x="371" y="2283"/>
                    <a:pt x="583" y="2386"/>
                    <a:pt x="792" y="2386"/>
                  </a:cubicBezTo>
                  <a:cubicBezTo>
                    <a:pt x="1106" y="2386"/>
                    <a:pt x="1414" y="2154"/>
                    <a:pt x="1414" y="1768"/>
                  </a:cubicBezTo>
                  <a:cubicBezTo>
                    <a:pt x="1414" y="1649"/>
                    <a:pt x="1391" y="1554"/>
                    <a:pt x="1319" y="1459"/>
                  </a:cubicBezTo>
                  <a:lnTo>
                    <a:pt x="2510" y="268"/>
                  </a:lnTo>
                  <a:cubicBezTo>
                    <a:pt x="2581" y="197"/>
                    <a:pt x="2581" y="101"/>
                    <a:pt x="2510" y="54"/>
                  </a:cubicBezTo>
                  <a:cubicBezTo>
                    <a:pt x="2486" y="18"/>
                    <a:pt x="2450" y="0"/>
                    <a:pt x="24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2"/>
            <p:cNvSpPr/>
            <p:nvPr/>
          </p:nvSpPr>
          <p:spPr>
            <a:xfrm>
              <a:off x="4768025" y="1622487"/>
              <a:ext cx="388295" cy="293613"/>
            </a:xfrm>
            <a:custGeom>
              <a:avLst/>
              <a:gdLst/>
              <a:ahLst/>
              <a:cxnLst/>
              <a:rect l="l" t="t" r="r" b="b"/>
              <a:pathLst>
                <a:path w="11565" h="8745" extrusionOk="0">
                  <a:moveTo>
                    <a:pt x="5635" y="318"/>
                  </a:moveTo>
                  <a:cubicBezTo>
                    <a:pt x="6183" y="342"/>
                    <a:pt x="6730" y="485"/>
                    <a:pt x="7207" y="747"/>
                  </a:cubicBezTo>
                  <a:lnTo>
                    <a:pt x="6969" y="1152"/>
                  </a:lnTo>
                  <a:cubicBezTo>
                    <a:pt x="6921" y="1223"/>
                    <a:pt x="6945" y="1295"/>
                    <a:pt x="6992" y="1342"/>
                  </a:cubicBezTo>
                  <a:cubicBezTo>
                    <a:pt x="7026" y="1376"/>
                    <a:pt x="7069" y="1393"/>
                    <a:pt x="7111" y="1393"/>
                  </a:cubicBezTo>
                  <a:cubicBezTo>
                    <a:pt x="7159" y="1393"/>
                    <a:pt x="7205" y="1370"/>
                    <a:pt x="7231" y="1319"/>
                  </a:cubicBezTo>
                  <a:lnTo>
                    <a:pt x="7492" y="890"/>
                  </a:lnTo>
                  <a:cubicBezTo>
                    <a:pt x="7945" y="1200"/>
                    <a:pt x="8326" y="1581"/>
                    <a:pt x="8636" y="2033"/>
                  </a:cubicBezTo>
                  <a:lnTo>
                    <a:pt x="8207" y="2295"/>
                  </a:lnTo>
                  <a:cubicBezTo>
                    <a:pt x="8135" y="2319"/>
                    <a:pt x="8112" y="2414"/>
                    <a:pt x="8135" y="2486"/>
                  </a:cubicBezTo>
                  <a:cubicBezTo>
                    <a:pt x="8167" y="2549"/>
                    <a:pt x="8220" y="2581"/>
                    <a:pt x="8280" y="2581"/>
                  </a:cubicBezTo>
                  <a:cubicBezTo>
                    <a:pt x="8310" y="2581"/>
                    <a:pt x="8342" y="2573"/>
                    <a:pt x="8374" y="2557"/>
                  </a:cubicBezTo>
                  <a:lnTo>
                    <a:pt x="8802" y="2319"/>
                  </a:lnTo>
                  <a:cubicBezTo>
                    <a:pt x="9112" y="2938"/>
                    <a:pt x="9255" y="3652"/>
                    <a:pt x="9207" y="4343"/>
                  </a:cubicBezTo>
                  <a:cubicBezTo>
                    <a:pt x="9088" y="4438"/>
                    <a:pt x="8969" y="4557"/>
                    <a:pt x="8898" y="4676"/>
                  </a:cubicBezTo>
                  <a:cubicBezTo>
                    <a:pt x="8607" y="4257"/>
                    <a:pt x="8162" y="4056"/>
                    <a:pt x="7721" y="4056"/>
                  </a:cubicBezTo>
                  <a:cubicBezTo>
                    <a:pt x="7185" y="4056"/>
                    <a:pt x="6656" y="4353"/>
                    <a:pt x="6421" y="4915"/>
                  </a:cubicBezTo>
                  <a:cubicBezTo>
                    <a:pt x="6206" y="5439"/>
                    <a:pt x="6326" y="6058"/>
                    <a:pt x="6730" y="6463"/>
                  </a:cubicBezTo>
                  <a:lnTo>
                    <a:pt x="7469" y="7201"/>
                  </a:lnTo>
                  <a:cubicBezTo>
                    <a:pt x="6921" y="7558"/>
                    <a:pt x="6278" y="7749"/>
                    <a:pt x="5635" y="7772"/>
                  </a:cubicBezTo>
                  <a:lnTo>
                    <a:pt x="5635" y="7296"/>
                  </a:lnTo>
                  <a:cubicBezTo>
                    <a:pt x="5635" y="7201"/>
                    <a:pt x="5587" y="7153"/>
                    <a:pt x="5516" y="7129"/>
                  </a:cubicBezTo>
                  <a:cubicBezTo>
                    <a:pt x="5503" y="7126"/>
                    <a:pt x="5491" y="7125"/>
                    <a:pt x="5479" y="7125"/>
                  </a:cubicBezTo>
                  <a:cubicBezTo>
                    <a:pt x="5397" y="7125"/>
                    <a:pt x="5325" y="7189"/>
                    <a:pt x="5325" y="7272"/>
                  </a:cubicBezTo>
                  <a:lnTo>
                    <a:pt x="5325" y="7772"/>
                  </a:lnTo>
                  <a:cubicBezTo>
                    <a:pt x="4778" y="7749"/>
                    <a:pt x="4254" y="7606"/>
                    <a:pt x="3754" y="7344"/>
                  </a:cubicBezTo>
                  <a:lnTo>
                    <a:pt x="3992" y="6939"/>
                  </a:lnTo>
                  <a:cubicBezTo>
                    <a:pt x="4039" y="6867"/>
                    <a:pt x="4016" y="6772"/>
                    <a:pt x="3968" y="6724"/>
                  </a:cubicBezTo>
                  <a:cubicBezTo>
                    <a:pt x="3938" y="6705"/>
                    <a:pt x="3901" y="6693"/>
                    <a:pt x="3863" y="6693"/>
                  </a:cubicBezTo>
                  <a:cubicBezTo>
                    <a:pt x="3810" y="6693"/>
                    <a:pt x="3758" y="6716"/>
                    <a:pt x="3730" y="6772"/>
                  </a:cubicBezTo>
                  <a:lnTo>
                    <a:pt x="3492" y="7201"/>
                  </a:lnTo>
                  <a:cubicBezTo>
                    <a:pt x="3015" y="6891"/>
                    <a:pt x="2634" y="6510"/>
                    <a:pt x="2349" y="6034"/>
                  </a:cubicBezTo>
                  <a:lnTo>
                    <a:pt x="2753" y="5796"/>
                  </a:lnTo>
                  <a:cubicBezTo>
                    <a:pt x="2825" y="5772"/>
                    <a:pt x="2849" y="5700"/>
                    <a:pt x="2825" y="5605"/>
                  </a:cubicBezTo>
                  <a:cubicBezTo>
                    <a:pt x="2809" y="5542"/>
                    <a:pt x="2751" y="5510"/>
                    <a:pt x="2693" y="5510"/>
                  </a:cubicBezTo>
                  <a:cubicBezTo>
                    <a:pt x="2663" y="5510"/>
                    <a:pt x="2634" y="5518"/>
                    <a:pt x="2611" y="5534"/>
                  </a:cubicBezTo>
                  <a:lnTo>
                    <a:pt x="2182" y="5772"/>
                  </a:lnTo>
                  <a:cubicBezTo>
                    <a:pt x="1920" y="5296"/>
                    <a:pt x="1777" y="4748"/>
                    <a:pt x="1753" y="4200"/>
                  </a:cubicBezTo>
                  <a:lnTo>
                    <a:pt x="2253" y="4200"/>
                  </a:lnTo>
                  <a:cubicBezTo>
                    <a:pt x="2325" y="4200"/>
                    <a:pt x="2372" y="4153"/>
                    <a:pt x="2396" y="4081"/>
                  </a:cubicBezTo>
                  <a:cubicBezTo>
                    <a:pt x="2420" y="3986"/>
                    <a:pt x="2349" y="3891"/>
                    <a:pt x="2253" y="3891"/>
                  </a:cubicBezTo>
                  <a:lnTo>
                    <a:pt x="1753" y="3891"/>
                  </a:lnTo>
                  <a:cubicBezTo>
                    <a:pt x="1777" y="3343"/>
                    <a:pt x="1920" y="2795"/>
                    <a:pt x="2182" y="2319"/>
                  </a:cubicBezTo>
                  <a:lnTo>
                    <a:pt x="2611" y="2557"/>
                  </a:lnTo>
                  <a:cubicBezTo>
                    <a:pt x="2634" y="2573"/>
                    <a:pt x="2661" y="2581"/>
                    <a:pt x="2687" y="2581"/>
                  </a:cubicBezTo>
                  <a:cubicBezTo>
                    <a:pt x="2740" y="2581"/>
                    <a:pt x="2793" y="2549"/>
                    <a:pt x="2825" y="2486"/>
                  </a:cubicBezTo>
                  <a:cubicBezTo>
                    <a:pt x="2849" y="2414"/>
                    <a:pt x="2825" y="2319"/>
                    <a:pt x="2753" y="2295"/>
                  </a:cubicBezTo>
                  <a:lnTo>
                    <a:pt x="2349" y="2033"/>
                  </a:lnTo>
                  <a:cubicBezTo>
                    <a:pt x="2634" y="1581"/>
                    <a:pt x="3015" y="1200"/>
                    <a:pt x="3492" y="890"/>
                  </a:cubicBezTo>
                  <a:lnTo>
                    <a:pt x="3730" y="1319"/>
                  </a:lnTo>
                  <a:cubicBezTo>
                    <a:pt x="3755" y="1370"/>
                    <a:pt x="3801" y="1393"/>
                    <a:pt x="3850" y="1393"/>
                  </a:cubicBezTo>
                  <a:cubicBezTo>
                    <a:pt x="3891" y="1393"/>
                    <a:pt x="3935" y="1376"/>
                    <a:pt x="3968" y="1342"/>
                  </a:cubicBezTo>
                  <a:cubicBezTo>
                    <a:pt x="4016" y="1295"/>
                    <a:pt x="4039" y="1223"/>
                    <a:pt x="3992" y="1152"/>
                  </a:cubicBezTo>
                  <a:lnTo>
                    <a:pt x="3754" y="747"/>
                  </a:lnTo>
                  <a:cubicBezTo>
                    <a:pt x="4254" y="485"/>
                    <a:pt x="4778" y="342"/>
                    <a:pt x="5325" y="318"/>
                  </a:cubicBezTo>
                  <a:lnTo>
                    <a:pt x="5325" y="795"/>
                  </a:lnTo>
                  <a:cubicBezTo>
                    <a:pt x="5325" y="866"/>
                    <a:pt x="5373" y="938"/>
                    <a:pt x="5444" y="961"/>
                  </a:cubicBezTo>
                  <a:cubicBezTo>
                    <a:pt x="5457" y="964"/>
                    <a:pt x="5469" y="966"/>
                    <a:pt x="5481" y="966"/>
                  </a:cubicBezTo>
                  <a:cubicBezTo>
                    <a:pt x="5563" y="966"/>
                    <a:pt x="5635" y="898"/>
                    <a:pt x="5635" y="795"/>
                  </a:cubicBezTo>
                  <a:lnTo>
                    <a:pt x="5635" y="318"/>
                  </a:lnTo>
                  <a:close/>
                  <a:moveTo>
                    <a:pt x="5413" y="0"/>
                  </a:moveTo>
                  <a:cubicBezTo>
                    <a:pt x="4081" y="0"/>
                    <a:pt x="2741" y="643"/>
                    <a:pt x="1944" y="2081"/>
                  </a:cubicBezTo>
                  <a:cubicBezTo>
                    <a:pt x="298" y="5012"/>
                    <a:pt x="2648" y="8124"/>
                    <a:pt x="5462" y="8124"/>
                  </a:cubicBezTo>
                  <a:cubicBezTo>
                    <a:pt x="6192" y="8124"/>
                    <a:pt x="6953" y="7914"/>
                    <a:pt x="7683" y="7439"/>
                  </a:cubicBezTo>
                  <a:lnTo>
                    <a:pt x="7921" y="7677"/>
                  </a:lnTo>
                  <a:cubicBezTo>
                    <a:pt x="7183" y="8153"/>
                    <a:pt x="6349" y="8415"/>
                    <a:pt x="5468" y="8415"/>
                  </a:cubicBezTo>
                  <a:cubicBezTo>
                    <a:pt x="2539" y="8391"/>
                    <a:pt x="443" y="5581"/>
                    <a:pt x="1277" y="2771"/>
                  </a:cubicBezTo>
                  <a:cubicBezTo>
                    <a:pt x="1301" y="2700"/>
                    <a:pt x="1253" y="2605"/>
                    <a:pt x="1182" y="2581"/>
                  </a:cubicBezTo>
                  <a:cubicBezTo>
                    <a:pt x="1165" y="2577"/>
                    <a:pt x="1149" y="2575"/>
                    <a:pt x="1133" y="2575"/>
                  </a:cubicBezTo>
                  <a:cubicBezTo>
                    <a:pt x="1056" y="2575"/>
                    <a:pt x="987" y="2621"/>
                    <a:pt x="967" y="2700"/>
                  </a:cubicBezTo>
                  <a:cubicBezTo>
                    <a:pt x="1" y="5946"/>
                    <a:pt x="2581" y="8745"/>
                    <a:pt x="5479" y="8745"/>
                  </a:cubicBezTo>
                  <a:cubicBezTo>
                    <a:pt x="6366" y="8745"/>
                    <a:pt x="7282" y="8483"/>
                    <a:pt x="8135" y="7891"/>
                  </a:cubicBezTo>
                  <a:lnTo>
                    <a:pt x="8755" y="8511"/>
                  </a:lnTo>
                  <a:cubicBezTo>
                    <a:pt x="8790" y="8534"/>
                    <a:pt x="8832" y="8546"/>
                    <a:pt x="8874" y="8546"/>
                  </a:cubicBezTo>
                  <a:cubicBezTo>
                    <a:pt x="8915" y="8546"/>
                    <a:pt x="8957" y="8534"/>
                    <a:pt x="8993" y="8511"/>
                  </a:cubicBezTo>
                  <a:lnTo>
                    <a:pt x="9779" y="7701"/>
                  </a:lnTo>
                  <a:cubicBezTo>
                    <a:pt x="9850" y="7653"/>
                    <a:pt x="9850" y="7558"/>
                    <a:pt x="9779" y="7487"/>
                  </a:cubicBezTo>
                  <a:cubicBezTo>
                    <a:pt x="9755" y="7451"/>
                    <a:pt x="9713" y="7433"/>
                    <a:pt x="9672" y="7433"/>
                  </a:cubicBezTo>
                  <a:cubicBezTo>
                    <a:pt x="9630" y="7433"/>
                    <a:pt x="9588" y="7451"/>
                    <a:pt x="9564" y="7487"/>
                  </a:cubicBezTo>
                  <a:lnTo>
                    <a:pt x="8874" y="8177"/>
                  </a:lnTo>
                  <a:lnTo>
                    <a:pt x="7111" y="6415"/>
                  </a:lnTo>
                  <a:lnTo>
                    <a:pt x="7588" y="6415"/>
                  </a:lnTo>
                  <a:cubicBezTo>
                    <a:pt x="7635" y="6415"/>
                    <a:pt x="7683" y="6391"/>
                    <a:pt x="7707" y="6343"/>
                  </a:cubicBezTo>
                  <a:lnTo>
                    <a:pt x="8040" y="5867"/>
                  </a:lnTo>
                  <a:lnTo>
                    <a:pt x="8731" y="7201"/>
                  </a:lnTo>
                  <a:cubicBezTo>
                    <a:pt x="8767" y="7248"/>
                    <a:pt x="8820" y="7272"/>
                    <a:pt x="8874" y="7272"/>
                  </a:cubicBezTo>
                  <a:cubicBezTo>
                    <a:pt x="8927" y="7272"/>
                    <a:pt x="8981" y="7248"/>
                    <a:pt x="9017" y="7201"/>
                  </a:cubicBezTo>
                  <a:lnTo>
                    <a:pt x="9374" y="6415"/>
                  </a:lnTo>
                  <a:lnTo>
                    <a:pt x="9969" y="6415"/>
                  </a:lnTo>
                  <a:cubicBezTo>
                    <a:pt x="9975" y="6416"/>
                    <a:pt x="9981" y="6416"/>
                    <a:pt x="9987" y="6416"/>
                  </a:cubicBezTo>
                  <a:cubicBezTo>
                    <a:pt x="10154" y="6416"/>
                    <a:pt x="10154" y="6104"/>
                    <a:pt x="9987" y="6104"/>
                  </a:cubicBezTo>
                  <a:cubicBezTo>
                    <a:pt x="9981" y="6104"/>
                    <a:pt x="9975" y="6105"/>
                    <a:pt x="9969" y="6105"/>
                  </a:cubicBezTo>
                  <a:lnTo>
                    <a:pt x="9255" y="6105"/>
                  </a:lnTo>
                  <a:cubicBezTo>
                    <a:pt x="9255" y="6105"/>
                    <a:pt x="9159" y="6153"/>
                    <a:pt x="9136" y="6201"/>
                  </a:cubicBezTo>
                  <a:lnTo>
                    <a:pt x="8850" y="6772"/>
                  </a:lnTo>
                  <a:lnTo>
                    <a:pt x="8183" y="5486"/>
                  </a:lnTo>
                  <a:cubicBezTo>
                    <a:pt x="8147" y="5439"/>
                    <a:pt x="8094" y="5415"/>
                    <a:pt x="8040" y="5415"/>
                  </a:cubicBezTo>
                  <a:cubicBezTo>
                    <a:pt x="7987" y="5415"/>
                    <a:pt x="7933" y="5439"/>
                    <a:pt x="7897" y="5486"/>
                  </a:cubicBezTo>
                  <a:lnTo>
                    <a:pt x="7492" y="6129"/>
                  </a:lnTo>
                  <a:lnTo>
                    <a:pt x="6802" y="6129"/>
                  </a:lnTo>
                  <a:cubicBezTo>
                    <a:pt x="6802" y="6129"/>
                    <a:pt x="6540" y="5415"/>
                    <a:pt x="6683" y="5057"/>
                  </a:cubicBezTo>
                  <a:cubicBezTo>
                    <a:pt x="6872" y="4608"/>
                    <a:pt x="7285" y="4382"/>
                    <a:pt x="7696" y="4382"/>
                  </a:cubicBezTo>
                  <a:cubicBezTo>
                    <a:pt x="8112" y="4382"/>
                    <a:pt x="8527" y="4614"/>
                    <a:pt x="8707" y="5081"/>
                  </a:cubicBezTo>
                  <a:cubicBezTo>
                    <a:pt x="8731" y="5153"/>
                    <a:pt x="8796" y="5188"/>
                    <a:pt x="8862" y="5188"/>
                  </a:cubicBezTo>
                  <a:cubicBezTo>
                    <a:pt x="8927" y="5188"/>
                    <a:pt x="8993" y="5153"/>
                    <a:pt x="9017" y="5081"/>
                  </a:cubicBezTo>
                  <a:cubicBezTo>
                    <a:pt x="9196" y="4614"/>
                    <a:pt x="9611" y="4382"/>
                    <a:pt x="10028" y="4382"/>
                  </a:cubicBezTo>
                  <a:cubicBezTo>
                    <a:pt x="10439" y="4382"/>
                    <a:pt x="10852" y="4608"/>
                    <a:pt x="11041" y="5057"/>
                  </a:cubicBezTo>
                  <a:cubicBezTo>
                    <a:pt x="11208" y="5462"/>
                    <a:pt x="11136" y="5939"/>
                    <a:pt x="10803" y="6248"/>
                  </a:cubicBezTo>
                  <a:lnTo>
                    <a:pt x="10041" y="7010"/>
                  </a:lnTo>
                  <a:cubicBezTo>
                    <a:pt x="9969" y="7082"/>
                    <a:pt x="9969" y="7177"/>
                    <a:pt x="10041" y="7248"/>
                  </a:cubicBezTo>
                  <a:cubicBezTo>
                    <a:pt x="10064" y="7272"/>
                    <a:pt x="10106" y="7284"/>
                    <a:pt x="10148" y="7284"/>
                  </a:cubicBezTo>
                  <a:cubicBezTo>
                    <a:pt x="10189" y="7284"/>
                    <a:pt x="10231" y="7272"/>
                    <a:pt x="10255" y="7248"/>
                  </a:cubicBezTo>
                  <a:lnTo>
                    <a:pt x="11041" y="6463"/>
                  </a:lnTo>
                  <a:cubicBezTo>
                    <a:pt x="11446" y="6058"/>
                    <a:pt x="11565" y="5462"/>
                    <a:pt x="11327" y="4938"/>
                  </a:cubicBezTo>
                  <a:lnTo>
                    <a:pt x="11350" y="4915"/>
                  </a:lnTo>
                  <a:cubicBezTo>
                    <a:pt x="11136" y="4438"/>
                    <a:pt x="10684" y="4105"/>
                    <a:pt x="10160" y="4057"/>
                  </a:cubicBezTo>
                  <a:cubicBezTo>
                    <a:pt x="10160" y="3867"/>
                    <a:pt x="10136" y="3676"/>
                    <a:pt x="10112" y="3510"/>
                  </a:cubicBezTo>
                  <a:cubicBezTo>
                    <a:pt x="10112" y="3427"/>
                    <a:pt x="10058" y="3362"/>
                    <a:pt x="9982" y="3362"/>
                  </a:cubicBezTo>
                  <a:cubicBezTo>
                    <a:pt x="9970" y="3362"/>
                    <a:pt x="9958" y="3364"/>
                    <a:pt x="9945" y="3367"/>
                  </a:cubicBezTo>
                  <a:cubicBezTo>
                    <a:pt x="9874" y="3367"/>
                    <a:pt x="9802" y="3462"/>
                    <a:pt x="9802" y="3533"/>
                  </a:cubicBezTo>
                  <a:cubicBezTo>
                    <a:pt x="9826" y="3724"/>
                    <a:pt x="9850" y="3891"/>
                    <a:pt x="9826" y="4057"/>
                  </a:cubicBezTo>
                  <a:cubicBezTo>
                    <a:pt x="9731" y="4081"/>
                    <a:pt x="9612" y="4105"/>
                    <a:pt x="9493" y="4153"/>
                  </a:cubicBezTo>
                  <a:cubicBezTo>
                    <a:pt x="9566" y="1579"/>
                    <a:pt x="7499" y="0"/>
                    <a:pt x="54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 name="Google Shape;888;p42"/>
          <p:cNvGrpSpPr/>
          <p:nvPr/>
        </p:nvGrpSpPr>
        <p:grpSpPr>
          <a:xfrm>
            <a:off x="7054092" y="1907003"/>
            <a:ext cx="378827" cy="355291"/>
            <a:chOff x="4779104" y="2133028"/>
            <a:chExt cx="378827" cy="355291"/>
          </a:xfrm>
        </p:grpSpPr>
        <p:sp>
          <p:nvSpPr>
            <p:cNvPr id="889" name="Google Shape;889;p42"/>
            <p:cNvSpPr/>
            <p:nvPr/>
          </p:nvSpPr>
          <p:spPr>
            <a:xfrm>
              <a:off x="4779104" y="2133028"/>
              <a:ext cx="378827" cy="355291"/>
            </a:xfrm>
            <a:custGeom>
              <a:avLst/>
              <a:gdLst/>
              <a:ahLst/>
              <a:cxnLst/>
              <a:rect l="l" t="t" r="r" b="b"/>
              <a:pathLst>
                <a:path w="11283" h="10582" extrusionOk="0">
                  <a:moveTo>
                    <a:pt x="10616" y="3116"/>
                  </a:moveTo>
                  <a:lnTo>
                    <a:pt x="10616" y="3116"/>
                  </a:lnTo>
                  <a:cubicBezTo>
                    <a:pt x="10973" y="3926"/>
                    <a:pt x="10854" y="4878"/>
                    <a:pt x="10330" y="5617"/>
                  </a:cubicBezTo>
                  <a:lnTo>
                    <a:pt x="9901" y="5617"/>
                  </a:lnTo>
                  <a:cubicBezTo>
                    <a:pt x="10473" y="5021"/>
                    <a:pt x="10663" y="4140"/>
                    <a:pt x="10377" y="3378"/>
                  </a:cubicBezTo>
                  <a:cubicBezTo>
                    <a:pt x="10473" y="3307"/>
                    <a:pt x="10544" y="3211"/>
                    <a:pt x="10616" y="3116"/>
                  </a:cubicBezTo>
                  <a:close/>
                  <a:moveTo>
                    <a:pt x="3360" y="1544"/>
                  </a:moveTo>
                  <a:cubicBezTo>
                    <a:pt x="4362" y="1544"/>
                    <a:pt x="5264" y="2181"/>
                    <a:pt x="5638" y="3116"/>
                  </a:cubicBezTo>
                  <a:cubicBezTo>
                    <a:pt x="5662" y="3188"/>
                    <a:pt x="5728" y="3223"/>
                    <a:pt x="5793" y="3223"/>
                  </a:cubicBezTo>
                  <a:cubicBezTo>
                    <a:pt x="5859" y="3223"/>
                    <a:pt x="5924" y="3188"/>
                    <a:pt x="5948" y="3116"/>
                  </a:cubicBezTo>
                  <a:cubicBezTo>
                    <a:pt x="6162" y="2568"/>
                    <a:pt x="6567" y="2116"/>
                    <a:pt x="7067" y="1854"/>
                  </a:cubicBezTo>
                  <a:cubicBezTo>
                    <a:pt x="7067" y="1949"/>
                    <a:pt x="7091" y="2068"/>
                    <a:pt x="7091" y="2187"/>
                  </a:cubicBezTo>
                  <a:cubicBezTo>
                    <a:pt x="6710" y="2449"/>
                    <a:pt x="6400" y="2806"/>
                    <a:pt x="6234" y="3235"/>
                  </a:cubicBezTo>
                  <a:cubicBezTo>
                    <a:pt x="6162" y="3426"/>
                    <a:pt x="5984" y="3521"/>
                    <a:pt x="5805" y="3521"/>
                  </a:cubicBezTo>
                  <a:cubicBezTo>
                    <a:pt x="5626" y="3521"/>
                    <a:pt x="5448" y="3426"/>
                    <a:pt x="5376" y="3235"/>
                  </a:cubicBezTo>
                  <a:cubicBezTo>
                    <a:pt x="5008" y="2364"/>
                    <a:pt x="4180" y="1859"/>
                    <a:pt x="3316" y="1859"/>
                  </a:cubicBezTo>
                  <a:cubicBezTo>
                    <a:pt x="2951" y="1859"/>
                    <a:pt x="2579" y="1949"/>
                    <a:pt x="2233" y="2140"/>
                  </a:cubicBezTo>
                  <a:cubicBezTo>
                    <a:pt x="2138" y="2164"/>
                    <a:pt x="2114" y="2259"/>
                    <a:pt x="2161" y="2330"/>
                  </a:cubicBezTo>
                  <a:cubicBezTo>
                    <a:pt x="2193" y="2394"/>
                    <a:pt x="2246" y="2425"/>
                    <a:pt x="2299" y="2425"/>
                  </a:cubicBezTo>
                  <a:cubicBezTo>
                    <a:pt x="2325" y="2425"/>
                    <a:pt x="2352" y="2418"/>
                    <a:pt x="2376" y="2402"/>
                  </a:cubicBezTo>
                  <a:cubicBezTo>
                    <a:pt x="2662" y="2235"/>
                    <a:pt x="2971" y="2164"/>
                    <a:pt x="3305" y="2164"/>
                  </a:cubicBezTo>
                  <a:cubicBezTo>
                    <a:pt x="4067" y="2164"/>
                    <a:pt x="4781" y="2640"/>
                    <a:pt x="5067" y="3354"/>
                  </a:cubicBezTo>
                  <a:cubicBezTo>
                    <a:pt x="5198" y="3688"/>
                    <a:pt x="5495" y="3854"/>
                    <a:pt x="5793" y="3854"/>
                  </a:cubicBezTo>
                  <a:cubicBezTo>
                    <a:pt x="6091" y="3854"/>
                    <a:pt x="6389" y="3688"/>
                    <a:pt x="6519" y="3354"/>
                  </a:cubicBezTo>
                  <a:cubicBezTo>
                    <a:pt x="6662" y="3021"/>
                    <a:pt x="6877" y="2735"/>
                    <a:pt x="7162" y="2545"/>
                  </a:cubicBezTo>
                  <a:cubicBezTo>
                    <a:pt x="7440" y="3395"/>
                    <a:pt x="8212" y="3897"/>
                    <a:pt x="9024" y="3897"/>
                  </a:cubicBezTo>
                  <a:cubicBezTo>
                    <a:pt x="9394" y="3897"/>
                    <a:pt x="9772" y="3792"/>
                    <a:pt x="10115" y="3569"/>
                  </a:cubicBezTo>
                  <a:lnTo>
                    <a:pt x="10115" y="3569"/>
                  </a:lnTo>
                  <a:cubicBezTo>
                    <a:pt x="10306" y="4235"/>
                    <a:pt x="10115" y="4926"/>
                    <a:pt x="9639" y="5402"/>
                  </a:cubicBezTo>
                  <a:lnTo>
                    <a:pt x="9472" y="5593"/>
                  </a:lnTo>
                  <a:lnTo>
                    <a:pt x="8020" y="5593"/>
                  </a:lnTo>
                  <a:cubicBezTo>
                    <a:pt x="8020" y="5593"/>
                    <a:pt x="7925" y="5593"/>
                    <a:pt x="7901" y="5640"/>
                  </a:cubicBezTo>
                  <a:lnTo>
                    <a:pt x="7353" y="6379"/>
                  </a:lnTo>
                  <a:lnTo>
                    <a:pt x="6567" y="4474"/>
                  </a:lnTo>
                  <a:cubicBezTo>
                    <a:pt x="6543" y="4402"/>
                    <a:pt x="6484" y="4366"/>
                    <a:pt x="6424" y="4366"/>
                  </a:cubicBezTo>
                  <a:cubicBezTo>
                    <a:pt x="6365" y="4366"/>
                    <a:pt x="6305" y="4402"/>
                    <a:pt x="6281" y="4474"/>
                  </a:cubicBezTo>
                  <a:lnTo>
                    <a:pt x="5353" y="7069"/>
                  </a:lnTo>
                  <a:lnTo>
                    <a:pt x="4138" y="3616"/>
                  </a:lnTo>
                  <a:cubicBezTo>
                    <a:pt x="4112" y="3539"/>
                    <a:pt x="4045" y="3496"/>
                    <a:pt x="3977" y="3496"/>
                  </a:cubicBezTo>
                  <a:cubicBezTo>
                    <a:pt x="3919" y="3496"/>
                    <a:pt x="3861" y="3527"/>
                    <a:pt x="3828" y="3592"/>
                  </a:cubicBezTo>
                  <a:lnTo>
                    <a:pt x="2828" y="5617"/>
                  </a:lnTo>
                  <a:lnTo>
                    <a:pt x="2138" y="5617"/>
                  </a:lnTo>
                  <a:lnTo>
                    <a:pt x="1947" y="5426"/>
                  </a:lnTo>
                  <a:cubicBezTo>
                    <a:pt x="1256" y="4712"/>
                    <a:pt x="1233" y="3569"/>
                    <a:pt x="1899" y="2806"/>
                  </a:cubicBezTo>
                  <a:cubicBezTo>
                    <a:pt x="2005" y="2701"/>
                    <a:pt x="1902" y="2555"/>
                    <a:pt x="1783" y="2555"/>
                  </a:cubicBezTo>
                  <a:cubicBezTo>
                    <a:pt x="1742" y="2555"/>
                    <a:pt x="1698" y="2573"/>
                    <a:pt x="1661" y="2616"/>
                  </a:cubicBezTo>
                  <a:cubicBezTo>
                    <a:pt x="899" y="3473"/>
                    <a:pt x="923" y="4783"/>
                    <a:pt x="1709" y="5617"/>
                  </a:cubicBezTo>
                  <a:lnTo>
                    <a:pt x="1280" y="5617"/>
                  </a:lnTo>
                  <a:cubicBezTo>
                    <a:pt x="1" y="3958"/>
                    <a:pt x="1174" y="1544"/>
                    <a:pt x="3274" y="1544"/>
                  </a:cubicBezTo>
                  <a:cubicBezTo>
                    <a:pt x="3284" y="1544"/>
                    <a:pt x="3294" y="1544"/>
                    <a:pt x="3305" y="1544"/>
                  </a:cubicBezTo>
                  <a:cubicBezTo>
                    <a:pt x="3323" y="1544"/>
                    <a:pt x="3341" y="1544"/>
                    <a:pt x="3360" y="1544"/>
                  </a:cubicBezTo>
                  <a:close/>
                  <a:moveTo>
                    <a:pt x="3971" y="4045"/>
                  </a:moveTo>
                  <a:lnTo>
                    <a:pt x="5210" y="7617"/>
                  </a:lnTo>
                  <a:cubicBezTo>
                    <a:pt x="5234" y="7688"/>
                    <a:pt x="5293" y="7724"/>
                    <a:pt x="5356" y="7724"/>
                  </a:cubicBezTo>
                  <a:cubicBezTo>
                    <a:pt x="5418" y="7724"/>
                    <a:pt x="5484" y="7688"/>
                    <a:pt x="5519" y="7617"/>
                  </a:cubicBezTo>
                  <a:lnTo>
                    <a:pt x="6448" y="4974"/>
                  </a:lnTo>
                  <a:lnTo>
                    <a:pt x="7186" y="6736"/>
                  </a:lnTo>
                  <a:cubicBezTo>
                    <a:pt x="7214" y="6805"/>
                    <a:pt x="7274" y="6842"/>
                    <a:pt x="7334" y="6842"/>
                  </a:cubicBezTo>
                  <a:cubicBezTo>
                    <a:pt x="7376" y="6842"/>
                    <a:pt x="7418" y="6823"/>
                    <a:pt x="7448" y="6783"/>
                  </a:cubicBezTo>
                  <a:lnTo>
                    <a:pt x="8115" y="5879"/>
                  </a:lnTo>
                  <a:lnTo>
                    <a:pt x="9163" y="5879"/>
                  </a:lnTo>
                  <a:lnTo>
                    <a:pt x="5805" y="9284"/>
                  </a:lnTo>
                  <a:lnTo>
                    <a:pt x="2447" y="5902"/>
                  </a:lnTo>
                  <a:lnTo>
                    <a:pt x="2947" y="5902"/>
                  </a:lnTo>
                  <a:cubicBezTo>
                    <a:pt x="2995" y="5902"/>
                    <a:pt x="3043" y="5879"/>
                    <a:pt x="3066" y="5831"/>
                  </a:cubicBezTo>
                  <a:lnTo>
                    <a:pt x="3971" y="4045"/>
                  </a:lnTo>
                  <a:close/>
                  <a:moveTo>
                    <a:pt x="9036" y="0"/>
                  </a:moveTo>
                  <a:cubicBezTo>
                    <a:pt x="8172" y="0"/>
                    <a:pt x="7351" y="570"/>
                    <a:pt x="7115" y="1497"/>
                  </a:cubicBezTo>
                  <a:cubicBezTo>
                    <a:pt x="6567" y="1735"/>
                    <a:pt x="6091" y="2164"/>
                    <a:pt x="5805" y="2711"/>
                  </a:cubicBezTo>
                  <a:cubicBezTo>
                    <a:pt x="5279" y="1770"/>
                    <a:pt x="4303" y="1235"/>
                    <a:pt x="3301" y="1235"/>
                  </a:cubicBezTo>
                  <a:cubicBezTo>
                    <a:pt x="2808" y="1235"/>
                    <a:pt x="2308" y="1365"/>
                    <a:pt x="1852" y="1640"/>
                  </a:cubicBezTo>
                  <a:cubicBezTo>
                    <a:pt x="471" y="2449"/>
                    <a:pt x="42" y="4235"/>
                    <a:pt x="899" y="5617"/>
                  </a:cubicBezTo>
                  <a:lnTo>
                    <a:pt x="613" y="5617"/>
                  </a:lnTo>
                  <a:cubicBezTo>
                    <a:pt x="604" y="5613"/>
                    <a:pt x="594" y="5612"/>
                    <a:pt x="585" y="5612"/>
                  </a:cubicBezTo>
                  <a:cubicBezTo>
                    <a:pt x="524" y="5612"/>
                    <a:pt x="467" y="5674"/>
                    <a:pt x="447" y="5736"/>
                  </a:cubicBezTo>
                  <a:cubicBezTo>
                    <a:pt x="447" y="5831"/>
                    <a:pt x="518" y="5926"/>
                    <a:pt x="613" y="5926"/>
                  </a:cubicBezTo>
                  <a:lnTo>
                    <a:pt x="1114" y="5926"/>
                  </a:lnTo>
                  <a:lnTo>
                    <a:pt x="3876" y="8665"/>
                  </a:lnTo>
                  <a:cubicBezTo>
                    <a:pt x="3900" y="8701"/>
                    <a:pt x="3936" y="8718"/>
                    <a:pt x="3974" y="8718"/>
                  </a:cubicBezTo>
                  <a:cubicBezTo>
                    <a:pt x="4013" y="8718"/>
                    <a:pt x="4055" y="8701"/>
                    <a:pt x="4090" y="8665"/>
                  </a:cubicBezTo>
                  <a:cubicBezTo>
                    <a:pt x="4162" y="8593"/>
                    <a:pt x="4162" y="8498"/>
                    <a:pt x="4090" y="8451"/>
                  </a:cubicBezTo>
                  <a:lnTo>
                    <a:pt x="1542" y="5926"/>
                  </a:lnTo>
                  <a:lnTo>
                    <a:pt x="1995" y="5926"/>
                  </a:lnTo>
                  <a:lnTo>
                    <a:pt x="5686" y="9594"/>
                  </a:lnTo>
                  <a:cubicBezTo>
                    <a:pt x="5710" y="9617"/>
                    <a:pt x="5746" y="9629"/>
                    <a:pt x="5784" y="9629"/>
                  </a:cubicBezTo>
                  <a:cubicBezTo>
                    <a:pt x="5823" y="9629"/>
                    <a:pt x="5865" y="9617"/>
                    <a:pt x="5900" y="9594"/>
                  </a:cubicBezTo>
                  <a:lnTo>
                    <a:pt x="9592" y="5926"/>
                  </a:lnTo>
                  <a:lnTo>
                    <a:pt x="10020" y="5926"/>
                  </a:lnTo>
                  <a:lnTo>
                    <a:pt x="5781" y="10189"/>
                  </a:lnTo>
                  <a:lnTo>
                    <a:pt x="4567" y="8974"/>
                  </a:lnTo>
                  <a:cubicBezTo>
                    <a:pt x="4534" y="8941"/>
                    <a:pt x="4490" y="8923"/>
                    <a:pt x="4448" y="8923"/>
                  </a:cubicBezTo>
                  <a:cubicBezTo>
                    <a:pt x="4400" y="8923"/>
                    <a:pt x="4354" y="8947"/>
                    <a:pt x="4329" y="8998"/>
                  </a:cubicBezTo>
                  <a:cubicBezTo>
                    <a:pt x="4281" y="9070"/>
                    <a:pt x="4281" y="9141"/>
                    <a:pt x="4352" y="9189"/>
                  </a:cubicBezTo>
                  <a:lnTo>
                    <a:pt x="5686" y="10546"/>
                  </a:lnTo>
                  <a:cubicBezTo>
                    <a:pt x="5710" y="10570"/>
                    <a:pt x="5746" y="10582"/>
                    <a:pt x="5784" y="10582"/>
                  </a:cubicBezTo>
                  <a:cubicBezTo>
                    <a:pt x="5823" y="10582"/>
                    <a:pt x="5865" y="10570"/>
                    <a:pt x="5900" y="10546"/>
                  </a:cubicBezTo>
                  <a:cubicBezTo>
                    <a:pt x="10497" y="5879"/>
                    <a:pt x="10306" y="6093"/>
                    <a:pt x="10449" y="5926"/>
                  </a:cubicBezTo>
                  <a:lnTo>
                    <a:pt x="10973" y="5926"/>
                  </a:lnTo>
                  <a:cubicBezTo>
                    <a:pt x="11068" y="5926"/>
                    <a:pt x="11139" y="5831"/>
                    <a:pt x="11116" y="5736"/>
                  </a:cubicBezTo>
                  <a:cubicBezTo>
                    <a:pt x="11092" y="5664"/>
                    <a:pt x="11044" y="5617"/>
                    <a:pt x="10973" y="5617"/>
                  </a:cubicBezTo>
                  <a:lnTo>
                    <a:pt x="10687" y="5617"/>
                  </a:lnTo>
                  <a:cubicBezTo>
                    <a:pt x="11235" y="4759"/>
                    <a:pt x="11282" y="3688"/>
                    <a:pt x="10806" y="2783"/>
                  </a:cubicBezTo>
                  <a:cubicBezTo>
                    <a:pt x="11116" y="2140"/>
                    <a:pt x="11044" y="1378"/>
                    <a:pt x="10616" y="806"/>
                  </a:cubicBezTo>
                  <a:cubicBezTo>
                    <a:pt x="10588" y="765"/>
                    <a:pt x="10536" y="739"/>
                    <a:pt x="10488" y="739"/>
                  </a:cubicBezTo>
                  <a:cubicBezTo>
                    <a:pt x="10454" y="739"/>
                    <a:pt x="10421" y="752"/>
                    <a:pt x="10401" y="782"/>
                  </a:cubicBezTo>
                  <a:cubicBezTo>
                    <a:pt x="10330" y="830"/>
                    <a:pt x="10330" y="925"/>
                    <a:pt x="10377" y="997"/>
                  </a:cubicBezTo>
                  <a:cubicBezTo>
                    <a:pt x="11243" y="2223"/>
                    <a:pt x="10197" y="3586"/>
                    <a:pt x="9028" y="3586"/>
                  </a:cubicBezTo>
                  <a:cubicBezTo>
                    <a:pt x="8653" y="3586"/>
                    <a:pt x="8266" y="3446"/>
                    <a:pt x="7925" y="3116"/>
                  </a:cubicBezTo>
                  <a:cubicBezTo>
                    <a:pt x="6755" y="2005"/>
                    <a:pt x="7723" y="289"/>
                    <a:pt x="9027" y="289"/>
                  </a:cubicBezTo>
                  <a:cubicBezTo>
                    <a:pt x="9316" y="289"/>
                    <a:pt x="9622" y="373"/>
                    <a:pt x="9925" y="568"/>
                  </a:cubicBezTo>
                  <a:cubicBezTo>
                    <a:pt x="9949" y="584"/>
                    <a:pt x="9975" y="592"/>
                    <a:pt x="10002" y="592"/>
                  </a:cubicBezTo>
                  <a:cubicBezTo>
                    <a:pt x="10055" y="592"/>
                    <a:pt x="10108" y="560"/>
                    <a:pt x="10139" y="497"/>
                  </a:cubicBezTo>
                  <a:cubicBezTo>
                    <a:pt x="10163" y="425"/>
                    <a:pt x="10139" y="330"/>
                    <a:pt x="10092" y="306"/>
                  </a:cubicBezTo>
                  <a:cubicBezTo>
                    <a:pt x="9758" y="97"/>
                    <a:pt x="9393" y="0"/>
                    <a:pt x="90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2"/>
            <p:cNvSpPr/>
            <p:nvPr/>
          </p:nvSpPr>
          <p:spPr>
            <a:xfrm>
              <a:off x="5044347" y="2160862"/>
              <a:ext cx="76014" cy="75208"/>
            </a:xfrm>
            <a:custGeom>
              <a:avLst/>
              <a:gdLst/>
              <a:ahLst/>
              <a:cxnLst/>
              <a:rect l="l" t="t" r="r" b="b"/>
              <a:pathLst>
                <a:path w="2264" h="2240" extrusionOk="0">
                  <a:moveTo>
                    <a:pt x="1311" y="287"/>
                  </a:moveTo>
                  <a:lnTo>
                    <a:pt x="1311" y="787"/>
                  </a:lnTo>
                  <a:cubicBezTo>
                    <a:pt x="1311" y="858"/>
                    <a:pt x="1382" y="930"/>
                    <a:pt x="1453" y="930"/>
                  </a:cubicBezTo>
                  <a:lnTo>
                    <a:pt x="1954" y="930"/>
                  </a:lnTo>
                  <a:lnTo>
                    <a:pt x="1954" y="1263"/>
                  </a:lnTo>
                  <a:lnTo>
                    <a:pt x="1453" y="1263"/>
                  </a:lnTo>
                  <a:cubicBezTo>
                    <a:pt x="1382" y="1263"/>
                    <a:pt x="1311" y="1335"/>
                    <a:pt x="1311" y="1430"/>
                  </a:cubicBezTo>
                  <a:lnTo>
                    <a:pt x="1311" y="1906"/>
                  </a:lnTo>
                  <a:lnTo>
                    <a:pt x="977" y="1906"/>
                  </a:lnTo>
                  <a:lnTo>
                    <a:pt x="977" y="1430"/>
                  </a:lnTo>
                  <a:cubicBezTo>
                    <a:pt x="977" y="1335"/>
                    <a:pt x="906" y="1263"/>
                    <a:pt x="810" y="1263"/>
                  </a:cubicBezTo>
                  <a:lnTo>
                    <a:pt x="334" y="1263"/>
                  </a:lnTo>
                  <a:lnTo>
                    <a:pt x="334" y="930"/>
                  </a:lnTo>
                  <a:lnTo>
                    <a:pt x="810" y="930"/>
                  </a:lnTo>
                  <a:cubicBezTo>
                    <a:pt x="906" y="930"/>
                    <a:pt x="977" y="858"/>
                    <a:pt x="977" y="787"/>
                  </a:cubicBezTo>
                  <a:lnTo>
                    <a:pt x="977" y="287"/>
                  </a:lnTo>
                  <a:close/>
                  <a:moveTo>
                    <a:pt x="810" y="1"/>
                  </a:moveTo>
                  <a:cubicBezTo>
                    <a:pt x="715" y="1"/>
                    <a:pt x="644" y="49"/>
                    <a:pt x="668" y="144"/>
                  </a:cubicBezTo>
                  <a:lnTo>
                    <a:pt x="668" y="644"/>
                  </a:lnTo>
                  <a:lnTo>
                    <a:pt x="167" y="644"/>
                  </a:lnTo>
                  <a:cubicBezTo>
                    <a:pt x="72" y="644"/>
                    <a:pt x="1" y="715"/>
                    <a:pt x="1" y="787"/>
                  </a:cubicBezTo>
                  <a:lnTo>
                    <a:pt x="1" y="1454"/>
                  </a:lnTo>
                  <a:cubicBezTo>
                    <a:pt x="1" y="1525"/>
                    <a:pt x="72" y="1596"/>
                    <a:pt x="167" y="1596"/>
                  </a:cubicBezTo>
                  <a:lnTo>
                    <a:pt x="668" y="1596"/>
                  </a:lnTo>
                  <a:lnTo>
                    <a:pt x="668" y="2097"/>
                  </a:lnTo>
                  <a:cubicBezTo>
                    <a:pt x="644" y="2168"/>
                    <a:pt x="715" y="2239"/>
                    <a:pt x="810" y="2239"/>
                  </a:cubicBezTo>
                  <a:lnTo>
                    <a:pt x="1453" y="2239"/>
                  </a:lnTo>
                  <a:cubicBezTo>
                    <a:pt x="1549" y="2239"/>
                    <a:pt x="1620" y="2168"/>
                    <a:pt x="1620" y="2073"/>
                  </a:cubicBezTo>
                  <a:lnTo>
                    <a:pt x="1620" y="1596"/>
                  </a:lnTo>
                  <a:lnTo>
                    <a:pt x="2096" y="1596"/>
                  </a:lnTo>
                  <a:cubicBezTo>
                    <a:pt x="2192" y="1596"/>
                    <a:pt x="2263" y="1525"/>
                    <a:pt x="2263" y="1454"/>
                  </a:cubicBezTo>
                  <a:lnTo>
                    <a:pt x="2263" y="787"/>
                  </a:lnTo>
                  <a:cubicBezTo>
                    <a:pt x="2263" y="715"/>
                    <a:pt x="2192" y="644"/>
                    <a:pt x="2096" y="644"/>
                  </a:cubicBezTo>
                  <a:lnTo>
                    <a:pt x="1620" y="644"/>
                  </a:lnTo>
                  <a:lnTo>
                    <a:pt x="1620" y="144"/>
                  </a:lnTo>
                  <a:cubicBezTo>
                    <a:pt x="1620" y="49"/>
                    <a:pt x="1549" y="1"/>
                    <a:pt x="1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 name="Google Shape;891;p42"/>
          <p:cNvGrpSpPr/>
          <p:nvPr/>
        </p:nvGrpSpPr>
        <p:grpSpPr>
          <a:xfrm>
            <a:off x="1755407" y="1905532"/>
            <a:ext cx="290189" cy="358245"/>
            <a:chOff x="4065669" y="2131282"/>
            <a:chExt cx="290189" cy="358245"/>
          </a:xfrm>
        </p:grpSpPr>
        <p:sp>
          <p:nvSpPr>
            <p:cNvPr id="892" name="Google Shape;892;p42"/>
            <p:cNvSpPr/>
            <p:nvPr/>
          </p:nvSpPr>
          <p:spPr>
            <a:xfrm>
              <a:off x="4065669" y="2131282"/>
              <a:ext cx="290189" cy="358245"/>
            </a:xfrm>
            <a:custGeom>
              <a:avLst/>
              <a:gdLst/>
              <a:ahLst/>
              <a:cxnLst/>
              <a:rect l="l" t="t" r="r" b="b"/>
              <a:pathLst>
                <a:path w="8643" h="10670" extrusionOk="0">
                  <a:moveTo>
                    <a:pt x="5288" y="310"/>
                  </a:moveTo>
                  <a:lnTo>
                    <a:pt x="5407" y="1882"/>
                  </a:lnTo>
                  <a:cubicBezTo>
                    <a:pt x="4966" y="1704"/>
                    <a:pt x="4496" y="1614"/>
                    <a:pt x="4025" y="1614"/>
                  </a:cubicBezTo>
                  <a:cubicBezTo>
                    <a:pt x="3555" y="1614"/>
                    <a:pt x="3085" y="1704"/>
                    <a:pt x="2644" y="1882"/>
                  </a:cubicBezTo>
                  <a:lnTo>
                    <a:pt x="2763" y="310"/>
                  </a:lnTo>
                  <a:close/>
                  <a:moveTo>
                    <a:pt x="2335" y="1596"/>
                  </a:moveTo>
                  <a:lnTo>
                    <a:pt x="2311" y="2025"/>
                  </a:lnTo>
                  <a:cubicBezTo>
                    <a:pt x="2192" y="2096"/>
                    <a:pt x="2073" y="2168"/>
                    <a:pt x="1954" y="2239"/>
                  </a:cubicBezTo>
                  <a:lnTo>
                    <a:pt x="1977" y="1834"/>
                  </a:lnTo>
                  <a:cubicBezTo>
                    <a:pt x="2001" y="1715"/>
                    <a:pt x="2120" y="1596"/>
                    <a:pt x="2239" y="1596"/>
                  </a:cubicBezTo>
                  <a:close/>
                  <a:moveTo>
                    <a:pt x="5788" y="1620"/>
                  </a:moveTo>
                  <a:cubicBezTo>
                    <a:pt x="5931" y="1620"/>
                    <a:pt x="6050" y="1715"/>
                    <a:pt x="6050" y="1858"/>
                  </a:cubicBezTo>
                  <a:lnTo>
                    <a:pt x="6097" y="2239"/>
                  </a:lnTo>
                  <a:cubicBezTo>
                    <a:pt x="5978" y="2168"/>
                    <a:pt x="5859" y="2096"/>
                    <a:pt x="5740" y="2049"/>
                  </a:cubicBezTo>
                  <a:lnTo>
                    <a:pt x="5692" y="1620"/>
                  </a:lnTo>
                  <a:close/>
                  <a:moveTo>
                    <a:pt x="1954" y="8431"/>
                  </a:moveTo>
                  <a:lnTo>
                    <a:pt x="1954" y="8431"/>
                  </a:lnTo>
                  <a:cubicBezTo>
                    <a:pt x="2073" y="8503"/>
                    <a:pt x="2192" y="8574"/>
                    <a:pt x="2311" y="8645"/>
                  </a:cubicBezTo>
                  <a:lnTo>
                    <a:pt x="2335" y="9074"/>
                  </a:lnTo>
                  <a:lnTo>
                    <a:pt x="2263" y="9074"/>
                  </a:lnTo>
                  <a:cubicBezTo>
                    <a:pt x="2120" y="9074"/>
                    <a:pt x="2001" y="8955"/>
                    <a:pt x="2001" y="8836"/>
                  </a:cubicBezTo>
                  <a:lnTo>
                    <a:pt x="1954" y="8431"/>
                  </a:lnTo>
                  <a:close/>
                  <a:moveTo>
                    <a:pt x="6073" y="8431"/>
                  </a:moveTo>
                  <a:lnTo>
                    <a:pt x="6050" y="8836"/>
                  </a:lnTo>
                  <a:cubicBezTo>
                    <a:pt x="6026" y="8955"/>
                    <a:pt x="5931" y="9074"/>
                    <a:pt x="5788" y="9074"/>
                  </a:cubicBezTo>
                  <a:lnTo>
                    <a:pt x="5692" y="9074"/>
                  </a:lnTo>
                  <a:lnTo>
                    <a:pt x="5740" y="8645"/>
                  </a:lnTo>
                  <a:cubicBezTo>
                    <a:pt x="5859" y="8574"/>
                    <a:pt x="5978" y="8503"/>
                    <a:pt x="6073" y="8431"/>
                  </a:cubicBezTo>
                  <a:close/>
                  <a:moveTo>
                    <a:pt x="2620" y="1"/>
                  </a:moveTo>
                  <a:cubicBezTo>
                    <a:pt x="2549" y="1"/>
                    <a:pt x="2478" y="48"/>
                    <a:pt x="2478" y="144"/>
                  </a:cubicBezTo>
                  <a:lnTo>
                    <a:pt x="2358" y="1287"/>
                  </a:lnTo>
                  <a:lnTo>
                    <a:pt x="2239" y="1287"/>
                  </a:lnTo>
                  <a:cubicBezTo>
                    <a:pt x="1954" y="1287"/>
                    <a:pt x="1692" y="1525"/>
                    <a:pt x="1668" y="1811"/>
                  </a:cubicBezTo>
                  <a:lnTo>
                    <a:pt x="1620" y="2501"/>
                  </a:lnTo>
                  <a:cubicBezTo>
                    <a:pt x="1287" y="2763"/>
                    <a:pt x="1025" y="3097"/>
                    <a:pt x="810" y="3454"/>
                  </a:cubicBezTo>
                  <a:cubicBezTo>
                    <a:pt x="763" y="3501"/>
                    <a:pt x="787" y="3597"/>
                    <a:pt x="834" y="3644"/>
                  </a:cubicBezTo>
                  <a:cubicBezTo>
                    <a:pt x="864" y="3674"/>
                    <a:pt x="903" y="3688"/>
                    <a:pt x="940" y="3688"/>
                  </a:cubicBezTo>
                  <a:cubicBezTo>
                    <a:pt x="993" y="3688"/>
                    <a:pt x="1045" y="3662"/>
                    <a:pt x="1072" y="3621"/>
                  </a:cubicBezTo>
                  <a:cubicBezTo>
                    <a:pt x="1382" y="3097"/>
                    <a:pt x="1787" y="2692"/>
                    <a:pt x="2311" y="2382"/>
                  </a:cubicBezTo>
                  <a:cubicBezTo>
                    <a:pt x="2896" y="2036"/>
                    <a:pt x="3488" y="1884"/>
                    <a:pt x="4053" y="1884"/>
                  </a:cubicBezTo>
                  <a:cubicBezTo>
                    <a:pt x="6639" y="1884"/>
                    <a:pt x="8643" y="5074"/>
                    <a:pt x="6669" y="7478"/>
                  </a:cubicBezTo>
                  <a:cubicBezTo>
                    <a:pt x="5999" y="8301"/>
                    <a:pt x="5018" y="8733"/>
                    <a:pt x="4018" y="8733"/>
                  </a:cubicBezTo>
                  <a:cubicBezTo>
                    <a:pt x="3453" y="8733"/>
                    <a:pt x="2882" y="8595"/>
                    <a:pt x="2358" y="8312"/>
                  </a:cubicBezTo>
                  <a:cubicBezTo>
                    <a:pt x="930" y="7502"/>
                    <a:pt x="263" y="5764"/>
                    <a:pt x="810" y="4216"/>
                  </a:cubicBezTo>
                  <a:cubicBezTo>
                    <a:pt x="855" y="4082"/>
                    <a:pt x="760" y="3994"/>
                    <a:pt x="665" y="3994"/>
                  </a:cubicBezTo>
                  <a:cubicBezTo>
                    <a:pt x="608" y="3994"/>
                    <a:pt x="551" y="4026"/>
                    <a:pt x="525" y="4097"/>
                  </a:cubicBezTo>
                  <a:cubicBezTo>
                    <a:pt x="1" y="5550"/>
                    <a:pt x="453" y="7169"/>
                    <a:pt x="1620" y="8169"/>
                  </a:cubicBezTo>
                  <a:lnTo>
                    <a:pt x="1668" y="8860"/>
                  </a:lnTo>
                  <a:cubicBezTo>
                    <a:pt x="1692" y="9145"/>
                    <a:pt x="1954" y="9384"/>
                    <a:pt x="2239" y="9384"/>
                  </a:cubicBezTo>
                  <a:lnTo>
                    <a:pt x="2382" y="9384"/>
                  </a:lnTo>
                  <a:lnTo>
                    <a:pt x="2478" y="10527"/>
                  </a:lnTo>
                  <a:cubicBezTo>
                    <a:pt x="2478" y="10622"/>
                    <a:pt x="2549" y="10670"/>
                    <a:pt x="2620" y="10670"/>
                  </a:cubicBezTo>
                  <a:lnTo>
                    <a:pt x="3311" y="10670"/>
                  </a:lnTo>
                  <a:cubicBezTo>
                    <a:pt x="3382" y="10670"/>
                    <a:pt x="3454" y="10622"/>
                    <a:pt x="3478" y="10551"/>
                  </a:cubicBezTo>
                  <a:cubicBezTo>
                    <a:pt x="3478" y="10455"/>
                    <a:pt x="3406" y="10360"/>
                    <a:pt x="3311" y="10360"/>
                  </a:cubicBezTo>
                  <a:lnTo>
                    <a:pt x="2763" y="10360"/>
                  </a:lnTo>
                  <a:lnTo>
                    <a:pt x="2644" y="8788"/>
                  </a:lnTo>
                  <a:lnTo>
                    <a:pt x="2644" y="8788"/>
                  </a:lnTo>
                  <a:cubicBezTo>
                    <a:pt x="3085" y="8967"/>
                    <a:pt x="3555" y="9056"/>
                    <a:pt x="4025" y="9056"/>
                  </a:cubicBezTo>
                  <a:cubicBezTo>
                    <a:pt x="4496" y="9056"/>
                    <a:pt x="4966" y="8967"/>
                    <a:pt x="5407" y="8788"/>
                  </a:cubicBezTo>
                  <a:lnTo>
                    <a:pt x="5407" y="8788"/>
                  </a:lnTo>
                  <a:lnTo>
                    <a:pt x="5288" y="10360"/>
                  </a:lnTo>
                  <a:lnTo>
                    <a:pt x="4002" y="10360"/>
                  </a:lnTo>
                  <a:cubicBezTo>
                    <a:pt x="3930" y="10360"/>
                    <a:pt x="3859" y="10408"/>
                    <a:pt x="3835" y="10503"/>
                  </a:cubicBezTo>
                  <a:cubicBezTo>
                    <a:pt x="3835" y="10598"/>
                    <a:pt x="3906" y="10670"/>
                    <a:pt x="4002" y="10670"/>
                  </a:cubicBezTo>
                  <a:lnTo>
                    <a:pt x="5431" y="10670"/>
                  </a:lnTo>
                  <a:cubicBezTo>
                    <a:pt x="5502" y="10670"/>
                    <a:pt x="5573" y="10622"/>
                    <a:pt x="5573" y="10527"/>
                  </a:cubicBezTo>
                  <a:lnTo>
                    <a:pt x="5669" y="9384"/>
                  </a:lnTo>
                  <a:lnTo>
                    <a:pt x="5812" y="9384"/>
                  </a:lnTo>
                  <a:cubicBezTo>
                    <a:pt x="6097" y="9384"/>
                    <a:pt x="6335" y="9145"/>
                    <a:pt x="6383" y="8860"/>
                  </a:cubicBezTo>
                  <a:lnTo>
                    <a:pt x="6431" y="8169"/>
                  </a:lnTo>
                  <a:cubicBezTo>
                    <a:pt x="8193" y="6693"/>
                    <a:pt x="8193" y="3978"/>
                    <a:pt x="6431" y="2501"/>
                  </a:cubicBezTo>
                  <a:lnTo>
                    <a:pt x="6359" y="1811"/>
                  </a:lnTo>
                  <a:cubicBezTo>
                    <a:pt x="6335" y="1525"/>
                    <a:pt x="6097" y="1287"/>
                    <a:pt x="5788" y="1287"/>
                  </a:cubicBezTo>
                  <a:lnTo>
                    <a:pt x="5669" y="1287"/>
                  </a:lnTo>
                  <a:lnTo>
                    <a:pt x="5573" y="144"/>
                  </a:lnTo>
                  <a:cubicBezTo>
                    <a:pt x="5573" y="48"/>
                    <a:pt x="5502" y="1"/>
                    <a:pt x="5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2"/>
            <p:cNvSpPr/>
            <p:nvPr/>
          </p:nvSpPr>
          <p:spPr>
            <a:xfrm>
              <a:off x="4089675" y="2207632"/>
              <a:ext cx="213503" cy="206184"/>
            </a:xfrm>
            <a:custGeom>
              <a:avLst/>
              <a:gdLst/>
              <a:ahLst/>
              <a:cxnLst/>
              <a:rect l="l" t="t" r="r" b="b"/>
              <a:pathLst>
                <a:path w="6359" h="6141" extrusionOk="0">
                  <a:moveTo>
                    <a:pt x="3256" y="1"/>
                  </a:moveTo>
                  <a:cubicBezTo>
                    <a:pt x="1771" y="1"/>
                    <a:pt x="487" y="1102"/>
                    <a:pt x="262" y="2585"/>
                  </a:cubicBezTo>
                  <a:cubicBezTo>
                    <a:pt x="0" y="4180"/>
                    <a:pt x="1024" y="5681"/>
                    <a:pt x="2572" y="6062"/>
                  </a:cubicBezTo>
                  <a:cubicBezTo>
                    <a:pt x="2807" y="6115"/>
                    <a:pt x="3042" y="6141"/>
                    <a:pt x="3273" y="6141"/>
                  </a:cubicBezTo>
                  <a:cubicBezTo>
                    <a:pt x="4590" y="6141"/>
                    <a:pt x="5790" y="5307"/>
                    <a:pt x="6216" y="3990"/>
                  </a:cubicBezTo>
                  <a:cubicBezTo>
                    <a:pt x="6260" y="3872"/>
                    <a:pt x="6159" y="3791"/>
                    <a:pt x="6058" y="3791"/>
                  </a:cubicBezTo>
                  <a:cubicBezTo>
                    <a:pt x="5996" y="3791"/>
                    <a:pt x="5934" y="3822"/>
                    <a:pt x="5906" y="3895"/>
                  </a:cubicBezTo>
                  <a:cubicBezTo>
                    <a:pt x="5543" y="5067"/>
                    <a:pt x="4459" y="5827"/>
                    <a:pt x="3281" y="5827"/>
                  </a:cubicBezTo>
                  <a:cubicBezTo>
                    <a:pt x="3070" y="5827"/>
                    <a:pt x="2857" y="5803"/>
                    <a:pt x="2644" y="5752"/>
                  </a:cubicBezTo>
                  <a:cubicBezTo>
                    <a:pt x="1262" y="5419"/>
                    <a:pt x="357" y="4061"/>
                    <a:pt x="572" y="2633"/>
                  </a:cubicBezTo>
                  <a:cubicBezTo>
                    <a:pt x="775" y="1302"/>
                    <a:pt x="1939" y="313"/>
                    <a:pt x="3275" y="313"/>
                  </a:cubicBezTo>
                  <a:cubicBezTo>
                    <a:pt x="3350" y="313"/>
                    <a:pt x="3425" y="316"/>
                    <a:pt x="3501" y="323"/>
                  </a:cubicBezTo>
                  <a:cubicBezTo>
                    <a:pt x="4930" y="442"/>
                    <a:pt x="6049" y="1632"/>
                    <a:pt x="6049" y="3061"/>
                  </a:cubicBezTo>
                  <a:lnTo>
                    <a:pt x="6049" y="3252"/>
                  </a:lnTo>
                  <a:cubicBezTo>
                    <a:pt x="6049" y="3347"/>
                    <a:pt x="6097" y="3418"/>
                    <a:pt x="6192" y="3418"/>
                  </a:cubicBezTo>
                  <a:cubicBezTo>
                    <a:pt x="6205" y="3422"/>
                    <a:pt x="6217" y="3423"/>
                    <a:pt x="6228" y="3423"/>
                  </a:cubicBezTo>
                  <a:cubicBezTo>
                    <a:pt x="6305" y="3423"/>
                    <a:pt x="6359" y="3358"/>
                    <a:pt x="6359" y="3276"/>
                  </a:cubicBezTo>
                  <a:lnTo>
                    <a:pt x="6359" y="3061"/>
                  </a:lnTo>
                  <a:cubicBezTo>
                    <a:pt x="6359" y="1466"/>
                    <a:pt x="5120" y="132"/>
                    <a:pt x="3525" y="13"/>
                  </a:cubicBezTo>
                  <a:cubicBezTo>
                    <a:pt x="3434" y="5"/>
                    <a:pt x="3345" y="1"/>
                    <a:pt x="3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2"/>
            <p:cNvSpPr/>
            <p:nvPr/>
          </p:nvSpPr>
          <p:spPr>
            <a:xfrm>
              <a:off x="4131241" y="2256819"/>
              <a:ext cx="72791" cy="53821"/>
            </a:xfrm>
            <a:custGeom>
              <a:avLst/>
              <a:gdLst/>
              <a:ahLst/>
              <a:cxnLst/>
              <a:rect l="l" t="t" r="r" b="b"/>
              <a:pathLst>
                <a:path w="2168" h="1603" extrusionOk="0">
                  <a:moveTo>
                    <a:pt x="727" y="310"/>
                  </a:moveTo>
                  <a:lnTo>
                    <a:pt x="727" y="310"/>
                  </a:lnTo>
                  <a:cubicBezTo>
                    <a:pt x="818" y="314"/>
                    <a:pt x="907" y="362"/>
                    <a:pt x="929" y="453"/>
                  </a:cubicBezTo>
                  <a:cubicBezTo>
                    <a:pt x="953" y="525"/>
                    <a:pt x="1019" y="560"/>
                    <a:pt x="1084" y="560"/>
                  </a:cubicBezTo>
                  <a:cubicBezTo>
                    <a:pt x="1150" y="560"/>
                    <a:pt x="1215" y="525"/>
                    <a:pt x="1239" y="453"/>
                  </a:cubicBezTo>
                  <a:cubicBezTo>
                    <a:pt x="1265" y="381"/>
                    <a:pt x="1320" y="352"/>
                    <a:pt x="1382" y="352"/>
                  </a:cubicBezTo>
                  <a:cubicBezTo>
                    <a:pt x="1546" y="352"/>
                    <a:pt x="1758" y="553"/>
                    <a:pt x="1620" y="691"/>
                  </a:cubicBezTo>
                  <a:lnTo>
                    <a:pt x="1096" y="1215"/>
                  </a:lnTo>
                  <a:lnTo>
                    <a:pt x="572" y="691"/>
                  </a:lnTo>
                  <a:cubicBezTo>
                    <a:pt x="432" y="551"/>
                    <a:pt x="521" y="319"/>
                    <a:pt x="727" y="310"/>
                  </a:cubicBezTo>
                  <a:close/>
                  <a:moveTo>
                    <a:pt x="715" y="1"/>
                  </a:moveTo>
                  <a:cubicBezTo>
                    <a:pt x="239" y="1"/>
                    <a:pt x="1" y="572"/>
                    <a:pt x="334" y="929"/>
                  </a:cubicBezTo>
                  <a:lnTo>
                    <a:pt x="977" y="1549"/>
                  </a:lnTo>
                  <a:cubicBezTo>
                    <a:pt x="1001" y="1584"/>
                    <a:pt x="1037" y="1602"/>
                    <a:pt x="1075" y="1602"/>
                  </a:cubicBezTo>
                  <a:cubicBezTo>
                    <a:pt x="1114" y="1602"/>
                    <a:pt x="1156" y="1584"/>
                    <a:pt x="1191" y="1549"/>
                  </a:cubicBezTo>
                  <a:lnTo>
                    <a:pt x="1834" y="929"/>
                  </a:lnTo>
                  <a:cubicBezTo>
                    <a:pt x="2168" y="572"/>
                    <a:pt x="1930" y="1"/>
                    <a:pt x="1453" y="1"/>
                  </a:cubicBezTo>
                  <a:cubicBezTo>
                    <a:pt x="1346" y="84"/>
                    <a:pt x="1215" y="126"/>
                    <a:pt x="1084" y="126"/>
                  </a:cubicBezTo>
                  <a:cubicBezTo>
                    <a:pt x="953" y="126"/>
                    <a:pt x="822" y="84"/>
                    <a:pt x="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2"/>
            <p:cNvSpPr/>
            <p:nvPr/>
          </p:nvSpPr>
          <p:spPr>
            <a:xfrm>
              <a:off x="4208799" y="2256819"/>
              <a:ext cx="55197" cy="10442"/>
            </a:xfrm>
            <a:custGeom>
              <a:avLst/>
              <a:gdLst/>
              <a:ahLst/>
              <a:cxnLst/>
              <a:rect l="l" t="t" r="r" b="b"/>
              <a:pathLst>
                <a:path w="1644" h="311" extrusionOk="0">
                  <a:moveTo>
                    <a:pt x="191" y="1"/>
                  </a:moveTo>
                  <a:cubicBezTo>
                    <a:pt x="96" y="1"/>
                    <a:pt x="24" y="48"/>
                    <a:pt x="24" y="120"/>
                  </a:cubicBezTo>
                  <a:cubicBezTo>
                    <a:pt x="1" y="215"/>
                    <a:pt x="72" y="310"/>
                    <a:pt x="167" y="310"/>
                  </a:cubicBezTo>
                  <a:lnTo>
                    <a:pt x="1453" y="310"/>
                  </a:lnTo>
                  <a:cubicBezTo>
                    <a:pt x="1549" y="310"/>
                    <a:pt x="1620" y="239"/>
                    <a:pt x="1620" y="167"/>
                  </a:cubicBezTo>
                  <a:cubicBezTo>
                    <a:pt x="1644" y="72"/>
                    <a:pt x="1572" y="1"/>
                    <a:pt x="1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2"/>
            <p:cNvSpPr/>
            <p:nvPr/>
          </p:nvSpPr>
          <p:spPr>
            <a:xfrm>
              <a:off x="4208799" y="2278408"/>
              <a:ext cx="55197" cy="10442"/>
            </a:xfrm>
            <a:custGeom>
              <a:avLst/>
              <a:gdLst/>
              <a:ahLst/>
              <a:cxnLst/>
              <a:rect l="l" t="t" r="r" b="b"/>
              <a:pathLst>
                <a:path w="1644" h="311" extrusionOk="0">
                  <a:moveTo>
                    <a:pt x="191" y="1"/>
                  </a:moveTo>
                  <a:cubicBezTo>
                    <a:pt x="96" y="1"/>
                    <a:pt x="24" y="48"/>
                    <a:pt x="24" y="120"/>
                  </a:cubicBezTo>
                  <a:cubicBezTo>
                    <a:pt x="1" y="215"/>
                    <a:pt x="72" y="310"/>
                    <a:pt x="167" y="310"/>
                  </a:cubicBezTo>
                  <a:lnTo>
                    <a:pt x="1453" y="310"/>
                  </a:lnTo>
                  <a:cubicBezTo>
                    <a:pt x="1549" y="310"/>
                    <a:pt x="1620" y="239"/>
                    <a:pt x="1620" y="167"/>
                  </a:cubicBezTo>
                  <a:cubicBezTo>
                    <a:pt x="1644" y="72"/>
                    <a:pt x="1572" y="1"/>
                    <a:pt x="1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2"/>
            <p:cNvSpPr/>
            <p:nvPr/>
          </p:nvSpPr>
          <p:spPr>
            <a:xfrm>
              <a:off x="4208799" y="2299997"/>
              <a:ext cx="55197" cy="10442"/>
            </a:xfrm>
            <a:custGeom>
              <a:avLst/>
              <a:gdLst/>
              <a:ahLst/>
              <a:cxnLst/>
              <a:rect l="l" t="t" r="r" b="b"/>
              <a:pathLst>
                <a:path w="1644" h="311" extrusionOk="0">
                  <a:moveTo>
                    <a:pt x="191" y="1"/>
                  </a:moveTo>
                  <a:cubicBezTo>
                    <a:pt x="96" y="1"/>
                    <a:pt x="24" y="48"/>
                    <a:pt x="24" y="143"/>
                  </a:cubicBezTo>
                  <a:cubicBezTo>
                    <a:pt x="1" y="239"/>
                    <a:pt x="72" y="310"/>
                    <a:pt x="167" y="310"/>
                  </a:cubicBezTo>
                  <a:lnTo>
                    <a:pt x="1477" y="310"/>
                  </a:lnTo>
                  <a:cubicBezTo>
                    <a:pt x="1572" y="310"/>
                    <a:pt x="1644" y="239"/>
                    <a:pt x="1620" y="143"/>
                  </a:cubicBezTo>
                  <a:cubicBezTo>
                    <a:pt x="1620" y="48"/>
                    <a:pt x="1549" y="1"/>
                    <a:pt x="1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2"/>
            <p:cNvSpPr/>
            <p:nvPr/>
          </p:nvSpPr>
          <p:spPr>
            <a:xfrm>
              <a:off x="4140844" y="2321149"/>
              <a:ext cx="119158" cy="65538"/>
            </a:xfrm>
            <a:custGeom>
              <a:avLst/>
              <a:gdLst/>
              <a:ahLst/>
              <a:cxnLst/>
              <a:rect l="l" t="t" r="r" b="b"/>
              <a:pathLst>
                <a:path w="3549" h="1952" extrusionOk="0">
                  <a:moveTo>
                    <a:pt x="1113" y="1"/>
                  </a:moveTo>
                  <a:cubicBezTo>
                    <a:pt x="1055" y="1"/>
                    <a:pt x="999" y="30"/>
                    <a:pt x="977" y="85"/>
                  </a:cubicBezTo>
                  <a:lnTo>
                    <a:pt x="548" y="942"/>
                  </a:lnTo>
                  <a:lnTo>
                    <a:pt x="167" y="942"/>
                  </a:lnTo>
                  <a:cubicBezTo>
                    <a:pt x="96" y="942"/>
                    <a:pt x="24" y="1014"/>
                    <a:pt x="24" y="1085"/>
                  </a:cubicBezTo>
                  <a:cubicBezTo>
                    <a:pt x="0" y="1157"/>
                    <a:pt x="72" y="1228"/>
                    <a:pt x="167" y="1228"/>
                  </a:cubicBezTo>
                  <a:lnTo>
                    <a:pt x="167" y="1252"/>
                  </a:lnTo>
                  <a:lnTo>
                    <a:pt x="643" y="1252"/>
                  </a:lnTo>
                  <a:cubicBezTo>
                    <a:pt x="715" y="1252"/>
                    <a:pt x="762" y="1204"/>
                    <a:pt x="786" y="1157"/>
                  </a:cubicBezTo>
                  <a:lnTo>
                    <a:pt x="1072" y="585"/>
                  </a:lnTo>
                  <a:lnTo>
                    <a:pt x="1429" y="1823"/>
                  </a:lnTo>
                  <a:cubicBezTo>
                    <a:pt x="1442" y="1910"/>
                    <a:pt x="1505" y="1952"/>
                    <a:pt x="1570" y="1952"/>
                  </a:cubicBezTo>
                  <a:cubicBezTo>
                    <a:pt x="1631" y="1952"/>
                    <a:pt x="1692" y="1916"/>
                    <a:pt x="1715" y="1847"/>
                  </a:cubicBezTo>
                  <a:lnTo>
                    <a:pt x="2120" y="990"/>
                  </a:lnTo>
                  <a:lnTo>
                    <a:pt x="2382" y="1514"/>
                  </a:lnTo>
                  <a:cubicBezTo>
                    <a:pt x="2409" y="1567"/>
                    <a:pt x="2465" y="1598"/>
                    <a:pt x="2523" y="1598"/>
                  </a:cubicBezTo>
                  <a:cubicBezTo>
                    <a:pt x="2567" y="1598"/>
                    <a:pt x="2612" y="1579"/>
                    <a:pt x="2644" y="1538"/>
                  </a:cubicBezTo>
                  <a:lnTo>
                    <a:pt x="2882" y="1252"/>
                  </a:lnTo>
                  <a:lnTo>
                    <a:pt x="3382" y="1252"/>
                  </a:lnTo>
                  <a:cubicBezTo>
                    <a:pt x="3477" y="1252"/>
                    <a:pt x="3549" y="1180"/>
                    <a:pt x="3549" y="1085"/>
                  </a:cubicBezTo>
                  <a:cubicBezTo>
                    <a:pt x="3549" y="990"/>
                    <a:pt x="3477" y="942"/>
                    <a:pt x="3382" y="942"/>
                  </a:cubicBezTo>
                  <a:lnTo>
                    <a:pt x="2787" y="942"/>
                  </a:lnTo>
                  <a:cubicBezTo>
                    <a:pt x="2715" y="990"/>
                    <a:pt x="2620" y="1085"/>
                    <a:pt x="2549" y="1157"/>
                  </a:cubicBezTo>
                  <a:lnTo>
                    <a:pt x="2239" y="561"/>
                  </a:lnTo>
                  <a:cubicBezTo>
                    <a:pt x="2215" y="502"/>
                    <a:pt x="2162" y="472"/>
                    <a:pt x="2108" y="472"/>
                  </a:cubicBezTo>
                  <a:cubicBezTo>
                    <a:pt x="2054" y="472"/>
                    <a:pt x="2001" y="502"/>
                    <a:pt x="1977" y="561"/>
                  </a:cubicBezTo>
                  <a:lnTo>
                    <a:pt x="1620" y="1323"/>
                  </a:lnTo>
                  <a:lnTo>
                    <a:pt x="1263" y="133"/>
                  </a:lnTo>
                  <a:cubicBezTo>
                    <a:pt x="1250" y="42"/>
                    <a:pt x="1181" y="1"/>
                    <a:pt x="11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43"/>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Pathology</a:t>
            </a:r>
            <a:endParaRPr/>
          </a:p>
        </p:txBody>
      </p:sp>
      <p:sp>
        <p:nvSpPr>
          <p:cNvPr id="904" name="Google Shape;904;p43"/>
          <p:cNvSpPr txBox="1">
            <a:spLocks noGrp="1"/>
          </p:cNvSpPr>
          <p:nvPr>
            <p:ph type="title" idx="2"/>
          </p:nvPr>
        </p:nvSpPr>
        <p:spPr>
          <a:xfrm>
            <a:off x="1132975" y="1491381"/>
            <a:ext cx="2022000" cy="702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Failure sinoatrial node</a:t>
            </a:r>
            <a:endParaRPr/>
          </a:p>
        </p:txBody>
      </p:sp>
      <p:sp>
        <p:nvSpPr>
          <p:cNvPr id="905" name="Google Shape;905;p43"/>
          <p:cNvSpPr txBox="1">
            <a:spLocks noGrp="1"/>
          </p:cNvSpPr>
          <p:nvPr>
            <p:ph type="subTitle" idx="1"/>
          </p:nvPr>
        </p:nvSpPr>
        <p:spPr>
          <a:xfrm>
            <a:off x="1132975" y="2194800"/>
            <a:ext cx="2022000" cy="572700"/>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None/>
            </a:pPr>
            <a:r>
              <a:rPr lang="en"/>
              <a:t>Mercury is the smallest planet</a:t>
            </a:r>
            <a:endParaRPr/>
          </a:p>
        </p:txBody>
      </p:sp>
      <p:sp>
        <p:nvSpPr>
          <p:cNvPr id="906" name="Google Shape;906;p43"/>
          <p:cNvSpPr txBox="1">
            <a:spLocks noGrp="1"/>
          </p:cNvSpPr>
          <p:nvPr>
            <p:ph type="title" idx="3"/>
          </p:nvPr>
        </p:nvSpPr>
        <p:spPr>
          <a:xfrm>
            <a:off x="5989017" y="1491375"/>
            <a:ext cx="2022000" cy="70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Irregular heartbeat</a:t>
            </a:r>
            <a:endParaRPr/>
          </a:p>
        </p:txBody>
      </p:sp>
      <p:sp>
        <p:nvSpPr>
          <p:cNvPr id="907" name="Google Shape;907;p43"/>
          <p:cNvSpPr txBox="1">
            <a:spLocks noGrp="1"/>
          </p:cNvSpPr>
          <p:nvPr>
            <p:ph type="subTitle" idx="4"/>
          </p:nvPr>
        </p:nvSpPr>
        <p:spPr>
          <a:xfrm>
            <a:off x="5989025" y="2193375"/>
            <a:ext cx="202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Jupiter is the biggest planet of them all</a:t>
            </a:r>
            <a:endParaRPr/>
          </a:p>
        </p:txBody>
      </p:sp>
      <p:sp>
        <p:nvSpPr>
          <p:cNvPr id="908" name="Google Shape;908;p43"/>
          <p:cNvSpPr txBox="1">
            <a:spLocks noGrp="1"/>
          </p:cNvSpPr>
          <p:nvPr>
            <p:ph type="title" idx="5"/>
          </p:nvPr>
        </p:nvSpPr>
        <p:spPr>
          <a:xfrm>
            <a:off x="1132975" y="2894451"/>
            <a:ext cx="2022000" cy="702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Anatomical defects</a:t>
            </a:r>
            <a:endParaRPr/>
          </a:p>
        </p:txBody>
      </p:sp>
      <p:sp>
        <p:nvSpPr>
          <p:cNvPr id="909" name="Google Shape;909;p43"/>
          <p:cNvSpPr txBox="1">
            <a:spLocks noGrp="1"/>
          </p:cNvSpPr>
          <p:nvPr>
            <p:ph type="subTitle" idx="6"/>
          </p:nvPr>
        </p:nvSpPr>
        <p:spPr>
          <a:xfrm>
            <a:off x="1132975" y="3597575"/>
            <a:ext cx="2022000" cy="572700"/>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None/>
            </a:pPr>
            <a:r>
              <a:rPr lang="en"/>
              <a:t>Despite being red, Mars is a cold place</a:t>
            </a:r>
            <a:endParaRPr/>
          </a:p>
        </p:txBody>
      </p:sp>
      <p:sp>
        <p:nvSpPr>
          <p:cNvPr id="910" name="Google Shape;910;p43"/>
          <p:cNvSpPr txBox="1">
            <a:spLocks noGrp="1"/>
          </p:cNvSpPr>
          <p:nvPr>
            <p:ph type="title" idx="7"/>
          </p:nvPr>
        </p:nvSpPr>
        <p:spPr>
          <a:xfrm>
            <a:off x="5989017" y="2891981"/>
            <a:ext cx="2022000" cy="70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Abnormal pacemaker</a:t>
            </a:r>
            <a:endParaRPr/>
          </a:p>
        </p:txBody>
      </p:sp>
      <p:sp>
        <p:nvSpPr>
          <p:cNvPr id="911" name="Google Shape;911;p43"/>
          <p:cNvSpPr txBox="1">
            <a:spLocks noGrp="1"/>
          </p:cNvSpPr>
          <p:nvPr>
            <p:ph type="subTitle" idx="8"/>
          </p:nvPr>
        </p:nvSpPr>
        <p:spPr>
          <a:xfrm>
            <a:off x="5989025" y="3597575"/>
            <a:ext cx="202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Saturn is a gas giant with rings</a:t>
            </a:r>
            <a:endParaRPr/>
          </a:p>
        </p:txBody>
      </p:sp>
      <p:sp>
        <p:nvSpPr>
          <p:cNvPr id="912" name="Google Shape;912;p43"/>
          <p:cNvSpPr/>
          <p:nvPr/>
        </p:nvSpPr>
        <p:spPr>
          <a:xfrm>
            <a:off x="3292325" y="1664675"/>
            <a:ext cx="954900" cy="954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3"/>
          <p:cNvSpPr/>
          <p:nvPr/>
        </p:nvSpPr>
        <p:spPr>
          <a:xfrm>
            <a:off x="4896775" y="1664675"/>
            <a:ext cx="954900" cy="954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3"/>
          <p:cNvSpPr/>
          <p:nvPr/>
        </p:nvSpPr>
        <p:spPr>
          <a:xfrm>
            <a:off x="3292325" y="3060850"/>
            <a:ext cx="954900" cy="954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3"/>
          <p:cNvSpPr/>
          <p:nvPr/>
        </p:nvSpPr>
        <p:spPr>
          <a:xfrm>
            <a:off x="4896775" y="3060850"/>
            <a:ext cx="954900" cy="954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3"/>
          <p:cNvSpPr txBox="1"/>
          <p:nvPr/>
        </p:nvSpPr>
        <p:spPr>
          <a:xfrm>
            <a:off x="3292325" y="1930925"/>
            <a:ext cx="954900" cy="42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accent1"/>
                </a:solidFill>
                <a:latin typeface="Outfit"/>
                <a:ea typeface="Outfit"/>
                <a:cs typeface="Outfit"/>
                <a:sym typeface="Outfit"/>
              </a:rPr>
              <a:t>01</a:t>
            </a:r>
            <a:endParaRPr sz="3000" b="1">
              <a:solidFill>
                <a:schemeClr val="accent1"/>
              </a:solidFill>
              <a:latin typeface="Outfit"/>
              <a:ea typeface="Outfit"/>
              <a:cs typeface="Outfit"/>
              <a:sym typeface="Outfit"/>
            </a:endParaRPr>
          </a:p>
        </p:txBody>
      </p:sp>
      <p:sp>
        <p:nvSpPr>
          <p:cNvPr id="917" name="Google Shape;917;p43"/>
          <p:cNvSpPr txBox="1"/>
          <p:nvPr/>
        </p:nvSpPr>
        <p:spPr>
          <a:xfrm>
            <a:off x="4896775" y="1930925"/>
            <a:ext cx="954900" cy="42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accent1"/>
                </a:solidFill>
                <a:latin typeface="Outfit"/>
                <a:ea typeface="Outfit"/>
                <a:cs typeface="Outfit"/>
                <a:sym typeface="Outfit"/>
              </a:rPr>
              <a:t>02</a:t>
            </a:r>
            <a:endParaRPr sz="3000" b="1">
              <a:solidFill>
                <a:schemeClr val="accent1"/>
              </a:solidFill>
              <a:latin typeface="Outfit"/>
              <a:ea typeface="Outfit"/>
              <a:cs typeface="Outfit"/>
              <a:sym typeface="Outfit"/>
            </a:endParaRPr>
          </a:p>
        </p:txBody>
      </p:sp>
      <p:sp>
        <p:nvSpPr>
          <p:cNvPr id="918" name="Google Shape;918;p43"/>
          <p:cNvSpPr txBox="1"/>
          <p:nvPr/>
        </p:nvSpPr>
        <p:spPr>
          <a:xfrm>
            <a:off x="3292325" y="3327100"/>
            <a:ext cx="954900" cy="42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accent1"/>
                </a:solidFill>
                <a:latin typeface="Outfit"/>
                <a:ea typeface="Outfit"/>
                <a:cs typeface="Outfit"/>
                <a:sym typeface="Outfit"/>
              </a:rPr>
              <a:t>03</a:t>
            </a:r>
            <a:endParaRPr sz="3000" b="1">
              <a:solidFill>
                <a:schemeClr val="accent1"/>
              </a:solidFill>
              <a:latin typeface="Outfit"/>
              <a:ea typeface="Outfit"/>
              <a:cs typeface="Outfit"/>
              <a:sym typeface="Outfit"/>
            </a:endParaRPr>
          </a:p>
        </p:txBody>
      </p:sp>
      <p:sp>
        <p:nvSpPr>
          <p:cNvPr id="919" name="Google Shape;919;p43"/>
          <p:cNvSpPr txBox="1"/>
          <p:nvPr/>
        </p:nvSpPr>
        <p:spPr>
          <a:xfrm>
            <a:off x="4896775" y="3327100"/>
            <a:ext cx="954900" cy="42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accent1"/>
                </a:solidFill>
                <a:latin typeface="Outfit"/>
                <a:ea typeface="Outfit"/>
                <a:cs typeface="Outfit"/>
                <a:sym typeface="Outfit"/>
              </a:rPr>
              <a:t>04</a:t>
            </a:r>
            <a:endParaRPr sz="3000" b="1">
              <a:solidFill>
                <a:schemeClr val="accent1"/>
              </a:solidFill>
              <a:latin typeface="Outfit"/>
              <a:ea typeface="Outfit"/>
              <a:cs typeface="Outfit"/>
              <a:sym typeface="Outfi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Symptoms of the disease</a:t>
            </a:r>
            <a:endParaRPr/>
          </a:p>
        </p:txBody>
      </p:sp>
      <p:sp>
        <p:nvSpPr>
          <p:cNvPr id="925" name="Google Shape;925;p44"/>
          <p:cNvSpPr txBox="1">
            <a:spLocks noGrp="1"/>
          </p:cNvSpPr>
          <p:nvPr>
            <p:ph type="title" idx="4294967295"/>
          </p:nvPr>
        </p:nvSpPr>
        <p:spPr>
          <a:xfrm>
            <a:off x="900975" y="1539900"/>
            <a:ext cx="2357400" cy="527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t>Fluttering chest</a:t>
            </a:r>
            <a:endParaRPr sz="2000"/>
          </a:p>
        </p:txBody>
      </p:sp>
      <p:sp>
        <p:nvSpPr>
          <p:cNvPr id="926" name="Google Shape;926;p44"/>
          <p:cNvSpPr txBox="1">
            <a:spLocks noGrp="1"/>
          </p:cNvSpPr>
          <p:nvPr>
            <p:ph type="subTitle" idx="4294967295"/>
          </p:nvPr>
        </p:nvSpPr>
        <p:spPr>
          <a:xfrm>
            <a:off x="900975" y="2067600"/>
            <a:ext cx="2347500" cy="527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1400"/>
              <a:t>Mercury is the smallest planet of them all</a:t>
            </a:r>
            <a:endParaRPr sz="1400">
              <a:solidFill>
                <a:schemeClr val="dk1"/>
              </a:solidFill>
            </a:endParaRPr>
          </a:p>
        </p:txBody>
      </p:sp>
      <p:sp>
        <p:nvSpPr>
          <p:cNvPr id="927" name="Google Shape;927;p44"/>
          <p:cNvSpPr txBox="1">
            <a:spLocks noGrp="1"/>
          </p:cNvSpPr>
          <p:nvPr>
            <p:ph type="title" idx="4294967295"/>
          </p:nvPr>
        </p:nvSpPr>
        <p:spPr>
          <a:xfrm>
            <a:off x="901001" y="2896050"/>
            <a:ext cx="2357400" cy="527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t>Slow heartbeat</a:t>
            </a:r>
            <a:endParaRPr sz="2000"/>
          </a:p>
        </p:txBody>
      </p:sp>
      <p:sp>
        <p:nvSpPr>
          <p:cNvPr id="928" name="Google Shape;928;p44"/>
          <p:cNvSpPr txBox="1">
            <a:spLocks noGrp="1"/>
          </p:cNvSpPr>
          <p:nvPr>
            <p:ph type="subTitle" idx="4294967295"/>
          </p:nvPr>
        </p:nvSpPr>
        <p:spPr>
          <a:xfrm>
            <a:off x="910890" y="3419525"/>
            <a:ext cx="2347500" cy="527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1400">
                <a:solidFill>
                  <a:schemeClr val="dk1"/>
                </a:solidFill>
              </a:rPr>
              <a:t>Jupiter is the biggest planet of them all</a:t>
            </a:r>
            <a:endParaRPr sz="1400">
              <a:solidFill>
                <a:schemeClr val="dk1"/>
              </a:solidFill>
            </a:endParaRPr>
          </a:p>
        </p:txBody>
      </p:sp>
      <p:sp>
        <p:nvSpPr>
          <p:cNvPr id="929" name="Google Shape;929;p44"/>
          <p:cNvSpPr txBox="1">
            <a:spLocks noGrp="1"/>
          </p:cNvSpPr>
          <p:nvPr>
            <p:ph type="title" idx="4294967295"/>
          </p:nvPr>
        </p:nvSpPr>
        <p:spPr>
          <a:xfrm>
            <a:off x="5910700" y="1539888"/>
            <a:ext cx="2357400" cy="527700"/>
          </a:xfrm>
          <a:prstGeom prst="rect">
            <a:avLst/>
          </a:prstGeom>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000"/>
              <a:t>Shortness breath</a:t>
            </a:r>
            <a:endParaRPr sz="2000"/>
          </a:p>
        </p:txBody>
      </p:sp>
      <p:sp>
        <p:nvSpPr>
          <p:cNvPr id="930" name="Google Shape;930;p44"/>
          <p:cNvSpPr txBox="1">
            <a:spLocks noGrp="1"/>
          </p:cNvSpPr>
          <p:nvPr>
            <p:ph type="subTitle" idx="4294967295"/>
          </p:nvPr>
        </p:nvSpPr>
        <p:spPr>
          <a:xfrm>
            <a:off x="5910700" y="3423750"/>
            <a:ext cx="2357400" cy="527700"/>
          </a:xfrm>
          <a:prstGeom prst="rect">
            <a:avLst/>
          </a:prstGeom>
          <a:ln>
            <a:noFill/>
          </a:ln>
        </p:spPr>
        <p:txBody>
          <a:bodyPr spcFirstLastPara="1" wrap="square" lIns="91425" tIns="91425" rIns="91425" bIns="91425" anchor="t" anchorCtr="0">
            <a:noAutofit/>
          </a:bodyPr>
          <a:lstStyle/>
          <a:p>
            <a:pPr marL="0" lvl="0" indent="0" algn="r" rtl="0">
              <a:spcBef>
                <a:spcPts val="0"/>
              </a:spcBef>
              <a:spcAft>
                <a:spcPts val="1200"/>
              </a:spcAft>
              <a:buNone/>
            </a:pPr>
            <a:r>
              <a:rPr lang="en" sz="1400"/>
              <a:t>Saturn is the only planet with rings</a:t>
            </a:r>
            <a:endParaRPr sz="1400">
              <a:solidFill>
                <a:schemeClr val="dk1"/>
              </a:solidFill>
            </a:endParaRPr>
          </a:p>
        </p:txBody>
      </p:sp>
      <p:sp>
        <p:nvSpPr>
          <p:cNvPr id="931" name="Google Shape;931;p44"/>
          <p:cNvSpPr txBox="1">
            <a:spLocks noGrp="1"/>
          </p:cNvSpPr>
          <p:nvPr>
            <p:ph type="title" idx="4294967295"/>
          </p:nvPr>
        </p:nvSpPr>
        <p:spPr>
          <a:xfrm>
            <a:off x="5910675" y="2896050"/>
            <a:ext cx="2357400" cy="527700"/>
          </a:xfrm>
          <a:prstGeom prst="rect">
            <a:avLst/>
          </a:prstGeom>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000"/>
              <a:t>Racing heartbeat</a:t>
            </a:r>
            <a:endParaRPr sz="2000"/>
          </a:p>
        </p:txBody>
      </p:sp>
      <p:sp>
        <p:nvSpPr>
          <p:cNvPr id="932" name="Google Shape;932;p44"/>
          <p:cNvSpPr txBox="1">
            <a:spLocks noGrp="1"/>
          </p:cNvSpPr>
          <p:nvPr>
            <p:ph type="subTitle" idx="4294967295"/>
          </p:nvPr>
        </p:nvSpPr>
        <p:spPr>
          <a:xfrm>
            <a:off x="5910700" y="2067600"/>
            <a:ext cx="2357400" cy="527700"/>
          </a:xfrm>
          <a:prstGeom prst="rect">
            <a:avLst/>
          </a:prstGeom>
          <a:ln>
            <a:noFill/>
          </a:ln>
        </p:spPr>
        <p:txBody>
          <a:bodyPr spcFirstLastPara="1" wrap="square" lIns="91425" tIns="91425" rIns="91425" bIns="91425" anchor="t" anchorCtr="0">
            <a:noAutofit/>
          </a:bodyPr>
          <a:lstStyle/>
          <a:p>
            <a:pPr marL="0" lvl="0" indent="0" algn="r" rtl="0">
              <a:spcBef>
                <a:spcPts val="0"/>
              </a:spcBef>
              <a:spcAft>
                <a:spcPts val="1200"/>
              </a:spcAft>
              <a:buNone/>
            </a:pPr>
            <a:r>
              <a:rPr lang="en" sz="1400"/>
              <a:t>Despite being red, Mars is very cold</a:t>
            </a:r>
            <a:endParaRPr sz="1400">
              <a:solidFill>
                <a:schemeClr val="dk1"/>
              </a:solidFill>
            </a:endParaRPr>
          </a:p>
        </p:txBody>
      </p:sp>
      <p:sp>
        <p:nvSpPr>
          <p:cNvPr id="933" name="Google Shape;933;p44"/>
          <p:cNvSpPr/>
          <p:nvPr/>
        </p:nvSpPr>
        <p:spPr>
          <a:xfrm>
            <a:off x="3992276" y="1414974"/>
            <a:ext cx="1184528" cy="2983776"/>
          </a:xfrm>
          <a:custGeom>
            <a:avLst/>
            <a:gdLst/>
            <a:ahLst/>
            <a:cxnLst/>
            <a:rect l="l" t="t" r="r" b="b"/>
            <a:pathLst>
              <a:path w="17846" h="44955" extrusionOk="0">
                <a:moveTo>
                  <a:pt x="8915" y="1"/>
                </a:moveTo>
                <a:cubicBezTo>
                  <a:pt x="6365" y="17"/>
                  <a:pt x="6904" y="2693"/>
                  <a:pt x="6904" y="2693"/>
                </a:cubicBezTo>
                <a:cubicBezTo>
                  <a:pt x="6474" y="2916"/>
                  <a:pt x="6812" y="3559"/>
                  <a:pt x="6844" y="3897"/>
                </a:cubicBezTo>
                <a:cubicBezTo>
                  <a:pt x="6871" y="4240"/>
                  <a:pt x="7084" y="4256"/>
                  <a:pt x="7084" y="4256"/>
                </a:cubicBezTo>
                <a:cubicBezTo>
                  <a:pt x="7198" y="4769"/>
                  <a:pt x="7678" y="5575"/>
                  <a:pt x="7678" y="5575"/>
                </a:cubicBezTo>
                <a:cubicBezTo>
                  <a:pt x="7874" y="7831"/>
                  <a:pt x="5422" y="7766"/>
                  <a:pt x="4234" y="8474"/>
                </a:cubicBezTo>
                <a:cubicBezTo>
                  <a:pt x="3041" y="9182"/>
                  <a:pt x="3362" y="11215"/>
                  <a:pt x="3362" y="12888"/>
                </a:cubicBezTo>
                <a:cubicBezTo>
                  <a:pt x="3362" y="14566"/>
                  <a:pt x="2817" y="16081"/>
                  <a:pt x="2332" y="18173"/>
                </a:cubicBezTo>
                <a:cubicBezTo>
                  <a:pt x="1935" y="19901"/>
                  <a:pt x="1755" y="21137"/>
                  <a:pt x="1700" y="21524"/>
                </a:cubicBezTo>
                <a:cubicBezTo>
                  <a:pt x="1542" y="21552"/>
                  <a:pt x="1177" y="21677"/>
                  <a:pt x="774" y="22260"/>
                </a:cubicBezTo>
                <a:cubicBezTo>
                  <a:pt x="540" y="22603"/>
                  <a:pt x="469" y="22936"/>
                  <a:pt x="300" y="23110"/>
                </a:cubicBezTo>
                <a:cubicBezTo>
                  <a:pt x="205" y="23205"/>
                  <a:pt x="280" y="23371"/>
                  <a:pt x="441" y="23371"/>
                </a:cubicBezTo>
                <a:cubicBezTo>
                  <a:pt x="568" y="23371"/>
                  <a:pt x="749" y="23268"/>
                  <a:pt x="943" y="22946"/>
                </a:cubicBezTo>
                <a:lnTo>
                  <a:pt x="943" y="22946"/>
                </a:lnTo>
                <a:lnTo>
                  <a:pt x="147" y="24805"/>
                </a:lnTo>
                <a:cubicBezTo>
                  <a:pt x="147" y="24805"/>
                  <a:pt x="0" y="25077"/>
                  <a:pt x="235" y="25104"/>
                </a:cubicBezTo>
                <a:cubicBezTo>
                  <a:pt x="241" y="25105"/>
                  <a:pt x="247" y="25106"/>
                  <a:pt x="253" y="25106"/>
                </a:cubicBezTo>
                <a:cubicBezTo>
                  <a:pt x="599" y="25106"/>
                  <a:pt x="886" y="23786"/>
                  <a:pt x="1041" y="23786"/>
                </a:cubicBezTo>
                <a:cubicBezTo>
                  <a:pt x="1155" y="23786"/>
                  <a:pt x="404" y="25306"/>
                  <a:pt x="779" y="25431"/>
                </a:cubicBezTo>
                <a:cubicBezTo>
                  <a:pt x="793" y="25435"/>
                  <a:pt x="805" y="25437"/>
                  <a:pt x="818" y="25437"/>
                </a:cubicBezTo>
                <a:cubicBezTo>
                  <a:pt x="1182" y="25437"/>
                  <a:pt x="1437" y="23862"/>
                  <a:pt x="1519" y="23862"/>
                </a:cubicBezTo>
                <a:cubicBezTo>
                  <a:pt x="1519" y="23862"/>
                  <a:pt x="1520" y="23862"/>
                  <a:pt x="1521" y="23862"/>
                </a:cubicBezTo>
                <a:cubicBezTo>
                  <a:pt x="1613" y="23889"/>
                  <a:pt x="1085" y="25268"/>
                  <a:pt x="1384" y="25371"/>
                </a:cubicBezTo>
                <a:cubicBezTo>
                  <a:pt x="1399" y="25377"/>
                  <a:pt x="1414" y="25379"/>
                  <a:pt x="1428" y="25379"/>
                </a:cubicBezTo>
                <a:cubicBezTo>
                  <a:pt x="1774" y="25379"/>
                  <a:pt x="1780" y="23840"/>
                  <a:pt x="2005" y="23840"/>
                </a:cubicBezTo>
                <a:cubicBezTo>
                  <a:pt x="2007" y="23840"/>
                  <a:pt x="2009" y="23840"/>
                  <a:pt x="2011" y="23840"/>
                </a:cubicBezTo>
                <a:cubicBezTo>
                  <a:pt x="2060" y="23846"/>
                  <a:pt x="1695" y="25012"/>
                  <a:pt x="1956" y="25012"/>
                </a:cubicBezTo>
                <a:cubicBezTo>
                  <a:pt x="2213" y="25012"/>
                  <a:pt x="2218" y="24238"/>
                  <a:pt x="2463" y="23846"/>
                </a:cubicBezTo>
                <a:cubicBezTo>
                  <a:pt x="2698" y="23486"/>
                  <a:pt x="2997" y="22434"/>
                  <a:pt x="2845" y="21906"/>
                </a:cubicBezTo>
                <a:cubicBezTo>
                  <a:pt x="3281" y="20467"/>
                  <a:pt x="4354" y="17568"/>
                  <a:pt x="4616" y="16304"/>
                </a:cubicBezTo>
                <a:cubicBezTo>
                  <a:pt x="4904" y="14887"/>
                  <a:pt x="5389" y="12119"/>
                  <a:pt x="5389" y="12119"/>
                </a:cubicBezTo>
                <a:cubicBezTo>
                  <a:pt x="5842" y="13018"/>
                  <a:pt x="6098" y="17111"/>
                  <a:pt x="5711" y="18206"/>
                </a:cubicBezTo>
                <a:cubicBezTo>
                  <a:pt x="5324" y="19307"/>
                  <a:pt x="4419" y="21944"/>
                  <a:pt x="4806" y="24396"/>
                </a:cubicBezTo>
                <a:cubicBezTo>
                  <a:pt x="5193" y="26843"/>
                  <a:pt x="5515" y="30161"/>
                  <a:pt x="5389" y="33033"/>
                </a:cubicBezTo>
                <a:cubicBezTo>
                  <a:pt x="5259" y="35899"/>
                  <a:pt x="5744" y="39026"/>
                  <a:pt x="6130" y="41184"/>
                </a:cubicBezTo>
                <a:cubicBezTo>
                  <a:pt x="6517" y="43342"/>
                  <a:pt x="6065" y="43892"/>
                  <a:pt x="5776" y="44279"/>
                </a:cubicBezTo>
                <a:cubicBezTo>
                  <a:pt x="5487" y="44666"/>
                  <a:pt x="6065" y="44955"/>
                  <a:pt x="6065" y="44955"/>
                </a:cubicBezTo>
                <a:lnTo>
                  <a:pt x="7547" y="44955"/>
                </a:lnTo>
                <a:cubicBezTo>
                  <a:pt x="8092" y="44955"/>
                  <a:pt x="7934" y="44568"/>
                  <a:pt x="7743" y="43440"/>
                </a:cubicBezTo>
                <a:cubicBezTo>
                  <a:pt x="7547" y="42312"/>
                  <a:pt x="7356" y="41408"/>
                  <a:pt x="7580" y="39925"/>
                </a:cubicBezTo>
                <a:cubicBezTo>
                  <a:pt x="7874" y="38062"/>
                  <a:pt x="7972" y="36171"/>
                  <a:pt x="7869" y="34286"/>
                </a:cubicBezTo>
                <a:cubicBezTo>
                  <a:pt x="7743" y="32030"/>
                  <a:pt x="7771" y="31583"/>
                  <a:pt x="8190" y="29905"/>
                </a:cubicBezTo>
                <a:cubicBezTo>
                  <a:pt x="8566" y="28412"/>
                  <a:pt x="8860" y="24396"/>
                  <a:pt x="8920" y="23535"/>
                </a:cubicBezTo>
                <a:cubicBezTo>
                  <a:pt x="8980" y="24396"/>
                  <a:pt x="9280" y="28412"/>
                  <a:pt x="9650" y="29905"/>
                </a:cubicBezTo>
                <a:cubicBezTo>
                  <a:pt x="10070" y="31583"/>
                  <a:pt x="10103" y="32030"/>
                  <a:pt x="9972" y="34286"/>
                </a:cubicBezTo>
                <a:cubicBezTo>
                  <a:pt x="9874" y="36171"/>
                  <a:pt x="9966" y="38062"/>
                  <a:pt x="10266" y="39925"/>
                </a:cubicBezTo>
                <a:cubicBezTo>
                  <a:pt x="10490" y="41408"/>
                  <a:pt x="10293" y="42312"/>
                  <a:pt x="10103" y="43440"/>
                </a:cubicBezTo>
                <a:cubicBezTo>
                  <a:pt x="9907" y="44568"/>
                  <a:pt x="9749" y="44955"/>
                  <a:pt x="10293" y="44955"/>
                </a:cubicBezTo>
                <a:lnTo>
                  <a:pt x="11776" y="44955"/>
                </a:lnTo>
                <a:cubicBezTo>
                  <a:pt x="11776" y="44955"/>
                  <a:pt x="12359" y="44666"/>
                  <a:pt x="12070" y="44279"/>
                </a:cubicBezTo>
                <a:cubicBezTo>
                  <a:pt x="11776" y="43892"/>
                  <a:pt x="11329" y="43342"/>
                  <a:pt x="11716" y="41184"/>
                </a:cubicBezTo>
                <a:cubicBezTo>
                  <a:pt x="12102" y="39026"/>
                  <a:pt x="12582" y="35899"/>
                  <a:pt x="12457" y="33033"/>
                </a:cubicBezTo>
                <a:cubicBezTo>
                  <a:pt x="12326" y="30166"/>
                  <a:pt x="12653" y="26848"/>
                  <a:pt x="13034" y="24396"/>
                </a:cubicBezTo>
                <a:cubicBezTo>
                  <a:pt x="13421" y="21944"/>
                  <a:pt x="12522" y="19301"/>
                  <a:pt x="12135" y="18206"/>
                </a:cubicBezTo>
                <a:cubicBezTo>
                  <a:pt x="11748" y="17111"/>
                  <a:pt x="12004" y="13018"/>
                  <a:pt x="12457" y="12119"/>
                </a:cubicBezTo>
                <a:cubicBezTo>
                  <a:pt x="12457" y="12119"/>
                  <a:pt x="12936" y="14887"/>
                  <a:pt x="13230" y="16304"/>
                </a:cubicBezTo>
                <a:cubicBezTo>
                  <a:pt x="13487" y="17568"/>
                  <a:pt x="14560" y="20462"/>
                  <a:pt x="15001" y="21900"/>
                </a:cubicBezTo>
                <a:cubicBezTo>
                  <a:pt x="14843" y="22434"/>
                  <a:pt x="15148" y="23480"/>
                  <a:pt x="15377" y="23846"/>
                </a:cubicBezTo>
                <a:cubicBezTo>
                  <a:pt x="15623" y="24238"/>
                  <a:pt x="15628" y="25006"/>
                  <a:pt x="15890" y="25006"/>
                </a:cubicBezTo>
                <a:cubicBezTo>
                  <a:pt x="16146" y="25006"/>
                  <a:pt x="15781" y="23846"/>
                  <a:pt x="15835" y="23840"/>
                </a:cubicBezTo>
                <a:cubicBezTo>
                  <a:pt x="15837" y="23840"/>
                  <a:pt x="15839" y="23840"/>
                  <a:pt x="15841" y="23840"/>
                </a:cubicBezTo>
                <a:cubicBezTo>
                  <a:pt x="16060" y="23840"/>
                  <a:pt x="16072" y="25379"/>
                  <a:pt x="16418" y="25379"/>
                </a:cubicBezTo>
                <a:cubicBezTo>
                  <a:pt x="16432" y="25379"/>
                  <a:pt x="16447" y="25377"/>
                  <a:pt x="16462" y="25371"/>
                </a:cubicBezTo>
                <a:cubicBezTo>
                  <a:pt x="16756" y="25268"/>
                  <a:pt x="16227" y="23889"/>
                  <a:pt x="16320" y="23862"/>
                </a:cubicBezTo>
                <a:cubicBezTo>
                  <a:pt x="16321" y="23862"/>
                  <a:pt x="16321" y="23862"/>
                  <a:pt x="16322" y="23862"/>
                </a:cubicBezTo>
                <a:cubicBezTo>
                  <a:pt x="16413" y="23862"/>
                  <a:pt x="16659" y="25432"/>
                  <a:pt x="17021" y="25432"/>
                </a:cubicBezTo>
                <a:cubicBezTo>
                  <a:pt x="17034" y="25432"/>
                  <a:pt x="17047" y="25430"/>
                  <a:pt x="17061" y="25426"/>
                </a:cubicBezTo>
                <a:cubicBezTo>
                  <a:pt x="17437" y="25306"/>
                  <a:pt x="16685" y="23786"/>
                  <a:pt x="16805" y="23786"/>
                </a:cubicBezTo>
                <a:cubicBezTo>
                  <a:pt x="16955" y="23786"/>
                  <a:pt x="17247" y="25106"/>
                  <a:pt x="17588" y="25106"/>
                </a:cubicBezTo>
                <a:cubicBezTo>
                  <a:pt x="17594" y="25106"/>
                  <a:pt x="17600" y="25105"/>
                  <a:pt x="17606" y="25104"/>
                </a:cubicBezTo>
                <a:cubicBezTo>
                  <a:pt x="17846" y="25077"/>
                  <a:pt x="17699" y="24805"/>
                  <a:pt x="17699" y="24805"/>
                </a:cubicBezTo>
                <a:lnTo>
                  <a:pt x="16908" y="22946"/>
                </a:lnTo>
                <a:lnTo>
                  <a:pt x="16908" y="22946"/>
                </a:lnTo>
                <a:cubicBezTo>
                  <a:pt x="17100" y="23268"/>
                  <a:pt x="17281" y="23371"/>
                  <a:pt x="17408" y="23371"/>
                </a:cubicBezTo>
                <a:cubicBezTo>
                  <a:pt x="17570" y="23371"/>
                  <a:pt x="17646" y="23205"/>
                  <a:pt x="17551" y="23110"/>
                </a:cubicBezTo>
                <a:cubicBezTo>
                  <a:pt x="17383" y="22936"/>
                  <a:pt x="17306" y="22598"/>
                  <a:pt x="17072" y="22260"/>
                </a:cubicBezTo>
                <a:cubicBezTo>
                  <a:pt x="16669" y="21677"/>
                  <a:pt x="16309" y="21552"/>
                  <a:pt x="16146" y="21524"/>
                </a:cubicBezTo>
                <a:cubicBezTo>
                  <a:pt x="16097" y="21137"/>
                  <a:pt x="15917" y="19901"/>
                  <a:pt x="15519" y="18173"/>
                </a:cubicBezTo>
                <a:cubicBezTo>
                  <a:pt x="15034" y="16081"/>
                  <a:pt x="14489" y="14566"/>
                  <a:pt x="14489" y="12888"/>
                </a:cubicBezTo>
                <a:cubicBezTo>
                  <a:pt x="14489" y="11215"/>
                  <a:pt x="14811" y="9182"/>
                  <a:pt x="13617" y="8474"/>
                </a:cubicBezTo>
                <a:cubicBezTo>
                  <a:pt x="12424" y="7766"/>
                  <a:pt x="9977" y="7831"/>
                  <a:pt x="10168" y="5575"/>
                </a:cubicBezTo>
                <a:cubicBezTo>
                  <a:pt x="10168" y="5575"/>
                  <a:pt x="10653" y="4769"/>
                  <a:pt x="10767" y="4256"/>
                </a:cubicBezTo>
                <a:cubicBezTo>
                  <a:pt x="10767" y="4256"/>
                  <a:pt x="10975" y="4240"/>
                  <a:pt x="11007" y="3897"/>
                </a:cubicBezTo>
                <a:cubicBezTo>
                  <a:pt x="11040" y="3559"/>
                  <a:pt x="11378" y="2916"/>
                  <a:pt x="10942" y="2693"/>
                </a:cubicBezTo>
                <a:cubicBezTo>
                  <a:pt x="10942" y="2693"/>
                  <a:pt x="11487" y="17"/>
                  <a:pt x="8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34" name="Google Shape;934;p44"/>
          <p:cNvCxnSpPr>
            <a:stCxn id="925" idx="3"/>
          </p:cNvCxnSpPr>
          <p:nvPr/>
        </p:nvCxnSpPr>
        <p:spPr>
          <a:xfrm>
            <a:off x="3258375" y="1803750"/>
            <a:ext cx="1267800" cy="239400"/>
          </a:xfrm>
          <a:prstGeom prst="bentConnector3">
            <a:avLst>
              <a:gd name="adj1" fmla="val 50000"/>
            </a:avLst>
          </a:prstGeom>
          <a:noFill/>
          <a:ln w="19050" cap="flat" cmpd="sng">
            <a:solidFill>
              <a:schemeClr val="dk2"/>
            </a:solidFill>
            <a:prstDash val="solid"/>
            <a:round/>
            <a:headEnd type="oval" w="med" len="med"/>
            <a:tailEnd type="oval" w="med" len="med"/>
          </a:ln>
        </p:spPr>
      </p:cxnSp>
      <p:cxnSp>
        <p:nvCxnSpPr>
          <p:cNvPr id="935" name="Google Shape;935;p44"/>
          <p:cNvCxnSpPr>
            <a:stCxn id="927" idx="3"/>
          </p:cNvCxnSpPr>
          <p:nvPr/>
        </p:nvCxnSpPr>
        <p:spPr>
          <a:xfrm rot="10800000" flipH="1">
            <a:off x="3258401" y="2138100"/>
            <a:ext cx="1324500" cy="1021800"/>
          </a:xfrm>
          <a:prstGeom prst="bentConnector3">
            <a:avLst>
              <a:gd name="adj1" fmla="val 50000"/>
            </a:avLst>
          </a:prstGeom>
          <a:noFill/>
          <a:ln w="19050" cap="flat" cmpd="sng">
            <a:solidFill>
              <a:schemeClr val="dk2"/>
            </a:solidFill>
            <a:prstDash val="solid"/>
            <a:round/>
            <a:headEnd type="oval" w="med" len="med"/>
            <a:tailEnd type="oval" w="med" len="med"/>
          </a:ln>
        </p:spPr>
      </p:cxnSp>
      <p:cxnSp>
        <p:nvCxnSpPr>
          <p:cNvPr id="936" name="Google Shape;936;p44"/>
          <p:cNvCxnSpPr>
            <a:stCxn id="931" idx="1"/>
          </p:cNvCxnSpPr>
          <p:nvPr/>
        </p:nvCxnSpPr>
        <p:spPr>
          <a:xfrm rot="10800000">
            <a:off x="4626075" y="1993500"/>
            <a:ext cx="1284600" cy="1166400"/>
          </a:xfrm>
          <a:prstGeom prst="bentConnector3">
            <a:avLst>
              <a:gd name="adj1" fmla="val 50000"/>
            </a:avLst>
          </a:prstGeom>
          <a:noFill/>
          <a:ln w="19050" cap="flat" cmpd="sng">
            <a:solidFill>
              <a:schemeClr val="dk2"/>
            </a:solidFill>
            <a:prstDash val="solid"/>
            <a:round/>
            <a:headEnd type="oval" w="med" len="med"/>
            <a:tailEnd type="oval" w="med" len="med"/>
          </a:ln>
        </p:spPr>
      </p:cxnSp>
      <p:cxnSp>
        <p:nvCxnSpPr>
          <p:cNvPr id="937" name="Google Shape;937;p44"/>
          <p:cNvCxnSpPr>
            <a:stCxn id="929" idx="1"/>
          </p:cNvCxnSpPr>
          <p:nvPr/>
        </p:nvCxnSpPr>
        <p:spPr>
          <a:xfrm rot="10800000">
            <a:off x="4646800" y="1716738"/>
            <a:ext cx="1263900" cy="87000"/>
          </a:xfrm>
          <a:prstGeom prst="bentConnector3">
            <a:avLst>
              <a:gd name="adj1" fmla="val 50000"/>
            </a:avLst>
          </a:prstGeom>
          <a:noFill/>
          <a:ln w="19050" cap="flat" cmpd="sng">
            <a:solidFill>
              <a:schemeClr val="dk2"/>
            </a:solidFill>
            <a:prstDash val="solid"/>
            <a:round/>
            <a:headEnd type="oval" w="med" len="med"/>
            <a:tailEnd type="oval"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45"/>
          <p:cNvSpPr/>
          <p:nvPr/>
        </p:nvSpPr>
        <p:spPr>
          <a:xfrm>
            <a:off x="4487825" y="1308400"/>
            <a:ext cx="1120800" cy="1120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5"/>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680A00"/>
                </a:solidFill>
              </a:rPr>
              <a:t>Risk factors</a:t>
            </a:r>
            <a:endParaRPr>
              <a:solidFill>
                <a:srgbClr val="680A00"/>
              </a:solidFill>
            </a:endParaRPr>
          </a:p>
        </p:txBody>
      </p:sp>
      <p:sp>
        <p:nvSpPr>
          <p:cNvPr id="944" name="Google Shape;944;p45"/>
          <p:cNvSpPr txBox="1">
            <a:spLocks noGrp="1"/>
          </p:cNvSpPr>
          <p:nvPr>
            <p:ph type="title" idx="4294967295"/>
          </p:nvPr>
        </p:nvSpPr>
        <p:spPr>
          <a:xfrm>
            <a:off x="3964927" y="3293675"/>
            <a:ext cx="2166600" cy="527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People with narrowed arteries</a:t>
            </a:r>
            <a:endParaRPr sz="1700"/>
          </a:p>
        </p:txBody>
      </p:sp>
      <p:sp>
        <p:nvSpPr>
          <p:cNvPr id="945" name="Google Shape;945;p45"/>
          <p:cNvSpPr txBox="1">
            <a:spLocks noGrp="1"/>
          </p:cNvSpPr>
          <p:nvPr>
            <p:ph type="subTitle" idx="4294967295"/>
          </p:nvPr>
        </p:nvSpPr>
        <p:spPr>
          <a:xfrm>
            <a:off x="3964925" y="3818350"/>
            <a:ext cx="2166600" cy="4848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1200"/>
              </a:spcAft>
              <a:buNone/>
            </a:pPr>
            <a:r>
              <a:rPr lang="en" sz="1400">
                <a:solidFill>
                  <a:schemeClr val="dk1"/>
                </a:solidFill>
              </a:rPr>
              <a:t>Jupiter is the biggest planet of them all</a:t>
            </a:r>
            <a:endParaRPr sz="1400">
              <a:solidFill>
                <a:schemeClr val="dk1"/>
              </a:solidFill>
            </a:endParaRPr>
          </a:p>
        </p:txBody>
      </p:sp>
      <p:sp>
        <p:nvSpPr>
          <p:cNvPr id="946" name="Google Shape;946;p45"/>
          <p:cNvSpPr txBox="1"/>
          <p:nvPr/>
        </p:nvSpPr>
        <p:spPr>
          <a:xfrm>
            <a:off x="617225" y="3796900"/>
            <a:ext cx="33477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Karla"/>
                <a:ea typeface="Karla"/>
                <a:cs typeface="Karla"/>
                <a:sym typeface="Karla"/>
              </a:rPr>
              <a:t>Follow the link in the graph to modify its data and then paste the new one here. </a:t>
            </a:r>
            <a:r>
              <a:rPr lang="en" sz="1000">
                <a:solidFill>
                  <a:schemeClr val="dk1"/>
                </a:solidFill>
                <a:uFill>
                  <a:noFill/>
                </a:uFill>
                <a:latin typeface="Karla"/>
                <a:ea typeface="Karla"/>
                <a:cs typeface="Karla"/>
                <a:sym typeface="Karl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a:t>
            </a:r>
            <a:r>
              <a:rPr lang="en" sz="1000" b="1">
                <a:solidFill>
                  <a:schemeClr val="dk1"/>
                </a:solidFill>
                <a:uFill>
                  <a:noFill/>
                </a:uFill>
                <a:latin typeface="Karla"/>
                <a:ea typeface="Karla"/>
                <a:cs typeface="Karla"/>
                <a:sym typeface="Karl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click here</a:t>
            </a:r>
            <a:endParaRPr sz="1000" b="1">
              <a:solidFill>
                <a:schemeClr val="dk1"/>
              </a:solidFill>
              <a:latin typeface="Karla"/>
              <a:ea typeface="Karla"/>
              <a:cs typeface="Karla"/>
              <a:sym typeface="Karla"/>
            </a:endParaRPr>
          </a:p>
        </p:txBody>
      </p:sp>
      <p:sp>
        <p:nvSpPr>
          <p:cNvPr id="947" name="Google Shape;947;p45"/>
          <p:cNvSpPr txBox="1">
            <a:spLocks noGrp="1"/>
          </p:cNvSpPr>
          <p:nvPr>
            <p:ph type="title" idx="4294967295"/>
          </p:nvPr>
        </p:nvSpPr>
        <p:spPr>
          <a:xfrm>
            <a:off x="3964925" y="2765975"/>
            <a:ext cx="2166600" cy="527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rPr>
              <a:t>70%</a:t>
            </a:r>
            <a:endParaRPr>
              <a:solidFill>
                <a:schemeClr val="lt2"/>
              </a:solidFill>
            </a:endParaRPr>
          </a:p>
        </p:txBody>
      </p:sp>
      <p:sp>
        <p:nvSpPr>
          <p:cNvPr id="948" name="Google Shape;948;p45"/>
          <p:cNvSpPr/>
          <p:nvPr/>
        </p:nvSpPr>
        <p:spPr>
          <a:xfrm>
            <a:off x="4337975" y="1158550"/>
            <a:ext cx="1420500" cy="1420500"/>
          </a:xfrm>
          <a:prstGeom prst="pie">
            <a:avLst>
              <a:gd name="adj1" fmla="val 16103200"/>
              <a:gd name="adj2" fmla="val 884129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5"/>
          <p:cNvSpPr/>
          <p:nvPr/>
        </p:nvSpPr>
        <p:spPr>
          <a:xfrm>
            <a:off x="6654425" y="1308400"/>
            <a:ext cx="1120800" cy="1120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5"/>
          <p:cNvSpPr txBox="1">
            <a:spLocks noGrp="1"/>
          </p:cNvSpPr>
          <p:nvPr>
            <p:ph type="title" idx="4294967295"/>
          </p:nvPr>
        </p:nvSpPr>
        <p:spPr>
          <a:xfrm>
            <a:off x="6131527" y="3293675"/>
            <a:ext cx="2166600" cy="527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Abnormal heart valves or others</a:t>
            </a:r>
            <a:endParaRPr sz="1700"/>
          </a:p>
        </p:txBody>
      </p:sp>
      <p:sp>
        <p:nvSpPr>
          <p:cNvPr id="951" name="Google Shape;951;p45"/>
          <p:cNvSpPr txBox="1">
            <a:spLocks noGrp="1"/>
          </p:cNvSpPr>
          <p:nvPr>
            <p:ph type="subTitle" idx="4294967295"/>
          </p:nvPr>
        </p:nvSpPr>
        <p:spPr>
          <a:xfrm>
            <a:off x="6131525" y="3818350"/>
            <a:ext cx="2166600" cy="4848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1200"/>
              </a:spcAft>
              <a:buNone/>
            </a:pPr>
            <a:r>
              <a:rPr lang="en" sz="1400"/>
              <a:t>Mercury is the smallest planet of them all</a:t>
            </a:r>
            <a:endParaRPr sz="1400"/>
          </a:p>
        </p:txBody>
      </p:sp>
      <p:sp>
        <p:nvSpPr>
          <p:cNvPr id="952" name="Google Shape;952;p45"/>
          <p:cNvSpPr txBox="1">
            <a:spLocks noGrp="1"/>
          </p:cNvSpPr>
          <p:nvPr>
            <p:ph type="title" idx="4294967295"/>
          </p:nvPr>
        </p:nvSpPr>
        <p:spPr>
          <a:xfrm>
            <a:off x="6131525" y="2765975"/>
            <a:ext cx="2166600" cy="527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30%</a:t>
            </a:r>
            <a:endParaRPr>
              <a:solidFill>
                <a:schemeClr val="accent1"/>
              </a:solidFill>
            </a:endParaRPr>
          </a:p>
        </p:txBody>
      </p:sp>
      <p:sp>
        <p:nvSpPr>
          <p:cNvPr id="953" name="Google Shape;953;p45"/>
          <p:cNvSpPr/>
          <p:nvPr/>
        </p:nvSpPr>
        <p:spPr>
          <a:xfrm>
            <a:off x="6504575" y="1158550"/>
            <a:ext cx="1420500" cy="1420500"/>
          </a:xfrm>
          <a:prstGeom prst="pie">
            <a:avLst>
              <a:gd name="adj1" fmla="val 16103200"/>
              <a:gd name="adj2" fmla="val 1703808"/>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5"/>
          <p:cNvSpPr txBox="1">
            <a:spLocks noGrp="1"/>
          </p:cNvSpPr>
          <p:nvPr>
            <p:ph type="subTitle" idx="4294967295"/>
          </p:nvPr>
        </p:nvSpPr>
        <p:spPr>
          <a:xfrm>
            <a:off x="1174940" y="3585775"/>
            <a:ext cx="606000" cy="2313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sz="1200"/>
              <a:t>2010</a:t>
            </a:r>
            <a:endParaRPr sz="1200">
              <a:solidFill>
                <a:schemeClr val="dk1"/>
              </a:solidFill>
            </a:endParaRPr>
          </a:p>
        </p:txBody>
      </p:sp>
      <p:sp>
        <p:nvSpPr>
          <p:cNvPr id="955" name="Google Shape;955;p45"/>
          <p:cNvSpPr txBox="1">
            <a:spLocks noGrp="1"/>
          </p:cNvSpPr>
          <p:nvPr>
            <p:ph type="subTitle" idx="4294967295"/>
          </p:nvPr>
        </p:nvSpPr>
        <p:spPr>
          <a:xfrm>
            <a:off x="2048280" y="3585775"/>
            <a:ext cx="606000" cy="2313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sz="1200"/>
              <a:t>2015</a:t>
            </a:r>
            <a:endParaRPr sz="1200">
              <a:solidFill>
                <a:schemeClr val="dk1"/>
              </a:solidFill>
            </a:endParaRPr>
          </a:p>
        </p:txBody>
      </p:sp>
      <p:sp>
        <p:nvSpPr>
          <p:cNvPr id="956" name="Google Shape;956;p45"/>
          <p:cNvSpPr txBox="1">
            <a:spLocks noGrp="1"/>
          </p:cNvSpPr>
          <p:nvPr>
            <p:ph type="subTitle" idx="4294967295"/>
          </p:nvPr>
        </p:nvSpPr>
        <p:spPr>
          <a:xfrm>
            <a:off x="2914659" y="3585775"/>
            <a:ext cx="606000" cy="2313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sz="1200"/>
              <a:t>2022</a:t>
            </a:r>
            <a:endParaRPr sz="1200">
              <a:solidFill>
                <a:schemeClr val="dk1"/>
              </a:solidFill>
            </a:endParaRPr>
          </a:p>
        </p:txBody>
      </p:sp>
      <p:sp>
        <p:nvSpPr>
          <p:cNvPr id="957" name="Google Shape;957;p45"/>
          <p:cNvSpPr txBox="1">
            <a:spLocks noGrp="1"/>
          </p:cNvSpPr>
          <p:nvPr>
            <p:ph type="subTitle" idx="4294967295"/>
          </p:nvPr>
        </p:nvSpPr>
        <p:spPr>
          <a:xfrm>
            <a:off x="893213" y="1520741"/>
            <a:ext cx="1538100" cy="2313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1200"/>
              <a:t>Heart attack</a:t>
            </a:r>
            <a:endParaRPr sz="1200">
              <a:solidFill>
                <a:schemeClr val="dk1"/>
              </a:solidFill>
            </a:endParaRPr>
          </a:p>
        </p:txBody>
      </p:sp>
      <p:sp>
        <p:nvSpPr>
          <p:cNvPr id="958" name="Google Shape;958;p45"/>
          <p:cNvSpPr txBox="1">
            <a:spLocks noGrp="1"/>
          </p:cNvSpPr>
          <p:nvPr>
            <p:ph type="subTitle" idx="4294967295"/>
          </p:nvPr>
        </p:nvSpPr>
        <p:spPr>
          <a:xfrm>
            <a:off x="2554250" y="1520741"/>
            <a:ext cx="1538100" cy="2313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1200"/>
              <a:t>Heart failure</a:t>
            </a:r>
            <a:endParaRPr sz="1200">
              <a:solidFill>
                <a:schemeClr val="dk1"/>
              </a:solidFill>
            </a:endParaRPr>
          </a:p>
        </p:txBody>
      </p:sp>
      <p:sp>
        <p:nvSpPr>
          <p:cNvPr id="959" name="Google Shape;959;p45"/>
          <p:cNvSpPr/>
          <p:nvPr/>
        </p:nvSpPr>
        <p:spPr>
          <a:xfrm>
            <a:off x="805150" y="1653191"/>
            <a:ext cx="118800" cy="118800"/>
          </a:xfrm>
          <a:prstGeom prst="ellipse">
            <a:avLst/>
          </a:prstGeom>
          <a:solidFill>
            <a:srgbClr val="010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5"/>
          <p:cNvSpPr/>
          <p:nvPr/>
        </p:nvSpPr>
        <p:spPr>
          <a:xfrm>
            <a:off x="2468250" y="1576991"/>
            <a:ext cx="118800" cy="118800"/>
          </a:xfrm>
          <a:prstGeom prst="ellipse">
            <a:avLst/>
          </a:pr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5"/>
          <p:cNvSpPr txBox="1">
            <a:spLocks noGrp="1"/>
          </p:cNvSpPr>
          <p:nvPr>
            <p:ph type="title" idx="4294967295"/>
          </p:nvPr>
        </p:nvSpPr>
        <p:spPr>
          <a:xfrm>
            <a:off x="715030" y="1098763"/>
            <a:ext cx="3532800" cy="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Causes of arrhythmia</a:t>
            </a:r>
            <a:endParaRPr sz="1700"/>
          </a:p>
        </p:txBody>
      </p:sp>
      <p:pic>
        <p:nvPicPr>
          <p:cNvPr id="962" name="Google Shape;962;p45" title="Chart">
            <a:hlinkClick r:id="rId4"/>
          </p:cNvPr>
          <p:cNvPicPr preferRelativeResize="0"/>
          <p:nvPr/>
        </p:nvPicPr>
        <p:blipFill>
          <a:blip r:embed="rId5">
            <a:alphaModFix/>
          </a:blip>
          <a:stretch>
            <a:fillRect/>
          </a:stretch>
        </p:blipFill>
        <p:spPr>
          <a:xfrm>
            <a:off x="733125" y="1761125"/>
            <a:ext cx="3115900" cy="19270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48"/>
          <p:cNvSpPr txBox="1">
            <a:spLocks noGrp="1"/>
          </p:cNvSpPr>
          <p:nvPr>
            <p:ph type="title"/>
          </p:nvPr>
        </p:nvSpPr>
        <p:spPr>
          <a:xfrm>
            <a:off x="1658250" y="3010050"/>
            <a:ext cx="5827200" cy="53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—Someone Famous</a:t>
            </a:r>
            <a:endParaRPr/>
          </a:p>
        </p:txBody>
      </p:sp>
      <p:sp>
        <p:nvSpPr>
          <p:cNvPr id="984" name="Google Shape;984;p48"/>
          <p:cNvSpPr txBox="1">
            <a:spLocks noGrp="1"/>
          </p:cNvSpPr>
          <p:nvPr>
            <p:ph type="subTitle" idx="1"/>
          </p:nvPr>
        </p:nvSpPr>
        <p:spPr>
          <a:xfrm>
            <a:off x="1658400" y="1601550"/>
            <a:ext cx="5827200" cy="14085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“This is a quote. Words full of wisdom that someone important said and can make the  reader get inspired.”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p49"/>
          <p:cNvSpPr txBox="1">
            <a:spLocks noGrp="1"/>
          </p:cNvSpPr>
          <p:nvPr>
            <p:ph type="title" idx="15"/>
          </p:nvPr>
        </p:nvSpPr>
        <p:spPr>
          <a:xfrm>
            <a:off x="732300" y="445025"/>
            <a:ext cx="767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Diagnosis</a:t>
            </a:r>
            <a:endParaRPr/>
          </a:p>
        </p:txBody>
      </p:sp>
      <p:sp>
        <p:nvSpPr>
          <p:cNvPr id="990" name="Google Shape;990;p49"/>
          <p:cNvSpPr txBox="1">
            <a:spLocks noGrp="1"/>
          </p:cNvSpPr>
          <p:nvPr>
            <p:ph type="subTitle" idx="5"/>
          </p:nvPr>
        </p:nvSpPr>
        <p:spPr>
          <a:xfrm>
            <a:off x="719963" y="3759200"/>
            <a:ext cx="2305500" cy="527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Jupiter is the biggest planet of them all</a:t>
            </a:r>
            <a:endParaRPr/>
          </a:p>
        </p:txBody>
      </p:sp>
      <p:sp>
        <p:nvSpPr>
          <p:cNvPr id="991" name="Google Shape;991;p49"/>
          <p:cNvSpPr txBox="1">
            <a:spLocks noGrp="1"/>
          </p:cNvSpPr>
          <p:nvPr>
            <p:ph type="title"/>
          </p:nvPr>
        </p:nvSpPr>
        <p:spPr>
          <a:xfrm>
            <a:off x="719975" y="1747700"/>
            <a:ext cx="2305500" cy="38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a:t>
            </a:r>
            <a:endParaRPr/>
          </a:p>
        </p:txBody>
      </p:sp>
      <p:sp>
        <p:nvSpPr>
          <p:cNvPr id="992" name="Google Shape;992;p49"/>
          <p:cNvSpPr txBox="1">
            <a:spLocks noGrp="1"/>
          </p:cNvSpPr>
          <p:nvPr>
            <p:ph type="subTitle" idx="1"/>
          </p:nvPr>
        </p:nvSpPr>
        <p:spPr>
          <a:xfrm>
            <a:off x="719975" y="2137102"/>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Mercury is the smallest planet of them all</a:t>
            </a:r>
            <a:endParaRPr/>
          </a:p>
        </p:txBody>
      </p:sp>
      <p:sp>
        <p:nvSpPr>
          <p:cNvPr id="993" name="Google Shape;993;p49"/>
          <p:cNvSpPr txBox="1">
            <a:spLocks noGrp="1"/>
          </p:cNvSpPr>
          <p:nvPr>
            <p:ph type="title" idx="2"/>
          </p:nvPr>
        </p:nvSpPr>
        <p:spPr>
          <a:xfrm>
            <a:off x="3419246" y="1747700"/>
            <a:ext cx="2305500" cy="38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a:t>
            </a:r>
            <a:endParaRPr/>
          </a:p>
        </p:txBody>
      </p:sp>
      <p:sp>
        <p:nvSpPr>
          <p:cNvPr id="994" name="Google Shape;994;p49"/>
          <p:cNvSpPr txBox="1">
            <a:spLocks noGrp="1"/>
          </p:cNvSpPr>
          <p:nvPr>
            <p:ph type="subTitle" idx="3"/>
          </p:nvPr>
        </p:nvSpPr>
        <p:spPr>
          <a:xfrm>
            <a:off x="3419246" y="2137102"/>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Venus is the second planet from the Sun</a:t>
            </a:r>
            <a:endParaRPr/>
          </a:p>
        </p:txBody>
      </p:sp>
      <p:sp>
        <p:nvSpPr>
          <p:cNvPr id="995" name="Google Shape;995;p49"/>
          <p:cNvSpPr txBox="1">
            <a:spLocks noGrp="1"/>
          </p:cNvSpPr>
          <p:nvPr>
            <p:ph type="title" idx="4"/>
          </p:nvPr>
        </p:nvSpPr>
        <p:spPr>
          <a:xfrm>
            <a:off x="719975" y="3333500"/>
            <a:ext cx="2305500" cy="42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a:t>
            </a:r>
            <a:endParaRPr/>
          </a:p>
        </p:txBody>
      </p:sp>
      <p:sp>
        <p:nvSpPr>
          <p:cNvPr id="996" name="Google Shape;996;p49"/>
          <p:cNvSpPr txBox="1">
            <a:spLocks noGrp="1"/>
          </p:cNvSpPr>
          <p:nvPr>
            <p:ph type="title" idx="6"/>
          </p:nvPr>
        </p:nvSpPr>
        <p:spPr>
          <a:xfrm>
            <a:off x="3419246" y="3333500"/>
            <a:ext cx="2305500" cy="42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a:t>
            </a:r>
            <a:endParaRPr/>
          </a:p>
        </p:txBody>
      </p:sp>
      <p:sp>
        <p:nvSpPr>
          <p:cNvPr id="997" name="Google Shape;997;p49"/>
          <p:cNvSpPr txBox="1">
            <a:spLocks noGrp="1"/>
          </p:cNvSpPr>
          <p:nvPr>
            <p:ph type="subTitle" idx="7"/>
          </p:nvPr>
        </p:nvSpPr>
        <p:spPr>
          <a:xfrm>
            <a:off x="3419233" y="3759200"/>
            <a:ext cx="2305500" cy="527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Saturn is the only planet with rings</a:t>
            </a:r>
            <a:endParaRPr/>
          </a:p>
        </p:txBody>
      </p:sp>
      <p:sp>
        <p:nvSpPr>
          <p:cNvPr id="998" name="Google Shape;998;p49"/>
          <p:cNvSpPr txBox="1">
            <a:spLocks noGrp="1"/>
          </p:cNvSpPr>
          <p:nvPr>
            <p:ph type="title" idx="8"/>
          </p:nvPr>
        </p:nvSpPr>
        <p:spPr>
          <a:xfrm>
            <a:off x="6118524" y="1747700"/>
            <a:ext cx="2305500" cy="38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a:t>
            </a:r>
            <a:endParaRPr/>
          </a:p>
        </p:txBody>
      </p:sp>
      <p:sp>
        <p:nvSpPr>
          <p:cNvPr id="999" name="Google Shape;999;p49"/>
          <p:cNvSpPr txBox="1">
            <a:spLocks noGrp="1"/>
          </p:cNvSpPr>
          <p:nvPr>
            <p:ph type="subTitle" idx="9"/>
          </p:nvPr>
        </p:nvSpPr>
        <p:spPr>
          <a:xfrm>
            <a:off x="6118524" y="2137102"/>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Mars is actually a very cold place</a:t>
            </a:r>
            <a:endParaRPr/>
          </a:p>
        </p:txBody>
      </p:sp>
      <p:sp>
        <p:nvSpPr>
          <p:cNvPr id="1000" name="Google Shape;1000;p49"/>
          <p:cNvSpPr txBox="1">
            <a:spLocks noGrp="1"/>
          </p:cNvSpPr>
          <p:nvPr>
            <p:ph type="title" idx="13"/>
          </p:nvPr>
        </p:nvSpPr>
        <p:spPr>
          <a:xfrm>
            <a:off x="6118524" y="3333500"/>
            <a:ext cx="2305500" cy="42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a:t>
            </a:r>
            <a:endParaRPr/>
          </a:p>
        </p:txBody>
      </p:sp>
      <p:sp>
        <p:nvSpPr>
          <p:cNvPr id="1001" name="Google Shape;1001;p49"/>
          <p:cNvSpPr txBox="1">
            <a:spLocks noGrp="1"/>
          </p:cNvSpPr>
          <p:nvPr>
            <p:ph type="subTitle" idx="14"/>
          </p:nvPr>
        </p:nvSpPr>
        <p:spPr>
          <a:xfrm>
            <a:off x="6118511" y="3759200"/>
            <a:ext cx="2305500" cy="527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It’s the farthest planet from the Sun</a:t>
            </a:r>
            <a:endParaRPr/>
          </a:p>
        </p:txBody>
      </p:sp>
      <p:grpSp>
        <p:nvGrpSpPr>
          <p:cNvPr id="1002" name="Google Shape;1002;p49"/>
          <p:cNvGrpSpPr/>
          <p:nvPr/>
        </p:nvGrpSpPr>
        <p:grpSpPr>
          <a:xfrm>
            <a:off x="4447247" y="1332062"/>
            <a:ext cx="249496" cy="358850"/>
            <a:chOff x="7181597" y="2711962"/>
            <a:chExt cx="249496" cy="358850"/>
          </a:xfrm>
        </p:grpSpPr>
        <p:sp>
          <p:nvSpPr>
            <p:cNvPr id="1003" name="Google Shape;1003;p49"/>
            <p:cNvSpPr/>
            <p:nvPr/>
          </p:nvSpPr>
          <p:spPr>
            <a:xfrm>
              <a:off x="7181597" y="2711962"/>
              <a:ext cx="249496" cy="358850"/>
            </a:xfrm>
            <a:custGeom>
              <a:avLst/>
              <a:gdLst/>
              <a:ahLst/>
              <a:cxnLst/>
              <a:rect l="l" t="t" r="r" b="b"/>
              <a:pathLst>
                <a:path w="7431" h="10688" extrusionOk="0">
                  <a:moveTo>
                    <a:pt x="7276" y="6877"/>
                  </a:moveTo>
                  <a:cubicBezTo>
                    <a:pt x="7272" y="6877"/>
                    <a:pt x="7268" y="6877"/>
                    <a:pt x="7264" y="6877"/>
                  </a:cubicBezTo>
                  <a:lnTo>
                    <a:pt x="7288" y="6877"/>
                  </a:lnTo>
                  <a:cubicBezTo>
                    <a:pt x="7284" y="6877"/>
                    <a:pt x="7280" y="6877"/>
                    <a:pt x="7276" y="6877"/>
                  </a:cubicBezTo>
                  <a:close/>
                  <a:moveTo>
                    <a:pt x="3716" y="1"/>
                  </a:moveTo>
                  <a:cubicBezTo>
                    <a:pt x="3359" y="1"/>
                    <a:pt x="3001" y="221"/>
                    <a:pt x="2930" y="662"/>
                  </a:cubicBezTo>
                  <a:lnTo>
                    <a:pt x="2239" y="662"/>
                  </a:lnTo>
                  <a:cubicBezTo>
                    <a:pt x="2073" y="662"/>
                    <a:pt x="1954" y="805"/>
                    <a:pt x="1954" y="971"/>
                  </a:cubicBezTo>
                  <a:lnTo>
                    <a:pt x="1954" y="995"/>
                  </a:lnTo>
                  <a:lnTo>
                    <a:pt x="168" y="995"/>
                  </a:lnTo>
                  <a:cubicBezTo>
                    <a:pt x="72" y="995"/>
                    <a:pt x="1" y="1067"/>
                    <a:pt x="1" y="1138"/>
                  </a:cubicBezTo>
                  <a:lnTo>
                    <a:pt x="1" y="10521"/>
                  </a:lnTo>
                  <a:cubicBezTo>
                    <a:pt x="1" y="10616"/>
                    <a:pt x="72" y="10688"/>
                    <a:pt x="168" y="10688"/>
                  </a:cubicBezTo>
                  <a:lnTo>
                    <a:pt x="7288" y="10688"/>
                  </a:lnTo>
                  <a:cubicBezTo>
                    <a:pt x="7360" y="10688"/>
                    <a:pt x="7431" y="10616"/>
                    <a:pt x="7431" y="10521"/>
                  </a:cubicBezTo>
                  <a:lnTo>
                    <a:pt x="7431" y="7401"/>
                  </a:lnTo>
                  <a:cubicBezTo>
                    <a:pt x="7431" y="7330"/>
                    <a:pt x="7383" y="7258"/>
                    <a:pt x="7288" y="7235"/>
                  </a:cubicBezTo>
                  <a:cubicBezTo>
                    <a:pt x="7193" y="7235"/>
                    <a:pt x="7121" y="7306"/>
                    <a:pt x="7121" y="7401"/>
                  </a:cubicBezTo>
                  <a:lnTo>
                    <a:pt x="7121" y="10378"/>
                  </a:lnTo>
                  <a:lnTo>
                    <a:pt x="310" y="10378"/>
                  </a:lnTo>
                  <a:lnTo>
                    <a:pt x="310" y="1305"/>
                  </a:lnTo>
                  <a:lnTo>
                    <a:pt x="1954" y="1305"/>
                  </a:lnTo>
                  <a:lnTo>
                    <a:pt x="1954" y="1638"/>
                  </a:lnTo>
                  <a:lnTo>
                    <a:pt x="811" y="1638"/>
                  </a:lnTo>
                  <a:cubicBezTo>
                    <a:pt x="715" y="1638"/>
                    <a:pt x="644" y="1710"/>
                    <a:pt x="644" y="1781"/>
                  </a:cubicBezTo>
                  <a:lnTo>
                    <a:pt x="644" y="4663"/>
                  </a:lnTo>
                  <a:cubicBezTo>
                    <a:pt x="644" y="4734"/>
                    <a:pt x="715" y="4806"/>
                    <a:pt x="787" y="4829"/>
                  </a:cubicBezTo>
                  <a:cubicBezTo>
                    <a:pt x="882" y="4829"/>
                    <a:pt x="953" y="4758"/>
                    <a:pt x="953" y="4663"/>
                  </a:cubicBezTo>
                  <a:lnTo>
                    <a:pt x="953" y="1948"/>
                  </a:lnTo>
                  <a:lnTo>
                    <a:pt x="2859" y="1948"/>
                  </a:lnTo>
                  <a:cubicBezTo>
                    <a:pt x="2930" y="1948"/>
                    <a:pt x="3001" y="1876"/>
                    <a:pt x="3025" y="1805"/>
                  </a:cubicBezTo>
                  <a:cubicBezTo>
                    <a:pt x="3025" y="1710"/>
                    <a:pt x="2954" y="1638"/>
                    <a:pt x="2859" y="1638"/>
                  </a:cubicBezTo>
                  <a:lnTo>
                    <a:pt x="2263" y="1638"/>
                  </a:lnTo>
                  <a:lnTo>
                    <a:pt x="2263" y="971"/>
                  </a:lnTo>
                  <a:lnTo>
                    <a:pt x="3073" y="971"/>
                  </a:lnTo>
                  <a:cubicBezTo>
                    <a:pt x="3168" y="971"/>
                    <a:pt x="3240" y="900"/>
                    <a:pt x="3240" y="805"/>
                  </a:cubicBezTo>
                  <a:cubicBezTo>
                    <a:pt x="3204" y="447"/>
                    <a:pt x="3460" y="269"/>
                    <a:pt x="3719" y="269"/>
                  </a:cubicBezTo>
                  <a:cubicBezTo>
                    <a:pt x="3978" y="269"/>
                    <a:pt x="4240" y="447"/>
                    <a:pt x="4216" y="805"/>
                  </a:cubicBezTo>
                  <a:cubicBezTo>
                    <a:pt x="4216" y="900"/>
                    <a:pt x="4287" y="971"/>
                    <a:pt x="4383" y="971"/>
                  </a:cubicBezTo>
                  <a:lnTo>
                    <a:pt x="5192" y="971"/>
                  </a:lnTo>
                  <a:lnTo>
                    <a:pt x="5192" y="1638"/>
                  </a:lnTo>
                  <a:lnTo>
                    <a:pt x="3549" y="1638"/>
                  </a:lnTo>
                  <a:cubicBezTo>
                    <a:pt x="3540" y="1635"/>
                    <a:pt x="3530" y="1634"/>
                    <a:pt x="3521" y="1634"/>
                  </a:cubicBezTo>
                  <a:cubicBezTo>
                    <a:pt x="3459" y="1634"/>
                    <a:pt x="3403" y="1695"/>
                    <a:pt x="3383" y="1757"/>
                  </a:cubicBezTo>
                  <a:cubicBezTo>
                    <a:pt x="3383" y="1853"/>
                    <a:pt x="3454" y="1948"/>
                    <a:pt x="3549" y="1948"/>
                  </a:cubicBezTo>
                  <a:lnTo>
                    <a:pt x="6478" y="1948"/>
                  </a:lnTo>
                  <a:lnTo>
                    <a:pt x="6478" y="9711"/>
                  </a:lnTo>
                  <a:lnTo>
                    <a:pt x="953" y="9711"/>
                  </a:lnTo>
                  <a:lnTo>
                    <a:pt x="953" y="5353"/>
                  </a:lnTo>
                  <a:cubicBezTo>
                    <a:pt x="953" y="5282"/>
                    <a:pt x="906" y="5210"/>
                    <a:pt x="858" y="5187"/>
                  </a:cubicBezTo>
                  <a:cubicBezTo>
                    <a:pt x="843" y="5183"/>
                    <a:pt x="828" y="5182"/>
                    <a:pt x="813" y="5182"/>
                  </a:cubicBezTo>
                  <a:cubicBezTo>
                    <a:pt x="716" y="5182"/>
                    <a:pt x="641" y="5250"/>
                    <a:pt x="620" y="5353"/>
                  </a:cubicBezTo>
                  <a:lnTo>
                    <a:pt x="620" y="9902"/>
                  </a:lnTo>
                  <a:cubicBezTo>
                    <a:pt x="620" y="9973"/>
                    <a:pt x="691" y="10045"/>
                    <a:pt x="787" y="10045"/>
                  </a:cubicBezTo>
                  <a:lnTo>
                    <a:pt x="6621" y="10045"/>
                  </a:lnTo>
                  <a:cubicBezTo>
                    <a:pt x="6717" y="10045"/>
                    <a:pt x="6788" y="9973"/>
                    <a:pt x="6788" y="9902"/>
                  </a:cubicBezTo>
                  <a:lnTo>
                    <a:pt x="6788" y="1781"/>
                  </a:lnTo>
                  <a:cubicBezTo>
                    <a:pt x="6788" y="1710"/>
                    <a:pt x="6717" y="1638"/>
                    <a:pt x="6621" y="1638"/>
                  </a:cubicBezTo>
                  <a:lnTo>
                    <a:pt x="5502" y="1638"/>
                  </a:lnTo>
                  <a:lnTo>
                    <a:pt x="5502" y="1305"/>
                  </a:lnTo>
                  <a:lnTo>
                    <a:pt x="7121" y="1305"/>
                  </a:lnTo>
                  <a:lnTo>
                    <a:pt x="7121" y="6734"/>
                  </a:lnTo>
                  <a:cubicBezTo>
                    <a:pt x="7121" y="6803"/>
                    <a:pt x="7187" y="6871"/>
                    <a:pt x="7276" y="6877"/>
                  </a:cubicBezTo>
                  <a:lnTo>
                    <a:pt x="7276" y="6877"/>
                  </a:lnTo>
                  <a:cubicBezTo>
                    <a:pt x="7365" y="6871"/>
                    <a:pt x="7431" y="6803"/>
                    <a:pt x="7431" y="6734"/>
                  </a:cubicBezTo>
                  <a:lnTo>
                    <a:pt x="7431" y="1138"/>
                  </a:lnTo>
                  <a:cubicBezTo>
                    <a:pt x="7431" y="1055"/>
                    <a:pt x="7377" y="991"/>
                    <a:pt x="7300" y="991"/>
                  </a:cubicBezTo>
                  <a:cubicBezTo>
                    <a:pt x="7289" y="991"/>
                    <a:pt x="7277" y="992"/>
                    <a:pt x="7264" y="995"/>
                  </a:cubicBezTo>
                  <a:lnTo>
                    <a:pt x="5478" y="995"/>
                  </a:lnTo>
                  <a:lnTo>
                    <a:pt x="5478" y="971"/>
                  </a:lnTo>
                  <a:cubicBezTo>
                    <a:pt x="5478" y="805"/>
                    <a:pt x="5359" y="662"/>
                    <a:pt x="5192" y="662"/>
                  </a:cubicBezTo>
                  <a:lnTo>
                    <a:pt x="4502" y="662"/>
                  </a:lnTo>
                  <a:cubicBezTo>
                    <a:pt x="4430" y="221"/>
                    <a:pt x="4073" y="1"/>
                    <a:pt x="37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9"/>
            <p:cNvSpPr/>
            <p:nvPr/>
          </p:nvSpPr>
          <p:spPr>
            <a:xfrm>
              <a:off x="7268758" y="2792542"/>
              <a:ext cx="75208" cy="75342"/>
            </a:xfrm>
            <a:custGeom>
              <a:avLst/>
              <a:gdLst/>
              <a:ahLst/>
              <a:cxnLst/>
              <a:rect l="l" t="t" r="r" b="b"/>
              <a:pathLst>
                <a:path w="2240" h="2244" extrusionOk="0">
                  <a:moveTo>
                    <a:pt x="1287" y="310"/>
                  </a:moveTo>
                  <a:lnTo>
                    <a:pt x="1287" y="810"/>
                  </a:lnTo>
                  <a:cubicBezTo>
                    <a:pt x="1287" y="881"/>
                    <a:pt x="1358" y="953"/>
                    <a:pt x="1453" y="953"/>
                  </a:cubicBezTo>
                  <a:lnTo>
                    <a:pt x="1930" y="953"/>
                  </a:lnTo>
                  <a:lnTo>
                    <a:pt x="1930" y="1286"/>
                  </a:lnTo>
                  <a:lnTo>
                    <a:pt x="1453" y="1286"/>
                  </a:lnTo>
                  <a:cubicBezTo>
                    <a:pt x="1358" y="1286"/>
                    <a:pt x="1287" y="1358"/>
                    <a:pt x="1287" y="1453"/>
                  </a:cubicBezTo>
                  <a:lnTo>
                    <a:pt x="1287" y="1929"/>
                  </a:lnTo>
                  <a:lnTo>
                    <a:pt x="953" y="1929"/>
                  </a:lnTo>
                  <a:lnTo>
                    <a:pt x="953" y="1453"/>
                  </a:lnTo>
                  <a:cubicBezTo>
                    <a:pt x="953" y="1358"/>
                    <a:pt x="882" y="1286"/>
                    <a:pt x="787" y="1286"/>
                  </a:cubicBezTo>
                  <a:lnTo>
                    <a:pt x="310" y="1286"/>
                  </a:lnTo>
                  <a:lnTo>
                    <a:pt x="310" y="953"/>
                  </a:lnTo>
                  <a:lnTo>
                    <a:pt x="787" y="953"/>
                  </a:lnTo>
                  <a:cubicBezTo>
                    <a:pt x="882" y="953"/>
                    <a:pt x="953" y="881"/>
                    <a:pt x="953" y="810"/>
                  </a:cubicBezTo>
                  <a:lnTo>
                    <a:pt x="953" y="310"/>
                  </a:lnTo>
                  <a:close/>
                  <a:moveTo>
                    <a:pt x="787" y="0"/>
                  </a:moveTo>
                  <a:cubicBezTo>
                    <a:pt x="715" y="0"/>
                    <a:pt x="644" y="72"/>
                    <a:pt x="644" y="167"/>
                  </a:cubicBezTo>
                  <a:lnTo>
                    <a:pt x="644" y="643"/>
                  </a:lnTo>
                  <a:lnTo>
                    <a:pt x="144" y="643"/>
                  </a:lnTo>
                  <a:cubicBezTo>
                    <a:pt x="72" y="643"/>
                    <a:pt x="1" y="715"/>
                    <a:pt x="1" y="810"/>
                  </a:cubicBezTo>
                  <a:lnTo>
                    <a:pt x="1" y="1453"/>
                  </a:lnTo>
                  <a:cubicBezTo>
                    <a:pt x="1" y="1524"/>
                    <a:pt x="72" y="1596"/>
                    <a:pt x="144" y="1596"/>
                  </a:cubicBezTo>
                  <a:lnTo>
                    <a:pt x="644" y="1596"/>
                  </a:lnTo>
                  <a:lnTo>
                    <a:pt x="644" y="2096"/>
                  </a:lnTo>
                  <a:cubicBezTo>
                    <a:pt x="644" y="2191"/>
                    <a:pt x="715" y="2239"/>
                    <a:pt x="787" y="2239"/>
                  </a:cubicBezTo>
                  <a:lnTo>
                    <a:pt x="1453" y="2239"/>
                  </a:lnTo>
                  <a:cubicBezTo>
                    <a:pt x="1463" y="2242"/>
                    <a:pt x="1472" y="2243"/>
                    <a:pt x="1481" y="2243"/>
                  </a:cubicBezTo>
                  <a:cubicBezTo>
                    <a:pt x="1542" y="2243"/>
                    <a:pt x="1596" y="2179"/>
                    <a:pt x="1596" y="2096"/>
                  </a:cubicBezTo>
                  <a:lnTo>
                    <a:pt x="1596" y="1596"/>
                  </a:lnTo>
                  <a:lnTo>
                    <a:pt x="2096" y="1596"/>
                  </a:lnTo>
                  <a:cubicBezTo>
                    <a:pt x="2168" y="1596"/>
                    <a:pt x="2239" y="1524"/>
                    <a:pt x="2239" y="1453"/>
                  </a:cubicBezTo>
                  <a:lnTo>
                    <a:pt x="2239" y="810"/>
                  </a:lnTo>
                  <a:cubicBezTo>
                    <a:pt x="2239" y="715"/>
                    <a:pt x="2168" y="643"/>
                    <a:pt x="2096" y="643"/>
                  </a:cubicBezTo>
                  <a:lnTo>
                    <a:pt x="1596" y="643"/>
                  </a:lnTo>
                  <a:lnTo>
                    <a:pt x="1596" y="167"/>
                  </a:lnTo>
                  <a:cubicBezTo>
                    <a:pt x="1596" y="72"/>
                    <a:pt x="1525" y="0"/>
                    <a:pt x="14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9"/>
            <p:cNvSpPr/>
            <p:nvPr/>
          </p:nvSpPr>
          <p:spPr>
            <a:xfrm>
              <a:off x="7300755" y="2734155"/>
              <a:ext cx="10408" cy="10442"/>
            </a:xfrm>
            <a:custGeom>
              <a:avLst/>
              <a:gdLst/>
              <a:ahLst/>
              <a:cxnLst/>
              <a:rect l="l" t="t" r="r" b="b"/>
              <a:pathLst>
                <a:path w="310" h="311" extrusionOk="0">
                  <a:moveTo>
                    <a:pt x="167" y="1"/>
                  </a:moveTo>
                  <a:cubicBezTo>
                    <a:pt x="72" y="1"/>
                    <a:pt x="0" y="72"/>
                    <a:pt x="0" y="144"/>
                  </a:cubicBezTo>
                  <a:cubicBezTo>
                    <a:pt x="0" y="239"/>
                    <a:pt x="72" y="310"/>
                    <a:pt x="167" y="310"/>
                  </a:cubicBezTo>
                  <a:cubicBezTo>
                    <a:pt x="262" y="310"/>
                    <a:pt x="310" y="239"/>
                    <a:pt x="310" y="144"/>
                  </a:cubicBezTo>
                  <a:cubicBezTo>
                    <a:pt x="310" y="72"/>
                    <a:pt x="262"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9"/>
            <p:cNvSpPr/>
            <p:nvPr/>
          </p:nvSpPr>
          <p:spPr>
            <a:xfrm>
              <a:off x="7313547" y="2897128"/>
              <a:ext cx="74369" cy="10576"/>
            </a:xfrm>
            <a:custGeom>
              <a:avLst/>
              <a:gdLst/>
              <a:ahLst/>
              <a:cxnLst/>
              <a:rect l="l" t="t" r="r" b="b"/>
              <a:pathLst>
                <a:path w="2215" h="315" extrusionOk="0">
                  <a:moveTo>
                    <a:pt x="154" y="0"/>
                  </a:moveTo>
                  <a:cubicBezTo>
                    <a:pt x="78" y="0"/>
                    <a:pt x="24" y="62"/>
                    <a:pt x="24" y="124"/>
                  </a:cubicBezTo>
                  <a:cubicBezTo>
                    <a:pt x="0" y="219"/>
                    <a:pt x="72" y="315"/>
                    <a:pt x="167" y="315"/>
                  </a:cubicBezTo>
                  <a:lnTo>
                    <a:pt x="2048" y="315"/>
                  </a:lnTo>
                  <a:cubicBezTo>
                    <a:pt x="2144" y="315"/>
                    <a:pt x="2191" y="243"/>
                    <a:pt x="2215" y="172"/>
                  </a:cubicBezTo>
                  <a:cubicBezTo>
                    <a:pt x="2215" y="86"/>
                    <a:pt x="2158" y="1"/>
                    <a:pt x="2078" y="1"/>
                  </a:cubicBezTo>
                  <a:cubicBezTo>
                    <a:pt x="2068" y="1"/>
                    <a:pt x="2058" y="2"/>
                    <a:pt x="2048" y="5"/>
                  </a:cubicBezTo>
                  <a:lnTo>
                    <a:pt x="191" y="5"/>
                  </a:lnTo>
                  <a:cubicBezTo>
                    <a:pt x="178" y="2"/>
                    <a:pt x="166" y="0"/>
                    <a:pt x="1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9"/>
            <p:cNvSpPr/>
            <p:nvPr/>
          </p:nvSpPr>
          <p:spPr>
            <a:xfrm>
              <a:off x="7313547" y="2918750"/>
              <a:ext cx="74369" cy="10543"/>
            </a:xfrm>
            <a:custGeom>
              <a:avLst/>
              <a:gdLst/>
              <a:ahLst/>
              <a:cxnLst/>
              <a:rect l="l" t="t" r="r" b="b"/>
              <a:pathLst>
                <a:path w="2215" h="314" extrusionOk="0">
                  <a:moveTo>
                    <a:pt x="2078" y="0"/>
                  </a:moveTo>
                  <a:cubicBezTo>
                    <a:pt x="2068" y="0"/>
                    <a:pt x="2058" y="1"/>
                    <a:pt x="2048" y="4"/>
                  </a:cubicBezTo>
                  <a:lnTo>
                    <a:pt x="191" y="4"/>
                  </a:lnTo>
                  <a:cubicBezTo>
                    <a:pt x="95" y="4"/>
                    <a:pt x="24" y="52"/>
                    <a:pt x="24" y="123"/>
                  </a:cubicBezTo>
                  <a:cubicBezTo>
                    <a:pt x="0" y="218"/>
                    <a:pt x="72" y="314"/>
                    <a:pt x="167" y="314"/>
                  </a:cubicBezTo>
                  <a:lnTo>
                    <a:pt x="2048" y="314"/>
                  </a:lnTo>
                  <a:cubicBezTo>
                    <a:pt x="2144" y="314"/>
                    <a:pt x="2191" y="242"/>
                    <a:pt x="2215" y="171"/>
                  </a:cubicBezTo>
                  <a:cubicBezTo>
                    <a:pt x="2215" y="85"/>
                    <a:pt x="2158"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9"/>
            <p:cNvSpPr/>
            <p:nvPr/>
          </p:nvSpPr>
          <p:spPr>
            <a:xfrm>
              <a:off x="7313547" y="2962734"/>
              <a:ext cx="74369" cy="10543"/>
            </a:xfrm>
            <a:custGeom>
              <a:avLst/>
              <a:gdLst/>
              <a:ahLst/>
              <a:cxnLst/>
              <a:rect l="l" t="t" r="r" b="b"/>
              <a:pathLst>
                <a:path w="2215" h="314" extrusionOk="0">
                  <a:moveTo>
                    <a:pt x="2078" y="0"/>
                  </a:moveTo>
                  <a:cubicBezTo>
                    <a:pt x="2068" y="0"/>
                    <a:pt x="2058" y="1"/>
                    <a:pt x="2048" y="4"/>
                  </a:cubicBezTo>
                  <a:lnTo>
                    <a:pt x="191" y="4"/>
                  </a:lnTo>
                  <a:cubicBezTo>
                    <a:pt x="95" y="4"/>
                    <a:pt x="24" y="51"/>
                    <a:pt x="24" y="147"/>
                  </a:cubicBezTo>
                  <a:cubicBezTo>
                    <a:pt x="0" y="218"/>
                    <a:pt x="72" y="313"/>
                    <a:pt x="167" y="313"/>
                  </a:cubicBezTo>
                  <a:lnTo>
                    <a:pt x="2048" y="313"/>
                  </a:lnTo>
                  <a:cubicBezTo>
                    <a:pt x="2144" y="313"/>
                    <a:pt x="2191" y="242"/>
                    <a:pt x="2215" y="170"/>
                  </a:cubicBezTo>
                  <a:cubicBezTo>
                    <a:pt x="2215" y="85"/>
                    <a:pt x="2158"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9"/>
            <p:cNvSpPr/>
            <p:nvPr/>
          </p:nvSpPr>
          <p:spPr>
            <a:xfrm>
              <a:off x="7313547" y="2984289"/>
              <a:ext cx="74369" cy="10576"/>
            </a:xfrm>
            <a:custGeom>
              <a:avLst/>
              <a:gdLst/>
              <a:ahLst/>
              <a:cxnLst/>
              <a:rect l="l" t="t" r="r" b="b"/>
              <a:pathLst>
                <a:path w="2215" h="315" extrusionOk="0">
                  <a:moveTo>
                    <a:pt x="154" y="0"/>
                  </a:moveTo>
                  <a:cubicBezTo>
                    <a:pt x="78" y="0"/>
                    <a:pt x="24" y="62"/>
                    <a:pt x="24" y="124"/>
                  </a:cubicBezTo>
                  <a:cubicBezTo>
                    <a:pt x="0" y="219"/>
                    <a:pt x="72" y="314"/>
                    <a:pt x="167" y="314"/>
                  </a:cubicBezTo>
                  <a:lnTo>
                    <a:pt x="2048" y="314"/>
                  </a:lnTo>
                  <a:cubicBezTo>
                    <a:pt x="2144" y="314"/>
                    <a:pt x="2191" y="243"/>
                    <a:pt x="2215" y="171"/>
                  </a:cubicBezTo>
                  <a:cubicBezTo>
                    <a:pt x="2215" y="86"/>
                    <a:pt x="2158" y="1"/>
                    <a:pt x="2078" y="1"/>
                  </a:cubicBezTo>
                  <a:cubicBezTo>
                    <a:pt x="2068" y="1"/>
                    <a:pt x="2058" y="2"/>
                    <a:pt x="2048" y="5"/>
                  </a:cubicBezTo>
                  <a:lnTo>
                    <a:pt x="191" y="5"/>
                  </a:lnTo>
                  <a:cubicBezTo>
                    <a:pt x="178" y="2"/>
                    <a:pt x="166" y="0"/>
                    <a:pt x="1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9"/>
            <p:cNvSpPr/>
            <p:nvPr/>
          </p:nvSpPr>
          <p:spPr>
            <a:xfrm>
              <a:off x="7224775" y="3016420"/>
              <a:ext cx="102404" cy="10408"/>
            </a:xfrm>
            <a:custGeom>
              <a:avLst/>
              <a:gdLst/>
              <a:ahLst/>
              <a:cxnLst/>
              <a:rect l="l" t="t" r="r" b="b"/>
              <a:pathLst>
                <a:path w="3050" h="310" extrusionOk="0">
                  <a:moveTo>
                    <a:pt x="168" y="0"/>
                  </a:moveTo>
                  <a:cubicBezTo>
                    <a:pt x="96" y="0"/>
                    <a:pt x="25" y="72"/>
                    <a:pt x="1" y="143"/>
                  </a:cubicBezTo>
                  <a:cubicBezTo>
                    <a:pt x="1" y="238"/>
                    <a:pt x="72" y="310"/>
                    <a:pt x="168" y="310"/>
                  </a:cubicBezTo>
                  <a:lnTo>
                    <a:pt x="2882" y="310"/>
                  </a:lnTo>
                  <a:cubicBezTo>
                    <a:pt x="2954" y="310"/>
                    <a:pt x="3025" y="262"/>
                    <a:pt x="3025" y="191"/>
                  </a:cubicBezTo>
                  <a:cubicBezTo>
                    <a:pt x="3049" y="96"/>
                    <a:pt x="2978" y="0"/>
                    <a:pt x="28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9"/>
            <p:cNvSpPr/>
            <p:nvPr/>
          </p:nvSpPr>
          <p:spPr>
            <a:xfrm>
              <a:off x="7337519" y="3016420"/>
              <a:ext cx="50396" cy="10408"/>
            </a:xfrm>
            <a:custGeom>
              <a:avLst/>
              <a:gdLst/>
              <a:ahLst/>
              <a:cxnLst/>
              <a:rect l="l" t="t" r="r" b="b"/>
              <a:pathLst>
                <a:path w="1501" h="310" extrusionOk="0">
                  <a:moveTo>
                    <a:pt x="167" y="0"/>
                  </a:moveTo>
                  <a:cubicBezTo>
                    <a:pt x="96" y="0"/>
                    <a:pt x="24" y="72"/>
                    <a:pt x="24" y="143"/>
                  </a:cubicBezTo>
                  <a:cubicBezTo>
                    <a:pt x="1" y="238"/>
                    <a:pt x="72" y="310"/>
                    <a:pt x="167" y="310"/>
                  </a:cubicBezTo>
                  <a:lnTo>
                    <a:pt x="1334" y="310"/>
                  </a:lnTo>
                  <a:cubicBezTo>
                    <a:pt x="1406" y="310"/>
                    <a:pt x="1477" y="262"/>
                    <a:pt x="1501" y="191"/>
                  </a:cubicBezTo>
                  <a:cubicBezTo>
                    <a:pt x="1501" y="96"/>
                    <a:pt x="1430" y="0"/>
                    <a:pt x="13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9"/>
            <p:cNvSpPr/>
            <p:nvPr/>
          </p:nvSpPr>
          <p:spPr>
            <a:xfrm>
              <a:off x="7224775" y="2886888"/>
              <a:ext cx="80009" cy="53586"/>
            </a:xfrm>
            <a:custGeom>
              <a:avLst/>
              <a:gdLst/>
              <a:ahLst/>
              <a:cxnLst/>
              <a:rect l="l" t="t" r="r" b="b"/>
              <a:pathLst>
                <a:path w="2383" h="1596" extrusionOk="0">
                  <a:moveTo>
                    <a:pt x="1311" y="310"/>
                  </a:moveTo>
                  <a:lnTo>
                    <a:pt x="1311" y="643"/>
                  </a:lnTo>
                  <a:cubicBezTo>
                    <a:pt x="1263" y="596"/>
                    <a:pt x="1239" y="524"/>
                    <a:pt x="1144" y="524"/>
                  </a:cubicBezTo>
                  <a:cubicBezTo>
                    <a:pt x="1001" y="524"/>
                    <a:pt x="930" y="691"/>
                    <a:pt x="1025" y="786"/>
                  </a:cubicBezTo>
                  <a:lnTo>
                    <a:pt x="1311" y="1096"/>
                  </a:lnTo>
                  <a:lnTo>
                    <a:pt x="1311" y="1263"/>
                  </a:lnTo>
                  <a:lnTo>
                    <a:pt x="334" y="1263"/>
                  </a:lnTo>
                  <a:lnTo>
                    <a:pt x="310" y="310"/>
                  </a:lnTo>
                  <a:close/>
                  <a:moveTo>
                    <a:pt x="168" y="0"/>
                  </a:moveTo>
                  <a:cubicBezTo>
                    <a:pt x="72" y="0"/>
                    <a:pt x="1" y="72"/>
                    <a:pt x="1" y="143"/>
                  </a:cubicBezTo>
                  <a:lnTo>
                    <a:pt x="1" y="1429"/>
                  </a:lnTo>
                  <a:cubicBezTo>
                    <a:pt x="1" y="1524"/>
                    <a:pt x="72" y="1596"/>
                    <a:pt x="168" y="1596"/>
                  </a:cubicBezTo>
                  <a:lnTo>
                    <a:pt x="1454" y="1596"/>
                  </a:lnTo>
                  <a:cubicBezTo>
                    <a:pt x="1549" y="1596"/>
                    <a:pt x="1620" y="1524"/>
                    <a:pt x="1620" y="1429"/>
                  </a:cubicBezTo>
                  <a:lnTo>
                    <a:pt x="1620" y="1143"/>
                  </a:lnTo>
                  <a:lnTo>
                    <a:pt x="2335" y="477"/>
                  </a:lnTo>
                  <a:cubicBezTo>
                    <a:pt x="2358" y="429"/>
                    <a:pt x="2382" y="405"/>
                    <a:pt x="2382" y="358"/>
                  </a:cubicBezTo>
                  <a:cubicBezTo>
                    <a:pt x="2382" y="262"/>
                    <a:pt x="2311" y="191"/>
                    <a:pt x="2216" y="191"/>
                  </a:cubicBezTo>
                  <a:cubicBezTo>
                    <a:pt x="2192" y="191"/>
                    <a:pt x="2144" y="215"/>
                    <a:pt x="2120" y="238"/>
                  </a:cubicBezTo>
                  <a:lnTo>
                    <a:pt x="1620" y="715"/>
                  </a:lnTo>
                  <a:lnTo>
                    <a:pt x="1620" y="143"/>
                  </a:lnTo>
                  <a:cubicBezTo>
                    <a:pt x="1620" y="72"/>
                    <a:pt x="1549" y="0"/>
                    <a:pt x="1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9"/>
            <p:cNvSpPr/>
            <p:nvPr/>
          </p:nvSpPr>
          <p:spPr>
            <a:xfrm>
              <a:off x="7224775" y="2951654"/>
              <a:ext cx="80009" cy="53586"/>
            </a:xfrm>
            <a:custGeom>
              <a:avLst/>
              <a:gdLst/>
              <a:ahLst/>
              <a:cxnLst/>
              <a:rect l="l" t="t" r="r" b="b"/>
              <a:pathLst>
                <a:path w="2383" h="1596" extrusionOk="0">
                  <a:moveTo>
                    <a:pt x="1311" y="310"/>
                  </a:moveTo>
                  <a:lnTo>
                    <a:pt x="1311" y="643"/>
                  </a:lnTo>
                  <a:cubicBezTo>
                    <a:pt x="1263" y="619"/>
                    <a:pt x="1239" y="548"/>
                    <a:pt x="1144" y="548"/>
                  </a:cubicBezTo>
                  <a:cubicBezTo>
                    <a:pt x="1001" y="548"/>
                    <a:pt x="930" y="691"/>
                    <a:pt x="1025" y="810"/>
                  </a:cubicBezTo>
                  <a:lnTo>
                    <a:pt x="1311" y="1096"/>
                  </a:lnTo>
                  <a:lnTo>
                    <a:pt x="1311" y="1286"/>
                  </a:lnTo>
                  <a:lnTo>
                    <a:pt x="334" y="1286"/>
                  </a:lnTo>
                  <a:lnTo>
                    <a:pt x="334" y="310"/>
                  </a:lnTo>
                  <a:close/>
                  <a:moveTo>
                    <a:pt x="168" y="0"/>
                  </a:moveTo>
                  <a:cubicBezTo>
                    <a:pt x="72" y="0"/>
                    <a:pt x="1" y="72"/>
                    <a:pt x="1" y="167"/>
                  </a:cubicBezTo>
                  <a:lnTo>
                    <a:pt x="1" y="1453"/>
                  </a:lnTo>
                  <a:cubicBezTo>
                    <a:pt x="1" y="1524"/>
                    <a:pt x="72" y="1596"/>
                    <a:pt x="168" y="1596"/>
                  </a:cubicBezTo>
                  <a:lnTo>
                    <a:pt x="1454" y="1596"/>
                  </a:lnTo>
                  <a:cubicBezTo>
                    <a:pt x="1549" y="1596"/>
                    <a:pt x="1620" y="1524"/>
                    <a:pt x="1620" y="1453"/>
                  </a:cubicBezTo>
                  <a:lnTo>
                    <a:pt x="1620" y="1143"/>
                  </a:lnTo>
                  <a:lnTo>
                    <a:pt x="2335" y="477"/>
                  </a:lnTo>
                  <a:cubicBezTo>
                    <a:pt x="2358" y="453"/>
                    <a:pt x="2382" y="405"/>
                    <a:pt x="2382" y="358"/>
                  </a:cubicBezTo>
                  <a:cubicBezTo>
                    <a:pt x="2382" y="262"/>
                    <a:pt x="2311" y="215"/>
                    <a:pt x="2239" y="215"/>
                  </a:cubicBezTo>
                  <a:cubicBezTo>
                    <a:pt x="2225" y="208"/>
                    <a:pt x="2211" y="205"/>
                    <a:pt x="2198" y="205"/>
                  </a:cubicBezTo>
                  <a:cubicBezTo>
                    <a:pt x="2166" y="205"/>
                    <a:pt x="2137" y="222"/>
                    <a:pt x="2120" y="238"/>
                  </a:cubicBezTo>
                  <a:lnTo>
                    <a:pt x="1620" y="715"/>
                  </a:lnTo>
                  <a:lnTo>
                    <a:pt x="1620" y="167"/>
                  </a:lnTo>
                  <a:cubicBezTo>
                    <a:pt x="1620" y="72"/>
                    <a:pt x="1549" y="0"/>
                    <a:pt x="1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4" name="Google Shape;1014;p49"/>
          <p:cNvGrpSpPr/>
          <p:nvPr/>
        </p:nvGrpSpPr>
        <p:grpSpPr>
          <a:xfrm>
            <a:off x="7178551" y="1331961"/>
            <a:ext cx="185435" cy="359051"/>
            <a:chOff x="7990788" y="2711761"/>
            <a:chExt cx="185435" cy="359051"/>
          </a:xfrm>
        </p:grpSpPr>
        <p:sp>
          <p:nvSpPr>
            <p:cNvPr id="1015" name="Google Shape;1015;p49"/>
            <p:cNvSpPr/>
            <p:nvPr/>
          </p:nvSpPr>
          <p:spPr>
            <a:xfrm>
              <a:off x="7990788" y="2884470"/>
              <a:ext cx="185435" cy="186341"/>
            </a:xfrm>
            <a:custGeom>
              <a:avLst/>
              <a:gdLst/>
              <a:ahLst/>
              <a:cxnLst/>
              <a:rect l="l" t="t" r="r" b="b"/>
              <a:pathLst>
                <a:path w="5523" h="5550" extrusionOk="0">
                  <a:moveTo>
                    <a:pt x="5192" y="4240"/>
                  </a:moveTo>
                  <a:lnTo>
                    <a:pt x="5192" y="4764"/>
                  </a:lnTo>
                  <a:cubicBezTo>
                    <a:pt x="5168" y="5002"/>
                    <a:pt x="4977" y="5216"/>
                    <a:pt x="4715" y="5216"/>
                  </a:cubicBezTo>
                  <a:lnTo>
                    <a:pt x="810" y="5216"/>
                  </a:lnTo>
                  <a:cubicBezTo>
                    <a:pt x="548" y="5216"/>
                    <a:pt x="334" y="5002"/>
                    <a:pt x="334" y="4740"/>
                  </a:cubicBezTo>
                  <a:lnTo>
                    <a:pt x="334" y="4240"/>
                  </a:lnTo>
                  <a:close/>
                  <a:moveTo>
                    <a:pt x="191" y="1"/>
                  </a:moveTo>
                  <a:cubicBezTo>
                    <a:pt x="95" y="1"/>
                    <a:pt x="0" y="72"/>
                    <a:pt x="24" y="168"/>
                  </a:cubicBezTo>
                  <a:lnTo>
                    <a:pt x="24" y="4764"/>
                  </a:lnTo>
                  <a:cubicBezTo>
                    <a:pt x="0" y="5192"/>
                    <a:pt x="357" y="5550"/>
                    <a:pt x="810" y="5550"/>
                  </a:cubicBezTo>
                  <a:lnTo>
                    <a:pt x="4715" y="5550"/>
                  </a:lnTo>
                  <a:cubicBezTo>
                    <a:pt x="5144" y="5550"/>
                    <a:pt x="5501" y="5192"/>
                    <a:pt x="5501" y="4764"/>
                  </a:cubicBezTo>
                  <a:lnTo>
                    <a:pt x="5501" y="3502"/>
                  </a:lnTo>
                  <a:cubicBezTo>
                    <a:pt x="5523" y="3416"/>
                    <a:pt x="5430" y="3331"/>
                    <a:pt x="5342" y="3331"/>
                  </a:cubicBezTo>
                  <a:cubicBezTo>
                    <a:pt x="5331" y="3331"/>
                    <a:pt x="5321" y="3332"/>
                    <a:pt x="5311" y="3335"/>
                  </a:cubicBezTo>
                  <a:cubicBezTo>
                    <a:pt x="5239" y="3359"/>
                    <a:pt x="5168" y="3430"/>
                    <a:pt x="5168" y="3502"/>
                  </a:cubicBezTo>
                  <a:lnTo>
                    <a:pt x="5168" y="3930"/>
                  </a:lnTo>
                  <a:lnTo>
                    <a:pt x="334" y="3930"/>
                  </a:lnTo>
                  <a:lnTo>
                    <a:pt x="334" y="168"/>
                  </a:lnTo>
                  <a:cubicBezTo>
                    <a:pt x="334" y="72"/>
                    <a:pt x="262" y="25"/>
                    <a:pt x="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9"/>
            <p:cNvSpPr/>
            <p:nvPr/>
          </p:nvSpPr>
          <p:spPr>
            <a:xfrm>
              <a:off x="7991560" y="2711761"/>
              <a:ext cx="183957" cy="272864"/>
            </a:xfrm>
            <a:custGeom>
              <a:avLst/>
              <a:gdLst/>
              <a:ahLst/>
              <a:cxnLst/>
              <a:rect l="l" t="t" r="r" b="b"/>
              <a:pathLst>
                <a:path w="5479" h="8127" extrusionOk="0">
                  <a:moveTo>
                    <a:pt x="1596" y="311"/>
                  </a:moveTo>
                  <a:lnTo>
                    <a:pt x="1596" y="1287"/>
                  </a:lnTo>
                  <a:lnTo>
                    <a:pt x="1263" y="1287"/>
                  </a:lnTo>
                  <a:lnTo>
                    <a:pt x="1263" y="311"/>
                  </a:lnTo>
                  <a:close/>
                  <a:moveTo>
                    <a:pt x="2239" y="311"/>
                  </a:moveTo>
                  <a:lnTo>
                    <a:pt x="2239" y="1287"/>
                  </a:lnTo>
                  <a:lnTo>
                    <a:pt x="1906" y="1287"/>
                  </a:lnTo>
                  <a:lnTo>
                    <a:pt x="1906" y="311"/>
                  </a:lnTo>
                  <a:close/>
                  <a:moveTo>
                    <a:pt x="2882" y="311"/>
                  </a:moveTo>
                  <a:lnTo>
                    <a:pt x="2882" y="1287"/>
                  </a:lnTo>
                  <a:lnTo>
                    <a:pt x="2549" y="1287"/>
                  </a:lnTo>
                  <a:lnTo>
                    <a:pt x="2549" y="311"/>
                  </a:lnTo>
                  <a:close/>
                  <a:moveTo>
                    <a:pt x="3525" y="311"/>
                  </a:moveTo>
                  <a:lnTo>
                    <a:pt x="3525" y="1287"/>
                  </a:lnTo>
                  <a:lnTo>
                    <a:pt x="3192" y="1287"/>
                  </a:lnTo>
                  <a:lnTo>
                    <a:pt x="3192" y="311"/>
                  </a:lnTo>
                  <a:close/>
                  <a:moveTo>
                    <a:pt x="4192" y="311"/>
                  </a:moveTo>
                  <a:lnTo>
                    <a:pt x="4192" y="1287"/>
                  </a:lnTo>
                  <a:lnTo>
                    <a:pt x="3859" y="1287"/>
                  </a:lnTo>
                  <a:lnTo>
                    <a:pt x="3859" y="311"/>
                  </a:lnTo>
                  <a:close/>
                  <a:moveTo>
                    <a:pt x="4192" y="1597"/>
                  </a:moveTo>
                  <a:lnTo>
                    <a:pt x="4192" y="1954"/>
                  </a:lnTo>
                  <a:lnTo>
                    <a:pt x="3383" y="1954"/>
                  </a:lnTo>
                  <a:cubicBezTo>
                    <a:pt x="3311" y="1954"/>
                    <a:pt x="3240" y="2025"/>
                    <a:pt x="3240" y="2097"/>
                  </a:cubicBezTo>
                  <a:cubicBezTo>
                    <a:pt x="3218" y="2182"/>
                    <a:pt x="3273" y="2267"/>
                    <a:pt x="3353" y="2267"/>
                  </a:cubicBezTo>
                  <a:cubicBezTo>
                    <a:pt x="3363" y="2267"/>
                    <a:pt x="3373" y="2266"/>
                    <a:pt x="3383" y="2263"/>
                  </a:cubicBezTo>
                  <a:lnTo>
                    <a:pt x="3859" y="2263"/>
                  </a:lnTo>
                  <a:lnTo>
                    <a:pt x="3859" y="2597"/>
                  </a:lnTo>
                  <a:lnTo>
                    <a:pt x="1596" y="2597"/>
                  </a:lnTo>
                  <a:lnTo>
                    <a:pt x="1596" y="2263"/>
                  </a:lnTo>
                  <a:lnTo>
                    <a:pt x="2716" y="2263"/>
                  </a:lnTo>
                  <a:cubicBezTo>
                    <a:pt x="2728" y="2268"/>
                    <a:pt x="2740" y="2270"/>
                    <a:pt x="2751" y="2270"/>
                  </a:cubicBezTo>
                  <a:cubicBezTo>
                    <a:pt x="2803" y="2270"/>
                    <a:pt x="2839" y="2227"/>
                    <a:pt x="2859" y="2168"/>
                  </a:cubicBezTo>
                  <a:cubicBezTo>
                    <a:pt x="2906" y="2049"/>
                    <a:pt x="2835" y="1954"/>
                    <a:pt x="2716" y="1930"/>
                  </a:cubicBezTo>
                  <a:lnTo>
                    <a:pt x="1263" y="1930"/>
                  </a:lnTo>
                  <a:lnTo>
                    <a:pt x="1263" y="1597"/>
                  </a:lnTo>
                  <a:close/>
                  <a:moveTo>
                    <a:pt x="3954" y="2930"/>
                  </a:moveTo>
                  <a:lnTo>
                    <a:pt x="4931" y="3907"/>
                  </a:lnTo>
                  <a:lnTo>
                    <a:pt x="525" y="3907"/>
                  </a:lnTo>
                  <a:lnTo>
                    <a:pt x="1501" y="2930"/>
                  </a:lnTo>
                  <a:close/>
                  <a:moveTo>
                    <a:pt x="1263" y="1"/>
                  </a:moveTo>
                  <a:cubicBezTo>
                    <a:pt x="1096" y="1"/>
                    <a:pt x="953" y="144"/>
                    <a:pt x="953" y="311"/>
                  </a:cubicBezTo>
                  <a:lnTo>
                    <a:pt x="953" y="1954"/>
                  </a:lnTo>
                  <a:lnTo>
                    <a:pt x="811" y="1954"/>
                  </a:lnTo>
                  <a:cubicBezTo>
                    <a:pt x="811" y="1954"/>
                    <a:pt x="644" y="2025"/>
                    <a:pt x="644" y="2120"/>
                  </a:cubicBezTo>
                  <a:cubicBezTo>
                    <a:pt x="644" y="2192"/>
                    <a:pt x="715" y="2263"/>
                    <a:pt x="811" y="2287"/>
                  </a:cubicBezTo>
                  <a:lnTo>
                    <a:pt x="1287" y="2287"/>
                  </a:lnTo>
                  <a:lnTo>
                    <a:pt x="1287" y="2692"/>
                  </a:lnTo>
                  <a:lnTo>
                    <a:pt x="49" y="3954"/>
                  </a:lnTo>
                  <a:cubicBezTo>
                    <a:pt x="25" y="3978"/>
                    <a:pt x="1" y="4002"/>
                    <a:pt x="1" y="4049"/>
                  </a:cubicBezTo>
                  <a:lnTo>
                    <a:pt x="1" y="4621"/>
                  </a:lnTo>
                  <a:cubicBezTo>
                    <a:pt x="1" y="4692"/>
                    <a:pt x="72" y="4764"/>
                    <a:pt x="144" y="4788"/>
                  </a:cubicBezTo>
                  <a:cubicBezTo>
                    <a:pt x="239" y="4788"/>
                    <a:pt x="311" y="4716"/>
                    <a:pt x="311" y="4621"/>
                  </a:cubicBezTo>
                  <a:lnTo>
                    <a:pt x="311" y="4216"/>
                  </a:lnTo>
                  <a:lnTo>
                    <a:pt x="5169" y="4216"/>
                  </a:lnTo>
                  <a:lnTo>
                    <a:pt x="5169" y="7955"/>
                  </a:lnTo>
                  <a:cubicBezTo>
                    <a:pt x="5169" y="8050"/>
                    <a:pt x="5240" y="8122"/>
                    <a:pt x="5312" y="8122"/>
                  </a:cubicBezTo>
                  <a:cubicBezTo>
                    <a:pt x="5324" y="8125"/>
                    <a:pt x="5336" y="8126"/>
                    <a:pt x="5348" y="8126"/>
                  </a:cubicBezTo>
                  <a:cubicBezTo>
                    <a:pt x="5424" y="8126"/>
                    <a:pt x="5478" y="8062"/>
                    <a:pt x="5478" y="7979"/>
                  </a:cubicBezTo>
                  <a:lnTo>
                    <a:pt x="5478" y="4049"/>
                  </a:lnTo>
                  <a:cubicBezTo>
                    <a:pt x="5478" y="4002"/>
                    <a:pt x="5478" y="3978"/>
                    <a:pt x="5454" y="3930"/>
                  </a:cubicBezTo>
                  <a:lnTo>
                    <a:pt x="5431" y="3954"/>
                  </a:lnTo>
                  <a:lnTo>
                    <a:pt x="4192" y="2692"/>
                  </a:lnTo>
                  <a:lnTo>
                    <a:pt x="4192" y="2287"/>
                  </a:lnTo>
                  <a:lnTo>
                    <a:pt x="4669" y="2287"/>
                  </a:lnTo>
                  <a:cubicBezTo>
                    <a:pt x="4764" y="2263"/>
                    <a:pt x="4835" y="2192"/>
                    <a:pt x="4835" y="2120"/>
                  </a:cubicBezTo>
                  <a:cubicBezTo>
                    <a:pt x="4835" y="2025"/>
                    <a:pt x="4669" y="1954"/>
                    <a:pt x="4669" y="1954"/>
                  </a:cubicBezTo>
                  <a:lnTo>
                    <a:pt x="4502" y="1954"/>
                  </a:lnTo>
                  <a:lnTo>
                    <a:pt x="4502" y="311"/>
                  </a:lnTo>
                  <a:cubicBezTo>
                    <a:pt x="4502" y="144"/>
                    <a:pt x="4359" y="1"/>
                    <a:pt x="41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9"/>
            <p:cNvSpPr/>
            <p:nvPr/>
          </p:nvSpPr>
          <p:spPr>
            <a:xfrm>
              <a:off x="8055554" y="2864493"/>
              <a:ext cx="55197" cy="10442"/>
            </a:xfrm>
            <a:custGeom>
              <a:avLst/>
              <a:gdLst/>
              <a:ahLst/>
              <a:cxnLst/>
              <a:rect l="l" t="t" r="r" b="b"/>
              <a:pathLst>
                <a:path w="1644" h="311" extrusionOk="0">
                  <a:moveTo>
                    <a:pt x="191" y="1"/>
                  </a:moveTo>
                  <a:cubicBezTo>
                    <a:pt x="95" y="1"/>
                    <a:pt x="24" y="48"/>
                    <a:pt x="24" y="143"/>
                  </a:cubicBezTo>
                  <a:cubicBezTo>
                    <a:pt x="0" y="215"/>
                    <a:pt x="72" y="310"/>
                    <a:pt x="167" y="310"/>
                  </a:cubicBezTo>
                  <a:lnTo>
                    <a:pt x="1477" y="310"/>
                  </a:lnTo>
                  <a:cubicBezTo>
                    <a:pt x="1572" y="310"/>
                    <a:pt x="1643" y="215"/>
                    <a:pt x="1619" y="143"/>
                  </a:cubicBezTo>
                  <a:cubicBezTo>
                    <a:pt x="1619" y="48"/>
                    <a:pt x="1548" y="1"/>
                    <a:pt x="1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9"/>
            <p:cNvSpPr/>
            <p:nvPr/>
          </p:nvSpPr>
          <p:spPr>
            <a:xfrm>
              <a:off x="8045146" y="2886082"/>
              <a:ext cx="75980" cy="10442"/>
            </a:xfrm>
            <a:custGeom>
              <a:avLst/>
              <a:gdLst/>
              <a:ahLst/>
              <a:cxnLst/>
              <a:rect l="l" t="t" r="r" b="b"/>
              <a:pathLst>
                <a:path w="2263" h="311" extrusionOk="0">
                  <a:moveTo>
                    <a:pt x="167" y="1"/>
                  </a:moveTo>
                  <a:cubicBezTo>
                    <a:pt x="72" y="1"/>
                    <a:pt x="0" y="72"/>
                    <a:pt x="0" y="167"/>
                  </a:cubicBezTo>
                  <a:cubicBezTo>
                    <a:pt x="0" y="239"/>
                    <a:pt x="72" y="310"/>
                    <a:pt x="167" y="310"/>
                  </a:cubicBezTo>
                  <a:lnTo>
                    <a:pt x="2096" y="310"/>
                  </a:lnTo>
                  <a:cubicBezTo>
                    <a:pt x="2168" y="310"/>
                    <a:pt x="2239" y="262"/>
                    <a:pt x="2263" y="167"/>
                  </a:cubicBezTo>
                  <a:cubicBezTo>
                    <a:pt x="2263" y="72"/>
                    <a:pt x="2191" y="1"/>
                    <a:pt x="2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9"/>
            <p:cNvSpPr/>
            <p:nvPr/>
          </p:nvSpPr>
          <p:spPr>
            <a:xfrm>
              <a:off x="8039539" y="2906865"/>
              <a:ext cx="87194" cy="98375"/>
            </a:xfrm>
            <a:custGeom>
              <a:avLst/>
              <a:gdLst/>
              <a:ahLst/>
              <a:cxnLst/>
              <a:rect l="l" t="t" r="r" b="b"/>
              <a:pathLst>
                <a:path w="2597" h="2930" extrusionOk="0">
                  <a:moveTo>
                    <a:pt x="1311" y="477"/>
                  </a:moveTo>
                  <a:lnTo>
                    <a:pt x="1906" y="1549"/>
                  </a:lnTo>
                  <a:cubicBezTo>
                    <a:pt x="2192" y="2025"/>
                    <a:pt x="1858" y="2620"/>
                    <a:pt x="1311" y="2644"/>
                  </a:cubicBezTo>
                  <a:cubicBezTo>
                    <a:pt x="739" y="2620"/>
                    <a:pt x="406" y="2025"/>
                    <a:pt x="691" y="1549"/>
                  </a:cubicBezTo>
                  <a:lnTo>
                    <a:pt x="1311" y="477"/>
                  </a:lnTo>
                  <a:close/>
                  <a:moveTo>
                    <a:pt x="1299" y="1"/>
                  </a:moveTo>
                  <a:cubicBezTo>
                    <a:pt x="1245" y="1"/>
                    <a:pt x="1192" y="25"/>
                    <a:pt x="1168" y="72"/>
                  </a:cubicBezTo>
                  <a:lnTo>
                    <a:pt x="406" y="1382"/>
                  </a:lnTo>
                  <a:cubicBezTo>
                    <a:pt x="1" y="2073"/>
                    <a:pt x="501" y="2930"/>
                    <a:pt x="1311" y="2930"/>
                  </a:cubicBezTo>
                  <a:cubicBezTo>
                    <a:pt x="2096" y="2930"/>
                    <a:pt x="2597" y="2073"/>
                    <a:pt x="2192" y="1382"/>
                  </a:cubicBezTo>
                  <a:lnTo>
                    <a:pt x="1430" y="72"/>
                  </a:lnTo>
                  <a:cubicBezTo>
                    <a:pt x="1406" y="25"/>
                    <a:pt x="1352" y="1"/>
                    <a:pt x="12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49"/>
          <p:cNvGrpSpPr/>
          <p:nvPr/>
        </p:nvGrpSpPr>
        <p:grpSpPr>
          <a:xfrm>
            <a:off x="1715191" y="1331572"/>
            <a:ext cx="315068" cy="359823"/>
            <a:chOff x="6370828" y="3275485"/>
            <a:chExt cx="315068" cy="359823"/>
          </a:xfrm>
        </p:grpSpPr>
        <p:sp>
          <p:nvSpPr>
            <p:cNvPr id="1021" name="Google Shape;1021;p49"/>
            <p:cNvSpPr/>
            <p:nvPr/>
          </p:nvSpPr>
          <p:spPr>
            <a:xfrm>
              <a:off x="6370828" y="3275485"/>
              <a:ext cx="315068" cy="359823"/>
            </a:xfrm>
            <a:custGeom>
              <a:avLst/>
              <a:gdLst/>
              <a:ahLst/>
              <a:cxnLst/>
              <a:rect l="l" t="t" r="r" b="b"/>
              <a:pathLst>
                <a:path w="9384" h="10717" extrusionOk="0">
                  <a:moveTo>
                    <a:pt x="5193" y="1310"/>
                  </a:moveTo>
                  <a:lnTo>
                    <a:pt x="5193" y="2620"/>
                  </a:lnTo>
                  <a:lnTo>
                    <a:pt x="4859" y="2620"/>
                  </a:lnTo>
                  <a:lnTo>
                    <a:pt x="4859" y="1310"/>
                  </a:lnTo>
                  <a:close/>
                  <a:moveTo>
                    <a:pt x="5693" y="310"/>
                  </a:moveTo>
                  <a:cubicBezTo>
                    <a:pt x="5955" y="310"/>
                    <a:pt x="6169" y="524"/>
                    <a:pt x="6169" y="810"/>
                  </a:cubicBezTo>
                  <a:lnTo>
                    <a:pt x="6169" y="977"/>
                  </a:lnTo>
                  <a:lnTo>
                    <a:pt x="6002" y="977"/>
                  </a:lnTo>
                  <a:cubicBezTo>
                    <a:pt x="5907" y="977"/>
                    <a:pt x="5836" y="1048"/>
                    <a:pt x="5836" y="1143"/>
                  </a:cubicBezTo>
                  <a:lnTo>
                    <a:pt x="5836" y="2620"/>
                  </a:lnTo>
                  <a:lnTo>
                    <a:pt x="5502" y="2620"/>
                  </a:lnTo>
                  <a:lnTo>
                    <a:pt x="5502" y="1143"/>
                  </a:lnTo>
                  <a:cubicBezTo>
                    <a:pt x="5526" y="1048"/>
                    <a:pt x="5454" y="977"/>
                    <a:pt x="5359" y="977"/>
                  </a:cubicBezTo>
                  <a:lnTo>
                    <a:pt x="5193" y="977"/>
                  </a:lnTo>
                  <a:cubicBezTo>
                    <a:pt x="5216" y="738"/>
                    <a:pt x="5145" y="500"/>
                    <a:pt x="5002" y="310"/>
                  </a:cubicBezTo>
                  <a:close/>
                  <a:moveTo>
                    <a:pt x="6478" y="1310"/>
                  </a:moveTo>
                  <a:lnTo>
                    <a:pt x="6478" y="2620"/>
                  </a:lnTo>
                  <a:lnTo>
                    <a:pt x="6145" y="2620"/>
                  </a:lnTo>
                  <a:lnTo>
                    <a:pt x="6145" y="1310"/>
                  </a:lnTo>
                  <a:close/>
                  <a:moveTo>
                    <a:pt x="6979" y="310"/>
                  </a:moveTo>
                  <a:cubicBezTo>
                    <a:pt x="7241" y="310"/>
                    <a:pt x="7455" y="524"/>
                    <a:pt x="7479" y="786"/>
                  </a:cubicBezTo>
                  <a:lnTo>
                    <a:pt x="7479" y="810"/>
                  </a:lnTo>
                  <a:lnTo>
                    <a:pt x="7479" y="977"/>
                  </a:lnTo>
                  <a:lnTo>
                    <a:pt x="7288" y="977"/>
                  </a:lnTo>
                  <a:cubicBezTo>
                    <a:pt x="7193" y="977"/>
                    <a:pt x="7145" y="1048"/>
                    <a:pt x="7145" y="1143"/>
                  </a:cubicBezTo>
                  <a:lnTo>
                    <a:pt x="7145" y="2620"/>
                  </a:lnTo>
                  <a:lnTo>
                    <a:pt x="6812" y="2620"/>
                  </a:lnTo>
                  <a:lnTo>
                    <a:pt x="6812" y="1143"/>
                  </a:lnTo>
                  <a:cubicBezTo>
                    <a:pt x="6812" y="1048"/>
                    <a:pt x="6740" y="977"/>
                    <a:pt x="6645" y="977"/>
                  </a:cubicBezTo>
                  <a:lnTo>
                    <a:pt x="6478" y="977"/>
                  </a:lnTo>
                  <a:cubicBezTo>
                    <a:pt x="6502" y="738"/>
                    <a:pt x="6431" y="524"/>
                    <a:pt x="6312" y="310"/>
                  </a:cubicBezTo>
                  <a:close/>
                  <a:moveTo>
                    <a:pt x="7788" y="1310"/>
                  </a:moveTo>
                  <a:lnTo>
                    <a:pt x="7788" y="2620"/>
                  </a:lnTo>
                  <a:lnTo>
                    <a:pt x="7455" y="2620"/>
                  </a:lnTo>
                  <a:lnTo>
                    <a:pt x="7455" y="1310"/>
                  </a:lnTo>
                  <a:close/>
                  <a:moveTo>
                    <a:pt x="2049" y="3568"/>
                  </a:moveTo>
                  <a:cubicBezTo>
                    <a:pt x="2071" y="3568"/>
                    <a:pt x="2095" y="3569"/>
                    <a:pt x="2120" y="3572"/>
                  </a:cubicBezTo>
                  <a:cubicBezTo>
                    <a:pt x="2787" y="3572"/>
                    <a:pt x="2740" y="4549"/>
                    <a:pt x="2097" y="4549"/>
                  </a:cubicBezTo>
                  <a:cubicBezTo>
                    <a:pt x="1692" y="4549"/>
                    <a:pt x="1716" y="4215"/>
                    <a:pt x="1549" y="4215"/>
                  </a:cubicBezTo>
                  <a:lnTo>
                    <a:pt x="1144" y="4215"/>
                  </a:lnTo>
                  <a:cubicBezTo>
                    <a:pt x="1049" y="4215"/>
                    <a:pt x="977" y="4144"/>
                    <a:pt x="954" y="4072"/>
                  </a:cubicBezTo>
                  <a:cubicBezTo>
                    <a:pt x="954" y="3953"/>
                    <a:pt x="1025" y="3882"/>
                    <a:pt x="1120" y="3882"/>
                  </a:cubicBezTo>
                  <a:lnTo>
                    <a:pt x="1525" y="3882"/>
                  </a:lnTo>
                  <a:cubicBezTo>
                    <a:pt x="1704" y="3882"/>
                    <a:pt x="1715" y="3568"/>
                    <a:pt x="2049" y="3568"/>
                  </a:cubicBezTo>
                  <a:close/>
                  <a:moveTo>
                    <a:pt x="2141" y="5476"/>
                  </a:moveTo>
                  <a:cubicBezTo>
                    <a:pt x="2796" y="5476"/>
                    <a:pt x="2796" y="6479"/>
                    <a:pt x="2141" y="6479"/>
                  </a:cubicBezTo>
                  <a:cubicBezTo>
                    <a:pt x="2127" y="6479"/>
                    <a:pt x="2112" y="6479"/>
                    <a:pt x="2097" y="6478"/>
                  </a:cubicBezTo>
                  <a:cubicBezTo>
                    <a:pt x="1692" y="6478"/>
                    <a:pt x="1716" y="6144"/>
                    <a:pt x="1549" y="6144"/>
                  </a:cubicBezTo>
                  <a:lnTo>
                    <a:pt x="1120" y="6144"/>
                  </a:lnTo>
                  <a:cubicBezTo>
                    <a:pt x="1025" y="6144"/>
                    <a:pt x="954" y="6073"/>
                    <a:pt x="954" y="5978"/>
                  </a:cubicBezTo>
                  <a:cubicBezTo>
                    <a:pt x="977" y="5882"/>
                    <a:pt x="1049" y="5811"/>
                    <a:pt x="1144" y="5811"/>
                  </a:cubicBezTo>
                  <a:lnTo>
                    <a:pt x="1549" y="5811"/>
                  </a:lnTo>
                  <a:cubicBezTo>
                    <a:pt x="1716" y="5811"/>
                    <a:pt x="1716" y="5477"/>
                    <a:pt x="2097" y="5477"/>
                  </a:cubicBezTo>
                  <a:cubicBezTo>
                    <a:pt x="2112" y="5476"/>
                    <a:pt x="2127" y="5476"/>
                    <a:pt x="2141" y="5476"/>
                  </a:cubicBezTo>
                  <a:close/>
                  <a:moveTo>
                    <a:pt x="2162" y="7451"/>
                  </a:moveTo>
                  <a:cubicBezTo>
                    <a:pt x="2796" y="7451"/>
                    <a:pt x="2789" y="8432"/>
                    <a:pt x="2141" y="8432"/>
                  </a:cubicBezTo>
                  <a:cubicBezTo>
                    <a:pt x="2127" y="8432"/>
                    <a:pt x="2112" y="8431"/>
                    <a:pt x="2097" y="8430"/>
                  </a:cubicBezTo>
                  <a:cubicBezTo>
                    <a:pt x="1692" y="8430"/>
                    <a:pt x="1716" y="8097"/>
                    <a:pt x="1549" y="8097"/>
                  </a:cubicBezTo>
                  <a:lnTo>
                    <a:pt x="1144" y="8097"/>
                  </a:lnTo>
                  <a:cubicBezTo>
                    <a:pt x="1049" y="8097"/>
                    <a:pt x="977" y="8026"/>
                    <a:pt x="954" y="7954"/>
                  </a:cubicBezTo>
                  <a:cubicBezTo>
                    <a:pt x="954" y="7859"/>
                    <a:pt x="1025" y="7764"/>
                    <a:pt x="1120" y="7764"/>
                  </a:cubicBezTo>
                  <a:lnTo>
                    <a:pt x="1549" y="7764"/>
                  </a:lnTo>
                  <a:cubicBezTo>
                    <a:pt x="1716" y="7764"/>
                    <a:pt x="1716" y="7454"/>
                    <a:pt x="2097" y="7454"/>
                  </a:cubicBezTo>
                  <a:cubicBezTo>
                    <a:pt x="2119" y="7452"/>
                    <a:pt x="2141" y="7451"/>
                    <a:pt x="2162" y="7451"/>
                  </a:cubicBezTo>
                  <a:close/>
                  <a:moveTo>
                    <a:pt x="811" y="0"/>
                  </a:moveTo>
                  <a:cubicBezTo>
                    <a:pt x="358" y="0"/>
                    <a:pt x="1" y="357"/>
                    <a:pt x="1" y="810"/>
                  </a:cubicBezTo>
                  <a:lnTo>
                    <a:pt x="1" y="7311"/>
                  </a:lnTo>
                  <a:cubicBezTo>
                    <a:pt x="1" y="7692"/>
                    <a:pt x="287" y="8026"/>
                    <a:pt x="668" y="8097"/>
                  </a:cubicBezTo>
                  <a:cubicBezTo>
                    <a:pt x="739" y="8288"/>
                    <a:pt x="930" y="8430"/>
                    <a:pt x="1120" y="8430"/>
                  </a:cubicBezTo>
                  <a:lnTo>
                    <a:pt x="1477" y="8430"/>
                  </a:lnTo>
                  <a:cubicBezTo>
                    <a:pt x="1628" y="8646"/>
                    <a:pt x="1867" y="8749"/>
                    <a:pt x="2107" y="8749"/>
                  </a:cubicBezTo>
                  <a:cubicBezTo>
                    <a:pt x="2398" y="8749"/>
                    <a:pt x="2691" y="8598"/>
                    <a:pt x="2835" y="8311"/>
                  </a:cubicBezTo>
                  <a:cubicBezTo>
                    <a:pt x="3097" y="7787"/>
                    <a:pt x="2716" y="7144"/>
                    <a:pt x="2120" y="7144"/>
                  </a:cubicBezTo>
                  <a:cubicBezTo>
                    <a:pt x="1858" y="7144"/>
                    <a:pt x="1620" y="7264"/>
                    <a:pt x="1477" y="7478"/>
                  </a:cubicBezTo>
                  <a:lnTo>
                    <a:pt x="1144" y="7478"/>
                  </a:lnTo>
                  <a:cubicBezTo>
                    <a:pt x="954" y="7478"/>
                    <a:pt x="763" y="7597"/>
                    <a:pt x="692" y="7764"/>
                  </a:cubicBezTo>
                  <a:cubicBezTo>
                    <a:pt x="477" y="7716"/>
                    <a:pt x="334" y="7525"/>
                    <a:pt x="334" y="7287"/>
                  </a:cubicBezTo>
                  <a:lnTo>
                    <a:pt x="334" y="5978"/>
                  </a:lnTo>
                  <a:cubicBezTo>
                    <a:pt x="430" y="6049"/>
                    <a:pt x="549" y="6097"/>
                    <a:pt x="692" y="6120"/>
                  </a:cubicBezTo>
                  <a:cubicBezTo>
                    <a:pt x="739" y="6311"/>
                    <a:pt x="930" y="6454"/>
                    <a:pt x="1144" y="6454"/>
                  </a:cubicBezTo>
                  <a:lnTo>
                    <a:pt x="1477" y="6454"/>
                  </a:lnTo>
                  <a:cubicBezTo>
                    <a:pt x="1620" y="6668"/>
                    <a:pt x="1858" y="6787"/>
                    <a:pt x="2120" y="6787"/>
                  </a:cubicBezTo>
                  <a:cubicBezTo>
                    <a:pt x="2716" y="6787"/>
                    <a:pt x="3097" y="6144"/>
                    <a:pt x="2835" y="5620"/>
                  </a:cubicBezTo>
                  <a:cubicBezTo>
                    <a:pt x="2693" y="5324"/>
                    <a:pt x="2405" y="5174"/>
                    <a:pt x="2118" y="5174"/>
                  </a:cubicBezTo>
                  <a:cubicBezTo>
                    <a:pt x="1874" y="5174"/>
                    <a:pt x="1631" y="5282"/>
                    <a:pt x="1477" y="5501"/>
                  </a:cubicBezTo>
                  <a:lnTo>
                    <a:pt x="1144" y="5501"/>
                  </a:lnTo>
                  <a:cubicBezTo>
                    <a:pt x="954" y="5501"/>
                    <a:pt x="763" y="5620"/>
                    <a:pt x="692" y="5787"/>
                  </a:cubicBezTo>
                  <a:cubicBezTo>
                    <a:pt x="477" y="5739"/>
                    <a:pt x="334" y="5549"/>
                    <a:pt x="334" y="5311"/>
                  </a:cubicBezTo>
                  <a:lnTo>
                    <a:pt x="334" y="4001"/>
                  </a:lnTo>
                  <a:cubicBezTo>
                    <a:pt x="430" y="4096"/>
                    <a:pt x="549" y="4144"/>
                    <a:pt x="692" y="4168"/>
                  </a:cubicBezTo>
                  <a:cubicBezTo>
                    <a:pt x="739" y="4358"/>
                    <a:pt x="930" y="4501"/>
                    <a:pt x="1144" y="4501"/>
                  </a:cubicBezTo>
                  <a:lnTo>
                    <a:pt x="1477" y="4501"/>
                  </a:lnTo>
                  <a:cubicBezTo>
                    <a:pt x="1643" y="4728"/>
                    <a:pt x="1879" y="4830"/>
                    <a:pt x="2111" y="4830"/>
                  </a:cubicBezTo>
                  <a:cubicBezTo>
                    <a:pt x="2514" y="4830"/>
                    <a:pt x="2906" y="4523"/>
                    <a:pt x="2906" y="4025"/>
                  </a:cubicBezTo>
                  <a:cubicBezTo>
                    <a:pt x="2906" y="3526"/>
                    <a:pt x="2514" y="3220"/>
                    <a:pt x="2111" y="3220"/>
                  </a:cubicBezTo>
                  <a:cubicBezTo>
                    <a:pt x="1879" y="3220"/>
                    <a:pt x="1643" y="3322"/>
                    <a:pt x="1477" y="3548"/>
                  </a:cubicBezTo>
                  <a:lnTo>
                    <a:pt x="1144" y="3548"/>
                  </a:lnTo>
                  <a:cubicBezTo>
                    <a:pt x="954" y="3548"/>
                    <a:pt x="763" y="3668"/>
                    <a:pt x="692" y="3834"/>
                  </a:cubicBezTo>
                  <a:cubicBezTo>
                    <a:pt x="477" y="3787"/>
                    <a:pt x="334" y="3596"/>
                    <a:pt x="334" y="3358"/>
                  </a:cubicBezTo>
                  <a:lnTo>
                    <a:pt x="334" y="762"/>
                  </a:lnTo>
                  <a:cubicBezTo>
                    <a:pt x="334" y="500"/>
                    <a:pt x="549" y="286"/>
                    <a:pt x="811" y="286"/>
                  </a:cubicBezTo>
                  <a:lnTo>
                    <a:pt x="4383" y="286"/>
                  </a:lnTo>
                  <a:cubicBezTo>
                    <a:pt x="4669" y="286"/>
                    <a:pt x="4883" y="500"/>
                    <a:pt x="4883" y="762"/>
                  </a:cubicBezTo>
                  <a:lnTo>
                    <a:pt x="4883" y="953"/>
                  </a:lnTo>
                  <a:lnTo>
                    <a:pt x="4692" y="953"/>
                  </a:lnTo>
                  <a:cubicBezTo>
                    <a:pt x="4621" y="953"/>
                    <a:pt x="4550" y="1024"/>
                    <a:pt x="4550" y="1096"/>
                  </a:cubicBezTo>
                  <a:lnTo>
                    <a:pt x="4550" y="2572"/>
                  </a:lnTo>
                  <a:lnTo>
                    <a:pt x="4049" y="2572"/>
                  </a:lnTo>
                  <a:cubicBezTo>
                    <a:pt x="3978" y="2572"/>
                    <a:pt x="3907" y="2644"/>
                    <a:pt x="3907" y="2739"/>
                  </a:cubicBezTo>
                  <a:lnTo>
                    <a:pt x="3907" y="3215"/>
                  </a:lnTo>
                  <a:lnTo>
                    <a:pt x="3430" y="3215"/>
                  </a:lnTo>
                  <a:cubicBezTo>
                    <a:pt x="3335" y="3215"/>
                    <a:pt x="3264" y="3287"/>
                    <a:pt x="3264" y="3382"/>
                  </a:cubicBezTo>
                  <a:lnTo>
                    <a:pt x="3264" y="5239"/>
                  </a:lnTo>
                  <a:cubicBezTo>
                    <a:pt x="3264" y="5263"/>
                    <a:pt x="3264" y="5287"/>
                    <a:pt x="3287" y="5311"/>
                  </a:cubicBezTo>
                  <a:cubicBezTo>
                    <a:pt x="3320" y="5351"/>
                    <a:pt x="3366" y="5370"/>
                    <a:pt x="3412" y="5370"/>
                  </a:cubicBezTo>
                  <a:cubicBezTo>
                    <a:pt x="3501" y="5370"/>
                    <a:pt x="3589" y="5301"/>
                    <a:pt x="3573" y="5192"/>
                  </a:cubicBezTo>
                  <a:lnTo>
                    <a:pt x="3573" y="3525"/>
                  </a:lnTo>
                  <a:lnTo>
                    <a:pt x="5073" y="3525"/>
                  </a:lnTo>
                  <a:cubicBezTo>
                    <a:pt x="5097" y="3525"/>
                    <a:pt x="5121" y="3525"/>
                    <a:pt x="5145" y="3501"/>
                  </a:cubicBezTo>
                  <a:cubicBezTo>
                    <a:pt x="5240" y="3406"/>
                    <a:pt x="5169" y="3215"/>
                    <a:pt x="5026" y="3215"/>
                  </a:cubicBezTo>
                  <a:lnTo>
                    <a:pt x="4240" y="3215"/>
                  </a:lnTo>
                  <a:lnTo>
                    <a:pt x="4240" y="2882"/>
                  </a:lnTo>
                  <a:lnTo>
                    <a:pt x="8455" y="2882"/>
                  </a:lnTo>
                  <a:lnTo>
                    <a:pt x="8455" y="3215"/>
                  </a:lnTo>
                  <a:lnTo>
                    <a:pt x="5693" y="3215"/>
                  </a:lnTo>
                  <a:cubicBezTo>
                    <a:pt x="5621" y="3215"/>
                    <a:pt x="5550" y="3287"/>
                    <a:pt x="5526" y="3358"/>
                  </a:cubicBezTo>
                  <a:cubicBezTo>
                    <a:pt x="5526" y="3453"/>
                    <a:pt x="5597" y="3525"/>
                    <a:pt x="5693" y="3525"/>
                  </a:cubicBezTo>
                  <a:lnTo>
                    <a:pt x="9098" y="3525"/>
                  </a:lnTo>
                  <a:lnTo>
                    <a:pt x="9098" y="6454"/>
                  </a:lnTo>
                  <a:lnTo>
                    <a:pt x="3573" y="6454"/>
                  </a:lnTo>
                  <a:lnTo>
                    <a:pt x="3573" y="5858"/>
                  </a:lnTo>
                  <a:cubicBezTo>
                    <a:pt x="3573" y="5811"/>
                    <a:pt x="3549" y="5787"/>
                    <a:pt x="3549" y="5787"/>
                  </a:cubicBezTo>
                  <a:cubicBezTo>
                    <a:pt x="3508" y="5745"/>
                    <a:pt x="3460" y="5727"/>
                    <a:pt x="3416" y="5727"/>
                  </a:cubicBezTo>
                  <a:cubicBezTo>
                    <a:pt x="3334" y="5727"/>
                    <a:pt x="3264" y="5790"/>
                    <a:pt x="3264" y="5882"/>
                  </a:cubicBezTo>
                  <a:lnTo>
                    <a:pt x="3264" y="10502"/>
                  </a:lnTo>
                  <a:cubicBezTo>
                    <a:pt x="3264" y="10598"/>
                    <a:pt x="3335" y="10669"/>
                    <a:pt x="3430" y="10669"/>
                  </a:cubicBezTo>
                  <a:lnTo>
                    <a:pt x="7836" y="10669"/>
                  </a:lnTo>
                  <a:cubicBezTo>
                    <a:pt x="7860" y="10669"/>
                    <a:pt x="7884" y="10645"/>
                    <a:pt x="7884" y="10645"/>
                  </a:cubicBezTo>
                  <a:cubicBezTo>
                    <a:pt x="8003" y="10526"/>
                    <a:pt x="7931" y="10359"/>
                    <a:pt x="7788" y="10359"/>
                  </a:cubicBezTo>
                  <a:lnTo>
                    <a:pt x="3573" y="10359"/>
                  </a:lnTo>
                  <a:lnTo>
                    <a:pt x="3573" y="6811"/>
                  </a:lnTo>
                  <a:lnTo>
                    <a:pt x="9098" y="6811"/>
                  </a:lnTo>
                  <a:lnTo>
                    <a:pt x="9098" y="10383"/>
                  </a:lnTo>
                  <a:lnTo>
                    <a:pt x="8431" y="10383"/>
                  </a:lnTo>
                  <a:cubicBezTo>
                    <a:pt x="8217" y="10383"/>
                    <a:pt x="8217" y="10717"/>
                    <a:pt x="8431" y="10717"/>
                  </a:cubicBezTo>
                  <a:lnTo>
                    <a:pt x="9074" y="10717"/>
                  </a:lnTo>
                  <a:cubicBezTo>
                    <a:pt x="9241" y="10717"/>
                    <a:pt x="9384" y="10574"/>
                    <a:pt x="9384" y="10407"/>
                  </a:cubicBezTo>
                  <a:lnTo>
                    <a:pt x="9384" y="3572"/>
                  </a:lnTo>
                  <a:cubicBezTo>
                    <a:pt x="9384" y="3406"/>
                    <a:pt x="9241" y="3263"/>
                    <a:pt x="9074" y="3263"/>
                  </a:cubicBezTo>
                  <a:lnTo>
                    <a:pt x="9098" y="3239"/>
                  </a:lnTo>
                  <a:lnTo>
                    <a:pt x="8741" y="3239"/>
                  </a:lnTo>
                  <a:lnTo>
                    <a:pt x="8741" y="2763"/>
                  </a:lnTo>
                  <a:cubicBezTo>
                    <a:pt x="8741" y="2667"/>
                    <a:pt x="8669" y="2596"/>
                    <a:pt x="8574" y="2596"/>
                  </a:cubicBezTo>
                  <a:lnTo>
                    <a:pt x="8098" y="2596"/>
                  </a:lnTo>
                  <a:lnTo>
                    <a:pt x="8098" y="1143"/>
                  </a:lnTo>
                  <a:cubicBezTo>
                    <a:pt x="8098" y="1048"/>
                    <a:pt x="8026" y="977"/>
                    <a:pt x="7931" y="977"/>
                  </a:cubicBezTo>
                  <a:lnTo>
                    <a:pt x="7788" y="977"/>
                  </a:lnTo>
                  <a:lnTo>
                    <a:pt x="7788" y="810"/>
                  </a:lnTo>
                  <a:cubicBezTo>
                    <a:pt x="7788" y="357"/>
                    <a:pt x="7431" y="0"/>
                    <a:pt x="69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9"/>
            <p:cNvSpPr/>
            <p:nvPr/>
          </p:nvSpPr>
          <p:spPr>
            <a:xfrm>
              <a:off x="6654705" y="3405789"/>
              <a:ext cx="11214" cy="10442"/>
            </a:xfrm>
            <a:custGeom>
              <a:avLst/>
              <a:gdLst/>
              <a:ahLst/>
              <a:cxnLst/>
              <a:rect l="l" t="t" r="r" b="b"/>
              <a:pathLst>
                <a:path w="334" h="311" extrusionOk="0">
                  <a:moveTo>
                    <a:pt x="167" y="1"/>
                  </a:moveTo>
                  <a:cubicBezTo>
                    <a:pt x="0" y="25"/>
                    <a:pt x="0" y="287"/>
                    <a:pt x="167" y="310"/>
                  </a:cubicBezTo>
                  <a:cubicBezTo>
                    <a:pt x="262" y="310"/>
                    <a:pt x="334" y="239"/>
                    <a:pt x="334" y="168"/>
                  </a:cubicBezTo>
                  <a:cubicBezTo>
                    <a:pt x="334" y="72"/>
                    <a:pt x="262"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9"/>
            <p:cNvSpPr/>
            <p:nvPr/>
          </p:nvSpPr>
          <p:spPr>
            <a:xfrm>
              <a:off x="6632310" y="3406595"/>
              <a:ext cx="12423" cy="8427"/>
            </a:xfrm>
            <a:custGeom>
              <a:avLst/>
              <a:gdLst/>
              <a:ahLst/>
              <a:cxnLst/>
              <a:rect l="l" t="t" r="r" b="b"/>
              <a:pathLst>
                <a:path w="370" h="251" extrusionOk="0">
                  <a:moveTo>
                    <a:pt x="188" y="1"/>
                  </a:moveTo>
                  <a:cubicBezTo>
                    <a:pt x="96" y="1"/>
                    <a:pt x="0" y="48"/>
                    <a:pt x="24" y="144"/>
                  </a:cubicBezTo>
                  <a:cubicBezTo>
                    <a:pt x="48" y="215"/>
                    <a:pt x="113" y="251"/>
                    <a:pt x="179" y="251"/>
                  </a:cubicBezTo>
                  <a:cubicBezTo>
                    <a:pt x="244" y="251"/>
                    <a:pt x="310" y="215"/>
                    <a:pt x="334" y="144"/>
                  </a:cubicBezTo>
                  <a:cubicBezTo>
                    <a:pt x="369" y="48"/>
                    <a:pt x="280" y="1"/>
                    <a:pt x="1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9"/>
            <p:cNvSpPr/>
            <p:nvPr/>
          </p:nvSpPr>
          <p:spPr>
            <a:xfrm>
              <a:off x="6611527" y="3405789"/>
              <a:ext cx="10408" cy="10442"/>
            </a:xfrm>
            <a:custGeom>
              <a:avLst/>
              <a:gdLst/>
              <a:ahLst/>
              <a:cxnLst/>
              <a:rect l="l" t="t" r="r" b="b"/>
              <a:pathLst>
                <a:path w="310" h="311" extrusionOk="0">
                  <a:moveTo>
                    <a:pt x="167" y="1"/>
                  </a:moveTo>
                  <a:cubicBezTo>
                    <a:pt x="72" y="1"/>
                    <a:pt x="0" y="72"/>
                    <a:pt x="0" y="168"/>
                  </a:cubicBezTo>
                  <a:cubicBezTo>
                    <a:pt x="0" y="239"/>
                    <a:pt x="72" y="310"/>
                    <a:pt x="167" y="310"/>
                  </a:cubicBezTo>
                  <a:cubicBezTo>
                    <a:pt x="238" y="310"/>
                    <a:pt x="310" y="239"/>
                    <a:pt x="310" y="168"/>
                  </a:cubicBezTo>
                  <a:cubicBezTo>
                    <a:pt x="310" y="72"/>
                    <a:pt x="238"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9"/>
            <p:cNvSpPr/>
            <p:nvPr/>
          </p:nvSpPr>
          <p:spPr>
            <a:xfrm>
              <a:off x="6589938" y="3405789"/>
              <a:ext cx="10408" cy="10442"/>
            </a:xfrm>
            <a:custGeom>
              <a:avLst/>
              <a:gdLst/>
              <a:ahLst/>
              <a:cxnLst/>
              <a:rect l="l" t="t" r="r" b="b"/>
              <a:pathLst>
                <a:path w="310" h="311" extrusionOk="0">
                  <a:moveTo>
                    <a:pt x="167" y="1"/>
                  </a:moveTo>
                  <a:cubicBezTo>
                    <a:pt x="72" y="1"/>
                    <a:pt x="0" y="72"/>
                    <a:pt x="0" y="168"/>
                  </a:cubicBezTo>
                  <a:cubicBezTo>
                    <a:pt x="0" y="239"/>
                    <a:pt x="72" y="310"/>
                    <a:pt x="167" y="310"/>
                  </a:cubicBezTo>
                  <a:cubicBezTo>
                    <a:pt x="238" y="310"/>
                    <a:pt x="310" y="239"/>
                    <a:pt x="310" y="168"/>
                  </a:cubicBezTo>
                  <a:cubicBezTo>
                    <a:pt x="310" y="72"/>
                    <a:pt x="238"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9"/>
            <p:cNvSpPr/>
            <p:nvPr/>
          </p:nvSpPr>
          <p:spPr>
            <a:xfrm>
              <a:off x="6546761" y="3428050"/>
              <a:ext cx="75980" cy="53754"/>
            </a:xfrm>
            <a:custGeom>
              <a:avLst/>
              <a:gdLst/>
              <a:ahLst/>
              <a:cxnLst/>
              <a:rect l="l" t="t" r="r" b="b"/>
              <a:pathLst>
                <a:path w="2263" h="1601" extrusionOk="0">
                  <a:moveTo>
                    <a:pt x="1929" y="314"/>
                  </a:moveTo>
                  <a:lnTo>
                    <a:pt x="1929" y="1291"/>
                  </a:lnTo>
                  <a:lnTo>
                    <a:pt x="310" y="1291"/>
                  </a:lnTo>
                  <a:lnTo>
                    <a:pt x="310" y="314"/>
                  </a:lnTo>
                  <a:close/>
                  <a:moveTo>
                    <a:pt x="131" y="0"/>
                  </a:moveTo>
                  <a:cubicBezTo>
                    <a:pt x="54" y="0"/>
                    <a:pt x="0" y="65"/>
                    <a:pt x="0" y="148"/>
                  </a:cubicBezTo>
                  <a:lnTo>
                    <a:pt x="0" y="1434"/>
                  </a:lnTo>
                  <a:cubicBezTo>
                    <a:pt x="0" y="1529"/>
                    <a:pt x="72" y="1600"/>
                    <a:pt x="167" y="1600"/>
                  </a:cubicBezTo>
                  <a:lnTo>
                    <a:pt x="2096" y="1600"/>
                  </a:lnTo>
                  <a:cubicBezTo>
                    <a:pt x="2191" y="1600"/>
                    <a:pt x="2263" y="1529"/>
                    <a:pt x="2239" y="1434"/>
                  </a:cubicBezTo>
                  <a:lnTo>
                    <a:pt x="2239" y="148"/>
                  </a:lnTo>
                  <a:cubicBezTo>
                    <a:pt x="2239" y="52"/>
                    <a:pt x="2191" y="5"/>
                    <a:pt x="2096" y="5"/>
                  </a:cubicBezTo>
                  <a:lnTo>
                    <a:pt x="167" y="5"/>
                  </a:lnTo>
                  <a:cubicBezTo>
                    <a:pt x="154" y="2"/>
                    <a:pt x="142" y="0"/>
                    <a:pt x="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9"/>
            <p:cNvSpPr/>
            <p:nvPr/>
          </p:nvSpPr>
          <p:spPr>
            <a:xfrm>
              <a:off x="6496365" y="3427815"/>
              <a:ext cx="37638" cy="32400"/>
            </a:xfrm>
            <a:custGeom>
              <a:avLst/>
              <a:gdLst/>
              <a:ahLst/>
              <a:cxnLst/>
              <a:rect l="l" t="t" r="r" b="b"/>
              <a:pathLst>
                <a:path w="1121" h="965" extrusionOk="0">
                  <a:moveTo>
                    <a:pt x="537" y="400"/>
                  </a:moveTo>
                  <a:cubicBezTo>
                    <a:pt x="645" y="400"/>
                    <a:pt x="842" y="637"/>
                    <a:pt x="644" y="655"/>
                  </a:cubicBezTo>
                  <a:cubicBezTo>
                    <a:pt x="549" y="655"/>
                    <a:pt x="477" y="559"/>
                    <a:pt x="477" y="488"/>
                  </a:cubicBezTo>
                  <a:cubicBezTo>
                    <a:pt x="477" y="424"/>
                    <a:pt x="502" y="400"/>
                    <a:pt x="537" y="400"/>
                  </a:cubicBezTo>
                  <a:close/>
                  <a:moveTo>
                    <a:pt x="626" y="1"/>
                  </a:moveTo>
                  <a:cubicBezTo>
                    <a:pt x="513" y="1"/>
                    <a:pt x="400" y="41"/>
                    <a:pt x="310" y="131"/>
                  </a:cubicBezTo>
                  <a:cubicBezTo>
                    <a:pt x="1" y="440"/>
                    <a:pt x="215" y="964"/>
                    <a:pt x="644" y="964"/>
                  </a:cubicBezTo>
                  <a:cubicBezTo>
                    <a:pt x="906" y="964"/>
                    <a:pt x="1120" y="750"/>
                    <a:pt x="1120" y="488"/>
                  </a:cubicBezTo>
                  <a:cubicBezTo>
                    <a:pt x="1120" y="194"/>
                    <a:pt x="873" y="1"/>
                    <a:pt x="6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9"/>
            <p:cNvSpPr/>
            <p:nvPr/>
          </p:nvSpPr>
          <p:spPr>
            <a:xfrm>
              <a:off x="6503584" y="3570508"/>
              <a:ext cx="106366" cy="41599"/>
            </a:xfrm>
            <a:custGeom>
              <a:avLst/>
              <a:gdLst/>
              <a:ahLst/>
              <a:cxnLst/>
              <a:rect l="l" t="t" r="r" b="b"/>
              <a:pathLst>
                <a:path w="3168" h="1239" extrusionOk="0">
                  <a:moveTo>
                    <a:pt x="2858" y="334"/>
                  </a:moveTo>
                  <a:lnTo>
                    <a:pt x="2858" y="929"/>
                  </a:lnTo>
                  <a:lnTo>
                    <a:pt x="334" y="929"/>
                  </a:lnTo>
                  <a:lnTo>
                    <a:pt x="334" y="334"/>
                  </a:lnTo>
                  <a:close/>
                  <a:moveTo>
                    <a:pt x="167" y="1"/>
                  </a:moveTo>
                  <a:cubicBezTo>
                    <a:pt x="72" y="1"/>
                    <a:pt x="0" y="72"/>
                    <a:pt x="24" y="167"/>
                  </a:cubicBezTo>
                  <a:lnTo>
                    <a:pt x="24" y="1072"/>
                  </a:lnTo>
                  <a:cubicBezTo>
                    <a:pt x="24" y="1168"/>
                    <a:pt x="72" y="1239"/>
                    <a:pt x="167" y="1239"/>
                  </a:cubicBezTo>
                  <a:lnTo>
                    <a:pt x="3001" y="1239"/>
                  </a:lnTo>
                  <a:cubicBezTo>
                    <a:pt x="3096" y="1239"/>
                    <a:pt x="3167" y="1168"/>
                    <a:pt x="3167" y="1072"/>
                  </a:cubicBezTo>
                  <a:lnTo>
                    <a:pt x="3167" y="167"/>
                  </a:lnTo>
                  <a:cubicBezTo>
                    <a:pt x="3167" y="72"/>
                    <a:pt x="3096" y="1"/>
                    <a:pt x="3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9" name="Google Shape;1029;p49"/>
          <p:cNvGrpSpPr/>
          <p:nvPr/>
        </p:nvGrpSpPr>
        <p:grpSpPr>
          <a:xfrm>
            <a:off x="4468437" y="2917260"/>
            <a:ext cx="207124" cy="358212"/>
            <a:chOff x="7979574" y="3275485"/>
            <a:chExt cx="207124" cy="358212"/>
          </a:xfrm>
        </p:grpSpPr>
        <p:sp>
          <p:nvSpPr>
            <p:cNvPr id="1030" name="Google Shape;1030;p49"/>
            <p:cNvSpPr/>
            <p:nvPr/>
          </p:nvSpPr>
          <p:spPr>
            <a:xfrm>
              <a:off x="7979574" y="3275485"/>
              <a:ext cx="207124" cy="358212"/>
            </a:xfrm>
            <a:custGeom>
              <a:avLst/>
              <a:gdLst/>
              <a:ahLst/>
              <a:cxnLst/>
              <a:rect l="l" t="t" r="r" b="b"/>
              <a:pathLst>
                <a:path w="6169" h="10669" extrusionOk="0">
                  <a:moveTo>
                    <a:pt x="1953" y="310"/>
                  </a:moveTo>
                  <a:lnTo>
                    <a:pt x="1953" y="1953"/>
                  </a:lnTo>
                  <a:lnTo>
                    <a:pt x="1620" y="1953"/>
                  </a:lnTo>
                  <a:lnTo>
                    <a:pt x="1620" y="310"/>
                  </a:lnTo>
                  <a:close/>
                  <a:moveTo>
                    <a:pt x="2596" y="310"/>
                  </a:moveTo>
                  <a:lnTo>
                    <a:pt x="2596" y="1953"/>
                  </a:lnTo>
                  <a:lnTo>
                    <a:pt x="2263" y="1953"/>
                  </a:lnTo>
                  <a:lnTo>
                    <a:pt x="2263" y="310"/>
                  </a:lnTo>
                  <a:close/>
                  <a:moveTo>
                    <a:pt x="3263" y="310"/>
                  </a:moveTo>
                  <a:lnTo>
                    <a:pt x="3263" y="1953"/>
                  </a:lnTo>
                  <a:lnTo>
                    <a:pt x="2906" y="1953"/>
                  </a:lnTo>
                  <a:lnTo>
                    <a:pt x="2906" y="310"/>
                  </a:lnTo>
                  <a:close/>
                  <a:moveTo>
                    <a:pt x="3882" y="310"/>
                  </a:moveTo>
                  <a:lnTo>
                    <a:pt x="3882" y="1953"/>
                  </a:lnTo>
                  <a:lnTo>
                    <a:pt x="3549" y="1953"/>
                  </a:lnTo>
                  <a:lnTo>
                    <a:pt x="3549" y="310"/>
                  </a:lnTo>
                  <a:close/>
                  <a:moveTo>
                    <a:pt x="4549" y="310"/>
                  </a:moveTo>
                  <a:lnTo>
                    <a:pt x="4549" y="1953"/>
                  </a:lnTo>
                  <a:lnTo>
                    <a:pt x="4216" y="1953"/>
                  </a:lnTo>
                  <a:lnTo>
                    <a:pt x="4216" y="310"/>
                  </a:lnTo>
                  <a:close/>
                  <a:moveTo>
                    <a:pt x="4549" y="2286"/>
                  </a:moveTo>
                  <a:lnTo>
                    <a:pt x="4549" y="2620"/>
                  </a:lnTo>
                  <a:lnTo>
                    <a:pt x="1620" y="2620"/>
                  </a:lnTo>
                  <a:lnTo>
                    <a:pt x="1620" y="2286"/>
                  </a:lnTo>
                  <a:close/>
                  <a:moveTo>
                    <a:pt x="4192" y="2929"/>
                  </a:moveTo>
                  <a:lnTo>
                    <a:pt x="4192" y="3263"/>
                  </a:lnTo>
                  <a:lnTo>
                    <a:pt x="1930" y="3263"/>
                  </a:lnTo>
                  <a:lnTo>
                    <a:pt x="1930" y="2929"/>
                  </a:lnTo>
                  <a:close/>
                  <a:moveTo>
                    <a:pt x="5049" y="3572"/>
                  </a:moveTo>
                  <a:cubicBezTo>
                    <a:pt x="5478" y="3572"/>
                    <a:pt x="5835" y="3906"/>
                    <a:pt x="5835" y="4358"/>
                  </a:cubicBezTo>
                  <a:lnTo>
                    <a:pt x="5835" y="4549"/>
                  </a:lnTo>
                  <a:lnTo>
                    <a:pt x="286" y="4549"/>
                  </a:lnTo>
                  <a:lnTo>
                    <a:pt x="286" y="4358"/>
                  </a:lnTo>
                  <a:cubicBezTo>
                    <a:pt x="286" y="3906"/>
                    <a:pt x="644" y="3572"/>
                    <a:pt x="1072" y="3572"/>
                  </a:cubicBezTo>
                  <a:close/>
                  <a:moveTo>
                    <a:pt x="2930" y="6811"/>
                  </a:moveTo>
                  <a:lnTo>
                    <a:pt x="2930" y="9073"/>
                  </a:lnTo>
                  <a:lnTo>
                    <a:pt x="334" y="9073"/>
                  </a:lnTo>
                  <a:lnTo>
                    <a:pt x="334" y="6811"/>
                  </a:lnTo>
                  <a:close/>
                  <a:moveTo>
                    <a:pt x="1596" y="0"/>
                  </a:moveTo>
                  <a:cubicBezTo>
                    <a:pt x="1430" y="0"/>
                    <a:pt x="1310" y="143"/>
                    <a:pt x="1310" y="310"/>
                  </a:cubicBezTo>
                  <a:lnTo>
                    <a:pt x="1310" y="1977"/>
                  </a:lnTo>
                  <a:cubicBezTo>
                    <a:pt x="1310" y="2024"/>
                    <a:pt x="1310" y="2072"/>
                    <a:pt x="1334" y="2120"/>
                  </a:cubicBezTo>
                  <a:cubicBezTo>
                    <a:pt x="1310" y="2167"/>
                    <a:pt x="1310" y="2215"/>
                    <a:pt x="1310" y="2262"/>
                  </a:cubicBezTo>
                  <a:lnTo>
                    <a:pt x="1310" y="2644"/>
                  </a:lnTo>
                  <a:cubicBezTo>
                    <a:pt x="1310" y="2786"/>
                    <a:pt x="1430" y="2929"/>
                    <a:pt x="1596" y="2929"/>
                  </a:cubicBezTo>
                  <a:lnTo>
                    <a:pt x="1644" y="2929"/>
                  </a:lnTo>
                  <a:lnTo>
                    <a:pt x="1644" y="3263"/>
                  </a:lnTo>
                  <a:lnTo>
                    <a:pt x="1096" y="3263"/>
                  </a:lnTo>
                  <a:cubicBezTo>
                    <a:pt x="1096" y="3263"/>
                    <a:pt x="1" y="3739"/>
                    <a:pt x="1" y="4358"/>
                  </a:cubicBezTo>
                  <a:lnTo>
                    <a:pt x="1" y="5311"/>
                  </a:lnTo>
                  <a:cubicBezTo>
                    <a:pt x="1" y="5406"/>
                    <a:pt x="72" y="5477"/>
                    <a:pt x="167" y="5477"/>
                  </a:cubicBezTo>
                  <a:cubicBezTo>
                    <a:pt x="239" y="5477"/>
                    <a:pt x="310" y="5311"/>
                    <a:pt x="310" y="5311"/>
                  </a:cubicBezTo>
                  <a:lnTo>
                    <a:pt x="310" y="4858"/>
                  </a:lnTo>
                  <a:lnTo>
                    <a:pt x="5835" y="4858"/>
                  </a:lnTo>
                  <a:lnTo>
                    <a:pt x="5835" y="6501"/>
                  </a:lnTo>
                  <a:lnTo>
                    <a:pt x="310" y="6501"/>
                  </a:lnTo>
                  <a:lnTo>
                    <a:pt x="310" y="6025"/>
                  </a:lnTo>
                  <a:cubicBezTo>
                    <a:pt x="310" y="6025"/>
                    <a:pt x="263" y="5858"/>
                    <a:pt x="167" y="5858"/>
                  </a:cubicBezTo>
                  <a:cubicBezTo>
                    <a:pt x="96" y="5858"/>
                    <a:pt x="25" y="5930"/>
                    <a:pt x="25" y="6025"/>
                  </a:cubicBezTo>
                  <a:lnTo>
                    <a:pt x="25" y="10121"/>
                  </a:lnTo>
                  <a:cubicBezTo>
                    <a:pt x="25" y="10431"/>
                    <a:pt x="286" y="10669"/>
                    <a:pt x="596" y="10669"/>
                  </a:cubicBezTo>
                  <a:lnTo>
                    <a:pt x="3478" y="10669"/>
                  </a:lnTo>
                  <a:cubicBezTo>
                    <a:pt x="3549" y="10669"/>
                    <a:pt x="3621" y="10598"/>
                    <a:pt x="3621" y="10526"/>
                  </a:cubicBezTo>
                  <a:cubicBezTo>
                    <a:pt x="3621" y="10431"/>
                    <a:pt x="3478" y="10359"/>
                    <a:pt x="3478" y="10359"/>
                  </a:cubicBezTo>
                  <a:lnTo>
                    <a:pt x="596" y="10359"/>
                  </a:lnTo>
                  <a:cubicBezTo>
                    <a:pt x="429" y="10359"/>
                    <a:pt x="334" y="10240"/>
                    <a:pt x="334" y="10097"/>
                  </a:cubicBezTo>
                  <a:lnTo>
                    <a:pt x="334" y="9383"/>
                  </a:lnTo>
                  <a:lnTo>
                    <a:pt x="5859" y="9383"/>
                  </a:lnTo>
                  <a:lnTo>
                    <a:pt x="5859" y="10264"/>
                  </a:lnTo>
                  <a:cubicBezTo>
                    <a:pt x="5859" y="10312"/>
                    <a:pt x="5811" y="10336"/>
                    <a:pt x="5788" y="10336"/>
                  </a:cubicBezTo>
                  <a:lnTo>
                    <a:pt x="4073" y="10336"/>
                  </a:lnTo>
                  <a:cubicBezTo>
                    <a:pt x="3930" y="10431"/>
                    <a:pt x="4002" y="10645"/>
                    <a:pt x="4168" y="10645"/>
                  </a:cubicBezTo>
                  <a:lnTo>
                    <a:pt x="6002" y="10645"/>
                  </a:lnTo>
                  <a:cubicBezTo>
                    <a:pt x="6097" y="10645"/>
                    <a:pt x="6169" y="10574"/>
                    <a:pt x="6169" y="10478"/>
                  </a:cubicBezTo>
                  <a:lnTo>
                    <a:pt x="6169" y="7906"/>
                  </a:lnTo>
                  <a:cubicBezTo>
                    <a:pt x="6169" y="7906"/>
                    <a:pt x="6169" y="7883"/>
                    <a:pt x="6169" y="7883"/>
                  </a:cubicBezTo>
                  <a:cubicBezTo>
                    <a:pt x="6132" y="7836"/>
                    <a:pt x="6080" y="7815"/>
                    <a:pt x="6029" y="7815"/>
                  </a:cubicBezTo>
                  <a:cubicBezTo>
                    <a:pt x="5950" y="7815"/>
                    <a:pt x="5874" y="7867"/>
                    <a:pt x="5859" y="7954"/>
                  </a:cubicBezTo>
                  <a:lnTo>
                    <a:pt x="5859" y="9026"/>
                  </a:lnTo>
                  <a:lnTo>
                    <a:pt x="3239" y="9026"/>
                  </a:lnTo>
                  <a:lnTo>
                    <a:pt x="3239" y="6811"/>
                  </a:lnTo>
                  <a:lnTo>
                    <a:pt x="5835" y="6811"/>
                  </a:lnTo>
                  <a:lnTo>
                    <a:pt x="5835" y="7311"/>
                  </a:lnTo>
                  <a:cubicBezTo>
                    <a:pt x="5835" y="7406"/>
                    <a:pt x="5907" y="7478"/>
                    <a:pt x="5978" y="7478"/>
                  </a:cubicBezTo>
                  <a:cubicBezTo>
                    <a:pt x="5991" y="7481"/>
                    <a:pt x="6003" y="7482"/>
                    <a:pt x="6014" y="7482"/>
                  </a:cubicBezTo>
                  <a:cubicBezTo>
                    <a:pt x="6091" y="7482"/>
                    <a:pt x="6145" y="7418"/>
                    <a:pt x="6145" y="7335"/>
                  </a:cubicBezTo>
                  <a:lnTo>
                    <a:pt x="6145" y="4358"/>
                  </a:lnTo>
                  <a:cubicBezTo>
                    <a:pt x="6145" y="3753"/>
                    <a:pt x="5690" y="3262"/>
                    <a:pt x="5092" y="3262"/>
                  </a:cubicBezTo>
                  <a:cubicBezTo>
                    <a:pt x="5078" y="3262"/>
                    <a:pt x="5064" y="3262"/>
                    <a:pt x="5049" y="3263"/>
                  </a:cubicBezTo>
                  <a:lnTo>
                    <a:pt x="4549" y="3263"/>
                  </a:lnTo>
                  <a:lnTo>
                    <a:pt x="4549" y="2905"/>
                  </a:lnTo>
                  <a:cubicBezTo>
                    <a:pt x="4716" y="2905"/>
                    <a:pt x="4835" y="2763"/>
                    <a:pt x="4835" y="2596"/>
                  </a:cubicBezTo>
                  <a:lnTo>
                    <a:pt x="4835" y="2239"/>
                  </a:lnTo>
                  <a:cubicBezTo>
                    <a:pt x="4835" y="2191"/>
                    <a:pt x="4835" y="2143"/>
                    <a:pt x="4811" y="2096"/>
                  </a:cubicBezTo>
                  <a:cubicBezTo>
                    <a:pt x="4835" y="2048"/>
                    <a:pt x="4835" y="2001"/>
                    <a:pt x="4835" y="1953"/>
                  </a:cubicBezTo>
                  <a:lnTo>
                    <a:pt x="4835" y="310"/>
                  </a:lnTo>
                  <a:cubicBezTo>
                    <a:pt x="4835" y="143"/>
                    <a:pt x="4716" y="0"/>
                    <a:pt x="45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9"/>
            <p:cNvSpPr/>
            <p:nvPr/>
          </p:nvSpPr>
          <p:spPr>
            <a:xfrm>
              <a:off x="7997973" y="3515009"/>
              <a:ext cx="73596" cy="54123"/>
            </a:xfrm>
            <a:custGeom>
              <a:avLst/>
              <a:gdLst/>
              <a:ahLst/>
              <a:cxnLst/>
              <a:rect l="l" t="t" r="r" b="b"/>
              <a:pathLst>
                <a:path w="2192" h="1612" extrusionOk="0">
                  <a:moveTo>
                    <a:pt x="1453" y="320"/>
                  </a:moveTo>
                  <a:cubicBezTo>
                    <a:pt x="1644" y="320"/>
                    <a:pt x="1763" y="558"/>
                    <a:pt x="1620" y="701"/>
                  </a:cubicBezTo>
                  <a:lnTo>
                    <a:pt x="1096" y="1225"/>
                  </a:lnTo>
                  <a:lnTo>
                    <a:pt x="572" y="701"/>
                  </a:lnTo>
                  <a:cubicBezTo>
                    <a:pt x="432" y="561"/>
                    <a:pt x="521" y="329"/>
                    <a:pt x="727" y="320"/>
                  </a:cubicBezTo>
                  <a:lnTo>
                    <a:pt x="727" y="320"/>
                  </a:lnTo>
                  <a:cubicBezTo>
                    <a:pt x="818" y="324"/>
                    <a:pt x="906" y="372"/>
                    <a:pt x="929" y="463"/>
                  </a:cubicBezTo>
                  <a:cubicBezTo>
                    <a:pt x="953" y="534"/>
                    <a:pt x="1019" y="570"/>
                    <a:pt x="1084" y="570"/>
                  </a:cubicBezTo>
                  <a:cubicBezTo>
                    <a:pt x="1149" y="570"/>
                    <a:pt x="1215" y="534"/>
                    <a:pt x="1239" y="463"/>
                  </a:cubicBezTo>
                  <a:cubicBezTo>
                    <a:pt x="1263" y="368"/>
                    <a:pt x="1358" y="320"/>
                    <a:pt x="1453" y="320"/>
                  </a:cubicBezTo>
                  <a:close/>
                  <a:moveTo>
                    <a:pt x="1413" y="1"/>
                  </a:moveTo>
                  <a:cubicBezTo>
                    <a:pt x="1300" y="1"/>
                    <a:pt x="1182" y="39"/>
                    <a:pt x="1072" y="130"/>
                  </a:cubicBezTo>
                  <a:cubicBezTo>
                    <a:pt x="977" y="58"/>
                    <a:pt x="858" y="10"/>
                    <a:pt x="715" y="10"/>
                  </a:cubicBezTo>
                  <a:cubicBezTo>
                    <a:pt x="239" y="10"/>
                    <a:pt x="0" y="582"/>
                    <a:pt x="334" y="939"/>
                  </a:cubicBezTo>
                  <a:lnTo>
                    <a:pt x="977" y="1558"/>
                  </a:lnTo>
                  <a:cubicBezTo>
                    <a:pt x="1001" y="1594"/>
                    <a:pt x="1036" y="1612"/>
                    <a:pt x="1075" y="1612"/>
                  </a:cubicBezTo>
                  <a:cubicBezTo>
                    <a:pt x="1114" y="1612"/>
                    <a:pt x="1155" y="1594"/>
                    <a:pt x="1191" y="1558"/>
                  </a:cubicBezTo>
                  <a:lnTo>
                    <a:pt x="1834" y="939"/>
                  </a:lnTo>
                  <a:cubicBezTo>
                    <a:pt x="2191" y="544"/>
                    <a:pt x="1836" y="1"/>
                    <a:pt x="14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9"/>
            <p:cNvSpPr/>
            <p:nvPr/>
          </p:nvSpPr>
          <p:spPr>
            <a:xfrm>
              <a:off x="8055554" y="3449773"/>
              <a:ext cx="55197" cy="10442"/>
            </a:xfrm>
            <a:custGeom>
              <a:avLst/>
              <a:gdLst/>
              <a:ahLst/>
              <a:cxnLst/>
              <a:rect l="l" t="t" r="r" b="b"/>
              <a:pathLst>
                <a:path w="1644" h="311" extrusionOk="0">
                  <a:moveTo>
                    <a:pt x="191" y="1"/>
                  </a:moveTo>
                  <a:cubicBezTo>
                    <a:pt x="95" y="1"/>
                    <a:pt x="24" y="72"/>
                    <a:pt x="24" y="144"/>
                  </a:cubicBezTo>
                  <a:cubicBezTo>
                    <a:pt x="0" y="239"/>
                    <a:pt x="72" y="310"/>
                    <a:pt x="167" y="310"/>
                  </a:cubicBezTo>
                  <a:lnTo>
                    <a:pt x="1477" y="310"/>
                  </a:lnTo>
                  <a:cubicBezTo>
                    <a:pt x="1572" y="310"/>
                    <a:pt x="1643" y="239"/>
                    <a:pt x="1619" y="144"/>
                  </a:cubicBezTo>
                  <a:cubicBezTo>
                    <a:pt x="1619" y="72"/>
                    <a:pt x="1548" y="1"/>
                    <a:pt x="1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9"/>
            <p:cNvSpPr/>
            <p:nvPr/>
          </p:nvSpPr>
          <p:spPr>
            <a:xfrm>
              <a:off x="8045146" y="3471361"/>
              <a:ext cx="75980" cy="10442"/>
            </a:xfrm>
            <a:custGeom>
              <a:avLst/>
              <a:gdLst/>
              <a:ahLst/>
              <a:cxnLst/>
              <a:rect l="l" t="t" r="r" b="b"/>
              <a:pathLst>
                <a:path w="2263" h="311" extrusionOk="0">
                  <a:moveTo>
                    <a:pt x="167" y="1"/>
                  </a:moveTo>
                  <a:cubicBezTo>
                    <a:pt x="72" y="1"/>
                    <a:pt x="0" y="96"/>
                    <a:pt x="0" y="191"/>
                  </a:cubicBezTo>
                  <a:cubicBezTo>
                    <a:pt x="24" y="263"/>
                    <a:pt x="96" y="310"/>
                    <a:pt x="167" y="310"/>
                  </a:cubicBezTo>
                  <a:lnTo>
                    <a:pt x="2096" y="310"/>
                  </a:lnTo>
                  <a:cubicBezTo>
                    <a:pt x="2191" y="310"/>
                    <a:pt x="2239" y="263"/>
                    <a:pt x="2263" y="191"/>
                  </a:cubicBezTo>
                  <a:cubicBezTo>
                    <a:pt x="2263" y="96"/>
                    <a:pt x="2191" y="1"/>
                    <a:pt x="2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9"/>
            <p:cNvSpPr/>
            <p:nvPr/>
          </p:nvSpPr>
          <p:spPr>
            <a:xfrm>
              <a:off x="8099504" y="3515177"/>
              <a:ext cx="62315" cy="10610"/>
            </a:xfrm>
            <a:custGeom>
              <a:avLst/>
              <a:gdLst/>
              <a:ahLst/>
              <a:cxnLst/>
              <a:rect l="l" t="t" r="r" b="b"/>
              <a:pathLst>
                <a:path w="1856" h="316" extrusionOk="0">
                  <a:moveTo>
                    <a:pt x="139" y="1"/>
                  </a:moveTo>
                  <a:cubicBezTo>
                    <a:pt x="78" y="1"/>
                    <a:pt x="21" y="63"/>
                    <a:pt x="1" y="125"/>
                  </a:cubicBezTo>
                  <a:cubicBezTo>
                    <a:pt x="1" y="220"/>
                    <a:pt x="72" y="315"/>
                    <a:pt x="168" y="315"/>
                  </a:cubicBezTo>
                  <a:lnTo>
                    <a:pt x="1692" y="315"/>
                  </a:lnTo>
                  <a:cubicBezTo>
                    <a:pt x="1763" y="315"/>
                    <a:pt x="1835" y="244"/>
                    <a:pt x="1835" y="172"/>
                  </a:cubicBezTo>
                  <a:cubicBezTo>
                    <a:pt x="1856" y="87"/>
                    <a:pt x="1801" y="2"/>
                    <a:pt x="1721" y="2"/>
                  </a:cubicBezTo>
                  <a:cubicBezTo>
                    <a:pt x="1712" y="2"/>
                    <a:pt x="1702" y="3"/>
                    <a:pt x="1692" y="5"/>
                  </a:cubicBezTo>
                  <a:lnTo>
                    <a:pt x="168" y="5"/>
                  </a:lnTo>
                  <a:cubicBezTo>
                    <a:pt x="158" y="2"/>
                    <a:pt x="148" y="1"/>
                    <a:pt x="1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9"/>
            <p:cNvSpPr/>
            <p:nvPr/>
          </p:nvSpPr>
          <p:spPr>
            <a:xfrm>
              <a:off x="8099504" y="3536933"/>
              <a:ext cx="62416" cy="10408"/>
            </a:xfrm>
            <a:custGeom>
              <a:avLst/>
              <a:gdLst/>
              <a:ahLst/>
              <a:cxnLst/>
              <a:rect l="l" t="t" r="r" b="b"/>
              <a:pathLst>
                <a:path w="1859" h="310" extrusionOk="0">
                  <a:moveTo>
                    <a:pt x="168" y="0"/>
                  </a:moveTo>
                  <a:cubicBezTo>
                    <a:pt x="96" y="0"/>
                    <a:pt x="25" y="48"/>
                    <a:pt x="1" y="119"/>
                  </a:cubicBezTo>
                  <a:cubicBezTo>
                    <a:pt x="1" y="215"/>
                    <a:pt x="72" y="310"/>
                    <a:pt x="168" y="310"/>
                  </a:cubicBezTo>
                  <a:lnTo>
                    <a:pt x="1692" y="310"/>
                  </a:lnTo>
                  <a:cubicBezTo>
                    <a:pt x="1763" y="310"/>
                    <a:pt x="1835" y="239"/>
                    <a:pt x="1835" y="167"/>
                  </a:cubicBezTo>
                  <a:cubicBezTo>
                    <a:pt x="1858" y="72"/>
                    <a:pt x="1787" y="0"/>
                    <a:pt x="1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9"/>
            <p:cNvSpPr/>
            <p:nvPr/>
          </p:nvSpPr>
          <p:spPr>
            <a:xfrm>
              <a:off x="8099504" y="3558522"/>
              <a:ext cx="62416" cy="10408"/>
            </a:xfrm>
            <a:custGeom>
              <a:avLst/>
              <a:gdLst/>
              <a:ahLst/>
              <a:cxnLst/>
              <a:rect l="l" t="t" r="r" b="b"/>
              <a:pathLst>
                <a:path w="1859" h="310" extrusionOk="0">
                  <a:moveTo>
                    <a:pt x="168" y="0"/>
                  </a:moveTo>
                  <a:cubicBezTo>
                    <a:pt x="96" y="0"/>
                    <a:pt x="25" y="48"/>
                    <a:pt x="1" y="119"/>
                  </a:cubicBezTo>
                  <a:cubicBezTo>
                    <a:pt x="1" y="215"/>
                    <a:pt x="72" y="310"/>
                    <a:pt x="168" y="310"/>
                  </a:cubicBezTo>
                  <a:lnTo>
                    <a:pt x="1692" y="310"/>
                  </a:lnTo>
                  <a:cubicBezTo>
                    <a:pt x="1763" y="310"/>
                    <a:pt x="1835" y="239"/>
                    <a:pt x="1835" y="167"/>
                  </a:cubicBezTo>
                  <a:cubicBezTo>
                    <a:pt x="1858" y="72"/>
                    <a:pt x="1787" y="0"/>
                    <a:pt x="1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7" name="Google Shape;1037;p49"/>
          <p:cNvGrpSpPr/>
          <p:nvPr/>
        </p:nvGrpSpPr>
        <p:grpSpPr>
          <a:xfrm>
            <a:off x="1688373" y="2916848"/>
            <a:ext cx="360663" cy="359051"/>
            <a:chOff x="4793273" y="3856735"/>
            <a:chExt cx="360663" cy="359051"/>
          </a:xfrm>
        </p:grpSpPr>
        <p:sp>
          <p:nvSpPr>
            <p:cNvPr id="1038" name="Google Shape;1038;p49"/>
            <p:cNvSpPr/>
            <p:nvPr/>
          </p:nvSpPr>
          <p:spPr>
            <a:xfrm>
              <a:off x="4793273" y="3856735"/>
              <a:ext cx="360663" cy="359051"/>
            </a:xfrm>
            <a:custGeom>
              <a:avLst/>
              <a:gdLst/>
              <a:ahLst/>
              <a:cxnLst/>
              <a:rect l="l" t="t" r="r" b="b"/>
              <a:pathLst>
                <a:path w="10742" h="10694" extrusionOk="0">
                  <a:moveTo>
                    <a:pt x="7884" y="3502"/>
                  </a:moveTo>
                  <a:lnTo>
                    <a:pt x="7884" y="3502"/>
                  </a:lnTo>
                  <a:cubicBezTo>
                    <a:pt x="7860" y="3645"/>
                    <a:pt x="7860" y="3764"/>
                    <a:pt x="7884" y="3883"/>
                  </a:cubicBezTo>
                  <a:cubicBezTo>
                    <a:pt x="7765" y="3954"/>
                    <a:pt x="7645" y="4002"/>
                    <a:pt x="7503" y="4026"/>
                  </a:cubicBezTo>
                  <a:cubicBezTo>
                    <a:pt x="7383" y="4026"/>
                    <a:pt x="7264" y="3978"/>
                    <a:pt x="7169" y="3883"/>
                  </a:cubicBezTo>
                  <a:lnTo>
                    <a:pt x="7884" y="3502"/>
                  </a:lnTo>
                  <a:close/>
                  <a:moveTo>
                    <a:pt x="8741" y="3141"/>
                  </a:moveTo>
                  <a:cubicBezTo>
                    <a:pt x="9033" y="3141"/>
                    <a:pt x="9312" y="3364"/>
                    <a:pt x="9312" y="3716"/>
                  </a:cubicBezTo>
                  <a:cubicBezTo>
                    <a:pt x="9312" y="4026"/>
                    <a:pt x="9050" y="4264"/>
                    <a:pt x="8741" y="4264"/>
                  </a:cubicBezTo>
                  <a:lnTo>
                    <a:pt x="8741" y="4288"/>
                  </a:lnTo>
                  <a:cubicBezTo>
                    <a:pt x="8217" y="4288"/>
                    <a:pt x="7979" y="3669"/>
                    <a:pt x="8336" y="3311"/>
                  </a:cubicBezTo>
                  <a:cubicBezTo>
                    <a:pt x="8453" y="3194"/>
                    <a:pt x="8599" y="3141"/>
                    <a:pt x="8741" y="3141"/>
                  </a:cubicBezTo>
                  <a:close/>
                  <a:moveTo>
                    <a:pt x="1739" y="2573"/>
                  </a:moveTo>
                  <a:cubicBezTo>
                    <a:pt x="1835" y="2692"/>
                    <a:pt x="1906" y="2787"/>
                    <a:pt x="1978" y="2930"/>
                  </a:cubicBezTo>
                  <a:cubicBezTo>
                    <a:pt x="1835" y="3288"/>
                    <a:pt x="1763" y="3692"/>
                    <a:pt x="1716" y="4073"/>
                  </a:cubicBezTo>
                  <a:cubicBezTo>
                    <a:pt x="1120" y="4526"/>
                    <a:pt x="739" y="5217"/>
                    <a:pt x="715" y="5955"/>
                  </a:cubicBezTo>
                  <a:cubicBezTo>
                    <a:pt x="144" y="4502"/>
                    <a:pt x="311" y="3240"/>
                    <a:pt x="1739" y="2573"/>
                  </a:cubicBezTo>
                  <a:close/>
                  <a:moveTo>
                    <a:pt x="2097" y="8598"/>
                  </a:moveTo>
                  <a:cubicBezTo>
                    <a:pt x="2287" y="8789"/>
                    <a:pt x="2454" y="8932"/>
                    <a:pt x="2644" y="9098"/>
                  </a:cubicBezTo>
                  <a:lnTo>
                    <a:pt x="2478" y="9741"/>
                  </a:lnTo>
                  <a:lnTo>
                    <a:pt x="2097" y="9741"/>
                  </a:lnTo>
                  <a:lnTo>
                    <a:pt x="2097" y="8598"/>
                  </a:lnTo>
                  <a:close/>
                  <a:moveTo>
                    <a:pt x="6411" y="0"/>
                  </a:moveTo>
                  <a:cubicBezTo>
                    <a:pt x="6358" y="0"/>
                    <a:pt x="6301" y="1"/>
                    <a:pt x="6240" y="1"/>
                  </a:cubicBezTo>
                  <a:cubicBezTo>
                    <a:pt x="4311" y="1"/>
                    <a:pt x="3454" y="811"/>
                    <a:pt x="3359" y="906"/>
                  </a:cubicBezTo>
                  <a:cubicBezTo>
                    <a:pt x="3121" y="1120"/>
                    <a:pt x="2906" y="1335"/>
                    <a:pt x="2692" y="1597"/>
                  </a:cubicBezTo>
                  <a:cubicBezTo>
                    <a:pt x="2597" y="1382"/>
                    <a:pt x="2454" y="1168"/>
                    <a:pt x="2287" y="954"/>
                  </a:cubicBezTo>
                  <a:cubicBezTo>
                    <a:pt x="2263" y="930"/>
                    <a:pt x="2216" y="906"/>
                    <a:pt x="2168" y="906"/>
                  </a:cubicBezTo>
                  <a:cubicBezTo>
                    <a:pt x="2097" y="906"/>
                    <a:pt x="2025" y="978"/>
                    <a:pt x="2025" y="1049"/>
                  </a:cubicBezTo>
                  <a:cubicBezTo>
                    <a:pt x="2025" y="1192"/>
                    <a:pt x="2168" y="1216"/>
                    <a:pt x="2502" y="1883"/>
                  </a:cubicBezTo>
                  <a:cubicBezTo>
                    <a:pt x="2359" y="2097"/>
                    <a:pt x="2240" y="2311"/>
                    <a:pt x="2120" y="2549"/>
                  </a:cubicBezTo>
                  <a:cubicBezTo>
                    <a:pt x="1763" y="1930"/>
                    <a:pt x="1120" y="1525"/>
                    <a:pt x="406" y="1478"/>
                  </a:cubicBezTo>
                  <a:cubicBezTo>
                    <a:pt x="358" y="1382"/>
                    <a:pt x="334" y="1287"/>
                    <a:pt x="334" y="1168"/>
                  </a:cubicBezTo>
                  <a:cubicBezTo>
                    <a:pt x="311" y="763"/>
                    <a:pt x="596" y="406"/>
                    <a:pt x="1001" y="335"/>
                  </a:cubicBezTo>
                  <a:lnTo>
                    <a:pt x="1025" y="335"/>
                  </a:lnTo>
                  <a:cubicBezTo>
                    <a:pt x="1501" y="525"/>
                    <a:pt x="1573" y="716"/>
                    <a:pt x="1692" y="716"/>
                  </a:cubicBezTo>
                  <a:cubicBezTo>
                    <a:pt x="1787" y="716"/>
                    <a:pt x="1859" y="644"/>
                    <a:pt x="1859" y="549"/>
                  </a:cubicBezTo>
                  <a:cubicBezTo>
                    <a:pt x="1859" y="364"/>
                    <a:pt x="1189" y="24"/>
                    <a:pt x="1038" y="24"/>
                  </a:cubicBezTo>
                  <a:cubicBezTo>
                    <a:pt x="1033" y="24"/>
                    <a:pt x="1029" y="24"/>
                    <a:pt x="1025" y="25"/>
                  </a:cubicBezTo>
                  <a:lnTo>
                    <a:pt x="954" y="25"/>
                  </a:lnTo>
                  <a:cubicBezTo>
                    <a:pt x="406" y="96"/>
                    <a:pt x="1" y="597"/>
                    <a:pt x="25" y="1168"/>
                  </a:cubicBezTo>
                  <a:cubicBezTo>
                    <a:pt x="25" y="1240"/>
                    <a:pt x="72" y="1787"/>
                    <a:pt x="334" y="1787"/>
                  </a:cubicBezTo>
                  <a:cubicBezTo>
                    <a:pt x="787" y="1811"/>
                    <a:pt x="1216" y="2002"/>
                    <a:pt x="1549" y="2335"/>
                  </a:cubicBezTo>
                  <a:cubicBezTo>
                    <a:pt x="668" y="2692"/>
                    <a:pt x="96" y="3573"/>
                    <a:pt x="120" y="4526"/>
                  </a:cubicBezTo>
                  <a:cubicBezTo>
                    <a:pt x="120" y="5669"/>
                    <a:pt x="930" y="7265"/>
                    <a:pt x="1144" y="7265"/>
                  </a:cubicBezTo>
                  <a:cubicBezTo>
                    <a:pt x="1239" y="7265"/>
                    <a:pt x="1311" y="7193"/>
                    <a:pt x="1311" y="7098"/>
                  </a:cubicBezTo>
                  <a:cubicBezTo>
                    <a:pt x="1311" y="7050"/>
                    <a:pt x="1287" y="7026"/>
                    <a:pt x="1216" y="6907"/>
                  </a:cubicBezTo>
                  <a:cubicBezTo>
                    <a:pt x="1120" y="6622"/>
                    <a:pt x="1049" y="6336"/>
                    <a:pt x="1049" y="6050"/>
                  </a:cubicBezTo>
                  <a:cubicBezTo>
                    <a:pt x="1049" y="5240"/>
                    <a:pt x="1501" y="4502"/>
                    <a:pt x="2240" y="4169"/>
                  </a:cubicBezTo>
                  <a:lnTo>
                    <a:pt x="2240" y="4169"/>
                  </a:lnTo>
                  <a:cubicBezTo>
                    <a:pt x="2025" y="4645"/>
                    <a:pt x="2049" y="5193"/>
                    <a:pt x="2287" y="5645"/>
                  </a:cubicBezTo>
                  <a:cubicBezTo>
                    <a:pt x="2311" y="5740"/>
                    <a:pt x="2335" y="5836"/>
                    <a:pt x="2335" y="5931"/>
                  </a:cubicBezTo>
                  <a:cubicBezTo>
                    <a:pt x="2335" y="6407"/>
                    <a:pt x="1954" y="6217"/>
                    <a:pt x="1954" y="6479"/>
                  </a:cubicBezTo>
                  <a:cubicBezTo>
                    <a:pt x="1954" y="6550"/>
                    <a:pt x="2025" y="6622"/>
                    <a:pt x="2120" y="6622"/>
                  </a:cubicBezTo>
                  <a:cubicBezTo>
                    <a:pt x="2454" y="6574"/>
                    <a:pt x="2692" y="6264"/>
                    <a:pt x="2644" y="5931"/>
                  </a:cubicBezTo>
                  <a:cubicBezTo>
                    <a:pt x="2644" y="5526"/>
                    <a:pt x="2525" y="5478"/>
                    <a:pt x="2430" y="5074"/>
                  </a:cubicBezTo>
                  <a:lnTo>
                    <a:pt x="2430" y="5074"/>
                  </a:lnTo>
                  <a:cubicBezTo>
                    <a:pt x="3192" y="5193"/>
                    <a:pt x="2930" y="5812"/>
                    <a:pt x="3240" y="5812"/>
                  </a:cubicBezTo>
                  <a:cubicBezTo>
                    <a:pt x="3240" y="5812"/>
                    <a:pt x="3383" y="5764"/>
                    <a:pt x="3383" y="5669"/>
                  </a:cubicBezTo>
                  <a:cubicBezTo>
                    <a:pt x="3311" y="5169"/>
                    <a:pt x="2906" y="4788"/>
                    <a:pt x="2406" y="4740"/>
                  </a:cubicBezTo>
                  <a:cubicBezTo>
                    <a:pt x="2382" y="4478"/>
                    <a:pt x="2525" y="4216"/>
                    <a:pt x="2740" y="4050"/>
                  </a:cubicBezTo>
                  <a:cubicBezTo>
                    <a:pt x="2820" y="4039"/>
                    <a:pt x="2901" y="4033"/>
                    <a:pt x="2981" y="4033"/>
                  </a:cubicBezTo>
                  <a:cubicBezTo>
                    <a:pt x="3422" y="4033"/>
                    <a:pt x="3850" y="4196"/>
                    <a:pt x="4192" y="4478"/>
                  </a:cubicBezTo>
                  <a:cubicBezTo>
                    <a:pt x="4573" y="4812"/>
                    <a:pt x="4883" y="5169"/>
                    <a:pt x="5145" y="5598"/>
                  </a:cubicBezTo>
                  <a:cubicBezTo>
                    <a:pt x="4883" y="5764"/>
                    <a:pt x="4716" y="6050"/>
                    <a:pt x="4716" y="6360"/>
                  </a:cubicBezTo>
                  <a:cubicBezTo>
                    <a:pt x="4716" y="6455"/>
                    <a:pt x="4740" y="6526"/>
                    <a:pt x="4740" y="6598"/>
                  </a:cubicBezTo>
                  <a:cubicBezTo>
                    <a:pt x="4669" y="6741"/>
                    <a:pt x="4526" y="6836"/>
                    <a:pt x="4359" y="6860"/>
                  </a:cubicBezTo>
                  <a:cubicBezTo>
                    <a:pt x="4145" y="6860"/>
                    <a:pt x="4073" y="6741"/>
                    <a:pt x="3978" y="6741"/>
                  </a:cubicBezTo>
                  <a:cubicBezTo>
                    <a:pt x="3883" y="6741"/>
                    <a:pt x="3811" y="6812"/>
                    <a:pt x="3811" y="6884"/>
                  </a:cubicBezTo>
                  <a:cubicBezTo>
                    <a:pt x="3811" y="7074"/>
                    <a:pt x="4192" y="7169"/>
                    <a:pt x="4359" y="7169"/>
                  </a:cubicBezTo>
                  <a:cubicBezTo>
                    <a:pt x="4502" y="7169"/>
                    <a:pt x="4645" y="7122"/>
                    <a:pt x="4764" y="7026"/>
                  </a:cubicBezTo>
                  <a:lnTo>
                    <a:pt x="4764" y="7026"/>
                  </a:lnTo>
                  <a:cubicBezTo>
                    <a:pt x="4764" y="7836"/>
                    <a:pt x="4478" y="7598"/>
                    <a:pt x="4478" y="7836"/>
                  </a:cubicBezTo>
                  <a:cubicBezTo>
                    <a:pt x="4478" y="7908"/>
                    <a:pt x="4526" y="7979"/>
                    <a:pt x="4621" y="7979"/>
                  </a:cubicBezTo>
                  <a:cubicBezTo>
                    <a:pt x="4740" y="7979"/>
                    <a:pt x="5073" y="7812"/>
                    <a:pt x="5073" y="7026"/>
                  </a:cubicBezTo>
                  <a:cubicBezTo>
                    <a:pt x="5073" y="6693"/>
                    <a:pt x="5026" y="6455"/>
                    <a:pt x="5026" y="6360"/>
                  </a:cubicBezTo>
                  <a:cubicBezTo>
                    <a:pt x="5002" y="6169"/>
                    <a:pt x="5121" y="5955"/>
                    <a:pt x="5288" y="5859"/>
                  </a:cubicBezTo>
                  <a:cubicBezTo>
                    <a:pt x="5621" y="6479"/>
                    <a:pt x="5621" y="6764"/>
                    <a:pt x="5788" y="7026"/>
                  </a:cubicBezTo>
                  <a:cubicBezTo>
                    <a:pt x="5478" y="7812"/>
                    <a:pt x="5788" y="8312"/>
                    <a:pt x="5978" y="8312"/>
                  </a:cubicBezTo>
                  <a:cubicBezTo>
                    <a:pt x="6074" y="8312"/>
                    <a:pt x="6145" y="8241"/>
                    <a:pt x="6145" y="8146"/>
                  </a:cubicBezTo>
                  <a:cubicBezTo>
                    <a:pt x="6145" y="8003"/>
                    <a:pt x="5955" y="8027"/>
                    <a:pt x="5955" y="7646"/>
                  </a:cubicBezTo>
                  <a:cubicBezTo>
                    <a:pt x="5955" y="7527"/>
                    <a:pt x="5978" y="7431"/>
                    <a:pt x="6002" y="7312"/>
                  </a:cubicBezTo>
                  <a:cubicBezTo>
                    <a:pt x="6145" y="7431"/>
                    <a:pt x="6312" y="7503"/>
                    <a:pt x="6502" y="7503"/>
                  </a:cubicBezTo>
                  <a:cubicBezTo>
                    <a:pt x="6598" y="7503"/>
                    <a:pt x="6669" y="7431"/>
                    <a:pt x="6645" y="7336"/>
                  </a:cubicBezTo>
                  <a:cubicBezTo>
                    <a:pt x="6645" y="7241"/>
                    <a:pt x="6598" y="7193"/>
                    <a:pt x="6502" y="7193"/>
                  </a:cubicBezTo>
                  <a:cubicBezTo>
                    <a:pt x="5740" y="7193"/>
                    <a:pt x="6074" y="5574"/>
                    <a:pt x="4359" y="4240"/>
                  </a:cubicBezTo>
                  <a:cubicBezTo>
                    <a:pt x="3963" y="3889"/>
                    <a:pt x="3449" y="3705"/>
                    <a:pt x="2931" y="3705"/>
                  </a:cubicBezTo>
                  <a:cubicBezTo>
                    <a:pt x="2640" y="3705"/>
                    <a:pt x="2347" y="3763"/>
                    <a:pt x="2073" y="3883"/>
                  </a:cubicBezTo>
                  <a:cubicBezTo>
                    <a:pt x="2216" y="2811"/>
                    <a:pt x="2740" y="1835"/>
                    <a:pt x="3573" y="1144"/>
                  </a:cubicBezTo>
                  <a:cubicBezTo>
                    <a:pt x="4478" y="358"/>
                    <a:pt x="5836" y="311"/>
                    <a:pt x="6240" y="311"/>
                  </a:cubicBezTo>
                  <a:cubicBezTo>
                    <a:pt x="6669" y="311"/>
                    <a:pt x="6621" y="311"/>
                    <a:pt x="6621" y="358"/>
                  </a:cubicBezTo>
                  <a:cubicBezTo>
                    <a:pt x="6740" y="501"/>
                    <a:pt x="6788" y="644"/>
                    <a:pt x="6788" y="811"/>
                  </a:cubicBezTo>
                  <a:cubicBezTo>
                    <a:pt x="6788" y="978"/>
                    <a:pt x="6740" y="1144"/>
                    <a:pt x="6645" y="1263"/>
                  </a:cubicBezTo>
                  <a:cubicBezTo>
                    <a:pt x="6621" y="1287"/>
                    <a:pt x="6598" y="1335"/>
                    <a:pt x="6574" y="1335"/>
                  </a:cubicBezTo>
                  <a:cubicBezTo>
                    <a:pt x="6336" y="1263"/>
                    <a:pt x="6074" y="1216"/>
                    <a:pt x="5812" y="1216"/>
                  </a:cubicBezTo>
                  <a:cubicBezTo>
                    <a:pt x="4573" y="1216"/>
                    <a:pt x="4002" y="1930"/>
                    <a:pt x="3740" y="3121"/>
                  </a:cubicBezTo>
                  <a:cubicBezTo>
                    <a:pt x="3716" y="3192"/>
                    <a:pt x="3692" y="3288"/>
                    <a:pt x="3692" y="3383"/>
                  </a:cubicBezTo>
                  <a:cubicBezTo>
                    <a:pt x="3692" y="3454"/>
                    <a:pt x="3764" y="3526"/>
                    <a:pt x="3859" y="3526"/>
                  </a:cubicBezTo>
                  <a:cubicBezTo>
                    <a:pt x="3930" y="3526"/>
                    <a:pt x="4002" y="3454"/>
                    <a:pt x="4002" y="3383"/>
                  </a:cubicBezTo>
                  <a:cubicBezTo>
                    <a:pt x="4002" y="3311"/>
                    <a:pt x="4026" y="3240"/>
                    <a:pt x="4026" y="3192"/>
                  </a:cubicBezTo>
                  <a:cubicBezTo>
                    <a:pt x="4121" y="2740"/>
                    <a:pt x="4311" y="2311"/>
                    <a:pt x="4597" y="1954"/>
                  </a:cubicBezTo>
                  <a:cubicBezTo>
                    <a:pt x="4666" y="1951"/>
                    <a:pt x="4734" y="1950"/>
                    <a:pt x="4803" y="1950"/>
                  </a:cubicBezTo>
                  <a:cubicBezTo>
                    <a:pt x="5925" y="1950"/>
                    <a:pt x="7030" y="2326"/>
                    <a:pt x="7479" y="3359"/>
                  </a:cubicBezTo>
                  <a:lnTo>
                    <a:pt x="5836" y="4216"/>
                  </a:lnTo>
                  <a:cubicBezTo>
                    <a:pt x="5836" y="4216"/>
                    <a:pt x="5383" y="3716"/>
                    <a:pt x="5240" y="3716"/>
                  </a:cubicBezTo>
                  <a:cubicBezTo>
                    <a:pt x="5145" y="3716"/>
                    <a:pt x="5073" y="3788"/>
                    <a:pt x="5073" y="3859"/>
                  </a:cubicBezTo>
                  <a:cubicBezTo>
                    <a:pt x="5073" y="3907"/>
                    <a:pt x="5097" y="3954"/>
                    <a:pt x="5145" y="4002"/>
                  </a:cubicBezTo>
                  <a:cubicBezTo>
                    <a:pt x="5574" y="4264"/>
                    <a:pt x="5836" y="4716"/>
                    <a:pt x="5931" y="5217"/>
                  </a:cubicBezTo>
                  <a:cubicBezTo>
                    <a:pt x="5931" y="5288"/>
                    <a:pt x="6002" y="5359"/>
                    <a:pt x="6074" y="5359"/>
                  </a:cubicBezTo>
                  <a:cubicBezTo>
                    <a:pt x="6169" y="5359"/>
                    <a:pt x="6240" y="5288"/>
                    <a:pt x="6240" y="5193"/>
                  </a:cubicBezTo>
                  <a:cubicBezTo>
                    <a:pt x="6217" y="4955"/>
                    <a:pt x="6145" y="4693"/>
                    <a:pt x="6002" y="4478"/>
                  </a:cubicBezTo>
                  <a:lnTo>
                    <a:pt x="6907" y="4026"/>
                  </a:lnTo>
                  <a:cubicBezTo>
                    <a:pt x="7070" y="4209"/>
                    <a:pt x="7301" y="4322"/>
                    <a:pt x="7543" y="4322"/>
                  </a:cubicBezTo>
                  <a:cubicBezTo>
                    <a:pt x="7585" y="4322"/>
                    <a:pt x="7627" y="4319"/>
                    <a:pt x="7669" y="4312"/>
                  </a:cubicBezTo>
                  <a:lnTo>
                    <a:pt x="7669" y="4312"/>
                  </a:lnTo>
                  <a:cubicBezTo>
                    <a:pt x="7693" y="4645"/>
                    <a:pt x="7669" y="4431"/>
                    <a:pt x="7526" y="8598"/>
                  </a:cubicBezTo>
                  <a:cubicBezTo>
                    <a:pt x="7503" y="9432"/>
                    <a:pt x="7050" y="10384"/>
                    <a:pt x="6193" y="10384"/>
                  </a:cubicBezTo>
                  <a:cubicBezTo>
                    <a:pt x="6002" y="10384"/>
                    <a:pt x="5812" y="10360"/>
                    <a:pt x="5621" y="10313"/>
                  </a:cubicBezTo>
                  <a:cubicBezTo>
                    <a:pt x="5407" y="10265"/>
                    <a:pt x="4835" y="10027"/>
                    <a:pt x="4550" y="9051"/>
                  </a:cubicBezTo>
                  <a:cubicBezTo>
                    <a:pt x="4526" y="9003"/>
                    <a:pt x="4454" y="8955"/>
                    <a:pt x="4383" y="8955"/>
                  </a:cubicBezTo>
                  <a:cubicBezTo>
                    <a:pt x="4311" y="8955"/>
                    <a:pt x="4240" y="9027"/>
                    <a:pt x="4240" y="9098"/>
                  </a:cubicBezTo>
                  <a:cubicBezTo>
                    <a:pt x="4311" y="9432"/>
                    <a:pt x="4454" y="9741"/>
                    <a:pt x="4669" y="10027"/>
                  </a:cubicBezTo>
                  <a:cubicBezTo>
                    <a:pt x="2716" y="9170"/>
                    <a:pt x="1739" y="7527"/>
                    <a:pt x="1549" y="7527"/>
                  </a:cubicBezTo>
                  <a:cubicBezTo>
                    <a:pt x="1454" y="7527"/>
                    <a:pt x="1382" y="7598"/>
                    <a:pt x="1382" y="7669"/>
                  </a:cubicBezTo>
                  <a:cubicBezTo>
                    <a:pt x="1382" y="7717"/>
                    <a:pt x="1382" y="7765"/>
                    <a:pt x="1835" y="8265"/>
                  </a:cubicBezTo>
                  <a:lnTo>
                    <a:pt x="1835" y="9884"/>
                  </a:lnTo>
                  <a:cubicBezTo>
                    <a:pt x="1835" y="9956"/>
                    <a:pt x="1978" y="10027"/>
                    <a:pt x="1978" y="10027"/>
                  </a:cubicBezTo>
                  <a:lnTo>
                    <a:pt x="2644" y="10027"/>
                  </a:lnTo>
                  <a:cubicBezTo>
                    <a:pt x="2716" y="10027"/>
                    <a:pt x="2787" y="9979"/>
                    <a:pt x="2787" y="9908"/>
                  </a:cubicBezTo>
                  <a:lnTo>
                    <a:pt x="2954" y="9313"/>
                  </a:lnTo>
                  <a:cubicBezTo>
                    <a:pt x="4192" y="10313"/>
                    <a:pt x="5407" y="10694"/>
                    <a:pt x="6193" y="10694"/>
                  </a:cubicBezTo>
                  <a:cubicBezTo>
                    <a:pt x="7241" y="10694"/>
                    <a:pt x="7836" y="9622"/>
                    <a:pt x="7860" y="8598"/>
                  </a:cubicBezTo>
                  <a:cubicBezTo>
                    <a:pt x="8003" y="4383"/>
                    <a:pt x="8026" y="4574"/>
                    <a:pt x="8003" y="4169"/>
                  </a:cubicBezTo>
                  <a:lnTo>
                    <a:pt x="8026" y="4169"/>
                  </a:lnTo>
                  <a:cubicBezTo>
                    <a:pt x="8146" y="4359"/>
                    <a:pt x="8336" y="4478"/>
                    <a:pt x="8550" y="4550"/>
                  </a:cubicBezTo>
                  <a:lnTo>
                    <a:pt x="9170" y="5645"/>
                  </a:lnTo>
                  <a:cubicBezTo>
                    <a:pt x="9197" y="5710"/>
                    <a:pt x="9250" y="5739"/>
                    <a:pt x="9303" y="5739"/>
                  </a:cubicBezTo>
                  <a:cubicBezTo>
                    <a:pt x="9386" y="5739"/>
                    <a:pt x="9470" y="5667"/>
                    <a:pt x="9455" y="5550"/>
                  </a:cubicBezTo>
                  <a:cubicBezTo>
                    <a:pt x="9455" y="5526"/>
                    <a:pt x="9455" y="5502"/>
                    <a:pt x="9455" y="5478"/>
                  </a:cubicBezTo>
                  <a:lnTo>
                    <a:pt x="8931" y="4550"/>
                  </a:lnTo>
                  <a:cubicBezTo>
                    <a:pt x="9146" y="4526"/>
                    <a:pt x="9360" y="4407"/>
                    <a:pt x="9479" y="4216"/>
                  </a:cubicBezTo>
                  <a:lnTo>
                    <a:pt x="10408" y="5955"/>
                  </a:lnTo>
                  <a:lnTo>
                    <a:pt x="10408" y="7217"/>
                  </a:lnTo>
                  <a:lnTo>
                    <a:pt x="9765" y="6074"/>
                  </a:lnTo>
                  <a:cubicBezTo>
                    <a:pt x="9737" y="6009"/>
                    <a:pt x="9681" y="5980"/>
                    <a:pt x="9624" y="5980"/>
                  </a:cubicBezTo>
                  <a:cubicBezTo>
                    <a:pt x="9533" y="5980"/>
                    <a:pt x="9441" y="6052"/>
                    <a:pt x="9455" y="6169"/>
                  </a:cubicBezTo>
                  <a:cubicBezTo>
                    <a:pt x="9455" y="6193"/>
                    <a:pt x="9455" y="6217"/>
                    <a:pt x="9479" y="6241"/>
                  </a:cubicBezTo>
                  <a:lnTo>
                    <a:pt x="10408" y="7908"/>
                  </a:lnTo>
                  <a:cubicBezTo>
                    <a:pt x="10437" y="7966"/>
                    <a:pt x="10493" y="7992"/>
                    <a:pt x="10550" y="7992"/>
                  </a:cubicBezTo>
                  <a:cubicBezTo>
                    <a:pt x="10633" y="7992"/>
                    <a:pt x="10717" y="7935"/>
                    <a:pt x="10717" y="7836"/>
                  </a:cubicBezTo>
                  <a:lnTo>
                    <a:pt x="10717" y="5931"/>
                  </a:lnTo>
                  <a:cubicBezTo>
                    <a:pt x="10717" y="5836"/>
                    <a:pt x="10741" y="5931"/>
                    <a:pt x="9622" y="3883"/>
                  </a:cubicBezTo>
                  <a:cubicBezTo>
                    <a:pt x="9736" y="3293"/>
                    <a:pt x="9272" y="2809"/>
                    <a:pt x="8753" y="2809"/>
                  </a:cubicBezTo>
                  <a:cubicBezTo>
                    <a:pt x="8623" y="2809"/>
                    <a:pt x="8489" y="2840"/>
                    <a:pt x="8360" y="2907"/>
                  </a:cubicBezTo>
                  <a:lnTo>
                    <a:pt x="7765" y="3216"/>
                  </a:lnTo>
                  <a:cubicBezTo>
                    <a:pt x="7312" y="2144"/>
                    <a:pt x="6264" y="1716"/>
                    <a:pt x="5121" y="1644"/>
                  </a:cubicBezTo>
                  <a:cubicBezTo>
                    <a:pt x="5335" y="1573"/>
                    <a:pt x="5574" y="1525"/>
                    <a:pt x="5836" y="1525"/>
                  </a:cubicBezTo>
                  <a:cubicBezTo>
                    <a:pt x="6074" y="1549"/>
                    <a:pt x="6336" y="1573"/>
                    <a:pt x="6574" y="1644"/>
                  </a:cubicBezTo>
                  <a:cubicBezTo>
                    <a:pt x="6693" y="1621"/>
                    <a:pt x="6812" y="1573"/>
                    <a:pt x="6883" y="1454"/>
                  </a:cubicBezTo>
                  <a:cubicBezTo>
                    <a:pt x="7145" y="1120"/>
                    <a:pt x="7169" y="668"/>
                    <a:pt x="6955" y="287"/>
                  </a:cubicBezTo>
                  <a:lnTo>
                    <a:pt x="6907" y="192"/>
                  </a:lnTo>
                  <a:cubicBezTo>
                    <a:pt x="6810" y="16"/>
                    <a:pt x="6649" y="0"/>
                    <a:pt x="6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9"/>
            <p:cNvSpPr/>
            <p:nvPr/>
          </p:nvSpPr>
          <p:spPr>
            <a:xfrm>
              <a:off x="5080339" y="3975893"/>
              <a:ext cx="12020" cy="10442"/>
            </a:xfrm>
            <a:custGeom>
              <a:avLst/>
              <a:gdLst/>
              <a:ahLst/>
              <a:cxnLst/>
              <a:rect l="l" t="t" r="r" b="b"/>
              <a:pathLst>
                <a:path w="358" h="311" extrusionOk="0">
                  <a:moveTo>
                    <a:pt x="191" y="1"/>
                  </a:moveTo>
                  <a:cubicBezTo>
                    <a:pt x="0" y="1"/>
                    <a:pt x="0" y="310"/>
                    <a:pt x="191" y="310"/>
                  </a:cubicBezTo>
                  <a:cubicBezTo>
                    <a:pt x="286" y="310"/>
                    <a:pt x="358" y="239"/>
                    <a:pt x="358" y="143"/>
                  </a:cubicBezTo>
                  <a:cubicBezTo>
                    <a:pt x="358" y="72"/>
                    <a:pt x="286" y="1"/>
                    <a:pt x="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9"/>
            <p:cNvSpPr/>
            <p:nvPr/>
          </p:nvSpPr>
          <p:spPr>
            <a:xfrm>
              <a:off x="4969978" y="3942318"/>
              <a:ext cx="13262" cy="28237"/>
            </a:xfrm>
            <a:custGeom>
              <a:avLst/>
              <a:gdLst/>
              <a:ahLst/>
              <a:cxnLst/>
              <a:rect l="l" t="t" r="r" b="b"/>
              <a:pathLst>
                <a:path w="395" h="841" extrusionOk="0">
                  <a:moveTo>
                    <a:pt x="168" y="0"/>
                  </a:moveTo>
                  <a:cubicBezTo>
                    <a:pt x="72" y="0"/>
                    <a:pt x="1" y="72"/>
                    <a:pt x="1" y="167"/>
                  </a:cubicBezTo>
                  <a:cubicBezTo>
                    <a:pt x="49" y="334"/>
                    <a:pt x="49" y="500"/>
                    <a:pt x="72" y="667"/>
                  </a:cubicBezTo>
                  <a:lnTo>
                    <a:pt x="72" y="691"/>
                  </a:lnTo>
                  <a:cubicBezTo>
                    <a:pt x="72" y="792"/>
                    <a:pt x="147" y="840"/>
                    <a:pt x="223" y="840"/>
                  </a:cubicBezTo>
                  <a:cubicBezTo>
                    <a:pt x="308" y="840"/>
                    <a:pt x="395" y="780"/>
                    <a:pt x="382" y="667"/>
                  </a:cubicBezTo>
                  <a:cubicBezTo>
                    <a:pt x="382" y="477"/>
                    <a:pt x="358" y="286"/>
                    <a:pt x="311" y="119"/>
                  </a:cubicBezTo>
                  <a:cubicBezTo>
                    <a:pt x="287" y="48"/>
                    <a:pt x="215" y="0"/>
                    <a:pt x="1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9"/>
            <p:cNvSpPr/>
            <p:nvPr/>
          </p:nvSpPr>
          <p:spPr>
            <a:xfrm>
              <a:off x="5008388" y="4016686"/>
              <a:ext cx="28807" cy="18231"/>
            </a:xfrm>
            <a:custGeom>
              <a:avLst/>
              <a:gdLst/>
              <a:ahLst/>
              <a:cxnLst/>
              <a:rect l="l" t="t" r="r" b="b"/>
              <a:pathLst>
                <a:path w="858" h="543" extrusionOk="0">
                  <a:moveTo>
                    <a:pt x="262" y="0"/>
                  </a:moveTo>
                  <a:cubicBezTo>
                    <a:pt x="0" y="0"/>
                    <a:pt x="48" y="310"/>
                    <a:pt x="238" y="310"/>
                  </a:cubicBezTo>
                  <a:lnTo>
                    <a:pt x="262" y="310"/>
                  </a:lnTo>
                  <a:cubicBezTo>
                    <a:pt x="405" y="310"/>
                    <a:pt x="500" y="381"/>
                    <a:pt x="595" y="476"/>
                  </a:cubicBezTo>
                  <a:lnTo>
                    <a:pt x="572" y="476"/>
                  </a:lnTo>
                  <a:cubicBezTo>
                    <a:pt x="608" y="521"/>
                    <a:pt x="657" y="542"/>
                    <a:pt x="705" y="542"/>
                  </a:cubicBezTo>
                  <a:cubicBezTo>
                    <a:pt x="784" y="542"/>
                    <a:pt x="857" y="485"/>
                    <a:pt x="857" y="381"/>
                  </a:cubicBezTo>
                  <a:cubicBezTo>
                    <a:pt x="762" y="143"/>
                    <a:pt x="524" y="0"/>
                    <a:pt x="2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9"/>
            <p:cNvSpPr/>
            <p:nvPr/>
          </p:nvSpPr>
          <p:spPr>
            <a:xfrm>
              <a:off x="5017185" y="4047038"/>
              <a:ext cx="10408" cy="10442"/>
            </a:xfrm>
            <a:custGeom>
              <a:avLst/>
              <a:gdLst/>
              <a:ahLst/>
              <a:cxnLst/>
              <a:rect l="l" t="t" r="r" b="b"/>
              <a:pathLst>
                <a:path w="310" h="311" extrusionOk="0">
                  <a:moveTo>
                    <a:pt x="143" y="1"/>
                  </a:moveTo>
                  <a:cubicBezTo>
                    <a:pt x="71" y="1"/>
                    <a:pt x="0" y="49"/>
                    <a:pt x="0" y="144"/>
                  </a:cubicBezTo>
                  <a:cubicBezTo>
                    <a:pt x="0" y="239"/>
                    <a:pt x="71" y="311"/>
                    <a:pt x="143" y="311"/>
                  </a:cubicBezTo>
                  <a:cubicBezTo>
                    <a:pt x="238" y="311"/>
                    <a:pt x="310" y="239"/>
                    <a:pt x="310" y="144"/>
                  </a:cubicBezTo>
                  <a:cubicBezTo>
                    <a:pt x="310" y="49"/>
                    <a:pt x="238" y="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9"/>
            <p:cNvSpPr/>
            <p:nvPr/>
          </p:nvSpPr>
          <p:spPr>
            <a:xfrm>
              <a:off x="4996368" y="3955916"/>
              <a:ext cx="20850" cy="20817"/>
            </a:xfrm>
            <a:custGeom>
              <a:avLst/>
              <a:gdLst/>
              <a:ahLst/>
              <a:cxnLst/>
              <a:rect l="l" t="t" r="r" b="b"/>
              <a:pathLst>
                <a:path w="621" h="620" extrusionOk="0">
                  <a:moveTo>
                    <a:pt x="453" y="0"/>
                  </a:moveTo>
                  <a:cubicBezTo>
                    <a:pt x="406" y="0"/>
                    <a:pt x="358" y="24"/>
                    <a:pt x="334" y="48"/>
                  </a:cubicBezTo>
                  <a:lnTo>
                    <a:pt x="96" y="357"/>
                  </a:lnTo>
                  <a:cubicBezTo>
                    <a:pt x="1" y="476"/>
                    <a:pt x="72" y="619"/>
                    <a:pt x="215" y="619"/>
                  </a:cubicBezTo>
                  <a:cubicBezTo>
                    <a:pt x="263" y="619"/>
                    <a:pt x="310" y="596"/>
                    <a:pt x="334" y="572"/>
                  </a:cubicBezTo>
                  <a:cubicBezTo>
                    <a:pt x="549" y="262"/>
                    <a:pt x="620" y="238"/>
                    <a:pt x="620" y="143"/>
                  </a:cubicBezTo>
                  <a:cubicBezTo>
                    <a:pt x="620" y="72"/>
                    <a:pt x="549" y="0"/>
                    <a:pt x="4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9"/>
            <p:cNvSpPr/>
            <p:nvPr/>
          </p:nvSpPr>
          <p:spPr>
            <a:xfrm>
              <a:off x="4942816" y="3955916"/>
              <a:ext cx="12020" cy="10408"/>
            </a:xfrm>
            <a:custGeom>
              <a:avLst/>
              <a:gdLst/>
              <a:ahLst/>
              <a:cxnLst/>
              <a:rect l="l" t="t" r="r" b="b"/>
              <a:pathLst>
                <a:path w="358" h="310" extrusionOk="0">
                  <a:moveTo>
                    <a:pt x="167" y="0"/>
                  </a:moveTo>
                  <a:cubicBezTo>
                    <a:pt x="72" y="0"/>
                    <a:pt x="24" y="72"/>
                    <a:pt x="24" y="143"/>
                  </a:cubicBezTo>
                  <a:cubicBezTo>
                    <a:pt x="0" y="238"/>
                    <a:pt x="72" y="310"/>
                    <a:pt x="167" y="310"/>
                  </a:cubicBezTo>
                  <a:cubicBezTo>
                    <a:pt x="358" y="286"/>
                    <a:pt x="358" y="24"/>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5" name="Google Shape;1045;p49"/>
          <p:cNvGrpSpPr/>
          <p:nvPr/>
        </p:nvGrpSpPr>
        <p:grpSpPr>
          <a:xfrm>
            <a:off x="7094941" y="2916856"/>
            <a:ext cx="352638" cy="359017"/>
            <a:chOff x="5565666" y="3856769"/>
            <a:chExt cx="352638" cy="359017"/>
          </a:xfrm>
        </p:grpSpPr>
        <p:sp>
          <p:nvSpPr>
            <p:cNvPr id="1046" name="Google Shape;1046;p49"/>
            <p:cNvSpPr/>
            <p:nvPr/>
          </p:nvSpPr>
          <p:spPr>
            <a:xfrm>
              <a:off x="5565666" y="3894440"/>
              <a:ext cx="163141" cy="321346"/>
            </a:xfrm>
            <a:custGeom>
              <a:avLst/>
              <a:gdLst/>
              <a:ahLst/>
              <a:cxnLst/>
              <a:rect l="l" t="t" r="r" b="b"/>
              <a:pathLst>
                <a:path w="4859" h="9571" extrusionOk="0">
                  <a:moveTo>
                    <a:pt x="1778" y="798"/>
                  </a:moveTo>
                  <a:cubicBezTo>
                    <a:pt x="1937" y="798"/>
                    <a:pt x="2101" y="907"/>
                    <a:pt x="2144" y="1093"/>
                  </a:cubicBezTo>
                  <a:lnTo>
                    <a:pt x="2525" y="3165"/>
                  </a:lnTo>
                  <a:cubicBezTo>
                    <a:pt x="2358" y="3022"/>
                    <a:pt x="2120" y="2927"/>
                    <a:pt x="1882" y="2927"/>
                  </a:cubicBezTo>
                  <a:cubicBezTo>
                    <a:pt x="1538" y="1176"/>
                    <a:pt x="1492" y="944"/>
                    <a:pt x="1494" y="944"/>
                  </a:cubicBezTo>
                  <a:lnTo>
                    <a:pt x="1494" y="944"/>
                  </a:lnTo>
                  <a:cubicBezTo>
                    <a:pt x="1495" y="944"/>
                    <a:pt x="1502" y="974"/>
                    <a:pt x="1503" y="974"/>
                  </a:cubicBezTo>
                  <a:cubicBezTo>
                    <a:pt x="1504" y="974"/>
                    <a:pt x="1504" y="968"/>
                    <a:pt x="1501" y="950"/>
                  </a:cubicBezTo>
                  <a:cubicBezTo>
                    <a:pt x="1568" y="846"/>
                    <a:pt x="1672" y="798"/>
                    <a:pt x="1778" y="798"/>
                  </a:cubicBezTo>
                  <a:close/>
                  <a:moveTo>
                    <a:pt x="4502" y="8594"/>
                  </a:moveTo>
                  <a:lnTo>
                    <a:pt x="4502" y="9261"/>
                  </a:lnTo>
                  <a:lnTo>
                    <a:pt x="1525" y="9261"/>
                  </a:lnTo>
                  <a:lnTo>
                    <a:pt x="1525" y="8594"/>
                  </a:lnTo>
                  <a:close/>
                  <a:moveTo>
                    <a:pt x="788" y="0"/>
                  </a:moveTo>
                  <a:cubicBezTo>
                    <a:pt x="733" y="0"/>
                    <a:pt x="677" y="7"/>
                    <a:pt x="620" y="21"/>
                  </a:cubicBezTo>
                  <a:cubicBezTo>
                    <a:pt x="263" y="69"/>
                    <a:pt x="1" y="426"/>
                    <a:pt x="48" y="783"/>
                  </a:cubicBezTo>
                  <a:lnTo>
                    <a:pt x="287" y="2427"/>
                  </a:lnTo>
                  <a:cubicBezTo>
                    <a:pt x="316" y="2486"/>
                    <a:pt x="371" y="2513"/>
                    <a:pt x="427" y="2513"/>
                  </a:cubicBezTo>
                  <a:cubicBezTo>
                    <a:pt x="504" y="2513"/>
                    <a:pt x="582" y="2462"/>
                    <a:pt x="596" y="2379"/>
                  </a:cubicBezTo>
                  <a:lnTo>
                    <a:pt x="358" y="736"/>
                  </a:lnTo>
                  <a:cubicBezTo>
                    <a:pt x="334" y="545"/>
                    <a:pt x="477" y="355"/>
                    <a:pt x="668" y="331"/>
                  </a:cubicBezTo>
                  <a:cubicBezTo>
                    <a:pt x="700" y="324"/>
                    <a:pt x="731" y="320"/>
                    <a:pt x="761" y="320"/>
                  </a:cubicBezTo>
                  <a:cubicBezTo>
                    <a:pt x="934" y="320"/>
                    <a:pt x="1075" y="430"/>
                    <a:pt x="1096" y="591"/>
                  </a:cubicBezTo>
                  <a:lnTo>
                    <a:pt x="1096" y="591"/>
                  </a:lnTo>
                  <a:cubicBezTo>
                    <a:pt x="1096" y="590"/>
                    <a:pt x="1095" y="589"/>
                    <a:pt x="1095" y="589"/>
                  </a:cubicBezTo>
                  <a:lnTo>
                    <a:pt x="1095" y="589"/>
                  </a:lnTo>
                  <a:cubicBezTo>
                    <a:pt x="1095" y="589"/>
                    <a:pt x="1096" y="594"/>
                    <a:pt x="1096" y="594"/>
                  </a:cubicBezTo>
                  <a:cubicBezTo>
                    <a:pt x="1096" y="594"/>
                    <a:pt x="1096" y="594"/>
                    <a:pt x="1096" y="593"/>
                  </a:cubicBezTo>
                  <a:cubicBezTo>
                    <a:pt x="1096" y="592"/>
                    <a:pt x="1096" y="592"/>
                    <a:pt x="1096" y="591"/>
                  </a:cubicBezTo>
                  <a:lnTo>
                    <a:pt x="1096" y="591"/>
                  </a:lnTo>
                  <a:cubicBezTo>
                    <a:pt x="1103" y="614"/>
                    <a:pt x="1166" y="882"/>
                    <a:pt x="1573" y="3046"/>
                  </a:cubicBezTo>
                  <a:cubicBezTo>
                    <a:pt x="1430" y="3141"/>
                    <a:pt x="1382" y="3355"/>
                    <a:pt x="1453" y="3522"/>
                  </a:cubicBezTo>
                  <a:cubicBezTo>
                    <a:pt x="2358" y="5427"/>
                    <a:pt x="2073" y="4927"/>
                    <a:pt x="2716" y="5951"/>
                  </a:cubicBezTo>
                  <a:cubicBezTo>
                    <a:pt x="2746" y="5997"/>
                    <a:pt x="2807" y="6023"/>
                    <a:pt x="2865" y="6023"/>
                  </a:cubicBezTo>
                  <a:cubicBezTo>
                    <a:pt x="2897" y="6023"/>
                    <a:pt x="2928" y="6016"/>
                    <a:pt x="2954" y="5999"/>
                  </a:cubicBezTo>
                  <a:cubicBezTo>
                    <a:pt x="3025" y="5951"/>
                    <a:pt x="3025" y="5856"/>
                    <a:pt x="3001" y="5784"/>
                  </a:cubicBezTo>
                  <a:cubicBezTo>
                    <a:pt x="2335" y="4736"/>
                    <a:pt x="2668" y="5427"/>
                    <a:pt x="1739" y="3403"/>
                  </a:cubicBezTo>
                  <a:cubicBezTo>
                    <a:pt x="1715" y="3355"/>
                    <a:pt x="1739" y="3308"/>
                    <a:pt x="1787" y="3284"/>
                  </a:cubicBezTo>
                  <a:cubicBezTo>
                    <a:pt x="1830" y="3272"/>
                    <a:pt x="1875" y="3266"/>
                    <a:pt x="1920" y="3266"/>
                  </a:cubicBezTo>
                  <a:cubicBezTo>
                    <a:pt x="2049" y="3266"/>
                    <a:pt x="2181" y="3315"/>
                    <a:pt x="2287" y="3403"/>
                  </a:cubicBezTo>
                  <a:cubicBezTo>
                    <a:pt x="2525" y="3617"/>
                    <a:pt x="2716" y="3879"/>
                    <a:pt x="2835" y="4165"/>
                  </a:cubicBezTo>
                  <a:cubicBezTo>
                    <a:pt x="3240" y="4832"/>
                    <a:pt x="3216" y="4832"/>
                    <a:pt x="3287" y="4856"/>
                  </a:cubicBezTo>
                  <a:cubicBezTo>
                    <a:pt x="3621" y="5070"/>
                    <a:pt x="3930" y="5356"/>
                    <a:pt x="4144" y="5713"/>
                  </a:cubicBezTo>
                  <a:cubicBezTo>
                    <a:pt x="4359" y="6165"/>
                    <a:pt x="4406" y="6689"/>
                    <a:pt x="4264" y="7189"/>
                  </a:cubicBezTo>
                  <a:lnTo>
                    <a:pt x="4144" y="8309"/>
                  </a:lnTo>
                  <a:lnTo>
                    <a:pt x="1930" y="8309"/>
                  </a:lnTo>
                  <a:cubicBezTo>
                    <a:pt x="2168" y="7285"/>
                    <a:pt x="2001" y="6237"/>
                    <a:pt x="1477" y="5356"/>
                  </a:cubicBezTo>
                  <a:cubicBezTo>
                    <a:pt x="1025" y="4665"/>
                    <a:pt x="763" y="3879"/>
                    <a:pt x="691" y="3069"/>
                  </a:cubicBezTo>
                  <a:cubicBezTo>
                    <a:pt x="691" y="3008"/>
                    <a:pt x="620" y="2946"/>
                    <a:pt x="554" y="2946"/>
                  </a:cubicBezTo>
                  <a:cubicBezTo>
                    <a:pt x="544" y="2946"/>
                    <a:pt x="534" y="2947"/>
                    <a:pt x="525" y="2950"/>
                  </a:cubicBezTo>
                  <a:cubicBezTo>
                    <a:pt x="429" y="2950"/>
                    <a:pt x="382" y="3046"/>
                    <a:pt x="382" y="3117"/>
                  </a:cubicBezTo>
                  <a:cubicBezTo>
                    <a:pt x="453" y="3974"/>
                    <a:pt x="739" y="4808"/>
                    <a:pt x="1215" y="5499"/>
                  </a:cubicBezTo>
                  <a:cubicBezTo>
                    <a:pt x="1692" y="6356"/>
                    <a:pt x="1834" y="7356"/>
                    <a:pt x="1620" y="8309"/>
                  </a:cubicBezTo>
                  <a:lnTo>
                    <a:pt x="1382" y="8309"/>
                  </a:lnTo>
                  <a:cubicBezTo>
                    <a:pt x="1287" y="8309"/>
                    <a:pt x="1215" y="8452"/>
                    <a:pt x="1215" y="8452"/>
                  </a:cubicBezTo>
                  <a:lnTo>
                    <a:pt x="1215" y="9428"/>
                  </a:lnTo>
                  <a:cubicBezTo>
                    <a:pt x="1215" y="9499"/>
                    <a:pt x="1287" y="9571"/>
                    <a:pt x="1382" y="9571"/>
                  </a:cubicBezTo>
                  <a:lnTo>
                    <a:pt x="4668" y="9571"/>
                  </a:lnTo>
                  <a:cubicBezTo>
                    <a:pt x="4764" y="9571"/>
                    <a:pt x="4835" y="9499"/>
                    <a:pt x="4835" y="9428"/>
                  </a:cubicBezTo>
                  <a:lnTo>
                    <a:pt x="4835" y="8428"/>
                  </a:lnTo>
                  <a:cubicBezTo>
                    <a:pt x="4835" y="8356"/>
                    <a:pt x="4764" y="8285"/>
                    <a:pt x="4668" y="8285"/>
                  </a:cubicBezTo>
                  <a:lnTo>
                    <a:pt x="4668" y="8261"/>
                  </a:lnTo>
                  <a:lnTo>
                    <a:pt x="4454" y="8261"/>
                  </a:lnTo>
                  <a:lnTo>
                    <a:pt x="4573" y="7213"/>
                  </a:lnTo>
                  <a:cubicBezTo>
                    <a:pt x="4859" y="6189"/>
                    <a:pt x="4406" y="5094"/>
                    <a:pt x="3478" y="4594"/>
                  </a:cubicBezTo>
                  <a:cubicBezTo>
                    <a:pt x="3120" y="3998"/>
                    <a:pt x="3263" y="4260"/>
                    <a:pt x="2954" y="3712"/>
                  </a:cubicBezTo>
                  <a:lnTo>
                    <a:pt x="2454" y="1021"/>
                  </a:lnTo>
                  <a:cubicBezTo>
                    <a:pt x="2386" y="698"/>
                    <a:pt x="2098" y="484"/>
                    <a:pt x="1792" y="484"/>
                  </a:cubicBezTo>
                  <a:cubicBezTo>
                    <a:pt x="1670" y="484"/>
                    <a:pt x="1545" y="518"/>
                    <a:pt x="1430" y="593"/>
                  </a:cubicBezTo>
                  <a:cubicBezTo>
                    <a:pt x="1430" y="569"/>
                    <a:pt x="1430" y="545"/>
                    <a:pt x="1430" y="521"/>
                  </a:cubicBezTo>
                  <a:cubicBezTo>
                    <a:pt x="1349" y="218"/>
                    <a:pt x="1096" y="0"/>
                    <a:pt x="7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9"/>
            <p:cNvSpPr/>
            <p:nvPr/>
          </p:nvSpPr>
          <p:spPr>
            <a:xfrm>
              <a:off x="5754357" y="3894339"/>
              <a:ext cx="163947" cy="321447"/>
            </a:xfrm>
            <a:custGeom>
              <a:avLst/>
              <a:gdLst/>
              <a:ahLst/>
              <a:cxnLst/>
              <a:rect l="l" t="t" r="r" b="b"/>
              <a:pathLst>
                <a:path w="4883" h="9574" extrusionOk="0">
                  <a:moveTo>
                    <a:pt x="3089" y="801"/>
                  </a:moveTo>
                  <a:cubicBezTo>
                    <a:pt x="3197" y="801"/>
                    <a:pt x="3307" y="849"/>
                    <a:pt x="3383" y="953"/>
                  </a:cubicBezTo>
                  <a:lnTo>
                    <a:pt x="3002" y="2930"/>
                  </a:lnTo>
                  <a:cubicBezTo>
                    <a:pt x="2763" y="2930"/>
                    <a:pt x="2525" y="3025"/>
                    <a:pt x="2335" y="3168"/>
                  </a:cubicBezTo>
                  <a:lnTo>
                    <a:pt x="2740" y="1096"/>
                  </a:lnTo>
                  <a:cubicBezTo>
                    <a:pt x="2768" y="910"/>
                    <a:pt x="2926" y="801"/>
                    <a:pt x="3089" y="801"/>
                  </a:cubicBezTo>
                  <a:close/>
                  <a:moveTo>
                    <a:pt x="4132" y="320"/>
                  </a:moveTo>
                  <a:cubicBezTo>
                    <a:pt x="4343" y="320"/>
                    <a:pt x="4553" y="478"/>
                    <a:pt x="4526" y="739"/>
                  </a:cubicBezTo>
                  <a:cubicBezTo>
                    <a:pt x="4176" y="3164"/>
                    <a:pt x="4147" y="3264"/>
                    <a:pt x="4145" y="3264"/>
                  </a:cubicBezTo>
                  <a:cubicBezTo>
                    <a:pt x="4145" y="3264"/>
                    <a:pt x="4145" y="3263"/>
                    <a:pt x="4145" y="3263"/>
                  </a:cubicBezTo>
                  <a:cubicBezTo>
                    <a:pt x="4097" y="3858"/>
                    <a:pt x="4002" y="4311"/>
                    <a:pt x="3406" y="5335"/>
                  </a:cubicBezTo>
                  <a:cubicBezTo>
                    <a:pt x="2883" y="6216"/>
                    <a:pt x="2716" y="7264"/>
                    <a:pt x="2954" y="8288"/>
                  </a:cubicBezTo>
                  <a:lnTo>
                    <a:pt x="2001" y="8288"/>
                  </a:lnTo>
                  <a:cubicBezTo>
                    <a:pt x="1992" y="8285"/>
                    <a:pt x="1982" y="8283"/>
                    <a:pt x="1973" y="8283"/>
                  </a:cubicBezTo>
                  <a:cubicBezTo>
                    <a:pt x="1912" y="8283"/>
                    <a:pt x="1855" y="8345"/>
                    <a:pt x="1835" y="8407"/>
                  </a:cubicBezTo>
                  <a:cubicBezTo>
                    <a:pt x="1835" y="8502"/>
                    <a:pt x="1906" y="8597"/>
                    <a:pt x="2001" y="8597"/>
                  </a:cubicBezTo>
                  <a:lnTo>
                    <a:pt x="3335" y="8597"/>
                  </a:lnTo>
                  <a:lnTo>
                    <a:pt x="3335" y="9264"/>
                  </a:lnTo>
                  <a:lnTo>
                    <a:pt x="358" y="9264"/>
                  </a:lnTo>
                  <a:lnTo>
                    <a:pt x="358" y="8597"/>
                  </a:lnTo>
                  <a:lnTo>
                    <a:pt x="1311" y="8597"/>
                  </a:lnTo>
                  <a:cubicBezTo>
                    <a:pt x="1382" y="8597"/>
                    <a:pt x="1454" y="8526"/>
                    <a:pt x="1477" y="8455"/>
                  </a:cubicBezTo>
                  <a:cubicBezTo>
                    <a:pt x="1477" y="8369"/>
                    <a:pt x="1420" y="8284"/>
                    <a:pt x="1340" y="8284"/>
                  </a:cubicBezTo>
                  <a:cubicBezTo>
                    <a:pt x="1331" y="8284"/>
                    <a:pt x="1321" y="8285"/>
                    <a:pt x="1311" y="8288"/>
                  </a:cubicBezTo>
                  <a:lnTo>
                    <a:pt x="739" y="8288"/>
                  </a:lnTo>
                  <a:cubicBezTo>
                    <a:pt x="596" y="7121"/>
                    <a:pt x="596" y="7169"/>
                    <a:pt x="596" y="7145"/>
                  </a:cubicBezTo>
                  <a:cubicBezTo>
                    <a:pt x="453" y="6668"/>
                    <a:pt x="501" y="6145"/>
                    <a:pt x="739" y="5692"/>
                  </a:cubicBezTo>
                  <a:cubicBezTo>
                    <a:pt x="954" y="5359"/>
                    <a:pt x="1239" y="5049"/>
                    <a:pt x="1597" y="4859"/>
                  </a:cubicBezTo>
                  <a:cubicBezTo>
                    <a:pt x="1668" y="4835"/>
                    <a:pt x="1620" y="4835"/>
                    <a:pt x="2025" y="4168"/>
                  </a:cubicBezTo>
                  <a:cubicBezTo>
                    <a:pt x="2168" y="3858"/>
                    <a:pt x="2359" y="3596"/>
                    <a:pt x="2573" y="3382"/>
                  </a:cubicBezTo>
                  <a:cubicBezTo>
                    <a:pt x="2691" y="3296"/>
                    <a:pt x="2833" y="3259"/>
                    <a:pt x="2947" y="3259"/>
                  </a:cubicBezTo>
                  <a:cubicBezTo>
                    <a:pt x="3087" y="3259"/>
                    <a:pt x="3184" y="3314"/>
                    <a:pt x="3145" y="3406"/>
                  </a:cubicBezTo>
                  <a:cubicBezTo>
                    <a:pt x="2382" y="5001"/>
                    <a:pt x="2430" y="4954"/>
                    <a:pt x="2359" y="5049"/>
                  </a:cubicBezTo>
                  <a:lnTo>
                    <a:pt x="1882" y="5787"/>
                  </a:lnTo>
                  <a:cubicBezTo>
                    <a:pt x="1835" y="5859"/>
                    <a:pt x="1859" y="5930"/>
                    <a:pt x="1906" y="5978"/>
                  </a:cubicBezTo>
                  <a:cubicBezTo>
                    <a:pt x="1939" y="6011"/>
                    <a:pt x="1983" y="6029"/>
                    <a:pt x="2024" y="6029"/>
                  </a:cubicBezTo>
                  <a:cubicBezTo>
                    <a:pt x="2073" y="6029"/>
                    <a:pt x="2119" y="6005"/>
                    <a:pt x="2144" y="5954"/>
                  </a:cubicBezTo>
                  <a:cubicBezTo>
                    <a:pt x="2930" y="4692"/>
                    <a:pt x="2382" y="5716"/>
                    <a:pt x="3430" y="3525"/>
                  </a:cubicBezTo>
                  <a:cubicBezTo>
                    <a:pt x="3502" y="3358"/>
                    <a:pt x="3454" y="3168"/>
                    <a:pt x="3311" y="3049"/>
                  </a:cubicBezTo>
                  <a:cubicBezTo>
                    <a:pt x="3742" y="759"/>
                    <a:pt x="3770" y="592"/>
                    <a:pt x="3767" y="592"/>
                  </a:cubicBezTo>
                  <a:lnTo>
                    <a:pt x="3767" y="592"/>
                  </a:lnTo>
                  <a:cubicBezTo>
                    <a:pt x="3766" y="592"/>
                    <a:pt x="3765" y="597"/>
                    <a:pt x="3764" y="597"/>
                  </a:cubicBezTo>
                  <a:cubicBezTo>
                    <a:pt x="3764" y="597"/>
                    <a:pt x="3764" y="597"/>
                    <a:pt x="3764" y="596"/>
                  </a:cubicBezTo>
                  <a:cubicBezTo>
                    <a:pt x="3824" y="404"/>
                    <a:pt x="3978" y="320"/>
                    <a:pt x="4132" y="320"/>
                  </a:cubicBezTo>
                  <a:close/>
                  <a:moveTo>
                    <a:pt x="4264" y="0"/>
                  </a:moveTo>
                  <a:lnTo>
                    <a:pt x="4264" y="24"/>
                  </a:lnTo>
                  <a:cubicBezTo>
                    <a:pt x="4207" y="10"/>
                    <a:pt x="4150" y="3"/>
                    <a:pt x="4095" y="3"/>
                  </a:cubicBezTo>
                  <a:cubicBezTo>
                    <a:pt x="3782" y="3"/>
                    <a:pt x="3515" y="221"/>
                    <a:pt x="3454" y="524"/>
                  </a:cubicBezTo>
                  <a:lnTo>
                    <a:pt x="3454" y="596"/>
                  </a:lnTo>
                  <a:cubicBezTo>
                    <a:pt x="3339" y="521"/>
                    <a:pt x="3214" y="487"/>
                    <a:pt x="3091" y="487"/>
                  </a:cubicBezTo>
                  <a:cubicBezTo>
                    <a:pt x="2785" y="487"/>
                    <a:pt x="2498" y="701"/>
                    <a:pt x="2430" y="1024"/>
                  </a:cubicBezTo>
                  <a:lnTo>
                    <a:pt x="1930" y="3715"/>
                  </a:lnTo>
                  <a:cubicBezTo>
                    <a:pt x="1620" y="4263"/>
                    <a:pt x="1716" y="4073"/>
                    <a:pt x="1406" y="4597"/>
                  </a:cubicBezTo>
                  <a:cubicBezTo>
                    <a:pt x="477" y="5097"/>
                    <a:pt x="1" y="6192"/>
                    <a:pt x="311" y="7216"/>
                  </a:cubicBezTo>
                  <a:lnTo>
                    <a:pt x="430" y="8264"/>
                  </a:lnTo>
                  <a:lnTo>
                    <a:pt x="215" y="8264"/>
                  </a:lnTo>
                  <a:cubicBezTo>
                    <a:pt x="144" y="8264"/>
                    <a:pt x="49" y="8335"/>
                    <a:pt x="72" y="8431"/>
                  </a:cubicBezTo>
                  <a:lnTo>
                    <a:pt x="72" y="9407"/>
                  </a:lnTo>
                  <a:cubicBezTo>
                    <a:pt x="72" y="9479"/>
                    <a:pt x="120" y="9550"/>
                    <a:pt x="215" y="9574"/>
                  </a:cubicBezTo>
                  <a:lnTo>
                    <a:pt x="3526" y="9574"/>
                  </a:lnTo>
                  <a:cubicBezTo>
                    <a:pt x="3597" y="9550"/>
                    <a:pt x="3668" y="9479"/>
                    <a:pt x="3668" y="9407"/>
                  </a:cubicBezTo>
                  <a:lnTo>
                    <a:pt x="3668" y="8431"/>
                  </a:lnTo>
                  <a:cubicBezTo>
                    <a:pt x="3668" y="8335"/>
                    <a:pt x="3597" y="8264"/>
                    <a:pt x="3526" y="8264"/>
                  </a:cubicBezTo>
                  <a:lnTo>
                    <a:pt x="3287" y="8264"/>
                  </a:lnTo>
                  <a:cubicBezTo>
                    <a:pt x="3049" y="7311"/>
                    <a:pt x="3192" y="6311"/>
                    <a:pt x="3692" y="5478"/>
                  </a:cubicBezTo>
                  <a:cubicBezTo>
                    <a:pt x="4311" y="4406"/>
                    <a:pt x="4407" y="3906"/>
                    <a:pt x="4478" y="3287"/>
                  </a:cubicBezTo>
                  <a:cubicBezTo>
                    <a:pt x="4827" y="886"/>
                    <a:pt x="4836" y="785"/>
                    <a:pt x="4836" y="785"/>
                  </a:cubicBezTo>
                  <a:lnTo>
                    <a:pt x="4836" y="785"/>
                  </a:lnTo>
                  <a:cubicBezTo>
                    <a:pt x="4835" y="785"/>
                    <a:pt x="4835" y="786"/>
                    <a:pt x="4835" y="786"/>
                  </a:cubicBezTo>
                  <a:cubicBezTo>
                    <a:pt x="4883" y="405"/>
                    <a:pt x="4645" y="72"/>
                    <a:pt x="4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9"/>
            <p:cNvSpPr/>
            <p:nvPr/>
          </p:nvSpPr>
          <p:spPr>
            <a:xfrm>
              <a:off x="5668808" y="3856769"/>
              <a:ext cx="147159" cy="191713"/>
            </a:xfrm>
            <a:custGeom>
              <a:avLst/>
              <a:gdLst/>
              <a:ahLst/>
              <a:cxnLst/>
              <a:rect l="l" t="t" r="r" b="b"/>
              <a:pathLst>
                <a:path w="4383" h="5710" extrusionOk="0">
                  <a:moveTo>
                    <a:pt x="2120" y="0"/>
                  </a:moveTo>
                  <a:lnTo>
                    <a:pt x="96" y="810"/>
                  </a:lnTo>
                  <a:cubicBezTo>
                    <a:pt x="25" y="834"/>
                    <a:pt x="1" y="881"/>
                    <a:pt x="1" y="953"/>
                  </a:cubicBezTo>
                  <a:lnTo>
                    <a:pt x="1" y="3596"/>
                  </a:lnTo>
                  <a:cubicBezTo>
                    <a:pt x="1" y="4311"/>
                    <a:pt x="1477" y="5311"/>
                    <a:pt x="2097" y="5692"/>
                  </a:cubicBezTo>
                  <a:cubicBezTo>
                    <a:pt x="2120" y="5704"/>
                    <a:pt x="2150" y="5710"/>
                    <a:pt x="2180" y="5710"/>
                  </a:cubicBezTo>
                  <a:cubicBezTo>
                    <a:pt x="2210" y="5710"/>
                    <a:pt x="2239" y="5704"/>
                    <a:pt x="2263" y="5692"/>
                  </a:cubicBezTo>
                  <a:cubicBezTo>
                    <a:pt x="2454" y="5573"/>
                    <a:pt x="2763" y="5358"/>
                    <a:pt x="3073" y="5120"/>
                  </a:cubicBezTo>
                  <a:cubicBezTo>
                    <a:pt x="3144" y="5073"/>
                    <a:pt x="3168" y="4977"/>
                    <a:pt x="3121" y="4906"/>
                  </a:cubicBezTo>
                  <a:lnTo>
                    <a:pt x="3121" y="4906"/>
                  </a:lnTo>
                  <a:lnTo>
                    <a:pt x="3121" y="4930"/>
                  </a:lnTo>
                  <a:cubicBezTo>
                    <a:pt x="3090" y="4884"/>
                    <a:pt x="3039" y="4857"/>
                    <a:pt x="2988" y="4857"/>
                  </a:cubicBezTo>
                  <a:cubicBezTo>
                    <a:pt x="2960" y="4857"/>
                    <a:pt x="2932" y="4865"/>
                    <a:pt x="2906" y="4882"/>
                  </a:cubicBezTo>
                  <a:cubicBezTo>
                    <a:pt x="2620" y="5096"/>
                    <a:pt x="2358" y="5263"/>
                    <a:pt x="2168" y="5382"/>
                  </a:cubicBezTo>
                  <a:cubicBezTo>
                    <a:pt x="1072" y="4692"/>
                    <a:pt x="310" y="3930"/>
                    <a:pt x="310" y="3596"/>
                  </a:cubicBezTo>
                  <a:lnTo>
                    <a:pt x="310" y="1048"/>
                  </a:lnTo>
                  <a:lnTo>
                    <a:pt x="2192" y="310"/>
                  </a:lnTo>
                  <a:lnTo>
                    <a:pt x="4049" y="1048"/>
                  </a:lnTo>
                  <a:lnTo>
                    <a:pt x="4049" y="3596"/>
                  </a:lnTo>
                  <a:cubicBezTo>
                    <a:pt x="4049" y="3739"/>
                    <a:pt x="3883" y="4025"/>
                    <a:pt x="3430" y="4453"/>
                  </a:cubicBezTo>
                  <a:cubicBezTo>
                    <a:pt x="3283" y="4564"/>
                    <a:pt x="3392" y="4745"/>
                    <a:pt x="3525" y="4745"/>
                  </a:cubicBezTo>
                  <a:cubicBezTo>
                    <a:pt x="3565" y="4745"/>
                    <a:pt x="3607" y="4730"/>
                    <a:pt x="3644" y="4692"/>
                  </a:cubicBezTo>
                  <a:cubicBezTo>
                    <a:pt x="3978" y="4382"/>
                    <a:pt x="4383" y="3953"/>
                    <a:pt x="4383" y="3596"/>
                  </a:cubicBezTo>
                  <a:lnTo>
                    <a:pt x="4383" y="953"/>
                  </a:lnTo>
                  <a:cubicBezTo>
                    <a:pt x="4383" y="881"/>
                    <a:pt x="4335" y="834"/>
                    <a:pt x="4264" y="810"/>
                  </a:cubicBezTo>
                  <a:lnTo>
                    <a:pt x="223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9"/>
            <p:cNvSpPr/>
            <p:nvPr/>
          </p:nvSpPr>
          <p:spPr>
            <a:xfrm>
              <a:off x="5689625" y="3879935"/>
              <a:ext cx="104754" cy="144372"/>
            </a:xfrm>
            <a:custGeom>
              <a:avLst/>
              <a:gdLst/>
              <a:ahLst/>
              <a:cxnLst/>
              <a:rect l="l" t="t" r="r" b="b"/>
              <a:pathLst>
                <a:path w="3120" h="4300" extrusionOk="0">
                  <a:moveTo>
                    <a:pt x="1572" y="310"/>
                  </a:moveTo>
                  <a:lnTo>
                    <a:pt x="2810" y="810"/>
                  </a:lnTo>
                  <a:lnTo>
                    <a:pt x="2810" y="2835"/>
                  </a:lnTo>
                  <a:cubicBezTo>
                    <a:pt x="2596" y="3216"/>
                    <a:pt x="1929" y="3716"/>
                    <a:pt x="1572" y="3954"/>
                  </a:cubicBezTo>
                  <a:cubicBezTo>
                    <a:pt x="1215" y="3716"/>
                    <a:pt x="524" y="3216"/>
                    <a:pt x="310" y="2835"/>
                  </a:cubicBezTo>
                  <a:lnTo>
                    <a:pt x="310" y="810"/>
                  </a:lnTo>
                  <a:lnTo>
                    <a:pt x="1572" y="310"/>
                  </a:lnTo>
                  <a:close/>
                  <a:moveTo>
                    <a:pt x="1500" y="1"/>
                  </a:moveTo>
                  <a:lnTo>
                    <a:pt x="95" y="572"/>
                  </a:lnTo>
                  <a:cubicBezTo>
                    <a:pt x="24" y="572"/>
                    <a:pt x="0" y="644"/>
                    <a:pt x="0" y="715"/>
                  </a:cubicBezTo>
                  <a:lnTo>
                    <a:pt x="0" y="2954"/>
                  </a:lnTo>
                  <a:cubicBezTo>
                    <a:pt x="191" y="3382"/>
                    <a:pt x="1048" y="4002"/>
                    <a:pt x="1453" y="4264"/>
                  </a:cubicBezTo>
                  <a:cubicBezTo>
                    <a:pt x="1477" y="4287"/>
                    <a:pt x="1506" y="4299"/>
                    <a:pt x="1536" y="4299"/>
                  </a:cubicBezTo>
                  <a:cubicBezTo>
                    <a:pt x="1566" y="4299"/>
                    <a:pt x="1596" y="4287"/>
                    <a:pt x="1619" y="4264"/>
                  </a:cubicBezTo>
                  <a:cubicBezTo>
                    <a:pt x="2024" y="4002"/>
                    <a:pt x="2905" y="3382"/>
                    <a:pt x="3096" y="2954"/>
                  </a:cubicBezTo>
                  <a:cubicBezTo>
                    <a:pt x="3120" y="2882"/>
                    <a:pt x="3120" y="2978"/>
                    <a:pt x="3120" y="715"/>
                  </a:cubicBezTo>
                  <a:cubicBezTo>
                    <a:pt x="3120" y="644"/>
                    <a:pt x="3072" y="572"/>
                    <a:pt x="3024" y="572"/>
                  </a:cubicBezTo>
                  <a:lnTo>
                    <a:pt x="16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9"/>
            <p:cNvSpPr/>
            <p:nvPr/>
          </p:nvSpPr>
          <p:spPr>
            <a:xfrm>
              <a:off x="5705607" y="3922307"/>
              <a:ext cx="72791" cy="53821"/>
            </a:xfrm>
            <a:custGeom>
              <a:avLst/>
              <a:gdLst/>
              <a:ahLst/>
              <a:cxnLst/>
              <a:rect l="l" t="t" r="r" b="b"/>
              <a:pathLst>
                <a:path w="2168" h="1603" extrusionOk="0">
                  <a:moveTo>
                    <a:pt x="1438" y="311"/>
                  </a:moveTo>
                  <a:cubicBezTo>
                    <a:pt x="1524" y="311"/>
                    <a:pt x="1608" y="358"/>
                    <a:pt x="1644" y="453"/>
                  </a:cubicBezTo>
                  <a:cubicBezTo>
                    <a:pt x="1691" y="525"/>
                    <a:pt x="1667" y="644"/>
                    <a:pt x="1596" y="692"/>
                  </a:cubicBezTo>
                  <a:lnTo>
                    <a:pt x="1072" y="1239"/>
                  </a:lnTo>
                  <a:lnTo>
                    <a:pt x="548" y="715"/>
                  </a:lnTo>
                  <a:cubicBezTo>
                    <a:pt x="409" y="559"/>
                    <a:pt x="624" y="353"/>
                    <a:pt x="788" y="353"/>
                  </a:cubicBezTo>
                  <a:cubicBezTo>
                    <a:pt x="849" y="353"/>
                    <a:pt x="903" y="382"/>
                    <a:pt x="929" y="453"/>
                  </a:cubicBezTo>
                  <a:cubicBezTo>
                    <a:pt x="953" y="513"/>
                    <a:pt x="1012" y="543"/>
                    <a:pt x="1072" y="543"/>
                  </a:cubicBezTo>
                  <a:cubicBezTo>
                    <a:pt x="1131" y="543"/>
                    <a:pt x="1191" y="513"/>
                    <a:pt x="1215" y="453"/>
                  </a:cubicBezTo>
                  <a:cubicBezTo>
                    <a:pt x="1262" y="358"/>
                    <a:pt x="1352" y="311"/>
                    <a:pt x="1438" y="311"/>
                  </a:cubicBezTo>
                  <a:close/>
                  <a:moveTo>
                    <a:pt x="715" y="1"/>
                  </a:moveTo>
                  <a:cubicBezTo>
                    <a:pt x="238" y="1"/>
                    <a:pt x="0" y="572"/>
                    <a:pt x="334" y="930"/>
                  </a:cubicBezTo>
                  <a:lnTo>
                    <a:pt x="977" y="1549"/>
                  </a:lnTo>
                  <a:cubicBezTo>
                    <a:pt x="1001" y="1585"/>
                    <a:pt x="1036" y="1602"/>
                    <a:pt x="1075" y="1602"/>
                  </a:cubicBezTo>
                  <a:cubicBezTo>
                    <a:pt x="1114" y="1602"/>
                    <a:pt x="1155" y="1585"/>
                    <a:pt x="1191" y="1549"/>
                  </a:cubicBezTo>
                  <a:lnTo>
                    <a:pt x="1834" y="930"/>
                  </a:lnTo>
                  <a:cubicBezTo>
                    <a:pt x="2167" y="572"/>
                    <a:pt x="1929" y="1"/>
                    <a:pt x="1429" y="1"/>
                  </a:cubicBezTo>
                  <a:cubicBezTo>
                    <a:pt x="1334" y="84"/>
                    <a:pt x="1209" y="126"/>
                    <a:pt x="1081" y="126"/>
                  </a:cubicBezTo>
                  <a:cubicBezTo>
                    <a:pt x="953" y="126"/>
                    <a:pt x="822" y="84"/>
                    <a:pt x="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cxnSp>
        <p:nvCxnSpPr>
          <p:cNvPr id="1055" name="Google Shape;1055;p50"/>
          <p:cNvCxnSpPr>
            <a:stCxn id="1056" idx="6"/>
            <a:endCxn id="1057" idx="2"/>
          </p:cNvCxnSpPr>
          <p:nvPr/>
        </p:nvCxnSpPr>
        <p:spPr>
          <a:xfrm>
            <a:off x="2117525" y="2200675"/>
            <a:ext cx="1069500" cy="0"/>
          </a:xfrm>
          <a:prstGeom prst="straightConnector1">
            <a:avLst/>
          </a:prstGeom>
          <a:noFill/>
          <a:ln w="19050" cap="flat" cmpd="sng">
            <a:solidFill>
              <a:schemeClr val="dk2"/>
            </a:solidFill>
            <a:prstDash val="solid"/>
            <a:round/>
            <a:headEnd type="none" w="med" len="med"/>
            <a:tailEnd type="none" w="med" len="med"/>
          </a:ln>
        </p:spPr>
      </p:cxnSp>
      <p:cxnSp>
        <p:nvCxnSpPr>
          <p:cNvPr id="1058" name="Google Shape;1058;p50"/>
          <p:cNvCxnSpPr>
            <a:stCxn id="1057" idx="6"/>
            <a:endCxn id="1059" idx="2"/>
          </p:cNvCxnSpPr>
          <p:nvPr/>
        </p:nvCxnSpPr>
        <p:spPr>
          <a:xfrm>
            <a:off x="4037375" y="2200675"/>
            <a:ext cx="1083000" cy="0"/>
          </a:xfrm>
          <a:prstGeom prst="straightConnector1">
            <a:avLst/>
          </a:prstGeom>
          <a:noFill/>
          <a:ln w="19050" cap="flat" cmpd="sng">
            <a:solidFill>
              <a:schemeClr val="dk2"/>
            </a:solidFill>
            <a:prstDash val="solid"/>
            <a:round/>
            <a:headEnd type="none" w="med" len="med"/>
            <a:tailEnd type="none" w="med" len="med"/>
          </a:ln>
        </p:spPr>
      </p:cxnSp>
      <p:cxnSp>
        <p:nvCxnSpPr>
          <p:cNvPr id="1060" name="Google Shape;1060;p50"/>
          <p:cNvCxnSpPr>
            <a:stCxn id="1059" idx="6"/>
            <a:endCxn id="1061" idx="2"/>
          </p:cNvCxnSpPr>
          <p:nvPr/>
        </p:nvCxnSpPr>
        <p:spPr>
          <a:xfrm>
            <a:off x="5943400" y="2200650"/>
            <a:ext cx="1081800" cy="0"/>
          </a:xfrm>
          <a:prstGeom prst="straightConnector1">
            <a:avLst/>
          </a:prstGeom>
          <a:noFill/>
          <a:ln w="19050" cap="flat" cmpd="sng">
            <a:solidFill>
              <a:schemeClr val="dk2"/>
            </a:solidFill>
            <a:prstDash val="solid"/>
            <a:round/>
            <a:headEnd type="none" w="med" len="med"/>
            <a:tailEnd type="none" w="med" len="med"/>
          </a:ln>
        </p:spPr>
      </p:cxnSp>
      <p:sp>
        <p:nvSpPr>
          <p:cNvPr id="1062" name="Google Shape;1062;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Prevention</a:t>
            </a:r>
            <a:endParaRPr/>
          </a:p>
        </p:txBody>
      </p:sp>
      <p:sp>
        <p:nvSpPr>
          <p:cNvPr id="1063" name="Google Shape;1063;p50"/>
          <p:cNvSpPr txBox="1">
            <a:spLocks noGrp="1"/>
          </p:cNvSpPr>
          <p:nvPr>
            <p:ph type="title" idx="4294967295"/>
          </p:nvPr>
        </p:nvSpPr>
        <p:spPr>
          <a:xfrm>
            <a:off x="2652233" y="3081975"/>
            <a:ext cx="1919700" cy="527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Advice 02</a:t>
            </a:r>
            <a:endParaRPr sz="2000"/>
          </a:p>
        </p:txBody>
      </p:sp>
      <p:sp>
        <p:nvSpPr>
          <p:cNvPr id="1064" name="Google Shape;1064;p50"/>
          <p:cNvSpPr txBox="1">
            <a:spLocks noGrp="1"/>
          </p:cNvSpPr>
          <p:nvPr>
            <p:ph type="subTitle" idx="4294967295"/>
          </p:nvPr>
        </p:nvSpPr>
        <p:spPr>
          <a:xfrm>
            <a:off x="2652226" y="3609725"/>
            <a:ext cx="1919700" cy="4848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1200"/>
              </a:spcAft>
              <a:buNone/>
            </a:pPr>
            <a:r>
              <a:rPr lang="en" sz="1400"/>
              <a:t>Mercury is the smallest planet</a:t>
            </a:r>
            <a:endParaRPr sz="1400">
              <a:solidFill>
                <a:schemeClr val="dk1"/>
              </a:solidFill>
            </a:endParaRPr>
          </a:p>
        </p:txBody>
      </p:sp>
      <p:sp>
        <p:nvSpPr>
          <p:cNvPr id="1065" name="Google Shape;1065;p50"/>
          <p:cNvSpPr txBox="1">
            <a:spLocks noGrp="1"/>
          </p:cNvSpPr>
          <p:nvPr>
            <p:ph type="title" idx="4294967295"/>
          </p:nvPr>
        </p:nvSpPr>
        <p:spPr>
          <a:xfrm>
            <a:off x="732375" y="3081975"/>
            <a:ext cx="1919700" cy="527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Advice 01</a:t>
            </a:r>
            <a:endParaRPr sz="2000"/>
          </a:p>
        </p:txBody>
      </p:sp>
      <p:sp>
        <p:nvSpPr>
          <p:cNvPr id="1066" name="Google Shape;1066;p50"/>
          <p:cNvSpPr txBox="1">
            <a:spLocks noGrp="1"/>
          </p:cNvSpPr>
          <p:nvPr>
            <p:ph type="subTitle" idx="4294967295"/>
          </p:nvPr>
        </p:nvSpPr>
        <p:spPr>
          <a:xfrm>
            <a:off x="732375" y="3609725"/>
            <a:ext cx="1919700" cy="4848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1200"/>
              </a:spcAft>
              <a:buNone/>
            </a:pPr>
            <a:r>
              <a:rPr lang="en" sz="1400">
                <a:solidFill>
                  <a:schemeClr val="dk1"/>
                </a:solidFill>
              </a:rPr>
              <a:t>Jupiter is the biggest planet of them all</a:t>
            </a:r>
            <a:endParaRPr sz="1400">
              <a:solidFill>
                <a:schemeClr val="dk1"/>
              </a:solidFill>
            </a:endParaRPr>
          </a:p>
        </p:txBody>
      </p:sp>
      <p:sp>
        <p:nvSpPr>
          <p:cNvPr id="1067" name="Google Shape;1067;p50"/>
          <p:cNvSpPr txBox="1">
            <a:spLocks noGrp="1"/>
          </p:cNvSpPr>
          <p:nvPr>
            <p:ph type="title" idx="4294967295"/>
          </p:nvPr>
        </p:nvSpPr>
        <p:spPr>
          <a:xfrm>
            <a:off x="6491927" y="3081975"/>
            <a:ext cx="1919700" cy="527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Advice 04</a:t>
            </a:r>
            <a:endParaRPr sz="2000"/>
          </a:p>
        </p:txBody>
      </p:sp>
      <p:sp>
        <p:nvSpPr>
          <p:cNvPr id="1068" name="Google Shape;1068;p50"/>
          <p:cNvSpPr txBox="1">
            <a:spLocks noGrp="1"/>
          </p:cNvSpPr>
          <p:nvPr>
            <p:ph type="subTitle" idx="4294967295"/>
          </p:nvPr>
        </p:nvSpPr>
        <p:spPr>
          <a:xfrm>
            <a:off x="6491927" y="3609725"/>
            <a:ext cx="1919700" cy="4848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1200"/>
              </a:spcAft>
              <a:buNone/>
            </a:pPr>
            <a:r>
              <a:rPr lang="en" sz="1400"/>
              <a:t>Saturn is a gas giant with rings</a:t>
            </a:r>
            <a:endParaRPr sz="1400">
              <a:solidFill>
                <a:schemeClr val="dk1"/>
              </a:solidFill>
            </a:endParaRPr>
          </a:p>
        </p:txBody>
      </p:sp>
      <p:sp>
        <p:nvSpPr>
          <p:cNvPr id="1069" name="Google Shape;1069;p50"/>
          <p:cNvSpPr txBox="1">
            <a:spLocks noGrp="1"/>
          </p:cNvSpPr>
          <p:nvPr>
            <p:ph type="title" idx="4294967295"/>
          </p:nvPr>
        </p:nvSpPr>
        <p:spPr>
          <a:xfrm>
            <a:off x="4572070" y="3081975"/>
            <a:ext cx="1919700" cy="5277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Advice 03</a:t>
            </a:r>
            <a:endParaRPr sz="2000"/>
          </a:p>
        </p:txBody>
      </p:sp>
      <p:sp>
        <p:nvSpPr>
          <p:cNvPr id="1070" name="Google Shape;1070;p50"/>
          <p:cNvSpPr txBox="1">
            <a:spLocks noGrp="1"/>
          </p:cNvSpPr>
          <p:nvPr>
            <p:ph type="subTitle" idx="4294967295"/>
          </p:nvPr>
        </p:nvSpPr>
        <p:spPr>
          <a:xfrm>
            <a:off x="4572077" y="3609725"/>
            <a:ext cx="1919700" cy="4848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1200"/>
              </a:spcAft>
              <a:buNone/>
            </a:pPr>
            <a:r>
              <a:rPr lang="en" sz="1400">
                <a:solidFill>
                  <a:schemeClr val="dk1"/>
                </a:solidFill>
              </a:rPr>
              <a:t>Mars is actually a very cold place</a:t>
            </a:r>
            <a:endParaRPr sz="1400">
              <a:solidFill>
                <a:schemeClr val="dk1"/>
              </a:solidFill>
            </a:endParaRPr>
          </a:p>
        </p:txBody>
      </p:sp>
      <p:cxnSp>
        <p:nvCxnSpPr>
          <p:cNvPr id="1071" name="Google Shape;1071;p50"/>
          <p:cNvCxnSpPr>
            <a:stCxn id="1056" idx="4"/>
            <a:endCxn id="1065" idx="0"/>
          </p:cNvCxnSpPr>
          <p:nvPr/>
        </p:nvCxnSpPr>
        <p:spPr>
          <a:xfrm>
            <a:off x="1692275" y="2625925"/>
            <a:ext cx="0" cy="456000"/>
          </a:xfrm>
          <a:prstGeom prst="straightConnector1">
            <a:avLst/>
          </a:prstGeom>
          <a:noFill/>
          <a:ln w="19050" cap="flat" cmpd="sng">
            <a:solidFill>
              <a:schemeClr val="accent1"/>
            </a:solidFill>
            <a:prstDash val="solid"/>
            <a:round/>
            <a:headEnd type="none" w="med" len="med"/>
            <a:tailEnd type="oval" w="med" len="med"/>
          </a:ln>
        </p:spPr>
      </p:cxnSp>
      <p:cxnSp>
        <p:nvCxnSpPr>
          <p:cNvPr id="1072" name="Google Shape;1072;p50"/>
          <p:cNvCxnSpPr>
            <a:stCxn id="1057" idx="4"/>
            <a:endCxn id="1063" idx="0"/>
          </p:cNvCxnSpPr>
          <p:nvPr/>
        </p:nvCxnSpPr>
        <p:spPr>
          <a:xfrm>
            <a:off x="3612125" y="2625925"/>
            <a:ext cx="0" cy="456000"/>
          </a:xfrm>
          <a:prstGeom prst="straightConnector1">
            <a:avLst/>
          </a:prstGeom>
          <a:noFill/>
          <a:ln w="19050" cap="flat" cmpd="sng">
            <a:solidFill>
              <a:schemeClr val="accent1"/>
            </a:solidFill>
            <a:prstDash val="solid"/>
            <a:round/>
            <a:headEnd type="none" w="med" len="med"/>
            <a:tailEnd type="oval" w="med" len="med"/>
          </a:ln>
        </p:spPr>
      </p:cxnSp>
      <p:cxnSp>
        <p:nvCxnSpPr>
          <p:cNvPr id="1073" name="Google Shape;1073;p50"/>
          <p:cNvCxnSpPr>
            <a:stCxn id="1059" idx="4"/>
            <a:endCxn id="1069" idx="0"/>
          </p:cNvCxnSpPr>
          <p:nvPr/>
        </p:nvCxnSpPr>
        <p:spPr>
          <a:xfrm>
            <a:off x="5531950" y="2612100"/>
            <a:ext cx="0" cy="469800"/>
          </a:xfrm>
          <a:prstGeom prst="straightConnector1">
            <a:avLst/>
          </a:prstGeom>
          <a:noFill/>
          <a:ln w="19050" cap="flat" cmpd="sng">
            <a:solidFill>
              <a:schemeClr val="accent1"/>
            </a:solidFill>
            <a:prstDash val="solid"/>
            <a:round/>
            <a:headEnd type="none" w="med" len="med"/>
            <a:tailEnd type="oval" w="med" len="med"/>
          </a:ln>
        </p:spPr>
      </p:cxnSp>
      <p:cxnSp>
        <p:nvCxnSpPr>
          <p:cNvPr id="1074" name="Google Shape;1074;p50"/>
          <p:cNvCxnSpPr>
            <a:stCxn id="1061" idx="4"/>
            <a:endCxn id="1067" idx="0"/>
          </p:cNvCxnSpPr>
          <p:nvPr/>
        </p:nvCxnSpPr>
        <p:spPr>
          <a:xfrm>
            <a:off x="7451750" y="2627050"/>
            <a:ext cx="0" cy="454800"/>
          </a:xfrm>
          <a:prstGeom prst="straightConnector1">
            <a:avLst/>
          </a:prstGeom>
          <a:noFill/>
          <a:ln w="19050" cap="flat" cmpd="sng">
            <a:solidFill>
              <a:schemeClr val="accent1"/>
            </a:solidFill>
            <a:prstDash val="solid"/>
            <a:round/>
            <a:headEnd type="none" w="med" len="med"/>
            <a:tailEnd type="oval" w="med" len="med"/>
          </a:ln>
        </p:spPr>
      </p:cxnSp>
      <p:sp>
        <p:nvSpPr>
          <p:cNvPr id="1056" name="Google Shape;1056;p50"/>
          <p:cNvSpPr/>
          <p:nvPr/>
        </p:nvSpPr>
        <p:spPr>
          <a:xfrm>
            <a:off x="1267025" y="1775425"/>
            <a:ext cx="850500" cy="8505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50"/>
          <p:cNvSpPr/>
          <p:nvPr/>
        </p:nvSpPr>
        <p:spPr>
          <a:xfrm>
            <a:off x="3186875" y="1775425"/>
            <a:ext cx="850500" cy="8505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50"/>
          <p:cNvSpPr/>
          <p:nvPr/>
        </p:nvSpPr>
        <p:spPr>
          <a:xfrm>
            <a:off x="5120500" y="1789200"/>
            <a:ext cx="822900" cy="8229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0"/>
          <p:cNvSpPr/>
          <p:nvPr/>
        </p:nvSpPr>
        <p:spPr>
          <a:xfrm>
            <a:off x="7025300" y="1774150"/>
            <a:ext cx="852900" cy="8529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5" name="Google Shape;1075;p50"/>
          <p:cNvGrpSpPr/>
          <p:nvPr/>
        </p:nvGrpSpPr>
        <p:grpSpPr>
          <a:xfrm>
            <a:off x="3404466" y="2021494"/>
            <a:ext cx="429089" cy="358212"/>
            <a:chOff x="881316" y="3276257"/>
            <a:chExt cx="429089" cy="358212"/>
          </a:xfrm>
        </p:grpSpPr>
        <p:sp>
          <p:nvSpPr>
            <p:cNvPr id="1076" name="Google Shape;1076;p50"/>
            <p:cNvSpPr/>
            <p:nvPr/>
          </p:nvSpPr>
          <p:spPr>
            <a:xfrm>
              <a:off x="1093980" y="3365029"/>
              <a:ext cx="22596" cy="18399"/>
            </a:xfrm>
            <a:custGeom>
              <a:avLst/>
              <a:gdLst/>
              <a:ahLst/>
              <a:cxnLst/>
              <a:rect l="l" t="t" r="r" b="b"/>
              <a:pathLst>
                <a:path w="673" h="548" extrusionOk="0">
                  <a:moveTo>
                    <a:pt x="454" y="1"/>
                  </a:moveTo>
                  <a:cubicBezTo>
                    <a:pt x="419" y="1"/>
                    <a:pt x="382" y="15"/>
                    <a:pt x="349" y="48"/>
                  </a:cubicBezTo>
                  <a:lnTo>
                    <a:pt x="110" y="286"/>
                  </a:lnTo>
                  <a:cubicBezTo>
                    <a:pt x="1" y="396"/>
                    <a:pt x="102" y="548"/>
                    <a:pt x="219" y="548"/>
                  </a:cubicBezTo>
                  <a:cubicBezTo>
                    <a:pt x="254" y="548"/>
                    <a:pt x="292" y="534"/>
                    <a:pt x="325" y="500"/>
                  </a:cubicBezTo>
                  <a:lnTo>
                    <a:pt x="563" y="262"/>
                  </a:lnTo>
                  <a:cubicBezTo>
                    <a:pt x="673" y="153"/>
                    <a:pt x="572" y="1"/>
                    <a:pt x="4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50"/>
            <p:cNvSpPr/>
            <p:nvPr/>
          </p:nvSpPr>
          <p:spPr>
            <a:xfrm>
              <a:off x="1127252" y="3395213"/>
              <a:ext cx="21119" cy="18601"/>
            </a:xfrm>
            <a:custGeom>
              <a:avLst/>
              <a:gdLst/>
              <a:ahLst/>
              <a:cxnLst/>
              <a:rect l="l" t="t" r="r" b="b"/>
              <a:pathLst>
                <a:path w="629" h="554" extrusionOk="0">
                  <a:moveTo>
                    <a:pt x="164" y="0"/>
                  </a:moveTo>
                  <a:cubicBezTo>
                    <a:pt x="126" y="0"/>
                    <a:pt x="84" y="18"/>
                    <a:pt x="48" y="54"/>
                  </a:cubicBezTo>
                  <a:cubicBezTo>
                    <a:pt x="1" y="125"/>
                    <a:pt x="1" y="221"/>
                    <a:pt x="48" y="268"/>
                  </a:cubicBezTo>
                  <a:lnTo>
                    <a:pt x="286" y="506"/>
                  </a:lnTo>
                  <a:cubicBezTo>
                    <a:pt x="320" y="540"/>
                    <a:pt x="358" y="554"/>
                    <a:pt x="395" y="554"/>
                  </a:cubicBezTo>
                  <a:cubicBezTo>
                    <a:pt x="518" y="554"/>
                    <a:pt x="629" y="402"/>
                    <a:pt x="501" y="292"/>
                  </a:cubicBezTo>
                  <a:lnTo>
                    <a:pt x="263" y="54"/>
                  </a:lnTo>
                  <a:cubicBezTo>
                    <a:pt x="239" y="18"/>
                    <a:pt x="203" y="0"/>
                    <a:pt x="1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50"/>
            <p:cNvSpPr/>
            <p:nvPr/>
          </p:nvSpPr>
          <p:spPr>
            <a:xfrm>
              <a:off x="1062016" y="3395415"/>
              <a:ext cx="21287" cy="18601"/>
            </a:xfrm>
            <a:custGeom>
              <a:avLst/>
              <a:gdLst/>
              <a:ahLst/>
              <a:cxnLst/>
              <a:rect l="l" t="t" r="r" b="b"/>
              <a:pathLst>
                <a:path w="634" h="554" extrusionOk="0">
                  <a:moveTo>
                    <a:pt x="218" y="1"/>
                  </a:moveTo>
                  <a:cubicBezTo>
                    <a:pt x="101" y="1"/>
                    <a:pt x="0" y="153"/>
                    <a:pt x="110" y="262"/>
                  </a:cubicBezTo>
                  <a:lnTo>
                    <a:pt x="348" y="500"/>
                  </a:lnTo>
                  <a:cubicBezTo>
                    <a:pt x="372" y="536"/>
                    <a:pt x="408" y="554"/>
                    <a:pt x="446" y="554"/>
                  </a:cubicBezTo>
                  <a:cubicBezTo>
                    <a:pt x="485" y="554"/>
                    <a:pt x="527" y="536"/>
                    <a:pt x="562" y="500"/>
                  </a:cubicBezTo>
                  <a:cubicBezTo>
                    <a:pt x="634" y="453"/>
                    <a:pt x="634" y="334"/>
                    <a:pt x="562" y="286"/>
                  </a:cubicBezTo>
                  <a:lnTo>
                    <a:pt x="324" y="48"/>
                  </a:lnTo>
                  <a:cubicBezTo>
                    <a:pt x="291" y="15"/>
                    <a:pt x="254" y="1"/>
                    <a:pt x="2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50"/>
            <p:cNvSpPr/>
            <p:nvPr/>
          </p:nvSpPr>
          <p:spPr>
            <a:xfrm>
              <a:off x="881316" y="3276257"/>
              <a:ext cx="429089" cy="358212"/>
            </a:xfrm>
            <a:custGeom>
              <a:avLst/>
              <a:gdLst/>
              <a:ahLst/>
              <a:cxnLst/>
              <a:rect l="l" t="t" r="r" b="b"/>
              <a:pathLst>
                <a:path w="12780" h="10669" extrusionOk="0">
                  <a:moveTo>
                    <a:pt x="6101" y="0"/>
                  </a:moveTo>
                  <a:cubicBezTo>
                    <a:pt x="4051" y="0"/>
                    <a:pt x="2037" y="1168"/>
                    <a:pt x="1158" y="3287"/>
                  </a:cubicBezTo>
                  <a:cubicBezTo>
                    <a:pt x="1096" y="3410"/>
                    <a:pt x="1203" y="3503"/>
                    <a:pt x="1305" y="3503"/>
                  </a:cubicBezTo>
                  <a:cubicBezTo>
                    <a:pt x="1362" y="3503"/>
                    <a:pt x="1418" y="3474"/>
                    <a:pt x="1443" y="3406"/>
                  </a:cubicBezTo>
                  <a:cubicBezTo>
                    <a:pt x="2250" y="1482"/>
                    <a:pt x="4099" y="320"/>
                    <a:pt x="6059" y="320"/>
                  </a:cubicBezTo>
                  <a:cubicBezTo>
                    <a:pt x="6646" y="320"/>
                    <a:pt x="7244" y="424"/>
                    <a:pt x="7826" y="644"/>
                  </a:cubicBezTo>
                  <a:cubicBezTo>
                    <a:pt x="10350" y="1597"/>
                    <a:pt x="11660" y="4383"/>
                    <a:pt x="10779" y="6931"/>
                  </a:cubicBezTo>
                  <a:cubicBezTo>
                    <a:pt x="10082" y="9001"/>
                    <a:pt x="8145" y="10316"/>
                    <a:pt x="6064" y="10316"/>
                  </a:cubicBezTo>
                  <a:cubicBezTo>
                    <a:pt x="5583" y="10316"/>
                    <a:pt x="5094" y="10246"/>
                    <a:pt x="4611" y="10098"/>
                  </a:cubicBezTo>
                  <a:cubicBezTo>
                    <a:pt x="2015" y="9312"/>
                    <a:pt x="538" y="6621"/>
                    <a:pt x="1229" y="4026"/>
                  </a:cubicBezTo>
                  <a:cubicBezTo>
                    <a:pt x="1271" y="3899"/>
                    <a:pt x="1173" y="3815"/>
                    <a:pt x="1080" y="3815"/>
                  </a:cubicBezTo>
                  <a:cubicBezTo>
                    <a:pt x="1015" y="3815"/>
                    <a:pt x="953" y="3856"/>
                    <a:pt x="943" y="3954"/>
                  </a:cubicBezTo>
                  <a:cubicBezTo>
                    <a:pt x="1" y="7431"/>
                    <a:pt x="2706" y="10669"/>
                    <a:pt x="6062" y="10669"/>
                  </a:cubicBezTo>
                  <a:cubicBezTo>
                    <a:pt x="6521" y="10669"/>
                    <a:pt x="6992" y="10608"/>
                    <a:pt x="7468" y="10479"/>
                  </a:cubicBezTo>
                  <a:cubicBezTo>
                    <a:pt x="11445" y="9408"/>
                    <a:pt x="12779" y="4454"/>
                    <a:pt x="9850" y="1549"/>
                  </a:cubicBezTo>
                  <a:cubicBezTo>
                    <a:pt x="8788" y="496"/>
                    <a:pt x="7437" y="0"/>
                    <a:pt x="6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50"/>
            <p:cNvSpPr/>
            <p:nvPr/>
          </p:nvSpPr>
          <p:spPr>
            <a:xfrm>
              <a:off x="894578" y="3349618"/>
              <a:ext cx="295863" cy="262892"/>
            </a:xfrm>
            <a:custGeom>
              <a:avLst/>
              <a:gdLst/>
              <a:ahLst/>
              <a:cxnLst/>
              <a:rect l="l" t="t" r="r" b="b"/>
              <a:pathLst>
                <a:path w="8812" h="7830" extrusionOk="0">
                  <a:moveTo>
                    <a:pt x="2811" y="959"/>
                  </a:moveTo>
                  <a:lnTo>
                    <a:pt x="4192" y="2341"/>
                  </a:lnTo>
                  <a:lnTo>
                    <a:pt x="2430" y="2341"/>
                  </a:lnTo>
                  <a:cubicBezTo>
                    <a:pt x="2263" y="2341"/>
                    <a:pt x="2144" y="2245"/>
                    <a:pt x="2168" y="2198"/>
                  </a:cubicBezTo>
                  <a:cubicBezTo>
                    <a:pt x="2263" y="1745"/>
                    <a:pt x="2501" y="1317"/>
                    <a:pt x="2811" y="959"/>
                  </a:cubicBezTo>
                  <a:close/>
                  <a:moveTo>
                    <a:pt x="2240" y="3292"/>
                  </a:moveTo>
                  <a:cubicBezTo>
                    <a:pt x="2247" y="3292"/>
                    <a:pt x="2255" y="3292"/>
                    <a:pt x="2263" y="3293"/>
                  </a:cubicBezTo>
                  <a:lnTo>
                    <a:pt x="3073" y="3293"/>
                  </a:lnTo>
                  <a:cubicBezTo>
                    <a:pt x="3144" y="3293"/>
                    <a:pt x="3239" y="3365"/>
                    <a:pt x="3239" y="3460"/>
                  </a:cubicBezTo>
                  <a:lnTo>
                    <a:pt x="3239" y="3627"/>
                  </a:lnTo>
                  <a:cubicBezTo>
                    <a:pt x="3204" y="3623"/>
                    <a:pt x="3171" y="3621"/>
                    <a:pt x="3140" y="3621"/>
                  </a:cubicBezTo>
                  <a:cubicBezTo>
                    <a:pt x="2805" y="3621"/>
                    <a:pt x="2767" y="3841"/>
                    <a:pt x="2549" y="3841"/>
                  </a:cubicBezTo>
                  <a:cubicBezTo>
                    <a:pt x="2382" y="3841"/>
                    <a:pt x="2334" y="3746"/>
                    <a:pt x="2191" y="3674"/>
                  </a:cubicBezTo>
                  <a:cubicBezTo>
                    <a:pt x="1985" y="3583"/>
                    <a:pt x="2044" y="3292"/>
                    <a:pt x="2240" y="3292"/>
                  </a:cubicBezTo>
                  <a:close/>
                  <a:moveTo>
                    <a:pt x="5144" y="3293"/>
                  </a:moveTo>
                  <a:lnTo>
                    <a:pt x="5502" y="3627"/>
                  </a:lnTo>
                  <a:cubicBezTo>
                    <a:pt x="5287" y="3698"/>
                    <a:pt x="5264" y="3841"/>
                    <a:pt x="5049" y="3841"/>
                  </a:cubicBezTo>
                  <a:cubicBezTo>
                    <a:pt x="4811" y="3841"/>
                    <a:pt x="4787" y="3627"/>
                    <a:pt x="4406" y="3627"/>
                  </a:cubicBezTo>
                  <a:cubicBezTo>
                    <a:pt x="4390" y="3619"/>
                    <a:pt x="4374" y="3616"/>
                    <a:pt x="4358" y="3616"/>
                  </a:cubicBezTo>
                  <a:cubicBezTo>
                    <a:pt x="4324" y="3616"/>
                    <a:pt x="4287" y="3627"/>
                    <a:pt x="4240" y="3627"/>
                  </a:cubicBezTo>
                  <a:lnTo>
                    <a:pt x="4240" y="3460"/>
                  </a:lnTo>
                  <a:cubicBezTo>
                    <a:pt x="4240" y="3365"/>
                    <a:pt x="4335" y="3293"/>
                    <a:pt x="4406" y="3293"/>
                  </a:cubicBezTo>
                  <a:close/>
                  <a:moveTo>
                    <a:pt x="3150" y="3906"/>
                  </a:moveTo>
                  <a:cubicBezTo>
                    <a:pt x="3170" y="3906"/>
                    <a:pt x="3192" y="3908"/>
                    <a:pt x="3216" y="3912"/>
                  </a:cubicBezTo>
                  <a:cubicBezTo>
                    <a:pt x="3192" y="4103"/>
                    <a:pt x="3216" y="4293"/>
                    <a:pt x="3263" y="4460"/>
                  </a:cubicBezTo>
                  <a:lnTo>
                    <a:pt x="3073" y="4460"/>
                  </a:lnTo>
                  <a:cubicBezTo>
                    <a:pt x="2858" y="4460"/>
                    <a:pt x="2692" y="4317"/>
                    <a:pt x="2620" y="4127"/>
                  </a:cubicBezTo>
                  <a:cubicBezTo>
                    <a:pt x="2923" y="4105"/>
                    <a:pt x="2951" y="3906"/>
                    <a:pt x="3150" y="3906"/>
                  </a:cubicBezTo>
                  <a:close/>
                  <a:moveTo>
                    <a:pt x="4501" y="2650"/>
                  </a:moveTo>
                  <a:lnTo>
                    <a:pt x="4835" y="2984"/>
                  </a:lnTo>
                  <a:lnTo>
                    <a:pt x="4430" y="2984"/>
                  </a:lnTo>
                  <a:cubicBezTo>
                    <a:pt x="4144" y="2984"/>
                    <a:pt x="3930" y="3198"/>
                    <a:pt x="3930" y="3460"/>
                  </a:cubicBezTo>
                  <a:lnTo>
                    <a:pt x="3930" y="4270"/>
                  </a:lnTo>
                  <a:cubicBezTo>
                    <a:pt x="3930" y="4365"/>
                    <a:pt x="3858" y="4460"/>
                    <a:pt x="3739" y="4460"/>
                  </a:cubicBezTo>
                  <a:cubicBezTo>
                    <a:pt x="3620" y="4460"/>
                    <a:pt x="3525" y="4365"/>
                    <a:pt x="3549" y="4270"/>
                  </a:cubicBezTo>
                  <a:lnTo>
                    <a:pt x="3549" y="3460"/>
                  </a:lnTo>
                  <a:cubicBezTo>
                    <a:pt x="3525" y="3198"/>
                    <a:pt x="3311" y="2984"/>
                    <a:pt x="3049" y="2984"/>
                  </a:cubicBezTo>
                  <a:lnTo>
                    <a:pt x="2120" y="2984"/>
                  </a:lnTo>
                  <a:cubicBezTo>
                    <a:pt x="2025" y="2984"/>
                    <a:pt x="1953" y="2912"/>
                    <a:pt x="1953" y="2817"/>
                  </a:cubicBezTo>
                  <a:cubicBezTo>
                    <a:pt x="1953" y="2722"/>
                    <a:pt x="2025" y="2650"/>
                    <a:pt x="2120" y="2650"/>
                  </a:cubicBezTo>
                  <a:close/>
                  <a:moveTo>
                    <a:pt x="4430" y="3912"/>
                  </a:moveTo>
                  <a:cubicBezTo>
                    <a:pt x="4644" y="3912"/>
                    <a:pt x="4692" y="4127"/>
                    <a:pt x="5049" y="4127"/>
                  </a:cubicBezTo>
                  <a:cubicBezTo>
                    <a:pt x="5216" y="4127"/>
                    <a:pt x="5383" y="4055"/>
                    <a:pt x="5526" y="3960"/>
                  </a:cubicBezTo>
                  <a:lnTo>
                    <a:pt x="5526" y="4103"/>
                  </a:lnTo>
                  <a:cubicBezTo>
                    <a:pt x="5526" y="4293"/>
                    <a:pt x="5359" y="4460"/>
                    <a:pt x="5168" y="4460"/>
                  </a:cubicBezTo>
                  <a:lnTo>
                    <a:pt x="4216" y="4460"/>
                  </a:lnTo>
                  <a:cubicBezTo>
                    <a:pt x="4263" y="4293"/>
                    <a:pt x="4263" y="4127"/>
                    <a:pt x="4263" y="3960"/>
                  </a:cubicBezTo>
                  <a:cubicBezTo>
                    <a:pt x="4311" y="3936"/>
                    <a:pt x="4359" y="3912"/>
                    <a:pt x="4430" y="3912"/>
                  </a:cubicBezTo>
                  <a:close/>
                  <a:moveTo>
                    <a:pt x="5835" y="3960"/>
                  </a:moveTo>
                  <a:lnTo>
                    <a:pt x="6335" y="4460"/>
                  </a:lnTo>
                  <a:lnTo>
                    <a:pt x="6216" y="4460"/>
                  </a:lnTo>
                  <a:cubicBezTo>
                    <a:pt x="6002" y="4460"/>
                    <a:pt x="5835" y="4293"/>
                    <a:pt x="5835" y="4103"/>
                  </a:cubicBezTo>
                  <a:lnTo>
                    <a:pt x="5835" y="3960"/>
                  </a:lnTo>
                  <a:close/>
                  <a:moveTo>
                    <a:pt x="2263" y="436"/>
                  </a:moveTo>
                  <a:lnTo>
                    <a:pt x="2620" y="769"/>
                  </a:lnTo>
                  <a:cubicBezTo>
                    <a:pt x="2239" y="1150"/>
                    <a:pt x="2001" y="1626"/>
                    <a:pt x="1882" y="2150"/>
                  </a:cubicBezTo>
                  <a:cubicBezTo>
                    <a:pt x="1858" y="2245"/>
                    <a:pt x="1858" y="2341"/>
                    <a:pt x="1906" y="2412"/>
                  </a:cubicBezTo>
                  <a:cubicBezTo>
                    <a:pt x="1596" y="2579"/>
                    <a:pt x="1548" y="3007"/>
                    <a:pt x="1834" y="3222"/>
                  </a:cubicBezTo>
                  <a:cubicBezTo>
                    <a:pt x="1787" y="3293"/>
                    <a:pt x="1763" y="3389"/>
                    <a:pt x="1763" y="3508"/>
                  </a:cubicBezTo>
                  <a:cubicBezTo>
                    <a:pt x="1739" y="3698"/>
                    <a:pt x="1858" y="3889"/>
                    <a:pt x="2049" y="3984"/>
                  </a:cubicBezTo>
                  <a:cubicBezTo>
                    <a:pt x="2144" y="4031"/>
                    <a:pt x="2215" y="4079"/>
                    <a:pt x="2311" y="4127"/>
                  </a:cubicBezTo>
                  <a:cubicBezTo>
                    <a:pt x="2334" y="4270"/>
                    <a:pt x="2382" y="4389"/>
                    <a:pt x="2453" y="4508"/>
                  </a:cubicBezTo>
                  <a:cubicBezTo>
                    <a:pt x="2440" y="4507"/>
                    <a:pt x="2427" y="4506"/>
                    <a:pt x="2414" y="4506"/>
                  </a:cubicBezTo>
                  <a:cubicBezTo>
                    <a:pt x="2170" y="4506"/>
                    <a:pt x="1977" y="4712"/>
                    <a:pt x="1977" y="4960"/>
                  </a:cubicBezTo>
                  <a:cubicBezTo>
                    <a:pt x="1977" y="5437"/>
                    <a:pt x="2358" y="5841"/>
                    <a:pt x="2834" y="5841"/>
                  </a:cubicBezTo>
                  <a:lnTo>
                    <a:pt x="4240" y="5841"/>
                  </a:lnTo>
                  <a:cubicBezTo>
                    <a:pt x="4335" y="5841"/>
                    <a:pt x="4406" y="5770"/>
                    <a:pt x="4406" y="5698"/>
                  </a:cubicBezTo>
                  <a:cubicBezTo>
                    <a:pt x="4430" y="5603"/>
                    <a:pt x="4335" y="5508"/>
                    <a:pt x="4263" y="5508"/>
                  </a:cubicBezTo>
                  <a:lnTo>
                    <a:pt x="2834" y="5508"/>
                  </a:lnTo>
                  <a:cubicBezTo>
                    <a:pt x="2549" y="5508"/>
                    <a:pt x="2287" y="5270"/>
                    <a:pt x="2287" y="4960"/>
                  </a:cubicBezTo>
                  <a:cubicBezTo>
                    <a:pt x="2311" y="4889"/>
                    <a:pt x="2382" y="4817"/>
                    <a:pt x="2453" y="4817"/>
                  </a:cubicBezTo>
                  <a:lnTo>
                    <a:pt x="5168" y="4817"/>
                  </a:lnTo>
                  <a:cubicBezTo>
                    <a:pt x="5383" y="4817"/>
                    <a:pt x="5573" y="4722"/>
                    <a:pt x="5692" y="4555"/>
                  </a:cubicBezTo>
                  <a:cubicBezTo>
                    <a:pt x="5835" y="4722"/>
                    <a:pt x="6026" y="4817"/>
                    <a:pt x="6216" y="4817"/>
                  </a:cubicBezTo>
                  <a:lnTo>
                    <a:pt x="6669" y="4817"/>
                  </a:lnTo>
                  <a:lnTo>
                    <a:pt x="7383" y="5508"/>
                  </a:lnTo>
                  <a:lnTo>
                    <a:pt x="4930" y="5508"/>
                  </a:lnTo>
                  <a:cubicBezTo>
                    <a:pt x="4859" y="5508"/>
                    <a:pt x="4787" y="5579"/>
                    <a:pt x="4787" y="5651"/>
                  </a:cubicBezTo>
                  <a:cubicBezTo>
                    <a:pt x="4763" y="5746"/>
                    <a:pt x="4835" y="5841"/>
                    <a:pt x="4930" y="5841"/>
                  </a:cubicBezTo>
                  <a:lnTo>
                    <a:pt x="7693" y="5841"/>
                  </a:lnTo>
                  <a:lnTo>
                    <a:pt x="8431" y="6580"/>
                  </a:lnTo>
                  <a:cubicBezTo>
                    <a:pt x="7669" y="7199"/>
                    <a:pt x="6692" y="7532"/>
                    <a:pt x="5692" y="7532"/>
                  </a:cubicBezTo>
                  <a:lnTo>
                    <a:pt x="5692" y="7508"/>
                  </a:lnTo>
                  <a:cubicBezTo>
                    <a:pt x="2025" y="7508"/>
                    <a:pt x="1" y="3293"/>
                    <a:pt x="2263" y="436"/>
                  </a:cubicBezTo>
                  <a:close/>
                  <a:moveTo>
                    <a:pt x="2251" y="1"/>
                  </a:moveTo>
                  <a:cubicBezTo>
                    <a:pt x="2209" y="1"/>
                    <a:pt x="2168" y="19"/>
                    <a:pt x="2144" y="54"/>
                  </a:cubicBezTo>
                  <a:cubicBezTo>
                    <a:pt x="524" y="1912"/>
                    <a:pt x="620" y="4722"/>
                    <a:pt x="2358" y="6461"/>
                  </a:cubicBezTo>
                  <a:cubicBezTo>
                    <a:pt x="3267" y="7370"/>
                    <a:pt x="4470" y="7830"/>
                    <a:pt x="5676" y="7830"/>
                  </a:cubicBezTo>
                  <a:cubicBezTo>
                    <a:pt x="6776" y="7830"/>
                    <a:pt x="7878" y="7447"/>
                    <a:pt x="8764" y="6675"/>
                  </a:cubicBezTo>
                  <a:cubicBezTo>
                    <a:pt x="8812" y="6603"/>
                    <a:pt x="8812" y="6508"/>
                    <a:pt x="8764" y="6437"/>
                  </a:cubicBezTo>
                  <a:lnTo>
                    <a:pt x="2358" y="54"/>
                  </a:lnTo>
                  <a:cubicBezTo>
                    <a:pt x="2334" y="19"/>
                    <a:pt x="2293" y="1"/>
                    <a:pt x="22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50"/>
            <p:cNvSpPr/>
            <p:nvPr/>
          </p:nvSpPr>
          <p:spPr>
            <a:xfrm>
              <a:off x="980127" y="3297611"/>
              <a:ext cx="263094" cy="262154"/>
            </a:xfrm>
            <a:custGeom>
              <a:avLst/>
              <a:gdLst/>
              <a:ahLst/>
              <a:cxnLst/>
              <a:rect l="l" t="t" r="r" b="b"/>
              <a:pathLst>
                <a:path w="7836" h="7808" extrusionOk="0">
                  <a:moveTo>
                    <a:pt x="2825" y="1594"/>
                  </a:moveTo>
                  <a:cubicBezTo>
                    <a:pt x="3108" y="1594"/>
                    <a:pt x="3383" y="1606"/>
                    <a:pt x="3646" y="1606"/>
                  </a:cubicBezTo>
                  <a:cubicBezTo>
                    <a:pt x="3709" y="1606"/>
                    <a:pt x="3773" y="1605"/>
                    <a:pt x="3835" y="1603"/>
                  </a:cubicBezTo>
                  <a:cubicBezTo>
                    <a:pt x="5454" y="1603"/>
                    <a:pt x="6597" y="2604"/>
                    <a:pt x="6859" y="3747"/>
                  </a:cubicBezTo>
                  <a:cubicBezTo>
                    <a:pt x="6859" y="3794"/>
                    <a:pt x="6764" y="3890"/>
                    <a:pt x="6597" y="3890"/>
                  </a:cubicBezTo>
                  <a:lnTo>
                    <a:pt x="3025" y="3890"/>
                  </a:lnTo>
                  <a:lnTo>
                    <a:pt x="1072" y="1937"/>
                  </a:lnTo>
                  <a:cubicBezTo>
                    <a:pt x="1661" y="1643"/>
                    <a:pt x="2258" y="1594"/>
                    <a:pt x="2825" y="1594"/>
                  </a:cubicBezTo>
                  <a:close/>
                  <a:moveTo>
                    <a:pt x="6693" y="4199"/>
                  </a:moveTo>
                  <a:cubicBezTo>
                    <a:pt x="6907" y="4199"/>
                    <a:pt x="6907" y="4533"/>
                    <a:pt x="6693" y="4533"/>
                  </a:cubicBezTo>
                  <a:lnTo>
                    <a:pt x="3668" y="4533"/>
                  </a:lnTo>
                  <a:lnTo>
                    <a:pt x="3335" y="4199"/>
                  </a:lnTo>
                  <a:close/>
                  <a:moveTo>
                    <a:pt x="6550" y="4842"/>
                  </a:moveTo>
                  <a:cubicBezTo>
                    <a:pt x="6764" y="4842"/>
                    <a:pt x="6835" y="5128"/>
                    <a:pt x="6645" y="5223"/>
                  </a:cubicBezTo>
                  <a:cubicBezTo>
                    <a:pt x="6478" y="5295"/>
                    <a:pt x="6454" y="5390"/>
                    <a:pt x="6288" y="5390"/>
                  </a:cubicBezTo>
                  <a:cubicBezTo>
                    <a:pt x="6050" y="5390"/>
                    <a:pt x="6026" y="5176"/>
                    <a:pt x="5645" y="5176"/>
                  </a:cubicBezTo>
                  <a:cubicBezTo>
                    <a:pt x="5288" y="5176"/>
                    <a:pt x="5264" y="5390"/>
                    <a:pt x="5026" y="5390"/>
                  </a:cubicBezTo>
                  <a:cubicBezTo>
                    <a:pt x="4814" y="5390"/>
                    <a:pt x="4734" y="5164"/>
                    <a:pt x="4434" y="5164"/>
                  </a:cubicBezTo>
                  <a:cubicBezTo>
                    <a:pt x="4397" y="5164"/>
                    <a:pt x="4356" y="5168"/>
                    <a:pt x="4311" y="5176"/>
                  </a:cubicBezTo>
                  <a:lnTo>
                    <a:pt x="3978" y="4842"/>
                  </a:lnTo>
                  <a:close/>
                  <a:moveTo>
                    <a:pt x="5645" y="5461"/>
                  </a:moveTo>
                  <a:cubicBezTo>
                    <a:pt x="5883" y="5461"/>
                    <a:pt x="5907" y="5652"/>
                    <a:pt x="6192" y="5676"/>
                  </a:cubicBezTo>
                  <a:cubicBezTo>
                    <a:pt x="6121" y="5866"/>
                    <a:pt x="5931" y="6009"/>
                    <a:pt x="5740" y="6009"/>
                  </a:cubicBezTo>
                  <a:lnTo>
                    <a:pt x="5145" y="6009"/>
                  </a:lnTo>
                  <a:lnTo>
                    <a:pt x="4787" y="5652"/>
                  </a:lnTo>
                  <a:lnTo>
                    <a:pt x="4787" y="5652"/>
                  </a:lnTo>
                  <a:cubicBezTo>
                    <a:pt x="4838" y="5669"/>
                    <a:pt x="4888" y="5686"/>
                    <a:pt x="4947" y="5686"/>
                  </a:cubicBezTo>
                  <a:cubicBezTo>
                    <a:pt x="4972" y="5686"/>
                    <a:pt x="4998" y="5683"/>
                    <a:pt x="5026" y="5676"/>
                  </a:cubicBezTo>
                  <a:cubicBezTo>
                    <a:pt x="5383" y="5676"/>
                    <a:pt x="5407" y="5461"/>
                    <a:pt x="5645" y="5461"/>
                  </a:cubicBezTo>
                  <a:close/>
                  <a:moveTo>
                    <a:pt x="6050" y="6343"/>
                  </a:moveTo>
                  <a:cubicBezTo>
                    <a:pt x="6145" y="6343"/>
                    <a:pt x="6216" y="6414"/>
                    <a:pt x="6216" y="6509"/>
                  </a:cubicBezTo>
                  <a:cubicBezTo>
                    <a:pt x="6216" y="6652"/>
                    <a:pt x="6145" y="6795"/>
                    <a:pt x="6026" y="6914"/>
                  </a:cubicBezTo>
                  <a:lnTo>
                    <a:pt x="5478" y="6343"/>
                  </a:lnTo>
                  <a:close/>
                  <a:moveTo>
                    <a:pt x="3111" y="0"/>
                  </a:moveTo>
                  <a:cubicBezTo>
                    <a:pt x="2058" y="0"/>
                    <a:pt x="984" y="359"/>
                    <a:pt x="72" y="1151"/>
                  </a:cubicBezTo>
                  <a:cubicBezTo>
                    <a:pt x="1" y="1199"/>
                    <a:pt x="1" y="1318"/>
                    <a:pt x="72" y="1365"/>
                  </a:cubicBezTo>
                  <a:lnTo>
                    <a:pt x="6478" y="7771"/>
                  </a:lnTo>
                  <a:cubicBezTo>
                    <a:pt x="6502" y="7795"/>
                    <a:pt x="6544" y="7807"/>
                    <a:pt x="6585" y="7807"/>
                  </a:cubicBezTo>
                  <a:cubicBezTo>
                    <a:pt x="6627" y="7807"/>
                    <a:pt x="6669" y="7795"/>
                    <a:pt x="6693" y="7771"/>
                  </a:cubicBezTo>
                  <a:cubicBezTo>
                    <a:pt x="7359" y="7009"/>
                    <a:pt x="7764" y="6057"/>
                    <a:pt x="7836" y="5057"/>
                  </a:cubicBezTo>
                  <a:cubicBezTo>
                    <a:pt x="7836" y="4961"/>
                    <a:pt x="7764" y="4890"/>
                    <a:pt x="7693" y="4890"/>
                  </a:cubicBezTo>
                  <a:cubicBezTo>
                    <a:pt x="7680" y="4887"/>
                    <a:pt x="7668" y="4885"/>
                    <a:pt x="7657" y="4885"/>
                  </a:cubicBezTo>
                  <a:cubicBezTo>
                    <a:pt x="7580" y="4885"/>
                    <a:pt x="7526" y="4950"/>
                    <a:pt x="7526" y="5033"/>
                  </a:cubicBezTo>
                  <a:cubicBezTo>
                    <a:pt x="7455" y="5890"/>
                    <a:pt x="7121" y="6747"/>
                    <a:pt x="6573" y="7438"/>
                  </a:cubicBezTo>
                  <a:lnTo>
                    <a:pt x="6264" y="7128"/>
                  </a:lnTo>
                  <a:cubicBezTo>
                    <a:pt x="6573" y="6843"/>
                    <a:pt x="6669" y="6319"/>
                    <a:pt x="6312" y="6104"/>
                  </a:cubicBezTo>
                  <a:cubicBezTo>
                    <a:pt x="6431" y="5985"/>
                    <a:pt x="6502" y="5819"/>
                    <a:pt x="6526" y="5676"/>
                  </a:cubicBezTo>
                  <a:cubicBezTo>
                    <a:pt x="6621" y="5628"/>
                    <a:pt x="6716" y="5557"/>
                    <a:pt x="6788" y="5509"/>
                  </a:cubicBezTo>
                  <a:cubicBezTo>
                    <a:pt x="7074" y="5366"/>
                    <a:pt x="7169" y="5009"/>
                    <a:pt x="7002" y="4747"/>
                  </a:cubicBezTo>
                  <a:cubicBezTo>
                    <a:pt x="7216" y="4580"/>
                    <a:pt x="7264" y="4247"/>
                    <a:pt x="7050" y="4033"/>
                  </a:cubicBezTo>
                  <a:cubicBezTo>
                    <a:pt x="7264" y="3866"/>
                    <a:pt x="7193" y="3675"/>
                    <a:pt x="7121" y="3437"/>
                  </a:cubicBezTo>
                  <a:cubicBezTo>
                    <a:pt x="6693" y="2270"/>
                    <a:pt x="5502" y="1294"/>
                    <a:pt x="3835" y="1294"/>
                  </a:cubicBezTo>
                  <a:cubicBezTo>
                    <a:pt x="3738" y="1300"/>
                    <a:pt x="3637" y="1302"/>
                    <a:pt x="3532" y="1302"/>
                  </a:cubicBezTo>
                  <a:cubicBezTo>
                    <a:pt x="3303" y="1302"/>
                    <a:pt x="3055" y="1292"/>
                    <a:pt x="2796" y="1292"/>
                  </a:cubicBezTo>
                  <a:cubicBezTo>
                    <a:pt x="2180" y="1292"/>
                    <a:pt x="1498" y="1345"/>
                    <a:pt x="834" y="1699"/>
                  </a:cubicBezTo>
                  <a:lnTo>
                    <a:pt x="406" y="1270"/>
                  </a:lnTo>
                  <a:cubicBezTo>
                    <a:pt x="1231" y="610"/>
                    <a:pt x="2177" y="311"/>
                    <a:pt x="3104" y="311"/>
                  </a:cubicBezTo>
                  <a:cubicBezTo>
                    <a:pt x="5254" y="311"/>
                    <a:pt x="7303" y="1920"/>
                    <a:pt x="7502" y="4366"/>
                  </a:cubicBezTo>
                  <a:cubicBezTo>
                    <a:pt x="7502" y="4437"/>
                    <a:pt x="7574" y="4509"/>
                    <a:pt x="7669" y="4509"/>
                  </a:cubicBezTo>
                  <a:cubicBezTo>
                    <a:pt x="7764" y="4485"/>
                    <a:pt x="7812" y="4414"/>
                    <a:pt x="7812" y="4342"/>
                  </a:cubicBezTo>
                  <a:cubicBezTo>
                    <a:pt x="7616" y="1712"/>
                    <a:pt x="5413" y="0"/>
                    <a:pt x="31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2" name="Google Shape;1082;p50"/>
          <p:cNvGrpSpPr/>
          <p:nvPr/>
        </p:nvGrpSpPr>
        <p:grpSpPr>
          <a:xfrm>
            <a:off x="1512708" y="2052267"/>
            <a:ext cx="359051" cy="296669"/>
            <a:chOff x="7126433" y="3306642"/>
            <a:chExt cx="359051" cy="296669"/>
          </a:xfrm>
        </p:grpSpPr>
        <p:sp>
          <p:nvSpPr>
            <p:cNvPr id="1083" name="Google Shape;1083;p50"/>
            <p:cNvSpPr/>
            <p:nvPr/>
          </p:nvSpPr>
          <p:spPr>
            <a:xfrm>
              <a:off x="7126433" y="3306642"/>
              <a:ext cx="359051" cy="296669"/>
            </a:xfrm>
            <a:custGeom>
              <a:avLst/>
              <a:gdLst/>
              <a:ahLst/>
              <a:cxnLst/>
              <a:rect l="l" t="t" r="r" b="b"/>
              <a:pathLst>
                <a:path w="10694" h="8836" extrusionOk="0">
                  <a:moveTo>
                    <a:pt x="8360" y="739"/>
                  </a:moveTo>
                  <a:lnTo>
                    <a:pt x="8002" y="1716"/>
                  </a:lnTo>
                  <a:lnTo>
                    <a:pt x="7669" y="1716"/>
                  </a:lnTo>
                  <a:lnTo>
                    <a:pt x="8002" y="739"/>
                  </a:lnTo>
                  <a:close/>
                  <a:moveTo>
                    <a:pt x="8931" y="310"/>
                  </a:moveTo>
                  <a:cubicBezTo>
                    <a:pt x="9050" y="310"/>
                    <a:pt x="9122" y="406"/>
                    <a:pt x="9098" y="525"/>
                  </a:cubicBezTo>
                  <a:lnTo>
                    <a:pt x="8479" y="2359"/>
                  </a:lnTo>
                  <a:lnTo>
                    <a:pt x="5859" y="2359"/>
                  </a:lnTo>
                  <a:cubicBezTo>
                    <a:pt x="5764" y="2359"/>
                    <a:pt x="5692" y="2287"/>
                    <a:pt x="5692" y="2216"/>
                  </a:cubicBezTo>
                  <a:cubicBezTo>
                    <a:pt x="5668" y="2120"/>
                    <a:pt x="5740" y="2025"/>
                    <a:pt x="5859" y="2025"/>
                  </a:cubicBezTo>
                  <a:lnTo>
                    <a:pt x="8145" y="2025"/>
                  </a:lnTo>
                  <a:cubicBezTo>
                    <a:pt x="8193" y="2025"/>
                    <a:pt x="8264" y="1977"/>
                    <a:pt x="8288" y="1930"/>
                  </a:cubicBezTo>
                  <a:lnTo>
                    <a:pt x="8788" y="430"/>
                  </a:lnTo>
                  <a:cubicBezTo>
                    <a:pt x="8812" y="358"/>
                    <a:pt x="8860" y="310"/>
                    <a:pt x="8931" y="310"/>
                  </a:cubicBezTo>
                  <a:close/>
                  <a:moveTo>
                    <a:pt x="1715" y="6550"/>
                  </a:moveTo>
                  <a:lnTo>
                    <a:pt x="1715" y="7217"/>
                  </a:lnTo>
                  <a:lnTo>
                    <a:pt x="382" y="7217"/>
                  </a:lnTo>
                  <a:lnTo>
                    <a:pt x="596" y="6550"/>
                  </a:lnTo>
                  <a:close/>
                  <a:moveTo>
                    <a:pt x="9788" y="6240"/>
                  </a:moveTo>
                  <a:lnTo>
                    <a:pt x="10336" y="6812"/>
                  </a:lnTo>
                  <a:lnTo>
                    <a:pt x="10360" y="7217"/>
                  </a:lnTo>
                  <a:lnTo>
                    <a:pt x="6788" y="7217"/>
                  </a:lnTo>
                  <a:lnTo>
                    <a:pt x="6788" y="6836"/>
                  </a:lnTo>
                  <a:lnTo>
                    <a:pt x="8598" y="6240"/>
                  </a:lnTo>
                  <a:close/>
                  <a:moveTo>
                    <a:pt x="6502" y="6883"/>
                  </a:moveTo>
                  <a:lnTo>
                    <a:pt x="6502" y="7217"/>
                  </a:lnTo>
                  <a:lnTo>
                    <a:pt x="3120" y="7217"/>
                  </a:lnTo>
                  <a:cubicBezTo>
                    <a:pt x="3025" y="7217"/>
                    <a:pt x="2954" y="7288"/>
                    <a:pt x="2954" y="7360"/>
                  </a:cubicBezTo>
                  <a:cubicBezTo>
                    <a:pt x="2930" y="7455"/>
                    <a:pt x="3025" y="7526"/>
                    <a:pt x="3120" y="7526"/>
                  </a:cubicBezTo>
                  <a:lnTo>
                    <a:pt x="10360" y="7526"/>
                  </a:lnTo>
                  <a:lnTo>
                    <a:pt x="10360" y="7860"/>
                  </a:lnTo>
                  <a:lnTo>
                    <a:pt x="8574" y="7860"/>
                  </a:lnTo>
                  <a:cubicBezTo>
                    <a:pt x="8502" y="7860"/>
                    <a:pt x="8431" y="7931"/>
                    <a:pt x="8431" y="8003"/>
                  </a:cubicBezTo>
                  <a:cubicBezTo>
                    <a:pt x="8410" y="8088"/>
                    <a:pt x="8465" y="8173"/>
                    <a:pt x="8545" y="8173"/>
                  </a:cubicBezTo>
                  <a:cubicBezTo>
                    <a:pt x="8554" y="8173"/>
                    <a:pt x="8564" y="8172"/>
                    <a:pt x="8574" y="8169"/>
                  </a:cubicBezTo>
                  <a:lnTo>
                    <a:pt x="9622" y="8169"/>
                  </a:lnTo>
                  <a:lnTo>
                    <a:pt x="9455" y="8503"/>
                  </a:lnTo>
                  <a:lnTo>
                    <a:pt x="7074" y="8503"/>
                  </a:lnTo>
                  <a:lnTo>
                    <a:pt x="6907" y="8169"/>
                  </a:lnTo>
                  <a:lnTo>
                    <a:pt x="7907" y="8169"/>
                  </a:lnTo>
                  <a:cubicBezTo>
                    <a:pt x="7917" y="8172"/>
                    <a:pt x="7926" y="8174"/>
                    <a:pt x="7936" y="8174"/>
                  </a:cubicBezTo>
                  <a:cubicBezTo>
                    <a:pt x="7997" y="8174"/>
                    <a:pt x="8053" y="8112"/>
                    <a:pt x="8074" y="8050"/>
                  </a:cubicBezTo>
                  <a:cubicBezTo>
                    <a:pt x="8074" y="7955"/>
                    <a:pt x="8002" y="7860"/>
                    <a:pt x="7907" y="7860"/>
                  </a:cubicBezTo>
                  <a:lnTo>
                    <a:pt x="596" y="7860"/>
                  </a:lnTo>
                  <a:lnTo>
                    <a:pt x="429" y="7526"/>
                  </a:lnTo>
                  <a:lnTo>
                    <a:pt x="2430" y="7526"/>
                  </a:lnTo>
                  <a:cubicBezTo>
                    <a:pt x="2501" y="7526"/>
                    <a:pt x="2573" y="7479"/>
                    <a:pt x="2573" y="7407"/>
                  </a:cubicBezTo>
                  <a:cubicBezTo>
                    <a:pt x="2596" y="7312"/>
                    <a:pt x="2525" y="7217"/>
                    <a:pt x="2430" y="7217"/>
                  </a:cubicBezTo>
                  <a:lnTo>
                    <a:pt x="2025" y="7217"/>
                  </a:lnTo>
                  <a:lnTo>
                    <a:pt x="2025" y="6883"/>
                  </a:lnTo>
                  <a:close/>
                  <a:moveTo>
                    <a:pt x="2596" y="8193"/>
                  </a:moveTo>
                  <a:lnTo>
                    <a:pt x="2430" y="8526"/>
                  </a:lnTo>
                  <a:lnTo>
                    <a:pt x="1310" y="8526"/>
                  </a:lnTo>
                  <a:lnTo>
                    <a:pt x="1144" y="8193"/>
                  </a:lnTo>
                  <a:close/>
                  <a:moveTo>
                    <a:pt x="8955" y="1"/>
                  </a:moveTo>
                  <a:cubicBezTo>
                    <a:pt x="8741" y="25"/>
                    <a:pt x="8574" y="144"/>
                    <a:pt x="8502" y="334"/>
                  </a:cubicBezTo>
                  <a:lnTo>
                    <a:pt x="8479" y="430"/>
                  </a:lnTo>
                  <a:lnTo>
                    <a:pt x="7907" y="430"/>
                  </a:lnTo>
                  <a:cubicBezTo>
                    <a:pt x="7836" y="430"/>
                    <a:pt x="7764" y="477"/>
                    <a:pt x="7740" y="549"/>
                  </a:cubicBezTo>
                  <a:lnTo>
                    <a:pt x="7336" y="1739"/>
                  </a:lnTo>
                  <a:lnTo>
                    <a:pt x="5859" y="1739"/>
                  </a:lnTo>
                  <a:cubicBezTo>
                    <a:pt x="5597" y="1739"/>
                    <a:pt x="5383" y="1930"/>
                    <a:pt x="5359" y="2168"/>
                  </a:cubicBezTo>
                  <a:cubicBezTo>
                    <a:pt x="5335" y="2454"/>
                    <a:pt x="5549" y="2692"/>
                    <a:pt x="5835" y="2692"/>
                  </a:cubicBezTo>
                  <a:lnTo>
                    <a:pt x="8121" y="2692"/>
                  </a:lnTo>
                  <a:lnTo>
                    <a:pt x="8169" y="3287"/>
                  </a:lnTo>
                  <a:cubicBezTo>
                    <a:pt x="8169" y="3359"/>
                    <a:pt x="8240" y="3430"/>
                    <a:pt x="8312" y="3430"/>
                  </a:cubicBezTo>
                  <a:cubicBezTo>
                    <a:pt x="8407" y="3430"/>
                    <a:pt x="8479" y="3335"/>
                    <a:pt x="8455" y="3263"/>
                  </a:cubicBezTo>
                  <a:lnTo>
                    <a:pt x="8407" y="2692"/>
                  </a:lnTo>
                  <a:lnTo>
                    <a:pt x="8574" y="2692"/>
                  </a:lnTo>
                  <a:cubicBezTo>
                    <a:pt x="8741" y="2692"/>
                    <a:pt x="8741" y="2525"/>
                    <a:pt x="8764" y="2501"/>
                  </a:cubicBezTo>
                  <a:lnTo>
                    <a:pt x="9669" y="5954"/>
                  </a:lnTo>
                  <a:lnTo>
                    <a:pt x="8741" y="5954"/>
                  </a:lnTo>
                  <a:lnTo>
                    <a:pt x="8526" y="3954"/>
                  </a:lnTo>
                  <a:cubicBezTo>
                    <a:pt x="8549" y="3865"/>
                    <a:pt x="8471" y="3823"/>
                    <a:pt x="8391" y="3823"/>
                  </a:cubicBezTo>
                  <a:cubicBezTo>
                    <a:pt x="8299" y="3823"/>
                    <a:pt x="8203" y="3877"/>
                    <a:pt x="8240" y="3978"/>
                  </a:cubicBezTo>
                  <a:lnTo>
                    <a:pt x="8431" y="6002"/>
                  </a:lnTo>
                  <a:lnTo>
                    <a:pt x="6645" y="6597"/>
                  </a:lnTo>
                  <a:lnTo>
                    <a:pt x="2025" y="6597"/>
                  </a:lnTo>
                  <a:lnTo>
                    <a:pt x="2025" y="6407"/>
                  </a:lnTo>
                  <a:cubicBezTo>
                    <a:pt x="2025" y="6312"/>
                    <a:pt x="1953" y="6264"/>
                    <a:pt x="1882" y="6264"/>
                  </a:cubicBezTo>
                  <a:lnTo>
                    <a:pt x="501" y="6264"/>
                  </a:lnTo>
                  <a:cubicBezTo>
                    <a:pt x="429" y="6264"/>
                    <a:pt x="358" y="6288"/>
                    <a:pt x="358" y="6359"/>
                  </a:cubicBezTo>
                  <a:lnTo>
                    <a:pt x="24" y="7336"/>
                  </a:lnTo>
                  <a:cubicBezTo>
                    <a:pt x="1" y="7383"/>
                    <a:pt x="1" y="7407"/>
                    <a:pt x="24" y="7455"/>
                  </a:cubicBezTo>
                  <a:lnTo>
                    <a:pt x="358" y="8098"/>
                  </a:lnTo>
                  <a:cubicBezTo>
                    <a:pt x="382" y="8169"/>
                    <a:pt x="429" y="8193"/>
                    <a:pt x="477" y="8193"/>
                  </a:cubicBezTo>
                  <a:lnTo>
                    <a:pt x="787" y="8193"/>
                  </a:lnTo>
                  <a:lnTo>
                    <a:pt x="1072" y="8765"/>
                  </a:lnTo>
                  <a:cubicBezTo>
                    <a:pt x="1096" y="8812"/>
                    <a:pt x="1144" y="8836"/>
                    <a:pt x="1215" y="8836"/>
                  </a:cubicBezTo>
                  <a:lnTo>
                    <a:pt x="2525" y="8836"/>
                  </a:lnTo>
                  <a:cubicBezTo>
                    <a:pt x="2573" y="8836"/>
                    <a:pt x="2644" y="8812"/>
                    <a:pt x="2668" y="8765"/>
                  </a:cubicBezTo>
                  <a:lnTo>
                    <a:pt x="2954" y="8193"/>
                  </a:lnTo>
                  <a:lnTo>
                    <a:pt x="6550" y="8193"/>
                  </a:lnTo>
                  <a:lnTo>
                    <a:pt x="6835" y="8765"/>
                  </a:lnTo>
                  <a:cubicBezTo>
                    <a:pt x="6859" y="8812"/>
                    <a:pt x="6907" y="8836"/>
                    <a:pt x="6978" y="8836"/>
                  </a:cubicBezTo>
                  <a:lnTo>
                    <a:pt x="9550" y="8836"/>
                  </a:lnTo>
                  <a:cubicBezTo>
                    <a:pt x="9622" y="8836"/>
                    <a:pt x="9669" y="8812"/>
                    <a:pt x="9693" y="8765"/>
                  </a:cubicBezTo>
                  <a:lnTo>
                    <a:pt x="9979" y="8193"/>
                  </a:lnTo>
                  <a:lnTo>
                    <a:pt x="10527" y="8193"/>
                  </a:lnTo>
                  <a:cubicBezTo>
                    <a:pt x="10622" y="8193"/>
                    <a:pt x="10693" y="8122"/>
                    <a:pt x="10693" y="8026"/>
                  </a:cubicBezTo>
                  <a:lnTo>
                    <a:pt x="10693" y="6740"/>
                  </a:lnTo>
                  <a:cubicBezTo>
                    <a:pt x="10693" y="6693"/>
                    <a:pt x="10670" y="6645"/>
                    <a:pt x="10646" y="6621"/>
                  </a:cubicBezTo>
                  <a:lnTo>
                    <a:pt x="10050" y="6002"/>
                  </a:lnTo>
                  <a:cubicBezTo>
                    <a:pt x="8907" y="1763"/>
                    <a:pt x="9003" y="2001"/>
                    <a:pt x="8955" y="1954"/>
                  </a:cubicBezTo>
                  <a:lnTo>
                    <a:pt x="9384" y="596"/>
                  </a:lnTo>
                  <a:cubicBezTo>
                    <a:pt x="9479" y="310"/>
                    <a:pt x="9264" y="1"/>
                    <a:pt x="89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50"/>
            <p:cNvSpPr/>
            <p:nvPr/>
          </p:nvSpPr>
          <p:spPr>
            <a:xfrm>
              <a:off x="7213594" y="3428184"/>
              <a:ext cx="109555" cy="10442"/>
            </a:xfrm>
            <a:custGeom>
              <a:avLst/>
              <a:gdLst/>
              <a:ahLst/>
              <a:cxnLst/>
              <a:rect l="l" t="t" r="r" b="b"/>
              <a:pathLst>
                <a:path w="3263" h="311" extrusionOk="0">
                  <a:moveTo>
                    <a:pt x="191" y="1"/>
                  </a:moveTo>
                  <a:cubicBezTo>
                    <a:pt x="96" y="1"/>
                    <a:pt x="24" y="48"/>
                    <a:pt x="24" y="144"/>
                  </a:cubicBezTo>
                  <a:cubicBezTo>
                    <a:pt x="0" y="215"/>
                    <a:pt x="72" y="310"/>
                    <a:pt x="167" y="310"/>
                  </a:cubicBezTo>
                  <a:lnTo>
                    <a:pt x="3096" y="310"/>
                  </a:lnTo>
                  <a:cubicBezTo>
                    <a:pt x="3168" y="310"/>
                    <a:pt x="3239" y="239"/>
                    <a:pt x="3263" y="167"/>
                  </a:cubicBezTo>
                  <a:cubicBezTo>
                    <a:pt x="3263" y="72"/>
                    <a:pt x="3192" y="1"/>
                    <a:pt x="3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50"/>
            <p:cNvSpPr/>
            <p:nvPr/>
          </p:nvSpPr>
          <p:spPr>
            <a:xfrm>
              <a:off x="7235183" y="3471361"/>
              <a:ext cx="98375" cy="10442"/>
            </a:xfrm>
            <a:custGeom>
              <a:avLst/>
              <a:gdLst/>
              <a:ahLst/>
              <a:cxnLst/>
              <a:rect l="l" t="t" r="r" b="b"/>
              <a:pathLst>
                <a:path w="2930" h="311" extrusionOk="0">
                  <a:moveTo>
                    <a:pt x="167" y="1"/>
                  </a:moveTo>
                  <a:cubicBezTo>
                    <a:pt x="72" y="1"/>
                    <a:pt x="0" y="72"/>
                    <a:pt x="24" y="167"/>
                  </a:cubicBezTo>
                  <a:cubicBezTo>
                    <a:pt x="24" y="263"/>
                    <a:pt x="96" y="310"/>
                    <a:pt x="191" y="310"/>
                  </a:cubicBezTo>
                  <a:lnTo>
                    <a:pt x="2763" y="310"/>
                  </a:lnTo>
                  <a:cubicBezTo>
                    <a:pt x="2834" y="310"/>
                    <a:pt x="2906" y="263"/>
                    <a:pt x="2906" y="167"/>
                  </a:cubicBezTo>
                  <a:cubicBezTo>
                    <a:pt x="2930" y="72"/>
                    <a:pt x="2858" y="1"/>
                    <a:pt x="27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0"/>
            <p:cNvSpPr/>
            <p:nvPr/>
          </p:nvSpPr>
          <p:spPr>
            <a:xfrm>
              <a:off x="7180825" y="3449773"/>
              <a:ext cx="109555" cy="10442"/>
            </a:xfrm>
            <a:custGeom>
              <a:avLst/>
              <a:gdLst/>
              <a:ahLst/>
              <a:cxnLst/>
              <a:rect l="l" t="t" r="r" b="b"/>
              <a:pathLst>
                <a:path w="3263" h="311" extrusionOk="0">
                  <a:moveTo>
                    <a:pt x="191" y="1"/>
                  </a:moveTo>
                  <a:cubicBezTo>
                    <a:pt x="95" y="1"/>
                    <a:pt x="24" y="48"/>
                    <a:pt x="24" y="144"/>
                  </a:cubicBezTo>
                  <a:cubicBezTo>
                    <a:pt x="0" y="239"/>
                    <a:pt x="71" y="310"/>
                    <a:pt x="167" y="310"/>
                  </a:cubicBezTo>
                  <a:lnTo>
                    <a:pt x="3072" y="310"/>
                  </a:lnTo>
                  <a:cubicBezTo>
                    <a:pt x="3167" y="310"/>
                    <a:pt x="3239" y="263"/>
                    <a:pt x="3239" y="167"/>
                  </a:cubicBezTo>
                  <a:cubicBezTo>
                    <a:pt x="3263" y="72"/>
                    <a:pt x="3191" y="1"/>
                    <a:pt x="3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 name="Google Shape;1087;p50"/>
          <p:cNvGrpSpPr/>
          <p:nvPr/>
        </p:nvGrpSpPr>
        <p:grpSpPr>
          <a:xfrm>
            <a:off x="7253186" y="2021576"/>
            <a:ext cx="406224" cy="358044"/>
            <a:chOff x="881786" y="3856601"/>
            <a:chExt cx="406224" cy="358044"/>
          </a:xfrm>
        </p:grpSpPr>
        <p:sp>
          <p:nvSpPr>
            <p:cNvPr id="1088" name="Google Shape;1088;p50"/>
            <p:cNvSpPr/>
            <p:nvPr/>
          </p:nvSpPr>
          <p:spPr>
            <a:xfrm>
              <a:off x="893772" y="3931708"/>
              <a:ext cx="296669" cy="261851"/>
            </a:xfrm>
            <a:custGeom>
              <a:avLst/>
              <a:gdLst/>
              <a:ahLst/>
              <a:cxnLst/>
              <a:rect l="l" t="t" r="r" b="b"/>
              <a:pathLst>
                <a:path w="8836" h="7799" extrusionOk="0">
                  <a:moveTo>
                    <a:pt x="7693" y="5865"/>
                  </a:moveTo>
                  <a:cubicBezTo>
                    <a:pt x="7788" y="5865"/>
                    <a:pt x="7860" y="5936"/>
                    <a:pt x="7860" y="6008"/>
                  </a:cubicBezTo>
                  <a:cubicBezTo>
                    <a:pt x="7883" y="6103"/>
                    <a:pt x="7812" y="6198"/>
                    <a:pt x="7693" y="6198"/>
                  </a:cubicBezTo>
                  <a:lnTo>
                    <a:pt x="3835" y="6198"/>
                  </a:lnTo>
                  <a:cubicBezTo>
                    <a:pt x="3740" y="6198"/>
                    <a:pt x="3668" y="6151"/>
                    <a:pt x="3668" y="6056"/>
                  </a:cubicBezTo>
                  <a:cubicBezTo>
                    <a:pt x="3644" y="5960"/>
                    <a:pt x="3716" y="5865"/>
                    <a:pt x="3835" y="5865"/>
                  </a:cubicBezTo>
                  <a:close/>
                  <a:moveTo>
                    <a:pt x="2287" y="388"/>
                  </a:moveTo>
                  <a:lnTo>
                    <a:pt x="3668" y="1745"/>
                  </a:lnTo>
                  <a:lnTo>
                    <a:pt x="3668" y="4269"/>
                  </a:lnTo>
                  <a:cubicBezTo>
                    <a:pt x="3668" y="4341"/>
                    <a:pt x="3716" y="4412"/>
                    <a:pt x="3787" y="4436"/>
                  </a:cubicBezTo>
                  <a:cubicBezTo>
                    <a:pt x="3882" y="4436"/>
                    <a:pt x="3978" y="4365"/>
                    <a:pt x="3978" y="4269"/>
                  </a:cubicBezTo>
                  <a:lnTo>
                    <a:pt x="3978" y="2079"/>
                  </a:lnTo>
                  <a:lnTo>
                    <a:pt x="4597" y="2722"/>
                  </a:lnTo>
                  <a:cubicBezTo>
                    <a:pt x="4549" y="2793"/>
                    <a:pt x="4597" y="2722"/>
                    <a:pt x="4573" y="5055"/>
                  </a:cubicBezTo>
                  <a:cubicBezTo>
                    <a:pt x="4573" y="5151"/>
                    <a:pt x="4645" y="5222"/>
                    <a:pt x="4740" y="5222"/>
                  </a:cubicBezTo>
                  <a:cubicBezTo>
                    <a:pt x="4835" y="5222"/>
                    <a:pt x="4883" y="5151"/>
                    <a:pt x="4883" y="5055"/>
                  </a:cubicBezTo>
                  <a:lnTo>
                    <a:pt x="4883" y="2984"/>
                  </a:lnTo>
                  <a:lnTo>
                    <a:pt x="5550" y="3650"/>
                  </a:lnTo>
                  <a:lnTo>
                    <a:pt x="5550" y="5055"/>
                  </a:lnTo>
                  <a:cubicBezTo>
                    <a:pt x="5550" y="5127"/>
                    <a:pt x="5597" y="5198"/>
                    <a:pt x="5669" y="5222"/>
                  </a:cubicBezTo>
                  <a:cubicBezTo>
                    <a:pt x="5684" y="5225"/>
                    <a:pt x="5699" y="5227"/>
                    <a:pt x="5713" y="5227"/>
                  </a:cubicBezTo>
                  <a:cubicBezTo>
                    <a:pt x="5805" y="5227"/>
                    <a:pt x="5859" y="5162"/>
                    <a:pt x="5859" y="5079"/>
                  </a:cubicBezTo>
                  <a:lnTo>
                    <a:pt x="5859" y="3960"/>
                  </a:lnTo>
                  <a:lnTo>
                    <a:pt x="6526" y="4627"/>
                  </a:lnTo>
                  <a:lnTo>
                    <a:pt x="6526" y="5079"/>
                  </a:lnTo>
                  <a:cubicBezTo>
                    <a:pt x="6526" y="5127"/>
                    <a:pt x="6574" y="5198"/>
                    <a:pt x="6645" y="5222"/>
                  </a:cubicBezTo>
                  <a:cubicBezTo>
                    <a:pt x="6655" y="5225"/>
                    <a:pt x="6665" y="5226"/>
                    <a:pt x="6675" y="5226"/>
                  </a:cubicBezTo>
                  <a:cubicBezTo>
                    <a:pt x="6759" y="5226"/>
                    <a:pt x="6835" y="5141"/>
                    <a:pt x="6835" y="5055"/>
                  </a:cubicBezTo>
                  <a:lnTo>
                    <a:pt x="6835" y="4936"/>
                  </a:lnTo>
                  <a:lnTo>
                    <a:pt x="7431" y="5555"/>
                  </a:lnTo>
                  <a:lnTo>
                    <a:pt x="3978" y="5555"/>
                  </a:lnTo>
                  <a:lnTo>
                    <a:pt x="3978" y="4960"/>
                  </a:lnTo>
                  <a:cubicBezTo>
                    <a:pt x="3978" y="4889"/>
                    <a:pt x="3906" y="4817"/>
                    <a:pt x="3835" y="4793"/>
                  </a:cubicBezTo>
                  <a:cubicBezTo>
                    <a:pt x="3740" y="4793"/>
                    <a:pt x="3668" y="4865"/>
                    <a:pt x="3668" y="4960"/>
                  </a:cubicBezTo>
                  <a:lnTo>
                    <a:pt x="3668" y="5579"/>
                  </a:lnTo>
                  <a:cubicBezTo>
                    <a:pt x="3152" y="5767"/>
                    <a:pt x="3283" y="6509"/>
                    <a:pt x="3810" y="6509"/>
                  </a:cubicBezTo>
                  <a:cubicBezTo>
                    <a:pt x="3818" y="6509"/>
                    <a:pt x="3826" y="6508"/>
                    <a:pt x="3835" y="6508"/>
                  </a:cubicBezTo>
                  <a:lnTo>
                    <a:pt x="7693" y="6508"/>
                  </a:lnTo>
                  <a:cubicBezTo>
                    <a:pt x="7883" y="6508"/>
                    <a:pt x="8050" y="6389"/>
                    <a:pt x="8145" y="6222"/>
                  </a:cubicBezTo>
                  <a:lnTo>
                    <a:pt x="8431" y="6508"/>
                  </a:lnTo>
                  <a:cubicBezTo>
                    <a:pt x="7645" y="7127"/>
                    <a:pt x="6693" y="7484"/>
                    <a:pt x="5692" y="7484"/>
                  </a:cubicBezTo>
                  <a:lnTo>
                    <a:pt x="5716" y="7508"/>
                  </a:lnTo>
                  <a:cubicBezTo>
                    <a:pt x="2049" y="7508"/>
                    <a:pt x="1" y="3245"/>
                    <a:pt x="2287" y="388"/>
                  </a:cubicBezTo>
                  <a:close/>
                  <a:moveTo>
                    <a:pt x="2287" y="1"/>
                  </a:moveTo>
                  <a:cubicBezTo>
                    <a:pt x="2245" y="1"/>
                    <a:pt x="2204" y="19"/>
                    <a:pt x="2168" y="54"/>
                  </a:cubicBezTo>
                  <a:cubicBezTo>
                    <a:pt x="572" y="1912"/>
                    <a:pt x="668" y="4698"/>
                    <a:pt x="2406" y="6413"/>
                  </a:cubicBezTo>
                  <a:cubicBezTo>
                    <a:pt x="3325" y="7332"/>
                    <a:pt x="4536" y="7798"/>
                    <a:pt x="5749" y="7798"/>
                  </a:cubicBezTo>
                  <a:cubicBezTo>
                    <a:pt x="6830" y="7798"/>
                    <a:pt x="7913" y="7427"/>
                    <a:pt x="8788" y="6675"/>
                  </a:cubicBezTo>
                  <a:cubicBezTo>
                    <a:pt x="8836" y="6603"/>
                    <a:pt x="8836" y="6508"/>
                    <a:pt x="8788" y="6437"/>
                  </a:cubicBezTo>
                  <a:lnTo>
                    <a:pt x="2406" y="54"/>
                  </a:lnTo>
                  <a:cubicBezTo>
                    <a:pt x="2370" y="19"/>
                    <a:pt x="2329" y="1"/>
                    <a:pt x="22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0"/>
            <p:cNvSpPr/>
            <p:nvPr/>
          </p:nvSpPr>
          <p:spPr>
            <a:xfrm>
              <a:off x="881786" y="3856601"/>
              <a:ext cx="406224" cy="358044"/>
            </a:xfrm>
            <a:custGeom>
              <a:avLst/>
              <a:gdLst/>
              <a:ahLst/>
              <a:cxnLst/>
              <a:rect l="l" t="t" r="r" b="b"/>
              <a:pathLst>
                <a:path w="12099" h="10664" extrusionOk="0">
                  <a:moveTo>
                    <a:pt x="6061" y="1"/>
                  </a:moveTo>
                  <a:cubicBezTo>
                    <a:pt x="5341" y="1"/>
                    <a:pt x="4608" y="148"/>
                    <a:pt x="3906" y="458"/>
                  </a:cubicBezTo>
                  <a:lnTo>
                    <a:pt x="3930" y="458"/>
                  </a:lnTo>
                  <a:cubicBezTo>
                    <a:pt x="3858" y="505"/>
                    <a:pt x="3811" y="601"/>
                    <a:pt x="3835" y="672"/>
                  </a:cubicBezTo>
                  <a:cubicBezTo>
                    <a:pt x="3869" y="723"/>
                    <a:pt x="3928" y="763"/>
                    <a:pt x="3985" y="763"/>
                  </a:cubicBezTo>
                  <a:cubicBezTo>
                    <a:pt x="4007" y="763"/>
                    <a:pt x="4029" y="757"/>
                    <a:pt x="4049" y="743"/>
                  </a:cubicBezTo>
                  <a:cubicBezTo>
                    <a:pt x="4684" y="477"/>
                    <a:pt x="5343" y="351"/>
                    <a:pt x="5992" y="351"/>
                  </a:cubicBezTo>
                  <a:cubicBezTo>
                    <a:pt x="7900" y="351"/>
                    <a:pt x="9721" y="1443"/>
                    <a:pt x="10574" y="3292"/>
                  </a:cubicBezTo>
                  <a:cubicBezTo>
                    <a:pt x="11693" y="5744"/>
                    <a:pt x="10669" y="8674"/>
                    <a:pt x="8240" y="9888"/>
                  </a:cubicBezTo>
                  <a:cubicBezTo>
                    <a:pt x="7517" y="10250"/>
                    <a:pt x="6748" y="10421"/>
                    <a:pt x="5990" y="10421"/>
                  </a:cubicBezTo>
                  <a:cubicBezTo>
                    <a:pt x="4201" y="10421"/>
                    <a:pt x="2476" y="9465"/>
                    <a:pt x="1572" y="7792"/>
                  </a:cubicBezTo>
                  <a:cubicBezTo>
                    <a:pt x="286" y="5411"/>
                    <a:pt x="1120" y="2410"/>
                    <a:pt x="3454" y="1053"/>
                  </a:cubicBezTo>
                  <a:cubicBezTo>
                    <a:pt x="3591" y="955"/>
                    <a:pt x="3518" y="761"/>
                    <a:pt x="3383" y="761"/>
                  </a:cubicBezTo>
                  <a:cubicBezTo>
                    <a:pt x="3353" y="761"/>
                    <a:pt x="3321" y="770"/>
                    <a:pt x="3287" y="791"/>
                  </a:cubicBezTo>
                  <a:cubicBezTo>
                    <a:pt x="834" y="2268"/>
                    <a:pt x="1" y="5459"/>
                    <a:pt x="1429" y="7959"/>
                  </a:cubicBezTo>
                  <a:cubicBezTo>
                    <a:pt x="2400" y="9686"/>
                    <a:pt x="4199" y="10663"/>
                    <a:pt x="6060" y="10663"/>
                  </a:cubicBezTo>
                  <a:cubicBezTo>
                    <a:pt x="6893" y="10663"/>
                    <a:pt x="7738" y="10467"/>
                    <a:pt x="8526" y="10055"/>
                  </a:cubicBezTo>
                  <a:cubicBezTo>
                    <a:pt x="11074" y="8721"/>
                    <a:pt x="12098" y="5625"/>
                    <a:pt x="10860" y="3030"/>
                  </a:cubicBezTo>
                  <a:cubicBezTo>
                    <a:pt x="9951" y="1123"/>
                    <a:pt x="8052" y="1"/>
                    <a:pt x="60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50"/>
            <p:cNvSpPr/>
            <p:nvPr/>
          </p:nvSpPr>
          <p:spPr>
            <a:xfrm>
              <a:off x="979321" y="3878223"/>
              <a:ext cx="267895" cy="263429"/>
            </a:xfrm>
            <a:custGeom>
              <a:avLst/>
              <a:gdLst/>
              <a:ahLst/>
              <a:cxnLst/>
              <a:rect l="l" t="t" r="r" b="b"/>
              <a:pathLst>
                <a:path w="7979" h="7846" extrusionOk="0">
                  <a:moveTo>
                    <a:pt x="3549" y="3124"/>
                  </a:moveTo>
                  <a:cubicBezTo>
                    <a:pt x="3644" y="3124"/>
                    <a:pt x="3716" y="3195"/>
                    <a:pt x="3716" y="3267"/>
                  </a:cubicBezTo>
                  <a:lnTo>
                    <a:pt x="3716" y="3433"/>
                  </a:lnTo>
                  <a:lnTo>
                    <a:pt x="3716" y="3457"/>
                  </a:lnTo>
                  <a:lnTo>
                    <a:pt x="2620" y="3457"/>
                  </a:lnTo>
                  <a:lnTo>
                    <a:pt x="2287" y="3124"/>
                  </a:lnTo>
                  <a:close/>
                  <a:moveTo>
                    <a:pt x="4960" y="3112"/>
                  </a:moveTo>
                  <a:cubicBezTo>
                    <a:pt x="5061" y="3112"/>
                    <a:pt x="5157" y="3124"/>
                    <a:pt x="5169" y="3124"/>
                  </a:cubicBezTo>
                  <a:cubicBezTo>
                    <a:pt x="5383" y="3124"/>
                    <a:pt x="5383" y="3457"/>
                    <a:pt x="5169" y="3457"/>
                  </a:cubicBezTo>
                  <a:lnTo>
                    <a:pt x="4669" y="3457"/>
                  </a:lnTo>
                  <a:cubicBezTo>
                    <a:pt x="4669" y="3338"/>
                    <a:pt x="4645" y="3267"/>
                    <a:pt x="4716" y="3171"/>
                  </a:cubicBezTo>
                  <a:cubicBezTo>
                    <a:pt x="4752" y="3124"/>
                    <a:pt x="4859" y="3112"/>
                    <a:pt x="4960" y="3112"/>
                  </a:cubicBezTo>
                  <a:close/>
                  <a:moveTo>
                    <a:pt x="3002" y="1027"/>
                  </a:moveTo>
                  <a:cubicBezTo>
                    <a:pt x="3324" y="1027"/>
                    <a:pt x="3653" y="1245"/>
                    <a:pt x="3692" y="1647"/>
                  </a:cubicBezTo>
                  <a:cubicBezTo>
                    <a:pt x="3675" y="1682"/>
                    <a:pt x="3708" y="1704"/>
                    <a:pt x="3746" y="1704"/>
                  </a:cubicBezTo>
                  <a:cubicBezTo>
                    <a:pt x="3760" y="1704"/>
                    <a:pt x="3775" y="1701"/>
                    <a:pt x="3787" y="1695"/>
                  </a:cubicBezTo>
                  <a:cubicBezTo>
                    <a:pt x="3872" y="1604"/>
                    <a:pt x="3974" y="1564"/>
                    <a:pt x="4076" y="1564"/>
                  </a:cubicBezTo>
                  <a:cubicBezTo>
                    <a:pt x="4318" y="1564"/>
                    <a:pt x="4552" y="1790"/>
                    <a:pt x="4502" y="2076"/>
                  </a:cubicBezTo>
                  <a:cubicBezTo>
                    <a:pt x="4466" y="2183"/>
                    <a:pt x="4564" y="2277"/>
                    <a:pt x="4656" y="2277"/>
                  </a:cubicBezTo>
                  <a:cubicBezTo>
                    <a:pt x="4686" y="2277"/>
                    <a:pt x="4716" y="2267"/>
                    <a:pt x="4740" y="2243"/>
                  </a:cubicBezTo>
                  <a:cubicBezTo>
                    <a:pt x="4810" y="2193"/>
                    <a:pt x="4883" y="2171"/>
                    <a:pt x="4951" y="2171"/>
                  </a:cubicBezTo>
                  <a:cubicBezTo>
                    <a:pt x="5205" y="2171"/>
                    <a:pt x="5399" y="2475"/>
                    <a:pt x="5192" y="2719"/>
                  </a:cubicBezTo>
                  <a:cubicBezTo>
                    <a:pt x="5118" y="2801"/>
                    <a:pt x="5033" y="2813"/>
                    <a:pt x="4939" y="2813"/>
                  </a:cubicBezTo>
                  <a:cubicBezTo>
                    <a:pt x="4905" y="2813"/>
                    <a:pt x="4870" y="2811"/>
                    <a:pt x="4834" y="2811"/>
                  </a:cubicBezTo>
                  <a:cubicBezTo>
                    <a:pt x="4685" y="2811"/>
                    <a:pt x="4522" y="2837"/>
                    <a:pt x="4359" y="3100"/>
                  </a:cubicBezTo>
                  <a:cubicBezTo>
                    <a:pt x="4359" y="3124"/>
                    <a:pt x="4335" y="3171"/>
                    <a:pt x="4335" y="3195"/>
                  </a:cubicBezTo>
                  <a:lnTo>
                    <a:pt x="4335" y="4005"/>
                  </a:lnTo>
                  <a:cubicBezTo>
                    <a:pt x="4335" y="4005"/>
                    <a:pt x="4335" y="4029"/>
                    <a:pt x="4311" y="4053"/>
                  </a:cubicBezTo>
                  <a:cubicBezTo>
                    <a:pt x="4279" y="4093"/>
                    <a:pt x="4232" y="4112"/>
                    <a:pt x="4185" y="4112"/>
                  </a:cubicBezTo>
                  <a:cubicBezTo>
                    <a:pt x="4095" y="4112"/>
                    <a:pt x="4002" y="4043"/>
                    <a:pt x="4002" y="3934"/>
                  </a:cubicBezTo>
                  <a:lnTo>
                    <a:pt x="4002" y="2981"/>
                  </a:lnTo>
                  <a:cubicBezTo>
                    <a:pt x="4002" y="2886"/>
                    <a:pt x="3930" y="2814"/>
                    <a:pt x="3835" y="2814"/>
                  </a:cubicBezTo>
                  <a:lnTo>
                    <a:pt x="1930" y="2814"/>
                  </a:lnTo>
                  <a:lnTo>
                    <a:pt x="1287" y="2147"/>
                  </a:lnTo>
                  <a:lnTo>
                    <a:pt x="1430" y="2147"/>
                  </a:lnTo>
                  <a:cubicBezTo>
                    <a:pt x="1442" y="2151"/>
                    <a:pt x="1454" y="2152"/>
                    <a:pt x="1466" y="2152"/>
                  </a:cubicBezTo>
                  <a:cubicBezTo>
                    <a:pt x="1548" y="2152"/>
                    <a:pt x="1620" y="2084"/>
                    <a:pt x="1620" y="1981"/>
                  </a:cubicBezTo>
                  <a:cubicBezTo>
                    <a:pt x="1620" y="1766"/>
                    <a:pt x="1811" y="1576"/>
                    <a:pt x="2025" y="1576"/>
                  </a:cubicBezTo>
                  <a:cubicBezTo>
                    <a:pt x="2125" y="1576"/>
                    <a:pt x="2174" y="1602"/>
                    <a:pt x="2227" y="1602"/>
                  </a:cubicBezTo>
                  <a:cubicBezTo>
                    <a:pt x="2263" y="1602"/>
                    <a:pt x="2301" y="1590"/>
                    <a:pt x="2359" y="1552"/>
                  </a:cubicBezTo>
                  <a:cubicBezTo>
                    <a:pt x="2359" y="1528"/>
                    <a:pt x="2382" y="1528"/>
                    <a:pt x="2382" y="1504"/>
                  </a:cubicBezTo>
                  <a:cubicBezTo>
                    <a:pt x="2469" y="1179"/>
                    <a:pt x="2733" y="1027"/>
                    <a:pt x="3002" y="1027"/>
                  </a:cubicBezTo>
                  <a:close/>
                  <a:moveTo>
                    <a:pt x="3716" y="3791"/>
                  </a:moveTo>
                  <a:lnTo>
                    <a:pt x="3716" y="3957"/>
                  </a:lnTo>
                  <a:cubicBezTo>
                    <a:pt x="3716" y="4124"/>
                    <a:pt x="3811" y="4291"/>
                    <a:pt x="3978" y="4386"/>
                  </a:cubicBezTo>
                  <a:lnTo>
                    <a:pt x="3978" y="4862"/>
                  </a:lnTo>
                  <a:lnTo>
                    <a:pt x="2930" y="3791"/>
                  </a:lnTo>
                  <a:close/>
                  <a:moveTo>
                    <a:pt x="5597" y="4981"/>
                  </a:moveTo>
                  <a:lnTo>
                    <a:pt x="5597" y="5529"/>
                  </a:lnTo>
                  <a:lnTo>
                    <a:pt x="5312" y="5529"/>
                  </a:lnTo>
                  <a:lnTo>
                    <a:pt x="5312" y="4981"/>
                  </a:lnTo>
                  <a:close/>
                  <a:moveTo>
                    <a:pt x="4978" y="3791"/>
                  </a:moveTo>
                  <a:lnTo>
                    <a:pt x="4978" y="5862"/>
                  </a:lnTo>
                  <a:lnTo>
                    <a:pt x="4287" y="5172"/>
                  </a:lnTo>
                  <a:lnTo>
                    <a:pt x="4287" y="4410"/>
                  </a:lnTo>
                  <a:cubicBezTo>
                    <a:pt x="4502" y="4362"/>
                    <a:pt x="4645" y="4172"/>
                    <a:pt x="4645" y="3957"/>
                  </a:cubicBezTo>
                  <a:lnTo>
                    <a:pt x="4645" y="3791"/>
                  </a:lnTo>
                  <a:close/>
                  <a:moveTo>
                    <a:pt x="5883" y="4315"/>
                  </a:moveTo>
                  <a:cubicBezTo>
                    <a:pt x="6097" y="4315"/>
                    <a:pt x="6240" y="4481"/>
                    <a:pt x="6264" y="4672"/>
                  </a:cubicBezTo>
                  <a:lnTo>
                    <a:pt x="6264" y="5815"/>
                  </a:lnTo>
                  <a:cubicBezTo>
                    <a:pt x="6264" y="6029"/>
                    <a:pt x="6097" y="6196"/>
                    <a:pt x="5883" y="6196"/>
                  </a:cubicBezTo>
                  <a:lnTo>
                    <a:pt x="5335" y="6196"/>
                  </a:lnTo>
                  <a:lnTo>
                    <a:pt x="5335" y="5839"/>
                  </a:lnTo>
                  <a:lnTo>
                    <a:pt x="5693" y="5839"/>
                  </a:lnTo>
                  <a:cubicBezTo>
                    <a:pt x="5835" y="5839"/>
                    <a:pt x="5931" y="5743"/>
                    <a:pt x="5931" y="5624"/>
                  </a:cubicBezTo>
                  <a:lnTo>
                    <a:pt x="5931" y="4886"/>
                  </a:lnTo>
                  <a:cubicBezTo>
                    <a:pt x="5931" y="4767"/>
                    <a:pt x="5835" y="4648"/>
                    <a:pt x="5693" y="4648"/>
                  </a:cubicBezTo>
                  <a:lnTo>
                    <a:pt x="5335" y="4648"/>
                  </a:lnTo>
                  <a:lnTo>
                    <a:pt x="5335" y="4315"/>
                  </a:lnTo>
                  <a:close/>
                  <a:moveTo>
                    <a:pt x="3134" y="1"/>
                  </a:moveTo>
                  <a:cubicBezTo>
                    <a:pt x="2066" y="1"/>
                    <a:pt x="980" y="364"/>
                    <a:pt x="72" y="1147"/>
                  </a:cubicBezTo>
                  <a:cubicBezTo>
                    <a:pt x="1" y="1195"/>
                    <a:pt x="1" y="1314"/>
                    <a:pt x="72" y="1385"/>
                  </a:cubicBezTo>
                  <a:lnTo>
                    <a:pt x="6478" y="7791"/>
                  </a:lnTo>
                  <a:cubicBezTo>
                    <a:pt x="6514" y="7827"/>
                    <a:pt x="6556" y="7845"/>
                    <a:pt x="6597" y="7845"/>
                  </a:cubicBezTo>
                  <a:cubicBezTo>
                    <a:pt x="6639" y="7845"/>
                    <a:pt x="6681" y="7827"/>
                    <a:pt x="6717" y="7791"/>
                  </a:cubicBezTo>
                  <a:cubicBezTo>
                    <a:pt x="7574" y="6791"/>
                    <a:pt x="7979" y="5434"/>
                    <a:pt x="7812" y="4124"/>
                  </a:cubicBezTo>
                  <a:cubicBezTo>
                    <a:pt x="7790" y="4059"/>
                    <a:pt x="7733" y="4028"/>
                    <a:pt x="7676" y="4028"/>
                  </a:cubicBezTo>
                  <a:cubicBezTo>
                    <a:pt x="7608" y="4028"/>
                    <a:pt x="7539" y="4070"/>
                    <a:pt x="7526" y="4148"/>
                  </a:cubicBezTo>
                  <a:cubicBezTo>
                    <a:pt x="7669" y="5339"/>
                    <a:pt x="7336" y="6529"/>
                    <a:pt x="6597" y="7458"/>
                  </a:cubicBezTo>
                  <a:lnTo>
                    <a:pt x="5645" y="6505"/>
                  </a:lnTo>
                  <a:lnTo>
                    <a:pt x="5883" y="6505"/>
                  </a:lnTo>
                  <a:cubicBezTo>
                    <a:pt x="6264" y="6505"/>
                    <a:pt x="6574" y="6196"/>
                    <a:pt x="6574" y="5815"/>
                  </a:cubicBezTo>
                  <a:lnTo>
                    <a:pt x="6574" y="4672"/>
                  </a:lnTo>
                  <a:cubicBezTo>
                    <a:pt x="6574" y="4315"/>
                    <a:pt x="6264" y="4005"/>
                    <a:pt x="5883" y="4005"/>
                  </a:cubicBezTo>
                  <a:lnTo>
                    <a:pt x="5335" y="4005"/>
                  </a:lnTo>
                  <a:lnTo>
                    <a:pt x="5335" y="3743"/>
                  </a:lnTo>
                  <a:cubicBezTo>
                    <a:pt x="5693" y="3600"/>
                    <a:pt x="5764" y="3124"/>
                    <a:pt x="5454" y="2910"/>
                  </a:cubicBezTo>
                  <a:cubicBezTo>
                    <a:pt x="5846" y="2474"/>
                    <a:pt x="5522" y="1820"/>
                    <a:pt x="4990" y="1820"/>
                  </a:cubicBezTo>
                  <a:cubicBezTo>
                    <a:pt x="4940" y="1820"/>
                    <a:pt x="4888" y="1826"/>
                    <a:pt x="4835" y="1838"/>
                  </a:cubicBezTo>
                  <a:cubicBezTo>
                    <a:pt x="4774" y="1469"/>
                    <a:pt x="4465" y="1223"/>
                    <a:pt x="4106" y="1223"/>
                  </a:cubicBezTo>
                  <a:cubicBezTo>
                    <a:pt x="4049" y="1223"/>
                    <a:pt x="3990" y="1229"/>
                    <a:pt x="3930" y="1243"/>
                  </a:cubicBezTo>
                  <a:cubicBezTo>
                    <a:pt x="3762" y="835"/>
                    <a:pt x="3395" y="632"/>
                    <a:pt x="3026" y="632"/>
                  </a:cubicBezTo>
                  <a:cubicBezTo>
                    <a:pt x="2663" y="632"/>
                    <a:pt x="2298" y="829"/>
                    <a:pt x="2120" y="1219"/>
                  </a:cubicBezTo>
                  <a:cubicBezTo>
                    <a:pt x="2090" y="1215"/>
                    <a:pt x="2060" y="1213"/>
                    <a:pt x="2031" y="1213"/>
                  </a:cubicBezTo>
                  <a:cubicBezTo>
                    <a:pt x="1685" y="1213"/>
                    <a:pt x="1376" y="1463"/>
                    <a:pt x="1311" y="1814"/>
                  </a:cubicBezTo>
                  <a:cubicBezTo>
                    <a:pt x="1215" y="1814"/>
                    <a:pt x="1120" y="1862"/>
                    <a:pt x="1049" y="1885"/>
                  </a:cubicBezTo>
                  <a:lnTo>
                    <a:pt x="406" y="1266"/>
                  </a:lnTo>
                  <a:cubicBezTo>
                    <a:pt x="1231" y="610"/>
                    <a:pt x="2190" y="306"/>
                    <a:pt x="3134" y="306"/>
                  </a:cubicBezTo>
                  <a:cubicBezTo>
                    <a:pt x="4997" y="306"/>
                    <a:pt x="6799" y="1490"/>
                    <a:pt x="7383" y="3481"/>
                  </a:cubicBezTo>
                  <a:lnTo>
                    <a:pt x="7360" y="3481"/>
                  </a:lnTo>
                  <a:cubicBezTo>
                    <a:pt x="7379" y="3560"/>
                    <a:pt x="7448" y="3606"/>
                    <a:pt x="7525" y="3606"/>
                  </a:cubicBezTo>
                  <a:cubicBezTo>
                    <a:pt x="7541" y="3606"/>
                    <a:pt x="7558" y="3604"/>
                    <a:pt x="7574" y="3600"/>
                  </a:cubicBezTo>
                  <a:cubicBezTo>
                    <a:pt x="7645" y="3576"/>
                    <a:pt x="7693" y="3481"/>
                    <a:pt x="7669" y="3410"/>
                  </a:cubicBezTo>
                  <a:cubicBezTo>
                    <a:pt x="7050" y="1257"/>
                    <a:pt x="5121" y="1"/>
                    <a:pt x="3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1" name="Google Shape;1091;p50"/>
          <p:cNvGrpSpPr/>
          <p:nvPr/>
        </p:nvGrpSpPr>
        <p:grpSpPr>
          <a:xfrm>
            <a:off x="5344368" y="2021344"/>
            <a:ext cx="375033" cy="358514"/>
            <a:chOff x="2445743" y="3856769"/>
            <a:chExt cx="375033" cy="358514"/>
          </a:xfrm>
        </p:grpSpPr>
        <p:sp>
          <p:nvSpPr>
            <p:cNvPr id="1092" name="Google Shape;1092;p50"/>
            <p:cNvSpPr/>
            <p:nvPr/>
          </p:nvSpPr>
          <p:spPr>
            <a:xfrm>
              <a:off x="2652027" y="3943896"/>
              <a:ext cx="98375" cy="76182"/>
            </a:xfrm>
            <a:custGeom>
              <a:avLst/>
              <a:gdLst/>
              <a:ahLst/>
              <a:cxnLst/>
              <a:rect l="l" t="t" r="r" b="b"/>
              <a:pathLst>
                <a:path w="2930" h="2269" extrusionOk="0">
                  <a:moveTo>
                    <a:pt x="1192" y="1"/>
                  </a:moveTo>
                  <a:cubicBezTo>
                    <a:pt x="1120" y="1"/>
                    <a:pt x="1049" y="72"/>
                    <a:pt x="1025" y="144"/>
                  </a:cubicBezTo>
                  <a:cubicBezTo>
                    <a:pt x="1025" y="239"/>
                    <a:pt x="1096" y="334"/>
                    <a:pt x="1192" y="334"/>
                  </a:cubicBezTo>
                  <a:lnTo>
                    <a:pt x="1501" y="334"/>
                  </a:lnTo>
                  <a:cubicBezTo>
                    <a:pt x="1510" y="331"/>
                    <a:pt x="1520" y="330"/>
                    <a:pt x="1529" y="330"/>
                  </a:cubicBezTo>
                  <a:cubicBezTo>
                    <a:pt x="1591" y="330"/>
                    <a:pt x="1647" y="394"/>
                    <a:pt x="1668" y="477"/>
                  </a:cubicBezTo>
                  <a:cubicBezTo>
                    <a:pt x="1668" y="562"/>
                    <a:pt x="1611" y="648"/>
                    <a:pt x="1530" y="648"/>
                  </a:cubicBezTo>
                  <a:cubicBezTo>
                    <a:pt x="1521" y="648"/>
                    <a:pt x="1511" y="646"/>
                    <a:pt x="1501" y="644"/>
                  </a:cubicBezTo>
                  <a:lnTo>
                    <a:pt x="1501" y="668"/>
                  </a:lnTo>
                  <a:lnTo>
                    <a:pt x="525" y="668"/>
                  </a:lnTo>
                  <a:cubicBezTo>
                    <a:pt x="510" y="666"/>
                    <a:pt x="495" y="666"/>
                    <a:pt x="481" y="666"/>
                  </a:cubicBezTo>
                  <a:cubicBezTo>
                    <a:pt x="242" y="666"/>
                    <a:pt x="70" y="849"/>
                    <a:pt x="25" y="1096"/>
                  </a:cubicBezTo>
                  <a:cubicBezTo>
                    <a:pt x="1" y="1382"/>
                    <a:pt x="239" y="1620"/>
                    <a:pt x="525" y="1620"/>
                  </a:cubicBezTo>
                  <a:lnTo>
                    <a:pt x="2454" y="1620"/>
                  </a:lnTo>
                  <a:cubicBezTo>
                    <a:pt x="2549" y="1620"/>
                    <a:pt x="2620" y="1692"/>
                    <a:pt x="2620" y="1787"/>
                  </a:cubicBezTo>
                  <a:lnTo>
                    <a:pt x="2620" y="2168"/>
                  </a:lnTo>
                  <a:cubicBezTo>
                    <a:pt x="2620" y="2168"/>
                    <a:pt x="2620" y="2192"/>
                    <a:pt x="2644" y="2192"/>
                  </a:cubicBezTo>
                  <a:cubicBezTo>
                    <a:pt x="2680" y="2245"/>
                    <a:pt x="2728" y="2268"/>
                    <a:pt x="2775" y="2268"/>
                  </a:cubicBezTo>
                  <a:cubicBezTo>
                    <a:pt x="2855" y="2268"/>
                    <a:pt x="2930" y="2201"/>
                    <a:pt x="2930" y="2097"/>
                  </a:cubicBezTo>
                  <a:lnTo>
                    <a:pt x="2930" y="1477"/>
                  </a:lnTo>
                  <a:cubicBezTo>
                    <a:pt x="2930" y="1382"/>
                    <a:pt x="2859" y="1311"/>
                    <a:pt x="2763" y="1311"/>
                  </a:cubicBezTo>
                  <a:lnTo>
                    <a:pt x="453" y="1311"/>
                  </a:lnTo>
                  <a:cubicBezTo>
                    <a:pt x="453" y="1311"/>
                    <a:pt x="429" y="1287"/>
                    <a:pt x="406" y="1287"/>
                  </a:cubicBezTo>
                  <a:cubicBezTo>
                    <a:pt x="287" y="1192"/>
                    <a:pt x="358" y="977"/>
                    <a:pt x="501" y="977"/>
                  </a:cubicBezTo>
                  <a:lnTo>
                    <a:pt x="1501" y="977"/>
                  </a:lnTo>
                  <a:cubicBezTo>
                    <a:pt x="1739" y="977"/>
                    <a:pt x="1954" y="787"/>
                    <a:pt x="1977" y="525"/>
                  </a:cubicBezTo>
                  <a:cubicBezTo>
                    <a:pt x="2001" y="263"/>
                    <a:pt x="1787" y="1"/>
                    <a:pt x="15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50"/>
            <p:cNvSpPr/>
            <p:nvPr/>
          </p:nvSpPr>
          <p:spPr>
            <a:xfrm>
              <a:off x="2448160" y="3856769"/>
              <a:ext cx="372615" cy="358514"/>
            </a:xfrm>
            <a:custGeom>
              <a:avLst/>
              <a:gdLst/>
              <a:ahLst/>
              <a:cxnLst/>
              <a:rect l="l" t="t" r="r" b="b"/>
              <a:pathLst>
                <a:path w="11098" h="10678" extrusionOk="0">
                  <a:moveTo>
                    <a:pt x="5620" y="0"/>
                  </a:moveTo>
                  <a:cubicBezTo>
                    <a:pt x="2929" y="0"/>
                    <a:pt x="643" y="2024"/>
                    <a:pt x="333" y="4692"/>
                  </a:cubicBezTo>
                  <a:cubicBezTo>
                    <a:pt x="0" y="7383"/>
                    <a:pt x="1739" y="9883"/>
                    <a:pt x="4358" y="10526"/>
                  </a:cubicBezTo>
                  <a:cubicBezTo>
                    <a:pt x="4370" y="10530"/>
                    <a:pt x="4383" y="10532"/>
                    <a:pt x="4397" y="10532"/>
                  </a:cubicBezTo>
                  <a:cubicBezTo>
                    <a:pt x="4460" y="10532"/>
                    <a:pt x="4529" y="10486"/>
                    <a:pt x="4549" y="10407"/>
                  </a:cubicBezTo>
                  <a:cubicBezTo>
                    <a:pt x="4549" y="10336"/>
                    <a:pt x="4501" y="10240"/>
                    <a:pt x="4430" y="10217"/>
                  </a:cubicBezTo>
                  <a:cubicBezTo>
                    <a:pt x="1786" y="9574"/>
                    <a:pt x="143" y="6954"/>
                    <a:pt x="691" y="4311"/>
                  </a:cubicBezTo>
                  <a:cubicBezTo>
                    <a:pt x="1199" y="1940"/>
                    <a:pt x="3269" y="303"/>
                    <a:pt x="5612" y="303"/>
                  </a:cubicBezTo>
                  <a:cubicBezTo>
                    <a:pt x="5905" y="303"/>
                    <a:pt x="6202" y="328"/>
                    <a:pt x="6501" y="381"/>
                  </a:cubicBezTo>
                  <a:cubicBezTo>
                    <a:pt x="9169" y="857"/>
                    <a:pt x="10979" y="3358"/>
                    <a:pt x="10598" y="6049"/>
                  </a:cubicBezTo>
                  <a:cubicBezTo>
                    <a:pt x="10242" y="8538"/>
                    <a:pt x="8102" y="10364"/>
                    <a:pt x="5631" y="10364"/>
                  </a:cubicBezTo>
                  <a:cubicBezTo>
                    <a:pt x="5454" y="10364"/>
                    <a:pt x="5276" y="10355"/>
                    <a:pt x="5096" y="10336"/>
                  </a:cubicBezTo>
                  <a:cubicBezTo>
                    <a:pt x="4882" y="10336"/>
                    <a:pt x="4858" y="10621"/>
                    <a:pt x="5049" y="10645"/>
                  </a:cubicBezTo>
                  <a:cubicBezTo>
                    <a:pt x="5247" y="10667"/>
                    <a:pt x="5444" y="10677"/>
                    <a:pt x="5639" y="10677"/>
                  </a:cubicBezTo>
                  <a:cubicBezTo>
                    <a:pt x="8437" y="10677"/>
                    <a:pt x="10799" y="8492"/>
                    <a:pt x="10955" y="5620"/>
                  </a:cubicBezTo>
                  <a:cubicBezTo>
                    <a:pt x="11098" y="2572"/>
                    <a:pt x="8669" y="0"/>
                    <a:pt x="56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50"/>
            <p:cNvSpPr/>
            <p:nvPr/>
          </p:nvSpPr>
          <p:spPr>
            <a:xfrm>
              <a:off x="2445743" y="3931708"/>
              <a:ext cx="296669" cy="262221"/>
            </a:xfrm>
            <a:custGeom>
              <a:avLst/>
              <a:gdLst/>
              <a:ahLst/>
              <a:cxnLst/>
              <a:rect l="l" t="t" r="r" b="b"/>
              <a:pathLst>
                <a:path w="8836" h="7810" extrusionOk="0">
                  <a:moveTo>
                    <a:pt x="3811" y="3269"/>
                  </a:moveTo>
                  <a:lnTo>
                    <a:pt x="3811" y="3984"/>
                  </a:lnTo>
                  <a:lnTo>
                    <a:pt x="2120" y="3984"/>
                  </a:lnTo>
                  <a:lnTo>
                    <a:pt x="2120" y="3269"/>
                  </a:lnTo>
                  <a:close/>
                  <a:moveTo>
                    <a:pt x="5168" y="3269"/>
                  </a:moveTo>
                  <a:lnTo>
                    <a:pt x="5859" y="3984"/>
                  </a:lnTo>
                  <a:lnTo>
                    <a:pt x="4121" y="3984"/>
                  </a:lnTo>
                  <a:lnTo>
                    <a:pt x="4121" y="3269"/>
                  </a:lnTo>
                  <a:close/>
                  <a:moveTo>
                    <a:pt x="2287" y="388"/>
                  </a:moveTo>
                  <a:lnTo>
                    <a:pt x="4835" y="2960"/>
                  </a:lnTo>
                  <a:lnTo>
                    <a:pt x="2120" y="2960"/>
                  </a:lnTo>
                  <a:cubicBezTo>
                    <a:pt x="1953" y="2960"/>
                    <a:pt x="1811" y="3103"/>
                    <a:pt x="1811" y="3269"/>
                  </a:cubicBezTo>
                  <a:lnTo>
                    <a:pt x="1811" y="3984"/>
                  </a:lnTo>
                  <a:cubicBezTo>
                    <a:pt x="1811" y="4150"/>
                    <a:pt x="1953" y="4293"/>
                    <a:pt x="2120" y="4293"/>
                  </a:cubicBezTo>
                  <a:lnTo>
                    <a:pt x="6169" y="4293"/>
                  </a:lnTo>
                  <a:lnTo>
                    <a:pt x="8383" y="6508"/>
                  </a:lnTo>
                  <a:cubicBezTo>
                    <a:pt x="7621" y="7127"/>
                    <a:pt x="6669" y="7461"/>
                    <a:pt x="5668" y="7461"/>
                  </a:cubicBezTo>
                  <a:cubicBezTo>
                    <a:pt x="2025" y="7461"/>
                    <a:pt x="1" y="3245"/>
                    <a:pt x="2287" y="388"/>
                  </a:cubicBezTo>
                  <a:close/>
                  <a:moveTo>
                    <a:pt x="2263" y="1"/>
                  </a:moveTo>
                  <a:cubicBezTo>
                    <a:pt x="2221" y="1"/>
                    <a:pt x="2180" y="19"/>
                    <a:pt x="2144" y="54"/>
                  </a:cubicBezTo>
                  <a:cubicBezTo>
                    <a:pt x="548" y="1912"/>
                    <a:pt x="667" y="4698"/>
                    <a:pt x="2382" y="6437"/>
                  </a:cubicBezTo>
                  <a:cubicBezTo>
                    <a:pt x="3295" y="7349"/>
                    <a:pt x="4496" y="7809"/>
                    <a:pt x="5701" y="7809"/>
                  </a:cubicBezTo>
                  <a:cubicBezTo>
                    <a:pt x="6790" y="7809"/>
                    <a:pt x="7882" y="7433"/>
                    <a:pt x="8764" y="6675"/>
                  </a:cubicBezTo>
                  <a:cubicBezTo>
                    <a:pt x="8836" y="6603"/>
                    <a:pt x="8836" y="6508"/>
                    <a:pt x="8764" y="6437"/>
                  </a:cubicBezTo>
                  <a:lnTo>
                    <a:pt x="2382" y="54"/>
                  </a:lnTo>
                  <a:cubicBezTo>
                    <a:pt x="2346" y="19"/>
                    <a:pt x="2305" y="1"/>
                    <a:pt x="22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50"/>
            <p:cNvSpPr/>
            <p:nvPr/>
          </p:nvSpPr>
          <p:spPr>
            <a:xfrm>
              <a:off x="2531292" y="3878828"/>
              <a:ext cx="241505" cy="89310"/>
            </a:xfrm>
            <a:custGeom>
              <a:avLst/>
              <a:gdLst/>
              <a:ahLst/>
              <a:cxnLst/>
              <a:rect l="l" t="t" r="r" b="b"/>
              <a:pathLst>
                <a:path w="7193" h="2660" extrusionOk="0">
                  <a:moveTo>
                    <a:pt x="3144" y="0"/>
                  </a:moveTo>
                  <a:cubicBezTo>
                    <a:pt x="2062" y="0"/>
                    <a:pt x="969" y="373"/>
                    <a:pt x="72" y="1153"/>
                  </a:cubicBezTo>
                  <a:cubicBezTo>
                    <a:pt x="1" y="1201"/>
                    <a:pt x="1" y="1320"/>
                    <a:pt x="72" y="1367"/>
                  </a:cubicBezTo>
                  <a:lnTo>
                    <a:pt x="1311" y="2606"/>
                  </a:lnTo>
                  <a:cubicBezTo>
                    <a:pt x="1346" y="2641"/>
                    <a:pt x="1388" y="2659"/>
                    <a:pt x="1430" y="2659"/>
                  </a:cubicBezTo>
                  <a:cubicBezTo>
                    <a:pt x="1471" y="2659"/>
                    <a:pt x="1513" y="2641"/>
                    <a:pt x="1549" y="2606"/>
                  </a:cubicBezTo>
                  <a:cubicBezTo>
                    <a:pt x="1596" y="2534"/>
                    <a:pt x="1596" y="2439"/>
                    <a:pt x="1549" y="2391"/>
                  </a:cubicBezTo>
                  <a:lnTo>
                    <a:pt x="429" y="1272"/>
                  </a:lnTo>
                  <a:cubicBezTo>
                    <a:pt x="1239" y="622"/>
                    <a:pt x="2198" y="311"/>
                    <a:pt x="3148" y="311"/>
                  </a:cubicBezTo>
                  <a:cubicBezTo>
                    <a:pt x="4601" y="311"/>
                    <a:pt x="6034" y="1038"/>
                    <a:pt x="6883" y="2391"/>
                  </a:cubicBezTo>
                  <a:cubicBezTo>
                    <a:pt x="6899" y="2438"/>
                    <a:pt x="6944" y="2464"/>
                    <a:pt x="6999" y="2464"/>
                  </a:cubicBezTo>
                  <a:cubicBezTo>
                    <a:pt x="7030" y="2464"/>
                    <a:pt x="7064" y="2456"/>
                    <a:pt x="7098" y="2439"/>
                  </a:cubicBezTo>
                  <a:cubicBezTo>
                    <a:pt x="7169" y="2391"/>
                    <a:pt x="7193" y="2296"/>
                    <a:pt x="7145" y="2225"/>
                  </a:cubicBezTo>
                  <a:cubicBezTo>
                    <a:pt x="6245" y="776"/>
                    <a:pt x="4705" y="0"/>
                    <a:pt x="3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50"/>
            <p:cNvSpPr/>
            <p:nvPr/>
          </p:nvSpPr>
          <p:spPr>
            <a:xfrm>
              <a:off x="2590484" y="3971897"/>
              <a:ext cx="215115" cy="168949"/>
            </a:xfrm>
            <a:custGeom>
              <a:avLst/>
              <a:gdLst/>
              <a:ahLst/>
              <a:cxnLst/>
              <a:rect l="l" t="t" r="r" b="b"/>
              <a:pathLst>
                <a:path w="6407" h="5032" extrusionOk="0">
                  <a:moveTo>
                    <a:pt x="4287" y="2072"/>
                  </a:moveTo>
                  <a:lnTo>
                    <a:pt x="4287" y="2787"/>
                  </a:lnTo>
                  <a:lnTo>
                    <a:pt x="2953" y="2787"/>
                  </a:lnTo>
                  <a:lnTo>
                    <a:pt x="2239" y="2072"/>
                  </a:lnTo>
                  <a:close/>
                  <a:moveTo>
                    <a:pt x="4953" y="2072"/>
                  </a:moveTo>
                  <a:lnTo>
                    <a:pt x="4953" y="2787"/>
                  </a:lnTo>
                  <a:lnTo>
                    <a:pt x="4596" y="2787"/>
                  </a:lnTo>
                  <a:lnTo>
                    <a:pt x="4596" y="2072"/>
                  </a:lnTo>
                  <a:close/>
                  <a:moveTo>
                    <a:pt x="5557" y="0"/>
                  </a:moveTo>
                  <a:cubicBezTo>
                    <a:pt x="5453" y="0"/>
                    <a:pt x="5344" y="99"/>
                    <a:pt x="5406" y="239"/>
                  </a:cubicBezTo>
                  <a:cubicBezTo>
                    <a:pt x="6025" y="1691"/>
                    <a:pt x="5811" y="3406"/>
                    <a:pt x="4811" y="4644"/>
                  </a:cubicBezTo>
                  <a:lnTo>
                    <a:pt x="3263" y="3096"/>
                  </a:lnTo>
                  <a:lnTo>
                    <a:pt x="4977" y="3096"/>
                  </a:lnTo>
                  <a:cubicBezTo>
                    <a:pt x="5144" y="3096"/>
                    <a:pt x="5263" y="2953"/>
                    <a:pt x="5263" y="2811"/>
                  </a:cubicBezTo>
                  <a:lnTo>
                    <a:pt x="5263" y="2072"/>
                  </a:lnTo>
                  <a:cubicBezTo>
                    <a:pt x="5263" y="1906"/>
                    <a:pt x="5144" y="1763"/>
                    <a:pt x="4977" y="1763"/>
                  </a:cubicBezTo>
                  <a:lnTo>
                    <a:pt x="1929" y="1763"/>
                  </a:lnTo>
                  <a:lnTo>
                    <a:pt x="286" y="120"/>
                  </a:lnTo>
                  <a:cubicBezTo>
                    <a:pt x="253" y="86"/>
                    <a:pt x="209" y="69"/>
                    <a:pt x="167" y="69"/>
                  </a:cubicBezTo>
                  <a:cubicBezTo>
                    <a:pt x="119" y="69"/>
                    <a:pt x="73" y="92"/>
                    <a:pt x="48" y="143"/>
                  </a:cubicBezTo>
                  <a:cubicBezTo>
                    <a:pt x="0" y="191"/>
                    <a:pt x="0" y="286"/>
                    <a:pt x="48" y="334"/>
                  </a:cubicBezTo>
                  <a:lnTo>
                    <a:pt x="4715" y="4978"/>
                  </a:lnTo>
                  <a:cubicBezTo>
                    <a:pt x="4739" y="5013"/>
                    <a:pt x="4781" y="5031"/>
                    <a:pt x="4823" y="5031"/>
                  </a:cubicBezTo>
                  <a:cubicBezTo>
                    <a:pt x="4864" y="5031"/>
                    <a:pt x="4906" y="5013"/>
                    <a:pt x="4930" y="4978"/>
                  </a:cubicBezTo>
                  <a:cubicBezTo>
                    <a:pt x="6097" y="3644"/>
                    <a:pt x="6406" y="1739"/>
                    <a:pt x="5692" y="96"/>
                  </a:cubicBezTo>
                  <a:cubicBezTo>
                    <a:pt x="5667" y="29"/>
                    <a:pt x="5613" y="0"/>
                    <a:pt x="55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51"/>
          <p:cNvSpPr txBox="1">
            <a:spLocks noGrp="1"/>
          </p:cNvSpPr>
          <p:nvPr>
            <p:ph type="title"/>
          </p:nvPr>
        </p:nvSpPr>
        <p:spPr>
          <a:xfrm>
            <a:off x="3386150" y="2545763"/>
            <a:ext cx="3651600" cy="836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Diagnosis</a:t>
            </a:r>
            <a:endParaRPr/>
          </a:p>
        </p:txBody>
      </p:sp>
      <p:sp>
        <p:nvSpPr>
          <p:cNvPr id="1102" name="Google Shape;1102;p51"/>
          <p:cNvSpPr txBox="1">
            <a:spLocks noGrp="1"/>
          </p:cNvSpPr>
          <p:nvPr>
            <p:ph type="title" idx="2"/>
          </p:nvPr>
        </p:nvSpPr>
        <p:spPr>
          <a:xfrm>
            <a:off x="5762450" y="1631644"/>
            <a:ext cx="1275300" cy="906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02</a:t>
            </a:r>
            <a:endParaRPr/>
          </a:p>
        </p:txBody>
      </p:sp>
      <p:sp>
        <p:nvSpPr>
          <p:cNvPr id="1103" name="Google Shape;1103;p51"/>
          <p:cNvSpPr txBox="1">
            <a:spLocks noGrp="1"/>
          </p:cNvSpPr>
          <p:nvPr>
            <p:ph type="subTitle" idx="1"/>
          </p:nvPr>
        </p:nvSpPr>
        <p:spPr>
          <a:xfrm>
            <a:off x="4701350" y="3382178"/>
            <a:ext cx="2336400" cy="604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describe the topic of the section here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cxnSp>
        <p:nvCxnSpPr>
          <p:cNvPr id="1108" name="Google Shape;1108;p52"/>
          <p:cNvCxnSpPr>
            <a:stCxn id="1109" idx="6"/>
            <a:endCxn id="1110" idx="0"/>
          </p:cNvCxnSpPr>
          <p:nvPr/>
        </p:nvCxnSpPr>
        <p:spPr>
          <a:xfrm>
            <a:off x="4385900" y="1787875"/>
            <a:ext cx="794400" cy="166800"/>
          </a:xfrm>
          <a:prstGeom prst="bentConnector2">
            <a:avLst/>
          </a:prstGeom>
          <a:noFill/>
          <a:ln w="19050" cap="flat" cmpd="sng">
            <a:solidFill>
              <a:schemeClr val="dk2"/>
            </a:solidFill>
            <a:prstDash val="solid"/>
            <a:round/>
            <a:headEnd type="none" w="med" len="med"/>
            <a:tailEnd type="none" w="med" len="med"/>
          </a:ln>
        </p:spPr>
      </p:cxnSp>
      <p:cxnSp>
        <p:nvCxnSpPr>
          <p:cNvPr id="1111" name="Google Shape;1111;p52"/>
          <p:cNvCxnSpPr>
            <a:stCxn id="1110" idx="2"/>
            <a:endCxn id="1112" idx="0"/>
          </p:cNvCxnSpPr>
          <p:nvPr/>
        </p:nvCxnSpPr>
        <p:spPr>
          <a:xfrm flipH="1">
            <a:off x="3957450" y="2371150"/>
            <a:ext cx="806400" cy="128100"/>
          </a:xfrm>
          <a:prstGeom prst="bentConnector2">
            <a:avLst/>
          </a:prstGeom>
          <a:noFill/>
          <a:ln w="19050" cap="flat" cmpd="sng">
            <a:solidFill>
              <a:schemeClr val="dk2"/>
            </a:solidFill>
            <a:prstDash val="solid"/>
            <a:round/>
            <a:headEnd type="none" w="med" len="med"/>
            <a:tailEnd type="none" w="med" len="med"/>
          </a:ln>
        </p:spPr>
      </p:cxnSp>
      <p:cxnSp>
        <p:nvCxnSpPr>
          <p:cNvPr id="1113" name="Google Shape;1113;p52"/>
          <p:cNvCxnSpPr>
            <a:stCxn id="1112" idx="6"/>
            <a:endCxn id="1114" idx="0"/>
          </p:cNvCxnSpPr>
          <p:nvPr/>
        </p:nvCxnSpPr>
        <p:spPr>
          <a:xfrm>
            <a:off x="4385900" y="2927649"/>
            <a:ext cx="794400" cy="194400"/>
          </a:xfrm>
          <a:prstGeom prst="bentConnector2">
            <a:avLst/>
          </a:prstGeom>
          <a:noFill/>
          <a:ln w="19050" cap="flat" cmpd="sng">
            <a:solidFill>
              <a:schemeClr val="dk2"/>
            </a:solidFill>
            <a:prstDash val="solid"/>
            <a:round/>
            <a:headEnd type="none" w="med" len="med"/>
            <a:tailEnd type="none" w="med" len="med"/>
          </a:ln>
        </p:spPr>
      </p:cxnSp>
      <p:cxnSp>
        <p:nvCxnSpPr>
          <p:cNvPr id="1115" name="Google Shape;1115;p52"/>
          <p:cNvCxnSpPr>
            <a:stCxn id="1109" idx="2"/>
          </p:cNvCxnSpPr>
          <p:nvPr/>
        </p:nvCxnSpPr>
        <p:spPr>
          <a:xfrm rot="10800000">
            <a:off x="2849000" y="1787875"/>
            <a:ext cx="680100" cy="0"/>
          </a:xfrm>
          <a:prstGeom prst="straightConnector1">
            <a:avLst/>
          </a:prstGeom>
          <a:noFill/>
          <a:ln w="19050" cap="flat" cmpd="sng">
            <a:solidFill>
              <a:schemeClr val="dk2"/>
            </a:solidFill>
            <a:prstDash val="solid"/>
            <a:round/>
            <a:headEnd type="none" w="med" len="med"/>
            <a:tailEnd type="oval" w="med" len="med"/>
          </a:ln>
        </p:spPr>
      </p:cxnSp>
      <p:cxnSp>
        <p:nvCxnSpPr>
          <p:cNvPr id="1116" name="Google Shape;1116;p52"/>
          <p:cNvCxnSpPr>
            <a:stCxn id="1112" idx="2"/>
          </p:cNvCxnSpPr>
          <p:nvPr/>
        </p:nvCxnSpPr>
        <p:spPr>
          <a:xfrm rot="10800000">
            <a:off x="2849000" y="2927649"/>
            <a:ext cx="680100" cy="0"/>
          </a:xfrm>
          <a:prstGeom prst="straightConnector1">
            <a:avLst/>
          </a:prstGeom>
          <a:noFill/>
          <a:ln w="19050" cap="flat" cmpd="sng">
            <a:solidFill>
              <a:schemeClr val="dk2"/>
            </a:solidFill>
            <a:prstDash val="solid"/>
            <a:round/>
            <a:headEnd type="none" w="med" len="med"/>
            <a:tailEnd type="oval" w="med" len="med"/>
          </a:ln>
        </p:spPr>
      </p:cxnSp>
      <p:cxnSp>
        <p:nvCxnSpPr>
          <p:cNvPr id="1117" name="Google Shape;1117;p52"/>
          <p:cNvCxnSpPr>
            <a:stCxn id="1110" idx="6"/>
          </p:cNvCxnSpPr>
          <p:nvPr/>
        </p:nvCxnSpPr>
        <p:spPr>
          <a:xfrm>
            <a:off x="5596950" y="2371150"/>
            <a:ext cx="674700" cy="0"/>
          </a:xfrm>
          <a:prstGeom prst="straightConnector1">
            <a:avLst/>
          </a:prstGeom>
          <a:noFill/>
          <a:ln w="19050" cap="flat" cmpd="sng">
            <a:solidFill>
              <a:schemeClr val="dk2"/>
            </a:solidFill>
            <a:prstDash val="solid"/>
            <a:round/>
            <a:headEnd type="none" w="med" len="med"/>
            <a:tailEnd type="oval" w="med" len="med"/>
          </a:ln>
        </p:spPr>
      </p:cxnSp>
      <p:cxnSp>
        <p:nvCxnSpPr>
          <p:cNvPr id="1118" name="Google Shape;1118;p52"/>
          <p:cNvCxnSpPr>
            <a:stCxn id="1114" idx="6"/>
          </p:cNvCxnSpPr>
          <p:nvPr/>
        </p:nvCxnSpPr>
        <p:spPr>
          <a:xfrm>
            <a:off x="5573625" y="3515475"/>
            <a:ext cx="674700" cy="0"/>
          </a:xfrm>
          <a:prstGeom prst="straightConnector1">
            <a:avLst/>
          </a:prstGeom>
          <a:noFill/>
          <a:ln w="19050" cap="flat" cmpd="sng">
            <a:solidFill>
              <a:schemeClr val="dk2"/>
            </a:solidFill>
            <a:prstDash val="solid"/>
            <a:round/>
            <a:headEnd type="none" w="med" len="med"/>
            <a:tailEnd type="oval" w="med" len="med"/>
          </a:ln>
        </p:spPr>
      </p:cxnSp>
      <p:sp>
        <p:nvSpPr>
          <p:cNvPr id="1119" name="Google Shape;1119;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Treatment</a:t>
            </a:r>
            <a:endParaRPr/>
          </a:p>
        </p:txBody>
      </p:sp>
      <p:sp>
        <p:nvSpPr>
          <p:cNvPr id="1120" name="Google Shape;1120;p52"/>
          <p:cNvSpPr txBox="1">
            <a:spLocks noGrp="1"/>
          </p:cNvSpPr>
          <p:nvPr>
            <p:ph type="title" idx="4294967295"/>
          </p:nvPr>
        </p:nvSpPr>
        <p:spPr>
          <a:xfrm>
            <a:off x="890113" y="1486750"/>
            <a:ext cx="1958700" cy="527700"/>
          </a:xfrm>
          <a:prstGeom prst="rect">
            <a:avLst/>
          </a:prstGeom>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000"/>
              <a:t>Step 1</a:t>
            </a:r>
            <a:endParaRPr sz="2000"/>
          </a:p>
          <a:p>
            <a:pPr marL="0" lvl="0" indent="0" algn="r" rtl="0">
              <a:spcBef>
                <a:spcPts val="0"/>
              </a:spcBef>
              <a:spcAft>
                <a:spcPts val="0"/>
              </a:spcAft>
              <a:buNone/>
            </a:pPr>
            <a:endParaRPr sz="2000"/>
          </a:p>
        </p:txBody>
      </p:sp>
      <p:sp>
        <p:nvSpPr>
          <p:cNvPr id="1121" name="Google Shape;1121;p52"/>
          <p:cNvSpPr txBox="1">
            <a:spLocks noGrp="1"/>
          </p:cNvSpPr>
          <p:nvPr>
            <p:ph type="subTitle" idx="4294967295"/>
          </p:nvPr>
        </p:nvSpPr>
        <p:spPr>
          <a:xfrm>
            <a:off x="890238" y="2014450"/>
            <a:ext cx="1958700" cy="484800"/>
          </a:xfrm>
          <a:prstGeom prst="rect">
            <a:avLst/>
          </a:prstGeom>
          <a:ln>
            <a:noFill/>
          </a:ln>
        </p:spPr>
        <p:txBody>
          <a:bodyPr spcFirstLastPara="1" wrap="square" lIns="91425" tIns="91425" rIns="91425" bIns="91425" anchor="t" anchorCtr="0">
            <a:noAutofit/>
          </a:bodyPr>
          <a:lstStyle/>
          <a:p>
            <a:pPr marL="0" lvl="0" indent="0" algn="r" rtl="0">
              <a:spcBef>
                <a:spcPts val="0"/>
              </a:spcBef>
              <a:spcAft>
                <a:spcPts val="1200"/>
              </a:spcAft>
              <a:buNone/>
            </a:pPr>
            <a:r>
              <a:rPr lang="en" sz="1400"/>
              <a:t>Mercury is the smallest planet</a:t>
            </a:r>
            <a:endParaRPr sz="1400"/>
          </a:p>
        </p:txBody>
      </p:sp>
      <p:sp>
        <p:nvSpPr>
          <p:cNvPr id="1122" name="Google Shape;1122;p52"/>
          <p:cNvSpPr txBox="1">
            <a:spLocks noGrp="1"/>
          </p:cNvSpPr>
          <p:nvPr>
            <p:ph type="title" idx="4294967295"/>
          </p:nvPr>
        </p:nvSpPr>
        <p:spPr>
          <a:xfrm>
            <a:off x="890288" y="2681975"/>
            <a:ext cx="1958700" cy="527700"/>
          </a:xfrm>
          <a:prstGeom prst="rect">
            <a:avLst/>
          </a:prstGeom>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000"/>
              <a:t>Step 3</a:t>
            </a:r>
            <a:endParaRPr sz="2000"/>
          </a:p>
          <a:p>
            <a:pPr marL="0" lvl="0" indent="0" algn="r" rtl="0">
              <a:spcBef>
                <a:spcPts val="0"/>
              </a:spcBef>
              <a:spcAft>
                <a:spcPts val="0"/>
              </a:spcAft>
              <a:buNone/>
            </a:pPr>
            <a:endParaRPr sz="2000"/>
          </a:p>
        </p:txBody>
      </p:sp>
      <p:sp>
        <p:nvSpPr>
          <p:cNvPr id="1123" name="Google Shape;1123;p52"/>
          <p:cNvSpPr txBox="1">
            <a:spLocks noGrp="1"/>
          </p:cNvSpPr>
          <p:nvPr>
            <p:ph type="subTitle" idx="4294967295"/>
          </p:nvPr>
        </p:nvSpPr>
        <p:spPr>
          <a:xfrm>
            <a:off x="890163" y="3209675"/>
            <a:ext cx="1958700" cy="484800"/>
          </a:xfrm>
          <a:prstGeom prst="rect">
            <a:avLst/>
          </a:prstGeom>
          <a:ln>
            <a:noFill/>
          </a:ln>
        </p:spPr>
        <p:txBody>
          <a:bodyPr spcFirstLastPara="1" wrap="square" lIns="91425" tIns="91425" rIns="91425" bIns="91425" anchor="t" anchorCtr="0">
            <a:noAutofit/>
          </a:bodyPr>
          <a:lstStyle/>
          <a:p>
            <a:pPr marL="0" lvl="0" indent="0" algn="r" rtl="0">
              <a:spcBef>
                <a:spcPts val="0"/>
              </a:spcBef>
              <a:spcAft>
                <a:spcPts val="1200"/>
              </a:spcAft>
              <a:buNone/>
            </a:pPr>
            <a:r>
              <a:rPr lang="en" sz="1400"/>
              <a:t>Jupiter is the biggest planet of them all</a:t>
            </a:r>
            <a:endParaRPr sz="1400"/>
          </a:p>
        </p:txBody>
      </p:sp>
      <p:sp>
        <p:nvSpPr>
          <p:cNvPr id="1124" name="Google Shape;1124;p52"/>
          <p:cNvSpPr txBox="1">
            <a:spLocks noGrp="1"/>
          </p:cNvSpPr>
          <p:nvPr>
            <p:ph type="title" idx="4294967295"/>
          </p:nvPr>
        </p:nvSpPr>
        <p:spPr>
          <a:xfrm>
            <a:off x="6271650" y="2101625"/>
            <a:ext cx="1958700" cy="527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t>Step 2</a:t>
            </a:r>
            <a:endParaRPr sz="2000"/>
          </a:p>
          <a:p>
            <a:pPr marL="0" lvl="0" indent="0" algn="l" rtl="0">
              <a:spcBef>
                <a:spcPts val="0"/>
              </a:spcBef>
              <a:spcAft>
                <a:spcPts val="0"/>
              </a:spcAft>
              <a:buClr>
                <a:schemeClr val="dk1"/>
              </a:buClr>
              <a:buSzPts val="1100"/>
              <a:buFont typeface="Arial"/>
              <a:buNone/>
            </a:pPr>
            <a:endParaRPr sz="2000"/>
          </a:p>
        </p:txBody>
      </p:sp>
      <p:sp>
        <p:nvSpPr>
          <p:cNvPr id="1125" name="Google Shape;1125;p52"/>
          <p:cNvSpPr txBox="1">
            <a:spLocks noGrp="1"/>
          </p:cNvSpPr>
          <p:nvPr>
            <p:ph type="subTitle" idx="4294967295"/>
          </p:nvPr>
        </p:nvSpPr>
        <p:spPr>
          <a:xfrm>
            <a:off x="6271650" y="2631575"/>
            <a:ext cx="1958700" cy="4848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1400"/>
              <a:t>Mars is actually a very cold place</a:t>
            </a:r>
            <a:endParaRPr sz="1400"/>
          </a:p>
        </p:txBody>
      </p:sp>
      <p:sp>
        <p:nvSpPr>
          <p:cNvPr id="1126" name="Google Shape;1126;p52"/>
          <p:cNvSpPr txBox="1">
            <a:spLocks noGrp="1"/>
          </p:cNvSpPr>
          <p:nvPr>
            <p:ph type="title" idx="4294967295"/>
          </p:nvPr>
        </p:nvSpPr>
        <p:spPr>
          <a:xfrm>
            <a:off x="6242775" y="3263975"/>
            <a:ext cx="1958700" cy="527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a:t>Step 4</a:t>
            </a:r>
            <a:endParaRPr sz="2000"/>
          </a:p>
        </p:txBody>
      </p:sp>
      <p:sp>
        <p:nvSpPr>
          <p:cNvPr id="1127" name="Google Shape;1127;p52"/>
          <p:cNvSpPr txBox="1">
            <a:spLocks noGrp="1"/>
          </p:cNvSpPr>
          <p:nvPr>
            <p:ph type="subTitle" idx="4294967295"/>
          </p:nvPr>
        </p:nvSpPr>
        <p:spPr>
          <a:xfrm>
            <a:off x="6242775" y="3791675"/>
            <a:ext cx="1958700" cy="4848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1400"/>
              <a:t>Neptune is very far from the Sun</a:t>
            </a:r>
            <a:endParaRPr sz="1400"/>
          </a:p>
        </p:txBody>
      </p:sp>
      <p:sp>
        <p:nvSpPr>
          <p:cNvPr id="1109" name="Google Shape;1109;p52"/>
          <p:cNvSpPr/>
          <p:nvPr/>
        </p:nvSpPr>
        <p:spPr>
          <a:xfrm>
            <a:off x="3529100" y="1359475"/>
            <a:ext cx="856800" cy="8568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52"/>
          <p:cNvSpPr/>
          <p:nvPr/>
        </p:nvSpPr>
        <p:spPr>
          <a:xfrm>
            <a:off x="4763850" y="1954600"/>
            <a:ext cx="833100" cy="8331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52"/>
          <p:cNvSpPr/>
          <p:nvPr/>
        </p:nvSpPr>
        <p:spPr>
          <a:xfrm>
            <a:off x="3529100" y="2499249"/>
            <a:ext cx="856800" cy="8568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52"/>
          <p:cNvSpPr/>
          <p:nvPr/>
        </p:nvSpPr>
        <p:spPr>
          <a:xfrm>
            <a:off x="4787025" y="3122175"/>
            <a:ext cx="786600" cy="786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8" name="Google Shape;1128;p52"/>
          <p:cNvGrpSpPr/>
          <p:nvPr/>
        </p:nvGrpSpPr>
        <p:grpSpPr>
          <a:xfrm>
            <a:off x="3867135" y="2758007"/>
            <a:ext cx="180734" cy="358380"/>
            <a:chOff x="1778910" y="2131282"/>
            <a:chExt cx="180734" cy="358380"/>
          </a:xfrm>
        </p:grpSpPr>
        <p:sp>
          <p:nvSpPr>
            <p:cNvPr id="1129" name="Google Shape;1129;p52"/>
            <p:cNvSpPr/>
            <p:nvPr/>
          </p:nvSpPr>
          <p:spPr>
            <a:xfrm>
              <a:off x="1838875" y="2295833"/>
              <a:ext cx="44017" cy="10610"/>
            </a:xfrm>
            <a:custGeom>
              <a:avLst/>
              <a:gdLst/>
              <a:ahLst/>
              <a:cxnLst/>
              <a:rect l="l" t="t" r="r" b="b"/>
              <a:pathLst>
                <a:path w="1311" h="316" extrusionOk="0">
                  <a:moveTo>
                    <a:pt x="139" y="1"/>
                  </a:moveTo>
                  <a:cubicBezTo>
                    <a:pt x="78" y="1"/>
                    <a:pt x="24" y="63"/>
                    <a:pt x="24" y="125"/>
                  </a:cubicBezTo>
                  <a:cubicBezTo>
                    <a:pt x="0" y="220"/>
                    <a:pt x="72" y="315"/>
                    <a:pt x="167" y="315"/>
                  </a:cubicBezTo>
                  <a:lnTo>
                    <a:pt x="1144" y="315"/>
                  </a:lnTo>
                  <a:cubicBezTo>
                    <a:pt x="1239" y="315"/>
                    <a:pt x="1310" y="220"/>
                    <a:pt x="1286" y="125"/>
                  </a:cubicBezTo>
                  <a:cubicBezTo>
                    <a:pt x="1286" y="63"/>
                    <a:pt x="1233" y="1"/>
                    <a:pt x="1172" y="1"/>
                  </a:cubicBezTo>
                  <a:cubicBezTo>
                    <a:pt x="1163" y="1"/>
                    <a:pt x="1153" y="2"/>
                    <a:pt x="1144" y="6"/>
                  </a:cubicBezTo>
                  <a:lnTo>
                    <a:pt x="167" y="6"/>
                  </a:lnTo>
                  <a:cubicBezTo>
                    <a:pt x="158" y="2"/>
                    <a:pt x="148" y="1"/>
                    <a:pt x="1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52"/>
            <p:cNvSpPr/>
            <p:nvPr/>
          </p:nvSpPr>
          <p:spPr>
            <a:xfrm>
              <a:off x="1822893" y="2315978"/>
              <a:ext cx="75980" cy="10442"/>
            </a:xfrm>
            <a:custGeom>
              <a:avLst/>
              <a:gdLst/>
              <a:ahLst/>
              <a:cxnLst/>
              <a:rect l="l" t="t" r="r" b="b"/>
              <a:pathLst>
                <a:path w="2263" h="311" extrusionOk="0">
                  <a:moveTo>
                    <a:pt x="167" y="1"/>
                  </a:moveTo>
                  <a:cubicBezTo>
                    <a:pt x="72" y="1"/>
                    <a:pt x="0" y="72"/>
                    <a:pt x="0" y="168"/>
                  </a:cubicBezTo>
                  <a:cubicBezTo>
                    <a:pt x="24" y="263"/>
                    <a:pt x="72" y="310"/>
                    <a:pt x="167" y="310"/>
                  </a:cubicBezTo>
                  <a:lnTo>
                    <a:pt x="2096" y="310"/>
                  </a:lnTo>
                  <a:cubicBezTo>
                    <a:pt x="2167" y="310"/>
                    <a:pt x="2239" y="263"/>
                    <a:pt x="2263" y="168"/>
                  </a:cubicBezTo>
                  <a:cubicBezTo>
                    <a:pt x="2263" y="72"/>
                    <a:pt x="2191" y="1"/>
                    <a:pt x="2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52"/>
            <p:cNvSpPr/>
            <p:nvPr/>
          </p:nvSpPr>
          <p:spPr>
            <a:xfrm>
              <a:off x="1799692" y="2384069"/>
              <a:ext cx="56809" cy="48281"/>
            </a:xfrm>
            <a:custGeom>
              <a:avLst/>
              <a:gdLst/>
              <a:ahLst/>
              <a:cxnLst/>
              <a:rect l="l" t="t" r="r" b="b"/>
              <a:pathLst>
                <a:path w="1692" h="1438" extrusionOk="0">
                  <a:moveTo>
                    <a:pt x="1167" y="319"/>
                  </a:moveTo>
                  <a:cubicBezTo>
                    <a:pt x="1233" y="319"/>
                    <a:pt x="1298" y="354"/>
                    <a:pt x="1334" y="426"/>
                  </a:cubicBezTo>
                  <a:cubicBezTo>
                    <a:pt x="1358" y="497"/>
                    <a:pt x="1334" y="569"/>
                    <a:pt x="1287" y="616"/>
                  </a:cubicBezTo>
                  <a:lnTo>
                    <a:pt x="858" y="1069"/>
                  </a:lnTo>
                  <a:lnTo>
                    <a:pt x="405" y="616"/>
                  </a:lnTo>
                  <a:cubicBezTo>
                    <a:pt x="358" y="569"/>
                    <a:pt x="334" y="497"/>
                    <a:pt x="382" y="426"/>
                  </a:cubicBezTo>
                  <a:cubicBezTo>
                    <a:pt x="405" y="354"/>
                    <a:pt x="471" y="319"/>
                    <a:pt x="539" y="319"/>
                  </a:cubicBezTo>
                  <a:cubicBezTo>
                    <a:pt x="608" y="319"/>
                    <a:pt x="679" y="354"/>
                    <a:pt x="715" y="426"/>
                  </a:cubicBezTo>
                  <a:cubicBezTo>
                    <a:pt x="739" y="497"/>
                    <a:pt x="798" y="533"/>
                    <a:pt x="858" y="533"/>
                  </a:cubicBezTo>
                  <a:cubicBezTo>
                    <a:pt x="917" y="533"/>
                    <a:pt x="977" y="497"/>
                    <a:pt x="1001" y="426"/>
                  </a:cubicBezTo>
                  <a:cubicBezTo>
                    <a:pt x="1036" y="354"/>
                    <a:pt x="1102" y="319"/>
                    <a:pt x="1167" y="319"/>
                  </a:cubicBezTo>
                  <a:close/>
                  <a:moveTo>
                    <a:pt x="540" y="1"/>
                  </a:moveTo>
                  <a:cubicBezTo>
                    <a:pt x="352" y="1"/>
                    <a:pt x="171" y="111"/>
                    <a:pt x="96" y="307"/>
                  </a:cubicBezTo>
                  <a:cubicBezTo>
                    <a:pt x="1" y="497"/>
                    <a:pt x="48" y="712"/>
                    <a:pt x="191" y="854"/>
                  </a:cubicBezTo>
                  <a:lnTo>
                    <a:pt x="739" y="1402"/>
                  </a:lnTo>
                  <a:cubicBezTo>
                    <a:pt x="775" y="1426"/>
                    <a:pt x="816" y="1438"/>
                    <a:pt x="855" y="1438"/>
                  </a:cubicBezTo>
                  <a:cubicBezTo>
                    <a:pt x="894" y="1438"/>
                    <a:pt x="929" y="1426"/>
                    <a:pt x="953" y="1402"/>
                  </a:cubicBezTo>
                  <a:lnTo>
                    <a:pt x="1501" y="854"/>
                  </a:lnTo>
                  <a:cubicBezTo>
                    <a:pt x="1644" y="712"/>
                    <a:pt x="1691" y="497"/>
                    <a:pt x="1620" y="307"/>
                  </a:cubicBezTo>
                  <a:cubicBezTo>
                    <a:pt x="1529" y="111"/>
                    <a:pt x="1344" y="1"/>
                    <a:pt x="1159" y="1"/>
                  </a:cubicBezTo>
                  <a:cubicBezTo>
                    <a:pt x="1052" y="1"/>
                    <a:pt x="945" y="38"/>
                    <a:pt x="858" y="116"/>
                  </a:cubicBezTo>
                  <a:cubicBezTo>
                    <a:pt x="762" y="38"/>
                    <a:pt x="650" y="1"/>
                    <a:pt x="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52"/>
            <p:cNvSpPr/>
            <p:nvPr/>
          </p:nvSpPr>
          <p:spPr>
            <a:xfrm>
              <a:off x="1866070" y="2381550"/>
              <a:ext cx="54392" cy="10442"/>
            </a:xfrm>
            <a:custGeom>
              <a:avLst/>
              <a:gdLst/>
              <a:ahLst/>
              <a:cxnLst/>
              <a:rect l="l" t="t" r="r" b="b"/>
              <a:pathLst>
                <a:path w="1620" h="311" extrusionOk="0">
                  <a:moveTo>
                    <a:pt x="167" y="1"/>
                  </a:moveTo>
                  <a:cubicBezTo>
                    <a:pt x="95" y="1"/>
                    <a:pt x="24" y="72"/>
                    <a:pt x="0" y="144"/>
                  </a:cubicBezTo>
                  <a:cubicBezTo>
                    <a:pt x="0" y="239"/>
                    <a:pt x="72" y="310"/>
                    <a:pt x="167" y="310"/>
                  </a:cubicBezTo>
                  <a:lnTo>
                    <a:pt x="1453" y="310"/>
                  </a:lnTo>
                  <a:cubicBezTo>
                    <a:pt x="1524" y="310"/>
                    <a:pt x="1596" y="263"/>
                    <a:pt x="1620" y="191"/>
                  </a:cubicBezTo>
                  <a:cubicBezTo>
                    <a:pt x="1620" y="96"/>
                    <a:pt x="1548" y="1"/>
                    <a:pt x="1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52"/>
            <p:cNvSpPr/>
            <p:nvPr/>
          </p:nvSpPr>
          <p:spPr>
            <a:xfrm>
              <a:off x="1866070" y="2403945"/>
              <a:ext cx="54392" cy="10442"/>
            </a:xfrm>
            <a:custGeom>
              <a:avLst/>
              <a:gdLst/>
              <a:ahLst/>
              <a:cxnLst/>
              <a:rect l="l" t="t" r="r" b="b"/>
              <a:pathLst>
                <a:path w="1620" h="311" extrusionOk="0">
                  <a:moveTo>
                    <a:pt x="167" y="0"/>
                  </a:moveTo>
                  <a:cubicBezTo>
                    <a:pt x="95" y="0"/>
                    <a:pt x="24" y="48"/>
                    <a:pt x="0" y="143"/>
                  </a:cubicBezTo>
                  <a:cubicBezTo>
                    <a:pt x="0" y="239"/>
                    <a:pt x="72" y="310"/>
                    <a:pt x="167" y="310"/>
                  </a:cubicBezTo>
                  <a:lnTo>
                    <a:pt x="1453" y="310"/>
                  </a:lnTo>
                  <a:cubicBezTo>
                    <a:pt x="1548" y="310"/>
                    <a:pt x="1596" y="262"/>
                    <a:pt x="1620" y="167"/>
                  </a:cubicBezTo>
                  <a:cubicBezTo>
                    <a:pt x="1620" y="72"/>
                    <a:pt x="1548" y="0"/>
                    <a:pt x="14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2"/>
            <p:cNvSpPr/>
            <p:nvPr/>
          </p:nvSpPr>
          <p:spPr>
            <a:xfrm>
              <a:off x="1778910" y="2131282"/>
              <a:ext cx="180734" cy="358380"/>
            </a:xfrm>
            <a:custGeom>
              <a:avLst/>
              <a:gdLst/>
              <a:ahLst/>
              <a:cxnLst/>
              <a:rect l="l" t="t" r="r" b="b"/>
              <a:pathLst>
                <a:path w="5383" h="10674" extrusionOk="0">
                  <a:moveTo>
                    <a:pt x="1310" y="310"/>
                  </a:moveTo>
                  <a:lnTo>
                    <a:pt x="1310" y="1930"/>
                  </a:lnTo>
                  <a:lnTo>
                    <a:pt x="977" y="1930"/>
                  </a:lnTo>
                  <a:lnTo>
                    <a:pt x="977" y="310"/>
                  </a:lnTo>
                  <a:close/>
                  <a:moveTo>
                    <a:pt x="1977" y="310"/>
                  </a:moveTo>
                  <a:lnTo>
                    <a:pt x="1977" y="1930"/>
                  </a:lnTo>
                  <a:lnTo>
                    <a:pt x="1644" y="1930"/>
                  </a:lnTo>
                  <a:lnTo>
                    <a:pt x="1644" y="310"/>
                  </a:lnTo>
                  <a:close/>
                  <a:moveTo>
                    <a:pt x="2620" y="310"/>
                  </a:moveTo>
                  <a:lnTo>
                    <a:pt x="2620" y="1930"/>
                  </a:lnTo>
                  <a:lnTo>
                    <a:pt x="2287" y="1930"/>
                  </a:lnTo>
                  <a:lnTo>
                    <a:pt x="2287" y="310"/>
                  </a:lnTo>
                  <a:close/>
                  <a:moveTo>
                    <a:pt x="3263" y="310"/>
                  </a:moveTo>
                  <a:lnTo>
                    <a:pt x="3263" y="1930"/>
                  </a:lnTo>
                  <a:lnTo>
                    <a:pt x="2930" y="1930"/>
                  </a:lnTo>
                  <a:lnTo>
                    <a:pt x="2930" y="310"/>
                  </a:lnTo>
                  <a:close/>
                  <a:moveTo>
                    <a:pt x="3906" y="310"/>
                  </a:moveTo>
                  <a:lnTo>
                    <a:pt x="3906" y="1930"/>
                  </a:lnTo>
                  <a:lnTo>
                    <a:pt x="3573" y="1930"/>
                  </a:lnTo>
                  <a:lnTo>
                    <a:pt x="3573" y="310"/>
                  </a:lnTo>
                  <a:close/>
                  <a:moveTo>
                    <a:pt x="3573" y="2263"/>
                  </a:moveTo>
                  <a:lnTo>
                    <a:pt x="3573" y="2597"/>
                  </a:lnTo>
                  <a:lnTo>
                    <a:pt x="1310" y="2597"/>
                  </a:lnTo>
                  <a:lnTo>
                    <a:pt x="1310" y="2263"/>
                  </a:lnTo>
                  <a:close/>
                  <a:moveTo>
                    <a:pt x="3930" y="2906"/>
                  </a:moveTo>
                  <a:lnTo>
                    <a:pt x="3930" y="3240"/>
                  </a:lnTo>
                  <a:lnTo>
                    <a:pt x="3334" y="3240"/>
                  </a:lnTo>
                  <a:cubicBezTo>
                    <a:pt x="3263" y="3240"/>
                    <a:pt x="3192" y="3311"/>
                    <a:pt x="3192" y="3382"/>
                  </a:cubicBezTo>
                  <a:cubicBezTo>
                    <a:pt x="3192" y="3478"/>
                    <a:pt x="3239" y="3525"/>
                    <a:pt x="3334" y="3549"/>
                  </a:cubicBezTo>
                  <a:lnTo>
                    <a:pt x="4073" y="3549"/>
                  </a:lnTo>
                  <a:cubicBezTo>
                    <a:pt x="4085" y="3548"/>
                    <a:pt x="4097" y="3547"/>
                    <a:pt x="4109" y="3547"/>
                  </a:cubicBezTo>
                  <a:cubicBezTo>
                    <a:pt x="4356" y="3547"/>
                    <a:pt x="4573" y="3776"/>
                    <a:pt x="4573" y="4025"/>
                  </a:cubicBezTo>
                  <a:lnTo>
                    <a:pt x="4573" y="4192"/>
                  </a:lnTo>
                  <a:lnTo>
                    <a:pt x="334" y="4216"/>
                  </a:lnTo>
                  <a:lnTo>
                    <a:pt x="334" y="3716"/>
                  </a:lnTo>
                  <a:cubicBezTo>
                    <a:pt x="334" y="3652"/>
                    <a:pt x="391" y="3569"/>
                    <a:pt x="471" y="3569"/>
                  </a:cubicBezTo>
                  <a:cubicBezTo>
                    <a:pt x="480" y="3569"/>
                    <a:pt x="490" y="3570"/>
                    <a:pt x="500" y="3573"/>
                  </a:cubicBezTo>
                  <a:lnTo>
                    <a:pt x="2644" y="3573"/>
                  </a:lnTo>
                  <a:cubicBezTo>
                    <a:pt x="2668" y="3573"/>
                    <a:pt x="2668" y="3549"/>
                    <a:pt x="2691" y="3549"/>
                  </a:cubicBezTo>
                  <a:cubicBezTo>
                    <a:pt x="2810" y="3454"/>
                    <a:pt x="2763" y="3240"/>
                    <a:pt x="2596" y="3240"/>
                  </a:cubicBezTo>
                  <a:lnTo>
                    <a:pt x="1001" y="3240"/>
                  </a:lnTo>
                  <a:lnTo>
                    <a:pt x="1001" y="2906"/>
                  </a:lnTo>
                  <a:close/>
                  <a:moveTo>
                    <a:pt x="4549" y="6454"/>
                  </a:moveTo>
                  <a:lnTo>
                    <a:pt x="4549" y="6788"/>
                  </a:lnTo>
                  <a:lnTo>
                    <a:pt x="334" y="6788"/>
                  </a:lnTo>
                  <a:lnTo>
                    <a:pt x="334" y="6454"/>
                  </a:lnTo>
                  <a:close/>
                  <a:moveTo>
                    <a:pt x="4549" y="7121"/>
                  </a:moveTo>
                  <a:lnTo>
                    <a:pt x="4549" y="8598"/>
                  </a:lnTo>
                  <a:cubicBezTo>
                    <a:pt x="4433" y="8556"/>
                    <a:pt x="4311" y="8535"/>
                    <a:pt x="4189" y="8535"/>
                  </a:cubicBezTo>
                  <a:cubicBezTo>
                    <a:pt x="3962" y="8535"/>
                    <a:pt x="3735" y="8609"/>
                    <a:pt x="3549" y="8764"/>
                  </a:cubicBezTo>
                  <a:lnTo>
                    <a:pt x="2787" y="8764"/>
                  </a:lnTo>
                  <a:cubicBezTo>
                    <a:pt x="2777" y="8761"/>
                    <a:pt x="2768" y="8760"/>
                    <a:pt x="2758" y="8760"/>
                  </a:cubicBezTo>
                  <a:cubicBezTo>
                    <a:pt x="2697" y="8760"/>
                    <a:pt x="2641" y="8822"/>
                    <a:pt x="2620" y="8884"/>
                  </a:cubicBezTo>
                  <a:cubicBezTo>
                    <a:pt x="2620" y="8979"/>
                    <a:pt x="2691" y="9074"/>
                    <a:pt x="2787" y="9074"/>
                  </a:cubicBezTo>
                  <a:lnTo>
                    <a:pt x="3287" y="9074"/>
                  </a:lnTo>
                  <a:cubicBezTo>
                    <a:pt x="3215" y="9169"/>
                    <a:pt x="3168" y="9288"/>
                    <a:pt x="3144" y="9407"/>
                  </a:cubicBezTo>
                  <a:lnTo>
                    <a:pt x="358" y="9407"/>
                  </a:lnTo>
                  <a:lnTo>
                    <a:pt x="334" y="7121"/>
                  </a:lnTo>
                  <a:close/>
                  <a:moveTo>
                    <a:pt x="4161" y="8835"/>
                  </a:moveTo>
                  <a:cubicBezTo>
                    <a:pt x="4171" y="8835"/>
                    <a:pt x="4181" y="8836"/>
                    <a:pt x="4192" y="8836"/>
                  </a:cubicBezTo>
                  <a:cubicBezTo>
                    <a:pt x="4358" y="8836"/>
                    <a:pt x="4501" y="8860"/>
                    <a:pt x="4620" y="8955"/>
                  </a:cubicBezTo>
                  <a:lnTo>
                    <a:pt x="3573" y="10027"/>
                  </a:lnTo>
                  <a:cubicBezTo>
                    <a:pt x="3221" y="9512"/>
                    <a:pt x="3561" y="8835"/>
                    <a:pt x="4161" y="8835"/>
                  </a:cubicBezTo>
                  <a:close/>
                  <a:moveTo>
                    <a:pt x="4835" y="9193"/>
                  </a:moveTo>
                  <a:lnTo>
                    <a:pt x="4835" y="9193"/>
                  </a:lnTo>
                  <a:cubicBezTo>
                    <a:pt x="5025" y="9479"/>
                    <a:pt x="4978" y="9884"/>
                    <a:pt x="4739" y="10146"/>
                  </a:cubicBezTo>
                  <a:cubicBezTo>
                    <a:pt x="4591" y="10294"/>
                    <a:pt x="4397" y="10366"/>
                    <a:pt x="4200" y="10366"/>
                  </a:cubicBezTo>
                  <a:cubicBezTo>
                    <a:pt x="4050" y="10366"/>
                    <a:pt x="3897" y="10324"/>
                    <a:pt x="3763" y="10241"/>
                  </a:cubicBezTo>
                  <a:lnTo>
                    <a:pt x="4835" y="9193"/>
                  </a:lnTo>
                  <a:close/>
                  <a:moveTo>
                    <a:pt x="1001" y="1"/>
                  </a:moveTo>
                  <a:cubicBezTo>
                    <a:pt x="834" y="1"/>
                    <a:pt x="691" y="144"/>
                    <a:pt x="691" y="310"/>
                  </a:cubicBezTo>
                  <a:lnTo>
                    <a:pt x="691" y="1954"/>
                  </a:lnTo>
                  <a:lnTo>
                    <a:pt x="524" y="1954"/>
                  </a:lnTo>
                  <a:cubicBezTo>
                    <a:pt x="453" y="1954"/>
                    <a:pt x="381" y="2025"/>
                    <a:pt x="381" y="2096"/>
                  </a:cubicBezTo>
                  <a:cubicBezTo>
                    <a:pt x="358" y="2192"/>
                    <a:pt x="429" y="2263"/>
                    <a:pt x="524" y="2263"/>
                  </a:cubicBezTo>
                  <a:lnTo>
                    <a:pt x="1001" y="2263"/>
                  </a:lnTo>
                  <a:lnTo>
                    <a:pt x="1001" y="2597"/>
                  </a:lnTo>
                  <a:lnTo>
                    <a:pt x="834" y="2597"/>
                  </a:lnTo>
                  <a:cubicBezTo>
                    <a:pt x="739" y="2597"/>
                    <a:pt x="667" y="2668"/>
                    <a:pt x="667" y="2763"/>
                  </a:cubicBezTo>
                  <a:lnTo>
                    <a:pt x="667" y="3263"/>
                  </a:lnTo>
                  <a:cubicBezTo>
                    <a:pt x="286" y="3335"/>
                    <a:pt x="24" y="3668"/>
                    <a:pt x="24" y="4049"/>
                  </a:cubicBezTo>
                  <a:lnTo>
                    <a:pt x="24" y="5002"/>
                  </a:lnTo>
                  <a:cubicBezTo>
                    <a:pt x="24" y="5073"/>
                    <a:pt x="48" y="5121"/>
                    <a:pt x="119" y="5145"/>
                  </a:cubicBezTo>
                  <a:cubicBezTo>
                    <a:pt x="145" y="5155"/>
                    <a:pt x="170" y="5160"/>
                    <a:pt x="195" y="5160"/>
                  </a:cubicBezTo>
                  <a:cubicBezTo>
                    <a:pt x="284" y="5160"/>
                    <a:pt x="358" y="5095"/>
                    <a:pt x="358" y="5002"/>
                  </a:cubicBezTo>
                  <a:lnTo>
                    <a:pt x="358" y="4526"/>
                  </a:lnTo>
                  <a:lnTo>
                    <a:pt x="4573" y="4526"/>
                  </a:lnTo>
                  <a:lnTo>
                    <a:pt x="4573" y="6145"/>
                  </a:lnTo>
                  <a:lnTo>
                    <a:pt x="334" y="6145"/>
                  </a:lnTo>
                  <a:lnTo>
                    <a:pt x="334" y="5669"/>
                  </a:lnTo>
                  <a:cubicBezTo>
                    <a:pt x="334" y="5669"/>
                    <a:pt x="262" y="5526"/>
                    <a:pt x="167" y="5526"/>
                  </a:cubicBezTo>
                  <a:cubicBezTo>
                    <a:pt x="96" y="5526"/>
                    <a:pt x="24" y="5597"/>
                    <a:pt x="0" y="5669"/>
                  </a:cubicBezTo>
                  <a:lnTo>
                    <a:pt x="0" y="9884"/>
                  </a:lnTo>
                  <a:cubicBezTo>
                    <a:pt x="0" y="10312"/>
                    <a:pt x="381" y="10670"/>
                    <a:pt x="810" y="10670"/>
                  </a:cubicBezTo>
                  <a:lnTo>
                    <a:pt x="1239" y="10670"/>
                  </a:lnTo>
                  <a:cubicBezTo>
                    <a:pt x="1310" y="10670"/>
                    <a:pt x="1382" y="10598"/>
                    <a:pt x="1382" y="10527"/>
                  </a:cubicBezTo>
                  <a:cubicBezTo>
                    <a:pt x="1382" y="10431"/>
                    <a:pt x="1239" y="10384"/>
                    <a:pt x="1239" y="10384"/>
                  </a:cubicBezTo>
                  <a:lnTo>
                    <a:pt x="810" y="10384"/>
                  </a:lnTo>
                  <a:cubicBezTo>
                    <a:pt x="548" y="10384"/>
                    <a:pt x="310" y="10170"/>
                    <a:pt x="310" y="9884"/>
                  </a:cubicBezTo>
                  <a:lnTo>
                    <a:pt x="310" y="9717"/>
                  </a:lnTo>
                  <a:lnTo>
                    <a:pt x="3144" y="9717"/>
                  </a:lnTo>
                  <a:cubicBezTo>
                    <a:pt x="3168" y="9955"/>
                    <a:pt x="3263" y="10193"/>
                    <a:pt x="3453" y="10384"/>
                  </a:cubicBezTo>
                  <a:lnTo>
                    <a:pt x="1906" y="10384"/>
                  </a:lnTo>
                  <a:cubicBezTo>
                    <a:pt x="1906" y="10384"/>
                    <a:pt x="1739" y="10431"/>
                    <a:pt x="1739" y="10527"/>
                  </a:cubicBezTo>
                  <a:cubicBezTo>
                    <a:pt x="1739" y="10598"/>
                    <a:pt x="1810" y="10670"/>
                    <a:pt x="1906" y="10670"/>
                  </a:cubicBezTo>
                  <a:lnTo>
                    <a:pt x="4073" y="10670"/>
                  </a:lnTo>
                  <a:cubicBezTo>
                    <a:pt x="4106" y="10672"/>
                    <a:pt x="4138" y="10673"/>
                    <a:pt x="4171" y="10673"/>
                  </a:cubicBezTo>
                  <a:cubicBezTo>
                    <a:pt x="4466" y="10673"/>
                    <a:pt x="4737" y="10575"/>
                    <a:pt x="4930" y="10360"/>
                  </a:cubicBezTo>
                  <a:cubicBezTo>
                    <a:pt x="5382" y="9908"/>
                    <a:pt x="5359" y="9169"/>
                    <a:pt x="4859" y="8764"/>
                  </a:cubicBezTo>
                  <a:lnTo>
                    <a:pt x="4882" y="8764"/>
                  </a:lnTo>
                  <a:lnTo>
                    <a:pt x="4882" y="4049"/>
                  </a:lnTo>
                  <a:cubicBezTo>
                    <a:pt x="4882" y="3644"/>
                    <a:pt x="4239" y="3263"/>
                    <a:pt x="4239" y="3263"/>
                  </a:cubicBezTo>
                  <a:lnTo>
                    <a:pt x="4239" y="2763"/>
                  </a:lnTo>
                  <a:cubicBezTo>
                    <a:pt x="4239" y="2668"/>
                    <a:pt x="4168" y="2597"/>
                    <a:pt x="4073" y="2597"/>
                  </a:cubicBezTo>
                  <a:lnTo>
                    <a:pt x="3906" y="2597"/>
                  </a:lnTo>
                  <a:lnTo>
                    <a:pt x="3906" y="2263"/>
                  </a:lnTo>
                  <a:lnTo>
                    <a:pt x="4430" y="2263"/>
                  </a:lnTo>
                  <a:cubicBezTo>
                    <a:pt x="4644" y="2263"/>
                    <a:pt x="4644" y="1930"/>
                    <a:pt x="4430" y="1930"/>
                  </a:cubicBezTo>
                  <a:lnTo>
                    <a:pt x="4239" y="1930"/>
                  </a:lnTo>
                  <a:lnTo>
                    <a:pt x="4239" y="310"/>
                  </a:lnTo>
                  <a:cubicBezTo>
                    <a:pt x="4239" y="144"/>
                    <a:pt x="4096" y="1"/>
                    <a:pt x="39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5" name="Google Shape;1135;p52"/>
          <p:cNvGrpSpPr/>
          <p:nvPr/>
        </p:nvGrpSpPr>
        <p:grpSpPr>
          <a:xfrm>
            <a:off x="3777580" y="1655714"/>
            <a:ext cx="359823" cy="264302"/>
            <a:chOff x="6348467" y="2177414"/>
            <a:chExt cx="359823" cy="264302"/>
          </a:xfrm>
        </p:grpSpPr>
        <p:sp>
          <p:nvSpPr>
            <p:cNvPr id="1136" name="Google Shape;1136;p52"/>
            <p:cNvSpPr/>
            <p:nvPr/>
          </p:nvSpPr>
          <p:spPr>
            <a:xfrm>
              <a:off x="6508250" y="2177414"/>
              <a:ext cx="196850" cy="152397"/>
            </a:xfrm>
            <a:custGeom>
              <a:avLst/>
              <a:gdLst/>
              <a:ahLst/>
              <a:cxnLst/>
              <a:rect l="l" t="t" r="r" b="b"/>
              <a:pathLst>
                <a:path w="5863" h="4539" extrusionOk="0">
                  <a:moveTo>
                    <a:pt x="2045" y="1"/>
                  </a:moveTo>
                  <a:cubicBezTo>
                    <a:pt x="1004" y="1"/>
                    <a:pt x="1" y="1245"/>
                    <a:pt x="909" y="2342"/>
                  </a:cubicBezTo>
                  <a:cubicBezTo>
                    <a:pt x="957" y="2413"/>
                    <a:pt x="1147" y="2556"/>
                    <a:pt x="3052" y="4485"/>
                  </a:cubicBezTo>
                  <a:lnTo>
                    <a:pt x="3076" y="4485"/>
                  </a:lnTo>
                  <a:cubicBezTo>
                    <a:pt x="3112" y="4521"/>
                    <a:pt x="3154" y="4539"/>
                    <a:pt x="3195" y="4539"/>
                  </a:cubicBezTo>
                  <a:cubicBezTo>
                    <a:pt x="3237" y="4539"/>
                    <a:pt x="3279" y="4521"/>
                    <a:pt x="3314" y="4485"/>
                  </a:cubicBezTo>
                  <a:lnTo>
                    <a:pt x="5362" y="2437"/>
                  </a:lnTo>
                  <a:cubicBezTo>
                    <a:pt x="5743" y="2032"/>
                    <a:pt x="5862" y="1437"/>
                    <a:pt x="5648" y="937"/>
                  </a:cubicBezTo>
                  <a:cubicBezTo>
                    <a:pt x="5621" y="856"/>
                    <a:pt x="5564" y="822"/>
                    <a:pt x="5506" y="822"/>
                  </a:cubicBezTo>
                  <a:cubicBezTo>
                    <a:pt x="5412" y="822"/>
                    <a:pt x="5318" y="913"/>
                    <a:pt x="5362" y="1032"/>
                  </a:cubicBezTo>
                  <a:cubicBezTo>
                    <a:pt x="5529" y="1437"/>
                    <a:pt x="5434" y="1913"/>
                    <a:pt x="5124" y="2223"/>
                  </a:cubicBezTo>
                  <a:lnTo>
                    <a:pt x="3171" y="4152"/>
                  </a:lnTo>
                  <a:lnTo>
                    <a:pt x="1409" y="2413"/>
                  </a:lnTo>
                  <a:lnTo>
                    <a:pt x="1885" y="2413"/>
                  </a:lnTo>
                  <a:cubicBezTo>
                    <a:pt x="1933" y="2413"/>
                    <a:pt x="1981" y="2366"/>
                    <a:pt x="2004" y="2342"/>
                  </a:cubicBezTo>
                  <a:lnTo>
                    <a:pt x="2338" y="1842"/>
                  </a:lnTo>
                  <a:lnTo>
                    <a:pt x="3052" y="3175"/>
                  </a:lnTo>
                  <a:cubicBezTo>
                    <a:pt x="3076" y="3235"/>
                    <a:pt x="3130" y="3265"/>
                    <a:pt x="3183" y="3265"/>
                  </a:cubicBezTo>
                  <a:cubicBezTo>
                    <a:pt x="3237" y="3265"/>
                    <a:pt x="3290" y="3235"/>
                    <a:pt x="3314" y="3175"/>
                  </a:cubicBezTo>
                  <a:lnTo>
                    <a:pt x="3695" y="2413"/>
                  </a:lnTo>
                  <a:lnTo>
                    <a:pt x="4291" y="2413"/>
                  </a:lnTo>
                  <a:cubicBezTo>
                    <a:pt x="4338" y="2413"/>
                    <a:pt x="4410" y="2366"/>
                    <a:pt x="4434" y="2318"/>
                  </a:cubicBezTo>
                  <a:cubicBezTo>
                    <a:pt x="4481" y="2199"/>
                    <a:pt x="4386" y="2080"/>
                    <a:pt x="4267" y="2080"/>
                  </a:cubicBezTo>
                  <a:lnTo>
                    <a:pt x="3576" y="2080"/>
                  </a:lnTo>
                  <a:cubicBezTo>
                    <a:pt x="3576" y="2080"/>
                    <a:pt x="3457" y="2127"/>
                    <a:pt x="3433" y="2175"/>
                  </a:cubicBezTo>
                  <a:lnTo>
                    <a:pt x="3148" y="2770"/>
                  </a:lnTo>
                  <a:lnTo>
                    <a:pt x="2481" y="1484"/>
                  </a:lnTo>
                  <a:cubicBezTo>
                    <a:pt x="2443" y="1422"/>
                    <a:pt x="2385" y="1392"/>
                    <a:pt x="2332" y="1392"/>
                  </a:cubicBezTo>
                  <a:cubicBezTo>
                    <a:pt x="2285" y="1392"/>
                    <a:pt x="2241" y="1416"/>
                    <a:pt x="2219" y="1461"/>
                  </a:cubicBezTo>
                  <a:lnTo>
                    <a:pt x="1790" y="2104"/>
                  </a:lnTo>
                  <a:lnTo>
                    <a:pt x="1100" y="2104"/>
                  </a:lnTo>
                  <a:cubicBezTo>
                    <a:pt x="458" y="1190"/>
                    <a:pt x="1263" y="341"/>
                    <a:pt x="2053" y="341"/>
                  </a:cubicBezTo>
                  <a:cubicBezTo>
                    <a:pt x="2437" y="341"/>
                    <a:pt x="2818" y="541"/>
                    <a:pt x="3028" y="1032"/>
                  </a:cubicBezTo>
                  <a:cubicBezTo>
                    <a:pt x="3040" y="1115"/>
                    <a:pt x="3100" y="1157"/>
                    <a:pt x="3162" y="1157"/>
                  </a:cubicBezTo>
                  <a:cubicBezTo>
                    <a:pt x="3225" y="1157"/>
                    <a:pt x="3290" y="1115"/>
                    <a:pt x="3314" y="1032"/>
                  </a:cubicBezTo>
                  <a:cubicBezTo>
                    <a:pt x="3488" y="605"/>
                    <a:pt x="3915" y="356"/>
                    <a:pt x="4349" y="356"/>
                  </a:cubicBezTo>
                  <a:cubicBezTo>
                    <a:pt x="4568" y="356"/>
                    <a:pt x="4789" y="420"/>
                    <a:pt x="4981" y="556"/>
                  </a:cubicBezTo>
                  <a:cubicBezTo>
                    <a:pt x="5013" y="577"/>
                    <a:pt x="5050" y="589"/>
                    <a:pt x="5086" y="589"/>
                  </a:cubicBezTo>
                  <a:cubicBezTo>
                    <a:pt x="5129" y="589"/>
                    <a:pt x="5169" y="571"/>
                    <a:pt x="5196" y="532"/>
                  </a:cubicBezTo>
                  <a:cubicBezTo>
                    <a:pt x="5243" y="460"/>
                    <a:pt x="5243" y="365"/>
                    <a:pt x="5172" y="318"/>
                  </a:cubicBezTo>
                  <a:cubicBezTo>
                    <a:pt x="4921" y="132"/>
                    <a:pt x="4630" y="44"/>
                    <a:pt x="4342" y="44"/>
                  </a:cubicBezTo>
                  <a:cubicBezTo>
                    <a:pt x="3892" y="44"/>
                    <a:pt x="3447" y="259"/>
                    <a:pt x="3171" y="651"/>
                  </a:cubicBezTo>
                  <a:cubicBezTo>
                    <a:pt x="2864" y="190"/>
                    <a:pt x="2452" y="1"/>
                    <a:pt x="20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52"/>
            <p:cNvSpPr/>
            <p:nvPr/>
          </p:nvSpPr>
          <p:spPr>
            <a:xfrm>
              <a:off x="6348467" y="2298251"/>
              <a:ext cx="359823" cy="143466"/>
            </a:xfrm>
            <a:custGeom>
              <a:avLst/>
              <a:gdLst/>
              <a:ahLst/>
              <a:cxnLst/>
              <a:rect l="l" t="t" r="r" b="b"/>
              <a:pathLst>
                <a:path w="10717" h="4273" extrusionOk="0">
                  <a:moveTo>
                    <a:pt x="7240" y="1696"/>
                  </a:moveTo>
                  <a:lnTo>
                    <a:pt x="9359" y="1791"/>
                  </a:lnTo>
                  <a:cubicBezTo>
                    <a:pt x="9645" y="1815"/>
                    <a:pt x="9788" y="2172"/>
                    <a:pt x="9597" y="2386"/>
                  </a:cubicBezTo>
                  <a:lnTo>
                    <a:pt x="7573" y="2291"/>
                  </a:lnTo>
                  <a:cubicBezTo>
                    <a:pt x="7526" y="2077"/>
                    <a:pt x="7406" y="1862"/>
                    <a:pt x="7240" y="1696"/>
                  </a:cubicBezTo>
                  <a:close/>
                  <a:moveTo>
                    <a:pt x="1929" y="457"/>
                  </a:moveTo>
                  <a:cubicBezTo>
                    <a:pt x="1953" y="743"/>
                    <a:pt x="2191" y="2267"/>
                    <a:pt x="2358" y="3410"/>
                  </a:cubicBezTo>
                  <a:lnTo>
                    <a:pt x="1929" y="3482"/>
                  </a:lnTo>
                  <a:lnTo>
                    <a:pt x="1524" y="529"/>
                  </a:lnTo>
                  <a:lnTo>
                    <a:pt x="1929" y="457"/>
                  </a:lnTo>
                  <a:close/>
                  <a:moveTo>
                    <a:pt x="1316" y="0"/>
                  </a:moveTo>
                  <a:cubicBezTo>
                    <a:pt x="1306" y="0"/>
                    <a:pt x="1296" y="2"/>
                    <a:pt x="1286" y="5"/>
                  </a:cubicBezTo>
                  <a:lnTo>
                    <a:pt x="167" y="148"/>
                  </a:lnTo>
                  <a:cubicBezTo>
                    <a:pt x="72" y="148"/>
                    <a:pt x="0" y="219"/>
                    <a:pt x="24" y="315"/>
                  </a:cubicBezTo>
                  <a:lnTo>
                    <a:pt x="143" y="1077"/>
                  </a:lnTo>
                  <a:cubicBezTo>
                    <a:pt x="122" y="1171"/>
                    <a:pt x="193" y="1210"/>
                    <a:pt x="271" y="1210"/>
                  </a:cubicBezTo>
                  <a:cubicBezTo>
                    <a:pt x="371" y="1210"/>
                    <a:pt x="482" y="1146"/>
                    <a:pt x="429" y="1053"/>
                  </a:cubicBezTo>
                  <a:lnTo>
                    <a:pt x="334" y="434"/>
                  </a:lnTo>
                  <a:lnTo>
                    <a:pt x="1143" y="338"/>
                  </a:lnTo>
                  <a:lnTo>
                    <a:pt x="1667" y="3863"/>
                  </a:lnTo>
                  <a:lnTo>
                    <a:pt x="857" y="3958"/>
                  </a:lnTo>
                  <a:lnTo>
                    <a:pt x="524" y="1720"/>
                  </a:lnTo>
                  <a:cubicBezTo>
                    <a:pt x="524" y="1624"/>
                    <a:pt x="429" y="1577"/>
                    <a:pt x="357" y="1577"/>
                  </a:cubicBezTo>
                  <a:cubicBezTo>
                    <a:pt x="262" y="1601"/>
                    <a:pt x="214" y="1672"/>
                    <a:pt x="214" y="1767"/>
                  </a:cubicBezTo>
                  <a:lnTo>
                    <a:pt x="572" y="4149"/>
                  </a:lnTo>
                  <a:cubicBezTo>
                    <a:pt x="572" y="4211"/>
                    <a:pt x="625" y="4272"/>
                    <a:pt x="702" y="4272"/>
                  </a:cubicBezTo>
                  <a:cubicBezTo>
                    <a:pt x="713" y="4272"/>
                    <a:pt x="726" y="4271"/>
                    <a:pt x="738" y="4268"/>
                  </a:cubicBezTo>
                  <a:lnTo>
                    <a:pt x="1858" y="4149"/>
                  </a:lnTo>
                  <a:cubicBezTo>
                    <a:pt x="1953" y="4125"/>
                    <a:pt x="2001" y="4053"/>
                    <a:pt x="2001" y="3958"/>
                  </a:cubicBezTo>
                  <a:lnTo>
                    <a:pt x="1977" y="3768"/>
                  </a:lnTo>
                  <a:lnTo>
                    <a:pt x="2524" y="3696"/>
                  </a:lnTo>
                  <a:cubicBezTo>
                    <a:pt x="2620" y="3672"/>
                    <a:pt x="2667" y="3601"/>
                    <a:pt x="2667" y="3506"/>
                  </a:cubicBezTo>
                  <a:lnTo>
                    <a:pt x="2620" y="3244"/>
                  </a:lnTo>
                  <a:cubicBezTo>
                    <a:pt x="3005" y="3115"/>
                    <a:pt x="3397" y="3049"/>
                    <a:pt x="3789" y="3049"/>
                  </a:cubicBezTo>
                  <a:cubicBezTo>
                    <a:pt x="4124" y="3049"/>
                    <a:pt x="4458" y="3097"/>
                    <a:pt x="4787" y="3196"/>
                  </a:cubicBezTo>
                  <a:cubicBezTo>
                    <a:pt x="4800" y="3199"/>
                    <a:pt x="4812" y="3201"/>
                    <a:pt x="4825" y="3201"/>
                  </a:cubicBezTo>
                  <a:cubicBezTo>
                    <a:pt x="4906" y="3201"/>
                    <a:pt x="4977" y="3139"/>
                    <a:pt x="4977" y="3077"/>
                  </a:cubicBezTo>
                  <a:cubicBezTo>
                    <a:pt x="5025" y="3006"/>
                    <a:pt x="4977" y="2910"/>
                    <a:pt x="4882" y="2887"/>
                  </a:cubicBezTo>
                  <a:cubicBezTo>
                    <a:pt x="4511" y="2782"/>
                    <a:pt x="4134" y="2729"/>
                    <a:pt x="3758" y="2729"/>
                  </a:cubicBezTo>
                  <a:cubicBezTo>
                    <a:pt x="3361" y="2729"/>
                    <a:pt x="2963" y="2788"/>
                    <a:pt x="2572" y="2910"/>
                  </a:cubicBezTo>
                  <a:lnTo>
                    <a:pt x="2286" y="743"/>
                  </a:lnTo>
                  <a:lnTo>
                    <a:pt x="3120" y="529"/>
                  </a:lnTo>
                  <a:cubicBezTo>
                    <a:pt x="3413" y="404"/>
                    <a:pt x="3695" y="345"/>
                    <a:pt x="3963" y="345"/>
                  </a:cubicBezTo>
                  <a:cubicBezTo>
                    <a:pt x="4565" y="345"/>
                    <a:pt x="5097" y="644"/>
                    <a:pt x="5525" y="1172"/>
                  </a:cubicBezTo>
                  <a:cubicBezTo>
                    <a:pt x="5549" y="1196"/>
                    <a:pt x="5573" y="1220"/>
                    <a:pt x="5573" y="1220"/>
                  </a:cubicBezTo>
                  <a:lnTo>
                    <a:pt x="6216" y="1529"/>
                  </a:lnTo>
                  <a:cubicBezTo>
                    <a:pt x="6525" y="1601"/>
                    <a:pt x="6811" y="1743"/>
                    <a:pt x="7073" y="1958"/>
                  </a:cubicBezTo>
                  <a:cubicBezTo>
                    <a:pt x="7274" y="2181"/>
                    <a:pt x="7308" y="2510"/>
                    <a:pt x="7153" y="2510"/>
                  </a:cubicBezTo>
                  <a:cubicBezTo>
                    <a:pt x="7143" y="2510"/>
                    <a:pt x="7132" y="2508"/>
                    <a:pt x="7121" y="2505"/>
                  </a:cubicBezTo>
                  <a:cubicBezTo>
                    <a:pt x="4977" y="1862"/>
                    <a:pt x="5787" y="2124"/>
                    <a:pt x="4596" y="1601"/>
                  </a:cubicBezTo>
                  <a:cubicBezTo>
                    <a:pt x="4574" y="1595"/>
                    <a:pt x="4551" y="1592"/>
                    <a:pt x="4530" y="1592"/>
                  </a:cubicBezTo>
                  <a:cubicBezTo>
                    <a:pt x="4460" y="1592"/>
                    <a:pt x="4400" y="1623"/>
                    <a:pt x="4382" y="1696"/>
                  </a:cubicBezTo>
                  <a:cubicBezTo>
                    <a:pt x="4334" y="1767"/>
                    <a:pt x="4382" y="1862"/>
                    <a:pt x="4453" y="1886"/>
                  </a:cubicBezTo>
                  <a:lnTo>
                    <a:pt x="5239" y="2244"/>
                  </a:lnTo>
                  <a:cubicBezTo>
                    <a:pt x="5382" y="2315"/>
                    <a:pt x="5335" y="2291"/>
                    <a:pt x="7025" y="2815"/>
                  </a:cubicBezTo>
                  <a:cubicBezTo>
                    <a:pt x="7064" y="2825"/>
                    <a:pt x="7103" y="2829"/>
                    <a:pt x="7141" y="2829"/>
                  </a:cubicBezTo>
                  <a:cubicBezTo>
                    <a:pt x="7297" y="2829"/>
                    <a:pt x="7449" y="2753"/>
                    <a:pt x="7526" y="2601"/>
                  </a:cubicBezTo>
                  <a:lnTo>
                    <a:pt x="10050" y="2720"/>
                  </a:lnTo>
                  <a:cubicBezTo>
                    <a:pt x="10526" y="2791"/>
                    <a:pt x="10502" y="3482"/>
                    <a:pt x="10002" y="3506"/>
                  </a:cubicBezTo>
                  <a:lnTo>
                    <a:pt x="7478" y="3506"/>
                  </a:lnTo>
                  <a:cubicBezTo>
                    <a:pt x="7422" y="3508"/>
                    <a:pt x="7367" y="3509"/>
                    <a:pt x="7312" y="3509"/>
                  </a:cubicBezTo>
                  <a:cubicBezTo>
                    <a:pt x="6704" y="3509"/>
                    <a:pt x="6117" y="3389"/>
                    <a:pt x="5549" y="3148"/>
                  </a:cubicBezTo>
                  <a:cubicBezTo>
                    <a:pt x="5528" y="3141"/>
                    <a:pt x="5508" y="3137"/>
                    <a:pt x="5489" y="3137"/>
                  </a:cubicBezTo>
                  <a:cubicBezTo>
                    <a:pt x="5336" y="3137"/>
                    <a:pt x="5263" y="3371"/>
                    <a:pt x="5454" y="3434"/>
                  </a:cubicBezTo>
                  <a:cubicBezTo>
                    <a:pt x="6015" y="3684"/>
                    <a:pt x="6613" y="3824"/>
                    <a:pt x="7215" y="3824"/>
                  </a:cubicBezTo>
                  <a:cubicBezTo>
                    <a:pt x="7302" y="3824"/>
                    <a:pt x="7390" y="3821"/>
                    <a:pt x="7478" y="3815"/>
                  </a:cubicBezTo>
                  <a:lnTo>
                    <a:pt x="10026" y="3815"/>
                  </a:lnTo>
                  <a:cubicBezTo>
                    <a:pt x="10407" y="3815"/>
                    <a:pt x="10693" y="3506"/>
                    <a:pt x="10693" y="3125"/>
                  </a:cubicBezTo>
                  <a:cubicBezTo>
                    <a:pt x="10717" y="2767"/>
                    <a:pt x="10455" y="2434"/>
                    <a:pt x="10074" y="2410"/>
                  </a:cubicBezTo>
                  <a:lnTo>
                    <a:pt x="9955" y="2410"/>
                  </a:lnTo>
                  <a:cubicBezTo>
                    <a:pt x="10145" y="1982"/>
                    <a:pt x="9836" y="1505"/>
                    <a:pt x="9359" y="1481"/>
                  </a:cubicBezTo>
                  <a:lnTo>
                    <a:pt x="6621" y="1362"/>
                  </a:lnTo>
                  <a:cubicBezTo>
                    <a:pt x="6049" y="1124"/>
                    <a:pt x="6359" y="1243"/>
                    <a:pt x="5739" y="958"/>
                  </a:cubicBezTo>
                  <a:cubicBezTo>
                    <a:pt x="5296" y="366"/>
                    <a:pt x="4615" y="36"/>
                    <a:pt x="3922" y="36"/>
                  </a:cubicBezTo>
                  <a:cubicBezTo>
                    <a:pt x="3611" y="36"/>
                    <a:pt x="3296" y="103"/>
                    <a:pt x="3001" y="243"/>
                  </a:cubicBezTo>
                  <a:lnTo>
                    <a:pt x="2215" y="434"/>
                  </a:lnTo>
                  <a:lnTo>
                    <a:pt x="2191" y="267"/>
                  </a:lnTo>
                  <a:cubicBezTo>
                    <a:pt x="2191" y="172"/>
                    <a:pt x="2096" y="124"/>
                    <a:pt x="2024" y="124"/>
                  </a:cubicBezTo>
                  <a:lnTo>
                    <a:pt x="1453" y="219"/>
                  </a:lnTo>
                  <a:lnTo>
                    <a:pt x="1453" y="124"/>
                  </a:lnTo>
                  <a:cubicBezTo>
                    <a:pt x="1453" y="62"/>
                    <a:pt x="1381" y="0"/>
                    <a:pt x="13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8" name="Google Shape;1138;p52"/>
          <p:cNvGrpSpPr/>
          <p:nvPr/>
        </p:nvGrpSpPr>
        <p:grpSpPr>
          <a:xfrm>
            <a:off x="5000485" y="2191247"/>
            <a:ext cx="359823" cy="359823"/>
            <a:chOff x="2464948" y="3275485"/>
            <a:chExt cx="359823" cy="359823"/>
          </a:xfrm>
        </p:grpSpPr>
        <p:sp>
          <p:nvSpPr>
            <p:cNvPr id="1139" name="Google Shape;1139;p52"/>
            <p:cNvSpPr/>
            <p:nvPr/>
          </p:nvSpPr>
          <p:spPr>
            <a:xfrm>
              <a:off x="2613651" y="3383261"/>
              <a:ext cx="11248" cy="16183"/>
            </a:xfrm>
            <a:custGeom>
              <a:avLst/>
              <a:gdLst/>
              <a:ahLst/>
              <a:cxnLst/>
              <a:rect l="l" t="t" r="r" b="b"/>
              <a:pathLst>
                <a:path w="335" h="482" extrusionOk="0">
                  <a:moveTo>
                    <a:pt x="154" y="0"/>
                  </a:moveTo>
                  <a:cubicBezTo>
                    <a:pt x="73" y="0"/>
                    <a:pt x="1" y="65"/>
                    <a:pt x="1" y="148"/>
                  </a:cubicBezTo>
                  <a:lnTo>
                    <a:pt x="1" y="315"/>
                  </a:lnTo>
                  <a:cubicBezTo>
                    <a:pt x="1" y="410"/>
                    <a:pt x="96" y="481"/>
                    <a:pt x="191" y="481"/>
                  </a:cubicBezTo>
                  <a:cubicBezTo>
                    <a:pt x="263" y="458"/>
                    <a:pt x="310" y="386"/>
                    <a:pt x="334" y="315"/>
                  </a:cubicBezTo>
                  <a:lnTo>
                    <a:pt x="334" y="172"/>
                  </a:lnTo>
                  <a:cubicBezTo>
                    <a:pt x="334" y="77"/>
                    <a:pt x="263" y="5"/>
                    <a:pt x="191" y="5"/>
                  </a:cubicBezTo>
                  <a:cubicBezTo>
                    <a:pt x="179" y="2"/>
                    <a:pt x="166" y="0"/>
                    <a:pt x="1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52"/>
            <p:cNvSpPr/>
            <p:nvPr/>
          </p:nvSpPr>
          <p:spPr>
            <a:xfrm>
              <a:off x="2566478" y="3383261"/>
              <a:ext cx="10442" cy="16183"/>
            </a:xfrm>
            <a:custGeom>
              <a:avLst/>
              <a:gdLst/>
              <a:ahLst/>
              <a:cxnLst/>
              <a:rect l="l" t="t" r="r" b="b"/>
              <a:pathLst>
                <a:path w="311" h="482" extrusionOk="0">
                  <a:moveTo>
                    <a:pt x="180" y="0"/>
                  </a:moveTo>
                  <a:cubicBezTo>
                    <a:pt x="168" y="0"/>
                    <a:pt x="156" y="2"/>
                    <a:pt x="144" y="5"/>
                  </a:cubicBezTo>
                  <a:cubicBezTo>
                    <a:pt x="48" y="5"/>
                    <a:pt x="1" y="77"/>
                    <a:pt x="1" y="148"/>
                  </a:cubicBezTo>
                  <a:lnTo>
                    <a:pt x="1" y="315"/>
                  </a:lnTo>
                  <a:cubicBezTo>
                    <a:pt x="1" y="386"/>
                    <a:pt x="48" y="458"/>
                    <a:pt x="144" y="481"/>
                  </a:cubicBezTo>
                  <a:cubicBezTo>
                    <a:pt x="239" y="481"/>
                    <a:pt x="310" y="410"/>
                    <a:pt x="310" y="315"/>
                  </a:cubicBezTo>
                  <a:lnTo>
                    <a:pt x="310" y="148"/>
                  </a:lnTo>
                  <a:cubicBezTo>
                    <a:pt x="310" y="65"/>
                    <a:pt x="256" y="0"/>
                    <a:pt x="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52"/>
            <p:cNvSpPr/>
            <p:nvPr/>
          </p:nvSpPr>
          <p:spPr>
            <a:xfrm>
              <a:off x="2571280" y="3419387"/>
              <a:ext cx="42405" cy="23234"/>
            </a:xfrm>
            <a:custGeom>
              <a:avLst/>
              <a:gdLst/>
              <a:ahLst/>
              <a:cxnLst/>
              <a:rect l="l" t="t" r="r" b="b"/>
              <a:pathLst>
                <a:path w="1263" h="692" extrusionOk="0">
                  <a:moveTo>
                    <a:pt x="334" y="1"/>
                  </a:moveTo>
                  <a:cubicBezTo>
                    <a:pt x="1" y="1"/>
                    <a:pt x="191" y="691"/>
                    <a:pt x="715" y="691"/>
                  </a:cubicBezTo>
                  <a:cubicBezTo>
                    <a:pt x="1025" y="691"/>
                    <a:pt x="1263" y="453"/>
                    <a:pt x="1263" y="144"/>
                  </a:cubicBezTo>
                  <a:cubicBezTo>
                    <a:pt x="1263" y="72"/>
                    <a:pt x="1191" y="1"/>
                    <a:pt x="1120" y="1"/>
                  </a:cubicBezTo>
                  <a:cubicBezTo>
                    <a:pt x="1025" y="1"/>
                    <a:pt x="953" y="48"/>
                    <a:pt x="953" y="144"/>
                  </a:cubicBezTo>
                  <a:cubicBezTo>
                    <a:pt x="953" y="310"/>
                    <a:pt x="834" y="394"/>
                    <a:pt x="715" y="394"/>
                  </a:cubicBezTo>
                  <a:cubicBezTo>
                    <a:pt x="596" y="394"/>
                    <a:pt x="477" y="310"/>
                    <a:pt x="477" y="144"/>
                  </a:cubicBezTo>
                  <a:cubicBezTo>
                    <a:pt x="477" y="72"/>
                    <a:pt x="405"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52"/>
            <p:cNvSpPr/>
            <p:nvPr/>
          </p:nvSpPr>
          <p:spPr>
            <a:xfrm>
              <a:off x="2464948" y="3275485"/>
              <a:ext cx="359823" cy="359823"/>
            </a:xfrm>
            <a:custGeom>
              <a:avLst/>
              <a:gdLst/>
              <a:ahLst/>
              <a:cxnLst/>
              <a:rect l="l" t="t" r="r" b="b"/>
              <a:pathLst>
                <a:path w="10717" h="10717" extrusionOk="0">
                  <a:moveTo>
                    <a:pt x="5216" y="595"/>
                  </a:moveTo>
                  <a:cubicBezTo>
                    <a:pt x="5692" y="691"/>
                    <a:pt x="6025" y="1119"/>
                    <a:pt x="6049" y="1596"/>
                  </a:cubicBezTo>
                  <a:lnTo>
                    <a:pt x="6049" y="2644"/>
                  </a:lnTo>
                  <a:cubicBezTo>
                    <a:pt x="5930" y="2596"/>
                    <a:pt x="5787" y="2596"/>
                    <a:pt x="5668" y="2596"/>
                  </a:cubicBezTo>
                  <a:lnTo>
                    <a:pt x="5668" y="2120"/>
                  </a:lnTo>
                  <a:cubicBezTo>
                    <a:pt x="5668" y="1858"/>
                    <a:pt x="5501" y="1643"/>
                    <a:pt x="5239" y="1596"/>
                  </a:cubicBezTo>
                  <a:cubicBezTo>
                    <a:pt x="5239" y="857"/>
                    <a:pt x="5263" y="786"/>
                    <a:pt x="5216" y="595"/>
                  </a:cubicBezTo>
                  <a:close/>
                  <a:moveTo>
                    <a:pt x="2096" y="2882"/>
                  </a:moveTo>
                  <a:lnTo>
                    <a:pt x="2096" y="3834"/>
                  </a:lnTo>
                  <a:lnTo>
                    <a:pt x="1929" y="3834"/>
                  </a:lnTo>
                  <a:cubicBezTo>
                    <a:pt x="1762" y="3834"/>
                    <a:pt x="1620" y="3691"/>
                    <a:pt x="1620" y="3525"/>
                  </a:cubicBezTo>
                  <a:lnTo>
                    <a:pt x="1620" y="3191"/>
                  </a:lnTo>
                  <a:cubicBezTo>
                    <a:pt x="1620" y="3025"/>
                    <a:pt x="1762" y="2882"/>
                    <a:pt x="1929" y="2882"/>
                  </a:cubicBezTo>
                  <a:close/>
                  <a:moveTo>
                    <a:pt x="5859" y="2882"/>
                  </a:moveTo>
                  <a:cubicBezTo>
                    <a:pt x="6025" y="2882"/>
                    <a:pt x="6144" y="3001"/>
                    <a:pt x="6144" y="3167"/>
                  </a:cubicBezTo>
                  <a:lnTo>
                    <a:pt x="6144" y="3525"/>
                  </a:lnTo>
                  <a:cubicBezTo>
                    <a:pt x="6144" y="3691"/>
                    <a:pt x="6025" y="3834"/>
                    <a:pt x="5859" y="3834"/>
                  </a:cubicBezTo>
                  <a:lnTo>
                    <a:pt x="5859" y="3810"/>
                  </a:lnTo>
                  <a:lnTo>
                    <a:pt x="5668" y="3810"/>
                  </a:lnTo>
                  <a:lnTo>
                    <a:pt x="5668" y="2882"/>
                  </a:lnTo>
                  <a:close/>
                  <a:moveTo>
                    <a:pt x="5144" y="1881"/>
                  </a:moveTo>
                  <a:cubicBezTo>
                    <a:pt x="5263" y="1881"/>
                    <a:pt x="5358" y="1977"/>
                    <a:pt x="5358" y="2096"/>
                  </a:cubicBezTo>
                  <a:lnTo>
                    <a:pt x="5358" y="4287"/>
                  </a:lnTo>
                  <a:cubicBezTo>
                    <a:pt x="5358" y="5049"/>
                    <a:pt x="4763" y="5644"/>
                    <a:pt x="4001" y="5644"/>
                  </a:cubicBezTo>
                  <a:lnTo>
                    <a:pt x="3739" y="5644"/>
                  </a:lnTo>
                  <a:cubicBezTo>
                    <a:pt x="3001" y="5644"/>
                    <a:pt x="2382" y="5049"/>
                    <a:pt x="2382" y="4287"/>
                  </a:cubicBezTo>
                  <a:lnTo>
                    <a:pt x="2382" y="2405"/>
                  </a:lnTo>
                  <a:cubicBezTo>
                    <a:pt x="2382" y="2262"/>
                    <a:pt x="2501" y="2167"/>
                    <a:pt x="2644" y="2167"/>
                  </a:cubicBezTo>
                  <a:cubicBezTo>
                    <a:pt x="2906" y="2207"/>
                    <a:pt x="3194" y="2231"/>
                    <a:pt x="3488" y="2231"/>
                  </a:cubicBezTo>
                  <a:cubicBezTo>
                    <a:pt x="4075" y="2231"/>
                    <a:pt x="4684" y="2135"/>
                    <a:pt x="5144" y="1881"/>
                  </a:cubicBezTo>
                  <a:close/>
                  <a:moveTo>
                    <a:pt x="4477" y="5906"/>
                  </a:moveTo>
                  <a:lnTo>
                    <a:pt x="4477" y="6406"/>
                  </a:lnTo>
                  <a:lnTo>
                    <a:pt x="4406" y="6859"/>
                  </a:lnTo>
                  <a:cubicBezTo>
                    <a:pt x="4251" y="6954"/>
                    <a:pt x="4072" y="7002"/>
                    <a:pt x="3894" y="7002"/>
                  </a:cubicBezTo>
                  <a:cubicBezTo>
                    <a:pt x="3715" y="7002"/>
                    <a:pt x="3537" y="6954"/>
                    <a:pt x="3382" y="6859"/>
                  </a:cubicBezTo>
                  <a:lnTo>
                    <a:pt x="3287" y="6406"/>
                  </a:lnTo>
                  <a:lnTo>
                    <a:pt x="3287" y="5906"/>
                  </a:lnTo>
                  <a:cubicBezTo>
                    <a:pt x="3525" y="5954"/>
                    <a:pt x="3763" y="5978"/>
                    <a:pt x="4025" y="5978"/>
                  </a:cubicBezTo>
                  <a:cubicBezTo>
                    <a:pt x="4168" y="5954"/>
                    <a:pt x="4334" y="5954"/>
                    <a:pt x="4477" y="5906"/>
                  </a:cubicBezTo>
                  <a:close/>
                  <a:moveTo>
                    <a:pt x="3453" y="7216"/>
                  </a:moveTo>
                  <a:lnTo>
                    <a:pt x="3453" y="7216"/>
                  </a:lnTo>
                  <a:cubicBezTo>
                    <a:pt x="3596" y="7275"/>
                    <a:pt x="3745" y="7305"/>
                    <a:pt x="3894" y="7305"/>
                  </a:cubicBezTo>
                  <a:cubicBezTo>
                    <a:pt x="4043" y="7305"/>
                    <a:pt x="4192" y="7275"/>
                    <a:pt x="4334" y="7216"/>
                  </a:cubicBezTo>
                  <a:lnTo>
                    <a:pt x="4334" y="7216"/>
                  </a:lnTo>
                  <a:lnTo>
                    <a:pt x="3882" y="9669"/>
                  </a:lnTo>
                  <a:lnTo>
                    <a:pt x="3453" y="7216"/>
                  </a:lnTo>
                  <a:close/>
                  <a:moveTo>
                    <a:pt x="3001" y="6621"/>
                  </a:moveTo>
                  <a:lnTo>
                    <a:pt x="3644" y="10050"/>
                  </a:lnTo>
                  <a:lnTo>
                    <a:pt x="2286" y="8669"/>
                  </a:lnTo>
                  <a:lnTo>
                    <a:pt x="2477" y="8311"/>
                  </a:lnTo>
                  <a:cubicBezTo>
                    <a:pt x="2525" y="8240"/>
                    <a:pt x="2501" y="8145"/>
                    <a:pt x="2453" y="8097"/>
                  </a:cubicBezTo>
                  <a:lnTo>
                    <a:pt x="2453" y="8121"/>
                  </a:lnTo>
                  <a:lnTo>
                    <a:pt x="2096" y="7859"/>
                  </a:lnTo>
                  <a:lnTo>
                    <a:pt x="2382" y="6787"/>
                  </a:lnTo>
                  <a:lnTo>
                    <a:pt x="3001" y="6621"/>
                  </a:lnTo>
                  <a:close/>
                  <a:moveTo>
                    <a:pt x="4763" y="6597"/>
                  </a:moveTo>
                  <a:lnTo>
                    <a:pt x="5406" y="6787"/>
                  </a:lnTo>
                  <a:lnTo>
                    <a:pt x="5668" y="7835"/>
                  </a:lnTo>
                  <a:lnTo>
                    <a:pt x="5335" y="8097"/>
                  </a:lnTo>
                  <a:cubicBezTo>
                    <a:pt x="5263" y="8145"/>
                    <a:pt x="5239" y="8240"/>
                    <a:pt x="5287" y="8311"/>
                  </a:cubicBezTo>
                  <a:lnTo>
                    <a:pt x="5501" y="8645"/>
                  </a:lnTo>
                  <a:lnTo>
                    <a:pt x="4144" y="10050"/>
                  </a:lnTo>
                  <a:lnTo>
                    <a:pt x="4763" y="6597"/>
                  </a:lnTo>
                  <a:close/>
                  <a:moveTo>
                    <a:pt x="5739" y="6882"/>
                  </a:moveTo>
                  <a:lnTo>
                    <a:pt x="5739" y="6882"/>
                  </a:lnTo>
                  <a:cubicBezTo>
                    <a:pt x="6930" y="7240"/>
                    <a:pt x="6906" y="7216"/>
                    <a:pt x="6978" y="7240"/>
                  </a:cubicBezTo>
                  <a:cubicBezTo>
                    <a:pt x="6454" y="7692"/>
                    <a:pt x="6216" y="8383"/>
                    <a:pt x="6335" y="9073"/>
                  </a:cubicBezTo>
                  <a:lnTo>
                    <a:pt x="6335" y="10383"/>
                  </a:lnTo>
                  <a:lnTo>
                    <a:pt x="4263" y="10383"/>
                  </a:lnTo>
                  <a:lnTo>
                    <a:pt x="5787" y="8788"/>
                  </a:lnTo>
                  <a:cubicBezTo>
                    <a:pt x="5835" y="8740"/>
                    <a:pt x="5859" y="8645"/>
                    <a:pt x="5811" y="8597"/>
                  </a:cubicBezTo>
                  <a:lnTo>
                    <a:pt x="5620" y="8264"/>
                  </a:lnTo>
                  <a:lnTo>
                    <a:pt x="5954" y="8026"/>
                  </a:lnTo>
                  <a:cubicBezTo>
                    <a:pt x="6001" y="7978"/>
                    <a:pt x="6025" y="7930"/>
                    <a:pt x="6001" y="7859"/>
                  </a:cubicBezTo>
                  <a:lnTo>
                    <a:pt x="5739" y="6882"/>
                  </a:lnTo>
                  <a:close/>
                  <a:moveTo>
                    <a:pt x="6644" y="9835"/>
                  </a:moveTo>
                  <a:cubicBezTo>
                    <a:pt x="6787" y="10050"/>
                    <a:pt x="6978" y="10240"/>
                    <a:pt x="7216" y="10383"/>
                  </a:cubicBezTo>
                  <a:lnTo>
                    <a:pt x="6644" y="10383"/>
                  </a:lnTo>
                  <a:lnTo>
                    <a:pt x="6644" y="9835"/>
                  </a:lnTo>
                  <a:close/>
                  <a:moveTo>
                    <a:pt x="3215" y="0"/>
                  </a:moveTo>
                  <a:cubicBezTo>
                    <a:pt x="2882" y="0"/>
                    <a:pt x="2525" y="119"/>
                    <a:pt x="2239" y="310"/>
                  </a:cubicBezTo>
                  <a:cubicBezTo>
                    <a:pt x="2167" y="357"/>
                    <a:pt x="2144" y="453"/>
                    <a:pt x="2191" y="524"/>
                  </a:cubicBezTo>
                  <a:cubicBezTo>
                    <a:pt x="2222" y="570"/>
                    <a:pt x="2273" y="596"/>
                    <a:pt x="2324" y="596"/>
                  </a:cubicBezTo>
                  <a:cubicBezTo>
                    <a:pt x="2352" y="596"/>
                    <a:pt x="2380" y="589"/>
                    <a:pt x="2405" y="572"/>
                  </a:cubicBezTo>
                  <a:cubicBezTo>
                    <a:pt x="2644" y="405"/>
                    <a:pt x="2929" y="334"/>
                    <a:pt x="3215" y="334"/>
                  </a:cubicBezTo>
                  <a:lnTo>
                    <a:pt x="4430" y="334"/>
                  </a:lnTo>
                  <a:cubicBezTo>
                    <a:pt x="4715" y="334"/>
                    <a:pt x="4930" y="572"/>
                    <a:pt x="4930" y="834"/>
                  </a:cubicBezTo>
                  <a:lnTo>
                    <a:pt x="4930" y="1643"/>
                  </a:lnTo>
                  <a:cubicBezTo>
                    <a:pt x="4434" y="1841"/>
                    <a:pt x="3916" y="1937"/>
                    <a:pt x="3391" y="1937"/>
                  </a:cubicBezTo>
                  <a:cubicBezTo>
                    <a:pt x="3159" y="1937"/>
                    <a:pt x="2925" y="1918"/>
                    <a:pt x="2691" y="1881"/>
                  </a:cubicBezTo>
                  <a:cubicBezTo>
                    <a:pt x="2667" y="1877"/>
                    <a:pt x="2642" y="1875"/>
                    <a:pt x="2616" y="1875"/>
                  </a:cubicBezTo>
                  <a:cubicBezTo>
                    <a:pt x="2493" y="1875"/>
                    <a:pt x="2361" y="1922"/>
                    <a:pt x="2263" y="2001"/>
                  </a:cubicBezTo>
                  <a:cubicBezTo>
                    <a:pt x="2120" y="2167"/>
                    <a:pt x="2048" y="2382"/>
                    <a:pt x="2096" y="2596"/>
                  </a:cubicBezTo>
                  <a:cubicBezTo>
                    <a:pt x="1953" y="2596"/>
                    <a:pt x="1834" y="2596"/>
                    <a:pt x="1715" y="2644"/>
                  </a:cubicBezTo>
                  <a:lnTo>
                    <a:pt x="1715" y="1858"/>
                  </a:lnTo>
                  <a:cubicBezTo>
                    <a:pt x="1715" y="1548"/>
                    <a:pt x="1810" y="1262"/>
                    <a:pt x="1977" y="1024"/>
                  </a:cubicBezTo>
                  <a:cubicBezTo>
                    <a:pt x="2045" y="889"/>
                    <a:pt x="1944" y="765"/>
                    <a:pt x="1837" y="765"/>
                  </a:cubicBezTo>
                  <a:cubicBezTo>
                    <a:pt x="1794" y="765"/>
                    <a:pt x="1749" y="786"/>
                    <a:pt x="1715" y="834"/>
                  </a:cubicBezTo>
                  <a:cubicBezTo>
                    <a:pt x="1501" y="1143"/>
                    <a:pt x="1405" y="1500"/>
                    <a:pt x="1405" y="1858"/>
                  </a:cubicBezTo>
                  <a:lnTo>
                    <a:pt x="1405" y="2882"/>
                  </a:lnTo>
                  <a:cubicBezTo>
                    <a:pt x="1286" y="3120"/>
                    <a:pt x="1334" y="3287"/>
                    <a:pt x="1310" y="3548"/>
                  </a:cubicBezTo>
                  <a:cubicBezTo>
                    <a:pt x="1310" y="3882"/>
                    <a:pt x="1596" y="4168"/>
                    <a:pt x="1929" y="4168"/>
                  </a:cubicBezTo>
                  <a:lnTo>
                    <a:pt x="2120" y="4168"/>
                  </a:lnTo>
                  <a:lnTo>
                    <a:pt x="2120" y="4311"/>
                  </a:lnTo>
                  <a:cubicBezTo>
                    <a:pt x="2120" y="4930"/>
                    <a:pt x="2453" y="5501"/>
                    <a:pt x="3001" y="5787"/>
                  </a:cubicBezTo>
                  <a:lnTo>
                    <a:pt x="3001" y="6335"/>
                  </a:lnTo>
                  <a:lnTo>
                    <a:pt x="786" y="6954"/>
                  </a:lnTo>
                  <a:cubicBezTo>
                    <a:pt x="334" y="7097"/>
                    <a:pt x="24" y="7502"/>
                    <a:pt x="24" y="7978"/>
                  </a:cubicBezTo>
                  <a:lnTo>
                    <a:pt x="24" y="8288"/>
                  </a:lnTo>
                  <a:cubicBezTo>
                    <a:pt x="24" y="8359"/>
                    <a:pt x="95" y="8430"/>
                    <a:pt x="167" y="8430"/>
                  </a:cubicBezTo>
                  <a:cubicBezTo>
                    <a:pt x="179" y="8434"/>
                    <a:pt x="192" y="8435"/>
                    <a:pt x="203" y="8435"/>
                  </a:cubicBezTo>
                  <a:cubicBezTo>
                    <a:pt x="280" y="8435"/>
                    <a:pt x="334" y="8370"/>
                    <a:pt x="334" y="8288"/>
                  </a:cubicBezTo>
                  <a:lnTo>
                    <a:pt x="334" y="7978"/>
                  </a:lnTo>
                  <a:cubicBezTo>
                    <a:pt x="334" y="7645"/>
                    <a:pt x="548" y="7359"/>
                    <a:pt x="881" y="7264"/>
                  </a:cubicBezTo>
                  <a:lnTo>
                    <a:pt x="2048" y="6930"/>
                  </a:lnTo>
                  <a:lnTo>
                    <a:pt x="1786" y="7906"/>
                  </a:lnTo>
                  <a:cubicBezTo>
                    <a:pt x="1762" y="7954"/>
                    <a:pt x="1786" y="8026"/>
                    <a:pt x="1834" y="8073"/>
                  </a:cubicBezTo>
                  <a:lnTo>
                    <a:pt x="2167" y="8311"/>
                  </a:lnTo>
                  <a:lnTo>
                    <a:pt x="1977" y="8621"/>
                  </a:lnTo>
                  <a:cubicBezTo>
                    <a:pt x="1929" y="8692"/>
                    <a:pt x="1953" y="8764"/>
                    <a:pt x="2001" y="8811"/>
                  </a:cubicBezTo>
                  <a:lnTo>
                    <a:pt x="3525" y="10407"/>
                  </a:lnTo>
                  <a:lnTo>
                    <a:pt x="1405" y="10407"/>
                  </a:lnTo>
                  <a:lnTo>
                    <a:pt x="1405" y="8907"/>
                  </a:lnTo>
                  <a:cubicBezTo>
                    <a:pt x="1405" y="8835"/>
                    <a:pt x="1358" y="8764"/>
                    <a:pt x="1262" y="8764"/>
                  </a:cubicBezTo>
                  <a:cubicBezTo>
                    <a:pt x="1250" y="8761"/>
                    <a:pt x="1238" y="8759"/>
                    <a:pt x="1226" y="8759"/>
                  </a:cubicBezTo>
                  <a:cubicBezTo>
                    <a:pt x="1150" y="8759"/>
                    <a:pt x="1096" y="8824"/>
                    <a:pt x="1096" y="8907"/>
                  </a:cubicBezTo>
                  <a:lnTo>
                    <a:pt x="1096" y="10407"/>
                  </a:lnTo>
                  <a:lnTo>
                    <a:pt x="310" y="10407"/>
                  </a:lnTo>
                  <a:lnTo>
                    <a:pt x="310" y="8978"/>
                  </a:lnTo>
                  <a:cubicBezTo>
                    <a:pt x="310" y="8883"/>
                    <a:pt x="262" y="8811"/>
                    <a:pt x="191" y="8811"/>
                  </a:cubicBezTo>
                  <a:cubicBezTo>
                    <a:pt x="95" y="8811"/>
                    <a:pt x="0" y="8883"/>
                    <a:pt x="0" y="8954"/>
                  </a:cubicBezTo>
                  <a:lnTo>
                    <a:pt x="0" y="10550"/>
                  </a:lnTo>
                  <a:cubicBezTo>
                    <a:pt x="0" y="10645"/>
                    <a:pt x="72" y="10717"/>
                    <a:pt x="167" y="10717"/>
                  </a:cubicBezTo>
                  <a:lnTo>
                    <a:pt x="8264" y="10717"/>
                  </a:lnTo>
                  <a:cubicBezTo>
                    <a:pt x="8669" y="10645"/>
                    <a:pt x="9074" y="10526"/>
                    <a:pt x="9431" y="10336"/>
                  </a:cubicBezTo>
                  <a:cubicBezTo>
                    <a:pt x="9502" y="10288"/>
                    <a:pt x="9526" y="10169"/>
                    <a:pt x="9455" y="10121"/>
                  </a:cubicBezTo>
                  <a:cubicBezTo>
                    <a:pt x="9424" y="10075"/>
                    <a:pt x="9373" y="10049"/>
                    <a:pt x="9322" y="10049"/>
                  </a:cubicBezTo>
                  <a:cubicBezTo>
                    <a:pt x="9294" y="10049"/>
                    <a:pt x="9266" y="10057"/>
                    <a:pt x="9240" y="10074"/>
                  </a:cubicBezTo>
                  <a:cubicBezTo>
                    <a:pt x="8913" y="10322"/>
                    <a:pt x="8572" y="10429"/>
                    <a:pt x="8246" y="10429"/>
                  </a:cubicBezTo>
                  <a:cubicBezTo>
                    <a:pt x="6984" y="10429"/>
                    <a:pt x="5970" y="8819"/>
                    <a:pt x="7049" y="7645"/>
                  </a:cubicBezTo>
                  <a:cubicBezTo>
                    <a:pt x="7401" y="7256"/>
                    <a:pt x="7821" y="7091"/>
                    <a:pt x="8231" y="7091"/>
                  </a:cubicBezTo>
                  <a:cubicBezTo>
                    <a:pt x="9378" y="7091"/>
                    <a:pt x="10441" y="8376"/>
                    <a:pt x="9669" y="9621"/>
                  </a:cubicBezTo>
                  <a:cubicBezTo>
                    <a:pt x="9621" y="9693"/>
                    <a:pt x="9645" y="9788"/>
                    <a:pt x="9717" y="9835"/>
                  </a:cubicBezTo>
                  <a:cubicBezTo>
                    <a:pt x="9742" y="9852"/>
                    <a:pt x="9770" y="9860"/>
                    <a:pt x="9798" y="9860"/>
                  </a:cubicBezTo>
                  <a:cubicBezTo>
                    <a:pt x="9849" y="9860"/>
                    <a:pt x="9900" y="9834"/>
                    <a:pt x="9931" y="9788"/>
                  </a:cubicBezTo>
                  <a:cubicBezTo>
                    <a:pt x="10717" y="8478"/>
                    <a:pt x="9788" y="6811"/>
                    <a:pt x="8264" y="6787"/>
                  </a:cubicBezTo>
                  <a:lnTo>
                    <a:pt x="8264" y="6763"/>
                  </a:lnTo>
                  <a:cubicBezTo>
                    <a:pt x="7907" y="6763"/>
                    <a:pt x="7573" y="6859"/>
                    <a:pt x="7264" y="7049"/>
                  </a:cubicBezTo>
                  <a:cubicBezTo>
                    <a:pt x="7025" y="6906"/>
                    <a:pt x="6978" y="6930"/>
                    <a:pt x="4787" y="6287"/>
                  </a:cubicBezTo>
                  <a:lnTo>
                    <a:pt x="4787" y="5763"/>
                  </a:lnTo>
                  <a:cubicBezTo>
                    <a:pt x="5311" y="5477"/>
                    <a:pt x="5668" y="4287"/>
                    <a:pt x="5668" y="4287"/>
                  </a:cubicBezTo>
                  <a:lnTo>
                    <a:pt x="5668" y="4120"/>
                  </a:lnTo>
                  <a:lnTo>
                    <a:pt x="5835" y="4120"/>
                  </a:lnTo>
                  <a:cubicBezTo>
                    <a:pt x="6168" y="4120"/>
                    <a:pt x="6454" y="3858"/>
                    <a:pt x="6478" y="3525"/>
                  </a:cubicBezTo>
                  <a:cubicBezTo>
                    <a:pt x="6454" y="3287"/>
                    <a:pt x="6525" y="3072"/>
                    <a:pt x="6359" y="2858"/>
                  </a:cubicBezTo>
                  <a:lnTo>
                    <a:pt x="6359" y="1596"/>
                  </a:lnTo>
                  <a:cubicBezTo>
                    <a:pt x="6335" y="857"/>
                    <a:pt x="5739" y="286"/>
                    <a:pt x="5001" y="262"/>
                  </a:cubicBezTo>
                  <a:cubicBezTo>
                    <a:pt x="4858" y="95"/>
                    <a:pt x="4644" y="0"/>
                    <a:pt x="44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52"/>
            <p:cNvSpPr/>
            <p:nvPr/>
          </p:nvSpPr>
          <p:spPr>
            <a:xfrm>
              <a:off x="2704807" y="3530520"/>
              <a:ext cx="75980" cy="75208"/>
            </a:xfrm>
            <a:custGeom>
              <a:avLst/>
              <a:gdLst/>
              <a:ahLst/>
              <a:cxnLst/>
              <a:rect l="l" t="t" r="r" b="b"/>
              <a:pathLst>
                <a:path w="2263" h="2240" extrusionOk="0">
                  <a:moveTo>
                    <a:pt x="1310" y="310"/>
                  </a:moveTo>
                  <a:lnTo>
                    <a:pt x="1310" y="787"/>
                  </a:lnTo>
                  <a:cubicBezTo>
                    <a:pt x="1310" y="882"/>
                    <a:pt x="1382" y="953"/>
                    <a:pt x="1453" y="953"/>
                  </a:cubicBezTo>
                  <a:lnTo>
                    <a:pt x="1953" y="953"/>
                  </a:lnTo>
                  <a:lnTo>
                    <a:pt x="1953" y="1287"/>
                  </a:lnTo>
                  <a:lnTo>
                    <a:pt x="1453" y="1287"/>
                  </a:lnTo>
                  <a:cubicBezTo>
                    <a:pt x="1382" y="1287"/>
                    <a:pt x="1310" y="1358"/>
                    <a:pt x="1310" y="1454"/>
                  </a:cubicBezTo>
                  <a:lnTo>
                    <a:pt x="1310" y="1930"/>
                  </a:lnTo>
                  <a:lnTo>
                    <a:pt x="977" y="1930"/>
                  </a:lnTo>
                  <a:lnTo>
                    <a:pt x="977" y="1454"/>
                  </a:lnTo>
                  <a:cubicBezTo>
                    <a:pt x="977" y="1358"/>
                    <a:pt x="905" y="1287"/>
                    <a:pt x="810" y="1287"/>
                  </a:cubicBezTo>
                  <a:lnTo>
                    <a:pt x="310" y="1287"/>
                  </a:lnTo>
                  <a:lnTo>
                    <a:pt x="310" y="953"/>
                  </a:lnTo>
                  <a:lnTo>
                    <a:pt x="810" y="953"/>
                  </a:lnTo>
                  <a:cubicBezTo>
                    <a:pt x="905" y="953"/>
                    <a:pt x="977" y="882"/>
                    <a:pt x="977" y="787"/>
                  </a:cubicBezTo>
                  <a:lnTo>
                    <a:pt x="977" y="310"/>
                  </a:lnTo>
                  <a:close/>
                  <a:moveTo>
                    <a:pt x="810" y="1"/>
                  </a:moveTo>
                  <a:cubicBezTo>
                    <a:pt x="715" y="1"/>
                    <a:pt x="644" y="72"/>
                    <a:pt x="667" y="144"/>
                  </a:cubicBezTo>
                  <a:lnTo>
                    <a:pt x="667" y="644"/>
                  </a:lnTo>
                  <a:lnTo>
                    <a:pt x="167" y="644"/>
                  </a:lnTo>
                  <a:cubicBezTo>
                    <a:pt x="72" y="644"/>
                    <a:pt x="1" y="715"/>
                    <a:pt x="1" y="811"/>
                  </a:cubicBezTo>
                  <a:lnTo>
                    <a:pt x="1" y="1454"/>
                  </a:lnTo>
                  <a:cubicBezTo>
                    <a:pt x="1" y="1525"/>
                    <a:pt x="72" y="1596"/>
                    <a:pt x="167" y="1596"/>
                  </a:cubicBezTo>
                  <a:lnTo>
                    <a:pt x="667" y="1596"/>
                  </a:lnTo>
                  <a:lnTo>
                    <a:pt x="667" y="2097"/>
                  </a:lnTo>
                  <a:cubicBezTo>
                    <a:pt x="644" y="2168"/>
                    <a:pt x="715" y="2239"/>
                    <a:pt x="810" y="2239"/>
                  </a:cubicBezTo>
                  <a:lnTo>
                    <a:pt x="1453" y="2239"/>
                  </a:lnTo>
                  <a:cubicBezTo>
                    <a:pt x="1548" y="2239"/>
                    <a:pt x="1620" y="2168"/>
                    <a:pt x="1620" y="2097"/>
                  </a:cubicBezTo>
                  <a:lnTo>
                    <a:pt x="1620" y="1596"/>
                  </a:lnTo>
                  <a:lnTo>
                    <a:pt x="2096" y="1596"/>
                  </a:lnTo>
                  <a:cubicBezTo>
                    <a:pt x="2191" y="1596"/>
                    <a:pt x="2263" y="1525"/>
                    <a:pt x="2263" y="1454"/>
                  </a:cubicBezTo>
                  <a:lnTo>
                    <a:pt x="2263" y="811"/>
                  </a:lnTo>
                  <a:cubicBezTo>
                    <a:pt x="2263" y="715"/>
                    <a:pt x="2191" y="644"/>
                    <a:pt x="2096" y="644"/>
                  </a:cubicBezTo>
                  <a:lnTo>
                    <a:pt x="1620" y="644"/>
                  </a:lnTo>
                  <a:lnTo>
                    <a:pt x="1620" y="144"/>
                  </a:lnTo>
                  <a:cubicBezTo>
                    <a:pt x="1620" y="72"/>
                    <a:pt x="1548" y="1"/>
                    <a:pt x="1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4" name="Google Shape;1144;p52"/>
          <p:cNvGrpSpPr/>
          <p:nvPr/>
        </p:nvGrpSpPr>
        <p:grpSpPr>
          <a:xfrm>
            <a:off x="4999205" y="3336473"/>
            <a:ext cx="362241" cy="358010"/>
            <a:chOff x="6346855" y="3857373"/>
            <a:chExt cx="362241" cy="358010"/>
          </a:xfrm>
        </p:grpSpPr>
        <p:sp>
          <p:nvSpPr>
            <p:cNvPr id="1145" name="Google Shape;1145;p52"/>
            <p:cNvSpPr/>
            <p:nvPr/>
          </p:nvSpPr>
          <p:spPr>
            <a:xfrm>
              <a:off x="6370056" y="3878962"/>
              <a:ext cx="213503" cy="212093"/>
            </a:xfrm>
            <a:custGeom>
              <a:avLst/>
              <a:gdLst/>
              <a:ahLst/>
              <a:cxnLst/>
              <a:rect l="l" t="t" r="r" b="b"/>
              <a:pathLst>
                <a:path w="6359" h="6317" extrusionOk="0">
                  <a:moveTo>
                    <a:pt x="2956" y="0"/>
                  </a:moveTo>
                  <a:cubicBezTo>
                    <a:pt x="2900" y="0"/>
                    <a:pt x="2846" y="18"/>
                    <a:pt x="2810" y="54"/>
                  </a:cubicBezTo>
                  <a:lnTo>
                    <a:pt x="95" y="2768"/>
                  </a:lnTo>
                  <a:cubicBezTo>
                    <a:pt x="0" y="2864"/>
                    <a:pt x="0" y="3007"/>
                    <a:pt x="95" y="3078"/>
                  </a:cubicBezTo>
                  <a:lnTo>
                    <a:pt x="3287" y="6245"/>
                  </a:lnTo>
                  <a:cubicBezTo>
                    <a:pt x="3322" y="6293"/>
                    <a:pt x="3370" y="6317"/>
                    <a:pt x="3420" y="6317"/>
                  </a:cubicBezTo>
                  <a:cubicBezTo>
                    <a:pt x="3471" y="6317"/>
                    <a:pt x="3525" y="6293"/>
                    <a:pt x="3572" y="6245"/>
                  </a:cubicBezTo>
                  <a:lnTo>
                    <a:pt x="6287" y="3554"/>
                  </a:lnTo>
                  <a:cubicBezTo>
                    <a:pt x="6359" y="3459"/>
                    <a:pt x="6359" y="3340"/>
                    <a:pt x="6287" y="3245"/>
                  </a:cubicBezTo>
                  <a:lnTo>
                    <a:pt x="5668" y="2602"/>
                  </a:lnTo>
                  <a:cubicBezTo>
                    <a:pt x="5620" y="2578"/>
                    <a:pt x="5597" y="2554"/>
                    <a:pt x="5549" y="2554"/>
                  </a:cubicBezTo>
                  <a:cubicBezTo>
                    <a:pt x="5406" y="2554"/>
                    <a:pt x="5335" y="2721"/>
                    <a:pt x="5430" y="2816"/>
                  </a:cubicBezTo>
                  <a:lnTo>
                    <a:pt x="6001" y="3388"/>
                  </a:lnTo>
                  <a:lnTo>
                    <a:pt x="3429" y="5960"/>
                  </a:lnTo>
                  <a:lnTo>
                    <a:pt x="381" y="2911"/>
                  </a:lnTo>
                  <a:lnTo>
                    <a:pt x="2953" y="339"/>
                  </a:lnTo>
                  <a:cubicBezTo>
                    <a:pt x="5025" y="2387"/>
                    <a:pt x="4930" y="2387"/>
                    <a:pt x="5073" y="2387"/>
                  </a:cubicBezTo>
                  <a:cubicBezTo>
                    <a:pt x="5192" y="2387"/>
                    <a:pt x="5263" y="2221"/>
                    <a:pt x="5168" y="2125"/>
                  </a:cubicBezTo>
                  <a:lnTo>
                    <a:pt x="3120" y="54"/>
                  </a:lnTo>
                  <a:cubicBezTo>
                    <a:pt x="3072" y="18"/>
                    <a:pt x="3013" y="0"/>
                    <a:pt x="29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2"/>
            <p:cNvSpPr/>
            <p:nvPr/>
          </p:nvSpPr>
          <p:spPr>
            <a:xfrm>
              <a:off x="6492840" y="4062684"/>
              <a:ext cx="63524" cy="56507"/>
            </a:xfrm>
            <a:custGeom>
              <a:avLst/>
              <a:gdLst/>
              <a:ahLst/>
              <a:cxnLst/>
              <a:rect l="l" t="t" r="r" b="b"/>
              <a:pathLst>
                <a:path w="1892" h="1683" extrusionOk="0">
                  <a:moveTo>
                    <a:pt x="1391" y="315"/>
                  </a:moveTo>
                  <a:cubicBezTo>
                    <a:pt x="1527" y="315"/>
                    <a:pt x="1645" y="501"/>
                    <a:pt x="1535" y="630"/>
                  </a:cubicBezTo>
                  <a:cubicBezTo>
                    <a:pt x="820" y="1321"/>
                    <a:pt x="820" y="1369"/>
                    <a:pt x="701" y="1369"/>
                  </a:cubicBezTo>
                  <a:cubicBezTo>
                    <a:pt x="606" y="1369"/>
                    <a:pt x="534" y="1297"/>
                    <a:pt x="534" y="1202"/>
                  </a:cubicBezTo>
                  <a:cubicBezTo>
                    <a:pt x="534" y="1059"/>
                    <a:pt x="582" y="1083"/>
                    <a:pt x="1273" y="368"/>
                  </a:cubicBezTo>
                  <a:cubicBezTo>
                    <a:pt x="1310" y="331"/>
                    <a:pt x="1352" y="315"/>
                    <a:pt x="1391" y="315"/>
                  </a:cubicBezTo>
                  <a:close/>
                  <a:moveTo>
                    <a:pt x="1390" y="0"/>
                  </a:moveTo>
                  <a:cubicBezTo>
                    <a:pt x="1274" y="0"/>
                    <a:pt x="1156" y="41"/>
                    <a:pt x="1058" y="130"/>
                  </a:cubicBezTo>
                  <a:lnTo>
                    <a:pt x="368" y="845"/>
                  </a:lnTo>
                  <a:cubicBezTo>
                    <a:pt x="1" y="1193"/>
                    <a:pt x="326" y="1683"/>
                    <a:pt x="713" y="1683"/>
                  </a:cubicBezTo>
                  <a:cubicBezTo>
                    <a:pt x="828" y="1683"/>
                    <a:pt x="949" y="1639"/>
                    <a:pt x="1058" y="1535"/>
                  </a:cubicBezTo>
                  <a:lnTo>
                    <a:pt x="1749" y="821"/>
                  </a:lnTo>
                  <a:cubicBezTo>
                    <a:pt x="1844" y="726"/>
                    <a:pt x="1892" y="607"/>
                    <a:pt x="1892" y="488"/>
                  </a:cubicBezTo>
                  <a:cubicBezTo>
                    <a:pt x="1892" y="193"/>
                    <a:pt x="1645" y="0"/>
                    <a:pt x="13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52"/>
            <p:cNvSpPr/>
            <p:nvPr/>
          </p:nvSpPr>
          <p:spPr>
            <a:xfrm>
              <a:off x="6553140" y="4003727"/>
              <a:ext cx="68493" cy="56137"/>
            </a:xfrm>
            <a:custGeom>
              <a:avLst/>
              <a:gdLst/>
              <a:ahLst/>
              <a:cxnLst/>
              <a:rect l="l" t="t" r="r" b="b"/>
              <a:pathLst>
                <a:path w="2040" h="1672" extrusionOk="0">
                  <a:moveTo>
                    <a:pt x="1365" y="329"/>
                  </a:moveTo>
                  <a:cubicBezTo>
                    <a:pt x="1497" y="329"/>
                    <a:pt x="1604" y="497"/>
                    <a:pt x="1477" y="624"/>
                  </a:cubicBezTo>
                  <a:lnTo>
                    <a:pt x="810" y="1315"/>
                  </a:lnTo>
                  <a:cubicBezTo>
                    <a:pt x="763" y="1339"/>
                    <a:pt x="715" y="1362"/>
                    <a:pt x="667" y="1362"/>
                  </a:cubicBezTo>
                  <a:cubicBezTo>
                    <a:pt x="660" y="1364"/>
                    <a:pt x="653" y="1364"/>
                    <a:pt x="646" y="1364"/>
                  </a:cubicBezTo>
                  <a:cubicBezTo>
                    <a:pt x="515" y="1364"/>
                    <a:pt x="436" y="1167"/>
                    <a:pt x="548" y="1077"/>
                  </a:cubicBezTo>
                  <a:lnTo>
                    <a:pt x="1239" y="386"/>
                  </a:lnTo>
                  <a:cubicBezTo>
                    <a:pt x="1279" y="346"/>
                    <a:pt x="1323" y="329"/>
                    <a:pt x="1365" y="329"/>
                  </a:cubicBezTo>
                  <a:close/>
                  <a:moveTo>
                    <a:pt x="1344" y="0"/>
                  </a:moveTo>
                  <a:cubicBezTo>
                    <a:pt x="1230" y="0"/>
                    <a:pt x="1110" y="44"/>
                    <a:pt x="1001" y="148"/>
                  </a:cubicBezTo>
                  <a:lnTo>
                    <a:pt x="310" y="839"/>
                  </a:lnTo>
                  <a:cubicBezTo>
                    <a:pt x="1" y="1148"/>
                    <a:pt x="215" y="1672"/>
                    <a:pt x="667" y="1672"/>
                  </a:cubicBezTo>
                  <a:cubicBezTo>
                    <a:pt x="787" y="1672"/>
                    <a:pt x="906" y="1624"/>
                    <a:pt x="1001" y="1529"/>
                  </a:cubicBezTo>
                  <a:lnTo>
                    <a:pt x="1691" y="839"/>
                  </a:lnTo>
                  <a:cubicBezTo>
                    <a:pt x="2040" y="490"/>
                    <a:pt x="1725" y="0"/>
                    <a:pt x="13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52"/>
            <p:cNvSpPr/>
            <p:nvPr/>
          </p:nvSpPr>
          <p:spPr>
            <a:xfrm>
              <a:off x="6346855" y="3857373"/>
              <a:ext cx="362241" cy="358010"/>
            </a:xfrm>
            <a:custGeom>
              <a:avLst/>
              <a:gdLst/>
              <a:ahLst/>
              <a:cxnLst/>
              <a:rect l="l" t="t" r="r" b="b"/>
              <a:pathLst>
                <a:path w="10789" h="10663" extrusionOk="0">
                  <a:moveTo>
                    <a:pt x="7955" y="6549"/>
                  </a:moveTo>
                  <a:cubicBezTo>
                    <a:pt x="7996" y="6549"/>
                    <a:pt x="8038" y="6567"/>
                    <a:pt x="8074" y="6603"/>
                  </a:cubicBezTo>
                  <a:lnTo>
                    <a:pt x="8431" y="6960"/>
                  </a:lnTo>
                  <a:lnTo>
                    <a:pt x="8193" y="7198"/>
                  </a:lnTo>
                  <a:lnTo>
                    <a:pt x="7716" y="6722"/>
                  </a:lnTo>
                  <a:lnTo>
                    <a:pt x="7835" y="6603"/>
                  </a:lnTo>
                  <a:cubicBezTo>
                    <a:pt x="7871" y="6567"/>
                    <a:pt x="7913" y="6549"/>
                    <a:pt x="7955" y="6549"/>
                  </a:cubicBezTo>
                  <a:close/>
                  <a:moveTo>
                    <a:pt x="6788" y="7650"/>
                  </a:moveTo>
                  <a:lnTo>
                    <a:pt x="7288" y="8127"/>
                  </a:lnTo>
                  <a:lnTo>
                    <a:pt x="7026" y="8365"/>
                  </a:lnTo>
                  <a:cubicBezTo>
                    <a:pt x="6716" y="8031"/>
                    <a:pt x="6621" y="8008"/>
                    <a:pt x="6621" y="7889"/>
                  </a:cubicBezTo>
                  <a:cubicBezTo>
                    <a:pt x="6621" y="7769"/>
                    <a:pt x="6716" y="7746"/>
                    <a:pt x="6788" y="7650"/>
                  </a:cubicBezTo>
                  <a:close/>
                  <a:moveTo>
                    <a:pt x="9526" y="8984"/>
                  </a:moveTo>
                  <a:lnTo>
                    <a:pt x="10360" y="9817"/>
                  </a:lnTo>
                  <a:lnTo>
                    <a:pt x="9884" y="10294"/>
                  </a:lnTo>
                  <a:lnTo>
                    <a:pt x="9050" y="9460"/>
                  </a:lnTo>
                  <a:lnTo>
                    <a:pt x="9526" y="8984"/>
                  </a:lnTo>
                  <a:close/>
                  <a:moveTo>
                    <a:pt x="3671" y="0"/>
                  </a:moveTo>
                  <a:cubicBezTo>
                    <a:pt x="3442" y="0"/>
                    <a:pt x="3215" y="89"/>
                    <a:pt x="3049" y="268"/>
                  </a:cubicBezTo>
                  <a:lnTo>
                    <a:pt x="358" y="2935"/>
                  </a:lnTo>
                  <a:cubicBezTo>
                    <a:pt x="1" y="3292"/>
                    <a:pt x="1" y="3864"/>
                    <a:pt x="358" y="4221"/>
                  </a:cubicBezTo>
                  <a:lnTo>
                    <a:pt x="739" y="4578"/>
                  </a:lnTo>
                  <a:cubicBezTo>
                    <a:pt x="763" y="4626"/>
                    <a:pt x="810" y="4626"/>
                    <a:pt x="858" y="4626"/>
                  </a:cubicBezTo>
                  <a:cubicBezTo>
                    <a:pt x="929" y="4626"/>
                    <a:pt x="1001" y="4578"/>
                    <a:pt x="1001" y="4483"/>
                  </a:cubicBezTo>
                  <a:cubicBezTo>
                    <a:pt x="1001" y="4435"/>
                    <a:pt x="1001" y="4388"/>
                    <a:pt x="953" y="4364"/>
                  </a:cubicBezTo>
                  <a:lnTo>
                    <a:pt x="596" y="3983"/>
                  </a:lnTo>
                  <a:cubicBezTo>
                    <a:pt x="358" y="3769"/>
                    <a:pt x="358" y="3388"/>
                    <a:pt x="596" y="3173"/>
                  </a:cubicBezTo>
                  <a:lnTo>
                    <a:pt x="3263" y="482"/>
                  </a:lnTo>
                  <a:cubicBezTo>
                    <a:pt x="3382" y="375"/>
                    <a:pt x="3531" y="322"/>
                    <a:pt x="3680" y="322"/>
                  </a:cubicBezTo>
                  <a:cubicBezTo>
                    <a:pt x="3829" y="322"/>
                    <a:pt x="3978" y="375"/>
                    <a:pt x="4097" y="482"/>
                  </a:cubicBezTo>
                  <a:cubicBezTo>
                    <a:pt x="8740" y="5174"/>
                    <a:pt x="8645" y="4959"/>
                    <a:pt x="8717" y="5198"/>
                  </a:cubicBezTo>
                  <a:cubicBezTo>
                    <a:pt x="8979" y="5983"/>
                    <a:pt x="9002" y="6007"/>
                    <a:pt x="9002" y="6174"/>
                  </a:cubicBezTo>
                  <a:cubicBezTo>
                    <a:pt x="9002" y="6412"/>
                    <a:pt x="8883" y="6603"/>
                    <a:pt x="8693" y="6745"/>
                  </a:cubicBezTo>
                  <a:lnTo>
                    <a:pt x="8336" y="6388"/>
                  </a:lnTo>
                  <a:cubicBezTo>
                    <a:pt x="8240" y="6293"/>
                    <a:pt x="8115" y="6245"/>
                    <a:pt x="7990" y="6245"/>
                  </a:cubicBezTo>
                  <a:cubicBezTo>
                    <a:pt x="7865" y="6245"/>
                    <a:pt x="7740" y="6293"/>
                    <a:pt x="7645" y="6388"/>
                  </a:cubicBezTo>
                  <a:lnTo>
                    <a:pt x="6478" y="7555"/>
                  </a:lnTo>
                  <a:cubicBezTo>
                    <a:pt x="6288" y="7746"/>
                    <a:pt x="6288" y="8031"/>
                    <a:pt x="6478" y="8222"/>
                  </a:cubicBezTo>
                  <a:lnTo>
                    <a:pt x="6835" y="8579"/>
                  </a:lnTo>
                  <a:cubicBezTo>
                    <a:pt x="6716" y="8770"/>
                    <a:pt x="6502" y="8889"/>
                    <a:pt x="6288" y="8913"/>
                  </a:cubicBezTo>
                  <a:cubicBezTo>
                    <a:pt x="6121" y="8913"/>
                    <a:pt x="6073" y="8865"/>
                    <a:pt x="5287" y="8603"/>
                  </a:cubicBezTo>
                  <a:cubicBezTo>
                    <a:pt x="5216" y="8579"/>
                    <a:pt x="5121" y="8532"/>
                    <a:pt x="5073" y="8484"/>
                  </a:cubicBezTo>
                  <a:cubicBezTo>
                    <a:pt x="1464" y="4898"/>
                    <a:pt x="1442" y="4792"/>
                    <a:pt x="1353" y="4792"/>
                  </a:cubicBezTo>
                  <a:cubicBezTo>
                    <a:pt x="1347" y="4792"/>
                    <a:pt x="1341" y="4793"/>
                    <a:pt x="1334" y="4793"/>
                  </a:cubicBezTo>
                  <a:cubicBezTo>
                    <a:pt x="1191" y="4793"/>
                    <a:pt x="1120" y="4983"/>
                    <a:pt x="1215" y="5078"/>
                  </a:cubicBezTo>
                  <a:lnTo>
                    <a:pt x="4835" y="8698"/>
                  </a:lnTo>
                  <a:cubicBezTo>
                    <a:pt x="5073" y="8936"/>
                    <a:pt x="5311" y="8936"/>
                    <a:pt x="6002" y="9175"/>
                  </a:cubicBezTo>
                  <a:cubicBezTo>
                    <a:pt x="6092" y="9209"/>
                    <a:pt x="6187" y="9226"/>
                    <a:pt x="6281" y="9226"/>
                  </a:cubicBezTo>
                  <a:cubicBezTo>
                    <a:pt x="6510" y="9226"/>
                    <a:pt x="6738" y="9129"/>
                    <a:pt x="6907" y="8960"/>
                  </a:cubicBezTo>
                  <a:lnTo>
                    <a:pt x="7526" y="8341"/>
                  </a:lnTo>
                  <a:lnTo>
                    <a:pt x="7835" y="8651"/>
                  </a:lnTo>
                  <a:cubicBezTo>
                    <a:pt x="7865" y="8680"/>
                    <a:pt x="7902" y="8694"/>
                    <a:pt x="7939" y="8694"/>
                  </a:cubicBezTo>
                  <a:cubicBezTo>
                    <a:pt x="8019" y="8694"/>
                    <a:pt x="8097" y="8630"/>
                    <a:pt x="8097" y="8532"/>
                  </a:cubicBezTo>
                  <a:cubicBezTo>
                    <a:pt x="8097" y="8412"/>
                    <a:pt x="8050" y="8460"/>
                    <a:pt x="7050" y="7412"/>
                  </a:cubicBezTo>
                  <a:lnTo>
                    <a:pt x="7526" y="6936"/>
                  </a:lnTo>
                  <a:lnTo>
                    <a:pt x="8121" y="7531"/>
                  </a:lnTo>
                  <a:lnTo>
                    <a:pt x="9336" y="8746"/>
                  </a:lnTo>
                  <a:lnTo>
                    <a:pt x="8860" y="9222"/>
                  </a:lnTo>
                  <a:cubicBezTo>
                    <a:pt x="8550" y="8936"/>
                    <a:pt x="8526" y="8865"/>
                    <a:pt x="8431" y="8865"/>
                  </a:cubicBezTo>
                  <a:cubicBezTo>
                    <a:pt x="8288" y="8865"/>
                    <a:pt x="8217" y="9032"/>
                    <a:pt x="8312" y="9127"/>
                  </a:cubicBezTo>
                  <a:lnTo>
                    <a:pt x="9812" y="10627"/>
                  </a:lnTo>
                  <a:cubicBezTo>
                    <a:pt x="9836" y="10651"/>
                    <a:pt x="9872" y="10663"/>
                    <a:pt x="9910" y="10663"/>
                  </a:cubicBezTo>
                  <a:cubicBezTo>
                    <a:pt x="9949" y="10663"/>
                    <a:pt x="9991" y="10651"/>
                    <a:pt x="10026" y="10627"/>
                  </a:cubicBezTo>
                  <a:lnTo>
                    <a:pt x="10717" y="9913"/>
                  </a:lnTo>
                  <a:cubicBezTo>
                    <a:pt x="10788" y="9865"/>
                    <a:pt x="10788" y="9770"/>
                    <a:pt x="10717" y="9698"/>
                  </a:cubicBezTo>
                  <a:lnTo>
                    <a:pt x="10693" y="9722"/>
                  </a:lnTo>
                  <a:lnTo>
                    <a:pt x="8431" y="7412"/>
                  </a:lnTo>
                  <a:lnTo>
                    <a:pt x="9050" y="6793"/>
                  </a:lnTo>
                  <a:cubicBezTo>
                    <a:pt x="9288" y="6555"/>
                    <a:pt x="9383" y="6198"/>
                    <a:pt x="9264" y="5888"/>
                  </a:cubicBezTo>
                  <a:cubicBezTo>
                    <a:pt x="9002" y="5198"/>
                    <a:pt x="9026" y="4983"/>
                    <a:pt x="8788" y="4721"/>
                  </a:cubicBezTo>
                  <a:lnTo>
                    <a:pt x="4311" y="268"/>
                  </a:lnTo>
                  <a:cubicBezTo>
                    <a:pt x="4132" y="89"/>
                    <a:pt x="3900" y="0"/>
                    <a:pt x="36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2"/>
            <p:cNvSpPr/>
            <p:nvPr/>
          </p:nvSpPr>
          <p:spPr>
            <a:xfrm>
              <a:off x="6476992" y="4027061"/>
              <a:ext cx="37000" cy="34280"/>
            </a:xfrm>
            <a:custGeom>
              <a:avLst/>
              <a:gdLst/>
              <a:ahLst/>
              <a:cxnLst/>
              <a:rect l="l" t="t" r="r" b="b"/>
              <a:pathLst>
                <a:path w="1102" h="1021" extrusionOk="0">
                  <a:moveTo>
                    <a:pt x="935" y="1"/>
                  </a:moveTo>
                  <a:cubicBezTo>
                    <a:pt x="816" y="1"/>
                    <a:pt x="840" y="48"/>
                    <a:pt x="125" y="739"/>
                  </a:cubicBezTo>
                  <a:cubicBezTo>
                    <a:pt x="0" y="846"/>
                    <a:pt x="103" y="1020"/>
                    <a:pt x="233" y="1020"/>
                  </a:cubicBezTo>
                  <a:cubicBezTo>
                    <a:pt x="276" y="1020"/>
                    <a:pt x="322" y="1001"/>
                    <a:pt x="364" y="953"/>
                  </a:cubicBezTo>
                  <a:cubicBezTo>
                    <a:pt x="1030" y="239"/>
                    <a:pt x="1102" y="263"/>
                    <a:pt x="1102" y="144"/>
                  </a:cubicBezTo>
                  <a:cubicBezTo>
                    <a:pt x="1102" y="48"/>
                    <a:pt x="1030" y="1"/>
                    <a:pt x="9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52"/>
            <p:cNvSpPr/>
            <p:nvPr/>
          </p:nvSpPr>
          <p:spPr>
            <a:xfrm>
              <a:off x="6517181" y="3987745"/>
              <a:ext cx="35992" cy="33743"/>
            </a:xfrm>
            <a:custGeom>
              <a:avLst/>
              <a:gdLst/>
              <a:ahLst/>
              <a:cxnLst/>
              <a:rect l="l" t="t" r="r" b="b"/>
              <a:pathLst>
                <a:path w="1072" h="1005" extrusionOk="0">
                  <a:moveTo>
                    <a:pt x="941" y="0"/>
                  </a:moveTo>
                  <a:cubicBezTo>
                    <a:pt x="930" y="0"/>
                    <a:pt x="917" y="2"/>
                    <a:pt x="905" y="5"/>
                  </a:cubicBezTo>
                  <a:cubicBezTo>
                    <a:pt x="857" y="5"/>
                    <a:pt x="834" y="5"/>
                    <a:pt x="810" y="52"/>
                  </a:cubicBezTo>
                  <a:lnTo>
                    <a:pt x="95" y="743"/>
                  </a:lnTo>
                  <a:cubicBezTo>
                    <a:pt x="0" y="838"/>
                    <a:pt x="71" y="1005"/>
                    <a:pt x="214" y="1005"/>
                  </a:cubicBezTo>
                  <a:cubicBezTo>
                    <a:pt x="333" y="1005"/>
                    <a:pt x="310" y="957"/>
                    <a:pt x="1024" y="267"/>
                  </a:cubicBezTo>
                  <a:cubicBezTo>
                    <a:pt x="1048" y="243"/>
                    <a:pt x="1072" y="195"/>
                    <a:pt x="1072" y="148"/>
                  </a:cubicBezTo>
                  <a:cubicBezTo>
                    <a:pt x="1072" y="65"/>
                    <a:pt x="1018" y="0"/>
                    <a:pt x="9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52"/>
            <p:cNvSpPr/>
            <p:nvPr/>
          </p:nvSpPr>
          <p:spPr>
            <a:xfrm>
              <a:off x="6432405" y="3940706"/>
              <a:ext cx="82393" cy="81587"/>
            </a:xfrm>
            <a:custGeom>
              <a:avLst/>
              <a:gdLst/>
              <a:ahLst/>
              <a:cxnLst/>
              <a:rect l="l" t="t" r="r" b="b"/>
              <a:pathLst>
                <a:path w="2454" h="2430" extrusionOk="0">
                  <a:moveTo>
                    <a:pt x="406" y="382"/>
                  </a:moveTo>
                  <a:lnTo>
                    <a:pt x="1596" y="691"/>
                  </a:lnTo>
                  <a:cubicBezTo>
                    <a:pt x="1906" y="787"/>
                    <a:pt x="2144" y="1072"/>
                    <a:pt x="2144" y="1406"/>
                  </a:cubicBezTo>
                  <a:cubicBezTo>
                    <a:pt x="2120" y="1787"/>
                    <a:pt x="1811" y="2120"/>
                    <a:pt x="1430" y="2120"/>
                  </a:cubicBezTo>
                  <a:cubicBezTo>
                    <a:pt x="1096" y="2120"/>
                    <a:pt x="810" y="1882"/>
                    <a:pt x="715" y="1572"/>
                  </a:cubicBezTo>
                  <a:lnTo>
                    <a:pt x="406" y="382"/>
                  </a:lnTo>
                  <a:close/>
                  <a:moveTo>
                    <a:pt x="197" y="0"/>
                  </a:moveTo>
                  <a:cubicBezTo>
                    <a:pt x="195" y="0"/>
                    <a:pt x="194" y="1"/>
                    <a:pt x="191" y="1"/>
                  </a:cubicBezTo>
                  <a:cubicBezTo>
                    <a:pt x="72" y="1"/>
                    <a:pt x="1" y="96"/>
                    <a:pt x="24" y="191"/>
                  </a:cubicBezTo>
                  <a:lnTo>
                    <a:pt x="429" y="1644"/>
                  </a:lnTo>
                  <a:cubicBezTo>
                    <a:pt x="548" y="2120"/>
                    <a:pt x="953" y="2430"/>
                    <a:pt x="1430" y="2430"/>
                  </a:cubicBezTo>
                  <a:cubicBezTo>
                    <a:pt x="2001" y="2430"/>
                    <a:pt x="2454" y="1977"/>
                    <a:pt x="2454" y="1406"/>
                  </a:cubicBezTo>
                  <a:cubicBezTo>
                    <a:pt x="2454" y="929"/>
                    <a:pt x="2120" y="525"/>
                    <a:pt x="1668" y="406"/>
                  </a:cubicBezTo>
                  <a:cubicBezTo>
                    <a:pt x="275" y="20"/>
                    <a:pt x="212" y="0"/>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52"/>
            <p:cNvSpPr/>
            <p:nvPr/>
          </p:nvSpPr>
          <p:spPr>
            <a:xfrm>
              <a:off x="6669881" y="4178988"/>
              <a:ext cx="14101" cy="10509"/>
            </a:xfrm>
            <a:custGeom>
              <a:avLst/>
              <a:gdLst/>
              <a:ahLst/>
              <a:cxnLst/>
              <a:rect l="l" t="t" r="r" b="b"/>
              <a:pathLst>
                <a:path w="420" h="313" extrusionOk="0">
                  <a:moveTo>
                    <a:pt x="202" y="1"/>
                  </a:moveTo>
                  <a:cubicBezTo>
                    <a:pt x="166" y="1"/>
                    <a:pt x="129" y="15"/>
                    <a:pt x="96" y="48"/>
                  </a:cubicBezTo>
                  <a:cubicBezTo>
                    <a:pt x="1" y="119"/>
                    <a:pt x="24" y="238"/>
                    <a:pt x="120" y="286"/>
                  </a:cubicBezTo>
                  <a:cubicBezTo>
                    <a:pt x="138" y="304"/>
                    <a:pt x="163" y="312"/>
                    <a:pt x="190" y="312"/>
                  </a:cubicBezTo>
                  <a:cubicBezTo>
                    <a:pt x="233" y="312"/>
                    <a:pt x="281" y="292"/>
                    <a:pt x="310" y="262"/>
                  </a:cubicBezTo>
                  <a:cubicBezTo>
                    <a:pt x="420" y="153"/>
                    <a:pt x="319" y="1"/>
                    <a:pt x="2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p53"/>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Recommendations </a:t>
            </a:r>
            <a:endParaRPr/>
          </a:p>
        </p:txBody>
      </p:sp>
      <p:sp>
        <p:nvSpPr>
          <p:cNvPr id="1158" name="Google Shape;1158;p53"/>
          <p:cNvSpPr txBox="1">
            <a:spLocks noGrp="1"/>
          </p:cNvSpPr>
          <p:nvPr>
            <p:ph type="title" idx="2"/>
          </p:nvPr>
        </p:nvSpPr>
        <p:spPr>
          <a:xfrm>
            <a:off x="5318775" y="1853650"/>
            <a:ext cx="2570700" cy="52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not to do</a:t>
            </a:r>
            <a:endParaRPr/>
          </a:p>
        </p:txBody>
      </p:sp>
      <p:sp>
        <p:nvSpPr>
          <p:cNvPr id="1159" name="Google Shape;1159;p53"/>
          <p:cNvSpPr txBox="1">
            <a:spLocks noGrp="1"/>
          </p:cNvSpPr>
          <p:nvPr>
            <p:ph type="subTitle" idx="1"/>
          </p:nvPr>
        </p:nvSpPr>
        <p:spPr>
          <a:xfrm>
            <a:off x="5318788" y="2381350"/>
            <a:ext cx="2570700" cy="174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Describe what the patient should not do here </a:t>
            </a:r>
            <a:endParaRPr/>
          </a:p>
          <a:p>
            <a:pPr marL="0" lvl="0" indent="0" algn="l" rtl="0">
              <a:spcBef>
                <a:spcPts val="1000"/>
              </a:spcBef>
              <a:spcAft>
                <a:spcPts val="0"/>
              </a:spcAft>
              <a:buNone/>
            </a:pPr>
            <a:r>
              <a:rPr lang="en"/>
              <a:t>● Describe what the patient should not do here </a:t>
            </a:r>
            <a:endParaRPr/>
          </a:p>
          <a:p>
            <a:pPr marL="0" lvl="0" indent="0" algn="l" rtl="0">
              <a:spcBef>
                <a:spcPts val="1000"/>
              </a:spcBef>
              <a:spcAft>
                <a:spcPts val="0"/>
              </a:spcAft>
              <a:buNone/>
            </a:pPr>
            <a:r>
              <a:rPr lang="en"/>
              <a:t>● Describe what the patient should not do here </a:t>
            </a:r>
            <a:endParaRPr/>
          </a:p>
          <a:p>
            <a:pPr marL="0" lvl="0" indent="0" algn="l" rtl="0">
              <a:spcBef>
                <a:spcPts val="1000"/>
              </a:spcBef>
              <a:spcAft>
                <a:spcPts val="0"/>
              </a:spcAft>
              <a:buNone/>
            </a:pPr>
            <a:endParaRPr/>
          </a:p>
          <a:p>
            <a:pPr marL="0" lvl="0" indent="0" algn="l" rtl="0">
              <a:spcBef>
                <a:spcPts val="1000"/>
              </a:spcBef>
              <a:spcAft>
                <a:spcPts val="1200"/>
              </a:spcAft>
              <a:buNone/>
            </a:pPr>
            <a:endParaRPr/>
          </a:p>
        </p:txBody>
      </p:sp>
      <p:sp>
        <p:nvSpPr>
          <p:cNvPr id="1160" name="Google Shape;1160;p53"/>
          <p:cNvSpPr txBox="1">
            <a:spLocks noGrp="1"/>
          </p:cNvSpPr>
          <p:nvPr>
            <p:ph type="title" idx="3"/>
          </p:nvPr>
        </p:nvSpPr>
        <p:spPr>
          <a:xfrm>
            <a:off x="1254650" y="1853650"/>
            <a:ext cx="2570700" cy="52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to do</a:t>
            </a:r>
            <a:endParaRPr/>
          </a:p>
          <a:p>
            <a:pPr marL="0" lvl="0" indent="0" algn="ctr" rtl="0">
              <a:spcBef>
                <a:spcPts val="0"/>
              </a:spcBef>
              <a:spcAft>
                <a:spcPts val="0"/>
              </a:spcAft>
              <a:buClr>
                <a:schemeClr val="dk1"/>
              </a:buClr>
              <a:buSzPts val="1100"/>
              <a:buFont typeface="Arial"/>
              <a:buNone/>
            </a:pPr>
            <a:endParaRPr/>
          </a:p>
        </p:txBody>
      </p:sp>
      <p:sp>
        <p:nvSpPr>
          <p:cNvPr id="1161" name="Google Shape;1161;p53"/>
          <p:cNvSpPr txBox="1">
            <a:spLocks noGrp="1"/>
          </p:cNvSpPr>
          <p:nvPr>
            <p:ph type="subTitle" idx="4"/>
          </p:nvPr>
        </p:nvSpPr>
        <p:spPr>
          <a:xfrm>
            <a:off x="1254513" y="2381350"/>
            <a:ext cx="2570700" cy="174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Describe what the patient should do here</a:t>
            </a:r>
            <a:endParaRPr/>
          </a:p>
          <a:p>
            <a:pPr marL="0" lvl="0" indent="0" algn="l" rtl="0">
              <a:spcBef>
                <a:spcPts val="1000"/>
              </a:spcBef>
              <a:spcAft>
                <a:spcPts val="0"/>
              </a:spcAft>
              <a:buNone/>
            </a:pPr>
            <a:r>
              <a:rPr lang="en"/>
              <a:t>● Describe what the patient should do here</a:t>
            </a:r>
            <a:endParaRPr/>
          </a:p>
          <a:p>
            <a:pPr marL="0" lvl="0" indent="0" algn="l" rtl="0">
              <a:spcBef>
                <a:spcPts val="1000"/>
              </a:spcBef>
              <a:spcAft>
                <a:spcPts val="1000"/>
              </a:spcAft>
              <a:buNone/>
            </a:pPr>
            <a:r>
              <a:rPr lang="en"/>
              <a:t>● Describe what the patient should do here</a:t>
            </a:r>
            <a:endParaRPr/>
          </a:p>
        </p:txBody>
      </p:sp>
      <p:grpSp>
        <p:nvGrpSpPr>
          <p:cNvPr id="1162" name="Google Shape;1162;p53"/>
          <p:cNvGrpSpPr/>
          <p:nvPr/>
        </p:nvGrpSpPr>
        <p:grpSpPr>
          <a:xfrm>
            <a:off x="2322875" y="1426125"/>
            <a:ext cx="427517" cy="427517"/>
            <a:chOff x="2322887" y="1248750"/>
            <a:chExt cx="427517" cy="427517"/>
          </a:xfrm>
        </p:grpSpPr>
        <p:sp>
          <p:nvSpPr>
            <p:cNvPr id="1163" name="Google Shape;1163;p53"/>
            <p:cNvSpPr/>
            <p:nvPr/>
          </p:nvSpPr>
          <p:spPr>
            <a:xfrm>
              <a:off x="2322887" y="1248750"/>
              <a:ext cx="427517" cy="427517"/>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64" name="Google Shape;1164;p53"/>
            <p:cNvSpPr/>
            <p:nvPr/>
          </p:nvSpPr>
          <p:spPr>
            <a:xfrm>
              <a:off x="2425006" y="1381663"/>
              <a:ext cx="221535" cy="161693"/>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165" name="Google Shape;1165;p53"/>
          <p:cNvGrpSpPr/>
          <p:nvPr/>
        </p:nvGrpSpPr>
        <p:grpSpPr>
          <a:xfrm>
            <a:off x="6390388" y="1426125"/>
            <a:ext cx="427517" cy="427517"/>
            <a:chOff x="6390400" y="1248750"/>
            <a:chExt cx="427517" cy="427517"/>
          </a:xfrm>
        </p:grpSpPr>
        <p:sp>
          <p:nvSpPr>
            <p:cNvPr id="1166" name="Google Shape;1166;p53"/>
            <p:cNvSpPr/>
            <p:nvPr/>
          </p:nvSpPr>
          <p:spPr>
            <a:xfrm>
              <a:off x="6390400" y="1248750"/>
              <a:ext cx="427517" cy="427517"/>
            </a:xfrm>
            <a:custGeom>
              <a:avLst/>
              <a:gdLst/>
              <a:ahLst/>
              <a:cxnLst/>
              <a:rect l="l" t="t" r="r" b="b"/>
              <a:pathLst>
                <a:path w="19325" h="19325" extrusionOk="0">
                  <a:moveTo>
                    <a:pt x="9663" y="1133"/>
                  </a:moveTo>
                  <a:cubicBezTo>
                    <a:pt x="11824" y="1133"/>
                    <a:pt x="13983" y="1975"/>
                    <a:pt x="15668" y="3657"/>
                  </a:cubicBezTo>
                  <a:cubicBezTo>
                    <a:pt x="19035" y="7027"/>
                    <a:pt x="19035" y="12302"/>
                    <a:pt x="15668" y="15668"/>
                  </a:cubicBezTo>
                  <a:cubicBezTo>
                    <a:pt x="13983" y="17350"/>
                    <a:pt x="11824" y="18193"/>
                    <a:pt x="9663" y="18193"/>
                  </a:cubicBezTo>
                  <a:cubicBezTo>
                    <a:pt x="7501" y="18193"/>
                    <a:pt x="5342" y="17350"/>
                    <a:pt x="3657" y="15668"/>
                  </a:cubicBezTo>
                  <a:cubicBezTo>
                    <a:pt x="290" y="12302"/>
                    <a:pt x="290" y="7024"/>
                    <a:pt x="3657" y="3657"/>
                  </a:cubicBezTo>
                  <a:cubicBezTo>
                    <a:pt x="5342" y="1975"/>
                    <a:pt x="7501" y="1133"/>
                    <a:pt x="9663" y="1133"/>
                  </a:cubicBezTo>
                  <a:close/>
                  <a:moveTo>
                    <a:pt x="9663" y="1"/>
                  </a:moveTo>
                  <a:cubicBezTo>
                    <a:pt x="7117" y="1"/>
                    <a:pt x="4699" y="1015"/>
                    <a:pt x="2857" y="2857"/>
                  </a:cubicBezTo>
                  <a:cubicBezTo>
                    <a:pt x="1015" y="4699"/>
                    <a:pt x="0" y="7117"/>
                    <a:pt x="0" y="9663"/>
                  </a:cubicBezTo>
                  <a:cubicBezTo>
                    <a:pt x="0" y="12208"/>
                    <a:pt x="1015" y="14627"/>
                    <a:pt x="2857" y="16469"/>
                  </a:cubicBezTo>
                  <a:cubicBezTo>
                    <a:pt x="4699" y="18310"/>
                    <a:pt x="7117" y="19325"/>
                    <a:pt x="9663"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67" name="Google Shape;1167;p53"/>
            <p:cNvSpPr/>
            <p:nvPr/>
          </p:nvSpPr>
          <p:spPr>
            <a:xfrm>
              <a:off x="6503426" y="1365448"/>
              <a:ext cx="201403" cy="194103"/>
            </a:xfrm>
            <a:custGeom>
              <a:avLst/>
              <a:gdLst/>
              <a:ahLst/>
              <a:cxnLst/>
              <a:rect l="l" t="t" r="r" b="b"/>
              <a:pathLst>
                <a:path w="9104" h="8774" extrusionOk="0">
                  <a:moveTo>
                    <a:pt x="7232" y="1143"/>
                  </a:moveTo>
                  <a:cubicBezTo>
                    <a:pt x="7377" y="1143"/>
                    <a:pt x="7522" y="1198"/>
                    <a:pt x="7633" y="1308"/>
                  </a:cubicBezTo>
                  <a:cubicBezTo>
                    <a:pt x="7851" y="1528"/>
                    <a:pt x="7854" y="1882"/>
                    <a:pt x="7639" y="2102"/>
                  </a:cubicBezTo>
                  <a:lnTo>
                    <a:pt x="5755" y="3986"/>
                  </a:lnTo>
                  <a:cubicBezTo>
                    <a:pt x="5532" y="4210"/>
                    <a:pt x="5532" y="4566"/>
                    <a:pt x="5755" y="4789"/>
                  </a:cubicBezTo>
                  <a:lnTo>
                    <a:pt x="7639" y="6673"/>
                  </a:lnTo>
                  <a:cubicBezTo>
                    <a:pt x="7854" y="6894"/>
                    <a:pt x="7851" y="7247"/>
                    <a:pt x="7633" y="7468"/>
                  </a:cubicBezTo>
                  <a:cubicBezTo>
                    <a:pt x="7522" y="7577"/>
                    <a:pt x="7377" y="7633"/>
                    <a:pt x="7232" y="7633"/>
                  </a:cubicBezTo>
                  <a:cubicBezTo>
                    <a:pt x="7090" y="7633"/>
                    <a:pt x="6948" y="7580"/>
                    <a:pt x="6839" y="7474"/>
                  </a:cubicBezTo>
                  <a:lnTo>
                    <a:pt x="6830" y="7468"/>
                  </a:lnTo>
                  <a:lnTo>
                    <a:pt x="4946" y="5650"/>
                  </a:lnTo>
                  <a:cubicBezTo>
                    <a:pt x="4836" y="5544"/>
                    <a:pt x="4695" y="5491"/>
                    <a:pt x="4554" y="5491"/>
                  </a:cubicBezTo>
                  <a:cubicBezTo>
                    <a:pt x="4412" y="5491"/>
                    <a:pt x="4271" y="5544"/>
                    <a:pt x="4161" y="5650"/>
                  </a:cubicBezTo>
                  <a:lnTo>
                    <a:pt x="2277" y="7468"/>
                  </a:lnTo>
                  <a:lnTo>
                    <a:pt x="2268" y="7474"/>
                  </a:lnTo>
                  <a:cubicBezTo>
                    <a:pt x="2159" y="7580"/>
                    <a:pt x="2017" y="7633"/>
                    <a:pt x="1875" y="7633"/>
                  </a:cubicBezTo>
                  <a:cubicBezTo>
                    <a:pt x="1730" y="7633"/>
                    <a:pt x="1585" y="7577"/>
                    <a:pt x="1474" y="7468"/>
                  </a:cubicBezTo>
                  <a:cubicBezTo>
                    <a:pt x="1256" y="7247"/>
                    <a:pt x="1253" y="6894"/>
                    <a:pt x="1468" y="6673"/>
                  </a:cubicBezTo>
                  <a:lnTo>
                    <a:pt x="3352" y="4789"/>
                  </a:lnTo>
                  <a:cubicBezTo>
                    <a:pt x="3575" y="4566"/>
                    <a:pt x="3575" y="4210"/>
                    <a:pt x="3352" y="3986"/>
                  </a:cubicBezTo>
                  <a:lnTo>
                    <a:pt x="1468" y="2102"/>
                  </a:lnTo>
                  <a:cubicBezTo>
                    <a:pt x="1253" y="1882"/>
                    <a:pt x="1256" y="1528"/>
                    <a:pt x="1474" y="1308"/>
                  </a:cubicBezTo>
                  <a:cubicBezTo>
                    <a:pt x="1585" y="1198"/>
                    <a:pt x="1730" y="1143"/>
                    <a:pt x="1875" y="1143"/>
                  </a:cubicBezTo>
                  <a:cubicBezTo>
                    <a:pt x="2017" y="1143"/>
                    <a:pt x="2159" y="1196"/>
                    <a:pt x="2268" y="1302"/>
                  </a:cubicBezTo>
                  <a:lnTo>
                    <a:pt x="2277" y="1308"/>
                  </a:lnTo>
                  <a:lnTo>
                    <a:pt x="4161" y="3126"/>
                  </a:lnTo>
                  <a:cubicBezTo>
                    <a:pt x="4271" y="3231"/>
                    <a:pt x="4412" y="3284"/>
                    <a:pt x="4554" y="3284"/>
                  </a:cubicBezTo>
                  <a:cubicBezTo>
                    <a:pt x="4695" y="3284"/>
                    <a:pt x="4836" y="3231"/>
                    <a:pt x="4946" y="3126"/>
                  </a:cubicBezTo>
                  <a:lnTo>
                    <a:pt x="6830" y="1308"/>
                  </a:lnTo>
                  <a:lnTo>
                    <a:pt x="6839" y="1302"/>
                  </a:lnTo>
                  <a:cubicBezTo>
                    <a:pt x="6948" y="1196"/>
                    <a:pt x="7090" y="1143"/>
                    <a:pt x="7232" y="1143"/>
                  </a:cubicBezTo>
                  <a:close/>
                  <a:moveTo>
                    <a:pt x="1865" y="0"/>
                  </a:moveTo>
                  <a:cubicBezTo>
                    <a:pt x="1430" y="0"/>
                    <a:pt x="995" y="166"/>
                    <a:pt x="664" y="499"/>
                  </a:cubicBezTo>
                  <a:cubicBezTo>
                    <a:pt x="0" y="1163"/>
                    <a:pt x="3" y="2241"/>
                    <a:pt x="667" y="2902"/>
                  </a:cubicBezTo>
                  <a:lnTo>
                    <a:pt x="2153" y="4388"/>
                  </a:lnTo>
                  <a:lnTo>
                    <a:pt x="667" y="5873"/>
                  </a:lnTo>
                  <a:cubicBezTo>
                    <a:pt x="0" y="6535"/>
                    <a:pt x="0" y="7610"/>
                    <a:pt x="661" y="8274"/>
                  </a:cubicBezTo>
                  <a:cubicBezTo>
                    <a:pt x="995" y="8607"/>
                    <a:pt x="1431" y="8774"/>
                    <a:pt x="1868" y="8774"/>
                  </a:cubicBezTo>
                  <a:cubicBezTo>
                    <a:pt x="2301" y="8774"/>
                    <a:pt x="2734" y="8609"/>
                    <a:pt x="3065" y="8280"/>
                  </a:cubicBezTo>
                  <a:lnTo>
                    <a:pt x="4554" y="6846"/>
                  </a:lnTo>
                  <a:lnTo>
                    <a:pt x="6042" y="8280"/>
                  </a:lnTo>
                  <a:cubicBezTo>
                    <a:pt x="6373" y="8609"/>
                    <a:pt x="6806" y="8774"/>
                    <a:pt x="7239" y="8774"/>
                  </a:cubicBezTo>
                  <a:cubicBezTo>
                    <a:pt x="7675" y="8774"/>
                    <a:pt x="8111" y="8607"/>
                    <a:pt x="8443" y="8274"/>
                  </a:cubicBezTo>
                  <a:cubicBezTo>
                    <a:pt x="9104" y="7610"/>
                    <a:pt x="9104" y="6535"/>
                    <a:pt x="8440" y="5873"/>
                  </a:cubicBezTo>
                  <a:lnTo>
                    <a:pt x="6957" y="4388"/>
                  </a:lnTo>
                  <a:lnTo>
                    <a:pt x="8440" y="2902"/>
                  </a:lnTo>
                  <a:cubicBezTo>
                    <a:pt x="8760" y="2585"/>
                    <a:pt x="8938" y="2153"/>
                    <a:pt x="8938" y="1703"/>
                  </a:cubicBezTo>
                  <a:cubicBezTo>
                    <a:pt x="8938" y="1018"/>
                    <a:pt x="8524" y="399"/>
                    <a:pt x="7893" y="133"/>
                  </a:cubicBezTo>
                  <a:cubicBezTo>
                    <a:pt x="7682" y="46"/>
                    <a:pt x="7460" y="3"/>
                    <a:pt x="7239" y="3"/>
                  </a:cubicBezTo>
                  <a:cubicBezTo>
                    <a:pt x="6799" y="3"/>
                    <a:pt x="6366" y="174"/>
                    <a:pt x="6042" y="496"/>
                  </a:cubicBezTo>
                  <a:lnTo>
                    <a:pt x="4554" y="1930"/>
                  </a:lnTo>
                  <a:lnTo>
                    <a:pt x="3065" y="496"/>
                  </a:lnTo>
                  <a:cubicBezTo>
                    <a:pt x="2733" y="165"/>
                    <a:pt x="2299" y="0"/>
                    <a:pt x="18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pic>
        <p:nvPicPr>
          <p:cNvPr id="1177" name="Google Shape;1177;p55"/>
          <p:cNvPicPr preferRelativeResize="0">
            <a:picLocks noGrp="1"/>
          </p:cNvPicPr>
          <p:nvPr>
            <p:ph type="pic" idx="2"/>
          </p:nvPr>
        </p:nvPicPr>
        <p:blipFill rotWithShape="1">
          <a:blip r:embed="rId3">
            <a:alphaModFix/>
          </a:blip>
          <a:srcRect l="398" t="23157" r="55322" b="9970"/>
          <a:stretch/>
        </p:blipFill>
        <p:spPr>
          <a:xfrm>
            <a:off x="4502850" y="858625"/>
            <a:ext cx="3616800" cy="3640800"/>
          </a:xfrm>
          <a:prstGeom prst="ellipse">
            <a:avLst/>
          </a:prstGeom>
        </p:spPr>
      </p:pic>
      <p:sp>
        <p:nvSpPr>
          <p:cNvPr id="1178" name="Google Shape;1178;p55"/>
          <p:cNvSpPr txBox="1">
            <a:spLocks noGrp="1"/>
          </p:cNvSpPr>
          <p:nvPr>
            <p:ph type="title"/>
          </p:nvPr>
        </p:nvSpPr>
        <p:spPr>
          <a:xfrm>
            <a:off x="732300" y="858575"/>
            <a:ext cx="3174000" cy="228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picture always reinforces</a:t>
            </a:r>
            <a:endParaRPr/>
          </a:p>
          <a:p>
            <a:pPr marL="0" lvl="0" indent="0" algn="l" rtl="0">
              <a:spcBef>
                <a:spcPts val="0"/>
              </a:spcBef>
              <a:spcAft>
                <a:spcPts val="0"/>
              </a:spcAft>
              <a:buNone/>
            </a:pPr>
            <a:r>
              <a:rPr lang="en"/>
              <a:t>the concept </a:t>
            </a:r>
            <a:endParaRPr/>
          </a:p>
        </p:txBody>
      </p:sp>
      <p:sp>
        <p:nvSpPr>
          <p:cNvPr id="1179" name="Google Shape;1179;p55"/>
          <p:cNvSpPr txBox="1">
            <a:spLocks noGrp="1"/>
          </p:cNvSpPr>
          <p:nvPr>
            <p:ph type="subTitle" idx="1"/>
          </p:nvPr>
        </p:nvSpPr>
        <p:spPr>
          <a:xfrm>
            <a:off x="732300" y="3140888"/>
            <a:ext cx="3174000" cy="95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Images reveal large amounts of data, so remember: use an image instead of long texts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56"/>
          <p:cNvSpPr txBox="1">
            <a:spLocks noGrp="1"/>
          </p:cNvSpPr>
          <p:nvPr>
            <p:ph type="title"/>
          </p:nvPr>
        </p:nvSpPr>
        <p:spPr>
          <a:xfrm>
            <a:off x="1509150" y="1579650"/>
            <a:ext cx="6125700" cy="1984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Awesome </a:t>
            </a:r>
            <a:r>
              <a:rPr lang="en">
                <a:solidFill>
                  <a:schemeClr val="accent1"/>
                </a:solidFill>
              </a:rPr>
              <a:t>words</a:t>
            </a:r>
            <a:endParaRPr>
              <a:solidFill>
                <a:schemeClr val="accen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8"/>
        <p:cNvGrpSpPr/>
        <p:nvPr/>
      </p:nvGrpSpPr>
      <p:grpSpPr>
        <a:xfrm>
          <a:off x="0" y="0"/>
          <a:ext cx="0" cy="0"/>
          <a:chOff x="0" y="0"/>
          <a:chExt cx="0" cy="0"/>
        </a:xfrm>
      </p:grpSpPr>
      <p:sp>
        <p:nvSpPr>
          <p:cNvPr id="1189" name="Google Shape;1189;p57"/>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Doctor appointments </a:t>
            </a:r>
            <a:endParaRPr/>
          </a:p>
        </p:txBody>
      </p:sp>
      <p:graphicFrame>
        <p:nvGraphicFramePr>
          <p:cNvPr id="1190" name="Google Shape;1190;p57"/>
          <p:cNvGraphicFramePr/>
          <p:nvPr/>
        </p:nvGraphicFramePr>
        <p:xfrm>
          <a:off x="1707350" y="1155141"/>
          <a:ext cx="3000000" cy="3000000"/>
        </p:xfrm>
        <a:graphic>
          <a:graphicData uri="http://schemas.openxmlformats.org/drawingml/2006/table">
            <a:tbl>
              <a:tblPr>
                <a:noFill/>
                <a:tableStyleId>{8C5E68EA-1443-40B1-B184-013054D8DD72}</a:tableStyleId>
              </a:tblPr>
              <a:tblGrid>
                <a:gridCol w="818475">
                  <a:extLst>
                    <a:ext uri="{9D8B030D-6E8A-4147-A177-3AD203B41FA5}">
                      <a16:colId xmlns:a16="http://schemas.microsoft.com/office/drawing/2014/main" val="20000"/>
                    </a:ext>
                  </a:extLst>
                </a:gridCol>
                <a:gridCol w="818475">
                  <a:extLst>
                    <a:ext uri="{9D8B030D-6E8A-4147-A177-3AD203B41FA5}">
                      <a16:colId xmlns:a16="http://schemas.microsoft.com/office/drawing/2014/main" val="20001"/>
                    </a:ext>
                  </a:extLst>
                </a:gridCol>
                <a:gridCol w="818475">
                  <a:extLst>
                    <a:ext uri="{9D8B030D-6E8A-4147-A177-3AD203B41FA5}">
                      <a16:colId xmlns:a16="http://schemas.microsoft.com/office/drawing/2014/main" val="20002"/>
                    </a:ext>
                  </a:extLst>
                </a:gridCol>
                <a:gridCol w="818475">
                  <a:extLst>
                    <a:ext uri="{9D8B030D-6E8A-4147-A177-3AD203B41FA5}">
                      <a16:colId xmlns:a16="http://schemas.microsoft.com/office/drawing/2014/main" val="20003"/>
                    </a:ext>
                  </a:extLst>
                </a:gridCol>
                <a:gridCol w="818475">
                  <a:extLst>
                    <a:ext uri="{9D8B030D-6E8A-4147-A177-3AD203B41FA5}">
                      <a16:colId xmlns:a16="http://schemas.microsoft.com/office/drawing/2014/main" val="20004"/>
                    </a:ext>
                  </a:extLst>
                </a:gridCol>
                <a:gridCol w="818475">
                  <a:extLst>
                    <a:ext uri="{9D8B030D-6E8A-4147-A177-3AD203B41FA5}">
                      <a16:colId xmlns:a16="http://schemas.microsoft.com/office/drawing/2014/main" val="20005"/>
                    </a:ext>
                  </a:extLst>
                </a:gridCol>
                <a:gridCol w="818475">
                  <a:extLst>
                    <a:ext uri="{9D8B030D-6E8A-4147-A177-3AD203B41FA5}">
                      <a16:colId xmlns:a16="http://schemas.microsoft.com/office/drawing/2014/main" val="20006"/>
                    </a:ext>
                  </a:extLst>
                </a:gridCol>
              </a:tblGrid>
              <a:tr h="441575">
                <a:tc>
                  <a:txBody>
                    <a:bodyPr/>
                    <a:lstStyle/>
                    <a:p>
                      <a:pPr marL="0" lvl="0" indent="0" algn="ctr" rtl="0">
                        <a:spcBef>
                          <a:spcPts val="0"/>
                        </a:spcBef>
                        <a:spcAft>
                          <a:spcPts val="0"/>
                        </a:spcAft>
                        <a:buNone/>
                      </a:pPr>
                      <a:r>
                        <a:rPr lang="en" sz="1600">
                          <a:solidFill>
                            <a:schemeClr val="dk1"/>
                          </a:solidFill>
                          <a:latin typeface="Outfit ExtraBold"/>
                          <a:ea typeface="Outfit ExtraBold"/>
                          <a:cs typeface="Outfit ExtraBold"/>
                          <a:sym typeface="Outfit ExtraBold"/>
                        </a:rPr>
                        <a:t>Mon.</a:t>
                      </a:r>
                      <a:endParaRPr sz="1600">
                        <a:solidFill>
                          <a:schemeClr val="dk1"/>
                        </a:solidFill>
                        <a:latin typeface="Outfit ExtraBold"/>
                        <a:ea typeface="Outfit ExtraBold"/>
                        <a:cs typeface="Outfit ExtraBold"/>
                        <a:sym typeface="Outfit ExtraBold"/>
                      </a:endParaRPr>
                    </a:p>
                  </a:txBody>
                  <a:tcPr marL="91425" marR="91425" marT="91425" marB="91425" anchor="ctr">
                    <a:lnL w="19050" cap="flat" cmpd="sng">
                      <a:solidFill>
                        <a:schemeClr val="dk2"/>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a:solidFill>
                            <a:schemeClr val="dk1"/>
                          </a:solidFill>
                          <a:latin typeface="Outfit ExtraBold"/>
                          <a:ea typeface="Outfit ExtraBold"/>
                          <a:cs typeface="Outfit ExtraBold"/>
                          <a:sym typeface="Outfit ExtraBold"/>
                        </a:rPr>
                        <a:t>Tue.</a:t>
                      </a:r>
                      <a:endParaRPr sz="1600">
                        <a:solidFill>
                          <a:schemeClr val="dk1"/>
                        </a:solidFill>
                        <a:latin typeface="Outfit ExtraBold"/>
                        <a:ea typeface="Outfit ExtraBold"/>
                        <a:cs typeface="Outfit ExtraBold"/>
                        <a:sym typeface="Outfit ExtraBold"/>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a:solidFill>
                            <a:schemeClr val="dk1"/>
                          </a:solidFill>
                          <a:latin typeface="Outfit ExtraBold"/>
                          <a:ea typeface="Outfit ExtraBold"/>
                          <a:cs typeface="Outfit ExtraBold"/>
                          <a:sym typeface="Outfit ExtraBold"/>
                        </a:rPr>
                        <a:t>Wed.</a:t>
                      </a:r>
                      <a:endParaRPr sz="1600">
                        <a:solidFill>
                          <a:schemeClr val="dk1"/>
                        </a:solidFill>
                        <a:latin typeface="Outfit ExtraBold"/>
                        <a:ea typeface="Outfit ExtraBold"/>
                        <a:cs typeface="Outfit ExtraBold"/>
                        <a:sym typeface="Outfit ExtraBold"/>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a:solidFill>
                            <a:schemeClr val="dk1"/>
                          </a:solidFill>
                          <a:latin typeface="Outfit ExtraBold"/>
                          <a:ea typeface="Outfit ExtraBold"/>
                          <a:cs typeface="Outfit ExtraBold"/>
                          <a:sym typeface="Outfit ExtraBold"/>
                        </a:rPr>
                        <a:t>Thu.</a:t>
                      </a:r>
                      <a:endParaRPr sz="1600">
                        <a:solidFill>
                          <a:schemeClr val="dk1"/>
                        </a:solidFill>
                        <a:latin typeface="Outfit ExtraBold"/>
                        <a:ea typeface="Outfit ExtraBold"/>
                        <a:cs typeface="Outfit ExtraBold"/>
                        <a:sym typeface="Outfit ExtraBold"/>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a:solidFill>
                            <a:schemeClr val="dk1"/>
                          </a:solidFill>
                          <a:latin typeface="Outfit ExtraBold"/>
                          <a:ea typeface="Outfit ExtraBold"/>
                          <a:cs typeface="Outfit ExtraBold"/>
                          <a:sym typeface="Outfit ExtraBold"/>
                        </a:rPr>
                        <a:t>Fri.</a:t>
                      </a:r>
                      <a:endParaRPr sz="1600">
                        <a:solidFill>
                          <a:schemeClr val="dk1"/>
                        </a:solidFill>
                        <a:latin typeface="Outfit ExtraBold"/>
                        <a:ea typeface="Outfit ExtraBold"/>
                        <a:cs typeface="Outfit ExtraBold"/>
                        <a:sym typeface="Outfit ExtraBold"/>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a:solidFill>
                            <a:schemeClr val="dk1"/>
                          </a:solidFill>
                          <a:latin typeface="Outfit ExtraBold"/>
                          <a:ea typeface="Outfit ExtraBold"/>
                          <a:cs typeface="Outfit ExtraBold"/>
                          <a:sym typeface="Outfit ExtraBold"/>
                        </a:rPr>
                        <a:t>Sat.</a:t>
                      </a:r>
                      <a:endParaRPr sz="1600">
                        <a:solidFill>
                          <a:schemeClr val="dk1"/>
                        </a:solidFill>
                        <a:latin typeface="Outfit ExtraBold"/>
                        <a:ea typeface="Outfit ExtraBold"/>
                        <a:cs typeface="Outfit ExtraBold"/>
                        <a:sym typeface="Outfit ExtraBold"/>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a:solidFill>
                            <a:schemeClr val="dk1"/>
                          </a:solidFill>
                          <a:latin typeface="Outfit ExtraBold"/>
                          <a:ea typeface="Outfit ExtraBold"/>
                          <a:cs typeface="Outfit ExtraBold"/>
                          <a:sym typeface="Outfit ExtraBold"/>
                        </a:rPr>
                        <a:t>Sun.</a:t>
                      </a:r>
                      <a:endParaRPr sz="1600">
                        <a:solidFill>
                          <a:schemeClr val="dk1"/>
                        </a:solidFill>
                        <a:latin typeface="Outfit ExtraBold"/>
                        <a:ea typeface="Outfit ExtraBold"/>
                        <a:cs typeface="Outfit ExtraBold"/>
                        <a:sym typeface="Outfit ExtraBold"/>
                      </a:endParaRPr>
                    </a:p>
                  </a:txBody>
                  <a:tcPr marL="91425" marR="91425" marT="91425" marB="91425" anchor="ctr">
                    <a:lnL w="9525"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62150">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31</a:t>
                      </a:r>
                      <a:endParaRPr>
                        <a:solidFill>
                          <a:schemeClr val="dk1"/>
                        </a:solidFill>
                        <a:latin typeface="Karla"/>
                        <a:ea typeface="Karla"/>
                        <a:cs typeface="Karla"/>
                        <a:sym typeface="Karl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3</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4</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5</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6</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362150">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7</a:t>
                      </a:r>
                      <a:endParaRPr>
                        <a:solidFill>
                          <a:schemeClr val="dk1"/>
                        </a:solidFill>
                        <a:latin typeface="Karla"/>
                        <a:ea typeface="Karla"/>
                        <a:cs typeface="Karla"/>
                        <a:sym typeface="Karl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8</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9</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10</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11</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12</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13</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362150">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14</a:t>
                      </a:r>
                      <a:endParaRPr>
                        <a:solidFill>
                          <a:schemeClr val="dk1"/>
                        </a:solidFill>
                        <a:latin typeface="Karla"/>
                        <a:ea typeface="Karla"/>
                        <a:cs typeface="Karla"/>
                        <a:sym typeface="Karl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15</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16</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17</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18</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19</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20</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362150">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21</a:t>
                      </a:r>
                      <a:endParaRPr>
                        <a:solidFill>
                          <a:schemeClr val="dk1"/>
                        </a:solidFill>
                        <a:latin typeface="Karla"/>
                        <a:ea typeface="Karla"/>
                        <a:cs typeface="Karla"/>
                        <a:sym typeface="Karl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22</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23</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24</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25</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26</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27</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r h="362150">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28</a:t>
                      </a:r>
                      <a:endParaRPr>
                        <a:solidFill>
                          <a:schemeClr val="dk1"/>
                        </a:solidFill>
                        <a:latin typeface="Karla"/>
                        <a:ea typeface="Karla"/>
                        <a:cs typeface="Karla"/>
                        <a:sym typeface="Karl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29</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30</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31</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1</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2</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Karla"/>
                          <a:ea typeface="Karla"/>
                          <a:cs typeface="Karla"/>
                          <a:sym typeface="Karla"/>
                        </a:rPr>
                        <a:t>3</a:t>
                      </a:r>
                      <a:endParaRPr>
                        <a:solidFill>
                          <a:schemeClr val="dk1"/>
                        </a:solidFill>
                        <a:latin typeface="Karla"/>
                        <a:ea typeface="Karla"/>
                        <a:cs typeface="Karla"/>
                        <a:sym typeface="Karla"/>
                      </a:endParaRPr>
                    </a:p>
                  </a:txBody>
                  <a:tcPr marL="91425" marR="91425" marT="91425" marB="91425" anchor="ctr">
                    <a:lnL w="19050"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191" name="Google Shape;1191;p57"/>
          <p:cNvSpPr txBox="1">
            <a:spLocks noGrp="1"/>
          </p:cNvSpPr>
          <p:nvPr>
            <p:ph type="title" idx="4294967295"/>
          </p:nvPr>
        </p:nvSpPr>
        <p:spPr>
          <a:xfrm>
            <a:off x="2404438" y="3696150"/>
            <a:ext cx="1642800" cy="527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t>Mercury</a:t>
            </a:r>
            <a:endParaRPr sz="2000"/>
          </a:p>
        </p:txBody>
      </p:sp>
      <p:sp>
        <p:nvSpPr>
          <p:cNvPr id="1192" name="Google Shape;1192;p57"/>
          <p:cNvSpPr txBox="1">
            <a:spLocks noGrp="1"/>
          </p:cNvSpPr>
          <p:nvPr>
            <p:ph type="title" idx="4294967295"/>
          </p:nvPr>
        </p:nvSpPr>
        <p:spPr>
          <a:xfrm>
            <a:off x="5436162" y="3696150"/>
            <a:ext cx="1642800" cy="527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t>Venus</a:t>
            </a:r>
            <a:endParaRPr sz="2000"/>
          </a:p>
        </p:txBody>
      </p:sp>
      <p:sp>
        <p:nvSpPr>
          <p:cNvPr id="1193" name="Google Shape;1193;p57"/>
          <p:cNvSpPr/>
          <p:nvPr/>
        </p:nvSpPr>
        <p:spPr>
          <a:xfrm flipH="1">
            <a:off x="1985712" y="3778501"/>
            <a:ext cx="363000" cy="36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7"/>
          <p:cNvSpPr/>
          <p:nvPr/>
        </p:nvSpPr>
        <p:spPr>
          <a:xfrm flipH="1">
            <a:off x="5037837" y="3778501"/>
            <a:ext cx="363000" cy="363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57"/>
          <p:cNvSpPr txBox="1">
            <a:spLocks noGrp="1"/>
          </p:cNvSpPr>
          <p:nvPr>
            <p:ph type="subTitle" idx="4294967295"/>
          </p:nvPr>
        </p:nvSpPr>
        <p:spPr>
          <a:xfrm>
            <a:off x="2404449" y="4044525"/>
            <a:ext cx="2043900" cy="4848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1400"/>
              <a:t>Mercury is the smallest planet</a:t>
            </a:r>
            <a:endParaRPr sz="1400">
              <a:solidFill>
                <a:schemeClr val="dk1"/>
              </a:solidFill>
            </a:endParaRPr>
          </a:p>
        </p:txBody>
      </p:sp>
      <p:sp>
        <p:nvSpPr>
          <p:cNvPr id="1196" name="Google Shape;1196;p57"/>
          <p:cNvSpPr txBox="1">
            <a:spLocks noGrp="1"/>
          </p:cNvSpPr>
          <p:nvPr>
            <p:ph type="subTitle" idx="4294967295"/>
          </p:nvPr>
        </p:nvSpPr>
        <p:spPr>
          <a:xfrm>
            <a:off x="5436163" y="4044525"/>
            <a:ext cx="2043900" cy="4848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1400"/>
              <a:t>Venus is the second planet from the Sun</a:t>
            </a:r>
            <a:endParaRPr sz="14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00"/>
        <p:cNvGrpSpPr/>
        <p:nvPr/>
      </p:nvGrpSpPr>
      <p:grpSpPr>
        <a:xfrm>
          <a:off x="0" y="0"/>
          <a:ext cx="0" cy="0"/>
          <a:chOff x="0" y="0"/>
          <a:chExt cx="0" cy="0"/>
        </a:xfrm>
      </p:grpSpPr>
      <p:sp>
        <p:nvSpPr>
          <p:cNvPr id="1201" name="Google Shape;1201;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Prevalence</a:t>
            </a:r>
            <a:endParaRPr/>
          </a:p>
        </p:txBody>
      </p:sp>
      <p:sp>
        <p:nvSpPr>
          <p:cNvPr id="1202" name="Google Shape;1202;p58"/>
          <p:cNvSpPr txBox="1">
            <a:spLocks noGrp="1"/>
          </p:cNvSpPr>
          <p:nvPr>
            <p:ph type="title" idx="4294967295"/>
          </p:nvPr>
        </p:nvSpPr>
        <p:spPr>
          <a:xfrm>
            <a:off x="6367811" y="1602075"/>
            <a:ext cx="2043900" cy="4758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t>Mercury</a:t>
            </a:r>
            <a:endParaRPr sz="2000"/>
          </a:p>
        </p:txBody>
      </p:sp>
      <p:sp>
        <p:nvSpPr>
          <p:cNvPr id="1203" name="Google Shape;1203;p58"/>
          <p:cNvSpPr txBox="1">
            <a:spLocks noGrp="1"/>
          </p:cNvSpPr>
          <p:nvPr>
            <p:ph type="subTitle" idx="4294967295"/>
          </p:nvPr>
        </p:nvSpPr>
        <p:spPr>
          <a:xfrm>
            <a:off x="6367811" y="2063625"/>
            <a:ext cx="2043900" cy="6156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1400"/>
              <a:t>Mercury is the smallest planet</a:t>
            </a:r>
            <a:endParaRPr sz="1400">
              <a:solidFill>
                <a:schemeClr val="dk1"/>
              </a:solidFill>
            </a:endParaRPr>
          </a:p>
        </p:txBody>
      </p:sp>
      <p:sp>
        <p:nvSpPr>
          <p:cNvPr id="1204" name="Google Shape;1204;p58"/>
          <p:cNvSpPr txBox="1">
            <a:spLocks noGrp="1"/>
          </p:cNvSpPr>
          <p:nvPr>
            <p:ph type="title" idx="4294967295"/>
          </p:nvPr>
        </p:nvSpPr>
        <p:spPr>
          <a:xfrm>
            <a:off x="6367800" y="3318063"/>
            <a:ext cx="2043900" cy="4758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t>Jupiter</a:t>
            </a:r>
            <a:endParaRPr sz="2000"/>
          </a:p>
        </p:txBody>
      </p:sp>
      <p:sp>
        <p:nvSpPr>
          <p:cNvPr id="1205" name="Google Shape;1205;p58"/>
          <p:cNvSpPr txBox="1">
            <a:spLocks noGrp="1"/>
          </p:cNvSpPr>
          <p:nvPr>
            <p:ph type="subTitle" idx="4294967295"/>
          </p:nvPr>
        </p:nvSpPr>
        <p:spPr>
          <a:xfrm>
            <a:off x="6367800" y="3788300"/>
            <a:ext cx="2043900" cy="6156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1400">
                <a:solidFill>
                  <a:schemeClr val="dk1"/>
                </a:solidFill>
              </a:rPr>
              <a:t>Jupiter is the biggest planet of them all</a:t>
            </a:r>
            <a:endParaRPr sz="1400">
              <a:solidFill>
                <a:schemeClr val="dk1"/>
              </a:solidFill>
            </a:endParaRPr>
          </a:p>
        </p:txBody>
      </p:sp>
      <p:sp>
        <p:nvSpPr>
          <p:cNvPr id="1206" name="Google Shape;1206;p58"/>
          <p:cNvSpPr txBox="1"/>
          <p:nvPr/>
        </p:nvSpPr>
        <p:spPr>
          <a:xfrm>
            <a:off x="6367800" y="1074375"/>
            <a:ext cx="10998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accent1"/>
                </a:solidFill>
                <a:latin typeface="Outfit"/>
                <a:ea typeface="Outfit"/>
                <a:cs typeface="Outfit"/>
                <a:sym typeface="Outfit"/>
              </a:rPr>
              <a:t>20%</a:t>
            </a:r>
            <a:endParaRPr sz="3000" b="1">
              <a:solidFill>
                <a:schemeClr val="accent1"/>
              </a:solidFill>
              <a:latin typeface="Outfit"/>
              <a:ea typeface="Outfit"/>
              <a:cs typeface="Outfit"/>
              <a:sym typeface="Outfit"/>
            </a:endParaRPr>
          </a:p>
        </p:txBody>
      </p:sp>
      <p:sp>
        <p:nvSpPr>
          <p:cNvPr id="1207" name="Google Shape;1207;p58"/>
          <p:cNvSpPr txBox="1"/>
          <p:nvPr/>
        </p:nvSpPr>
        <p:spPr>
          <a:xfrm>
            <a:off x="6367800" y="2790375"/>
            <a:ext cx="10998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accent1"/>
                </a:solidFill>
                <a:latin typeface="Outfit"/>
                <a:ea typeface="Outfit"/>
                <a:cs typeface="Outfit"/>
                <a:sym typeface="Outfit"/>
              </a:rPr>
              <a:t>80%</a:t>
            </a:r>
            <a:endParaRPr sz="3000" b="1">
              <a:solidFill>
                <a:schemeClr val="accent1"/>
              </a:solidFill>
              <a:latin typeface="Outfit"/>
              <a:ea typeface="Outfit"/>
              <a:cs typeface="Outfit"/>
              <a:sym typeface="Outfit"/>
            </a:endParaRPr>
          </a:p>
        </p:txBody>
      </p:sp>
      <p:grpSp>
        <p:nvGrpSpPr>
          <p:cNvPr id="1208" name="Google Shape;1208;p58"/>
          <p:cNvGrpSpPr/>
          <p:nvPr/>
        </p:nvGrpSpPr>
        <p:grpSpPr>
          <a:xfrm>
            <a:off x="675850" y="1348700"/>
            <a:ext cx="5106675" cy="2784139"/>
            <a:chOff x="-15087562" y="1923325"/>
            <a:chExt cx="14962422" cy="8157454"/>
          </a:xfrm>
        </p:grpSpPr>
        <p:sp>
          <p:nvSpPr>
            <p:cNvPr id="1209" name="Google Shape;1209;p58"/>
            <p:cNvSpPr/>
            <p:nvPr/>
          </p:nvSpPr>
          <p:spPr>
            <a:xfrm>
              <a:off x="-6293089" y="5912737"/>
              <a:ext cx="3100366" cy="708197"/>
            </a:xfrm>
            <a:custGeom>
              <a:avLst/>
              <a:gdLst/>
              <a:ahLst/>
              <a:cxnLst/>
              <a:rect l="l" t="t" r="r" b="b"/>
              <a:pathLst>
                <a:path w="59156" h="13204" extrusionOk="0">
                  <a:moveTo>
                    <a:pt x="1" y="0"/>
                  </a:moveTo>
                  <a:lnTo>
                    <a:pt x="1" y="0"/>
                  </a:lnTo>
                  <a:close/>
                  <a:moveTo>
                    <a:pt x="59155" y="13203"/>
                  </a:move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58"/>
            <p:cNvSpPr/>
            <p:nvPr/>
          </p:nvSpPr>
          <p:spPr>
            <a:xfrm>
              <a:off x="-9477577" y="2195537"/>
              <a:ext cx="8634338" cy="6670531"/>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58"/>
            <p:cNvSpPr/>
            <p:nvPr/>
          </p:nvSpPr>
          <p:spPr>
            <a:xfrm>
              <a:off x="-3179249" y="7445435"/>
              <a:ext cx="2325065" cy="1746087"/>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58"/>
            <p:cNvSpPr/>
            <p:nvPr/>
          </p:nvSpPr>
          <p:spPr>
            <a:xfrm>
              <a:off x="-2071581" y="6835360"/>
              <a:ext cx="1198355" cy="668936"/>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58"/>
            <p:cNvSpPr/>
            <p:nvPr/>
          </p:nvSpPr>
          <p:spPr>
            <a:xfrm>
              <a:off x="-3210957" y="6385929"/>
              <a:ext cx="591499" cy="683203"/>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58"/>
            <p:cNvSpPr/>
            <p:nvPr/>
          </p:nvSpPr>
          <p:spPr>
            <a:xfrm>
              <a:off x="-3953647" y="6463167"/>
              <a:ext cx="1135830" cy="924024"/>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58"/>
            <p:cNvSpPr/>
            <p:nvPr/>
          </p:nvSpPr>
          <p:spPr>
            <a:xfrm>
              <a:off x="-6376420" y="7461633"/>
              <a:ext cx="476459" cy="84834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58"/>
            <p:cNvSpPr/>
            <p:nvPr/>
          </p:nvSpPr>
          <p:spPr>
            <a:xfrm>
              <a:off x="-2079704" y="3949972"/>
              <a:ext cx="560682" cy="897367"/>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58"/>
            <p:cNvSpPr/>
            <p:nvPr/>
          </p:nvSpPr>
          <p:spPr>
            <a:xfrm>
              <a:off x="-1107880" y="8942302"/>
              <a:ext cx="982740" cy="760652"/>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58"/>
            <p:cNvSpPr/>
            <p:nvPr/>
          </p:nvSpPr>
          <p:spPr>
            <a:xfrm>
              <a:off x="-2356844" y="5582651"/>
              <a:ext cx="488199" cy="826891"/>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58"/>
            <p:cNvSpPr/>
            <p:nvPr/>
          </p:nvSpPr>
          <p:spPr>
            <a:xfrm>
              <a:off x="-2705575" y="6706307"/>
              <a:ext cx="388620" cy="487918"/>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58"/>
            <p:cNvSpPr/>
            <p:nvPr/>
          </p:nvSpPr>
          <p:spPr>
            <a:xfrm>
              <a:off x="-6520440" y="2202188"/>
              <a:ext cx="545326" cy="3497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58"/>
            <p:cNvSpPr/>
            <p:nvPr/>
          </p:nvSpPr>
          <p:spPr>
            <a:xfrm>
              <a:off x="-8017561" y="2069166"/>
              <a:ext cx="516291" cy="190458"/>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58"/>
            <p:cNvSpPr/>
            <p:nvPr/>
          </p:nvSpPr>
          <p:spPr>
            <a:xfrm>
              <a:off x="-8949554" y="3346924"/>
              <a:ext cx="242816" cy="248491"/>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58"/>
            <p:cNvSpPr/>
            <p:nvPr/>
          </p:nvSpPr>
          <p:spPr>
            <a:xfrm>
              <a:off x="-2824858" y="7306620"/>
              <a:ext cx="451460" cy="176727"/>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8"/>
            <p:cNvSpPr/>
            <p:nvPr/>
          </p:nvSpPr>
          <p:spPr>
            <a:xfrm>
              <a:off x="-3571217" y="2255021"/>
              <a:ext cx="549624" cy="117622"/>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58"/>
            <p:cNvSpPr/>
            <p:nvPr/>
          </p:nvSpPr>
          <p:spPr>
            <a:xfrm>
              <a:off x="-1954708" y="9308755"/>
              <a:ext cx="263570" cy="208908"/>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58"/>
            <p:cNvSpPr/>
            <p:nvPr/>
          </p:nvSpPr>
          <p:spPr>
            <a:xfrm>
              <a:off x="-4392889" y="6122192"/>
              <a:ext cx="172114" cy="274718"/>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58"/>
            <p:cNvSpPr/>
            <p:nvPr/>
          </p:nvSpPr>
          <p:spPr>
            <a:xfrm>
              <a:off x="-5369272" y="2026953"/>
              <a:ext cx="336996" cy="141918"/>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58"/>
            <p:cNvSpPr/>
            <p:nvPr/>
          </p:nvSpPr>
          <p:spPr>
            <a:xfrm>
              <a:off x="-7686964" y="2028938"/>
              <a:ext cx="247323" cy="119552"/>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58"/>
            <p:cNvSpPr/>
            <p:nvPr/>
          </p:nvSpPr>
          <p:spPr>
            <a:xfrm>
              <a:off x="-2485456" y="7316973"/>
              <a:ext cx="268130" cy="164445"/>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58"/>
            <p:cNvSpPr/>
            <p:nvPr/>
          </p:nvSpPr>
          <p:spPr>
            <a:xfrm>
              <a:off x="-2397461" y="5173931"/>
              <a:ext cx="142084" cy="201346"/>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58"/>
            <p:cNvSpPr/>
            <p:nvPr/>
          </p:nvSpPr>
          <p:spPr>
            <a:xfrm>
              <a:off x="-2413027" y="6025806"/>
              <a:ext cx="158540" cy="208694"/>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58"/>
            <p:cNvSpPr/>
            <p:nvPr/>
          </p:nvSpPr>
          <p:spPr>
            <a:xfrm>
              <a:off x="-6887252" y="2021428"/>
              <a:ext cx="233749" cy="101531"/>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58"/>
            <p:cNvSpPr/>
            <p:nvPr/>
          </p:nvSpPr>
          <p:spPr>
            <a:xfrm>
              <a:off x="-454338" y="8046821"/>
              <a:ext cx="155291" cy="171739"/>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58"/>
            <p:cNvSpPr/>
            <p:nvPr/>
          </p:nvSpPr>
          <p:spPr>
            <a:xfrm>
              <a:off x="-1862258" y="6577148"/>
              <a:ext cx="138520" cy="171203"/>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58"/>
            <p:cNvSpPr/>
            <p:nvPr/>
          </p:nvSpPr>
          <p:spPr>
            <a:xfrm>
              <a:off x="-6608278" y="2004747"/>
              <a:ext cx="182858" cy="107592"/>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58"/>
            <p:cNvSpPr/>
            <p:nvPr/>
          </p:nvSpPr>
          <p:spPr>
            <a:xfrm>
              <a:off x="-1749841" y="2470108"/>
              <a:ext cx="169966" cy="89678"/>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58"/>
            <p:cNvSpPr/>
            <p:nvPr/>
          </p:nvSpPr>
          <p:spPr>
            <a:xfrm>
              <a:off x="-5010322" y="2106498"/>
              <a:ext cx="170961" cy="100780"/>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58"/>
            <p:cNvSpPr/>
            <p:nvPr/>
          </p:nvSpPr>
          <p:spPr>
            <a:xfrm>
              <a:off x="-2199931" y="6972189"/>
              <a:ext cx="163100" cy="86299"/>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58"/>
            <p:cNvSpPr/>
            <p:nvPr/>
          </p:nvSpPr>
          <p:spPr>
            <a:xfrm>
              <a:off x="-6384543" y="2025129"/>
              <a:ext cx="130029" cy="85333"/>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58"/>
            <p:cNvSpPr/>
            <p:nvPr/>
          </p:nvSpPr>
          <p:spPr>
            <a:xfrm>
              <a:off x="-11173067" y="2041864"/>
              <a:ext cx="1090547" cy="20392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58"/>
            <p:cNvSpPr/>
            <p:nvPr/>
          </p:nvSpPr>
          <p:spPr>
            <a:xfrm>
              <a:off x="-15087562" y="1923325"/>
              <a:ext cx="6776718" cy="8157454"/>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58"/>
            <p:cNvSpPr/>
            <p:nvPr/>
          </p:nvSpPr>
          <p:spPr>
            <a:xfrm>
              <a:off x="-12261711" y="2141899"/>
              <a:ext cx="593281" cy="196680"/>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58"/>
            <p:cNvSpPr/>
            <p:nvPr/>
          </p:nvSpPr>
          <p:spPr>
            <a:xfrm>
              <a:off x="-8984878" y="2717431"/>
              <a:ext cx="447477" cy="205047"/>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58"/>
            <p:cNvSpPr/>
            <p:nvPr/>
          </p:nvSpPr>
          <p:spPr>
            <a:xfrm>
              <a:off x="-12530727" y="5269782"/>
              <a:ext cx="552559" cy="242645"/>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58"/>
            <p:cNvSpPr/>
            <p:nvPr/>
          </p:nvSpPr>
          <p:spPr>
            <a:xfrm>
              <a:off x="-11634058" y="2075871"/>
              <a:ext cx="339669" cy="240338"/>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58"/>
            <p:cNvSpPr/>
            <p:nvPr/>
          </p:nvSpPr>
          <p:spPr>
            <a:xfrm>
              <a:off x="-12036194" y="5472425"/>
              <a:ext cx="346011" cy="158652"/>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8"/>
            <p:cNvSpPr/>
            <p:nvPr/>
          </p:nvSpPr>
          <p:spPr>
            <a:xfrm>
              <a:off x="-11547111" y="2772249"/>
              <a:ext cx="271746" cy="138432"/>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58"/>
            <p:cNvSpPr/>
            <p:nvPr/>
          </p:nvSpPr>
          <p:spPr>
            <a:xfrm>
              <a:off x="-11828811" y="2097755"/>
              <a:ext cx="197586" cy="96168"/>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58"/>
            <p:cNvSpPr/>
            <p:nvPr/>
          </p:nvSpPr>
          <p:spPr>
            <a:xfrm>
              <a:off x="-11655808" y="5549288"/>
              <a:ext cx="124159" cy="9509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58"/>
            <p:cNvSpPr/>
            <p:nvPr/>
          </p:nvSpPr>
          <p:spPr>
            <a:xfrm>
              <a:off x="-10828896" y="9820674"/>
              <a:ext cx="131392" cy="84153"/>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8"/>
            <p:cNvSpPr/>
            <p:nvPr/>
          </p:nvSpPr>
          <p:spPr>
            <a:xfrm>
              <a:off x="-12213704" y="5562322"/>
              <a:ext cx="117765" cy="8211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58"/>
            <p:cNvSpPr/>
            <p:nvPr/>
          </p:nvSpPr>
          <p:spPr>
            <a:xfrm>
              <a:off x="-806842" y="7147638"/>
              <a:ext cx="99317" cy="114886"/>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58"/>
            <p:cNvSpPr/>
            <p:nvPr/>
          </p:nvSpPr>
          <p:spPr>
            <a:xfrm>
              <a:off x="-6580187" y="2569445"/>
              <a:ext cx="115092" cy="81311"/>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8"/>
            <p:cNvSpPr/>
            <p:nvPr/>
          </p:nvSpPr>
          <p:spPr>
            <a:xfrm>
              <a:off x="-2320629" y="6998794"/>
              <a:ext cx="105082" cy="80077"/>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58"/>
            <p:cNvSpPr/>
            <p:nvPr/>
          </p:nvSpPr>
          <p:spPr>
            <a:xfrm>
              <a:off x="-1572540" y="3943321"/>
              <a:ext cx="96592" cy="90536"/>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58"/>
            <p:cNvSpPr/>
            <p:nvPr/>
          </p:nvSpPr>
          <p:spPr>
            <a:xfrm>
              <a:off x="-8132600" y="4082028"/>
              <a:ext cx="112367" cy="270696"/>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58"/>
            <p:cNvSpPr/>
            <p:nvPr/>
          </p:nvSpPr>
          <p:spPr>
            <a:xfrm>
              <a:off x="-7379951" y="4524164"/>
              <a:ext cx="196590" cy="97401"/>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58"/>
            <p:cNvSpPr/>
            <p:nvPr/>
          </p:nvSpPr>
          <p:spPr>
            <a:xfrm>
              <a:off x="-6927974" y="4550768"/>
              <a:ext cx="106025" cy="80667"/>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58"/>
            <p:cNvSpPr/>
            <p:nvPr/>
          </p:nvSpPr>
          <p:spPr>
            <a:xfrm>
              <a:off x="-8416028" y="4259945"/>
              <a:ext cx="94181" cy="81901"/>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60" name="Google Shape;1260;p58"/>
          <p:cNvCxnSpPr>
            <a:stCxn id="1207" idx="1"/>
          </p:cNvCxnSpPr>
          <p:nvPr/>
        </p:nvCxnSpPr>
        <p:spPr>
          <a:xfrm rot="10800000">
            <a:off x="2867700" y="2063625"/>
            <a:ext cx="3500100" cy="990600"/>
          </a:xfrm>
          <a:prstGeom prst="bentConnector3">
            <a:avLst>
              <a:gd name="adj1" fmla="val 50000"/>
            </a:avLst>
          </a:prstGeom>
          <a:noFill/>
          <a:ln w="19050" cap="flat" cmpd="sng">
            <a:solidFill>
              <a:schemeClr val="dk2"/>
            </a:solidFill>
            <a:prstDash val="solid"/>
            <a:round/>
            <a:headEnd type="oval" w="med" len="med"/>
            <a:tailEnd type="oval" w="med" len="med"/>
          </a:ln>
        </p:spPr>
      </p:cxnSp>
      <p:cxnSp>
        <p:nvCxnSpPr>
          <p:cNvPr id="1261" name="Google Shape;1261;p58"/>
          <p:cNvCxnSpPr>
            <a:stCxn id="1206" idx="1"/>
          </p:cNvCxnSpPr>
          <p:nvPr/>
        </p:nvCxnSpPr>
        <p:spPr>
          <a:xfrm flipH="1">
            <a:off x="4967400" y="1338225"/>
            <a:ext cx="1400400" cy="962700"/>
          </a:xfrm>
          <a:prstGeom prst="bentConnector3">
            <a:avLst>
              <a:gd name="adj1" fmla="val 50000"/>
            </a:avLst>
          </a:prstGeom>
          <a:noFill/>
          <a:ln w="19050" cap="flat" cmpd="sng">
            <a:solidFill>
              <a:schemeClr val="dk2"/>
            </a:solidFill>
            <a:prstDash val="solid"/>
            <a:round/>
            <a:headEnd type="oval" w="med" len="med"/>
            <a:tailEnd type="oval"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59"/>
          <p:cNvSpPr txBox="1">
            <a:spLocks noGrp="1"/>
          </p:cNvSpPr>
          <p:nvPr>
            <p:ph type="body" idx="1"/>
          </p:nvPr>
        </p:nvSpPr>
        <p:spPr>
          <a:xfrm>
            <a:off x="2089500" y="1638670"/>
            <a:ext cx="4965000" cy="20271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lt2"/>
              </a:buClr>
              <a:buSzPts val="1400"/>
              <a:buChar char="●"/>
            </a:pPr>
            <a:r>
              <a:rPr lang="en"/>
              <a:t>AUTHOR (YEAR). </a:t>
            </a:r>
            <a:r>
              <a:rPr lang="en" i="1"/>
              <a:t>Title of the publication. </a:t>
            </a:r>
            <a:r>
              <a:rPr lang="en"/>
              <a:t>Publisher</a:t>
            </a:r>
            <a:endParaRPr/>
          </a:p>
          <a:p>
            <a:pPr marL="457200" lvl="0" indent="-317500" algn="l" rtl="0">
              <a:spcBef>
                <a:spcPts val="0"/>
              </a:spcBef>
              <a:spcAft>
                <a:spcPts val="0"/>
              </a:spcAft>
              <a:buClr>
                <a:schemeClr val="lt2"/>
              </a:buClr>
              <a:buSzPts val="1400"/>
              <a:buChar char="●"/>
            </a:pPr>
            <a:r>
              <a:rPr lang="en"/>
              <a:t>AUTHOR (YEAR). </a:t>
            </a:r>
            <a:r>
              <a:rPr lang="en" i="1"/>
              <a:t>Title of the publication</a:t>
            </a:r>
            <a:r>
              <a:rPr lang="en"/>
              <a:t>. Publisher</a:t>
            </a:r>
            <a:endParaRPr/>
          </a:p>
          <a:p>
            <a:pPr marL="457200" lvl="0" indent="-317500" algn="l" rtl="0">
              <a:spcBef>
                <a:spcPts val="0"/>
              </a:spcBef>
              <a:spcAft>
                <a:spcPts val="0"/>
              </a:spcAft>
              <a:buClr>
                <a:schemeClr val="lt2"/>
              </a:buClr>
              <a:buSzPts val="1400"/>
              <a:buChar char="●"/>
            </a:pPr>
            <a:r>
              <a:rPr lang="en"/>
              <a:t>AUTHOR (YEAR). </a:t>
            </a:r>
            <a:r>
              <a:rPr lang="en" i="1"/>
              <a:t>Title of the publication</a:t>
            </a:r>
            <a:r>
              <a:rPr lang="en"/>
              <a:t>. Publisher</a:t>
            </a:r>
            <a:endParaRPr/>
          </a:p>
          <a:p>
            <a:pPr marL="457200" lvl="0" indent="-317500" algn="l" rtl="0">
              <a:spcBef>
                <a:spcPts val="0"/>
              </a:spcBef>
              <a:spcAft>
                <a:spcPts val="0"/>
              </a:spcAft>
              <a:buClr>
                <a:schemeClr val="lt2"/>
              </a:buClr>
              <a:buSzPts val="1400"/>
              <a:buChar char="●"/>
            </a:pPr>
            <a:r>
              <a:rPr lang="en"/>
              <a:t>AUTHOR (YEAR). </a:t>
            </a:r>
            <a:r>
              <a:rPr lang="en" i="1"/>
              <a:t>Title of the publication</a:t>
            </a:r>
            <a:r>
              <a:rPr lang="en"/>
              <a:t>. Publisher</a:t>
            </a:r>
            <a:endParaRPr/>
          </a:p>
          <a:p>
            <a:pPr marL="457200" lvl="0" indent="-317500" algn="l" rtl="0">
              <a:spcBef>
                <a:spcPts val="0"/>
              </a:spcBef>
              <a:spcAft>
                <a:spcPts val="0"/>
              </a:spcAft>
              <a:buClr>
                <a:schemeClr val="lt2"/>
              </a:buClr>
              <a:buSzPts val="1400"/>
              <a:buChar char="●"/>
            </a:pPr>
            <a:r>
              <a:rPr lang="en"/>
              <a:t>AUTHOR (YEAR). </a:t>
            </a:r>
            <a:r>
              <a:rPr lang="en" i="1"/>
              <a:t>Title of the publication</a:t>
            </a:r>
            <a:r>
              <a:rPr lang="en"/>
              <a:t>. Publisher</a:t>
            </a:r>
            <a:endParaRPr/>
          </a:p>
          <a:p>
            <a:pPr marL="457200" lvl="0" indent="-317500" algn="l" rtl="0">
              <a:spcBef>
                <a:spcPts val="0"/>
              </a:spcBef>
              <a:spcAft>
                <a:spcPts val="0"/>
              </a:spcAft>
              <a:buClr>
                <a:schemeClr val="lt2"/>
              </a:buClr>
              <a:buSzPts val="1400"/>
              <a:buChar char="●"/>
            </a:pPr>
            <a:r>
              <a:rPr lang="en"/>
              <a:t>AUTHOR (YEAR). </a:t>
            </a:r>
            <a:r>
              <a:rPr lang="en" i="1"/>
              <a:t>Title of the publication</a:t>
            </a:r>
            <a:r>
              <a:rPr lang="en"/>
              <a:t>. Publisher</a:t>
            </a:r>
            <a:endParaRPr/>
          </a:p>
          <a:p>
            <a:pPr marL="457200" lvl="0" indent="-317500" algn="l" rtl="0">
              <a:spcBef>
                <a:spcPts val="0"/>
              </a:spcBef>
              <a:spcAft>
                <a:spcPts val="0"/>
              </a:spcAft>
              <a:buClr>
                <a:schemeClr val="lt2"/>
              </a:buClr>
              <a:buSzPts val="1400"/>
              <a:buChar char="●"/>
            </a:pPr>
            <a:r>
              <a:rPr lang="en"/>
              <a:t>AUTHOR (YEAR). </a:t>
            </a:r>
            <a:r>
              <a:rPr lang="en" i="1"/>
              <a:t>Title of the publication</a:t>
            </a:r>
            <a:r>
              <a:rPr lang="en"/>
              <a:t>. Publisher</a:t>
            </a:r>
            <a:endParaRPr/>
          </a:p>
          <a:p>
            <a:pPr marL="457200" lvl="0" indent="-317500" algn="l" rtl="0">
              <a:spcBef>
                <a:spcPts val="0"/>
              </a:spcBef>
              <a:spcAft>
                <a:spcPts val="0"/>
              </a:spcAft>
              <a:buClr>
                <a:schemeClr val="lt2"/>
              </a:buClr>
              <a:buSzPts val="1400"/>
              <a:buChar char="●"/>
            </a:pPr>
            <a:r>
              <a:rPr lang="en"/>
              <a:t>AUTHOR (YEAR). </a:t>
            </a:r>
            <a:r>
              <a:rPr lang="en" i="1"/>
              <a:t>Title of the publication</a:t>
            </a:r>
            <a:r>
              <a:rPr lang="en"/>
              <a:t>. Publisher</a:t>
            </a:r>
            <a:endParaRPr/>
          </a:p>
        </p:txBody>
      </p:sp>
      <p:sp>
        <p:nvSpPr>
          <p:cNvPr id="1267" name="Google Shape;1267;p59"/>
          <p:cNvSpPr txBox="1">
            <a:spLocks noGrp="1"/>
          </p:cNvSpPr>
          <p:nvPr>
            <p:ph type="title"/>
          </p:nvPr>
        </p:nvSpPr>
        <p:spPr>
          <a:xfrm>
            <a:off x="788900" y="434600"/>
            <a:ext cx="767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References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60"/>
          <p:cNvSpPr txBox="1">
            <a:spLocks noGrp="1"/>
          </p:cNvSpPr>
          <p:nvPr>
            <p:ph type="title"/>
          </p:nvPr>
        </p:nvSpPr>
        <p:spPr>
          <a:xfrm>
            <a:off x="5182550" y="1727625"/>
            <a:ext cx="2985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Website</a:t>
            </a:r>
            <a:endParaRPr/>
          </a:p>
        </p:txBody>
      </p:sp>
      <p:sp>
        <p:nvSpPr>
          <p:cNvPr id="1273" name="Google Shape;1273;p60"/>
          <p:cNvSpPr txBox="1">
            <a:spLocks noGrp="1"/>
          </p:cNvSpPr>
          <p:nvPr>
            <p:ph type="subTitle" idx="1"/>
          </p:nvPr>
        </p:nvSpPr>
        <p:spPr>
          <a:xfrm>
            <a:off x="5182575" y="2300325"/>
            <a:ext cx="2985900" cy="12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grpSp>
        <p:nvGrpSpPr>
          <p:cNvPr id="1274" name="Google Shape;1274;p60"/>
          <p:cNvGrpSpPr/>
          <p:nvPr/>
        </p:nvGrpSpPr>
        <p:grpSpPr>
          <a:xfrm>
            <a:off x="975534" y="1351151"/>
            <a:ext cx="3785148" cy="2903685"/>
            <a:chOff x="4874925" y="1828707"/>
            <a:chExt cx="3325849" cy="2551344"/>
          </a:xfrm>
        </p:grpSpPr>
        <p:sp>
          <p:nvSpPr>
            <p:cNvPr id="1275" name="Google Shape;1275;p60"/>
            <p:cNvSpPr/>
            <p:nvPr/>
          </p:nvSpPr>
          <p:spPr>
            <a:xfrm>
              <a:off x="4874925" y="1828707"/>
              <a:ext cx="3325849" cy="2183799"/>
            </a:xfrm>
            <a:custGeom>
              <a:avLst/>
              <a:gdLst/>
              <a:ahLst/>
              <a:cxnLst/>
              <a:rect l="l" t="t" r="r" b="b"/>
              <a:pathLst>
                <a:path w="159494" h="104726" extrusionOk="0">
                  <a:moveTo>
                    <a:pt x="8571" y="0"/>
                  </a:moveTo>
                  <a:lnTo>
                    <a:pt x="7682" y="52"/>
                  </a:lnTo>
                  <a:lnTo>
                    <a:pt x="6846" y="157"/>
                  </a:lnTo>
                  <a:lnTo>
                    <a:pt x="6010" y="366"/>
                  </a:lnTo>
                  <a:lnTo>
                    <a:pt x="5226" y="679"/>
                  </a:lnTo>
                  <a:lnTo>
                    <a:pt x="4442" y="1045"/>
                  </a:lnTo>
                  <a:lnTo>
                    <a:pt x="3763" y="1463"/>
                  </a:lnTo>
                  <a:lnTo>
                    <a:pt x="3084" y="1934"/>
                  </a:lnTo>
                  <a:lnTo>
                    <a:pt x="2509" y="2508"/>
                  </a:lnTo>
                  <a:lnTo>
                    <a:pt x="1934" y="3136"/>
                  </a:lnTo>
                  <a:lnTo>
                    <a:pt x="1464" y="3763"/>
                  </a:lnTo>
                  <a:lnTo>
                    <a:pt x="1045" y="4494"/>
                  </a:lnTo>
                  <a:lnTo>
                    <a:pt x="680" y="5226"/>
                  </a:lnTo>
                  <a:lnTo>
                    <a:pt x="366" y="6010"/>
                  </a:lnTo>
                  <a:lnTo>
                    <a:pt x="157" y="6846"/>
                  </a:lnTo>
                  <a:lnTo>
                    <a:pt x="53" y="7682"/>
                  </a:lnTo>
                  <a:lnTo>
                    <a:pt x="0" y="8570"/>
                  </a:lnTo>
                  <a:lnTo>
                    <a:pt x="0" y="96156"/>
                  </a:lnTo>
                  <a:lnTo>
                    <a:pt x="53" y="97044"/>
                  </a:lnTo>
                  <a:lnTo>
                    <a:pt x="157" y="97880"/>
                  </a:lnTo>
                  <a:lnTo>
                    <a:pt x="366" y="98716"/>
                  </a:lnTo>
                  <a:lnTo>
                    <a:pt x="680" y="99500"/>
                  </a:lnTo>
                  <a:lnTo>
                    <a:pt x="1045" y="100232"/>
                  </a:lnTo>
                  <a:lnTo>
                    <a:pt x="1464" y="100963"/>
                  </a:lnTo>
                  <a:lnTo>
                    <a:pt x="1934" y="101590"/>
                  </a:lnTo>
                  <a:lnTo>
                    <a:pt x="2509" y="102218"/>
                  </a:lnTo>
                  <a:lnTo>
                    <a:pt x="3084" y="102792"/>
                  </a:lnTo>
                  <a:lnTo>
                    <a:pt x="3763" y="103263"/>
                  </a:lnTo>
                  <a:lnTo>
                    <a:pt x="4442" y="103681"/>
                  </a:lnTo>
                  <a:lnTo>
                    <a:pt x="5226" y="104047"/>
                  </a:lnTo>
                  <a:lnTo>
                    <a:pt x="6010" y="104360"/>
                  </a:lnTo>
                  <a:lnTo>
                    <a:pt x="6846" y="104569"/>
                  </a:lnTo>
                  <a:lnTo>
                    <a:pt x="7682" y="104674"/>
                  </a:lnTo>
                  <a:lnTo>
                    <a:pt x="8571" y="104726"/>
                  </a:lnTo>
                  <a:lnTo>
                    <a:pt x="150923" y="104726"/>
                  </a:lnTo>
                  <a:lnTo>
                    <a:pt x="151811" y="104674"/>
                  </a:lnTo>
                  <a:lnTo>
                    <a:pt x="152648" y="104569"/>
                  </a:lnTo>
                  <a:lnTo>
                    <a:pt x="153484" y="104360"/>
                  </a:lnTo>
                  <a:lnTo>
                    <a:pt x="154268" y="104047"/>
                  </a:lnTo>
                  <a:lnTo>
                    <a:pt x="154999" y="103681"/>
                  </a:lnTo>
                  <a:lnTo>
                    <a:pt x="155679" y="103263"/>
                  </a:lnTo>
                  <a:lnTo>
                    <a:pt x="156358" y="102792"/>
                  </a:lnTo>
                  <a:lnTo>
                    <a:pt x="156985" y="102218"/>
                  </a:lnTo>
                  <a:lnTo>
                    <a:pt x="157508" y="101590"/>
                  </a:lnTo>
                  <a:lnTo>
                    <a:pt x="158030" y="100963"/>
                  </a:lnTo>
                  <a:lnTo>
                    <a:pt x="158448" y="100232"/>
                  </a:lnTo>
                  <a:lnTo>
                    <a:pt x="158814" y="99500"/>
                  </a:lnTo>
                  <a:lnTo>
                    <a:pt x="159075" y="98716"/>
                  </a:lnTo>
                  <a:lnTo>
                    <a:pt x="159284" y="97880"/>
                  </a:lnTo>
                  <a:lnTo>
                    <a:pt x="159441" y="97044"/>
                  </a:lnTo>
                  <a:lnTo>
                    <a:pt x="159493" y="96156"/>
                  </a:lnTo>
                  <a:lnTo>
                    <a:pt x="159493" y="8570"/>
                  </a:lnTo>
                  <a:lnTo>
                    <a:pt x="159441" y="7682"/>
                  </a:lnTo>
                  <a:lnTo>
                    <a:pt x="159284" y="6846"/>
                  </a:lnTo>
                  <a:lnTo>
                    <a:pt x="159075" y="6010"/>
                  </a:lnTo>
                  <a:lnTo>
                    <a:pt x="158814" y="5226"/>
                  </a:lnTo>
                  <a:lnTo>
                    <a:pt x="158448" y="4494"/>
                  </a:lnTo>
                  <a:lnTo>
                    <a:pt x="158030" y="3763"/>
                  </a:lnTo>
                  <a:lnTo>
                    <a:pt x="157508" y="3136"/>
                  </a:lnTo>
                  <a:lnTo>
                    <a:pt x="156985" y="2508"/>
                  </a:lnTo>
                  <a:lnTo>
                    <a:pt x="156358" y="1934"/>
                  </a:lnTo>
                  <a:lnTo>
                    <a:pt x="155679" y="1463"/>
                  </a:lnTo>
                  <a:lnTo>
                    <a:pt x="154999" y="1045"/>
                  </a:lnTo>
                  <a:lnTo>
                    <a:pt x="154268" y="679"/>
                  </a:lnTo>
                  <a:lnTo>
                    <a:pt x="153484" y="366"/>
                  </a:lnTo>
                  <a:lnTo>
                    <a:pt x="152648" y="157"/>
                  </a:lnTo>
                  <a:lnTo>
                    <a:pt x="151811" y="52"/>
                  </a:lnTo>
                  <a:lnTo>
                    <a:pt x="150923" y="0"/>
                  </a:lnTo>
                  <a:close/>
                </a:path>
              </a:pathLst>
            </a:custGeom>
            <a:solidFill>
              <a:schemeClr val="lt2"/>
            </a:solid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60"/>
            <p:cNvSpPr/>
            <p:nvPr/>
          </p:nvSpPr>
          <p:spPr>
            <a:xfrm>
              <a:off x="4874925" y="1828707"/>
              <a:ext cx="3325849" cy="1961511"/>
            </a:xfrm>
            <a:custGeom>
              <a:avLst/>
              <a:gdLst/>
              <a:ahLst/>
              <a:cxnLst/>
              <a:rect l="l" t="t" r="r" b="b"/>
              <a:pathLst>
                <a:path w="159494" h="94066" extrusionOk="0">
                  <a:moveTo>
                    <a:pt x="8571" y="0"/>
                  </a:moveTo>
                  <a:lnTo>
                    <a:pt x="7682" y="52"/>
                  </a:lnTo>
                  <a:lnTo>
                    <a:pt x="6846" y="157"/>
                  </a:lnTo>
                  <a:lnTo>
                    <a:pt x="6010" y="366"/>
                  </a:lnTo>
                  <a:lnTo>
                    <a:pt x="5226" y="679"/>
                  </a:lnTo>
                  <a:lnTo>
                    <a:pt x="4442" y="1045"/>
                  </a:lnTo>
                  <a:lnTo>
                    <a:pt x="3763" y="1463"/>
                  </a:lnTo>
                  <a:lnTo>
                    <a:pt x="3084" y="1934"/>
                  </a:lnTo>
                  <a:lnTo>
                    <a:pt x="2509" y="2508"/>
                  </a:lnTo>
                  <a:lnTo>
                    <a:pt x="1934" y="3136"/>
                  </a:lnTo>
                  <a:lnTo>
                    <a:pt x="1464" y="3763"/>
                  </a:lnTo>
                  <a:lnTo>
                    <a:pt x="1045" y="4494"/>
                  </a:lnTo>
                  <a:lnTo>
                    <a:pt x="680" y="5226"/>
                  </a:lnTo>
                  <a:lnTo>
                    <a:pt x="366" y="6010"/>
                  </a:lnTo>
                  <a:lnTo>
                    <a:pt x="157" y="6846"/>
                  </a:lnTo>
                  <a:lnTo>
                    <a:pt x="53" y="7682"/>
                  </a:lnTo>
                  <a:lnTo>
                    <a:pt x="0" y="8570"/>
                  </a:lnTo>
                  <a:lnTo>
                    <a:pt x="0" y="94065"/>
                  </a:lnTo>
                  <a:lnTo>
                    <a:pt x="159493" y="94065"/>
                  </a:lnTo>
                  <a:lnTo>
                    <a:pt x="159493" y="8570"/>
                  </a:lnTo>
                  <a:lnTo>
                    <a:pt x="159441" y="7682"/>
                  </a:lnTo>
                  <a:lnTo>
                    <a:pt x="159284" y="6846"/>
                  </a:lnTo>
                  <a:lnTo>
                    <a:pt x="159075" y="6010"/>
                  </a:lnTo>
                  <a:lnTo>
                    <a:pt x="158814" y="5226"/>
                  </a:lnTo>
                  <a:lnTo>
                    <a:pt x="158448" y="4494"/>
                  </a:lnTo>
                  <a:lnTo>
                    <a:pt x="158030" y="3763"/>
                  </a:lnTo>
                  <a:lnTo>
                    <a:pt x="157508" y="3136"/>
                  </a:lnTo>
                  <a:lnTo>
                    <a:pt x="156985" y="2508"/>
                  </a:lnTo>
                  <a:lnTo>
                    <a:pt x="156358" y="1934"/>
                  </a:lnTo>
                  <a:lnTo>
                    <a:pt x="155679" y="1463"/>
                  </a:lnTo>
                  <a:lnTo>
                    <a:pt x="154999" y="1045"/>
                  </a:lnTo>
                  <a:lnTo>
                    <a:pt x="154268" y="679"/>
                  </a:lnTo>
                  <a:lnTo>
                    <a:pt x="153484" y="366"/>
                  </a:lnTo>
                  <a:lnTo>
                    <a:pt x="152648" y="157"/>
                  </a:lnTo>
                  <a:lnTo>
                    <a:pt x="151811" y="52"/>
                  </a:lnTo>
                  <a:lnTo>
                    <a:pt x="150923" y="0"/>
                  </a:lnTo>
                  <a:close/>
                </a:path>
              </a:pathLst>
            </a:custGeom>
            <a:solidFill>
              <a:schemeClr val="lt2"/>
            </a:solid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60"/>
            <p:cNvSpPr/>
            <p:nvPr/>
          </p:nvSpPr>
          <p:spPr>
            <a:xfrm>
              <a:off x="6481396" y="3838405"/>
              <a:ext cx="113354" cy="113354"/>
            </a:xfrm>
            <a:custGeom>
              <a:avLst/>
              <a:gdLst/>
              <a:ahLst/>
              <a:cxnLst/>
              <a:rect l="l" t="t" r="r" b="b"/>
              <a:pathLst>
                <a:path w="5436" h="5436" extrusionOk="0">
                  <a:moveTo>
                    <a:pt x="2718" y="1"/>
                  </a:moveTo>
                  <a:lnTo>
                    <a:pt x="2143" y="53"/>
                  </a:lnTo>
                  <a:lnTo>
                    <a:pt x="1620" y="210"/>
                  </a:lnTo>
                  <a:lnTo>
                    <a:pt x="1202" y="471"/>
                  </a:lnTo>
                  <a:lnTo>
                    <a:pt x="784" y="784"/>
                  </a:lnTo>
                  <a:lnTo>
                    <a:pt x="471" y="1203"/>
                  </a:lnTo>
                  <a:lnTo>
                    <a:pt x="209" y="1673"/>
                  </a:lnTo>
                  <a:lnTo>
                    <a:pt x="53" y="2195"/>
                  </a:lnTo>
                  <a:lnTo>
                    <a:pt x="0" y="2718"/>
                  </a:lnTo>
                  <a:lnTo>
                    <a:pt x="53" y="3241"/>
                  </a:lnTo>
                  <a:lnTo>
                    <a:pt x="209" y="3763"/>
                  </a:lnTo>
                  <a:lnTo>
                    <a:pt x="471" y="4234"/>
                  </a:lnTo>
                  <a:lnTo>
                    <a:pt x="784" y="4652"/>
                  </a:lnTo>
                  <a:lnTo>
                    <a:pt x="1202" y="4965"/>
                  </a:lnTo>
                  <a:lnTo>
                    <a:pt x="1620" y="5226"/>
                  </a:lnTo>
                  <a:lnTo>
                    <a:pt x="2143" y="5383"/>
                  </a:lnTo>
                  <a:lnTo>
                    <a:pt x="2718" y="5435"/>
                  </a:lnTo>
                  <a:lnTo>
                    <a:pt x="3240" y="5383"/>
                  </a:lnTo>
                  <a:lnTo>
                    <a:pt x="3763" y="5226"/>
                  </a:lnTo>
                  <a:lnTo>
                    <a:pt x="4233" y="4965"/>
                  </a:lnTo>
                  <a:lnTo>
                    <a:pt x="4651" y="4652"/>
                  </a:lnTo>
                  <a:lnTo>
                    <a:pt x="4965" y="4234"/>
                  </a:lnTo>
                  <a:lnTo>
                    <a:pt x="5226" y="3763"/>
                  </a:lnTo>
                  <a:lnTo>
                    <a:pt x="5383" y="3241"/>
                  </a:lnTo>
                  <a:lnTo>
                    <a:pt x="5435" y="2718"/>
                  </a:lnTo>
                  <a:lnTo>
                    <a:pt x="5383" y="2195"/>
                  </a:lnTo>
                  <a:lnTo>
                    <a:pt x="5226" y="1673"/>
                  </a:lnTo>
                  <a:lnTo>
                    <a:pt x="4965" y="1203"/>
                  </a:lnTo>
                  <a:lnTo>
                    <a:pt x="4651" y="784"/>
                  </a:lnTo>
                  <a:lnTo>
                    <a:pt x="4233" y="471"/>
                  </a:lnTo>
                  <a:lnTo>
                    <a:pt x="3763" y="210"/>
                  </a:lnTo>
                  <a:lnTo>
                    <a:pt x="3240" y="53"/>
                  </a:lnTo>
                  <a:lnTo>
                    <a:pt x="2718" y="1"/>
                  </a:lnTo>
                  <a:close/>
                </a:path>
              </a:pathLst>
            </a:custGeom>
            <a:solidFill>
              <a:schemeClr val="lt2"/>
            </a:solid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60"/>
            <p:cNvSpPr/>
            <p:nvPr/>
          </p:nvSpPr>
          <p:spPr>
            <a:xfrm>
              <a:off x="6041076" y="4012776"/>
              <a:ext cx="993851" cy="367275"/>
            </a:xfrm>
            <a:custGeom>
              <a:avLst/>
              <a:gdLst/>
              <a:ahLst/>
              <a:cxnLst/>
              <a:rect l="l" t="t" r="r" b="b"/>
              <a:pathLst>
                <a:path w="47661" h="17613" extrusionOk="0">
                  <a:moveTo>
                    <a:pt x="7056" y="1"/>
                  </a:moveTo>
                  <a:lnTo>
                    <a:pt x="7056" y="8624"/>
                  </a:lnTo>
                  <a:lnTo>
                    <a:pt x="1" y="15940"/>
                  </a:lnTo>
                  <a:lnTo>
                    <a:pt x="1" y="17612"/>
                  </a:lnTo>
                  <a:lnTo>
                    <a:pt x="47661" y="17612"/>
                  </a:lnTo>
                  <a:lnTo>
                    <a:pt x="47661" y="15940"/>
                  </a:lnTo>
                  <a:lnTo>
                    <a:pt x="40345" y="8624"/>
                  </a:lnTo>
                  <a:lnTo>
                    <a:pt x="40345" y="1"/>
                  </a:lnTo>
                  <a:close/>
                </a:path>
              </a:pathLst>
            </a:custGeom>
            <a:solidFill>
              <a:schemeClr val="lt2"/>
            </a:solid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9" name="Google Shape;1279;p60"/>
          <p:cNvSpPr/>
          <p:nvPr/>
        </p:nvSpPr>
        <p:spPr>
          <a:xfrm>
            <a:off x="1139323" y="1529550"/>
            <a:ext cx="3462900" cy="19524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84"/>
        <p:cNvGrpSpPr/>
        <p:nvPr/>
      </p:nvGrpSpPr>
      <p:grpSpPr>
        <a:xfrm>
          <a:off x="0" y="0"/>
          <a:ext cx="0" cy="0"/>
          <a:chOff x="0" y="0"/>
          <a:chExt cx="0" cy="0"/>
        </a:xfrm>
      </p:grpSpPr>
      <p:sp>
        <p:nvSpPr>
          <p:cNvPr id="1285" name="Google Shape;1285;p61"/>
          <p:cNvSpPr txBox="1">
            <a:spLocks noGrp="1"/>
          </p:cNvSpPr>
          <p:nvPr>
            <p:ph type="title"/>
          </p:nvPr>
        </p:nvSpPr>
        <p:spPr>
          <a:xfrm>
            <a:off x="932525" y="445025"/>
            <a:ext cx="7479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Conclusions </a:t>
            </a:r>
            <a:endParaRPr/>
          </a:p>
        </p:txBody>
      </p:sp>
      <p:sp>
        <p:nvSpPr>
          <p:cNvPr id="1286" name="Google Shape;1286;p61"/>
          <p:cNvSpPr txBox="1">
            <a:spLocks noGrp="1"/>
          </p:cNvSpPr>
          <p:nvPr>
            <p:ph type="subTitle" idx="1"/>
          </p:nvPr>
        </p:nvSpPr>
        <p:spPr>
          <a:xfrm>
            <a:off x="932525" y="1388200"/>
            <a:ext cx="4623300" cy="242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
                <a:solidFill>
                  <a:schemeClr val="dk1"/>
                </a:solidFill>
              </a:rPr>
              <a:t>Do you know what helps you make your point clear?</a:t>
            </a:r>
            <a:br>
              <a:rPr lang="en">
                <a:solidFill>
                  <a:schemeClr val="dk1"/>
                </a:solidFill>
              </a:rPr>
            </a:br>
            <a:r>
              <a:rPr lang="en">
                <a:solidFill>
                  <a:schemeClr val="dk1"/>
                </a:solidFill>
              </a:rPr>
              <a:t>Lists like this one:</a:t>
            </a:r>
            <a:endParaRPr>
              <a:solidFill>
                <a:schemeClr val="dk1"/>
              </a:solidFill>
            </a:endParaRPr>
          </a:p>
          <a:p>
            <a:pPr marL="241300" lvl="0" indent="-215900" algn="l" rtl="0">
              <a:spcBef>
                <a:spcPts val="1600"/>
              </a:spcBef>
              <a:spcAft>
                <a:spcPts val="0"/>
              </a:spcAft>
              <a:buSzPts val="1400"/>
              <a:buChar char="●"/>
            </a:pPr>
            <a:r>
              <a:rPr lang="en">
                <a:solidFill>
                  <a:schemeClr val="dk1"/>
                </a:solidFill>
              </a:rPr>
              <a:t>They’re simple </a:t>
            </a:r>
            <a:endParaRPr>
              <a:solidFill>
                <a:schemeClr val="dk1"/>
              </a:solidFill>
            </a:endParaRPr>
          </a:p>
          <a:p>
            <a:pPr marL="241300" lvl="0" indent="-215900" algn="l" rtl="0">
              <a:spcBef>
                <a:spcPts val="0"/>
              </a:spcBef>
              <a:spcAft>
                <a:spcPts val="0"/>
              </a:spcAft>
              <a:buSzPts val="1400"/>
              <a:buChar char="●"/>
            </a:pPr>
            <a:r>
              <a:rPr lang="en">
                <a:solidFill>
                  <a:schemeClr val="dk1"/>
                </a:solidFill>
              </a:rPr>
              <a:t>You can organize your ideas clearly</a:t>
            </a:r>
            <a:endParaRPr>
              <a:solidFill>
                <a:schemeClr val="dk1"/>
              </a:solidFill>
            </a:endParaRPr>
          </a:p>
          <a:p>
            <a:pPr marL="241300" lvl="0" indent="-215900" algn="l" rtl="0">
              <a:spcBef>
                <a:spcPts val="0"/>
              </a:spcBef>
              <a:spcAft>
                <a:spcPts val="0"/>
              </a:spcAft>
              <a:buSzPts val="1400"/>
              <a:buChar char="●"/>
            </a:pPr>
            <a:r>
              <a:rPr lang="en">
                <a:solidFill>
                  <a:schemeClr val="dk1"/>
                </a:solidFill>
              </a:rPr>
              <a:t>You’ll never forget to buy milk!</a:t>
            </a:r>
            <a:endParaRPr>
              <a:solidFill>
                <a:schemeClr val="dk1"/>
              </a:solidFill>
            </a:endParaRPr>
          </a:p>
          <a:p>
            <a:pPr marL="0" lvl="0" indent="0" algn="l" rtl="0">
              <a:spcBef>
                <a:spcPts val="1600"/>
              </a:spcBef>
              <a:spcAft>
                <a:spcPts val="1600"/>
              </a:spcAft>
              <a:buClr>
                <a:srgbClr val="273D40"/>
              </a:buClr>
              <a:buSzPts val="600"/>
              <a:buFont typeface="Arial"/>
              <a:buNone/>
            </a:pPr>
            <a:r>
              <a:rPr lang="en">
                <a:solidFill>
                  <a:schemeClr val="dk1"/>
                </a:solidFill>
              </a:rPr>
              <a:t>And the most important thing: the audience won’t miss the point of your presentation</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63"/>
          <p:cNvSpPr txBox="1">
            <a:spLocks noGrp="1"/>
          </p:cNvSpPr>
          <p:nvPr>
            <p:ph type="ctrTitle"/>
          </p:nvPr>
        </p:nvSpPr>
        <p:spPr>
          <a:xfrm>
            <a:off x="2653700" y="538000"/>
            <a:ext cx="3852300" cy="100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1306" name="Google Shape;1306;p63"/>
          <p:cNvSpPr txBox="1">
            <a:spLocks noGrp="1"/>
          </p:cNvSpPr>
          <p:nvPr>
            <p:ph type="subTitle" idx="1"/>
          </p:nvPr>
        </p:nvSpPr>
        <p:spPr>
          <a:xfrm>
            <a:off x="2641400" y="1697725"/>
            <a:ext cx="3864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Do you have any questions? </a:t>
            </a:r>
            <a:r>
              <a:rPr lang="en" b="1"/>
              <a:t>youremail@freepik.com</a:t>
            </a:r>
            <a:endParaRPr b="1"/>
          </a:p>
          <a:p>
            <a:pPr marL="0" lvl="0" indent="0" algn="ctr" rtl="0">
              <a:spcBef>
                <a:spcPts val="0"/>
              </a:spcBef>
              <a:spcAft>
                <a:spcPts val="0"/>
              </a:spcAft>
              <a:buNone/>
            </a:pPr>
            <a:r>
              <a:rPr lang="en"/>
              <a:t>+91  620 421 838 yourcompany.com</a:t>
            </a:r>
            <a:endParaRPr/>
          </a:p>
        </p:txBody>
      </p:sp>
      <p:sp>
        <p:nvSpPr>
          <p:cNvPr id="1307" name="Google Shape;1307;p63"/>
          <p:cNvSpPr txBox="1"/>
          <p:nvPr/>
        </p:nvSpPr>
        <p:spPr>
          <a:xfrm>
            <a:off x="2676750" y="4003775"/>
            <a:ext cx="3829200" cy="33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latin typeface="Karla SemiBold"/>
                <a:ea typeface="Karla SemiBold"/>
                <a:cs typeface="Karla SemiBold"/>
                <a:sym typeface="Karla SemiBold"/>
              </a:rPr>
              <a:t>Please keep this slide for attribution</a:t>
            </a:r>
            <a:endParaRPr sz="1000">
              <a:solidFill>
                <a:schemeClr val="dk1"/>
              </a:solidFill>
              <a:latin typeface="Karla SemiBold"/>
              <a:ea typeface="Karla SemiBold"/>
              <a:cs typeface="Karla SemiBold"/>
              <a:sym typeface="Karla SemiBold"/>
            </a:endParaRPr>
          </a:p>
        </p:txBody>
      </p:sp>
      <p:grpSp>
        <p:nvGrpSpPr>
          <p:cNvPr id="1308" name="Google Shape;1308;p63"/>
          <p:cNvGrpSpPr/>
          <p:nvPr/>
        </p:nvGrpSpPr>
        <p:grpSpPr>
          <a:xfrm>
            <a:off x="3544122" y="2641481"/>
            <a:ext cx="630110" cy="480824"/>
            <a:chOff x="8391325" y="1509327"/>
            <a:chExt cx="438490" cy="334626"/>
          </a:xfrm>
        </p:grpSpPr>
        <p:sp>
          <p:nvSpPr>
            <p:cNvPr id="1309" name="Google Shape;1309;p63"/>
            <p:cNvSpPr/>
            <p:nvPr/>
          </p:nvSpPr>
          <p:spPr>
            <a:xfrm>
              <a:off x="8523987" y="1600663"/>
              <a:ext cx="172623" cy="159294"/>
            </a:xfrm>
            <a:custGeom>
              <a:avLst/>
              <a:gdLst/>
              <a:ahLst/>
              <a:cxnLst/>
              <a:rect l="l" t="t" r="r" b="b"/>
              <a:pathLst>
                <a:path w="635" h="586" extrusionOk="0">
                  <a:moveTo>
                    <a:pt x="510" y="59"/>
                  </a:moveTo>
                  <a:cubicBezTo>
                    <a:pt x="569" y="59"/>
                    <a:pt x="569" y="145"/>
                    <a:pt x="510" y="145"/>
                  </a:cubicBezTo>
                  <a:cubicBezTo>
                    <a:pt x="453" y="145"/>
                    <a:pt x="453" y="59"/>
                    <a:pt x="510" y="59"/>
                  </a:cubicBezTo>
                  <a:close/>
                  <a:moveTo>
                    <a:pt x="326" y="110"/>
                  </a:moveTo>
                  <a:cubicBezTo>
                    <a:pt x="558" y="110"/>
                    <a:pt x="557" y="476"/>
                    <a:pt x="323" y="476"/>
                  </a:cubicBezTo>
                  <a:cubicBezTo>
                    <a:pt x="323" y="476"/>
                    <a:pt x="322" y="476"/>
                    <a:pt x="321" y="476"/>
                  </a:cubicBezTo>
                  <a:cubicBezTo>
                    <a:pt x="320" y="476"/>
                    <a:pt x="320" y="476"/>
                    <a:pt x="319" y="476"/>
                  </a:cubicBezTo>
                  <a:cubicBezTo>
                    <a:pt x="84" y="476"/>
                    <a:pt x="84" y="110"/>
                    <a:pt x="319" y="110"/>
                  </a:cubicBezTo>
                  <a:cubicBezTo>
                    <a:pt x="320" y="110"/>
                    <a:pt x="320" y="110"/>
                    <a:pt x="321" y="110"/>
                  </a:cubicBezTo>
                  <a:cubicBezTo>
                    <a:pt x="323" y="110"/>
                    <a:pt x="324" y="110"/>
                    <a:pt x="326" y="110"/>
                  </a:cubicBezTo>
                  <a:close/>
                  <a:moveTo>
                    <a:pt x="213" y="0"/>
                  </a:moveTo>
                  <a:cubicBezTo>
                    <a:pt x="178" y="0"/>
                    <a:pt x="155" y="2"/>
                    <a:pt x="113" y="15"/>
                  </a:cubicBezTo>
                  <a:cubicBezTo>
                    <a:pt x="0" y="79"/>
                    <a:pt x="39" y="147"/>
                    <a:pt x="30" y="292"/>
                  </a:cubicBezTo>
                  <a:cubicBezTo>
                    <a:pt x="37" y="429"/>
                    <a:pt x="10" y="458"/>
                    <a:pt x="71" y="542"/>
                  </a:cubicBezTo>
                  <a:cubicBezTo>
                    <a:pt x="107" y="577"/>
                    <a:pt x="182" y="585"/>
                    <a:pt x="260" y="585"/>
                  </a:cubicBezTo>
                  <a:cubicBezTo>
                    <a:pt x="324" y="585"/>
                    <a:pt x="389" y="580"/>
                    <a:pt x="436" y="580"/>
                  </a:cubicBezTo>
                  <a:cubicBezTo>
                    <a:pt x="447" y="580"/>
                    <a:pt x="457" y="580"/>
                    <a:pt x="466" y="581"/>
                  </a:cubicBezTo>
                  <a:cubicBezTo>
                    <a:pt x="635" y="569"/>
                    <a:pt x="610" y="453"/>
                    <a:pt x="613" y="292"/>
                  </a:cubicBezTo>
                  <a:cubicBezTo>
                    <a:pt x="610" y="169"/>
                    <a:pt x="620" y="157"/>
                    <a:pt x="598" y="83"/>
                  </a:cubicBezTo>
                  <a:cubicBezTo>
                    <a:pt x="556" y="10"/>
                    <a:pt x="513" y="1"/>
                    <a:pt x="447" y="1"/>
                  </a:cubicBezTo>
                  <a:cubicBezTo>
                    <a:pt x="427" y="1"/>
                    <a:pt x="404" y="2"/>
                    <a:pt x="378" y="2"/>
                  </a:cubicBezTo>
                  <a:cubicBezTo>
                    <a:pt x="360" y="2"/>
                    <a:pt x="341" y="2"/>
                    <a:pt x="321" y="0"/>
                  </a:cubicBezTo>
                  <a:cubicBezTo>
                    <a:pt x="305" y="0"/>
                    <a:pt x="292" y="1"/>
                    <a:pt x="279" y="1"/>
                  </a:cubicBezTo>
                  <a:cubicBezTo>
                    <a:pt x="251" y="1"/>
                    <a:pt x="230" y="0"/>
                    <a:pt x="2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63"/>
            <p:cNvSpPr/>
            <p:nvPr/>
          </p:nvSpPr>
          <p:spPr>
            <a:xfrm>
              <a:off x="8569929" y="1647962"/>
              <a:ext cx="83185" cy="64152"/>
            </a:xfrm>
            <a:custGeom>
              <a:avLst/>
              <a:gdLst/>
              <a:ahLst/>
              <a:cxnLst/>
              <a:rect l="l" t="t" r="r" b="b"/>
              <a:pathLst>
                <a:path w="306" h="236" extrusionOk="0">
                  <a:moveTo>
                    <a:pt x="154" y="0"/>
                  </a:moveTo>
                  <a:cubicBezTo>
                    <a:pt x="154" y="0"/>
                    <a:pt x="153" y="0"/>
                    <a:pt x="152" y="0"/>
                  </a:cubicBezTo>
                  <a:cubicBezTo>
                    <a:pt x="151" y="0"/>
                    <a:pt x="151" y="0"/>
                    <a:pt x="150" y="0"/>
                  </a:cubicBezTo>
                  <a:cubicBezTo>
                    <a:pt x="2" y="0"/>
                    <a:pt x="1" y="235"/>
                    <a:pt x="148" y="235"/>
                  </a:cubicBezTo>
                  <a:cubicBezTo>
                    <a:pt x="149" y="235"/>
                    <a:pt x="151" y="235"/>
                    <a:pt x="152" y="235"/>
                  </a:cubicBezTo>
                  <a:cubicBezTo>
                    <a:pt x="153" y="235"/>
                    <a:pt x="154" y="235"/>
                    <a:pt x="154" y="235"/>
                  </a:cubicBezTo>
                  <a:cubicBezTo>
                    <a:pt x="306" y="235"/>
                    <a:pt x="306" y="0"/>
                    <a:pt x="1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63"/>
            <p:cNvSpPr/>
            <p:nvPr/>
          </p:nvSpPr>
          <p:spPr>
            <a:xfrm>
              <a:off x="8391325" y="1509327"/>
              <a:ext cx="438490" cy="334626"/>
            </a:xfrm>
            <a:custGeom>
              <a:avLst/>
              <a:gdLst/>
              <a:ahLst/>
              <a:cxnLst/>
              <a:rect l="l" t="t" r="r" b="b"/>
              <a:pathLst>
                <a:path w="1613" h="1231" extrusionOk="0">
                  <a:moveTo>
                    <a:pt x="744" y="269"/>
                  </a:moveTo>
                  <a:cubicBezTo>
                    <a:pt x="810" y="269"/>
                    <a:pt x="876" y="275"/>
                    <a:pt x="929" y="275"/>
                  </a:cubicBezTo>
                  <a:cubicBezTo>
                    <a:pt x="939" y="275"/>
                    <a:pt x="948" y="275"/>
                    <a:pt x="956" y="275"/>
                  </a:cubicBezTo>
                  <a:cubicBezTo>
                    <a:pt x="958" y="275"/>
                    <a:pt x="960" y="275"/>
                    <a:pt x="962" y="275"/>
                  </a:cubicBezTo>
                  <a:cubicBezTo>
                    <a:pt x="1220" y="275"/>
                    <a:pt x="1162" y="602"/>
                    <a:pt x="1162" y="775"/>
                  </a:cubicBezTo>
                  <a:cubicBezTo>
                    <a:pt x="1153" y="953"/>
                    <a:pt x="1035" y="985"/>
                    <a:pt x="877" y="985"/>
                  </a:cubicBezTo>
                  <a:cubicBezTo>
                    <a:pt x="855" y="985"/>
                    <a:pt x="832" y="984"/>
                    <a:pt x="809" y="983"/>
                  </a:cubicBezTo>
                  <a:cubicBezTo>
                    <a:pt x="791" y="983"/>
                    <a:pt x="776" y="983"/>
                    <a:pt x="762" y="983"/>
                  </a:cubicBezTo>
                  <a:cubicBezTo>
                    <a:pt x="735" y="983"/>
                    <a:pt x="715" y="983"/>
                    <a:pt x="697" y="983"/>
                  </a:cubicBezTo>
                  <a:cubicBezTo>
                    <a:pt x="656" y="983"/>
                    <a:pt x="630" y="981"/>
                    <a:pt x="576" y="966"/>
                  </a:cubicBezTo>
                  <a:cubicBezTo>
                    <a:pt x="402" y="917"/>
                    <a:pt x="446" y="530"/>
                    <a:pt x="473" y="395"/>
                  </a:cubicBezTo>
                  <a:cubicBezTo>
                    <a:pt x="510" y="289"/>
                    <a:pt x="627" y="269"/>
                    <a:pt x="744" y="269"/>
                  </a:cubicBezTo>
                  <a:close/>
                  <a:moveTo>
                    <a:pt x="809" y="0"/>
                  </a:moveTo>
                  <a:cubicBezTo>
                    <a:pt x="0" y="15"/>
                    <a:pt x="0" y="1216"/>
                    <a:pt x="809" y="1231"/>
                  </a:cubicBezTo>
                  <a:cubicBezTo>
                    <a:pt x="1613" y="1226"/>
                    <a:pt x="1613" y="5"/>
                    <a:pt x="8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2" name="Google Shape;1312;p63"/>
          <p:cNvSpPr/>
          <p:nvPr/>
        </p:nvSpPr>
        <p:spPr>
          <a:xfrm>
            <a:off x="4257531" y="2641438"/>
            <a:ext cx="630477" cy="480819"/>
          </a:xfrm>
          <a:custGeom>
            <a:avLst/>
            <a:gdLst/>
            <a:ahLst/>
            <a:cxnLst/>
            <a:rect l="l" t="t" r="r" b="b"/>
            <a:pathLst>
              <a:path w="1614" h="1231" extrusionOk="0">
                <a:moveTo>
                  <a:pt x="924" y="234"/>
                </a:moveTo>
                <a:cubicBezTo>
                  <a:pt x="945" y="234"/>
                  <a:pt x="967" y="234"/>
                  <a:pt x="991" y="236"/>
                </a:cubicBezTo>
                <a:lnTo>
                  <a:pt x="991" y="373"/>
                </a:lnTo>
                <a:cubicBezTo>
                  <a:pt x="969" y="372"/>
                  <a:pt x="951" y="372"/>
                  <a:pt x="936" y="372"/>
                </a:cubicBezTo>
                <a:cubicBezTo>
                  <a:pt x="863" y="372"/>
                  <a:pt x="864" y="385"/>
                  <a:pt x="868" y="493"/>
                </a:cubicBezTo>
                <a:lnTo>
                  <a:pt x="991" y="493"/>
                </a:lnTo>
                <a:lnTo>
                  <a:pt x="978" y="625"/>
                </a:lnTo>
                <a:lnTo>
                  <a:pt x="868" y="625"/>
                </a:lnTo>
                <a:lnTo>
                  <a:pt x="868" y="1020"/>
                </a:lnTo>
                <a:lnTo>
                  <a:pt x="709" y="1020"/>
                </a:lnTo>
                <a:lnTo>
                  <a:pt x="709" y="625"/>
                </a:lnTo>
                <a:lnTo>
                  <a:pt x="628" y="625"/>
                </a:lnTo>
                <a:lnTo>
                  <a:pt x="628" y="493"/>
                </a:lnTo>
                <a:lnTo>
                  <a:pt x="709" y="493"/>
                </a:lnTo>
                <a:cubicBezTo>
                  <a:pt x="691" y="287"/>
                  <a:pt x="748" y="234"/>
                  <a:pt x="924" y="234"/>
                </a:cubicBezTo>
                <a:close/>
                <a:moveTo>
                  <a:pt x="809" y="0"/>
                </a:moveTo>
                <a:cubicBezTo>
                  <a:pt x="1" y="15"/>
                  <a:pt x="1" y="1216"/>
                  <a:pt x="809" y="1231"/>
                </a:cubicBezTo>
                <a:cubicBezTo>
                  <a:pt x="1613" y="1226"/>
                  <a:pt x="1613" y="5"/>
                  <a:pt x="8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63"/>
          <p:cNvSpPr/>
          <p:nvPr/>
        </p:nvSpPr>
        <p:spPr>
          <a:xfrm>
            <a:off x="4971755" y="2641456"/>
            <a:ext cx="628133" cy="480819"/>
          </a:xfrm>
          <a:custGeom>
            <a:avLst/>
            <a:gdLst/>
            <a:ahLst/>
            <a:cxnLst/>
            <a:rect l="l" t="t" r="r" b="b"/>
            <a:pathLst>
              <a:path w="1608" h="1231" extrusionOk="0">
                <a:moveTo>
                  <a:pt x="989" y="365"/>
                </a:moveTo>
                <a:cubicBezTo>
                  <a:pt x="1024" y="365"/>
                  <a:pt x="1059" y="379"/>
                  <a:pt x="1086" y="410"/>
                </a:cubicBezTo>
                <a:cubicBezTo>
                  <a:pt x="1118" y="402"/>
                  <a:pt x="1150" y="392"/>
                  <a:pt x="1177" y="375"/>
                </a:cubicBezTo>
                <a:lnTo>
                  <a:pt x="1177" y="375"/>
                </a:lnTo>
                <a:cubicBezTo>
                  <a:pt x="1167" y="407"/>
                  <a:pt x="1145" y="437"/>
                  <a:pt x="1115" y="454"/>
                </a:cubicBezTo>
                <a:cubicBezTo>
                  <a:pt x="1142" y="451"/>
                  <a:pt x="1172" y="442"/>
                  <a:pt x="1196" y="432"/>
                </a:cubicBezTo>
                <a:lnTo>
                  <a:pt x="1196" y="432"/>
                </a:lnTo>
                <a:cubicBezTo>
                  <a:pt x="1177" y="459"/>
                  <a:pt x="1154" y="486"/>
                  <a:pt x="1125" y="505"/>
                </a:cubicBezTo>
                <a:cubicBezTo>
                  <a:pt x="1153" y="724"/>
                  <a:pt x="936" y="928"/>
                  <a:pt x="711" y="928"/>
                </a:cubicBezTo>
                <a:cubicBezTo>
                  <a:pt x="641" y="928"/>
                  <a:pt x="570" y="908"/>
                  <a:pt x="505" y="863"/>
                </a:cubicBezTo>
                <a:lnTo>
                  <a:pt x="505" y="863"/>
                </a:lnTo>
                <a:cubicBezTo>
                  <a:pt x="515" y="864"/>
                  <a:pt x="525" y="865"/>
                  <a:pt x="535" y="865"/>
                </a:cubicBezTo>
                <a:cubicBezTo>
                  <a:pt x="599" y="865"/>
                  <a:pt x="663" y="844"/>
                  <a:pt x="713" y="804"/>
                </a:cubicBezTo>
                <a:cubicBezTo>
                  <a:pt x="655" y="802"/>
                  <a:pt x="601" y="763"/>
                  <a:pt x="581" y="706"/>
                </a:cubicBezTo>
                <a:lnTo>
                  <a:pt x="581" y="706"/>
                </a:lnTo>
                <a:cubicBezTo>
                  <a:pt x="590" y="707"/>
                  <a:pt x="599" y="708"/>
                  <a:pt x="608" y="708"/>
                </a:cubicBezTo>
                <a:cubicBezTo>
                  <a:pt x="621" y="708"/>
                  <a:pt x="634" y="707"/>
                  <a:pt x="647" y="704"/>
                </a:cubicBezTo>
                <a:cubicBezTo>
                  <a:pt x="579" y="689"/>
                  <a:pt x="532" y="630"/>
                  <a:pt x="532" y="562"/>
                </a:cubicBezTo>
                <a:lnTo>
                  <a:pt x="532" y="562"/>
                </a:lnTo>
                <a:cubicBezTo>
                  <a:pt x="552" y="574"/>
                  <a:pt x="574" y="579"/>
                  <a:pt x="596" y="581"/>
                </a:cubicBezTo>
                <a:cubicBezTo>
                  <a:pt x="534" y="540"/>
                  <a:pt x="515" y="456"/>
                  <a:pt x="552" y="390"/>
                </a:cubicBezTo>
                <a:lnTo>
                  <a:pt x="552" y="390"/>
                </a:lnTo>
                <a:cubicBezTo>
                  <a:pt x="625" y="478"/>
                  <a:pt x="731" y="532"/>
                  <a:pt x="846" y="540"/>
                </a:cubicBezTo>
                <a:cubicBezTo>
                  <a:pt x="820" y="443"/>
                  <a:pt x="905" y="365"/>
                  <a:pt x="989" y="365"/>
                </a:cubicBezTo>
                <a:close/>
                <a:moveTo>
                  <a:pt x="804" y="0"/>
                </a:moveTo>
                <a:cubicBezTo>
                  <a:pt x="0" y="3"/>
                  <a:pt x="0" y="1226"/>
                  <a:pt x="804" y="1231"/>
                </a:cubicBezTo>
                <a:cubicBezTo>
                  <a:pt x="1608" y="1226"/>
                  <a:pt x="1608" y="5"/>
                  <a:pt x="8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Cardiovascular Diseases: Arrhythmia by Slidesgo">
  <a:themeElements>
    <a:clrScheme name="Simple Light">
      <a:dk1>
        <a:srgbClr val="010440"/>
      </a:dk1>
      <a:lt1>
        <a:srgbClr val="F2F2F2"/>
      </a:lt1>
      <a:dk2>
        <a:srgbClr val="9E9E9E"/>
      </a:dk2>
      <a:lt2>
        <a:srgbClr val="D93B48"/>
      </a:lt2>
      <a:accent1>
        <a:srgbClr val="A22933"/>
      </a:accent1>
      <a:accent2>
        <a:srgbClr val="FFFFFF"/>
      </a:accent2>
      <a:accent3>
        <a:srgbClr val="FFFFFF"/>
      </a:accent3>
      <a:accent4>
        <a:srgbClr val="FFFFFF"/>
      </a:accent4>
      <a:accent5>
        <a:srgbClr val="FFFFFF"/>
      </a:accent5>
      <a:accent6>
        <a:srgbClr val="FFFFFF"/>
      </a:accent6>
      <a:hlink>
        <a:srgbClr val="01044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1012</Words>
  <Application>Microsoft Office PowerPoint</Application>
  <PresentationFormat>Экран (16:9)</PresentationFormat>
  <Paragraphs>224</Paragraphs>
  <Slides>25</Slides>
  <Notes>25</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25</vt:i4>
      </vt:variant>
    </vt:vector>
  </HeadingPairs>
  <TitlesOfParts>
    <vt:vector size="32" baseType="lpstr">
      <vt:lpstr>Karla</vt:lpstr>
      <vt:lpstr>Outfit</vt:lpstr>
      <vt:lpstr>Outfit ExtraBold</vt:lpstr>
      <vt:lpstr>Karla SemiBold</vt:lpstr>
      <vt:lpstr>Roboto Condensed Light</vt:lpstr>
      <vt:lpstr>Arial</vt:lpstr>
      <vt:lpstr>Cardiovascular Diseases: Arrhythmia by Slidesgo</vt:lpstr>
      <vt:lpstr>Cardiovascular Diseases: Arrhythmia </vt:lpstr>
      <vt:lpstr>Contents of this template</vt:lpstr>
      <vt:lpstr>The disease</vt:lpstr>
      <vt:lpstr>Introduction</vt:lpstr>
      <vt:lpstr>The disease</vt:lpstr>
      <vt:lpstr>Range of the disease</vt:lpstr>
      <vt:lpstr>Types of arrhythmias</vt:lpstr>
      <vt:lpstr>Heart's rhythm abnormality</vt:lpstr>
      <vt:lpstr>Pathology</vt:lpstr>
      <vt:lpstr>Symptoms of the disease</vt:lpstr>
      <vt:lpstr>Risk factors</vt:lpstr>
      <vt:lpstr>—Someone Famous</vt:lpstr>
      <vt:lpstr>Diagnosis</vt:lpstr>
      <vt:lpstr>Prevention</vt:lpstr>
      <vt:lpstr>Diagnosis</vt:lpstr>
      <vt:lpstr>Treatment</vt:lpstr>
      <vt:lpstr>Recommendations </vt:lpstr>
      <vt:lpstr>A picture always reinforces the concept </vt:lpstr>
      <vt:lpstr>Awesome words</vt:lpstr>
      <vt:lpstr>Doctor appointments </vt:lpstr>
      <vt:lpstr>Prevalence</vt:lpstr>
      <vt:lpstr>References</vt:lpstr>
      <vt:lpstr>Website</vt:lpstr>
      <vt:lpstr>Conclusions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Cardiovascular Diseases: Arrhythmia </dc:title>
  <cp:lastModifiedBy>я</cp:lastModifiedBy>
  <cp:revision>1</cp:revision>
  <dcterms:modified xsi:type="dcterms:W3CDTF">2026-02-19T06:16:10Z</dcterms:modified>
</cp:coreProperties>
</file>
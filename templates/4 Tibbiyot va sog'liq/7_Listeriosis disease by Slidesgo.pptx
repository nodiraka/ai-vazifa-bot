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25"/>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2" r:id="rId15"/>
    <p:sldId id="273" r:id="rId16"/>
    <p:sldId id="274" r:id="rId17"/>
    <p:sldId id="275" r:id="rId18"/>
    <p:sldId id="276" r:id="rId19"/>
    <p:sldId id="277" r:id="rId20"/>
    <p:sldId id="278" r:id="rId21"/>
    <p:sldId id="280" r:id="rId22"/>
    <p:sldId id="281" r:id="rId23"/>
    <p:sldId id="282" r:id="rId24"/>
  </p:sldIdLst>
  <p:sldSz cx="9144000" cy="5143500" type="screen16x9"/>
  <p:notesSz cx="6858000" cy="9144000"/>
  <p:embeddedFontLst>
    <p:embeddedFont>
      <p:font typeface="Josefin Sans" panose="020B0604020202020204" charset="0"/>
      <p:regular r:id="rId26"/>
      <p:bold r:id="rId27"/>
      <p:italic r:id="rId28"/>
      <p:boldItalic r:id="rId29"/>
    </p:embeddedFont>
    <p:embeddedFont>
      <p:font typeface="Inconsolata" panose="020B0604020202020204" charset="0"/>
      <p:regular r:id="rId30"/>
      <p:bold r:id="rId31"/>
    </p:embeddedFont>
    <p:embeddedFont>
      <p:font typeface="Encode Sans Expanded ExtraBold" panose="020B0604020202020204" charset="0"/>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0C0AFB-5CFE-4E6D-B413-A98C82A82247}">
  <a:tblStyle styleId="{D70C0AFB-5CFE-4E6D-B413-A98C82A8224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e39384ad05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e39384ad0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105a8ba0f1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105a8ba0f1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e39384ad05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e39384ad0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e39384ad05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e39384ad05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e3bc7bac5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e3bc7bac5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e3bc7bac5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e3bc7bac5a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106fbe1f5b2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106fbe1f5b2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3ce3b67a9_1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3ce3b67a9_1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e3bc7bac5a_0_28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e3bc7bac5a_0_28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e3bc7bac5a_0_285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e3bc7bac5a_0_285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e3bc7bac5a_0_285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e3bc7bac5a_0_285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e3bc7bac5a_0_286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e3bc7bac5a_0_286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e3bc7bac5a_0_286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e3bc7bac5a_0_286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05a8ba0f89_1_23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05a8ba0f89_1_23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e3bc7bac5a_0_286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e3bc7bac5a_0_286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e3bc7bac5a_0_286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e3bc7bac5a_0_286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e3bc7bac5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e3bc7bac5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105a8ba0f89_1_23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105a8ba0f89_1_23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e3bc7bac5a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e3bc7bac5a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e3bc7bac5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e3bc7bac5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e3ce3b67a9_1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e3ce3b67a9_1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e3ce3b67a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e3ce3b67a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slidesgo.com/" TargetMode="External"/><Relationship Id="rId2" Type="http://schemas.openxmlformats.org/officeDocument/2006/relationships/image" Target="../media/image2.jpg"/><Relationship Id="rId1" Type="http://schemas.openxmlformats.org/officeDocument/2006/relationships/slideMaster" Target="../slideMasters/slideMaster1.xml"/><Relationship Id="rId5" Type="http://schemas.openxmlformats.org/officeDocument/2006/relationships/hyperlink" Target="https://www.freepik.com/" TargetMode="External"/><Relationship Id="rId4" Type="http://schemas.openxmlformats.org/officeDocument/2006/relationships/hyperlink" Target="https://www.flaticon.com/" TargetMode="Externa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93083" y="1454750"/>
            <a:ext cx="5892000" cy="16494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400">
                <a:latin typeface="Encode Sans Expanded ExtraBold"/>
                <a:ea typeface="Encode Sans Expanded ExtraBold"/>
                <a:cs typeface="Encode Sans Expanded ExtraBold"/>
                <a:sym typeface="Encode Sans Expanded Extra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820633" y="3272863"/>
            <a:ext cx="5411400" cy="4902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lt1"/>
                </a:solidFill>
                <a:latin typeface="Inconsolata"/>
                <a:ea typeface="Inconsolata"/>
                <a:cs typeface="Inconsolata"/>
                <a:sym typeface="Inconsolata"/>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20000" y="2332025"/>
            <a:ext cx="77040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2996550" y="1337825"/>
            <a:ext cx="31509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7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4" name="Google Shape;14;p3"/>
          <p:cNvSpPr txBox="1">
            <a:spLocks noGrp="1"/>
          </p:cNvSpPr>
          <p:nvPr>
            <p:ph type="subTitle" idx="1"/>
          </p:nvPr>
        </p:nvSpPr>
        <p:spPr>
          <a:xfrm>
            <a:off x="2116500" y="3380000"/>
            <a:ext cx="4911000" cy="5277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SzPts val="1400"/>
              <a:buChar char="●"/>
              <a:defRPr sz="1200"/>
            </a:lvl1pPr>
            <a:lvl2pPr marL="914400" lvl="1" indent="-317500">
              <a:lnSpc>
                <a:spcPct val="115000"/>
              </a:lnSpc>
              <a:spcBef>
                <a:spcPts val="0"/>
              </a:spcBef>
              <a:spcAft>
                <a:spcPts val="0"/>
              </a:spcAft>
              <a:buSzPts val="1400"/>
              <a:buChar char="○"/>
              <a:defRPr/>
            </a:lvl2pPr>
            <a:lvl3pPr marL="1371600" lvl="2" indent="-317500">
              <a:lnSpc>
                <a:spcPct val="115000"/>
              </a:lnSpc>
              <a:spcBef>
                <a:spcPts val="0"/>
              </a:spcBef>
              <a:spcAft>
                <a:spcPts val="0"/>
              </a:spcAft>
              <a:buSzPts val="1400"/>
              <a:buChar char="■"/>
              <a:defRPr/>
            </a:lvl3pPr>
            <a:lvl4pPr marL="1828800" lvl="3" indent="-317500">
              <a:lnSpc>
                <a:spcPct val="115000"/>
              </a:lnSpc>
              <a:spcBef>
                <a:spcPts val="0"/>
              </a:spcBef>
              <a:spcAft>
                <a:spcPts val="0"/>
              </a:spcAft>
              <a:buSzPts val="1400"/>
              <a:buChar char="●"/>
              <a:defRPr/>
            </a:lvl4pPr>
            <a:lvl5pPr marL="2286000" lvl="4" indent="-317500">
              <a:lnSpc>
                <a:spcPct val="115000"/>
              </a:lnSpc>
              <a:spcBef>
                <a:spcPts val="0"/>
              </a:spcBef>
              <a:spcAft>
                <a:spcPts val="0"/>
              </a:spcAft>
              <a:buSzPts val="1400"/>
              <a:buChar char="○"/>
              <a:defRPr/>
            </a:lvl5pPr>
            <a:lvl6pPr marL="2743200" lvl="5" indent="-317500">
              <a:lnSpc>
                <a:spcPct val="115000"/>
              </a:lnSpc>
              <a:spcBef>
                <a:spcPts val="0"/>
              </a:spcBef>
              <a:spcAft>
                <a:spcPts val="0"/>
              </a:spcAft>
              <a:buSzPts val="1400"/>
              <a:buChar char="■"/>
              <a:defRPr/>
            </a:lvl6pPr>
            <a:lvl7pPr marL="3200400" lvl="6" indent="-317500">
              <a:lnSpc>
                <a:spcPct val="115000"/>
              </a:lnSpc>
              <a:spcBef>
                <a:spcPts val="0"/>
              </a:spcBef>
              <a:spcAft>
                <a:spcPts val="0"/>
              </a:spcAft>
              <a:buSzPts val="1400"/>
              <a:buChar char="●"/>
              <a:defRPr/>
            </a:lvl7pPr>
            <a:lvl8pPr marL="3657600" lvl="7" indent="-317500">
              <a:lnSpc>
                <a:spcPct val="115000"/>
              </a:lnSpc>
              <a:spcBef>
                <a:spcPts val="0"/>
              </a:spcBef>
              <a:spcAft>
                <a:spcPts val="0"/>
              </a:spcAft>
              <a:buSzPts val="1400"/>
              <a:buChar char="○"/>
              <a:defRPr/>
            </a:lvl8pPr>
            <a:lvl9pPr marL="4114800" lvl="8" indent="-317500">
              <a:lnSpc>
                <a:spcPct val="115000"/>
              </a:lnSpc>
              <a:spcBef>
                <a:spcPts val="0"/>
              </a:spcBef>
              <a:spcAft>
                <a:spcPts val="0"/>
              </a:spcAft>
              <a:buSzPts val="1400"/>
              <a:buChar char="■"/>
              <a:defRPr/>
            </a:lvl9pPr>
          </a:lstStyle>
          <a:p>
            <a:endParaRPr/>
          </a:p>
        </p:txBody>
      </p:sp>
      <p:sp>
        <p:nvSpPr>
          <p:cNvPr id="17" name="Google Shape;17;p4"/>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3500"/>
              <a:buNone/>
              <a:defRPr sz="3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subTitle" idx="1"/>
          </p:nvPr>
        </p:nvSpPr>
        <p:spPr>
          <a:xfrm>
            <a:off x="1290750" y="2505425"/>
            <a:ext cx="2907600" cy="7134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1pPr>
            <a:lvl2pPr lvl="1"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2pPr>
            <a:lvl3pPr lvl="2"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3pPr>
            <a:lvl4pPr lvl="3"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4pPr>
            <a:lvl5pPr lvl="4"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5pPr>
            <a:lvl6pPr lvl="5"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6pPr>
            <a:lvl7pPr lvl="6"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7pPr>
            <a:lvl8pPr lvl="7"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8pPr>
            <a:lvl9pPr lvl="8"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9pPr>
          </a:lstStyle>
          <a:p>
            <a:endParaRPr/>
          </a:p>
        </p:txBody>
      </p:sp>
      <p:sp>
        <p:nvSpPr>
          <p:cNvPr id="20" name="Google Shape;20;p5"/>
          <p:cNvSpPr txBox="1">
            <a:spLocks noGrp="1"/>
          </p:cNvSpPr>
          <p:nvPr>
            <p:ph type="subTitle" idx="2"/>
          </p:nvPr>
        </p:nvSpPr>
        <p:spPr>
          <a:xfrm>
            <a:off x="4945625" y="2505425"/>
            <a:ext cx="2907600" cy="7134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1pPr>
            <a:lvl2pPr lvl="1"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2pPr>
            <a:lvl3pPr lvl="2"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3pPr>
            <a:lvl4pPr lvl="3"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4pPr>
            <a:lvl5pPr lvl="4"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5pPr>
            <a:lvl6pPr lvl="5"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6pPr>
            <a:lvl7pPr lvl="6"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7pPr>
            <a:lvl8pPr lvl="7"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8pPr>
            <a:lvl9pPr lvl="8" algn="ctr">
              <a:lnSpc>
                <a:spcPct val="100000"/>
              </a:lnSpc>
              <a:spcBef>
                <a:spcPts val="0"/>
              </a:spcBef>
              <a:spcAft>
                <a:spcPts val="0"/>
              </a:spcAft>
              <a:buSzPts val="2500"/>
              <a:buFont typeface="Encode Sans Expanded ExtraBold"/>
              <a:buNone/>
              <a:defRPr sz="2500">
                <a:latin typeface="Encode Sans Expanded ExtraBold"/>
                <a:ea typeface="Encode Sans Expanded ExtraBold"/>
                <a:cs typeface="Encode Sans Expanded ExtraBold"/>
                <a:sym typeface="Encode Sans Expanded ExtraBold"/>
              </a:defRPr>
            </a:lvl9pPr>
          </a:lstStyle>
          <a:p>
            <a:endParaRPr/>
          </a:p>
        </p:txBody>
      </p:sp>
      <p:sp>
        <p:nvSpPr>
          <p:cNvPr id="21" name="Google Shape;21;p5"/>
          <p:cNvSpPr txBox="1">
            <a:spLocks noGrp="1"/>
          </p:cNvSpPr>
          <p:nvPr>
            <p:ph type="subTitle" idx="3"/>
          </p:nvPr>
        </p:nvSpPr>
        <p:spPr>
          <a:xfrm>
            <a:off x="1290750" y="3119450"/>
            <a:ext cx="2907600" cy="713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2" name="Google Shape;22;p5"/>
          <p:cNvSpPr txBox="1">
            <a:spLocks noGrp="1"/>
          </p:cNvSpPr>
          <p:nvPr>
            <p:ph type="subTitle" idx="4"/>
          </p:nvPr>
        </p:nvSpPr>
        <p:spPr>
          <a:xfrm>
            <a:off x="4945625" y="3119450"/>
            <a:ext cx="2907600" cy="713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 name="Google Shape;23;p5"/>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7"/>
          <p:cNvSpPr txBox="1">
            <a:spLocks noGrp="1"/>
          </p:cNvSpPr>
          <p:nvPr>
            <p:ph type="subTitle" idx="1"/>
          </p:nvPr>
        </p:nvSpPr>
        <p:spPr>
          <a:xfrm>
            <a:off x="720000" y="1593525"/>
            <a:ext cx="7719900" cy="2584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Char char="●"/>
              <a:defRPr/>
            </a:lvl1pPr>
            <a:lvl2pPr lvl="1">
              <a:lnSpc>
                <a:spcPct val="100000"/>
              </a:lnSpc>
              <a:spcBef>
                <a:spcPts val="0"/>
              </a:spcBef>
              <a:spcAft>
                <a:spcPts val="0"/>
              </a:spcAft>
              <a:buSzPts val="1400"/>
              <a:buChar char="○"/>
              <a:defRPr/>
            </a:lvl2pPr>
            <a:lvl3pPr lvl="2">
              <a:lnSpc>
                <a:spcPct val="100000"/>
              </a:lnSpc>
              <a:spcBef>
                <a:spcPts val="0"/>
              </a:spcBef>
              <a:spcAft>
                <a:spcPts val="0"/>
              </a:spcAft>
              <a:buSzPts val="1400"/>
              <a:buChar char="■"/>
              <a:defRPr/>
            </a:lvl3pPr>
            <a:lvl4pPr lvl="3">
              <a:lnSpc>
                <a:spcPct val="100000"/>
              </a:lnSpc>
              <a:spcBef>
                <a:spcPts val="0"/>
              </a:spcBef>
              <a:spcAft>
                <a:spcPts val="0"/>
              </a:spcAft>
              <a:buSzPts val="1400"/>
              <a:buChar char="●"/>
              <a:defRPr/>
            </a:lvl4pPr>
            <a:lvl5pPr lvl="4">
              <a:lnSpc>
                <a:spcPct val="100000"/>
              </a:lnSpc>
              <a:spcBef>
                <a:spcPts val="0"/>
              </a:spcBef>
              <a:spcAft>
                <a:spcPts val="0"/>
              </a:spcAft>
              <a:buSzPts val="1400"/>
              <a:buChar char="○"/>
              <a:defRPr/>
            </a:lvl5pPr>
            <a:lvl6pPr lvl="5">
              <a:lnSpc>
                <a:spcPct val="100000"/>
              </a:lnSpc>
              <a:spcBef>
                <a:spcPts val="0"/>
              </a:spcBef>
              <a:spcAft>
                <a:spcPts val="0"/>
              </a:spcAft>
              <a:buSzPts val="1400"/>
              <a:buChar char="■"/>
              <a:defRPr/>
            </a:lvl6pPr>
            <a:lvl7pPr lvl="6">
              <a:lnSpc>
                <a:spcPct val="100000"/>
              </a:lnSpc>
              <a:spcBef>
                <a:spcPts val="0"/>
              </a:spcBef>
              <a:spcAft>
                <a:spcPts val="0"/>
              </a:spcAft>
              <a:buSzPts val="1400"/>
              <a:buChar char="●"/>
              <a:defRPr/>
            </a:lvl7pPr>
            <a:lvl8pPr lvl="7">
              <a:lnSpc>
                <a:spcPct val="100000"/>
              </a:lnSpc>
              <a:spcBef>
                <a:spcPts val="0"/>
              </a:spcBef>
              <a:spcAft>
                <a:spcPts val="0"/>
              </a:spcAft>
              <a:buSzPts val="1400"/>
              <a:buChar char="○"/>
              <a:defRPr/>
            </a:lvl8pPr>
            <a:lvl9pPr lvl="8">
              <a:lnSpc>
                <a:spcPct val="100000"/>
              </a:lnSpc>
              <a:spcBef>
                <a:spcPts val="0"/>
              </a:spcBef>
              <a:spcAft>
                <a:spcPts val="0"/>
              </a:spcAft>
              <a:buSzPts val="1400"/>
              <a:buChar char="■"/>
              <a:defRPr/>
            </a:lvl9pPr>
          </a:lstStyle>
          <a:p>
            <a:endParaRPr/>
          </a:p>
        </p:txBody>
      </p:sp>
      <p:sp>
        <p:nvSpPr>
          <p:cNvPr id="28" name="Google Shape;28;p7"/>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blipFill>
          <a:blip r:embed="rId2">
            <a:alphaModFix/>
          </a:blip>
          <a:stretch>
            <a:fillRect/>
          </a:stretch>
        </a:blipFill>
        <a:effectLst/>
      </p:bgPr>
    </p:bg>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1388625" y="1307100"/>
            <a:ext cx="6366900" cy="25293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6000"/>
              <a:buNone/>
              <a:defRPr sz="7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9"/>
          <p:cNvSpPr txBox="1">
            <a:spLocks noGrp="1"/>
          </p:cNvSpPr>
          <p:nvPr>
            <p:ph type="title"/>
          </p:nvPr>
        </p:nvSpPr>
        <p:spPr>
          <a:xfrm>
            <a:off x="1765100" y="1156963"/>
            <a:ext cx="5613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a:solidFill>
                  <a:schemeClr val="dk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3" name="Google Shape;33;p9"/>
          <p:cNvSpPr txBox="1">
            <a:spLocks noGrp="1"/>
          </p:cNvSpPr>
          <p:nvPr>
            <p:ph type="subTitle" idx="1"/>
          </p:nvPr>
        </p:nvSpPr>
        <p:spPr>
          <a:xfrm>
            <a:off x="1765200" y="2077638"/>
            <a:ext cx="5613600" cy="1908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3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720000" y="1818975"/>
            <a:ext cx="3378600" cy="5277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2" name="Google Shape;42;p13"/>
          <p:cNvSpPr txBox="1">
            <a:spLocks noGrp="1"/>
          </p:cNvSpPr>
          <p:nvPr>
            <p:ph type="title" idx="2" hasCustomPrompt="1"/>
          </p:nvPr>
        </p:nvSpPr>
        <p:spPr>
          <a:xfrm>
            <a:off x="720000" y="1344982"/>
            <a:ext cx="1275300" cy="5934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3" name="Google Shape;43;p13"/>
          <p:cNvSpPr txBox="1">
            <a:spLocks noGrp="1"/>
          </p:cNvSpPr>
          <p:nvPr>
            <p:ph type="subTitle" idx="1"/>
          </p:nvPr>
        </p:nvSpPr>
        <p:spPr>
          <a:xfrm>
            <a:off x="720000" y="2310409"/>
            <a:ext cx="2409300" cy="484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1400"/>
              <a:buNone/>
              <a:defRPr sz="1400"/>
            </a:lvl1pPr>
            <a:lvl2pPr lvl="1">
              <a:lnSpc>
                <a:spcPct val="100000"/>
              </a:lnSpc>
              <a:spcBef>
                <a:spcPts val="0"/>
              </a:spcBef>
              <a:spcAft>
                <a:spcPts val="0"/>
              </a:spcAft>
              <a:buClr>
                <a:schemeClr val="dk1"/>
              </a:buClr>
              <a:buSzPts val="1400"/>
              <a:buNone/>
              <a:defRPr>
                <a:solidFill>
                  <a:schemeClr val="dk1"/>
                </a:solidFill>
              </a:defRPr>
            </a:lvl2pPr>
            <a:lvl3pPr lvl="2">
              <a:lnSpc>
                <a:spcPct val="100000"/>
              </a:lnSpc>
              <a:spcBef>
                <a:spcPts val="0"/>
              </a:spcBef>
              <a:spcAft>
                <a:spcPts val="0"/>
              </a:spcAft>
              <a:buClr>
                <a:schemeClr val="dk1"/>
              </a:buClr>
              <a:buSzPts val="1400"/>
              <a:buNone/>
              <a:defRPr>
                <a:solidFill>
                  <a:schemeClr val="dk1"/>
                </a:solidFill>
              </a:defRPr>
            </a:lvl3pPr>
            <a:lvl4pPr lvl="3">
              <a:lnSpc>
                <a:spcPct val="100000"/>
              </a:lnSpc>
              <a:spcBef>
                <a:spcPts val="0"/>
              </a:spcBef>
              <a:spcAft>
                <a:spcPts val="0"/>
              </a:spcAft>
              <a:buClr>
                <a:schemeClr val="dk1"/>
              </a:buClr>
              <a:buSzPts val="1400"/>
              <a:buNone/>
              <a:defRPr>
                <a:solidFill>
                  <a:schemeClr val="dk1"/>
                </a:solidFill>
              </a:defRPr>
            </a:lvl4pPr>
            <a:lvl5pPr lvl="4">
              <a:lnSpc>
                <a:spcPct val="100000"/>
              </a:lnSpc>
              <a:spcBef>
                <a:spcPts val="0"/>
              </a:spcBef>
              <a:spcAft>
                <a:spcPts val="0"/>
              </a:spcAft>
              <a:buClr>
                <a:schemeClr val="dk1"/>
              </a:buClr>
              <a:buSzPts val="1400"/>
              <a:buNone/>
              <a:defRPr>
                <a:solidFill>
                  <a:schemeClr val="dk1"/>
                </a:solidFill>
              </a:defRPr>
            </a:lvl5pPr>
            <a:lvl6pPr lvl="5">
              <a:lnSpc>
                <a:spcPct val="100000"/>
              </a:lnSpc>
              <a:spcBef>
                <a:spcPts val="0"/>
              </a:spcBef>
              <a:spcAft>
                <a:spcPts val="0"/>
              </a:spcAft>
              <a:buClr>
                <a:schemeClr val="dk1"/>
              </a:buClr>
              <a:buSzPts val="1400"/>
              <a:buNone/>
              <a:defRPr>
                <a:solidFill>
                  <a:schemeClr val="dk1"/>
                </a:solidFill>
              </a:defRPr>
            </a:lvl6pPr>
            <a:lvl7pPr lvl="6">
              <a:lnSpc>
                <a:spcPct val="100000"/>
              </a:lnSpc>
              <a:spcBef>
                <a:spcPts val="0"/>
              </a:spcBef>
              <a:spcAft>
                <a:spcPts val="0"/>
              </a:spcAft>
              <a:buClr>
                <a:schemeClr val="dk1"/>
              </a:buClr>
              <a:buSzPts val="1400"/>
              <a:buNone/>
              <a:defRPr>
                <a:solidFill>
                  <a:schemeClr val="dk1"/>
                </a:solidFill>
              </a:defRPr>
            </a:lvl7pPr>
            <a:lvl8pPr lvl="7">
              <a:lnSpc>
                <a:spcPct val="100000"/>
              </a:lnSpc>
              <a:spcBef>
                <a:spcPts val="0"/>
              </a:spcBef>
              <a:spcAft>
                <a:spcPts val="0"/>
              </a:spcAft>
              <a:buClr>
                <a:schemeClr val="dk1"/>
              </a:buClr>
              <a:buSzPts val="1400"/>
              <a:buNone/>
              <a:defRPr>
                <a:solidFill>
                  <a:schemeClr val="dk1"/>
                </a:solidFill>
              </a:defRPr>
            </a:lvl8pPr>
            <a:lvl9pPr lvl="8">
              <a:lnSpc>
                <a:spcPct val="100000"/>
              </a:lnSpc>
              <a:spcBef>
                <a:spcPts val="0"/>
              </a:spcBef>
              <a:spcAft>
                <a:spcPts val="0"/>
              </a:spcAft>
              <a:buClr>
                <a:schemeClr val="dk1"/>
              </a:buClr>
              <a:buSzPts val="1400"/>
              <a:buNone/>
              <a:defRPr>
                <a:solidFill>
                  <a:schemeClr val="dk1"/>
                </a:solidFill>
              </a:defRPr>
            </a:lvl9pPr>
          </a:lstStyle>
          <a:p>
            <a:endParaRPr/>
          </a:p>
        </p:txBody>
      </p:sp>
      <p:sp>
        <p:nvSpPr>
          <p:cNvPr id="44" name="Google Shape;44;p13"/>
          <p:cNvSpPr txBox="1">
            <a:spLocks noGrp="1"/>
          </p:cNvSpPr>
          <p:nvPr>
            <p:ph type="title" idx="3"/>
          </p:nvPr>
        </p:nvSpPr>
        <p:spPr>
          <a:xfrm>
            <a:off x="5061150" y="1818975"/>
            <a:ext cx="3378600" cy="5277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5" name="Google Shape;45;p13"/>
          <p:cNvSpPr txBox="1">
            <a:spLocks noGrp="1"/>
          </p:cNvSpPr>
          <p:nvPr>
            <p:ph type="title" idx="4" hasCustomPrompt="1"/>
          </p:nvPr>
        </p:nvSpPr>
        <p:spPr>
          <a:xfrm>
            <a:off x="5061150" y="1344982"/>
            <a:ext cx="1275300" cy="5934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6" name="Google Shape;46;p13"/>
          <p:cNvSpPr txBox="1">
            <a:spLocks noGrp="1"/>
          </p:cNvSpPr>
          <p:nvPr>
            <p:ph type="subTitle" idx="5"/>
          </p:nvPr>
        </p:nvSpPr>
        <p:spPr>
          <a:xfrm>
            <a:off x="5061150" y="2310409"/>
            <a:ext cx="2409300" cy="484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1400"/>
              <a:buNone/>
              <a:defRPr sz="1400"/>
            </a:lvl1pPr>
            <a:lvl2pPr lvl="1">
              <a:lnSpc>
                <a:spcPct val="100000"/>
              </a:lnSpc>
              <a:spcBef>
                <a:spcPts val="0"/>
              </a:spcBef>
              <a:spcAft>
                <a:spcPts val="0"/>
              </a:spcAft>
              <a:buClr>
                <a:schemeClr val="dk1"/>
              </a:buClr>
              <a:buSzPts val="1400"/>
              <a:buNone/>
              <a:defRPr>
                <a:solidFill>
                  <a:schemeClr val="dk1"/>
                </a:solidFill>
              </a:defRPr>
            </a:lvl2pPr>
            <a:lvl3pPr lvl="2">
              <a:lnSpc>
                <a:spcPct val="100000"/>
              </a:lnSpc>
              <a:spcBef>
                <a:spcPts val="0"/>
              </a:spcBef>
              <a:spcAft>
                <a:spcPts val="0"/>
              </a:spcAft>
              <a:buClr>
                <a:schemeClr val="dk1"/>
              </a:buClr>
              <a:buSzPts val="1400"/>
              <a:buNone/>
              <a:defRPr>
                <a:solidFill>
                  <a:schemeClr val="dk1"/>
                </a:solidFill>
              </a:defRPr>
            </a:lvl3pPr>
            <a:lvl4pPr lvl="3">
              <a:lnSpc>
                <a:spcPct val="100000"/>
              </a:lnSpc>
              <a:spcBef>
                <a:spcPts val="0"/>
              </a:spcBef>
              <a:spcAft>
                <a:spcPts val="0"/>
              </a:spcAft>
              <a:buClr>
                <a:schemeClr val="dk1"/>
              </a:buClr>
              <a:buSzPts val="1400"/>
              <a:buNone/>
              <a:defRPr>
                <a:solidFill>
                  <a:schemeClr val="dk1"/>
                </a:solidFill>
              </a:defRPr>
            </a:lvl4pPr>
            <a:lvl5pPr lvl="4">
              <a:lnSpc>
                <a:spcPct val="100000"/>
              </a:lnSpc>
              <a:spcBef>
                <a:spcPts val="0"/>
              </a:spcBef>
              <a:spcAft>
                <a:spcPts val="0"/>
              </a:spcAft>
              <a:buClr>
                <a:schemeClr val="dk1"/>
              </a:buClr>
              <a:buSzPts val="1400"/>
              <a:buNone/>
              <a:defRPr>
                <a:solidFill>
                  <a:schemeClr val="dk1"/>
                </a:solidFill>
              </a:defRPr>
            </a:lvl5pPr>
            <a:lvl6pPr lvl="5">
              <a:lnSpc>
                <a:spcPct val="100000"/>
              </a:lnSpc>
              <a:spcBef>
                <a:spcPts val="0"/>
              </a:spcBef>
              <a:spcAft>
                <a:spcPts val="0"/>
              </a:spcAft>
              <a:buClr>
                <a:schemeClr val="dk1"/>
              </a:buClr>
              <a:buSzPts val="1400"/>
              <a:buNone/>
              <a:defRPr>
                <a:solidFill>
                  <a:schemeClr val="dk1"/>
                </a:solidFill>
              </a:defRPr>
            </a:lvl6pPr>
            <a:lvl7pPr lvl="6">
              <a:lnSpc>
                <a:spcPct val="100000"/>
              </a:lnSpc>
              <a:spcBef>
                <a:spcPts val="0"/>
              </a:spcBef>
              <a:spcAft>
                <a:spcPts val="0"/>
              </a:spcAft>
              <a:buClr>
                <a:schemeClr val="dk1"/>
              </a:buClr>
              <a:buSzPts val="1400"/>
              <a:buNone/>
              <a:defRPr>
                <a:solidFill>
                  <a:schemeClr val="dk1"/>
                </a:solidFill>
              </a:defRPr>
            </a:lvl7pPr>
            <a:lvl8pPr lvl="7">
              <a:lnSpc>
                <a:spcPct val="100000"/>
              </a:lnSpc>
              <a:spcBef>
                <a:spcPts val="0"/>
              </a:spcBef>
              <a:spcAft>
                <a:spcPts val="0"/>
              </a:spcAft>
              <a:buClr>
                <a:schemeClr val="dk1"/>
              </a:buClr>
              <a:buSzPts val="1400"/>
              <a:buNone/>
              <a:defRPr>
                <a:solidFill>
                  <a:schemeClr val="dk1"/>
                </a:solidFill>
              </a:defRPr>
            </a:lvl8pPr>
            <a:lvl9pPr lvl="8">
              <a:lnSpc>
                <a:spcPct val="100000"/>
              </a:lnSpc>
              <a:spcBef>
                <a:spcPts val="0"/>
              </a:spcBef>
              <a:spcAft>
                <a:spcPts val="0"/>
              </a:spcAft>
              <a:buClr>
                <a:schemeClr val="dk1"/>
              </a:buClr>
              <a:buSzPts val="1400"/>
              <a:buNone/>
              <a:defRPr>
                <a:solidFill>
                  <a:schemeClr val="dk1"/>
                </a:solidFill>
              </a:defRPr>
            </a:lvl9pPr>
          </a:lstStyle>
          <a:p>
            <a:endParaRPr/>
          </a:p>
        </p:txBody>
      </p:sp>
      <p:sp>
        <p:nvSpPr>
          <p:cNvPr id="47" name="Google Shape;47;p13"/>
          <p:cNvSpPr txBox="1">
            <a:spLocks noGrp="1"/>
          </p:cNvSpPr>
          <p:nvPr>
            <p:ph type="title" idx="6"/>
          </p:nvPr>
        </p:nvSpPr>
        <p:spPr>
          <a:xfrm>
            <a:off x="720000" y="3608375"/>
            <a:ext cx="3378600" cy="5277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13"/>
          <p:cNvSpPr txBox="1">
            <a:spLocks noGrp="1"/>
          </p:cNvSpPr>
          <p:nvPr>
            <p:ph type="title" idx="7" hasCustomPrompt="1"/>
          </p:nvPr>
        </p:nvSpPr>
        <p:spPr>
          <a:xfrm>
            <a:off x="720000" y="3134382"/>
            <a:ext cx="1275300" cy="5934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9" name="Google Shape;49;p13"/>
          <p:cNvSpPr txBox="1">
            <a:spLocks noGrp="1"/>
          </p:cNvSpPr>
          <p:nvPr>
            <p:ph type="subTitle" idx="8"/>
          </p:nvPr>
        </p:nvSpPr>
        <p:spPr>
          <a:xfrm>
            <a:off x="720000" y="4099809"/>
            <a:ext cx="2409300" cy="484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1400"/>
              <a:buNone/>
              <a:defRPr sz="1400"/>
            </a:lvl1pPr>
            <a:lvl2pPr lvl="1">
              <a:lnSpc>
                <a:spcPct val="100000"/>
              </a:lnSpc>
              <a:spcBef>
                <a:spcPts val="0"/>
              </a:spcBef>
              <a:spcAft>
                <a:spcPts val="0"/>
              </a:spcAft>
              <a:buClr>
                <a:schemeClr val="dk1"/>
              </a:buClr>
              <a:buSzPts val="1400"/>
              <a:buNone/>
              <a:defRPr>
                <a:solidFill>
                  <a:schemeClr val="dk1"/>
                </a:solidFill>
              </a:defRPr>
            </a:lvl2pPr>
            <a:lvl3pPr lvl="2">
              <a:lnSpc>
                <a:spcPct val="100000"/>
              </a:lnSpc>
              <a:spcBef>
                <a:spcPts val="0"/>
              </a:spcBef>
              <a:spcAft>
                <a:spcPts val="0"/>
              </a:spcAft>
              <a:buClr>
                <a:schemeClr val="dk1"/>
              </a:buClr>
              <a:buSzPts val="1400"/>
              <a:buNone/>
              <a:defRPr>
                <a:solidFill>
                  <a:schemeClr val="dk1"/>
                </a:solidFill>
              </a:defRPr>
            </a:lvl3pPr>
            <a:lvl4pPr lvl="3">
              <a:lnSpc>
                <a:spcPct val="100000"/>
              </a:lnSpc>
              <a:spcBef>
                <a:spcPts val="0"/>
              </a:spcBef>
              <a:spcAft>
                <a:spcPts val="0"/>
              </a:spcAft>
              <a:buClr>
                <a:schemeClr val="dk1"/>
              </a:buClr>
              <a:buSzPts val="1400"/>
              <a:buNone/>
              <a:defRPr>
                <a:solidFill>
                  <a:schemeClr val="dk1"/>
                </a:solidFill>
              </a:defRPr>
            </a:lvl4pPr>
            <a:lvl5pPr lvl="4">
              <a:lnSpc>
                <a:spcPct val="100000"/>
              </a:lnSpc>
              <a:spcBef>
                <a:spcPts val="0"/>
              </a:spcBef>
              <a:spcAft>
                <a:spcPts val="0"/>
              </a:spcAft>
              <a:buClr>
                <a:schemeClr val="dk1"/>
              </a:buClr>
              <a:buSzPts val="1400"/>
              <a:buNone/>
              <a:defRPr>
                <a:solidFill>
                  <a:schemeClr val="dk1"/>
                </a:solidFill>
              </a:defRPr>
            </a:lvl5pPr>
            <a:lvl6pPr lvl="5">
              <a:lnSpc>
                <a:spcPct val="100000"/>
              </a:lnSpc>
              <a:spcBef>
                <a:spcPts val="0"/>
              </a:spcBef>
              <a:spcAft>
                <a:spcPts val="0"/>
              </a:spcAft>
              <a:buClr>
                <a:schemeClr val="dk1"/>
              </a:buClr>
              <a:buSzPts val="1400"/>
              <a:buNone/>
              <a:defRPr>
                <a:solidFill>
                  <a:schemeClr val="dk1"/>
                </a:solidFill>
              </a:defRPr>
            </a:lvl6pPr>
            <a:lvl7pPr lvl="6">
              <a:lnSpc>
                <a:spcPct val="100000"/>
              </a:lnSpc>
              <a:spcBef>
                <a:spcPts val="0"/>
              </a:spcBef>
              <a:spcAft>
                <a:spcPts val="0"/>
              </a:spcAft>
              <a:buClr>
                <a:schemeClr val="dk1"/>
              </a:buClr>
              <a:buSzPts val="1400"/>
              <a:buNone/>
              <a:defRPr>
                <a:solidFill>
                  <a:schemeClr val="dk1"/>
                </a:solidFill>
              </a:defRPr>
            </a:lvl7pPr>
            <a:lvl8pPr lvl="7">
              <a:lnSpc>
                <a:spcPct val="100000"/>
              </a:lnSpc>
              <a:spcBef>
                <a:spcPts val="0"/>
              </a:spcBef>
              <a:spcAft>
                <a:spcPts val="0"/>
              </a:spcAft>
              <a:buClr>
                <a:schemeClr val="dk1"/>
              </a:buClr>
              <a:buSzPts val="1400"/>
              <a:buNone/>
              <a:defRPr>
                <a:solidFill>
                  <a:schemeClr val="dk1"/>
                </a:solidFill>
              </a:defRPr>
            </a:lvl8pPr>
            <a:lvl9pPr lvl="8">
              <a:lnSpc>
                <a:spcPct val="100000"/>
              </a:lnSpc>
              <a:spcBef>
                <a:spcPts val="0"/>
              </a:spcBef>
              <a:spcAft>
                <a:spcPts val="0"/>
              </a:spcAft>
              <a:buClr>
                <a:schemeClr val="dk1"/>
              </a:buClr>
              <a:buSzPts val="1400"/>
              <a:buNone/>
              <a:defRPr>
                <a:solidFill>
                  <a:schemeClr val="dk1"/>
                </a:solidFill>
              </a:defRPr>
            </a:lvl9pPr>
          </a:lstStyle>
          <a:p>
            <a:endParaRPr/>
          </a:p>
        </p:txBody>
      </p:sp>
      <p:sp>
        <p:nvSpPr>
          <p:cNvPr id="50" name="Google Shape;50;p13"/>
          <p:cNvSpPr txBox="1">
            <a:spLocks noGrp="1"/>
          </p:cNvSpPr>
          <p:nvPr>
            <p:ph type="title" idx="9"/>
          </p:nvPr>
        </p:nvSpPr>
        <p:spPr>
          <a:xfrm>
            <a:off x="5061150" y="3608375"/>
            <a:ext cx="3378600" cy="5277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1" name="Google Shape;51;p13"/>
          <p:cNvSpPr txBox="1">
            <a:spLocks noGrp="1"/>
          </p:cNvSpPr>
          <p:nvPr>
            <p:ph type="title" idx="13" hasCustomPrompt="1"/>
          </p:nvPr>
        </p:nvSpPr>
        <p:spPr>
          <a:xfrm>
            <a:off x="5061150" y="3134382"/>
            <a:ext cx="1275300" cy="5934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2" name="Google Shape;52;p13"/>
          <p:cNvSpPr txBox="1">
            <a:spLocks noGrp="1"/>
          </p:cNvSpPr>
          <p:nvPr>
            <p:ph type="subTitle" idx="14"/>
          </p:nvPr>
        </p:nvSpPr>
        <p:spPr>
          <a:xfrm>
            <a:off x="5061150" y="4099809"/>
            <a:ext cx="2409300" cy="484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1400"/>
              <a:buNone/>
              <a:defRPr sz="1400"/>
            </a:lvl1pPr>
            <a:lvl2pPr lvl="1">
              <a:lnSpc>
                <a:spcPct val="100000"/>
              </a:lnSpc>
              <a:spcBef>
                <a:spcPts val="0"/>
              </a:spcBef>
              <a:spcAft>
                <a:spcPts val="0"/>
              </a:spcAft>
              <a:buClr>
                <a:schemeClr val="dk1"/>
              </a:buClr>
              <a:buSzPts val="1400"/>
              <a:buNone/>
              <a:defRPr>
                <a:solidFill>
                  <a:schemeClr val="dk1"/>
                </a:solidFill>
              </a:defRPr>
            </a:lvl2pPr>
            <a:lvl3pPr lvl="2">
              <a:lnSpc>
                <a:spcPct val="100000"/>
              </a:lnSpc>
              <a:spcBef>
                <a:spcPts val="0"/>
              </a:spcBef>
              <a:spcAft>
                <a:spcPts val="0"/>
              </a:spcAft>
              <a:buClr>
                <a:schemeClr val="dk1"/>
              </a:buClr>
              <a:buSzPts val="1400"/>
              <a:buNone/>
              <a:defRPr>
                <a:solidFill>
                  <a:schemeClr val="dk1"/>
                </a:solidFill>
              </a:defRPr>
            </a:lvl3pPr>
            <a:lvl4pPr lvl="3">
              <a:lnSpc>
                <a:spcPct val="100000"/>
              </a:lnSpc>
              <a:spcBef>
                <a:spcPts val="0"/>
              </a:spcBef>
              <a:spcAft>
                <a:spcPts val="0"/>
              </a:spcAft>
              <a:buClr>
                <a:schemeClr val="dk1"/>
              </a:buClr>
              <a:buSzPts val="1400"/>
              <a:buNone/>
              <a:defRPr>
                <a:solidFill>
                  <a:schemeClr val="dk1"/>
                </a:solidFill>
              </a:defRPr>
            </a:lvl4pPr>
            <a:lvl5pPr lvl="4">
              <a:lnSpc>
                <a:spcPct val="100000"/>
              </a:lnSpc>
              <a:spcBef>
                <a:spcPts val="0"/>
              </a:spcBef>
              <a:spcAft>
                <a:spcPts val="0"/>
              </a:spcAft>
              <a:buClr>
                <a:schemeClr val="dk1"/>
              </a:buClr>
              <a:buSzPts val="1400"/>
              <a:buNone/>
              <a:defRPr>
                <a:solidFill>
                  <a:schemeClr val="dk1"/>
                </a:solidFill>
              </a:defRPr>
            </a:lvl5pPr>
            <a:lvl6pPr lvl="5">
              <a:lnSpc>
                <a:spcPct val="100000"/>
              </a:lnSpc>
              <a:spcBef>
                <a:spcPts val="0"/>
              </a:spcBef>
              <a:spcAft>
                <a:spcPts val="0"/>
              </a:spcAft>
              <a:buClr>
                <a:schemeClr val="dk1"/>
              </a:buClr>
              <a:buSzPts val="1400"/>
              <a:buNone/>
              <a:defRPr>
                <a:solidFill>
                  <a:schemeClr val="dk1"/>
                </a:solidFill>
              </a:defRPr>
            </a:lvl6pPr>
            <a:lvl7pPr lvl="6">
              <a:lnSpc>
                <a:spcPct val="100000"/>
              </a:lnSpc>
              <a:spcBef>
                <a:spcPts val="0"/>
              </a:spcBef>
              <a:spcAft>
                <a:spcPts val="0"/>
              </a:spcAft>
              <a:buClr>
                <a:schemeClr val="dk1"/>
              </a:buClr>
              <a:buSzPts val="1400"/>
              <a:buNone/>
              <a:defRPr>
                <a:solidFill>
                  <a:schemeClr val="dk1"/>
                </a:solidFill>
              </a:defRPr>
            </a:lvl7pPr>
            <a:lvl8pPr lvl="7">
              <a:lnSpc>
                <a:spcPct val="100000"/>
              </a:lnSpc>
              <a:spcBef>
                <a:spcPts val="0"/>
              </a:spcBef>
              <a:spcAft>
                <a:spcPts val="0"/>
              </a:spcAft>
              <a:buClr>
                <a:schemeClr val="dk1"/>
              </a:buClr>
              <a:buSzPts val="1400"/>
              <a:buNone/>
              <a:defRPr>
                <a:solidFill>
                  <a:schemeClr val="dk1"/>
                </a:solidFill>
              </a:defRPr>
            </a:lvl8pPr>
            <a:lvl9pPr lvl="8">
              <a:lnSpc>
                <a:spcPct val="100000"/>
              </a:lnSpc>
              <a:spcBef>
                <a:spcPts val="0"/>
              </a:spcBef>
              <a:spcAft>
                <a:spcPts val="0"/>
              </a:spcAft>
              <a:buClr>
                <a:schemeClr val="dk1"/>
              </a:buClr>
              <a:buSzPts val="1400"/>
              <a:buNone/>
              <a:defRPr>
                <a:solidFill>
                  <a:schemeClr val="dk1"/>
                </a:solidFill>
              </a:defRPr>
            </a:lvl9pPr>
          </a:lstStyle>
          <a:p>
            <a:endParaRPr/>
          </a:p>
        </p:txBody>
      </p:sp>
      <p:sp>
        <p:nvSpPr>
          <p:cNvPr id="53" name="Google Shape;53;p13"/>
          <p:cNvSpPr txBox="1">
            <a:spLocks noGrp="1"/>
          </p:cNvSpPr>
          <p:nvPr>
            <p:ph type="title" idx="15"/>
          </p:nvPr>
        </p:nvSpPr>
        <p:spPr>
          <a:xfrm>
            <a:off x="720000" y="5974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BLANK_1_1">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693075" y="3248600"/>
            <a:ext cx="4858800" cy="5319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SzPts val="3000"/>
              <a:buNone/>
              <a:defRPr sz="2000"/>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a:endParaRPr/>
          </a:p>
        </p:txBody>
      </p:sp>
      <p:sp>
        <p:nvSpPr>
          <p:cNvPr id="56" name="Google Shape;56;p14"/>
          <p:cNvSpPr txBox="1">
            <a:spLocks noGrp="1"/>
          </p:cNvSpPr>
          <p:nvPr>
            <p:ph type="subTitle" idx="1"/>
          </p:nvPr>
        </p:nvSpPr>
        <p:spPr>
          <a:xfrm>
            <a:off x="693075" y="1355900"/>
            <a:ext cx="6227700" cy="17403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500"/>
              <a:buNone/>
              <a:defRPr sz="2500"/>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body" idx="1"/>
          </p:nvPr>
        </p:nvSpPr>
        <p:spPr>
          <a:xfrm>
            <a:off x="693075" y="2182150"/>
            <a:ext cx="3322200" cy="13356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Clr>
                <a:srgbClr val="434343"/>
              </a:buClr>
              <a:buSzPts val="1400"/>
              <a:buChar char="●"/>
              <a:defRPr sz="1600"/>
            </a:lvl1pPr>
            <a:lvl2pPr marL="914400" lvl="1" indent="-317500">
              <a:lnSpc>
                <a:spcPct val="115000"/>
              </a:lnSpc>
              <a:spcBef>
                <a:spcPts val="0"/>
              </a:spcBef>
              <a:spcAft>
                <a:spcPts val="0"/>
              </a:spcAft>
              <a:buClr>
                <a:srgbClr val="434343"/>
              </a:buClr>
              <a:buSzPts val="1400"/>
              <a:buChar char="○"/>
              <a:defRPr>
                <a:solidFill>
                  <a:srgbClr val="434343"/>
                </a:solidFill>
              </a:defRPr>
            </a:lvl2pPr>
            <a:lvl3pPr marL="1371600" lvl="2" indent="-317500">
              <a:lnSpc>
                <a:spcPct val="115000"/>
              </a:lnSpc>
              <a:spcBef>
                <a:spcPts val="0"/>
              </a:spcBef>
              <a:spcAft>
                <a:spcPts val="0"/>
              </a:spcAft>
              <a:buClr>
                <a:srgbClr val="434343"/>
              </a:buClr>
              <a:buSzPts val="1400"/>
              <a:buChar char="■"/>
              <a:defRPr>
                <a:solidFill>
                  <a:srgbClr val="434343"/>
                </a:solidFill>
              </a:defRPr>
            </a:lvl3pPr>
            <a:lvl4pPr marL="1828800" lvl="3" indent="-317500">
              <a:lnSpc>
                <a:spcPct val="115000"/>
              </a:lnSpc>
              <a:spcBef>
                <a:spcPts val="0"/>
              </a:spcBef>
              <a:spcAft>
                <a:spcPts val="0"/>
              </a:spcAft>
              <a:buClr>
                <a:srgbClr val="434343"/>
              </a:buClr>
              <a:buSzPts val="1400"/>
              <a:buChar char="●"/>
              <a:defRPr>
                <a:solidFill>
                  <a:srgbClr val="434343"/>
                </a:solidFill>
              </a:defRPr>
            </a:lvl4pPr>
            <a:lvl5pPr marL="2286000" lvl="4" indent="-317500">
              <a:lnSpc>
                <a:spcPct val="115000"/>
              </a:lnSpc>
              <a:spcBef>
                <a:spcPts val="0"/>
              </a:spcBef>
              <a:spcAft>
                <a:spcPts val="0"/>
              </a:spcAft>
              <a:buClr>
                <a:srgbClr val="434343"/>
              </a:buClr>
              <a:buSzPts val="1400"/>
              <a:buChar char="○"/>
              <a:defRPr>
                <a:solidFill>
                  <a:srgbClr val="434343"/>
                </a:solidFill>
              </a:defRPr>
            </a:lvl5pPr>
            <a:lvl6pPr marL="2743200" lvl="5" indent="-317500">
              <a:lnSpc>
                <a:spcPct val="115000"/>
              </a:lnSpc>
              <a:spcBef>
                <a:spcPts val="0"/>
              </a:spcBef>
              <a:spcAft>
                <a:spcPts val="0"/>
              </a:spcAft>
              <a:buClr>
                <a:srgbClr val="434343"/>
              </a:buClr>
              <a:buSzPts val="1400"/>
              <a:buChar char="■"/>
              <a:defRPr>
                <a:solidFill>
                  <a:srgbClr val="434343"/>
                </a:solidFill>
              </a:defRPr>
            </a:lvl6pPr>
            <a:lvl7pPr marL="3200400" lvl="6" indent="-317500">
              <a:lnSpc>
                <a:spcPct val="115000"/>
              </a:lnSpc>
              <a:spcBef>
                <a:spcPts val="0"/>
              </a:spcBef>
              <a:spcAft>
                <a:spcPts val="0"/>
              </a:spcAft>
              <a:buClr>
                <a:srgbClr val="434343"/>
              </a:buClr>
              <a:buSzPts val="1400"/>
              <a:buChar char="●"/>
              <a:defRPr>
                <a:solidFill>
                  <a:srgbClr val="434343"/>
                </a:solidFill>
              </a:defRPr>
            </a:lvl7pPr>
            <a:lvl8pPr marL="3657600" lvl="7" indent="-317500">
              <a:lnSpc>
                <a:spcPct val="115000"/>
              </a:lnSpc>
              <a:spcBef>
                <a:spcPts val="0"/>
              </a:spcBef>
              <a:spcAft>
                <a:spcPts val="0"/>
              </a:spcAft>
              <a:buClr>
                <a:srgbClr val="434343"/>
              </a:buClr>
              <a:buSzPts val="1400"/>
              <a:buChar char="○"/>
              <a:defRPr>
                <a:solidFill>
                  <a:srgbClr val="434343"/>
                </a:solidFill>
              </a:defRPr>
            </a:lvl8pPr>
            <a:lvl9pPr marL="4114800" lvl="8" indent="-317500">
              <a:lnSpc>
                <a:spcPct val="115000"/>
              </a:lnSpc>
              <a:spcBef>
                <a:spcPts val="0"/>
              </a:spcBef>
              <a:spcAft>
                <a:spcPts val="0"/>
              </a:spcAft>
              <a:buClr>
                <a:srgbClr val="434343"/>
              </a:buClr>
              <a:buSzPts val="1400"/>
              <a:buChar char="■"/>
              <a:defRPr>
                <a:solidFill>
                  <a:srgbClr val="434343"/>
                </a:solidFill>
              </a:defRPr>
            </a:lvl9pPr>
          </a:lstStyle>
          <a:p>
            <a:endParaRPr/>
          </a:p>
        </p:txBody>
      </p:sp>
      <p:sp>
        <p:nvSpPr>
          <p:cNvPr id="59" name="Google Shape;59;p15"/>
          <p:cNvSpPr txBox="1">
            <a:spLocks noGrp="1"/>
          </p:cNvSpPr>
          <p:nvPr>
            <p:ph type="title"/>
          </p:nvPr>
        </p:nvSpPr>
        <p:spPr>
          <a:xfrm>
            <a:off x="693075" y="1598775"/>
            <a:ext cx="3751500" cy="572700"/>
          </a:xfrm>
          <a:prstGeom prst="rect">
            <a:avLst/>
          </a:prstGeom>
        </p:spPr>
        <p:txBody>
          <a:bodyPr spcFirstLastPara="1" wrap="square" lIns="91425" tIns="91425" rIns="91425" bIns="91425" anchor="ctr" anchorCtr="0">
            <a:noAutofit/>
          </a:bodyPr>
          <a:lstStyle>
            <a:lvl1pPr lvl="0">
              <a:spcBef>
                <a:spcPts val="0"/>
              </a:spcBef>
              <a:spcAft>
                <a:spcPts val="0"/>
              </a:spcAft>
              <a:buSzPts val="3500"/>
              <a:buNone/>
              <a:defRPr>
                <a:solidFill>
                  <a:schemeClr val="dk2"/>
                </a:solidFill>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2">
  <p:cSld name="CUSTOM_5">
    <p:bg>
      <p:bgPr>
        <a:blipFill>
          <a:blip r:embed="rId2">
            <a:alphaModFix/>
          </a:blip>
          <a:stretch>
            <a:fillRect/>
          </a:stretch>
        </a:blipFill>
        <a:effectLst/>
      </p:bgPr>
    </p:bg>
    <p:spTree>
      <p:nvGrpSpPr>
        <p:cNvPr id="1" name="Shape 60"/>
        <p:cNvGrpSpPr/>
        <p:nvPr/>
      </p:nvGrpSpPr>
      <p:grpSpPr>
        <a:xfrm>
          <a:off x="0" y="0"/>
          <a:ext cx="0" cy="0"/>
          <a:chOff x="0" y="0"/>
          <a:chExt cx="0" cy="0"/>
        </a:xfrm>
      </p:grpSpPr>
      <p:sp>
        <p:nvSpPr>
          <p:cNvPr id="61" name="Google Shape;61;p16"/>
          <p:cNvSpPr txBox="1">
            <a:spLocks noGrp="1"/>
          </p:cNvSpPr>
          <p:nvPr>
            <p:ph type="body" idx="1"/>
          </p:nvPr>
        </p:nvSpPr>
        <p:spPr>
          <a:xfrm>
            <a:off x="693075" y="2247600"/>
            <a:ext cx="3322200" cy="17880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62" name="Google Shape;62;p16"/>
          <p:cNvSpPr txBox="1">
            <a:spLocks noGrp="1"/>
          </p:cNvSpPr>
          <p:nvPr>
            <p:ph type="title"/>
          </p:nvPr>
        </p:nvSpPr>
        <p:spPr>
          <a:xfrm>
            <a:off x="693075" y="1664225"/>
            <a:ext cx="3879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1">
  <p:cSld name="TITLE_AND_TWO_COLUMNS_1">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a:off x="1262075" y="1629850"/>
            <a:ext cx="2883900" cy="527700"/>
          </a:xfrm>
          <a:prstGeom prst="rect">
            <a:avLst/>
          </a:prstGeom>
        </p:spPr>
        <p:txBody>
          <a:bodyPr spcFirstLastPara="1" wrap="square" lIns="91425" tIns="91425" rIns="91425" bIns="91425" anchor="ctr" anchorCtr="0">
            <a:noAutofit/>
          </a:bodyPr>
          <a:lstStyle>
            <a:lvl1pPr lvl="0">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65" name="Google Shape;65;p17"/>
          <p:cNvSpPr txBox="1">
            <a:spLocks noGrp="1"/>
          </p:cNvSpPr>
          <p:nvPr>
            <p:ph type="subTitle" idx="1"/>
          </p:nvPr>
        </p:nvSpPr>
        <p:spPr>
          <a:xfrm>
            <a:off x="1262088" y="2057748"/>
            <a:ext cx="2883900" cy="1923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66" name="Google Shape;66;p17"/>
          <p:cNvSpPr txBox="1">
            <a:spLocks noGrp="1"/>
          </p:cNvSpPr>
          <p:nvPr>
            <p:ph type="title" idx="2"/>
          </p:nvPr>
        </p:nvSpPr>
        <p:spPr>
          <a:xfrm>
            <a:off x="4998020" y="1629850"/>
            <a:ext cx="2175300" cy="527700"/>
          </a:xfrm>
          <a:prstGeom prst="rect">
            <a:avLst/>
          </a:prstGeom>
        </p:spPr>
        <p:txBody>
          <a:bodyPr spcFirstLastPara="1" wrap="square" lIns="91425" tIns="91425" rIns="91425" bIns="91425" anchor="ctr" anchorCtr="0">
            <a:noAutofit/>
          </a:bodyPr>
          <a:lstStyle>
            <a:lvl1pPr lvl="0">
              <a:spcBef>
                <a:spcPts val="0"/>
              </a:spcBef>
              <a:spcAft>
                <a:spcPts val="0"/>
              </a:spcAft>
              <a:buSzPts val="2500"/>
              <a:buNone/>
              <a:defRPr sz="2000">
                <a:solidFill>
                  <a:schemeClr val="dk2"/>
                </a:solidFill>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67" name="Google Shape;67;p17"/>
          <p:cNvSpPr txBox="1">
            <a:spLocks noGrp="1"/>
          </p:cNvSpPr>
          <p:nvPr>
            <p:ph type="subTitle" idx="3"/>
          </p:nvPr>
        </p:nvSpPr>
        <p:spPr>
          <a:xfrm>
            <a:off x="4998010" y="2024025"/>
            <a:ext cx="2883900" cy="8694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68" name="Google Shape;68;p17"/>
          <p:cNvSpPr txBox="1">
            <a:spLocks noGrp="1"/>
          </p:cNvSpPr>
          <p:nvPr>
            <p:ph type="title" idx="4"/>
          </p:nvPr>
        </p:nvSpPr>
        <p:spPr>
          <a:xfrm>
            <a:off x="4998021" y="3031675"/>
            <a:ext cx="2175300" cy="527700"/>
          </a:xfrm>
          <a:prstGeom prst="rect">
            <a:avLst/>
          </a:prstGeom>
        </p:spPr>
        <p:txBody>
          <a:bodyPr spcFirstLastPara="1" wrap="square" lIns="91425" tIns="91425" rIns="91425" bIns="91425" anchor="ctr" anchorCtr="0">
            <a:noAutofit/>
          </a:bodyPr>
          <a:lstStyle>
            <a:lvl1pPr lvl="0">
              <a:spcBef>
                <a:spcPts val="0"/>
              </a:spcBef>
              <a:spcAft>
                <a:spcPts val="0"/>
              </a:spcAft>
              <a:buSzPts val="2500"/>
              <a:buNone/>
              <a:defRPr sz="2000">
                <a:solidFill>
                  <a:schemeClr val="dk2"/>
                </a:solidFill>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69" name="Google Shape;69;p17"/>
          <p:cNvSpPr txBox="1">
            <a:spLocks noGrp="1"/>
          </p:cNvSpPr>
          <p:nvPr>
            <p:ph type="subTitle" idx="5"/>
          </p:nvPr>
        </p:nvSpPr>
        <p:spPr>
          <a:xfrm>
            <a:off x="4998013" y="3425850"/>
            <a:ext cx="2883900" cy="8694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70" name="Google Shape;70;p17"/>
          <p:cNvSpPr txBox="1">
            <a:spLocks noGrp="1"/>
          </p:cNvSpPr>
          <p:nvPr>
            <p:ph type="title" idx="6"/>
          </p:nvPr>
        </p:nvSpPr>
        <p:spPr>
          <a:xfrm>
            <a:off x="720000" y="5974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BLANK_1_1_1_2">
    <p:bg>
      <p:bgPr>
        <a:blipFill>
          <a:blip r:embed="rId2">
            <a:alphaModFix/>
          </a:blip>
          <a:stretch>
            <a:fillRect/>
          </a:stretch>
        </a:blipFill>
        <a:effectLst/>
      </p:bgPr>
    </p:bg>
    <p:spTree>
      <p:nvGrpSpPr>
        <p:cNvPr id="1" name="Shape 71"/>
        <p:cNvGrpSpPr/>
        <p:nvPr/>
      </p:nvGrpSpPr>
      <p:grpSpPr>
        <a:xfrm>
          <a:off x="0" y="0"/>
          <a:ext cx="0" cy="0"/>
          <a:chOff x="0" y="0"/>
          <a:chExt cx="0" cy="0"/>
        </a:xfrm>
      </p:grpSpPr>
      <p:sp>
        <p:nvSpPr>
          <p:cNvPr id="72" name="Google Shape;72;p18"/>
          <p:cNvSpPr txBox="1">
            <a:spLocks noGrp="1"/>
          </p:cNvSpPr>
          <p:nvPr>
            <p:ph type="title"/>
          </p:nvPr>
        </p:nvSpPr>
        <p:spPr>
          <a:xfrm>
            <a:off x="720000" y="2530850"/>
            <a:ext cx="23364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73" name="Google Shape;73;p18"/>
          <p:cNvSpPr txBox="1">
            <a:spLocks noGrp="1"/>
          </p:cNvSpPr>
          <p:nvPr>
            <p:ph type="subTitle" idx="1"/>
          </p:nvPr>
        </p:nvSpPr>
        <p:spPr>
          <a:xfrm>
            <a:off x="720000" y="2964988"/>
            <a:ext cx="2336400" cy="791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4" name="Google Shape;74;p18"/>
          <p:cNvSpPr txBox="1">
            <a:spLocks noGrp="1"/>
          </p:cNvSpPr>
          <p:nvPr>
            <p:ph type="title" idx="2"/>
          </p:nvPr>
        </p:nvSpPr>
        <p:spPr>
          <a:xfrm>
            <a:off x="3403800" y="2530850"/>
            <a:ext cx="23364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75" name="Google Shape;75;p18"/>
          <p:cNvSpPr txBox="1">
            <a:spLocks noGrp="1"/>
          </p:cNvSpPr>
          <p:nvPr>
            <p:ph type="subTitle" idx="3"/>
          </p:nvPr>
        </p:nvSpPr>
        <p:spPr>
          <a:xfrm>
            <a:off x="3403800" y="2964988"/>
            <a:ext cx="2336400" cy="791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6" name="Google Shape;76;p18"/>
          <p:cNvSpPr txBox="1">
            <a:spLocks noGrp="1"/>
          </p:cNvSpPr>
          <p:nvPr>
            <p:ph type="title" idx="4"/>
          </p:nvPr>
        </p:nvSpPr>
        <p:spPr>
          <a:xfrm>
            <a:off x="6087600" y="2530850"/>
            <a:ext cx="23364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77" name="Google Shape;77;p18"/>
          <p:cNvSpPr txBox="1">
            <a:spLocks noGrp="1"/>
          </p:cNvSpPr>
          <p:nvPr>
            <p:ph type="subTitle" idx="5"/>
          </p:nvPr>
        </p:nvSpPr>
        <p:spPr>
          <a:xfrm>
            <a:off x="6087600" y="2964988"/>
            <a:ext cx="2336400" cy="791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8" name="Google Shape;78;p18"/>
          <p:cNvSpPr txBox="1">
            <a:spLocks noGrp="1"/>
          </p:cNvSpPr>
          <p:nvPr>
            <p:ph type="title" idx="6"/>
          </p:nvPr>
        </p:nvSpPr>
        <p:spPr>
          <a:xfrm>
            <a:off x="720000" y="5974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bg>
      <p:bgPr>
        <a:blipFill>
          <a:blip r:embed="rId2">
            <a:alphaModFix/>
          </a:blip>
          <a:stretch>
            <a:fillRect/>
          </a:stretch>
        </a:blipFill>
        <a:effectLst/>
      </p:bgPr>
    </p:bg>
    <p:spTree>
      <p:nvGrpSpPr>
        <p:cNvPr id="1" name="Shape 79"/>
        <p:cNvGrpSpPr/>
        <p:nvPr/>
      </p:nvGrpSpPr>
      <p:grpSpPr>
        <a:xfrm>
          <a:off x="0" y="0"/>
          <a:ext cx="0" cy="0"/>
          <a:chOff x="0" y="0"/>
          <a:chExt cx="0" cy="0"/>
        </a:xfrm>
      </p:grpSpPr>
      <p:sp>
        <p:nvSpPr>
          <p:cNvPr id="80" name="Google Shape;80;p19"/>
          <p:cNvSpPr txBox="1">
            <a:spLocks noGrp="1"/>
          </p:cNvSpPr>
          <p:nvPr>
            <p:ph type="title"/>
          </p:nvPr>
        </p:nvSpPr>
        <p:spPr>
          <a:xfrm>
            <a:off x="720000" y="2636938"/>
            <a:ext cx="23364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81" name="Google Shape;81;p19"/>
          <p:cNvSpPr txBox="1">
            <a:spLocks noGrp="1"/>
          </p:cNvSpPr>
          <p:nvPr>
            <p:ph type="subTitle" idx="1"/>
          </p:nvPr>
        </p:nvSpPr>
        <p:spPr>
          <a:xfrm>
            <a:off x="720000" y="3157133"/>
            <a:ext cx="2336400" cy="1146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2" name="Google Shape;82;p19"/>
          <p:cNvSpPr txBox="1">
            <a:spLocks noGrp="1"/>
          </p:cNvSpPr>
          <p:nvPr>
            <p:ph type="title" idx="2"/>
          </p:nvPr>
        </p:nvSpPr>
        <p:spPr>
          <a:xfrm>
            <a:off x="3403800" y="2636938"/>
            <a:ext cx="23364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83" name="Google Shape;83;p19"/>
          <p:cNvSpPr txBox="1">
            <a:spLocks noGrp="1"/>
          </p:cNvSpPr>
          <p:nvPr>
            <p:ph type="subTitle" idx="3"/>
          </p:nvPr>
        </p:nvSpPr>
        <p:spPr>
          <a:xfrm>
            <a:off x="3403800" y="3157133"/>
            <a:ext cx="2336400" cy="1146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4" name="Google Shape;84;p19"/>
          <p:cNvSpPr txBox="1">
            <a:spLocks noGrp="1"/>
          </p:cNvSpPr>
          <p:nvPr>
            <p:ph type="title" idx="4"/>
          </p:nvPr>
        </p:nvSpPr>
        <p:spPr>
          <a:xfrm>
            <a:off x="6087600" y="2636938"/>
            <a:ext cx="23364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85" name="Google Shape;85;p19"/>
          <p:cNvSpPr txBox="1">
            <a:spLocks noGrp="1"/>
          </p:cNvSpPr>
          <p:nvPr>
            <p:ph type="subTitle" idx="5"/>
          </p:nvPr>
        </p:nvSpPr>
        <p:spPr>
          <a:xfrm>
            <a:off x="6087600" y="3157133"/>
            <a:ext cx="2336400" cy="1146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6" name="Google Shape;86;p19"/>
          <p:cNvSpPr txBox="1">
            <a:spLocks noGrp="1"/>
          </p:cNvSpPr>
          <p:nvPr>
            <p:ph type="title" idx="6"/>
          </p:nvPr>
        </p:nvSpPr>
        <p:spPr>
          <a:xfrm>
            <a:off x="720000" y="5974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BLANK_1_1_1_1">
    <p:bg>
      <p:bgPr>
        <a:blipFill>
          <a:blip r:embed="rId2">
            <a:alphaModFix/>
          </a:blip>
          <a:stretch>
            <a:fillRect/>
          </a:stretch>
        </a:blipFill>
        <a:effectLst/>
      </p:bgPr>
    </p:bg>
    <p:spTree>
      <p:nvGrpSpPr>
        <p:cNvPr id="1" name="Shape 87"/>
        <p:cNvGrpSpPr/>
        <p:nvPr/>
      </p:nvGrpSpPr>
      <p:grpSpPr>
        <a:xfrm>
          <a:off x="0" y="0"/>
          <a:ext cx="0" cy="0"/>
          <a:chOff x="0" y="0"/>
          <a:chExt cx="0" cy="0"/>
        </a:xfrm>
      </p:grpSpPr>
      <p:sp>
        <p:nvSpPr>
          <p:cNvPr id="88" name="Google Shape;88;p20"/>
          <p:cNvSpPr txBox="1">
            <a:spLocks noGrp="1"/>
          </p:cNvSpPr>
          <p:nvPr>
            <p:ph type="title"/>
          </p:nvPr>
        </p:nvSpPr>
        <p:spPr>
          <a:xfrm>
            <a:off x="1080825" y="1682850"/>
            <a:ext cx="31359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89" name="Google Shape;89;p20"/>
          <p:cNvSpPr txBox="1">
            <a:spLocks noGrp="1"/>
          </p:cNvSpPr>
          <p:nvPr>
            <p:ph type="subTitle" idx="1"/>
          </p:nvPr>
        </p:nvSpPr>
        <p:spPr>
          <a:xfrm>
            <a:off x="1429424" y="2113275"/>
            <a:ext cx="2438700" cy="4848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0" name="Google Shape;90;p20"/>
          <p:cNvSpPr txBox="1">
            <a:spLocks noGrp="1"/>
          </p:cNvSpPr>
          <p:nvPr>
            <p:ph type="title" idx="2"/>
          </p:nvPr>
        </p:nvSpPr>
        <p:spPr>
          <a:xfrm>
            <a:off x="4927275" y="1682850"/>
            <a:ext cx="31359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91" name="Google Shape;91;p20"/>
          <p:cNvSpPr txBox="1">
            <a:spLocks noGrp="1"/>
          </p:cNvSpPr>
          <p:nvPr>
            <p:ph type="subTitle" idx="3"/>
          </p:nvPr>
        </p:nvSpPr>
        <p:spPr>
          <a:xfrm>
            <a:off x="5275876" y="2113275"/>
            <a:ext cx="2438700" cy="4848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2" name="Google Shape;92;p20"/>
          <p:cNvSpPr txBox="1">
            <a:spLocks noGrp="1"/>
          </p:cNvSpPr>
          <p:nvPr>
            <p:ph type="title" idx="4"/>
          </p:nvPr>
        </p:nvSpPr>
        <p:spPr>
          <a:xfrm>
            <a:off x="1080825" y="3116250"/>
            <a:ext cx="31359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93" name="Google Shape;93;p20"/>
          <p:cNvSpPr txBox="1">
            <a:spLocks noGrp="1"/>
          </p:cNvSpPr>
          <p:nvPr>
            <p:ph type="subTitle" idx="5"/>
          </p:nvPr>
        </p:nvSpPr>
        <p:spPr>
          <a:xfrm>
            <a:off x="1429424" y="3546675"/>
            <a:ext cx="2438700" cy="4848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4" name="Google Shape;94;p20"/>
          <p:cNvSpPr txBox="1">
            <a:spLocks noGrp="1"/>
          </p:cNvSpPr>
          <p:nvPr>
            <p:ph type="title" idx="6"/>
          </p:nvPr>
        </p:nvSpPr>
        <p:spPr>
          <a:xfrm>
            <a:off x="4927275" y="3116250"/>
            <a:ext cx="31359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95" name="Google Shape;95;p20"/>
          <p:cNvSpPr txBox="1">
            <a:spLocks noGrp="1"/>
          </p:cNvSpPr>
          <p:nvPr>
            <p:ph type="subTitle" idx="7"/>
          </p:nvPr>
        </p:nvSpPr>
        <p:spPr>
          <a:xfrm>
            <a:off x="5275876" y="3546675"/>
            <a:ext cx="2438700" cy="4848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6" name="Google Shape;96;p20"/>
          <p:cNvSpPr txBox="1">
            <a:spLocks noGrp="1"/>
          </p:cNvSpPr>
          <p:nvPr>
            <p:ph type="title" idx="8"/>
          </p:nvPr>
        </p:nvSpPr>
        <p:spPr>
          <a:xfrm>
            <a:off x="720000" y="5974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BLANK_1_1_1_1_1">
    <p:bg>
      <p:bgPr>
        <a:blipFill>
          <a:blip r:embed="rId2">
            <a:alphaModFix/>
          </a:blip>
          <a:stretch>
            <a:fillRect/>
          </a:stretch>
        </a:blipFill>
        <a:effectLst/>
      </p:bgPr>
    </p:bg>
    <p:spTree>
      <p:nvGrpSpPr>
        <p:cNvPr id="1" name="Shape 97"/>
        <p:cNvGrpSpPr/>
        <p:nvPr/>
      </p:nvGrpSpPr>
      <p:grpSpPr>
        <a:xfrm>
          <a:off x="0" y="0"/>
          <a:ext cx="0" cy="0"/>
          <a:chOff x="0" y="0"/>
          <a:chExt cx="0" cy="0"/>
        </a:xfrm>
      </p:grpSpPr>
      <p:sp>
        <p:nvSpPr>
          <p:cNvPr id="98" name="Google Shape;98;p21"/>
          <p:cNvSpPr txBox="1">
            <a:spLocks noGrp="1"/>
          </p:cNvSpPr>
          <p:nvPr>
            <p:ph type="title"/>
          </p:nvPr>
        </p:nvSpPr>
        <p:spPr>
          <a:xfrm>
            <a:off x="720000" y="1682850"/>
            <a:ext cx="23055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99" name="Google Shape;99;p21"/>
          <p:cNvSpPr txBox="1">
            <a:spLocks noGrp="1"/>
          </p:cNvSpPr>
          <p:nvPr>
            <p:ph type="subTitle" idx="1"/>
          </p:nvPr>
        </p:nvSpPr>
        <p:spPr>
          <a:xfrm>
            <a:off x="719977" y="2116975"/>
            <a:ext cx="2305500" cy="484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00" name="Google Shape;100;p21"/>
          <p:cNvSpPr txBox="1">
            <a:spLocks noGrp="1"/>
          </p:cNvSpPr>
          <p:nvPr>
            <p:ph type="title" idx="2"/>
          </p:nvPr>
        </p:nvSpPr>
        <p:spPr>
          <a:xfrm>
            <a:off x="3419269" y="1682850"/>
            <a:ext cx="23055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101" name="Google Shape;101;p21"/>
          <p:cNvSpPr txBox="1">
            <a:spLocks noGrp="1"/>
          </p:cNvSpPr>
          <p:nvPr>
            <p:ph type="subTitle" idx="3"/>
          </p:nvPr>
        </p:nvSpPr>
        <p:spPr>
          <a:xfrm>
            <a:off x="3419247" y="2116975"/>
            <a:ext cx="2305500" cy="484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02" name="Google Shape;102;p21"/>
          <p:cNvSpPr txBox="1">
            <a:spLocks noGrp="1"/>
          </p:cNvSpPr>
          <p:nvPr>
            <p:ph type="title" idx="4"/>
          </p:nvPr>
        </p:nvSpPr>
        <p:spPr>
          <a:xfrm>
            <a:off x="720000" y="3116250"/>
            <a:ext cx="23055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103" name="Google Shape;103;p21"/>
          <p:cNvSpPr txBox="1">
            <a:spLocks noGrp="1"/>
          </p:cNvSpPr>
          <p:nvPr>
            <p:ph type="subTitle" idx="5"/>
          </p:nvPr>
        </p:nvSpPr>
        <p:spPr>
          <a:xfrm>
            <a:off x="720000" y="3550375"/>
            <a:ext cx="2305500" cy="484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04" name="Google Shape;104;p21"/>
          <p:cNvSpPr txBox="1">
            <a:spLocks noGrp="1"/>
          </p:cNvSpPr>
          <p:nvPr>
            <p:ph type="title" idx="6"/>
          </p:nvPr>
        </p:nvSpPr>
        <p:spPr>
          <a:xfrm>
            <a:off x="3419269" y="3116250"/>
            <a:ext cx="23055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105" name="Google Shape;105;p21"/>
          <p:cNvSpPr txBox="1">
            <a:spLocks noGrp="1"/>
          </p:cNvSpPr>
          <p:nvPr>
            <p:ph type="subTitle" idx="7"/>
          </p:nvPr>
        </p:nvSpPr>
        <p:spPr>
          <a:xfrm>
            <a:off x="3419273" y="3550375"/>
            <a:ext cx="2305500" cy="484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06" name="Google Shape;106;p21"/>
          <p:cNvSpPr txBox="1">
            <a:spLocks noGrp="1"/>
          </p:cNvSpPr>
          <p:nvPr>
            <p:ph type="title" idx="8"/>
          </p:nvPr>
        </p:nvSpPr>
        <p:spPr>
          <a:xfrm>
            <a:off x="6118545" y="1682850"/>
            <a:ext cx="23055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107" name="Google Shape;107;p21"/>
          <p:cNvSpPr txBox="1">
            <a:spLocks noGrp="1"/>
          </p:cNvSpPr>
          <p:nvPr>
            <p:ph type="subTitle" idx="9"/>
          </p:nvPr>
        </p:nvSpPr>
        <p:spPr>
          <a:xfrm>
            <a:off x="6118523" y="2116975"/>
            <a:ext cx="2305500" cy="484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08" name="Google Shape;108;p21"/>
          <p:cNvSpPr txBox="1">
            <a:spLocks noGrp="1"/>
          </p:cNvSpPr>
          <p:nvPr>
            <p:ph type="title" idx="13"/>
          </p:nvPr>
        </p:nvSpPr>
        <p:spPr>
          <a:xfrm>
            <a:off x="6118545" y="3116250"/>
            <a:ext cx="2305500" cy="5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109" name="Google Shape;109;p21"/>
          <p:cNvSpPr txBox="1">
            <a:spLocks noGrp="1"/>
          </p:cNvSpPr>
          <p:nvPr>
            <p:ph type="subTitle" idx="14"/>
          </p:nvPr>
        </p:nvSpPr>
        <p:spPr>
          <a:xfrm>
            <a:off x="6118545" y="3550375"/>
            <a:ext cx="2305500" cy="484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0" name="Google Shape;110;p21"/>
          <p:cNvSpPr txBox="1">
            <a:spLocks noGrp="1"/>
          </p:cNvSpPr>
          <p:nvPr>
            <p:ph type="title" idx="15"/>
          </p:nvPr>
        </p:nvSpPr>
        <p:spPr>
          <a:xfrm>
            <a:off x="720000" y="5974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1">
  <p:cSld name="CUSTOM_1">
    <p:bg>
      <p:bgPr>
        <a:blipFill>
          <a:blip r:embed="rId2">
            <a:alphaModFix/>
          </a:blip>
          <a:stretch>
            <a:fillRect/>
          </a:stretch>
        </a:blipFill>
        <a:effectLst/>
      </p:bgPr>
    </p:bg>
    <p:spTree>
      <p:nvGrpSpPr>
        <p:cNvPr id="1" name="Shape 111"/>
        <p:cNvGrpSpPr/>
        <p:nvPr/>
      </p:nvGrpSpPr>
      <p:grpSpPr>
        <a:xfrm>
          <a:off x="0" y="0"/>
          <a:ext cx="0" cy="0"/>
          <a:chOff x="0" y="0"/>
          <a:chExt cx="0" cy="0"/>
        </a:xfrm>
      </p:grpSpPr>
      <p:sp>
        <p:nvSpPr>
          <p:cNvPr id="112" name="Google Shape;112;p22"/>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3">
  <p:cSld name="CUSTOM_1_1_1">
    <p:bg>
      <p:bgPr>
        <a:blipFill>
          <a:blip r:embed="rId2">
            <a:alphaModFix/>
          </a:blip>
          <a:stretch>
            <a:fillRect/>
          </a:stretch>
        </a:blipFill>
        <a:effectLst/>
      </p:bgPr>
    </p:bg>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p:cSld name="BLANK_1_1_1_1_1_1">
    <p:bg>
      <p:bgPr>
        <a:blipFill>
          <a:blip r:embed="rId2">
            <a:alphaModFix/>
          </a:blip>
          <a:stretch>
            <a:fillRect/>
          </a:stretch>
        </a:blipFill>
        <a:effectLst/>
      </p:bgPr>
    </p:bg>
    <p:spTree>
      <p:nvGrpSpPr>
        <p:cNvPr id="1" name="Shape 115"/>
        <p:cNvGrpSpPr/>
        <p:nvPr/>
      </p:nvGrpSpPr>
      <p:grpSpPr>
        <a:xfrm>
          <a:off x="0" y="0"/>
          <a:ext cx="0" cy="0"/>
          <a:chOff x="0" y="0"/>
          <a:chExt cx="0" cy="0"/>
        </a:xfrm>
      </p:grpSpPr>
      <p:sp>
        <p:nvSpPr>
          <p:cNvPr id="116" name="Google Shape;116;p24"/>
          <p:cNvSpPr txBox="1">
            <a:spLocks noGrp="1"/>
          </p:cNvSpPr>
          <p:nvPr>
            <p:ph type="title" hasCustomPrompt="1"/>
          </p:nvPr>
        </p:nvSpPr>
        <p:spPr>
          <a:xfrm>
            <a:off x="1284000" y="1122500"/>
            <a:ext cx="6576000" cy="828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200"/>
              <a:buNone/>
              <a:defRPr sz="6200">
                <a:solidFill>
                  <a:schemeClr val="dk2"/>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17" name="Google Shape;117;p24"/>
          <p:cNvSpPr txBox="1">
            <a:spLocks noGrp="1"/>
          </p:cNvSpPr>
          <p:nvPr>
            <p:ph type="subTitle" idx="1"/>
          </p:nvPr>
        </p:nvSpPr>
        <p:spPr>
          <a:xfrm>
            <a:off x="2674450" y="1914282"/>
            <a:ext cx="3795000" cy="445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8" name="Google Shape;118;p24"/>
          <p:cNvSpPr txBox="1">
            <a:spLocks noGrp="1"/>
          </p:cNvSpPr>
          <p:nvPr>
            <p:ph type="title" idx="2" hasCustomPrompt="1"/>
          </p:nvPr>
        </p:nvSpPr>
        <p:spPr>
          <a:xfrm>
            <a:off x="622822" y="2910075"/>
            <a:ext cx="3598200" cy="828300"/>
          </a:xfrm>
          <a:prstGeom prst="rect">
            <a:avLst/>
          </a:prstGeom>
        </p:spPr>
        <p:txBody>
          <a:bodyPr spcFirstLastPara="1" wrap="square" lIns="91425" tIns="91425" rIns="91425" bIns="91425" anchor="t" anchorCtr="0">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19" name="Google Shape;119;p24"/>
          <p:cNvSpPr txBox="1">
            <a:spLocks noGrp="1"/>
          </p:cNvSpPr>
          <p:nvPr>
            <p:ph type="subTitle" idx="3"/>
          </p:nvPr>
        </p:nvSpPr>
        <p:spPr>
          <a:xfrm>
            <a:off x="693100" y="3748801"/>
            <a:ext cx="3598200" cy="445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0" name="Google Shape;120;p24"/>
          <p:cNvSpPr txBox="1">
            <a:spLocks noGrp="1"/>
          </p:cNvSpPr>
          <p:nvPr>
            <p:ph type="title" idx="4" hasCustomPrompt="1"/>
          </p:nvPr>
        </p:nvSpPr>
        <p:spPr>
          <a:xfrm>
            <a:off x="4960447" y="2910075"/>
            <a:ext cx="3598200" cy="828300"/>
          </a:xfrm>
          <a:prstGeom prst="rect">
            <a:avLst/>
          </a:prstGeom>
        </p:spPr>
        <p:txBody>
          <a:bodyPr spcFirstLastPara="1" wrap="square" lIns="91425" tIns="91425" rIns="91425" bIns="91425" anchor="t" anchorCtr="0">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21" name="Google Shape;121;p24"/>
          <p:cNvSpPr txBox="1">
            <a:spLocks noGrp="1"/>
          </p:cNvSpPr>
          <p:nvPr>
            <p:ph type="subTitle" idx="5"/>
          </p:nvPr>
        </p:nvSpPr>
        <p:spPr>
          <a:xfrm>
            <a:off x="4841550" y="3748801"/>
            <a:ext cx="3598200" cy="445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1">
  <p:cSld name="CUSTOM_3">
    <p:bg>
      <p:bgPr>
        <a:blipFill>
          <a:blip r:embed="rId2">
            <a:alphaModFix/>
          </a:blip>
          <a:stretch>
            <a:fillRect/>
          </a:stretch>
        </a:blipFill>
        <a:effectLst/>
      </p:bgPr>
    </p:bg>
    <p:spTree>
      <p:nvGrpSpPr>
        <p:cNvPr id="1" name="Shape 130"/>
        <p:cNvGrpSpPr/>
        <p:nvPr/>
      </p:nvGrpSpPr>
      <p:grpSpPr>
        <a:xfrm>
          <a:off x="0" y="0"/>
          <a:ext cx="0" cy="0"/>
          <a:chOff x="0" y="0"/>
          <a:chExt cx="0" cy="0"/>
        </a:xfrm>
      </p:grpSpPr>
      <p:sp>
        <p:nvSpPr>
          <p:cNvPr id="131" name="Google Shape;131;p26"/>
          <p:cNvSpPr txBox="1">
            <a:spLocks noGrp="1"/>
          </p:cNvSpPr>
          <p:nvPr>
            <p:ph type="title"/>
          </p:nvPr>
        </p:nvSpPr>
        <p:spPr>
          <a:xfrm>
            <a:off x="1120975" y="1359425"/>
            <a:ext cx="5474100" cy="572700"/>
          </a:xfrm>
          <a:prstGeom prst="rect">
            <a:avLst/>
          </a:prstGeom>
        </p:spPr>
        <p:txBody>
          <a:bodyPr spcFirstLastPara="1" wrap="square" lIns="91425" tIns="91425" rIns="91425" bIns="91425" anchor="ctr" anchorCtr="0">
            <a:noAutofit/>
          </a:bodyPr>
          <a:lstStyle>
            <a:lvl1pPr lvl="0">
              <a:spcBef>
                <a:spcPts val="0"/>
              </a:spcBef>
              <a:spcAft>
                <a:spcPts val="0"/>
              </a:spcAft>
              <a:buSzPts val="3500"/>
              <a:buNone/>
              <a:defRPr>
                <a:solidFill>
                  <a:schemeClr val="dk2"/>
                </a:solidFill>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
        <p:nvSpPr>
          <p:cNvPr id="132" name="Google Shape;132;p26"/>
          <p:cNvSpPr txBox="1">
            <a:spLocks noGrp="1"/>
          </p:cNvSpPr>
          <p:nvPr>
            <p:ph type="subTitle" idx="1"/>
          </p:nvPr>
        </p:nvSpPr>
        <p:spPr>
          <a:xfrm>
            <a:off x="1120975" y="2143450"/>
            <a:ext cx="5242500" cy="2248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Char char="●"/>
              <a:defRPr/>
            </a:lvl1pPr>
            <a:lvl2pPr lvl="1">
              <a:lnSpc>
                <a:spcPct val="100000"/>
              </a:lnSpc>
              <a:spcBef>
                <a:spcPts val="0"/>
              </a:spcBef>
              <a:spcAft>
                <a:spcPts val="0"/>
              </a:spcAft>
              <a:buSzPts val="1400"/>
              <a:buChar char="○"/>
              <a:defRPr/>
            </a:lvl2pPr>
            <a:lvl3pPr lvl="2">
              <a:lnSpc>
                <a:spcPct val="100000"/>
              </a:lnSpc>
              <a:spcBef>
                <a:spcPts val="0"/>
              </a:spcBef>
              <a:spcAft>
                <a:spcPts val="0"/>
              </a:spcAft>
              <a:buSzPts val="1400"/>
              <a:buChar char="■"/>
              <a:defRPr/>
            </a:lvl3pPr>
            <a:lvl4pPr lvl="3">
              <a:lnSpc>
                <a:spcPct val="100000"/>
              </a:lnSpc>
              <a:spcBef>
                <a:spcPts val="0"/>
              </a:spcBef>
              <a:spcAft>
                <a:spcPts val="0"/>
              </a:spcAft>
              <a:buSzPts val="1400"/>
              <a:buChar char="●"/>
              <a:defRPr/>
            </a:lvl4pPr>
            <a:lvl5pPr lvl="4">
              <a:lnSpc>
                <a:spcPct val="100000"/>
              </a:lnSpc>
              <a:spcBef>
                <a:spcPts val="0"/>
              </a:spcBef>
              <a:spcAft>
                <a:spcPts val="0"/>
              </a:spcAft>
              <a:buSzPts val="1400"/>
              <a:buChar char="○"/>
              <a:defRPr/>
            </a:lvl5pPr>
            <a:lvl6pPr lvl="5">
              <a:lnSpc>
                <a:spcPct val="100000"/>
              </a:lnSpc>
              <a:spcBef>
                <a:spcPts val="0"/>
              </a:spcBef>
              <a:spcAft>
                <a:spcPts val="0"/>
              </a:spcAft>
              <a:buSzPts val="1400"/>
              <a:buChar char="■"/>
              <a:defRPr/>
            </a:lvl6pPr>
            <a:lvl7pPr lvl="6">
              <a:lnSpc>
                <a:spcPct val="100000"/>
              </a:lnSpc>
              <a:spcBef>
                <a:spcPts val="0"/>
              </a:spcBef>
              <a:spcAft>
                <a:spcPts val="0"/>
              </a:spcAft>
              <a:buSzPts val="1400"/>
              <a:buChar char="●"/>
              <a:defRPr/>
            </a:lvl7pPr>
            <a:lvl8pPr lvl="7">
              <a:lnSpc>
                <a:spcPct val="100000"/>
              </a:lnSpc>
              <a:spcBef>
                <a:spcPts val="0"/>
              </a:spcBef>
              <a:spcAft>
                <a:spcPts val="0"/>
              </a:spcAft>
              <a:buSzPts val="1400"/>
              <a:buChar char="○"/>
              <a:defRPr/>
            </a:lvl8pPr>
            <a:lvl9pPr lvl="8">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hanks">
  <p:cSld name="BLANK_1_1_1_1_1_1_2">
    <p:bg>
      <p:bgPr>
        <a:blipFill>
          <a:blip r:embed="rId2">
            <a:alphaModFix/>
          </a:blip>
          <a:stretch>
            <a:fillRect/>
          </a:stretch>
        </a:blipFill>
        <a:effectLst/>
      </p:bgPr>
    </p:bg>
    <p:spTree>
      <p:nvGrpSpPr>
        <p:cNvPr id="1" name="Shape 133"/>
        <p:cNvGrpSpPr/>
        <p:nvPr/>
      </p:nvGrpSpPr>
      <p:grpSpPr>
        <a:xfrm>
          <a:off x="0" y="0"/>
          <a:ext cx="0" cy="0"/>
          <a:chOff x="0" y="0"/>
          <a:chExt cx="0" cy="0"/>
        </a:xfrm>
      </p:grpSpPr>
      <p:sp>
        <p:nvSpPr>
          <p:cNvPr id="134" name="Google Shape;134;p27"/>
          <p:cNvSpPr txBox="1">
            <a:spLocks noGrp="1"/>
          </p:cNvSpPr>
          <p:nvPr>
            <p:ph type="ctrTitle"/>
          </p:nvPr>
        </p:nvSpPr>
        <p:spPr>
          <a:xfrm>
            <a:off x="2429950" y="669825"/>
            <a:ext cx="4284000" cy="997800"/>
          </a:xfrm>
          <a:prstGeom prst="rect">
            <a:avLst/>
          </a:prstGeom>
        </p:spPr>
        <p:txBody>
          <a:bodyPr spcFirstLastPara="1" wrap="square" lIns="91425" tIns="91425" rIns="91425" bIns="91425" anchor="ctr"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5" name="Google Shape;135;p27"/>
          <p:cNvSpPr txBox="1">
            <a:spLocks noGrp="1"/>
          </p:cNvSpPr>
          <p:nvPr>
            <p:ph type="subTitle" idx="1"/>
          </p:nvPr>
        </p:nvSpPr>
        <p:spPr>
          <a:xfrm>
            <a:off x="2425075" y="1543999"/>
            <a:ext cx="4293900" cy="126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36" name="Google Shape;136;p27"/>
          <p:cNvSpPr txBox="1"/>
          <p:nvPr/>
        </p:nvSpPr>
        <p:spPr>
          <a:xfrm>
            <a:off x="1936200" y="3458988"/>
            <a:ext cx="5271600" cy="690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200">
                <a:solidFill>
                  <a:schemeClr val="lt1"/>
                </a:solidFill>
                <a:latin typeface="Inconsolata"/>
                <a:ea typeface="Inconsolata"/>
                <a:cs typeface="Inconsolata"/>
                <a:sym typeface="Inconsolata"/>
              </a:rPr>
              <a:t>CREDITS: This presentation template was created by </a:t>
            </a:r>
            <a:r>
              <a:rPr lang="en" sz="1200" b="1">
                <a:solidFill>
                  <a:schemeClr val="lt1"/>
                </a:solidFill>
                <a:uFill>
                  <a:noFill/>
                </a:uFill>
                <a:latin typeface="Inconsolata"/>
                <a:ea typeface="Inconsolata"/>
                <a:cs typeface="Inconsolata"/>
                <a:sym typeface="Inconsolat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lt1"/>
                </a:solidFill>
                <a:latin typeface="Inconsolata"/>
                <a:ea typeface="Inconsolata"/>
                <a:cs typeface="Inconsolata"/>
                <a:sym typeface="Inconsolata"/>
              </a:rPr>
              <a:t>, including icons by </a:t>
            </a:r>
            <a:r>
              <a:rPr lang="en" sz="1200" b="1">
                <a:solidFill>
                  <a:schemeClr val="lt1"/>
                </a:solidFill>
                <a:uFill>
                  <a:noFill/>
                </a:uFill>
                <a:latin typeface="Inconsolata"/>
                <a:ea typeface="Inconsolata"/>
                <a:cs typeface="Inconsolata"/>
                <a:sym typeface="Inconsolata"/>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lt1"/>
                </a:solidFill>
                <a:latin typeface="Inconsolata"/>
                <a:ea typeface="Inconsolata"/>
                <a:cs typeface="Inconsolata"/>
                <a:sym typeface="Inconsolata"/>
              </a:rPr>
              <a:t>, infographics &amp; images by </a:t>
            </a:r>
            <a:r>
              <a:rPr lang="en" sz="1200" b="1">
                <a:solidFill>
                  <a:schemeClr val="lt1"/>
                </a:solidFill>
                <a:uFill>
                  <a:noFill/>
                </a:uFill>
                <a:latin typeface="Inconsolata"/>
                <a:ea typeface="Inconsolata"/>
                <a:cs typeface="Inconsolata"/>
                <a:sym typeface="Inconsolat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a:solidFill>
                  <a:schemeClr val="lt1"/>
                </a:solidFill>
                <a:latin typeface="Inconsolata"/>
                <a:ea typeface="Inconsolata"/>
                <a:cs typeface="Inconsolata"/>
                <a:sym typeface="Inconsolata"/>
              </a:rPr>
              <a:t> </a:t>
            </a:r>
            <a:endParaRPr sz="1200">
              <a:solidFill>
                <a:schemeClr val="lt1"/>
              </a:solidFill>
              <a:latin typeface="Inconsolata"/>
              <a:ea typeface="Inconsolata"/>
              <a:cs typeface="Inconsolata"/>
              <a:sym typeface="Inconsolata"/>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blipFill>
          <a:blip r:embed="rId2">
            <a:alphaModFix/>
          </a:blip>
          <a:stretch>
            <a:fillRect/>
          </a:stretch>
        </a:blipFill>
        <a:effectLst/>
      </p:bgPr>
    </p:bg>
    <p:spTree>
      <p:nvGrpSpPr>
        <p:cNvPr id="1" name="Shape 137"/>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138"/>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13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D9EAD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500"/>
              <a:buFont typeface="Encode Sans Expanded ExtraBold"/>
              <a:buNone/>
              <a:defRPr sz="3500">
                <a:solidFill>
                  <a:schemeClr val="lt1"/>
                </a:solidFill>
                <a:latin typeface="Encode Sans Expanded ExtraBold"/>
                <a:ea typeface="Encode Sans Expanded ExtraBold"/>
                <a:cs typeface="Encode Sans Expanded ExtraBold"/>
                <a:sym typeface="Encode Sans Expanded ExtraBold"/>
              </a:defRPr>
            </a:lvl1pPr>
            <a:lvl2pPr lvl="1">
              <a:spcBef>
                <a:spcPts val="0"/>
              </a:spcBef>
              <a:spcAft>
                <a:spcPts val="0"/>
              </a:spcAft>
              <a:buClr>
                <a:schemeClr val="lt1"/>
              </a:buClr>
              <a:buSzPts val="3500"/>
              <a:buFont typeface="Josefin Sans"/>
              <a:buNone/>
              <a:defRPr sz="3500">
                <a:solidFill>
                  <a:schemeClr val="lt1"/>
                </a:solidFill>
                <a:latin typeface="Josefin Sans"/>
                <a:ea typeface="Josefin Sans"/>
                <a:cs typeface="Josefin Sans"/>
                <a:sym typeface="Josefin Sans"/>
              </a:defRPr>
            </a:lvl2pPr>
            <a:lvl3pPr lvl="2">
              <a:spcBef>
                <a:spcPts val="0"/>
              </a:spcBef>
              <a:spcAft>
                <a:spcPts val="0"/>
              </a:spcAft>
              <a:buClr>
                <a:schemeClr val="lt1"/>
              </a:buClr>
              <a:buSzPts val="3500"/>
              <a:buFont typeface="Josefin Sans"/>
              <a:buNone/>
              <a:defRPr sz="3500">
                <a:solidFill>
                  <a:schemeClr val="lt1"/>
                </a:solidFill>
                <a:latin typeface="Josefin Sans"/>
                <a:ea typeface="Josefin Sans"/>
                <a:cs typeface="Josefin Sans"/>
                <a:sym typeface="Josefin Sans"/>
              </a:defRPr>
            </a:lvl3pPr>
            <a:lvl4pPr lvl="3">
              <a:spcBef>
                <a:spcPts val="0"/>
              </a:spcBef>
              <a:spcAft>
                <a:spcPts val="0"/>
              </a:spcAft>
              <a:buClr>
                <a:schemeClr val="lt1"/>
              </a:buClr>
              <a:buSzPts val="3500"/>
              <a:buFont typeface="Josefin Sans"/>
              <a:buNone/>
              <a:defRPr sz="3500">
                <a:solidFill>
                  <a:schemeClr val="lt1"/>
                </a:solidFill>
                <a:latin typeface="Josefin Sans"/>
                <a:ea typeface="Josefin Sans"/>
                <a:cs typeface="Josefin Sans"/>
                <a:sym typeface="Josefin Sans"/>
              </a:defRPr>
            </a:lvl4pPr>
            <a:lvl5pPr lvl="4">
              <a:spcBef>
                <a:spcPts val="0"/>
              </a:spcBef>
              <a:spcAft>
                <a:spcPts val="0"/>
              </a:spcAft>
              <a:buClr>
                <a:schemeClr val="lt1"/>
              </a:buClr>
              <a:buSzPts val="3500"/>
              <a:buFont typeface="Josefin Sans"/>
              <a:buNone/>
              <a:defRPr sz="3500">
                <a:solidFill>
                  <a:schemeClr val="lt1"/>
                </a:solidFill>
                <a:latin typeface="Josefin Sans"/>
                <a:ea typeface="Josefin Sans"/>
                <a:cs typeface="Josefin Sans"/>
                <a:sym typeface="Josefin Sans"/>
              </a:defRPr>
            </a:lvl5pPr>
            <a:lvl6pPr lvl="5">
              <a:spcBef>
                <a:spcPts val="0"/>
              </a:spcBef>
              <a:spcAft>
                <a:spcPts val="0"/>
              </a:spcAft>
              <a:buClr>
                <a:schemeClr val="lt1"/>
              </a:buClr>
              <a:buSzPts val="3500"/>
              <a:buFont typeface="Josefin Sans"/>
              <a:buNone/>
              <a:defRPr sz="3500">
                <a:solidFill>
                  <a:schemeClr val="lt1"/>
                </a:solidFill>
                <a:latin typeface="Josefin Sans"/>
                <a:ea typeface="Josefin Sans"/>
                <a:cs typeface="Josefin Sans"/>
                <a:sym typeface="Josefin Sans"/>
              </a:defRPr>
            </a:lvl6pPr>
            <a:lvl7pPr lvl="6">
              <a:spcBef>
                <a:spcPts val="0"/>
              </a:spcBef>
              <a:spcAft>
                <a:spcPts val="0"/>
              </a:spcAft>
              <a:buClr>
                <a:schemeClr val="lt1"/>
              </a:buClr>
              <a:buSzPts val="3500"/>
              <a:buFont typeface="Josefin Sans"/>
              <a:buNone/>
              <a:defRPr sz="3500">
                <a:solidFill>
                  <a:schemeClr val="lt1"/>
                </a:solidFill>
                <a:latin typeface="Josefin Sans"/>
                <a:ea typeface="Josefin Sans"/>
                <a:cs typeface="Josefin Sans"/>
                <a:sym typeface="Josefin Sans"/>
              </a:defRPr>
            </a:lvl7pPr>
            <a:lvl8pPr lvl="7">
              <a:spcBef>
                <a:spcPts val="0"/>
              </a:spcBef>
              <a:spcAft>
                <a:spcPts val="0"/>
              </a:spcAft>
              <a:buClr>
                <a:schemeClr val="lt1"/>
              </a:buClr>
              <a:buSzPts val="3500"/>
              <a:buFont typeface="Josefin Sans"/>
              <a:buNone/>
              <a:defRPr sz="3500">
                <a:solidFill>
                  <a:schemeClr val="lt1"/>
                </a:solidFill>
                <a:latin typeface="Josefin Sans"/>
                <a:ea typeface="Josefin Sans"/>
                <a:cs typeface="Josefin Sans"/>
                <a:sym typeface="Josefin Sans"/>
              </a:defRPr>
            </a:lvl8pPr>
            <a:lvl9pPr lvl="8">
              <a:spcBef>
                <a:spcPts val="0"/>
              </a:spcBef>
              <a:spcAft>
                <a:spcPts val="0"/>
              </a:spcAft>
              <a:buClr>
                <a:schemeClr val="lt1"/>
              </a:buClr>
              <a:buSzPts val="3500"/>
              <a:buFont typeface="Josefin Sans"/>
              <a:buNone/>
              <a:defRPr sz="3500">
                <a:solidFill>
                  <a:schemeClr val="lt1"/>
                </a:solidFill>
                <a:latin typeface="Josefin Sans"/>
                <a:ea typeface="Josefin Sans"/>
                <a:cs typeface="Josefin Sans"/>
                <a:sym typeface="Josefin Sa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Inconsolata"/>
              <a:buChar char="●"/>
              <a:defRPr>
                <a:solidFill>
                  <a:schemeClr val="lt1"/>
                </a:solidFill>
                <a:latin typeface="Inconsolata"/>
                <a:ea typeface="Inconsolata"/>
                <a:cs typeface="Inconsolata"/>
                <a:sym typeface="Inconsolata"/>
              </a:defRPr>
            </a:lvl1pPr>
            <a:lvl2pPr marL="914400" lvl="1" indent="-317500">
              <a:lnSpc>
                <a:spcPct val="115000"/>
              </a:lnSpc>
              <a:spcBef>
                <a:spcPts val="1600"/>
              </a:spcBef>
              <a:spcAft>
                <a:spcPts val="0"/>
              </a:spcAft>
              <a:buClr>
                <a:schemeClr val="lt1"/>
              </a:buClr>
              <a:buSzPts val="1400"/>
              <a:buFont typeface="Inconsolata"/>
              <a:buChar char="○"/>
              <a:defRPr>
                <a:solidFill>
                  <a:schemeClr val="lt1"/>
                </a:solidFill>
                <a:latin typeface="Inconsolata"/>
                <a:ea typeface="Inconsolata"/>
                <a:cs typeface="Inconsolata"/>
                <a:sym typeface="Inconsolata"/>
              </a:defRPr>
            </a:lvl2pPr>
            <a:lvl3pPr marL="1371600" lvl="2" indent="-317500">
              <a:lnSpc>
                <a:spcPct val="115000"/>
              </a:lnSpc>
              <a:spcBef>
                <a:spcPts val="1600"/>
              </a:spcBef>
              <a:spcAft>
                <a:spcPts val="0"/>
              </a:spcAft>
              <a:buClr>
                <a:schemeClr val="lt1"/>
              </a:buClr>
              <a:buSzPts val="1400"/>
              <a:buFont typeface="Inconsolata"/>
              <a:buChar char="■"/>
              <a:defRPr>
                <a:solidFill>
                  <a:schemeClr val="lt1"/>
                </a:solidFill>
                <a:latin typeface="Inconsolata"/>
                <a:ea typeface="Inconsolata"/>
                <a:cs typeface="Inconsolata"/>
                <a:sym typeface="Inconsolata"/>
              </a:defRPr>
            </a:lvl3pPr>
            <a:lvl4pPr marL="1828800" lvl="3" indent="-317500">
              <a:lnSpc>
                <a:spcPct val="115000"/>
              </a:lnSpc>
              <a:spcBef>
                <a:spcPts val="1600"/>
              </a:spcBef>
              <a:spcAft>
                <a:spcPts val="0"/>
              </a:spcAft>
              <a:buClr>
                <a:schemeClr val="lt1"/>
              </a:buClr>
              <a:buSzPts val="1400"/>
              <a:buFont typeface="Inconsolata"/>
              <a:buChar char="●"/>
              <a:defRPr>
                <a:solidFill>
                  <a:schemeClr val="lt1"/>
                </a:solidFill>
                <a:latin typeface="Inconsolata"/>
                <a:ea typeface="Inconsolata"/>
                <a:cs typeface="Inconsolata"/>
                <a:sym typeface="Inconsolata"/>
              </a:defRPr>
            </a:lvl4pPr>
            <a:lvl5pPr marL="2286000" lvl="4" indent="-317500">
              <a:lnSpc>
                <a:spcPct val="115000"/>
              </a:lnSpc>
              <a:spcBef>
                <a:spcPts val="1600"/>
              </a:spcBef>
              <a:spcAft>
                <a:spcPts val="0"/>
              </a:spcAft>
              <a:buClr>
                <a:schemeClr val="lt1"/>
              </a:buClr>
              <a:buSzPts val="1400"/>
              <a:buFont typeface="Inconsolata"/>
              <a:buChar char="○"/>
              <a:defRPr>
                <a:solidFill>
                  <a:schemeClr val="lt1"/>
                </a:solidFill>
                <a:latin typeface="Inconsolata"/>
                <a:ea typeface="Inconsolata"/>
                <a:cs typeface="Inconsolata"/>
                <a:sym typeface="Inconsolata"/>
              </a:defRPr>
            </a:lvl5pPr>
            <a:lvl6pPr marL="2743200" lvl="5" indent="-317500">
              <a:lnSpc>
                <a:spcPct val="115000"/>
              </a:lnSpc>
              <a:spcBef>
                <a:spcPts val="1600"/>
              </a:spcBef>
              <a:spcAft>
                <a:spcPts val="0"/>
              </a:spcAft>
              <a:buClr>
                <a:schemeClr val="lt1"/>
              </a:buClr>
              <a:buSzPts val="1400"/>
              <a:buFont typeface="Inconsolata"/>
              <a:buChar char="■"/>
              <a:defRPr>
                <a:solidFill>
                  <a:schemeClr val="lt1"/>
                </a:solidFill>
                <a:latin typeface="Inconsolata"/>
                <a:ea typeface="Inconsolata"/>
                <a:cs typeface="Inconsolata"/>
                <a:sym typeface="Inconsolata"/>
              </a:defRPr>
            </a:lvl6pPr>
            <a:lvl7pPr marL="3200400" lvl="6" indent="-317500">
              <a:lnSpc>
                <a:spcPct val="115000"/>
              </a:lnSpc>
              <a:spcBef>
                <a:spcPts val="1600"/>
              </a:spcBef>
              <a:spcAft>
                <a:spcPts val="0"/>
              </a:spcAft>
              <a:buClr>
                <a:schemeClr val="lt1"/>
              </a:buClr>
              <a:buSzPts val="1400"/>
              <a:buFont typeface="Inconsolata"/>
              <a:buChar char="●"/>
              <a:defRPr>
                <a:solidFill>
                  <a:schemeClr val="lt1"/>
                </a:solidFill>
                <a:latin typeface="Inconsolata"/>
                <a:ea typeface="Inconsolata"/>
                <a:cs typeface="Inconsolata"/>
                <a:sym typeface="Inconsolata"/>
              </a:defRPr>
            </a:lvl7pPr>
            <a:lvl8pPr marL="3657600" lvl="7" indent="-317500">
              <a:lnSpc>
                <a:spcPct val="115000"/>
              </a:lnSpc>
              <a:spcBef>
                <a:spcPts val="1600"/>
              </a:spcBef>
              <a:spcAft>
                <a:spcPts val="0"/>
              </a:spcAft>
              <a:buClr>
                <a:schemeClr val="lt1"/>
              </a:buClr>
              <a:buSzPts val="1400"/>
              <a:buFont typeface="Inconsolata"/>
              <a:buChar char="○"/>
              <a:defRPr>
                <a:solidFill>
                  <a:schemeClr val="lt1"/>
                </a:solidFill>
                <a:latin typeface="Inconsolata"/>
                <a:ea typeface="Inconsolata"/>
                <a:cs typeface="Inconsolata"/>
                <a:sym typeface="Inconsolata"/>
              </a:defRPr>
            </a:lvl8pPr>
            <a:lvl9pPr marL="4114800" lvl="8" indent="-317500">
              <a:lnSpc>
                <a:spcPct val="115000"/>
              </a:lnSpc>
              <a:spcBef>
                <a:spcPts val="1600"/>
              </a:spcBef>
              <a:spcAft>
                <a:spcPts val="1600"/>
              </a:spcAft>
              <a:buClr>
                <a:schemeClr val="lt1"/>
              </a:buClr>
              <a:buSzPts val="1400"/>
              <a:buFont typeface="Inconsolata"/>
              <a:buChar char="■"/>
              <a:defRPr>
                <a:solidFill>
                  <a:schemeClr val="lt1"/>
                </a:solidFill>
                <a:latin typeface="Inconsolata"/>
                <a:ea typeface="Inconsolata"/>
                <a:cs typeface="Inconsolata"/>
                <a:sym typeface="Inconsolat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2" r:id="rId22"/>
    <p:sldLayoutId id="2147483673" r:id="rId23"/>
    <p:sldLayoutId id="2147483674" r:id="rId24"/>
    <p:sldLayoutId id="2147483675" r:id="rId25"/>
    <p:sldLayoutId id="2147483676" r:id="rId2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bit.ly/2Tynxth" TargetMode="External"/><Relationship Id="rId7" Type="http://schemas.openxmlformats.org/officeDocument/2006/relationships/hyperlink" Target="https://storyset.com/?utm_source=slidesgo_template&amp;utm_medium=referral-link&amp;utm_campaign=slidesgo_contents_of_this_template&amp;utm_term=storyset&amp;utm_content=storyset"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23.xml"/><Relationship Id="rId5" Type="http://schemas.openxmlformats.org/officeDocument/2006/relationships/hyperlink" Target="http://bit.ly/33VAFh3" TargetMode="External"/><Relationship Id="rId4" Type="http://schemas.openxmlformats.org/officeDocument/2006/relationships/hyperlink" Target="http://bit.ly/30B07Gq"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2.xml"/><Relationship Id="rId1" Type="http://schemas.openxmlformats.org/officeDocument/2006/relationships/slideLayout" Target="../slideLayouts/slideLayout19.xml"/><Relationship Id="rId5" Type="http://schemas.openxmlformats.org/officeDocument/2006/relationships/image" Target="../media/image9.png"/><Relationship Id="rId4" Type="http://schemas.openxmlformats.org/officeDocument/2006/relationships/hyperlink" Target="https://docs.google.com/spreadsheets/d/1rhq0ITMQ2ezI6EleUYWQF1LRJ35PY3VrJbrZZ6Uu_gg/copy#gid=0"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4"/>
          <p:cNvSpPr txBox="1">
            <a:spLocks noGrp="1"/>
          </p:cNvSpPr>
          <p:nvPr>
            <p:ph type="ctrTitle"/>
          </p:nvPr>
        </p:nvSpPr>
        <p:spPr>
          <a:xfrm>
            <a:off x="693083" y="1454750"/>
            <a:ext cx="5892000" cy="1649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lt1"/>
                </a:solidFill>
              </a:rPr>
              <a:t>LISTERIOSIS</a:t>
            </a:r>
            <a:endParaRPr>
              <a:solidFill>
                <a:schemeClr val="lt1"/>
              </a:solidFill>
            </a:endParaRPr>
          </a:p>
          <a:p>
            <a:pPr marL="0" lvl="0" indent="0" algn="l" rtl="0">
              <a:spcBef>
                <a:spcPts val="0"/>
              </a:spcBef>
              <a:spcAft>
                <a:spcPts val="0"/>
              </a:spcAft>
              <a:buNone/>
            </a:pPr>
            <a:r>
              <a:rPr lang="en">
                <a:solidFill>
                  <a:schemeClr val="dk2"/>
                </a:solidFill>
              </a:rPr>
              <a:t>DISEASE</a:t>
            </a:r>
            <a:endParaRPr>
              <a:solidFill>
                <a:schemeClr val="dk2"/>
              </a:solidFill>
            </a:endParaRPr>
          </a:p>
        </p:txBody>
      </p:sp>
      <p:sp>
        <p:nvSpPr>
          <p:cNvPr id="151" name="Google Shape;151;p34"/>
          <p:cNvSpPr txBox="1">
            <a:spLocks noGrp="1"/>
          </p:cNvSpPr>
          <p:nvPr>
            <p:ph type="subTitle" idx="1"/>
          </p:nvPr>
        </p:nvSpPr>
        <p:spPr>
          <a:xfrm>
            <a:off x="820633" y="3272863"/>
            <a:ext cx="5411400" cy="49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presentation begins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35"/>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CONTENTS OF THIS </a:t>
            </a:r>
            <a:r>
              <a:rPr lang="en">
                <a:solidFill>
                  <a:schemeClr val="dk2"/>
                </a:solidFill>
              </a:rPr>
              <a:t>TEMPLATE</a:t>
            </a:r>
            <a:endParaRPr>
              <a:solidFill>
                <a:schemeClr val="dk2"/>
              </a:solidFill>
            </a:endParaRPr>
          </a:p>
        </p:txBody>
      </p:sp>
      <p:sp>
        <p:nvSpPr>
          <p:cNvPr id="157" name="Google Shape;157;p35"/>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rPr>
              <a:t>Here’s what you’ll find in this </a:t>
            </a:r>
            <a:r>
              <a:rPr lang="en" b="1">
                <a:solidFill>
                  <a:schemeClr val="dk2"/>
                </a:solidFill>
                <a:uFill>
                  <a:noFill/>
                </a:uFil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a:solidFill>
                  <a:schemeClr val="dk2"/>
                </a:solidFill>
              </a:rPr>
              <a:t> </a:t>
            </a:r>
            <a:r>
              <a:rPr lang="en">
                <a:solidFill>
                  <a:schemeClr val="lt1"/>
                </a:solidFill>
              </a:rPr>
              <a:t>template: </a:t>
            </a:r>
            <a:endParaRPr>
              <a:solidFill>
                <a:schemeClr val="lt1"/>
              </a:solidFill>
            </a:endParaRPr>
          </a:p>
          <a:p>
            <a:pPr marL="457200" lvl="0" indent="-295275" algn="l" rtl="0">
              <a:spcBef>
                <a:spcPts val="0"/>
              </a:spcBef>
              <a:spcAft>
                <a:spcPts val="0"/>
              </a:spcAft>
              <a:buClr>
                <a:schemeClr val="lt1"/>
              </a:buClr>
              <a:buSzPts val="1050"/>
              <a:buChar char="●"/>
            </a:pPr>
            <a:r>
              <a:rPr lang="en">
                <a:solidFill>
                  <a:schemeClr val="lt1"/>
                </a:solidFill>
              </a:rPr>
              <a:t>A slide structure based on a Disease presentation, which you can easily adapt to your needs. For more info on how to edit the template, please visit </a:t>
            </a:r>
            <a:r>
              <a:rPr lang="en" b="1">
                <a:solidFill>
                  <a:schemeClr val="hlink"/>
                </a:solidFill>
                <a:uFill>
                  <a:noFill/>
                </a:uFill>
                <a:hlinkClick r:id="rId4"/>
              </a:rPr>
              <a:t>our blog</a:t>
            </a:r>
            <a:r>
              <a:rPr lang="en">
                <a:solidFill>
                  <a:schemeClr val="lt1"/>
                </a:solidFill>
              </a:rPr>
              <a:t> or read our </a:t>
            </a:r>
            <a:r>
              <a:rPr lang="en" b="1">
                <a:solidFill>
                  <a:schemeClr val="lt1"/>
                </a:solidFill>
                <a:uFill>
                  <a:noFill/>
                </a:uFill>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r>
              <a:rPr lang="en">
                <a:solidFill>
                  <a:schemeClr val="lt1"/>
                </a:solidFill>
              </a:rPr>
              <a:t>.</a:t>
            </a:r>
            <a:endParaRPr>
              <a:solidFill>
                <a:schemeClr val="lt1"/>
              </a:solidFill>
            </a:endParaRPr>
          </a:p>
          <a:p>
            <a:pPr marL="457200" lvl="0" indent="-295275" algn="l" rtl="0">
              <a:spcBef>
                <a:spcPts val="0"/>
              </a:spcBef>
              <a:spcAft>
                <a:spcPts val="0"/>
              </a:spcAft>
              <a:buClr>
                <a:schemeClr val="lt1"/>
              </a:buClr>
              <a:buSzPts val="1050"/>
              <a:buChar char="●"/>
            </a:pPr>
            <a:r>
              <a:rPr lang="en">
                <a:solidFill>
                  <a:schemeClr val="lt1"/>
                </a:solidFill>
              </a:rPr>
              <a:t>An assortment of graphic resources that are suitable for use in the presentation can be found in the </a:t>
            </a:r>
            <a:r>
              <a:rPr lang="en" b="1">
                <a:solidFill>
                  <a:schemeClr val="dk2"/>
                </a:solidFill>
                <a:uFill>
                  <a:noFill/>
                </a:uFill>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alternative resources slide</a:t>
            </a:r>
            <a:r>
              <a:rPr lang="en">
                <a:solidFill>
                  <a:schemeClr val="lt1"/>
                </a:solidFill>
              </a:rPr>
              <a:t>.</a:t>
            </a:r>
            <a:endParaRPr>
              <a:solidFill>
                <a:schemeClr val="lt1"/>
              </a:solidFill>
            </a:endParaRPr>
          </a:p>
          <a:p>
            <a:pPr marL="457200" lvl="0" indent="-295275" algn="l" rtl="0">
              <a:spcBef>
                <a:spcPts val="0"/>
              </a:spcBef>
              <a:spcAft>
                <a:spcPts val="0"/>
              </a:spcAft>
              <a:buClr>
                <a:schemeClr val="lt1"/>
              </a:buClr>
              <a:buSzPts val="1050"/>
              <a:buChar char="●"/>
            </a:pPr>
            <a:r>
              <a:rPr lang="en">
                <a:solidFill>
                  <a:schemeClr val="lt1"/>
                </a:solidFill>
              </a:rPr>
              <a:t>A </a:t>
            </a:r>
            <a:r>
              <a:rPr lang="en" b="1">
                <a:solidFill>
                  <a:schemeClr val="hlink"/>
                </a:solidFill>
                <a:uFill>
                  <a:noFill/>
                </a:uFill>
                <a:hlinkClick r:id="rId6" action="ppaction://hlinksldjump"/>
              </a:rPr>
              <a:t>thanks slide</a:t>
            </a:r>
            <a:r>
              <a:rPr lang="en">
                <a:solidFill>
                  <a:schemeClr val="lt1"/>
                </a:solidFill>
              </a:rPr>
              <a:t>, which you must keep so that proper credits for our design are given.</a:t>
            </a:r>
            <a:endParaRPr>
              <a:solidFill>
                <a:schemeClr val="lt1"/>
              </a:solidFill>
            </a:endParaRPr>
          </a:p>
          <a:p>
            <a:pPr marL="457200" lvl="0" indent="-295275" algn="l" rtl="0">
              <a:spcBef>
                <a:spcPts val="0"/>
              </a:spcBef>
              <a:spcAft>
                <a:spcPts val="0"/>
              </a:spcAft>
              <a:buClr>
                <a:schemeClr val="lt1"/>
              </a:buClr>
              <a:buSzPts val="1050"/>
              <a:buChar char="●"/>
            </a:pPr>
            <a:r>
              <a:rPr lang="en">
                <a:solidFill>
                  <a:schemeClr val="lt1"/>
                </a:solidFill>
              </a:rPr>
              <a:t>A </a:t>
            </a:r>
            <a:r>
              <a:rPr lang="en" b="1">
                <a:solidFill>
                  <a:schemeClr val="dk2"/>
                </a:solidFill>
                <a:uFill>
                  <a:noFill/>
                </a:uFill>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resources </a:t>
            </a:r>
            <a:r>
              <a:rPr lang="en" b="1">
                <a:solidFill>
                  <a:schemeClr val="dk2"/>
                </a:solidFill>
              </a:rPr>
              <a:t>slide</a:t>
            </a:r>
            <a:r>
              <a:rPr lang="en">
                <a:solidFill>
                  <a:schemeClr val="lt1"/>
                </a:solidFill>
              </a:rPr>
              <a:t>, where you’ll find links to all the elements used in the template.</a:t>
            </a:r>
            <a:endParaRPr>
              <a:solidFill>
                <a:schemeClr val="lt1"/>
              </a:solidFill>
            </a:endParaRPr>
          </a:p>
          <a:p>
            <a:pPr marL="457200" lvl="0" indent="-295275" algn="l" rtl="0">
              <a:spcBef>
                <a:spcPts val="0"/>
              </a:spcBef>
              <a:spcAft>
                <a:spcPts val="0"/>
              </a:spcAft>
              <a:buClr>
                <a:schemeClr val="lt1"/>
              </a:buClr>
              <a:buSzPts val="1050"/>
              <a:buChar char="●"/>
            </a:pPr>
            <a:r>
              <a:rPr lang="en" b="1">
                <a:solidFill>
                  <a:schemeClr val="hlink"/>
                </a:solidFill>
                <a:uFill>
                  <a:noFill/>
                </a:uFill>
                <a:hlinkClick r:id=""/>
              </a:rPr>
              <a:t>Instructions for use</a:t>
            </a:r>
            <a:r>
              <a:rPr lang="en">
                <a:solidFill>
                  <a:schemeClr val="lt1"/>
                </a:solidFill>
              </a:rPr>
              <a:t>.</a:t>
            </a:r>
            <a:endParaRPr>
              <a:solidFill>
                <a:schemeClr val="lt1"/>
              </a:solidFill>
            </a:endParaRPr>
          </a:p>
          <a:p>
            <a:pPr marL="457200" lvl="0" indent="-295275" algn="l" rtl="0">
              <a:spcBef>
                <a:spcPts val="0"/>
              </a:spcBef>
              <a:spcAft>
                <a:spcPts val="0"/>
              </a:spcAft>
              <a:buClr>
                <a:schemeClr val="lt1"/>
              </a:buClr>
              <a:buSzPts val="1050"/>
              <a:buChar char="●"/>
            </a:pPr>
            <a:r>
              <a:rPr lang="en">
                <a:solidFill>
                  <a:schemeClr val="lt1"/>
                </a:solidFill>
              </a:rPr>
              <a:t>Final slides with:</a:t>
            </a:r>
            <a:endParaRPr>
              <a:solidFill>
                <a:schemeClr val="lt1"/>
              </a:solidFill>
            </a:endParaRPr>
          </a:p>
          <a:p>
            <a:pPr marL="914400" lvl="0" indent="-295275" algn="l" rtl="0">
              <a:spcBef>
                <a:spcPts val="0"/>
              </a:spcBef>
              <a:spcAft>
                <a:spcPts val="0"/>
              </a:spcAft>
              <a:buClr>
                <a:schemeClr val="lt1"/>
              </a:buClr>
              <a:buSzPts val="1050"/>
              <a:buChar char="●"/>
            </a:pPr>
            <a:r>
              <a:rPr lang="en">
                <a:solidFill>
                  <a:schemeClr val="lt1"/>
                </a:solidFill>
              </a:rPr>
              <a:t>The</a:t>
            </a:r>
            <a:r>
              <a:rPr lang="en">
                <a:solidFill>
                  <a:schemeClr val="hlink"/>
                </a:solidFill>
                <a:uFill>
                  <a:noFill/>
                </a:uFill>
                <a:hlinkClick r:id="" action="ppaction://noaction"/>
              </a:rPr>
              <a:t> </a:t>
            </a:r>
            <a:r>
              <a:rPr lang="en" b="1">
                <a:solidFill>
                  <a:schemeClr val="hlink"/>
                </a:solidFill>
                <a:uFill>
                  <a:noFill/>
                </a:uFill>
                <a:hlinkClick r:id="" action="ppaction://noaction"/>
              </a:rPr>
              <a:t>fonts and colors</a:t>
            </a:r>
            <a:r>
              <a:rPr lang="en">
                <a:solidFill>
                  <a:schemeClr val="lt1"/>
                </a:solidFill>
              </a:rPr>
              <a:t> used in the template.</a:t>
            </a:r>
            <a:endParaRPr>
              <a:solidFill>
                <a:schemeClr val="lt1"/>
              </a:solidFill>
            </a:endParaRPr>
          </a:p>
          <a:p>
            <a:pPr marL="914400" lvl="0" indent="-295275" algn="l" rtl="0">
              <a:spcBef>
                <a:spcPts val="0"/>
              </a:spcBef>
              <a:spcAft>
                <a:spcPts val="0"/>
              </a:spcAft>
              <a:buClr>
                <a:schemeClr val="lt1"/>
              </a:buClr>
              <a:buSzPts val="1050"/>
              <a:buChar char="●"/>
            </a:pPr>
            <a:r>
              <a:rPr lang="en">
                <a:solidFill>
                  <a:schemeClr val="lt1"/>
                </a:solidFill>
              </a:rPr>
              <a:t>A </a:t>
            </a:r>
            <a:r>
              <a:rPr lang="en" b="1">
                <a:solidFill>
                  <a:schemeClr val="hlink"/>
                </a:solidFill>
                <a:uFill>
                  <a:noFill/>
                </a:uFill>
                <a:hlinkClick r:id="" action="ppaction://noaction"/>
              </a:rPr>
              <a:t>selection of illustrations</a:t>
            </a:r>
            <a:r>
              <a:rPr lang="en" b="1">
                <a:solidFill>
                  <a:schemeClr val="lt1"/>
                </a:solidFill>
              </a:rPr>
              <a:t>.</a:t>
            </a:r>
            <a:r>
              <a:rPr lang="en">
                <a:solidFill>
                  <a:schemeClr val="lt1"/>
                </a:solidFill>
              </a:rPr>
              <a:t> You can also customize and animate them as you wish with the online editor. Visit</a:t>
            </a:r>
            <a:r>
              <a:rPr lang="en" b="1">
                <a:solidFill>
                  <a:schemeClr val="lt1"/>
                </a:solidFill>
              </a:rPr>
              <a:t> </a:t>
            </a:r>
            <a:r>
              <a:rPr lang="en" b="1">
                <a:solidFill>
                  <a:schemeClr val="dk2"/>
                </a:solidFill>
                <a:uFill>
                  <a:noFill/>
                </a:uFill>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a:solidFill>
                  <a:schemeClr val="dk2"/>
                </a:solidFill>
              </a:rPr>
              <a:t> </a:t>
            </a:r>
            <a:r>
              <a:rPr lang="en">
                <a:solidFill>
                  <a:schemeClr val="lt1"/>
                </a:solidFill>
              </a:rPr>
              <a:t>to find more. </a:t>
            </a:r>
            <a:endParaRPr>
              <a:solidFill>
                <a:schemeClr val="lt1"/>
              </a:solidFill>
            </a:endParaRPr>
          </a:p>
          <a:p>
            <a:pPr marL="914400" lvl="0" indent="-295275" algn="l" rtl="0">
              <a:spcBef>
                <a:spcPts val="0"/>
              </a:spcBef>
              <a:spcAft>
                <a:spcPts val="0"/>
              </a:spcAft>
              <a:buClr>
                <a:schemeClr val="lt1"/>
              </a:buClr>
              <a:buSzPts val="1050"/>
              <a:buChar char="●"/>
            </a:pPr>
            <a:r>
              <a:rPr lang="en">
                <a:solidFill>
                  <a:schemeClr val="lt1"/>
                </a:solidFill>
              </a:rPr>
              <a:t>More</a:t>
            </a:r>
            <a:r>
              <a:rPr lang="en">
                <a:solidFill>
                  <a:schemeClr val="hlink"/>
                </a:solidFill>
                <a:uFill>
                  <a:noFill/>
                </a:uFill>
                <a:hlinkClick r:id="" action="ppaction://noaction"/>
              </a:rPr>
              <a:t> </a:t>
            </a:r>
            <a:r>
              <a:rPr lang="en" b="1">
                <a:solidFill>
                  <a:schemeClr val="hlink"/>
                </a:solidFill>
                <a:uFill>
                  <a:noFill/>
                </a:uFill>
                <a:hlinkClick r:id="" action="ppaction://noaction"/>
              </a:rPr>
              <a:t>infographic resources</a:t>
            </a:r>
            <a:r>
              <a:rPr lang="en">
                <a:solidFill>
                  <a:schemeClr val="lt1"/>
                </a:solidFill>
              </a:rPr>
              <a:t>, whose size and color can be edited. </a:t>
            </a:r>
            <a:endParaRPr>
              <a:solidFill>
                <a:schemeClr val="lt1"/>
              </a:solidFill>
            </a:endParaRPr>
          </a:p>
          <a:p>
            <a:pPr marL="914400" lvl="0" indent="-295275" algn="l" rtl="0">
              <a:spcBef>
                <a:spcPts val="0"/>
              </a:spcBef>
              <a:spcAft>
                <a:spcPts val="0"/>
              </a:spcAft>
              <a:buClr>
                <a:schemeClr val="lt1"/>
              </a:buClr>
              <a:buSzPts val="1050"/>
              <a:buChar char="●"/>
            </a:pPr>
            <a:r>
              <a:rPr lang="en">
                <a:solidFill>
                  <a:schemeClr val="lt1"/>
                </a:solidFill>
              </a:rPr>
              <a:t>Sets of </a:t>
            </a:r>
            <a:r>
              <a:rPr lang="en" b="1">
                <a:solidFill>
                  <a:schemeClr val="hlink"/>
                </a:solidFill>
                <a:uFill>
                  <a:noFill/>
                </a:uFill>
                <a:hlinkClick r:id="" action="ppaction://noaction"/>
              </a:rPr>
              <a:t>customizable</a:t>
            </a:r>
            <a:r>
              <a:rPr lang="en" b="1">
                <a:solidFill>
                  <a:schemeClr val="hlink"/>
                </a:solidFill>
                <a:uFill>
                  <a:noFill/>
                </a:uFill>
                <a:hlinkClick r:id="" action="ppaction://noaction"/>
              </a:rPr>
              <a:t> icons</a:t>
            </a:r>
            <a:r>
              <a:rPr lang="en">
                <a:solidFill>
                  <a:schemeClr val="lt1"/>
                </a:solidFill>
              </a:rPr>
              <a:t> of the following themes: general, business, avatar, creative process, education, help &amp; support, medical, nature, performing arts, SEO &amp; marketing, and teamwork.</a:t>
            </a:r>
            <a:endParaRPr>
              <a:solidFill>
                <a:schemeClr val="lt1"/>
              </a:solidFill>
            </a:endParaRPr>
          </a:p>
          <a:p>
            <a:pPr marL="0" lvl="0" indent="0" algn="l" rtl="0">
              <a:spcBef>
                <a:spcPts val="0"/>
              </a:spcBef>
              <a:spcAft>
                <a:spcPts val="0"/>
              </a:spcAft>
              <a:buNone/>
            </a:pPr>
            <a:endParaRPr>
              <a:solidFill>
                <a:schemeClr val="lt1"/>
              </a:solidFill>
            </a:endParaRPr>
          </a:p>
          <a:p>
            <a:pPr marL="0" lvl="0" indent="0" algn="l" rtl="0">
              <a:spcBef>
                <a:spcPts val="0"/>
              </a:spcBef>
              <a:spcAft>
                <a:spcPts val="0"/>
              </a:spcAft>
              <a:buNone/>
            </a:pPr>
            <a:r>
              <a:rPr lang="en">
                <a:solidFill>
                  <a:schemeClr val="lt1"/>
                </a:solidFill>
              </a:rPr>
              <a:t>You can delete this slide when you’re done editing the presentation.</a:t>
            </a:r>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6"/>
          <p:cNvSpPr txBox="1">
            <a:spLocks noGrp="1"/>
          </p:cNvSpPr>
          <p:nvPr>
            <p:ph type="title"/>
          </p:nvPr>
        </p:nvSpPr>
        <p:spPr>
          <a:xfrm>
            <a:off x="720000" y="1818975"/>
            <a:ext cx="33786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ABOUT THE DISEASE</a:t>
            </a:r>
            <a:endParaRPr/>
          </a:p>
        </p:txBody>
      </p:sp>
      <p:sp>
        <p:nvSpPr>
          <p:cNvPr id="163" name="Google Shape;163;p36"/>
          <p:cNvSpPr txBox="1">
            <a:spLocks noGrp="1"/>
          </p:cNvSpPr>
          <p:nvPr>
            <p:ph type="title" idx="2"/>
          </p:nvPr>
        </p:nvSpPr>
        <p:spPr>
          <a:xfrm>
            <a:off x="720000" y="1344982"/>
            <a:ext cx="1275300" cy="59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164" name="Google Shape;164;p36"/>
          <p:cNvSpPr txBox="1">
            <a:spLocks noGrp="1"/>
          </p:cNvSpPr>
          <p:nvPr>
            <p:ph type="subTitle" idx="1"/>
          </p:nvPr>
        </p:nvSpPr>
        <p:spPr>
          <a:xfrm>
            <a:off x="720000" y="2256671"/>
            <a:ext cx="24093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165" name="Google Shape;165;p36"/>
          <p:cNvSpPr txBox="1">
            <a:spLocks noGrp="1"/>
          </p:cNvSpPr>
          <p:nvPr>
            <p:ph type="title" idx="3"/>
          </p:nvPr>
        </p:nvSpPr>
        <p:spPr>
          <a:xfrm>
            <a:off x="5061150" y="1818975"/>
            <a:ext cx="33786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DIAGNOSIS</a:t>
            </a:r>
            <a:endParaRPr/>
          </a:p>
        </p:txBody>
      </p:sp>
      <p:sp>
        <p:nvSpPr>
          <p:cNvPr id="166" name="Google Shape;166;p36"/>
          <p:cNvSpPr txBox="1">
            <a:spLocks noGrp="1"/>
          </p:cNvSpPr>
          <p:nvPr>
            <p:ph type="title" idx="4"/>
          </p:nvPr>
        </p:nvSpPr>
        <p:spPr>
          <a:xfrm>
            <a:off x="5061150" y="1344982"/>
            <a:ext cx="1275300" cy="59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167" name="Google Shape;167;p36"/>
          <p:cNvSpPr txBox="1">
            <a:spLocks noGrp="1"/>
          </p:cNvSpPr>
          <p:nvPr>
            <p:ph type="subTitle" idx="5"/>
          </p:nvPr>
        </p:nvSpPr>
        <p:spPr>
          <a:xfrm>
            <a:off x="5061150" y="2256671"/>
            <a:ext cx="24093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168" name="Google Shape;168;p36"/>
          <p:cNvSpPr txBox="1">
            <a:spLocks noGrp="1"/>
          </p:cNvSpPr>
          <p:nvPr>
            <p:ph type="title" idx="6"/>
          </p:nvPr>
        </p:nvSpPr>
        <p:spPr>
          <a:xfrm>
            <a:off x="720000" y="3608375"/>
            <a:ext cx="33786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RECOMMENDATION</a:t>
            </a:r>
            <a:endParaRPr/>
          </a:p>
        </p:txBody>
      </p:sp>
      <p:sp>
        <p:nvSpPr>
          <p:cNvPr id="169" name="Google Shape;169;p36"/>
          <p:cNvSpPr txBox="1">
            <a:spLocks noGrp="1"/>
          </p:cNvSpPr>
          <p:nvPr>
            <p:ph type="title" idx="7"/>
          </p:nvPr>
        </p:nvSpPr>
        <p:spPr>
          <a:xfrm>
            <a:off x="720000" y="3134382"/>
            <a:ext cx="1275300" cy="59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170" name="Google Shape;170;p36"/>
          <p:cNvSpPr txBox="1">
            <a:spLocks noGrp="1"/>
          </p:cNvSpPr>
          <p:nvPr>
            <p:ph type="subTitle" idx="8"/>
          </p:nvPr>
        </p:nvSpPr>
        <p:spPr>
          <a:xfrm>
            <a:off x="720000" y="4046071"/>
            <a:ext cx="24093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171" name="Google Shape;171;p36"/>
          <p:cNvSpPr txBox="1">
            <a:spLocks noGrp="1"/>
          </p:cNvSpPr>
          <p:nvPr>
            <p:ph type="title" idx="9"/>
          </p:nvPr>
        </p:nvSpPr>
        <p:spPr>
          <a:xfrm>
            <a:off x="5061150" y="3608375"/>
            <a:ext cx="33786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PATHOLOGY</a:t>
            </a:r>
            <a:endParaRPr/>
          </a:p>
        </p:txBody>
      </p:sp>
      <p:sp>
        <p:nvSpPr>
          <p:cNvPr id="172" name="Google Shape;172;p36"/>
          <p:cNvSpPr txBox="1">
            <a:spLocks noGrp="1"/>
          </p:cNvSpPr>
          <p:nvPr>
            <p:ph type="title" idx="13"/>
          </p:nvPr>
        </p:nvSpPr>
        <p:spPr>
          <a:xfrm>
            <a:off x="5061150" y="3134382"/>
            <a:ext cx="1275300" cy="59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173" name="Google Shape;173;p36"/>
          <p:cNvSpPr txBox="1">
            <a:spLocks noGrp="1"/>
          </p:cNvSpPr>
          <p:nvPr>
            <p:ph type="subTitle" idx="14"/>
          </p:nvPr>
        </p:nvSpPr>
        <p:spPr>
          <a:xfrm>
            <a:off x="5061150" y="4046071"/>
            <a:ext cx="24093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174" name="Google Shape;174;p36"/>
          <p:cNvSpPr txBox="1">
            <a:spLocks noGrp="1"/>
          </p:cNvSpPr>
          <p:nvPr>
            <p:ph type="title" idx="15"/>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TABLE OF </a:t>
            </a:r>
            <a:r>
              <a:rPr lang="en">
                <a:solidFill>
                  <a:schemeClr val="dk2"/>
                </a:solidFill>
              </a:rPr>
              <a:t>CONTENTS</a:t>
            </a:r>
            <a:endParaRPr>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7"/>
          <p:cNvSpPr txBox="1">
            <a:spLocks noGrp="1"/>
          </p:cNvSpPr>
          <p:nvPr>
            <p:ph type="title"/>
          </p:nvPr>
        </p:nvSpPr>
        <p:spPr>
          <a:xfrm>
            <a:off x="720000" y="2332025"/>
            <a:ext cx="77040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ABOUT THE </a:t>
            </a:r>
            <a:r>
              <a:rPr lang="en">
                <a:solidFill>
                  <a:schemeClr val="dk2"/>
                </a:solidFill>
              </a:rPr>
              <a:t>DISEASE</a:t>
            </a:r>
            <a:endParaRPr>
              <a:solidFill>
                <a:schemeClr val="dk2"/>
              </a:solidFill>
            </a:endParaRPr>
          </a:p>
        </p:txBody>
      </p:sp>
      <p:sp>
        <p:nvSpPr>
          <p:cNvPr id="180" name="Google Shape;180;p37"/>
          <p:cNvSpPr txBox="1">
            <a:spLocks noGrp="1"/>
          </p:cNvSpPr>
          <p:nvPr>
            <p:ph type="title" idx="2"/>
          </p:nvPr>
        </p:nvSpPr>
        <p:spPr>
          <a:xfrm>
            <a:off x="2996550" y="1337825"/>
            <a:ext cx="3150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81" name="Google Shape;181;p37"/>
          <p:cNvSpPr txBox="1">
            <a:spLocks noGrp="1"/>
          </p:cNvSpPr>
          <p:nvPr>
            <p:ph type="subTitle" idx="1"/>
          </p:nvPr>
        </p:nvSpPr>
        <p:spPr>
          <a:xfrm>
            <a:off x="2116500" y="3380000"/>
            <a:ext cx="49110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describe the topic of the section here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8"/>
          <p:cNvSpPr txBox="1">
            <a:spLocks noGrp="1"/>
          </p:cNvSpPr>
          <p:nvPr>
            <p:ph type="title"/>
          </p:nvPr>
        </p:nvSpPr>
        <p:spPr>
          <a:xfrm>
            <a:off x="693075" y="3248600"/>
            <a:ext cx="4858800" cy="53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 SOMEONE </a:t>
            </a:r>
            <a:r>
              <a:rPr lang="en">
                <a:solidFill>
                  <a:schemeClr val="dk2"/>
                </a:solidFill>
              </a:rPr>
              <a:t>FAMOUS</a:t>
            </a:r>
            <a:endParaRPr>
              <a:solidFill>
                <a:schemeClr val="dk2"/>
              </a:solidFill>
            </a:endParaRPr>
          </a:p>
        </p:txBody>
      </p:sp>
      <p:sp>
        <p:nvSpPr>
          <p:cNvPr id="187" name="Google Shape;187;p38"/>
          <p:cNvSpPr txBox="1">
            <a:spLocks noGrp="1"/>
          </p:cNvSpPr>
          <p:nvPr>
            <p:ph type="subTitle" idx="1"/>
          </p:nvPr>
        </p:nvSpPr>
        <p:spPr>
          <a:xfrm>
            <a:off x="693075" y="1355900"/>
            <a:ext cx="6227700" cy="1740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“This is a quote, words full of wisdom that someone important said and can make the reader get inspired.”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9"/>
          <p:cNvSpPr txBox="1">
            <a:spLocks noGrp="1"/>
          </p:cNvSpPr>
          <p:nvPr>
            <p:ph type="title"/>
          </p:nvPr>
        </p:nvSpPr>
        <p:spPr>
          <a:xfrm>
            <a:off x="1765100" y="1156963"/>
            <a:ext cx="5613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INTRODUCTION</a:t>
            </a:r>
            <a:endParaRPr/>
          </a:p>
        </p:txBody>
      </p:sp>
      <p:sp>
        <p:nvSpPr>
          <p:cNvPr id="193" name="Google Shape;193;p39"/>
          <p:cNvSpPr txBox="1">
            <a:spLocks noGrp="1"/>
          </p:cNvSpPr>
          <p:nvPr>
            <p:ph type="subTitle" idx="1"/>
          </p:nvPr>
        </p:nvSpPr>
        <p:spPr>
          <a:xfrm>
            <a:off x="1765200" y="2077638"/>
            <a:ext cx="5613600" cy="1908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Listeriosis, which is caused by eating food contaminated by the bacteria Listeria monocytogenes, can be a serious disease. In the United States, an estimated 1,850 persons become seriously ill with listeriosis each year. In Illinois, approximately 20 cases of listeriosis are reported annually; about 25 percent of the patients die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40"/>
          <p:cNvSpPr txBox="1">
            <a:spLocks noGrp="1"/>
          </p:cNvSpPr>
          <p:nvPr>
            <p:ph type="title" idx="6"/>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THREE FACTS ABOUT </a:t>
            </a:r>
            <a:r>
              <a:rPr lang="en">
                <a:solidFill>
                  <a:schemeClr val="dk2"/>
                </a:solidFill>
              </a:rPr>
              <a:t>LISTERIOSIS</a:t>
            </a:r>
            <a:endParaRPr>
              <a:solidFill>
                <a:schemeClr val="dk2"/>
              </a:solidFill>
            </a:endParaRPr>
          </a:p>
        </p:txBody>
      </p:sp>
      <p:sp>
        <p:nvSpPr>
          <p:cNvPr id="199" name="Google Shape;199;p40"/>
          <p:cNvSpPr txBox="1">
            <a:spLocks noGrp="1"/>
          </p:cNvSpPr>
          <p:nvPr>
            <p:ph type="title"/>
          </p:nvPr>
        </p:nvSpPr>
        <p:spPr>
          <a:xfrm>
            <a:off x="720000" y="2530850"/>
            <a:ext cx="2336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a:t>
            </a:r>
            <a:endParaRPr/>
          </a:p>
        </p:txBody>
      </p:sp>
      <p:sp>
        <p:nvSpPr>
          <p:cNvPr id="200" name="Google Shape;200;p40"/>
          <p:cNvSpPr txBox="1">
            <a:spLocks noGrp="1"/>
          </p:cNvSpPr>
          <p:nvPr>
            <p:ph type="subTitle" idx="1"/>
          </p:nvPr>
        </p:nvSpPr>
        <p:spPr>
          <a:xfrm>
            <a:off x="720000" y="3033512"/>
            <a:ext cx="2336400" cy="79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 cold planet. It’s full of oxide dust</a:t>
            </a:r>
            <a:endParaRPr/>
          </a:p>
        </p:txBody>
      </p:sp>
      <p:sp>
        <p:nvSpPr>
          <p:cNvPr id="201" name="Google Shape;201;p40"/>
          <p:cNvSpPr txBox="1">
            <a:spLocks noGrp="1"/>
          </p:cNvSpPr>
          <p:nvPr>
            <p:ph type="title" idx="2"/>
          </p:nvPr>
        </p:nvSpPr>
        <p:spPr>
          <a:xfrm>
            <a:off x="3403800" y="2530850"/>
            <a:ext cx="2336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a:t>
            </a:r>
            <a:endParaRPr/>
          </a:p>
        </p:txBody>
      </p:sp>
      <p:sp>
        <p:nvSpPr>
          <p:cNvPr id="202" name="Google Shape;202;p40"/>
          <p:cNvSpPr txBox="1">
            <a:spLocks noGrp="1"/>
          </p:cNvSpPr>
          <p:nvPr>
            <p:ph type="subTitle" idx="3"/>
          </p:nvPr>
        </p:nvSpPr>
        <p:spPr>
          <a:xfrm>
            <a:off x="3403800" y="3033512"/>
            <a:ext cx="2336400" cy="79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a very small one</a:t>
            </a:r>
            <a:endParaRPr/>
          </a:p>
        </p:txBody>
      </p:sp>
      <p:sp>
        <p:nvSpPr>
          <p:cNvPr id="203" name="Google Shape;203;p40"/>
          <p:cNvSpPr txBox="1">
            <a:spLocks noGrp="1"/>
          </p:cNvSpPr>
          <p:nvPr>
            <p:ph type="title" idx="4"/>
          </p:nvPr>
        </p:nvSpPr>
        <p:spPr>
          <a:xfrm>
            <a:off x="6087600" y="2530850"/>
            <a:ext cx="2336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Neptune</a:t>
            </a:r>
            <a:endParaRPr/>
          </a:p>
        </p:txBody>
      </p:sp>
      <p:sp>
        <p:nvSpPr>
          <p:cNvPr id="204" name="Google Shape;204;p40"/>
          <p:cNvSpPr txBox="1">
            <a:spLocks noGrp="1"/>
          </p:cNvSpPr>
          <p:nvPr>
            <p:ph type="subTitle" idx="5"/>
          </p:nvPr>
        </p:nvSpPr>
        <p:spPr>
          <a:xfrm>
            <a:off x="6087600" y="3033512"/>
            <a:ext cx="2336400" cy="79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an ice giant and the farthest planet in the Solar System</a:t>
            </a:r>
            <a:endParaRPr/>
          </a:p>
        </p:txBody>
      </p:sp>
      <p:sp>
        <p:nvSpPr>
          <p:cNvPr id="205" name="Google Shape;205;p40"/>
          <p:cNvSpPr/>
          <p:nvPr/>
        </p:nvSpPr>
        <p:spPr>
          <a:xfrm>
            <a:off x="4426964" y="2024316"/>
            <a:ext cx="290077" cy="354136"/>
          </a:xfrm>
          <a:custGeom>
            <a:avLst/>
            <a:gdLst/>
            <a:ahLst/>
            <a:cxnLst/>
            <a:rect l="l" t="t" r="r" b="b"/>
            <a:pathLst>
              <a:path w="9704" h="11847" extrusionOk="0">
                <a:moveTo>
                  <a:pt x="7593" y="693"/>
                </a:moveTo>
                <a:lnTo>
                  <a:pt x="7593" y="1418"/>
                </a:lnTo>
                <a:lnTo>
                  <a:pt x="6900" y="1418"/>
                </a:lnTo>
                <a:lnTo>
                  <a:pt x="6900" y="693"/>
                </a:lnTo>
                <a:close/>
                <a:moveTo>
                  <a:pt x="7939" y="2080"/>
                </a:moveTo>
                <a:cubicBezTo>
                  <a:pt x="8160" y="2080"/>
                  <a:pt x="8317" y="2237"/>
                  <a:pt x="8317" y="2426"/>
                </a:cubicBezTo>
                <a:lnTo>
                  <a:pt x="8317" y="5577"/>
                </a:lnTo>
                <a:lnTo>
                  <a:pt x="6868" y="5577"/>
                </a:lnTo>
                <a:cubicBezTo>
                  <a:pt x="6900" y="5482"/>
                  <a:pt x="6931" y="5356"/>
                  <a:pt x="6931" y="5230"/>
                </a:cubicBezTo>
                <a:cubicBezTo>
                  <a:pt x="6931" y="4789"/>
                  <a:pt x="6648" y="4411"/>
                  <a:pt x="6207" y="4254"/>
                </a:cubicBezTo>
                <a:lnTo>
                  <a:pt x="6207" y="2426"/>
                </a:lnTo>
                <a:cubicBezTo>
                  <a:pt x="6207" y="2237"/>
                  <a:pt x="6364" y="2080"/>
                  <a:pt x="6585" y="2080"/>
                </a:cubicBezTo>
                <a:close/>
                <a:moveTo>
                  <a:pt x="5860" y="4915"/>
                </a:moveTo>
                <a:cubicBezTo>
                  <a:pt x="6049" y="4915"/>
                  <a:pt x="6207" y="5073"/>
                  <a:pt x="6207" y="5262"/>
                </a:cubicBezTo>
                <a:cubicBezTo>
                  <a:pt x="6207" y="5482"/>
                  <a:pt x="6049" y="5640"/>
                  <a:pt x="5860" y="5640"/>
                </a:cubicBezTo>
                <a:cubicBezTo>
                  <a:pt x="5671" y="5640"/>
                  <a:pt x="5513" y="5482"/>
                  <a:pt x="5513" y="5262"/>
                </a:cubicBezTo>
                <a:cubicBezTo>
                  <a:pt x="5545" y="5073"/>
                  <a:pt x="5671" y="4915"/>
                  <a:pt x="5860" y="4915"/>
                </a:cubicBezTo>
                <a:close/>
                <a:moveTo>
                  <a:pt x="8317" y="6270"/>
                </a:moveTo>
                <a:lnTo>
                  <a:pt x="8317" y="6616"/>
                </a:lnTo>
                <a:cubicBezTo>
                  <a:pt x="8317" y="6837"/>
                  <a:pt x="8160" y="6963"/>
                  <a:pt x="7939" y="6963"/>
                </a:cubicBezTo>
                <a:lnTo>
                  <a:pt x="6585" y="6963"/>
                </a:lnTo>
                <a:cubicBezTo>
                  <a:pt x="6364" y="6963"/>
                  <a:pt x="6207" y="6805"/>
                  <a:pt x="6207" y="6616"/>
                </a:cubicBezTo>
                <a:lnTo>
                  <a:pt x="6207" y="6270"/>
                </a:lnTo>
                <a:close/>
                <a:moveTo>
                  <a:pt x="7593" y="7688"/>
                </a:moveTo>
                <a:lnTo>
                  <a:pt x="7593" y="8381"/>
                </a:lnTo>
                <a:lnTo>
                  <a:pt x="6900" y="8381"/>
                </a:lnTo>
                <a:lnTo>
                  <a:pt x="6900" y="7688"/>
                </a:lnTo>
                <a:close/>
                <a:moveTo>
                  <a:pt x="5513" y="3529"/>
                </a:moveTo>
                <a:lnTo>
                  <a:pt x="5513" y="4285"/>
                </a:lnTo>
                <a:cubicBezTo>
                  <a:pt x="5198" y="4411"/>
                  <a:pt x="4946" y="4632"/>
                  <a:pt x="4883" y="4947"/>
                </a:cubicBezTo>
                <a:cubicBezTo>
                  <a:pt x="4064" y="5104"/>
                  <a:pt x="3434" y="5829"/>
                  <a:pt x="3434" y="6648"/>
                </a:cubicBezTo>
                <a:lnTo>
                  <a:pt x="3434" y="10113"/>
                </a:lnTo>
                <a:cubicBezTo>
                  <a:pt x="3434" y="10302"/>
                  <a:pt x="3592" y="10460"/>
                  <a:pt x="3781" y="10460"/>
                </a:cubicBezTo>
                <a:lnTo>
                  <a:pt x="5639" y="10460"/>
                </a:lnTo>
                <a:lnTo>
                  <a:pt x="5986" y="11185"/>
                </a:lnTo>
                <a:lnTo>
                  <a:pt x="2048" y="11185"/>
                </a:lnTo>
                <a:lnTo>
                  <a:pt x="2048" y="11153"/>
                </a:lnTo>
                <a:lnTo>
                  <a:pt x="2048" y="7309"/>
                </a:lnTo>
                <a:cubicBezTo>
                  <a:pt x="2048" y="5356"/>
                  <a:pt x="3592" y="3686"/>
                  <a:pt x="5513" y="3529"/>
                </a:cubicBezTo>
                <a:close/>
                <a:moveTo>
                  <a:pt x="5923" y="0"/>
                </a:moveTo>
                <a:cubicBezTo>
                  <a:pt x="5702" y="0"/>
                  <a:pt x="5545" y="158"/>
                  <a:pt x="5545" y="347"/>
                </a:cubicBezTo>
                <a:cubicBezTo>
                  <a:pt x="5545" y="536"/>
                  <a:pt x="5702" y="693"/>
                  <a:pt x="5923" y="693"/>
                </a:cubicBezTo>
                <a:lnTo>
                  <a:pt x="6270" y="693"/>
                </a:lnTo>
                <a:lnTo>
                  <a:pt x="6270" y="1450"/>
                </a:lnTo>
                <a:cubicBezTo>
                  <a:pt x="5860" y="1607"/>
                  <a:pt x="5545" y="1954"/>
                  <a:pt x="5545" y="2426"/>
                </a:cubicBezTo>
                <a:lnTo>
                  <a:pt x="5545" y="2836"/>
                </a:lnTo>
                <a:cubicBezTo>
                  <a:pt x="3245" y="3025"/>
                  <a:pt x="1386" y="4947"/>
                  <a:pt x="1386" y="7309"/>
                </a:cubicBezTo>
                <a:lnTo>
                  <a:pt x="1386" y="11153"/>
                </a:lnTo>
                <a:lnTo>
                  <a:pt x="347" y="11153"/>
                </a:lnTo>
                <a:cubicBezTo>
                  <a:pt x="158" y="11153"/>
                  <a:pt x="0" y="11311"/>
                  <a:pt x="0" y="11500"/>
                </a:cubicBezTo>
                <a:cubicBezTo>
                  <a:pt x="0" y="11689"/>
                  <a:pt x="158" y="11846"/>
                  <a:pt x="347" y="11846"/>
                </a:cubicBezTo>
                <a:lnTo>
                  <a:pt x="7971" y="11846"/>
                </a:lnTo>
                <a:cubicBezTo>
                  <a:pt x="8160" y="11846"/>
                  <a:pt x="8317" y="11689"/>
                  <a:pt x="8317" y="11500"/>
                </a:cubicBezTo>
                <a:cubicBezTo>
                  <a:pt x="8317" y="11311"/>
                  <a:pt x="8160" y="11153"/>
                  <a:pt x="7971" y="11153"/>
                </a:cubicBezTo>
                <a:lnTo>
                  <a:pt x="6774" y="11153"/>
                </a:lnTo>
                <a:lnTo>
                  <a:pt x="6427" y="10428"/>
                </a:lnTo>
                <a:lnTo>
                  <a:pt x="9326" y="10428"/>
                </a:lnTo>
                <a:cubicBezTo>
                  <a:pt x="9546" y="10428"/>
                  <a:pt x="9704" y="10271"/>
                  <a:pt x="9704" y="10082"/>
                </a:cubicBezTo>
                <a:cubicBezTo>
                  <a:pt x="9672" y="9924"/>
                  <a:pt x="9515" y="9767"/>
                  <a:pt x="9326" y="9767"/>
                </a:cubicBezTo>
                <a:lnTo>
                  <a:pt x="4127" y="9767"/>
                </a:lnTo>
                <a:lnTo>
                  <a:pt x="4127" y="6648"/>
                </a:lnTo>
                <a:cubicBezTo>
                  <a:pt x="4127" y="6175"/>
                  <a:pt x="4442" y="5797"/>
                  <a:pt x="4883" y="5671"/>
                </a:cubicBezTo>
                <a:cubicBezTo>
                  <a:pt x="5009" y="5955"/>
                  <a:pt x="5230" y="6175"/>
                  <a:pt x="5513" y="6270"/>
                </a:cubicBezTo>
                <a:lnTo>
                  <a:pt x="5513" y="6648"/>
                </a:lnTo>
                <a:cubicBezTo>
                  <a:pt x="5513" y="7089"/>
                  <a:pt x="5797" y="7467"/>
                  <a:pt x="6238" y="7625"/>
                </a:cubicBezTo>
                <a:lnTo>
                  <a:pt x="6238" y="8727"/>
                </a:lnTo>
                <a:cubicBezTo>
                  <a:pt x="6238" y="8948"/>
                  <a:pt x="6396" y="9105"/>
                  <a:pt x="6585" y="9105"/>
                </a:cubicBezTo>
                <a:lnTo>
                  <a:pt x="7971" y="9105"/>
                </a:lnTo>
                <a:cubicBezTo>
                  <a:pt x="8160" y="9105"/>
                  <a:pt x="8317" y="8948"/>
                  <a:pt x="8317" y="8727"/>
                </a:cubicBezTo>
                <a:lnTo>
                  <a:pt x="8317" y="7625"/>
                </a:lnTo>
                <a:cubicBezTo>
                  <a:pt x="8695" y="7467"/>
                  <a:pt x="9010" y="7120"/>
                  <a:pt x="9010" y="6648"/>
                </a:cubicBezTo>
                <a:lnTo>
                  <a:pt x="9010" y="2426"/>
                </a:lnTo>
                <a:cubicBezTo>
                  <a:pt x="9010" y="2017"/>
                  <a:pt x="8758" y="1607"/>
                  <a:pt x="8317" y="1450"/>
                </a:cubicBezTo>
                <a:lnTo>
                  <a:pt x="8317" y="693"/>
                </a:lnTo>
                <a:lnTo>
                  <a:pt x="8664" y="693"/>
                </a:lnTo>
                <a:cubicBezTo>
                  <a:pt x="8853" y="693"/>
                  <a:pt x="9010" y="536"/>
                  <a:pt x="9010" y="347"/>
                </a:cubicBezTo>
                <a:cubicBezTo>
                  <a:pt x="9010" y="158"/>
                  <a:pt x="8853" y="0"/>
                  <a:pt x="8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 name="Google Shape;206;p40"/>
          <p:cNvGrpSpPr/>
          <p:nvPr/>
        </p:nvGrpSpPr>
        <p:grpSpPr>
          <a:xfrm>
            <a:off x="7079213" y="2034211"/>
            <a:ext cx="354136" cy="334348"/>
            <a:chOff x="-25844850" y="2357750"/>
            <a:chExt cx="296175" cy="279625"/>
          </a:xfrm>
        </p:grpSpPr>
        <p:sp>
          <p:nvSpPr>
            <p:cNvPr id="207" name="Google Shape;207;p40"/>
            <p:cNvSpPr/>
            <p:nvPr/>
          </p:nvSpPr>
          <p:spPr>
            <a:xfrm>
              <a:off x="-25792075" y="2428625"/>
              <a:ext cx="191425" cy="208750"/>
            </a:xfrm>
            <a:custGeom>
              <a:avLst/>
              <a:gdLst/>
              <a:ahLst/>
              <a:cxnLst/>
              <a:rect l="l" t="t" r="r" b="b"/>
              <a:pathLst>
                <a:path w="7657" h="8350" extrusionOk="0">
                  <a:moveTo>
                    <a:pt x="3781" y="2773"/>
                  </a:moveTo>
                  <a:cubicBezTo>
                    <a:pt x="3970" y="2773"/>
                    <a:pt x="4128" y="2931"/>
                    <a:pt x="4128" y="3120"/>
                  </a:cubicBezTo>
                  <a:cubicBezTo>
                    <a:pt x="4128" y="3309"/>
                    <a:pt x="3970" y="3466"/>
                    <a:pt x="3781" y="3466"/>
                  </a:cubicBezTo>
                  <a:cubicBezTo>
                    <a:pt x="3592" y="3466"/>
                    <a:pt x="3435" y="3309"/>
                    <a:pt x="3435" y="3120"/>
                  </a:cubicBezTo>
                  <a:cubicBezTo>
                    <a:pt x="3435" y="2931"/>
                    <a:pt x="3592" y="2773"/>
                    <a:pt x="3781" y="2773"/>
                  </a:cubicBezTo>
                  <a:close/>
                  <a:moveTo>
                    <a:pt x="3813" y="694"/>
                  </a:moveTo>
                  <a:cubicBezTo>
                    <a:pt x="5167" y="694"/>
                    <a:pt x="6270" y="1796"/>
                    <a:pt x="6270" y="3120"/>
                  </a:cubicBezTo>
                  <a:lnTo>
                    <a:pt x="6270" y="6239"/>
                  </a:lnTo>
                  <a:lnTo>
                    <a:pt x="4191" y="6239"/>
                  </a:lnTo>
                  <a:lnTo>
                    <a:pt x="4191" y="4096"/>
                  </a:lnTo>
                  <a:cubicBezTo>
                    <a:pt x="4569" y="3939"/>
                    <a:pt x="4884" y="3592"/>
                    <a:pt x="4884" y="3120"/>
                  </a:cubicBezTo>
                  <a:cubicBezTo>
                    <a:pt x="4884" y="2521"/>
                    <a:pt x="4411" y="2111"/>
                    <a:pt x="3876" y="2111"/>
                  </a:cubicBezTo>
                  <a:cubicBezTo>
                    <a:pt x="3277" y="2111"/>
                    <a:pt x="2836" y="2584"/>
                    <a:pt x="2836" y="3120"/>
                  </a:cubicBezTo>
                  <a:cubicBezTo>
                    <a:pt x="2836" y="3561"/>
                    <a:pt x="3120" y="3939"/>
                    <a:pt x="3561" y="4096"/>
                  </a:cubicBezTo>
                  <a:lnTo>
                    <a:pt x="3561" y="6239"/>
                  </a:lnTo>
                  <a:lnTo>
                    <a:pt x="1450" y="6239"/>
                  </a:lnTo>
                  <a:lnTo>
                    <a:pt x="1450" y="3120"/>
                  </a:lnTo>
                  <a:lnTo>
                    <a:pt x="1387" y="3120"/>
                  </a:lnTo>
                  <a:cubicBezTo>
                    <a:pt x="1387" y="1796"/>
                    <a:pt x="2489" y="694"/>
                    <a:pt x="3813" y="694"/>
                  </a:cubicBezTo>
                  <a:close/>
                  <a:moveTo>
                    <a:pt x="6585" y="6932"/>
                  </a:moveTo>
                  <a:cubicBezTo>
                    <a:pt x="6774" y="6932"/>
                    <a:pt x="6932" y="7089"/>
                    <a:pt x="6932" y="7310"/>
                  </a:cubicBezTo>
                  <a:lnTo>
                    <a:pt x="6932" y="7625"/>
                  </a:lnTo>
                  <a:lnTo>
                    <a:pt x="662" y="7625"/>
                  </a:lnTo>
                  <a:lnTo>
                    <a:pt x="662" y="7310"/>
                  </a:lnTo>
                  <a:cubicBezTo>
                    <a:pt x="662" y="7089"/>
                    <a:pt x="820" y="6932"/>
                    <a:pt x="1040" y="6932"/>
                  </a:cubicBezTo>
                  <a:close/>
                  <a:moveTo>
                    <a:pt x="3813" y="1"/>
                  </a:moveTo>
                  <a:cubicBezTo>
                    <a:pt x="2080" y="1"/>
                    <a:pt x="725" y="1418"/>
                    <a:pt x="725" y="3120"/>
                  </a:cubicBezTo>
                  <a:lnTo>
                    <a:pt x="725" y="6302"/>
                  </a:lnTo>
                  <a:cubicBezTo>
                    <a:pt x="316" y="6459"/>
                    <a:pt x="1" y="6837"/>
                    <a:pt x="1" y="7310"/>
                  </a:cubicBezTo>
                  <a:lnTo>
                    <a:pt x="1" y="8003"/>
                  </a:lnTo>
                  <a:cubicBezTo>
                    <a:pt x="1" y="8192"/>
                    <a:pt x="158" y="8349"/>
                    <a:pt x="347" y="8349"/>
                  </a:cubicBezTo>
                  <a:lnTo>
                    <a:pt x="7278" y="8349"/>
                  </a:lnTo>
                  <a:cubicBezTo>
                    <a:pt x="7499" y="8349"/>
                    <a:pt x="7656" y="8192"/>
                    <a:pt x="7656" y="8003"/>
                  </a:cubicBezTo>
                  <a:lnTo>
                    <a:pt x="7656" y="7310"/>
                  </a:lnTo>
                  <a:cubicBezTo>
                    <a:pt x="7593" y="6837"/>
                    <a:pt x="7341" y="6428"/>
                    <a:pt x="6932" y="6302"/>
                  </a:cubicBezTo>
                  <a:lnTo>
                    <a:pt x="6932" y="3120"/>
                  </a:lnTo>
                  <a:cubicBezTo>
                    <a:pt x="6932" y="1387"/>
                    <a:pt x="5514" y="1"/>
                    <a:pt x="38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40"/>
            <p:cNvSpPr/>
            <p:nvPr/>
          </p:nvSpPr>
          <p:spPr>
            <a:xfrm>
              <a:off x="-25602250" y="2497950"/>
              <a:ext cx="53575" cy="17350"/>
            </a:xfrm>
            <a:custGeom>
              <a:avLst/>
              <a:gdLst/>
              <a:ahLst/>
              <a:cxnLst/>
              <a:rect l="l" t="t" r="r" b="b"/>
              <a:pathLst>
                <a:path w="2143" h="694" extrusionOk="0">
                  <a:moveTo>
                    <a:pt x="378" y="0"/>
                  </a:moveTo>
                  <a:cubicBezTo>
                    <a:pt x="158" y="0"/>
                    <a:pt x="0" y="158"/>
                    <a:pt x="0" y="347"/>
                  </a:cubicBezTo>
                  <a:cubicBezTo>
                    <a:pt x="0" y="536"/>
                    <a:pt x="158" y="693"/>
                    <a:pt x="378" y="693"/>
                  </a:cubicBezTo>
                  <a:lnTo>
                    <a:pt x="1796" y="693"/>
                  </a:lnTo>
                  <a:cubicBezTo>
                    <a:pt x="1985" y="693"/>
                    <a:pt x="2143" y="536"/>
                    <a:pt x="2143" y="347"/>
                  </a:cubicBezTo>
                  <a:cubicBezTo>
                    <a:pt x="2143" y="158"/>
                    <a:pt x="1985" y="0"/>
                    <a:pt x="17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40"/>
            <p:cNvSpPr/>
            <p:nvPr/>
          </p:nvSpPr>
          <p:spPr>
            <a:xfrm>
              <a:off x="-25844850" y="2497950"/>
              <a:ext cx="52800" cy="17350"/>
            </a:xfrm>
            <a:custGeom>
              <a:avLst/>
              <a:gdLst/>
              <a:ahLst/>
              <a:cxnLst/>
              <a:rect l="l" t="t" r="r" b="b"/>
              <a:pathLst>
                <a:path w="2112" h="694" extrusionOk="0">
                  <a:moveTo>
                    <a:pt x="347" y="0"/>
                  </a:moveTo>
                  <a:cubicBezTo>
                    <a:pt x="158" y="0"/>
                    <a:pt x="1" y="158"/>
                    <a:pt x="1" y="347"/>
                  </a:cubicBezTo>
                  <a:cubicBezTo>
                    <a:pt x="1" y="536"/>
                    <a:pt x="158" y="693"/>
                    <a:pt x="347" y="693"/>
                  </a:cubicBezTo>
                  <a:lnTo>
                    <a:pt x="1765" y="693"/>
                  </a:lnTo>
                  <a:cubicBezTo>
                    <a:pt x="1954" y="693"/>
                    <a:pt x="2112" y="536"/>
                    <a:pt x="2112" y="347"/>
                  </a:cubicBezTo>
                  <a:cubicBezTo>
                    <a:pt x="2080" y="158"/>
                    <a:pt x="1923"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40"/>
            <p:cNvSpPr/>
            <p:nvPr/>
          </p:nvSpPr>
          <p:spPr>
            <a:xfrm>
              <a:off x="-25706225" y="2357750"/>
              <a:ext cx="17350" cy="53575"/>
            </a:xfrm>
            <a:custGeom>
              <a:avLst/>
              <a:gdLst/>
              <a:ahLst/>
              <a:cxnLst/>
              <a:rect l="l" t="t" r="r" b="b"/>
              <a:pathLst>
                <a:path w="694" h="2143" extrusionOk="0">
                  <a:moveTo>
                    <a:pt x="347" y="0"/>
                  </a:moveTo>
                  <a:cubicBezTo>
                    <a:pt x="158" y="0"/>
                    <a:pt x="1" y="158"/>
                    <a:pt x="1" y="347"/>
                  </a:cubicBezTo>
                  <a:lnTo>
                    <a:pt x="1" y="1764"/>
                  </a:lnTo>
                  <a:cubicBezTo>
                    <a:pt x="1" y="1985"/>
                    <a:pt x="158" y="2143"/>
                    <a:pt x="347" y="2143"/>
                  </a:cubicBezTo>
                  <a:cubicBezTo>
                    <a:pt x="536" y="2143"/>
                    <a:pt x="694" y="1985"/>
                    <a:pt x="694" y="1764"/>
                  </a:cubicBezTo>
                  <a:lnTo>
                    <a:pt x="694" y="347"/>
                  </a:ln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40"/>
            <p:cNvSpPr/>
            <p:nvPr/>
          </p:nvSpPr>
          <p:spPr>
            <a:xfrm>
              <a:off x="-25804675" y="2400275"/>
              <a:ext cx="42550" cy="41775"/>
            </a:xfrm>
            <a:custGeom>
              <a:avLst/>
              <a:gdLst/>
              <a:ahLst/>
              <a:cxnLst/>
              <a:rect l="l" t="t" r="r" b="b"/>
              <a:pathLst>
                <a:path w="1702" h="1671" extrusionOk="0">
                  <a:moveTo>
                    <a:pt x="351" y="0"/>
                  </a:moveTo>
                  <a:cubicBezTo>
                    <a:pt x="260" y="0"/>
                    <a:pt x="174" y="32"/>
                    <a:pt x="127" y="95"/>
                  </a:cubicBezTo>
                  <a:cubicBezTo>
                    <a:pt x="0" y="189"/>
                    <a:pt x="0" y="442"/>
                    <a:pt x="127" y="568"/>
                  </a:cubicBezTo>
                  <a:lnTo>
                    <a:pt x="1103" y="1544"/>
                  </a:lnTo>
                  <a:cubicBezTo>
                    <a:pt x="1166" y="1607"/>
                    <a:pt x="1261" y="1670"/>
                    <a:pt x="1324" y="1670"/>
                  </a:cubicBezTo>
                  <a:cubicBezTo>
                    <a:pt x="1418" y="1670"/>
                    <a:pt x="1544" y="1607"/>
                    <a:pt x="1576" y="1544"/>
                  </a:cubicBezTo>
                  <a:cubicBezTo>
                    <a:pt x="1702" y="1418"/>
                    <a:pt x="1702" y="1198"/>
                    <a:pt x="1576" y="1072"/>
                  </a:cubicBezTo>
                  <a:lnTo>
                    <a:pt x="599" y="95"/>
                  </a:lnTo>
                  <a:cubicBezTo>
                    <a:pt x="536" y="32"/>
                    <a:pt x="442" y="0"/>
                    <a:pt x="3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40"/>
            <p:cNvSpPr/>
            <p:nvPr/>
          </p:nvSpPr>
          <p:spPr>
            <a:xfrm>
              <a:off x="-25632175" y="2400275"/>
              <a:ext cx="41750" cy="41775"/>
            </a:xfrm>
            <a:custGeom>
              <a:avLst/>
              <a:gdLst/>
              <a:ahLst/>
              <a:cxnLst/>
              <a:rect l="l" t="t" r="r" b="b"/>
              <a:pathLst>
                <a:path w="1670" h="1671" extrusionOk="0">
                  <a:moveTo>
                    <a:pt x="1327" y="0"/>
                  </a:moveTo>
                  <a:cubicBezTo>
                    <a:pt x="1237" y="0"/>
                    <a:pt x="1150" y="32"/>
                    <a:pt x="1103" y="95"/>
                  </a:cubicBezTo>
                  <a:lnTo>
                    <a:pt x="95" y="1072"/>
                  </a:lnTo>
                  <a:cubicBezTo>
                    <a:pt x="0" y="1198"/>
                    <a:pt x="0" y="1418"/>
                    <a:pt x="95" y="1544"/>
                  </a:cubicBezTo>
                  <a:cubicBezTo>
                    <a:pt x="158" y="1607"/>
                    <a:pt x="252" y="1670"/>
                    <a:pt x="347" y="1670"/>
                  </a:cubicBezTo>
                  <a:cubicBezTo>
                    <a:pt x="410" y="1670"/>
                    <a:pt x="536" y="1607"/>
                    <a:pt x="567" y="1544"/>
                  </a:cubicBezTo>
                  <a:lnTo>
                    <a:pt x="1575" y="568"/>
                  </a:lnTo>
                  <a:cubicBezTo>
                    <a:pt x="1670" y="442"/>
                    <a:pt x="1670" y="189"/>
                    <a:pt x="1575" y="95"/>
                  </a:cubicBezTo>
                  <a:cubicBezTo>
                    <a:pt x="1512" y="32"/>
                    <a:pt x="1418" y="0"/>
                    <a:pt x="1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 name="Google Shape;213;p40"/>
          <p:cNvGrpSpPr/>
          <p:nvPr/>
        </p:nvGrpSpPr>
        <p:grpSpPr>
          <a:xfrm>
            <a:off x="1711615" y="2024331"/>
            <a:ext cx="353180" cy="354107"/>
            <a:chOff x="-25104475" y="2340425"/>
            <a:chExt cx="295375" cy="296150"/>
          </a:xfrm>
        </p:grpSpPr>
        <p:sp>
          <p:nvSpPr>
            <p:cNvPr id="214" name="Google Shape;214;p40"/>
            <p:cNvSpPr/>
            <p:nvPr/>
          </p:nvSpPr>
          <p:spPr>
            <a:xfrm>
              <a:off x="-25104475" y="2340425"/>
              <a:ext cx="225275" cy="296150"/>
            </a:xfrm>
            <a:custGeom>
              <a:avLst/>
              <a:gdLst/>
              <a:ahLst/>
              <a:cxnLst/>
              <a:rect l="l" t="t" r="r" b="b"/>
              <a:pathLst>
                <a:path w="9011" h="11846" extrusionOk="0">
                  <a:moveTo>
                    <a:pt x="4474" y="693"/>
                  </a:moveTo>
                  <a:cubicBezTo>
                    <a:pt x="5041" y="693"/>
                    <a:pt x="5514" y="1166"/>
                    <a:pt x="5514" y="1733"/>
                  </a:cubicBezTo>
                  <a:cubicBezTo>
                    <a:pt x="5514" y="1922"/>
                    <a:pt x="5671" y="2079"/>
                    <a:pt x="5860" y="2079"/>
                  </a:cubicBezTo>
                  <a:lnTo>
                    <a:pt x="6585" y="2079"/>
                  </a:lnTo>
                  <a:cubicBezTo>
                    <a:pt x="6774" y="2079"/>
                    <a:pt x="6931" y="2237"/>
                    <a:pt x="6931" y="2426"/>
                  </a:cubicBezTo>
                  <a:lnTo>
                    <a:pt x="6931" y="2804"/>
                  </a:lnTo>
                  <a:lnTo>
                    <a:pt x="2080" y="2804"/>
                  </a:lnTo>
                  <a:lnTo>
                    <a:pt x="2080" y="2426"/>
                  </a:lnTo>
                  <a:cubicBezTo>
                    <a:pt x="2048" y="2237"/>
                    <a:pt x="2206" y="2079"/>
                    <a:pt x="2395" y="2079"/>
                  </a:cubicBezTo>
                  <a:lnTo>
                    <a:pt x="3119" y="2079"/>
                  </a:lnTo>
                  <a:cubicBezTo>
                    <a:pt x="3308" y="2079"/>
                    <a:pt x="3466" y="1922"/>
                    <a:pt x="3466" y="1733"/>
                  </a:cubicBezTo>
                  <a:cubicBezTo>
                    <a:pt x="3466" y="1134"/>
                    <a:pt x="3939" y="693"/>
                    <a:pt x="4474" y="693"/>
                  </a:cubicBezTo>
                  <a:close/>
                  <a:moveTo>
                    <a:pt x="8003" y="2804"/>
                  </a:moveTo>
                  <a:cubicBezTo>
                    <a:pt x="8192" y="2804"/>
                    <a:pt x="8349" y="2962"/>
                    <a:pt x="8349" y="3151"/>
                  </a:cubicBezTo>
                  <a:lnTo>
                    <a:pt x="8349" y="10838"/>
                  </a:lnTo>
                  <a:lnTo>
                    <a:pt x="8286" y="10838"/>
                  </a:lnTo>
                  <a:cubicBezTo>
                    <a:pt x="8286" y="11027"/>
                    <a:pt x="8129" y="11184"/>
                    <a:pt x="7940" y="11184"/>
                  </a:cubicBezTo>
                  <a:lnTo>
                    <a:pt x="1009" y="11184"/>
                  </a:lnTo>
                  <a:cubicBezTo>
                    <a:pt x="820" y="11184"/>
                    <a:pt x="662" y="11027"/>
                    <a:pt x="662" y="10838"/>
                  </a:cubicBezTo>
                  <a:lnTo>
                    <a:pt x="662" y="3151"/>
                  </a:lnTo>
                  <a:cubicBezTo>
                    <a:pt x="662" y="2962"/>
                    <a:pt x="820" y="2804"/>
                    <a:pt x="1009" y="2804"/>
                  </a:cubicBezTo>
                  <a:lnTo>
                    <a:pt x="1355" y="2804"/>
                  </a:lnTo>
                  <a:lnTo>
                    <a:pt x="1355" y="3151"/>
                  </a:lnTo>
                  <a:cubicBezTo>
                    <a:pt x="1355" y="3340"/>
                    <a:pt x="1544" y="3497"/>
                    <a:pt x="1733" y="3497"/>
                  </a:cubicBezTo>
                  <a:lnTo>
                    <a:pt x="7278" y="3497"/>
                  </a:lnTo>
                  <a:cubicBezTo>
                    <a:pt x="7467" y="3497"/>
                    <a:pt x="7625" y="3340"/>
                    <a:pt x="7625" y="3151"/>
                  </a:cubicBezTo>
                  <a:lnTo>
                    <a:pt x="7625" y="2804"/>
                  </a:lnTo>
                  <a:close/>
                  <a:moveTo>
                    <a:pt x="4474" y="0"/>
                  </a:moveTo>
                  <a:cubicBezTo>
                    <a:pt x="3655" y="0"/>
                    <a:pt x="2930" y="599"/>
                    <a:pt x="2773" y="1386"/>
                  </a:cubicBezTo>
                  <a:lnTo>
                    <a:pt x="2395" y="1386"/>
                  </a:lnTo>
                  <a:cubicBezTo>
                    <a:pt x="1954" y="1386"/>
                    <a:pt x="1576" y="1638"/>
                    <a:pt x="1418" y="2079"/>
                  </a:cubicBezTo>
                  <a:lnTo>
                    <a:pt x="1009" y="2079"/>
                  </a:lnTo>
                  <a:cubicBezTo>
                    <a:pt x="410" y="2079"/>
                    <a:pt x="0" y="2552"/>
                    <a:pt x="0" y="3119"/>
                  </a:cubicBezTo>
                  <a:lnTo>
                    <a:pt x="0" y="10838"/>
                  </a:lnTo>
                  <a:cubicBezTo>
                    <a:pt x="0" y="11405"/>
                    <a:pt x="473" y="11846"/>
                    <a:pt x="1009" y="11846"/>
                  </a:cubicBezTo>
                  <a:lnTo>
                    <a:pt x="7940" y="11846"/>
                  </a:lnTo>
                  <a:cubicBezTo>
                    <a:pt x="8538" y="11846"/>
                    <a:pt x="8979" y="11373"/>
                    <a:pt x="8979" y="10838"/>
                  </a:cubicBezTo>
                  <a:lnTo>
                    <a:pt x="8979" y="3151"/>
                  </a:lnTo>
                  <a:cubicBezTo>
                    <a:pt x="9011" y="2552"/>
                    <a:pt x="8538" y="2079"/>
                    <a:pt x="7940" y="2079"/>
                  </a:cubicBezTo>
                  <a:lnTo>
                    <a:pt x="7562" y="2079"/>
                  </a:lnTo>
                  <a:cubicBezTo>
                    <a:pt x="7404" y="1701"/>
                    <a:pt x="7026" y="1386"/>
                    <a:pt x="6553" y="1386"/>
                  </a:cubicBezTo>
                  <a:lnTo>
                    <a:pt x="6175" y="1386"/>
                  </a:lnTo>
                  <a:cubicBezTo>
                    <a:pt x="6018" y="599"/>
                    <a:pt x="5293" y="0"/>
                    <a:pt x="44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40"/>
            <p:cNvSpPr/>
            <p:nvPr/>
          </p:nvSpPr>
          <p:spPr>
            <a:xfrm>
              <a:off x="-25001300" y="2375075"/>
              <a:ext cx="18150" cy="17350"/>
            </a:xfrm>
            <a:custGeom>
              <a:avLst/>
              <a:gdLst/>
              <a:ahLst/>
              <a:cxnLst/>
              <a:rect l="l" t="t" r="r" b="b"/>
              <a:pathLst>
                <a:path w="726" h="694" extrusionOk="0">
                  <a:moveTo>
                    <a:pt x="347" y="0"/>
                  </a:moveTo>
                  <a:cubicBezTo>
                    <a:pt x="158" y="0"/>
                    <a:pt x="1" y="158"/>
                    <a:pt x="1" y="347"/>
                  </a:cubicBezTo>
                  <a:cubicBezTo>
                    <a:pt x="1" y="536"/>
                    <a:pt x="158" y="693"/>
                    <a:pt x="347" y="693"/>
                  </a:cubicBezTo>
                  <a:cubicBezTo>
                    <a:pt x="568" y="693"/>
                    <a:pt x="725" y="536"/>
                    <a:pt x="725" y="347"/>
                  </a:cubicBezTo>
                  <a:cubicBezTo>
                    <a:pt x="725" y="158"/>
                    <a:pt x="568"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40"/>
            <p:cNvSpPr/>
            <p:nvPr/>
          </p:nvSpPr>
          <p:spPr>
            <a:xfrm>
              <a:off x="-25070600" y="2444375"/>
              <a:ext cx="87450" cy="86675"/>
            </a:xfrm>
            <a:custGeom>
              <a:avLst/>
              <a:gdLst/>
              <a:ahLst/>
              <a:cxnLst/>
              <a:rect l="l" t="t" r="r" b="b"/>
              <a:pathLst>
                <a:path w="3498" h="3467" extrusionOk="0">
                  <a:moveTo>
                    <a:pt x="2773" y="725"/>
                  </a:moveTo>
                  <a:lnTo>
                    <a:pt x="2773" y="2805"/>
                  </a:lnTo>
                  <a:lnTo>
                    <a:pt x="693" y="2805"/>
                  </a:lnTo>
                  <a:lnTo>
                    <a:pt x="693" y="725"/>
                  </a:lnTo>
                  <a:close/>
                  <a:moveTo>
                    <a:pt x="378" y="1"/>
                  </a:moveTo>
                  <a:cubicBezTo>
                    <a:pt x="189" y="1"/>
                    <a:pt x="0" y="158"/>
                    <a:pt x="0" y="379"/>
                  </a:cubicBezTo>
                  <a:lnTo>
                    <a:pt x="0" y="3120"/>
                  </a:lnTo>
                  <a:cubicBezTo>
                    <a:pt x="0" y="3309"/>
                    <a:pt x="189" y="3466"/>
                    <a:pt x="378" y="3466"/>
                  </a:cubicBezTo>
                  <a:lnTo>
                    <a:pt x="3119" y="3466"/>
                  </a:lnTo>
                  <a:cubicBezTo>
                    <a:pt x="3340" y="3466"/>
                    <a:pt x="3497" y="3309"/>
                    <a:pt x="3497" y="3120"/>
                  </a:cubicBezTo>
                  <a:lnTo>
                    <a:pt x="3497" y="379"/>
                  </a:lnTo>
                  <a:cubicBezTo>
                    <a:pt x="3497" y="158"/>
                    <a:pt x="3340" y="1"/>
                    <a:pt x="3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0"/>
            <p:cNvSpPr/>
            <p:nvPr/>
          </p:nvSpPr>
          <p:spPr>
            <a:xfrm>
              <a:off x="-24966650" y="2479025"/>
              <a:ext cx="52025" cy="18150"/>
            </a:xfrm>
            <a:custGeom>
              <a:avLst/>
              <a:gdLst/>
              <a:ahLst/>
              <a:cxnLst/>
              <a:rect l="l" t="t" r="r" b="b"/>
              <a:pathLst>
                <a:path w="2081" h="726" extrusionOk="0">
                  <a:moveTo>
                    <a:pt x="347" y="1"/>
                  </a:moveTo>
                  <a:cubicBezTo>
                    <a:pt x="158" y="1"/>
                    <a:pt x="1" y="158"/>
                    <a:pt x="1" y="347"/>
                  </a:cubicBezTo>
                  <a:cubicBezTo>
                    <a:pt x="1" y="568"/>
                    <a:pt x="158" y="726"/>
                    <a:pt x="347" y="726"/>
                  </a:cubicBezTo>
                  <a:lnTo>
                    <a:pt x="1734" y="726"/>
                  </a:lnTo>
                  <a:cubicBezTo>
                    <a:pt x="1923" y="726"/>
                    <a:pt x="2080" y="568"/>
                    <a:pt x="2080" y="347"/>
                  </a:cubicBezTo>
                  <a:cubicBezTo>
                    <a:pt x="2080" y="158"/>
                    <a:pt x="1923" y="1"/>
                    <a:pt x="17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40"/>
            <p:cNvSpPr/>
            <p:nvPr/>
          </p:nvSpPr>
          <p:spPr>
            <a:xfrm>
              <a:off x="-24966650" y="2444375"/>
              <a:ext cx="52025" cy="18150"/>
            </a:xfrm>
            <a:custGeom>
              <a:avLst/>
              <a:gdLst/>
              <a:ahLst/>
              <a:cxnLst/>
              <a:rect l="l" t="t" r="r" b="b"/>
              <a:pathLst>
                <a:path w="2081" h="726" extrusionOk="0">
                  <a:moveTo>
                    <a:pt x="347" y="1"/>
                  </a:moveTo>
                  <a:cubicBezTo>
                    <a:pt x="158" y="1"/>
                    <a:pt x="1" y="158"/>
                    <a:pt x="1" y="379"/>
                  </a:cubicBezTo>
                  <a:cubicBezTo>
                    <a:pt x="1" y="568"/>
                    <a:pt x="158" y="725"/>
                    <a:pt x="347" y="725"/>
                  </a:cubicBezTo>
                  <a:lnTo>
                    <a:pt x="1734" y="725"/>
                  </a:lnTo>
                  <a:cubicBezTo>
                    <a:pt x="1923" y="725"/>
                    <a:pt x="2080" y="568"/>
                    <a:pt x="2080" y="379"/>
                  </a:cubicBezTo>
                  <a:cubicBezTo>
                    <a:pt x="2080" y="158"/>
                    <a:pt x="1923" y="1"/>
                    <a:pt x="17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40"/>
            <p:cNvSpPr/>
            <p:nvPr/>
          </p:nvSpPr>
          <p:spPr>
            <a:xfrm>
              <a:off x="-24966650" y="2513700"/>
              <a:ext cx="52025" cy="17350"/>
            </a:xfrm>
            <a:custGeom>
              <a:avLst/>
              <a:gdLst/>
              <a:ahLst/>
              <a:cxnLst/>
              <a:rect l="l" t="t" r="r" b="b"/>
              <a:pathLst>
                <a:path w="2081" h="694" extrusionOk="0">
                  <a:moveTo>
                    <a:pt x="347" y="0"/>
                  </a:moveTo>
                  <a:cubicBezTo>
                    <a:pt x="158" y="0"/>
                    <a:pt x="1" y="158"/>
                    <a:pt x="1" y="347"/>
                  </a:cubicBezTo>
                  <a:cubicBezTo>
                    <a:pt x="1" y="536"/>
                    <a:pt x="158" y="693"/>
                    <a:pt x="347" y="693"/>
                  </a:cubicBezTo>
                  <a:lnTo>
                    <a:pt x="1734" y="693"/>
                  </a:lnTo>
                  <a:cubicBezTo>
                    <a:pt x="1923" y="693"/>
                    <a:pt x="2080" y="536"/>
                    <a:pt x="2080" y="347"/>
                  </a:cubicBezTo>
                  <a:cubicBezTo>
                    <a:pt x="2080" y="158"/>
                    <a:pt x="1923" y="0"/>
                    <a:pt x="17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40"/>
            <p:cNvSpPr/>
            <p:nvPr/>
          </p:nvSpPr>
          <p:spPr>
            <a:xfrm>
              <a:off x="-25071400" y="2549125"/>
              <a:ext cx="156775" cy="17350"/>
            </a:xfrm>
            <a:custGeom>
              <a:avLst/>
              <a:gdLst/>
              <a:ahLst/>
              <a:cxnLst/>
              <a:rect l="l" t="t" r="r" b="b"/>
              <a:pathLst>
                <a:path w="6271" h="694" extrusionOk="0">
                  <a:moveTo>
                    <a:pt x="379" y="1"/>
                  </a:moveTo>
                  <a:cubicBezTo>
                    <a:pt x="158" y="1"/>
                    <a:pt x="1" y="158"/>
                    <a:pt x="1" y="347"/>
                  </a:cubicBezTo>
                  <a:cubicBezTo>
                    <a:pt x="1" y="536"/>
                    <a:pt x="158" y="694"/>
                    <a:pt x="379" y="694"/>
                  </a:cubicBezTo>
                  <a:lnTo>
                    <a:pt x="5924" y="694"/>
                  </a:lnTo>
                  <a:cubicBezTo>
                    <a:pt x="6113" y="694"/>
                    <a:pt x="6270" y="536"/>
                    <a:pt x="6270" y="347"/>
                  </a:cubicBezTo>
                  <a:cubicBezTo>
                    <a:pt x="6270" y="158"/>
                    <a:pt x="6113" y="1"/>
                    <a:pt x="59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40"/>
            <p:cNvSpPr/>
            <p:nvPr/>
          </p:nvSpPr>
          <p:spPr>
            <a:xfrm>
              <a:off x="-25071400" y="2583800"/>
              <a:ext cx="156775" cy="17350"/>
            </a:xfrm>
            <a:custGeom>
              <a:avLst/>
              <a:gdLst/>
              <a:ahLst/>
              <a:cxnLst/>
              <a:rect l="l" t="t" r="r" b="b"/>
              <a:pathLst>
                <a:path w="6271" h="694" extrusionOk="0">
                  <a:moveTo>
                    <a:pt x="379" y="0"/>
                  </a:moveTo>
                  <a:cubicBezTo>
                    <a:pt x="158" y="0"/>
                    <a:pt x="1" y="158"/>
                    <a:pt x="1" y="347"/>
                  </a:cubicBezTo>
                  <a:cubicBezTo>
                    <a:pt x="1" y="536"/>
                    <a:pt x="158" y="693"/>
                    <a:pt x="379" y="693"/>
                  </a:cubicBezTo>
                  <a:lnTo>
                    <a:pt x="5924" y="693"/>
                  </a:lnTo>
                  <a:cubicBezTo>
                    <a:pt x="6113" y="693"/>
                    <a:pt x="6270" y="536"/>
                    <a:pt x="6270" y="347"/>
                  </a:cubicBezTo>
                  <a:cubicBezTo>
                    <a:pt x="6270" y="158"/>
                    <a:pt x="6113" y="0"/>
                    <a:pt x="59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40"/>
            <p:cNvSpPr/>
            <p:nvPr/>
          </p:nvSpPr>
          <p:spPr>
            <a:xfrm>
              <a:off x="-24862675" y="2375850"/>
              <a:ext cx="53575" cy="260725"/>
            </a:xfrm>
            <a:custGeom>
              <a:avLst/>
              <a:gdLst/>
              <a:ahLst/>
              <a:cxnLst/>
              <a:rect l="l" t="t" r="r" b="b"/>
              <a:pathLst>
                <a:path w="2143" h="10429" extrusionOk="0">
                  <a:moveTo>
                    <a:pt x="1103" y="1103"/>
                  </a:moveTo>
                  <a:lnTo>
                    <a:pt x="1481" y="1797"/>
                  </a:lnTo>
                  <a:lnTo>
                    <a:pt x="1481" y="7625"/>
                  </a:lnTo>
                  <a:lnTo>
                    <a:pt x="757" y="7625"/>
                  </a:lnTo>
                  <a:lnTo>
                    <a:pt x="757" y="1797"/>
                  </a:lnTo>
                  <a:lnTo>
                    <a:pt x="1103" y="1103"/>
                  </a:lnTo>
                  <a:close/>
                  <a:moveTo>
                    <a:pt x="1481" y="8255"/>
                  </a:moveTo>
                  <a:lnTo>
                    <a:pt x="1481" y="9358"/>
                  </a:lnTo>
                  <a:cubicBezTo>
                    <a:pt x="1450" y="9578"/>
                    <a:pt x="1324" y="9736"/>
                    <a:pt x="1103" y="9736"/>
                  </a:cubicBezTo>
                  <a:cubicBezTo>
                    <a:pt x="914" y="9736"/>
                    <a:pt x="757" y="9578"/>
                    <a:pt x="757" y="9358"/>
                  </a:cubicBezTo>
                  <a:lnTo>
                    <a:pt x="757" y="8255"/>
                  </a:lnTo>
                  <a:close/>
                  <a:moveTo>
                    <a:pt x="1072" y="1"/>
                  </a:moveTo>
                  <a:cubicBezTo>
                    <a:pt x="946" y="1"/>
                    <a:pt x="820" y="64"/>
                    <a:pt x="757" y="190"/>
                  </a:cubicBezTo>
                  <a:lnTo>
                    <a:pt x="32" y="1576"/>
                  </a:lnTo>
                  <a:cubicBezTo>
                    <a:pt x="0" y="1608"/>
                    <a:pt x="0" y="1702"/>
                    <a:pt x="0" y="1734"/>
                  </a:cubicBezTo>
                  <a:lnTo>
                    <a:pt x="0" y="9421"/>
                  </a:lnTo>
                  <a:cubicBezTo>
                    <a:pt x="0" y="9988"/>
                    <a:pt x="473" y="10429"/>
                    <a:pt x="1040" y="10429"/>
                  </a:cubicBezTo>
                  <a:cubicBezTo>
                    <a:pt x="1607" y="10429"/>
                    <a:pt x="2048" y="9956"/>
                    <a:pt x="2048" y="9421"/>
                  </a:cubicBezTo>
                  <a:lnTo>
                    <a:pt x="2048" y="1734"/>
                  </a:lnTo>
                  <a:cubicBezTo>
                    <a:pt x="2143" y="1639"/>
                    <a:pt x="2143" y="1608"/>
                    <a:pt x="2111" y="1576"/>
                  </a:cubicBezTo>
                  <a:lnTo>
                    <a:pt x="1387" y="190"/>
                  </a:lnTo>
                  <a:cubicBezTo>
                    <a:pt x="1355" y="64"/>
                    <a:pt x="1198"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2"/>
          <p:cNvSpPr txBox="1">
            <a:spLocks noGrp="1"/>
          </p:cNvSpPr>
          <p:nvPr>
            <p:ph type="title" idx="6"/>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CONCEPT AND </a:t>
            </a:r>
            <a:r>
              <a:rPr lang="en">
                <a:solidFill>
                  <a:schemeClr val="dk2"/>
                </a:solidFill>
              </a:rPr>
              <a:t>TYPOLOGY</a:t>
            </a:r>
            <a:endParaRPr>
              <a:solidFill>
                <a:schemeClr val="dk2"/>
              </a:solidFill>
            </a:endParaRPr>
          </a:p>
        </p:txBody>
      </p:sp>
      <p:sp>
        <p:nvSpPr>
          <p:cNvPr id="249" name="Google Shape;249;p42"/>
          <p:cNvSpPr txBox="1">
            <a:spLocks noGrp="1"/>
          </p:cNvSpPr>
          <p:nvPr>
            <p:ph type="title"/>
          </p:nvPr>
        </p:nvSpPr>
        <p:spPr>
          <a:xfrm>
            <a:off x="1262075" y="1629850"/>
            <a:ext cx="28839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CONCEPT</a:t>
            </a:r>
            <a:endParaRPr/>
          </a:p>
        </p:txBody>
      </p:sp>
      <p:sp>
        <p:nvSpPr>
          <p:cNvPr id="250" name="Google Shape;250;p42"/>
          <p:cNvSpPr txBox="1">
            <a:spLocks noGrp="1"/>
          </p:cNvSpPr>
          <p:nvPr>
            <p:ph type="subTitle" idx="1"/>
          </p:nvPr>
        </p:nvSpPr>
        <p:spPr>
          <a:xfrm>
            <a:off x="1262088" y="2057748"/>
            <a:ext cx="2883900" cy="192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 This planet's name has nothing to do with the liquid metal, since Mercury was named after the Roman messenger god</a:t>
            </a:r>
            <a:endParaRPr/>
          </a:p>
        </p:txBody>
      </p:sp>
      <p:sp>
        <p:nvSpPr>
          <p:cNvPr id="251" name="Google Shape;251;p42"/>
          <p:cNvSpPr txBox="1">
            <a:spLocks noGrp="1"/>
          </p:cNvSpPr>
          <p:nvPr>
            <p:ph type="title" idx="2"/>
          </p:nvPr>
        </p:nvSpPr>
        <p:spPr>
          <a:xfrm>
            <a:off x="4998020" y="1629850"/>
            <a:ext cx="21753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TYPE A</a:t>
            </a:r>
            <a:endParaRPr/>
          </a:p>
        </p:txBody>
      </p:sp>
      <p:sp>
        <p:nvSpPr>
          <p:cNvPr id="252" name="Google Shape;252;p42"/>
          <p:cNvSpPr txBox="1">
            <a:spLocks noGrp="1"/>
          </p:cNvSpPr>
          <p:nvPr>
            <p:ph type="subTitle" idx="3"/>
          </p:nvPr>
        </p:nvSpPr>
        <p:spPr>
          <a:xfrm>
            <a:off x="4998010" y="2024025"/>
            <a:ext cx="2883900" cy="869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Venus has a beautiful name and is the second planet from the Sun. It has high temperatures</a:t>
            </a:r>
            <a:endParaRPr/>
          </a:p>
        </p:txBody>
      </p:sp>
      <p:sp>
        <p:nvSpPr>
          <p:cNvPr id="253" name="Google Shape;253;p42"/>
          <p:cNvSpPr txBox="1">
            <a:spLocks noGrp="1"/>
          </p:cNvSpPr>
          <p:nvPr>
            <p:ph type="title" idx="4"/>
          </p:nvPr>
        </p:nvSpPr>
        <p:spPr>
          <a:xfrm>
            <a:off x="4998021" y="3031675"/>
            <a:ext cx="21753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TYPE B</a:t>
            </a:r>
            <a:endParaRPr/>
          </a:p>
        </p:txBody>
      </p:sp>
      <p:sp>
        <p:nvSpPr>
          <p:cNvPr id="254" name="Google Shape;254;p42"/>
          <p:cNvSpPr txBox="1">
            <a:spLocks noGrp="1"/>
          </p:cNvSpPr>
          <p:nvPr>
            <p:ph type="subTitle" idx="5"/>
          </p:nvPr>
        </p:nvSpPr>
        <p:spPr>
          <a:xfrm>
            <a:off x="4998013" y="3425850"/>
            <a:ext cx="2883900" cy="869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Despite being red, Mars is actually a cold place. It’s full of iron oxide dust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3"/>
          <p:cNvSpPr txBox="1">
            <a:spLocks noGrp="1"/>
          </p:cNvSpPr>
          <p:nvPr>
            <p:ph type="title"/>
          </p:nvPr>
        </p:nvSpPr>
        <p:spPr>
          <a:xfrm>
            <a:off x="1388625" y="1307100"/>
            <a:ext cx="63669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AWESOME </a:t>
            </a:r>
            <a:r>
              <a:rPr lang="en">
                <a:solidFill>
                  <a:schemeClr val="dk2"/>
                </a:solidFill>
              </a:rPr>
              <a:t>WORDS</a:t>
            </a:r>
            <a:endParaRPr>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4"/>
          <p:cNvSpPr txBox="1">
            <a:spLocks noGrp="1"/>
          </p:cNvSpPr>
          <p:nvPr>
            <p:ph type="subTitle" idx="5"/>
          </p:nvPr>
        </p:nvSpPr>
        <p:spPr>
          <a:xfrm>
            <a:off x="1429424" y="3546675"/>
            <a:ext cx="24387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 is the closest planet to the Sun</a:t>
            </a:r>
            <a:endParaRPr/>
          </a:p>
        </p:txBody>
      </p:sp>
      <p:sp>
        <p:nvSpPr>
          <p:cNvPr id="265" name="Google Shape;265;p44"/>
          <p:cNvSpPr txBox="1">
            <a:spLocks noGrp="1"/>
          </p:cNvSpPr>
          <p:nvPr>
            <p:ph type="title" idx="8"/>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LISTERIA’S </a:t>
            </a:r>
            <a:r>
              <a:rPr lang="en">
                <a:solidFill>
                  <a:schemeClr val="dk2"/>
                </a:solidFill>
              </a:rPr>
              <a:t>PATHOLOGY</a:t>
            </a:r>
            <a:endParaRPr>
              <a:solidFill>
                <a:schemeClr val="dk2"/>
              </a:solidFill>
            </a:endParaRPr>
          </a:p>
        </p:txBody>
      </p:sp>
      <p:sp>
        <p:nvSpPr>
          <p:cNvPr id="266" name="Google Shape;266;p44"/>
          <p:cNvSpPr txBox="1">
            <a:spLocks noGrp="1"/>
          </p:cNvSpPr>
          <p:nvPr>
            <p:ph type="title"/>
          </p:nvPr>
        </p:nvSpPr>
        <p:spPr>
          <a:xfrm>
            <a:off x="1080825" y="1682850"/>
            <a:ext cx="31359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MUSCLE PAIN</a:t>
            </a:r>
            <a:endParaRPr/>
          </a:p>
        </p:txBody>
      </p:sp>
      <p:sp>
        <p:nvSpPr>
          <p:cNvPr id="267" name="Google Shape;267;p44"/>
          <p:cNvSpPr txBox="1">
            <a:spLocks noGrp="1"/>
          </p:cNvSpPr>
          <p:nvPr>
            <p:ph type="subTitle" idx="1"/>
          </p:nvPr>
        </p:nvSpPr>
        <p:spPr>
          <a:xfrm>
            <a:off x="1429424" y="2113275"/>
            <a:ext cx="24387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Despite being red, Mars is a very cold planet</a:t>
            </a:r>
            <a:endParaRPr/>
          </a:p>
        </p:txBody>
      </p:sp>
      <p:sp>
        <p:nvSpPr>
          <p:cNvPr id="268" name="Google Shape;268;p44"/>
          <p:cNvSpPr txBox="1">
            <a:spLocks noGrp="1"/>
          </p:cNvSpPr>
          <p:nvPr>
            <p:ph type="title" idx="2"/>
          </p:nvPr>
        </p:nvSpPr>
        <p:spPr>
          <a:xfrm>
            <a:off x="4927275" y="1682850"/>
            <a:ext cx="31359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DIARRHEA</a:t>
            </a:r>
            <a:endParaRPr/>
          </a:p>
        </p:txBody>
      </p:sp>
      <p:sp>
        <p:nvSpPr>
          <p:cNvPr id="269" name="Google Shape;269;p44"/>
          <p:cNvSpPr txBox="1">
            <a:spLocks noGrp="1"/>
          </p:cNvSpPr>
          <p:nvPr>
            <p:ph type="subTitle" idx="3"/>
          </p:nvPr>
        </p:nvSpPr>
        <p:spPr>
          <a:xfrm>
            <a:off x="5275876" y="2113275"/>
            <a:ext cx="24387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Neptune is the farthest planet of them all</a:t>
            </a:r>
            <a:endParaRPr/>
          </a:p>
        </p:txBody>
      </p:sp>
      <p:sp>
        <p:nvSpPr>
          <p:cNvPr id="270" name="Google Shape;270;p44"/>
          <p:cNvSpPr txBox="1">
            <a:spLocks noGrp="1"/>
          </p:cNvSpPr>
          <p:nvPr>
            <p:ph type="title" idx="4"/>
          </p:nvPr>
        </p:nvSpPr>
        <p:spPr>
          <a:xfrm>
            <a:off x="1080825" y="3116250"/>
            <a:ext cx="31359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FEVER</a:t>
            </a:r>
            <a:endParaRPr/>
          </a:p>
        </p:txBody>
      </p:sp>
      <p:sp>
        <p:nvSpPr>
          <p:cNvPr id="271" name="Google Shape;271;p44"/>
          <p:cNvSpPr txBox="1">
            <a:spLocks noGrp="1"/>
          </p:cNvSpPr>
          <p:nvPr>
            <p:ph type="title" idx="6"/>
          </p:nvPr>
        </p:nvSpPr>
        <p:spPr>
          <a:xfrm>
            <a:off x="4927275" y="3116250"/>
            <a:ext cx="31359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CONFUSION</a:t>
            </a:r>
            <a:endParaRPr/>
          </a:p>
        </p:txBody>
      </p:sp>
      <p:sp>
        <p:nvSpPr>
          <p:cNvPr id="272" name="Google Shape;272;p44"/>
          <p:cNvSpPr txBox="1">
            <a:spLocks noGrp="1"/>
          </p:cNvSpPr>
          <p:nvPr>
            <p:ph type="subTitle" idx="7"/>
          </p:nvPr>
        </p:nvSpPr>
        <p:spPr>
          <a:xfrm>
            <a:off x="5275876" y="3546675"/>
            <a:ext cx="24387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 has a nice name and a toxic atmosphere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5"/>
          <p:cNvSpPr txBox="1">
            <a:spLocks noGrp="1"/>
          </p:cNvSpPr>
          <p:nvPr>
            <p:ph type="title"/>
          </p:nvPr>
        </p:nvSpPr>
        <p:spPr>
          <a:xfrm>
            <a:off x="720000" y="1682850"/>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MUSCLE PAIN</a:t>
            </a:r>
            <a:endParaRPr/>
          </a:p>
        </p:txBody>
      </p:sp>
      <p:sp>
        <p:nvSpPr>
          <p:cNvPr id="278" name="Google Shape;278;p45"/>
          <p:cNvSpPr txBox="1">
            <a:spLocks noGrp="1"/>
          </p:cNvSpPr>
          <p:nvPr>
            <p:ph type="subTitle" idx="1"/>
          </p:nvPr>
        </p:nvSpPr>
        <p:spPr>
          <a:xfrm>
            <a:off x="719977" y="21169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 very cold planet</a:t>
            </a:r>
            <a:endParaRPr/>
          </a:p>
        </p:txBody>
      </p:sp>
      <p:sp>
        <p:nvSpPr>
          <p:cNvPr id="279" name="Google Shape;279;p45"/>
          <p:cNvSpPr txBox="1">
            <a:spLocks noGrp="1"/>
          </p:cNvSpPr>
          <p:nvPr>
            <p:ph type="title" idx="2"/>
          </p:nvPr>
        </p:nvSpPr>
        <p:spPr>
          <a:xfrm>
            <a:off x="3419269" y="1682850"/>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DIARRHEA</a:t>
            </a:r>
            <a:endParaRPr/>
          </a:p>
        </p:txBody>
      </p:sp>
      <p:sp>
        <p:nvSpPr>
          <p:cNvPr id="280" name="Google Shape;280;p45"/>
          <p:cNvSpPr txBox="1">
            <a:spLocks noGrp="1"/>
          </p:cNvSpPr>
          <p:nvPr>
            <p:ph type="subTitle" idx="3"/>
          </p:nvPr>
        </p:nvSpPr>
        <p:spPr>
          <a:xfrm>
            <a:off x="3419247" y="21169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farthest planet of them all</a:t>
            </a:r>
            <a:endParaRPr/>
          </a:p>
        </p:txBody>
      </p:sp>
      <p:sp>
        <p:nvSpPr>
          <p:cNvPr id="281" name="Google Shape;281;p45"/>
          <p:cNvSpPr txBox="1">
            <a:spLocks noGrp="1"/>
          </p:cNvSpPr>
          <p:nvPr>
            <p:ph type="title" idx="4"/>
          </p:nvPr>
        </p:nvSpPr>
        <p:spPr>
          <a:xfrm>
            <a:off x="720000" y="3116250"/>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CONFUSION</a:t>
            </a:r>
            <a:endParaRPr/>
          </a:p>
        </p:txBody>
      </p:sp>
      <p:sp>
        <p:nvSpPr>
          <p:cNvPr id="282" name="Google Shape;282;p45"/>
          <p:cNvSpPr txBox="1">
            <a:spLocks noGrp="1"/>
          </p:cNvSpPr>
          <p:nvPr>
            <p:ph type="subTitle" idx="5"/>
          </p:nvPr>
        </p:nvSpPr>
        <p:spPr>
          <a:xfrm>
            <a:off x="720000" y="35503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nice name and a toxic atmosphere</a:t>
            </a:r>
            <a:endParaRPr/>
          </a:p>
        </p:txBody>
      </p:sp>
      <p:sp>
        <p:nvSpPr>
          <p:cNvPr id="283" name="Google Shape;283;p45"/>
          <p:cNvSpPr txBox="1">
            <a:spLocks noGrp="1"/>
          </p:cNvSpPr>
          <p:nvPr>
            <p:ph type="title" idx="6"/>
          </p:nvPr>
        </p:nvSpPr>
        <p:spPr>
          <a:xfrm>
            <a:off x="3419269" y="3116250"/>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HEADACHE</a:t>
            </a:r>
            <a:endParaRPr/>
          </a:p>
        </p:txBody>
      </p:sp>
      <p:sp>
        <p:nvSpPr>
          <p:cNvPr id="284" name="Google Shape;284;p45"/>
          <p:cNvSpPr txBox="1">
            <a:spLocks noGrp="1"/>
          </p:cNvSpPr>
          <p:nvPr>
            <p:ph type="subTitle" idx="7"/>
          </p:nvPr>
        </p:nvSpPr>
        <p:spPr>
          <a:xfrm>
            <a:off x="3419273" y="35503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with several rings</a:t>
            </a:r>
            <a:endParaRPr/>
          </a:p>
        </p:txBody>
      </p:sp>
      <p:sp>
        <p:nvSpPr>
          <p:cNvPr id="285" name="Google Shape;285;p45"/>
          <p:cNvSpPr txBox="1">
            <a:spLocks noGrp="1"/>
          </p:cNvSpPr>
          <p:nvPr>
            <p:ph type="title" idx="15"/>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2"/>
                </a:solidFill>
              </a:rPr>
              <a:t>SYMPTOMS </a:t>
            </a:r>
            <a:r>
              <a:rPr lang="en"/>
              <a:t>OF THE LISTERIA</a:t>
            </a:r>
            <a:endParaRPr/>
          </a:p>
        </p:txBody>
      </p:sp>
      <p:sp>
        <p:nvSpPr>
          <p:cNvPr id="286" name="Google Shape;286;p45"/>
          <p:cNvSpPr txBox="1">
            <a:spLocks noGrp="1"/>
          </p:cNvSpPr>
          <p:nvPr>
            <p:ph type="title" idx="8"/>
          </p:nvPr>
        </p:nvSpPr>
        <p:spPr>
          <a:xfrm>
            <a:off x="6118545" y="1682850"/>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FEVER</a:t>
            </a:r>
            <a:endParaRPr/>
          </a:p>
        </p:txBody>
      </p:sp>
      <p:sp>
        <p:nvSpPr>
          <p:cNvPr id="287" name="Google Shape;287;p45"/>
          <p:cNvSpPr txBox="1">
            <a:spLocks noGrp="1"/>
          </p:cNvSpPr>
          <p:nvPr>
            <p:ph type="subTitle" idx="9"/>
          </p:nvPr>
        </p:nvSpPr>
        <p:spPr>
          <a:xfrm>
            <a:off x="6118523" y="21169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Earth is the planet where we all live</a:t>
            </a:r>
            <a:endParaRPr/>
          </a:p>
        </p:txBody>
      </p:sp>
      <p:sp>
        <p:nvSpPr>
          <p:cNvPr id="288" name="Google Shape;288;p45"/>
          <p:cNvSpPr txBox="1">
            <a:spLocks noGrp="1"/>
          </p:cNvSpPr>
          <p:nvPr>
            <p:ph type="title" idx="13"/>
          </p:nvPr>
        </p:nvSpPr>
        <p:spPr>
          <a:xfrm>
            <a:off x="6118545" y="3116250"/>
            <a:ext cx="23055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RIGIDITY</a:t>
            </a:r>
            <a:endParaRPr/>
          </a:p>
        </p:txBody>
      </p:sp>
      <p:sp>
        <p:nvSpPr>
          <p:cNvPr id="289" name="Google Shape;289;p45"/>
          <p:cNvSpPr txBox="1">
            <a:spLocks noGrp="1"/>
          </p:cNvSpPr>
          <p:nvPr>
            <p:ph type="subTitle" idx="14"/>
          </p:nvPr>
        </p:nvSpPr>
        <p:spPr>
          <a:xfrm>
            <a:off x="6118545" y="3550375"/>
            <a:ext cx="2305500"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cxnSp>
        <p:nvCxnSpPr>
          <p:cNvPr id="294" name="Google Shape;294;p46"/>
          <p:cNvCxnSpPr>
            <a:endCxn id="295" idx="3"/>
          </p:cNvCxnSpPr>
          <p:nvPr/>
        </p:nvCxnSpPr>
        <p:spPr>
          <a:xfrm flipH="1">
            <a:off x="2548549" y="3238750"/>
            <a:ext cx="776400" cy="675600"/>
          </a:xfrm>
          <a:prstGeom prst="bentConnector3">
            <a:avLst>
              <a:gd name="adj1" fmla="val 99150"/>
            </a:avLst>
          </a:prstGeom>
          <a:noFill/>
          <a:ln w="19050" cap="flat" cmpd="sng">
            <a:solidFill>
              <a:schemeClr val="lt1"/>
            </a:solidFill>
            <a:prstDash val="solid"/>
            <a:round/>
            <a:headEnd type="none" w="med" len="med"/>
            <a:tailEnd type="none" w="med" len="med"/>
          </a:ln>
        </p:spPr>
      </p:cxnSp>
      <p:cxnSp>
        <p:nvCxnSpPr>
          <p:cNvPr id="296" name="Google Shape;296;p46"/>
          <p:cNvCxnSpPr>
            <a:endCxn id="297" idx="1"/>
          </p:cNvCxnSpPr>
          <p:nvPr/>
        </p:nvCxnSpPr>
        <p:spPr>
          <a:xfrm>
            <a:off x="5693376" y="3290950"/>
            <a:ext cx="902100" cy="612900"/>
          </a:xfrm>
          <a:prstGeom prst="bentConnector3">
            <a:avLst>
              <a:gd name="adj1" fmla="val 100163"/>
            </a:avLst>
          </a:prstGeom>
          <a:noFill/>
          <a:ln w="19050" cap="flat" cmpd="sng">
            <a:solidFill>
              <a:schemeClr val="lt1"/>
            </a:solidFill>
            <a:prstDash val="solid"/>
            <a:round/>
            <a:headEnd type="none" w="med" len="med"/>
            <a:tailEnd type="none" w="med" len="med"/>
          </a:ln>
        </p:spPr>
      </p:cxnSp>
      <p:sp>
        <p:nvSpPr>
          <p:cNvPr id="298" name="Google Shape;298;p46"/>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2"/>
                </a:solidFill>
              </a:rPr>
              <a:t>RISKS </a:t>
            </a:r>
            <a:r>
              <a:rPr lang="en"/>
              <a:t>FACTORS</a:t>
            </a:r>
            <a:endParaRPr/>
          </a:p>
        </p:txBody>
      </p:sp>
      <p:sp>
        <p:nvSpPr>
          <p:cNvPr id="299" name="Google Shape;299;p46"/>
          <p:cNvSpPr txBox="1"/>
          <p:nvPr/>
        </p:nvSpPr>
        <p:spPr>
          <a:xfrm>
            <a:off x="2774850" y="3722450"/>
            <a:ext cx="3594300" cy="803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200">
                <a:solidFill>
                  <a:schemeClr val="lt1"/>
                </a:solidFill>
                <a:latin typeface="Inconsolata"/>
                <a:ea typeface="Inconsolata"/>
                <a:cs typeface="Inconsolata"/>
                <a:sym typeface="Inconsolata"/>
              </a:rPr>
              <a:t>To modify this graph, click on it, follow the link, change the data and paste the new graph here, replacing this one. </a:t>
            </a:r>
            <a:r>
              <a:rPr lang="en" sz="1200" u="sng">
                <a:solidFill>
                  <a:schemeClr val="lt1"/>
                </a:solidFill>
                <a:latin typeface="Inconsolata"/>
                <a:ea typeface="Inconsolata"/>
                <a:cs typeface="Inconsolata"/>
                <a:sym typeface="Inconsolat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You can see how to modify the graph here</a:t>
            </a:r>
            <a:endParaRPr sz="1200">
              <a:solidFill>
                <a:schemeClr val="lt1"/>
              </a:solidFill>
              <a:latin typeface="Inconsolata"/>
              <a:ea typeface="Inconsolata"/>
              <a:cs typeface="Inconsolata"/>
              <a:sym typeface="Inconsolata"/>
            </a:endParaRPr>
          </a:p>
        </p:txBody>
      </p:sp>
      <p:sp>
        <p:nvSpPr>
          <p:cNvPr id="300" name="Google Shape;300;p46"/>
          <p:cNvSpPr txBox="1"/>
          <p:nvPr/>
        </p:nvSpPr>
        <p:spPr>
          <a:xfrm>
            <a:off x="693049" y="1773925"/>
            <a:ext cx="1855500" cy="28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Encode Sans Expanded ExtraBold"/>
                <a:ea typeface="Encode Sans Expanded ExtraBold"/>
                <a:cs typeface="Encode Sans Expanded ExtraBold"/>
                <a:sym typeface="Encode Sans Expanded ExtraBold"/>
              </a:rPr>
              <a:t>Jupiter</a:t>
            </a:r>
            <a:endParaRPr sz="2000">
              <a:solidFill>
                <a:schemeClr val="lt1"/>
              </a:solidFill>
              <a:latin typeface="Encode Sans Expanded ExtraBold"/>
              <a:ea typeface="Encode Sans Expanded ExtraBold"/>
              <a:cs typeface="Encode Sans Expanded ExtraBold"/>
              <a:sym typeface="Encode Sans Expanded ExtraBold"/>
            </a:endParaRPr>
          </a:p>
        </p:txBody>
      </p:sp>
      <p:sp>
        <p:nvSpPr>
          <p:cNvPr id="301" name="Google Shape;301;p46"/>
          <p:cNvSpPr txBox="1"/>
          <p:nvPr/>
        </p:nvSpPr>
        <p:spPr>
          <a:xfrm>
            <a:off x="693043" y="2056940"/>
            <a:ext cx="1742700" cy="58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latin typeface="Inconsolata"/>
                <a:ea typeface="Inconsolata"/>
                <a:cs typeface="Inconsolata"/>
                <a:sym typeface="Inconsolata"/>
              </a:rPr>
              <a:t>Jupiter is a very big planet</a:t>
            </a:r>
            <a:endParaRPr>
              <a:solidFill>
                <a:schemeClr val="lt1"/>
              </a:solidFill>
              <a:latin typeface="Inconsolata"/>
              <a:ea typeface="Inconsolata"/>
              <a:cs typeface="Inconsolata"/>
              <a:sym typeface="Inconsolata"/>
            </a:endParaRPr>
          </a:p>
        </p:txBody>
      </p:sp>
      <p:sp>
        <p:nvSpPr>
          <p:cNvPr id="295" name="Google Shape;295;p46"/>
          <p:cNvSpPr txBox="1"/>
          <p:nvPr/>
        </p:nvSpPr>
        <p:spPr>
          <a:xfrm>
            <a:off x="693049" y="3770200"/>
            <a:ext cx="1855500" cy="28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Encode Sans Expanded ExtraBold"/>
                <a:ea typeface="Encode Sans Expanded ExtraBold"/>
                <a:cs typeface="Encode Sans Expanded ExtraBold"/>
                <a:sym typeface="Encode Sans Expanded ExtraBold"/>
              </a:rPr>
              <a:t>MARS</a:t>
            </a:r>
            <a:endParaRPr sz="2000">
              <a:solidFill>
                <a:schemeClr val="lt1"/>
              </a:solidFill>
              <a:latin typeface="Encode Sans Expanded ExtraBold"/>
              <a:ea typeface="Encode Sans Expanded ExtraBold"/>
              <a:cs typeface="Encode Sans Expanded ExtraBold"/>
              <a:sym typeface="Encode Sans Expanded ExtraBold"/>
            </a:endParaRPr>
          </a:p>
        </p:txBody>
      </p:sp>
      <p:sp>
        <p:nvSpPr>
          <p:cNvPr id="302" name="Google Shape;302;p46"/>
          <p:cNvSpPr txBox="1"/>
          <p:nvPr/>
        </p:nvSpPr>
        <p:spPr>
          <a:xfrm>
            <a:off x="693043" y="4055171"/>
            <a:ext cx="1742700" cy="58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latin typeface="Inconsolata"/>
                <a:ea typeface="Inconsolata"/>
                <a:cs typeface="Inconsolata"/>
                <a:sym typeface="Inconsolata"/>
              </a:rPr>
              <a:t>Despite being red, Mars is cold</a:t>
            </a:r>
            <a:endParaRPr>
              <a:solidFill>
                <a:schemeClr val="lt1"/>
              </a:solidFill>
              <a:latin typeface="Inconsolata"/>
              <a:ea typeface="Inconsolata"/>
              <a:cs typeface="Inconsolata"/>
              <a:sym typeface="Inconsolata"/>
            </a:endParaRPr>
          </a:p>
        </p:txBody>
      </p:sp>
      <p:sp>
        <p:nvSpPr>
          <p:cNvPr id="303" name="Google Shape;303;p46"/>
          <p:cNvSpPr txBox="1"/>
          <p:nvPr/>
        </p:nvSpPr>
        <p:spPr>
          <a:xfrm>
            <a:off x="6595476" y="1764675"/>
            <a:ext cx="1855500" cy="288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Encode Sans Expanded ExtraBold"/>
                <a:ea typeface="Encode Sans Expanded ExtraBold"/>
                <a:cs typeface="Encode Sans Expanded ExtraBold"/>
                <a:sym typeface="Encode Sans Expanded ExtraBold"/>
              </a:rPr>
              <a:t>Saturn</a:t>
            </a:r>
            <a:endParaRPr sz="2000">
              <a:solidFill>
                <a:schemeClr val="lt1"/>
              </a:solidFill>
              <a:latin typeface="Encode Sans Expanded ExtraBold"/>
              <a:ea typeface="Encode Sans Expanded ExtraBold"/>
              <a:cs typeface="Encode Sans Expanded ExtraBold"/>
              <a:sym typeface="Encode Sans Expanded ExtraBold"/>
            </a:endParaRPr>
          </a:p>
        </p:txBody>
      </p:sp>
      <p:sp>
        <p:nvSpPr>
          <p:cNvPr id="304" name="Google Shape;304;p46"/>
          <p:cNvSpPr txBox="1"/>
          <p:nvPr/>
        </p:nvSpPr>
        <p:spPr>
          <a:xfrm>
            <a:off x="6708263" y="2060135"/>
            <a:ext cx="1742700" cy="58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lt1"/>
                </a:solidFill>
                <a:latin typeface="Inconsolata"/>
                <a:ea typeface="Inconsolata"/>
                <a:cs typeface="Inconsolata"/>
                <a:sym typeface="Inconsolata"/>
              </a:rPr>
              <a:t>Saturn is a gas giant with rings</a:t>
            </a:r>
            <a:endParaRPr>
              <a:solidFill>
                <a:schemeClr val="lt1"/>
              </a:solidFill>
              <a:latin typeface="Inconsolata"/>
              <a:ea typeface="Inconsolata"/>
              <a:cs typeface="Inconsolata"/>
              <a:sym typeface="Inconsolata"/>
            </a:endParaRPr>
          </a:p>
        </p:txBody>
      </p:sp>
      <p:sp>
        <p:nvSpPr>
          <p:cNvPr id="305" name="Google Shape;305;p46"/>
          <p:cNvSpPr txBox="1"/>
          <p:nvPr/>
        </p:nvSpPr>
        <p:spPr>
          <a:xfrm>
            <a:off x="693043" y="1428934"/>
            <a:ext cx="1219800" cy="28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Encode Sans Expanded ExtraBold"/>
                <a:ea typeface="Encode Sans Expanded ExtraBold"/>
                <a:cs typeface="Encode Sans Expanded ExtraBold"/>
                <a:sym typeface="Encode Sans Expanded ExtraBold"/>
              </a:rPr>
              <a:t>30%</a:t>
            </a:r>
            <a:endParaRPr sz="2000">
              <a:solidFill>
                <a:schemeClr val="lt1"/>
              </a:solidFill>
              <a:latin typeface="Encode Sans Expanded ExtraBold"/>
              <a:ea typeface="Encode Sans Expanded ExtraBold"/>
              <a:cs typeface="Encode Sans Expanded ExtraBold"/>
              <a:sym typeface="Encode Sans Expanded ExtraBold"/>
            </a:endParaRPr>
          </a:p>
        </p:txBody>
      </p:sp>
      <p:sp>
        <p:nvSpPr>
          <p:cNvPr id="306" name="Google Shape;306;p46"/>
          <p:cNvSpPr txBox="1"/>
          <p:nvPr/>
        </p:nvSpPr>
        <p:spPr>
          <a:xfrm>
            <a:off x="693043" y="3419489"/>
            <a:ext cx="1219800" cy="28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lt1"/>
                </a:solidFill>
                <a:latin typeface="Encode Sans Expanded ExtraBold"/>
                <a:ea typeface="Encode Sans Expanded ExtraBold"/>
                <a:cs typeface="Encode Sans Expanded ExtraBold"/>
                <a:sym typeface="Encode Sans Expanded ExtraBold"/>
              </a:rPr>
              <a:t>10%</a:t>
            </a:r>
            <a:endParaRPr sz="2000">
              <a:solidFill>
                <a:schemeClr val="lt1"/>
              </a:solidFill>
              <a:latin typeface="Encode Sans Expanded ExtraBold"/>
              <a:ea typeface="Encode Sans Expanded ExtraBold"/>
              <a:cs typeface="Encode Sans Expanded ExtraBold"/>
              <a:sym typeface="Encode Sans Expanded ExtraBold"/>
            </a:endParaRPr>
          </a:p>
        </p:txBody>
      </p:sp>
      <p:sp>
        <p:nvSpPr>
          <p:cNvPr id="307" name="Google Shape;307;p46"/>
          <p:cNvSpPr txBox="1"/>
          <p:nvPr/>
        </p:nvSpPr>
        <p:spPr>
          <a:xfrm>
            <a:off x="7402763" y="1428934"/>
            <a:ext cx="1048200" cy="288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Encode Sans Expanded ExtraBold"/>
                <a:ea typeface="Encode Sans Expanded ExtraBold"/>
                <a:cs typeface="Encode Sans Expanded ExtraBold"/>
                <a:sym typeface="Encode Sans Expanded ExtraBold"/>
              </a:rPr>
              <a:t>40%</a:t>
            </a:r>
            <a:endParaRPr sz="2000">
              <a:solidFill>
                <a:schemeClr val="lt1"/>
              </a:solidFill>
              <a:latin typeface="Encode Sans Expanded ExtraBold"/>
              <a:ea typeface="Encode Sans Expanded ExtraBold"/>
              <a:cs typeface="Encode Sans Expanded ExtraBold"/>
              <a:sym typeface="Encode Sans Expanded ExtraBold"/>
            </a:endParaRPr>
          </a:p>
        </p:txBody>
      </p:sp>
      <p:sp>
        <p:nvSpPr>
          <p:cNvPr id="297" name="Google Shape;297;p46"/>
          <p:cNvSpPr txBox="1"/>
          <p:nvPr/>
        </p:nvSpPr>
        <p:spPr>
          <a:xfrm>
            <a:off x="6595476" y="3759700"/>
            <a:ext cx="1855500" cy="288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Encode Sans Expanded ExtraBold"/>
                <a:ea typeface="Encode Sans Expanded ExtraBold"/>
                <a:cs typeface="Encode Sans Expanded ExtraBold"/>
                <a:sym typeface="Encode Sans Expanded ExtraBold"/>
              </a:rPr>
              <a:t>VENUS</a:t>
            </a:r>
            <a:endParaRPr sz="2000">
              <a:solidFill>
                <a:schemeClr val="lt1"/>
              </a:solidFill>
              <a:latin typeface="Encode Sans Expanded ExtraBold"/>
              <a:ea typeface="Encode Sans Expanded ExtraBold"/>
              <a:cs typeface="Encode Sans Expanded ExtraBold"/>
              <a:sym typeface="Encode Sans Expanded ExtraBold"/>
            </a:endParaRPr>
          </a:p>
        </p:txBody>
      </p:sp>
      <p:sp>
        <p:nvSpPr>
          <p:cNvPr id="308" name="Google Shape;308;p46"/>
          <p:cNvSpPr txBox="1"/>
          <p:nvPr/>
        </p:nvSpPr>
        <p:spPr>
          <a:xfrm>
            <a:off x="6708263" y="4055147"/>
            <a:ext cx="1742700" cy="58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lt1"/>
                </a:solidFill>
                <a:latin typeface="Inconsolata"/>
                <a:ea typeface="Inconsolata"/>
                <a:cs typeface="Inconsolata"/>
                <a:sym typeface="Inconsolata"/>
              </a:rPr>
              <a:t>Venus has a toxic atmosphere</a:t>
            </a:r>
            <a:endParaRPr>
              <a:solidFill>
                <a:schemeClr val="lt1"/>
              </a:solidFill>
              <a:latin typeface="Inconsolata"/>
              <a:ea typeface="Inconsolata"/>
              <a:cs typeface="Inconsolata"/>
              <a:sym typeface="Inconsolata"/>
            </a:endParaRPr>
          </a:p>
        </p:txBody>
      </p:sp>
      <p:sp>
        <p:nvSpPr>
          <p:cNvPr id="309" name="Google Shape;309;p46"/>
          <p:cNvSpPr txBox="1"/>
          <p:nvPr/>
        </p:nvSpPr>
        <p:spPr>
          <a:xfrm>
            <a:off x="7402763" y="3419514"/>
            <a:ext cx="1048200" cy="288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lt1"/>
                </a:solidFill>
                <a:latin typeface="Encode Sans Expanded ExtraBold"/>
                <a:ea typeface="Encode Sans Expanded ExtraBold"/>
                <a:cs typeface="Encode Sans Expanded ExtraBold"/>
                <a:sym typeface="Encode Sans Expanded ExtraBold"/>
              </a:rPr>
              <a:t>20%</a:t>
            </a:r>
            <a:endParaRPr sz="2000">
              <a:solidFill>
                <a:schemeClr val="lt1"/>
              </a:solidFill>
              <a:latin typeface="Encode Sans Expanded ExtraBold"/>
              <a:ea typeface="Encode Sans Expanded ExtraBold"/>
              <a:cs typeface="Encode Sans Expanded ExtraBold"/>
              <a:sym typeface="Encode Sans Expanded ExtraBold"/>
            </a:endParaRPr>
          </a:p>
        </p:txBody>
      </p:sp>
      <p:cxnSp>
        <p:nvCxnSpPr>
          <p:cNvPr id="310" name="Google Shape;310;p46"/>
          <p:cNvCxnSpPr>
            <a:endCxn id="300" idx="3"/>
          </p:cNvCxnSpPr>
          <p:nvPr/>
        </p:nvCxnSpPr>
        <p:spPr>
          <a:xfrm rot="10800000">
            <a:off x="2548549" y="1918075"/>
            <a:ext cx="1499400" cy="637200"/>
          </a:xfrm>
          <a:prstGeom prst="bentConnector3">
            <a:avLst>
              <a:gd name="adj1" fmla="val 50000"/>
            </a:avLst>
          </a:prstGeom>
          <a:noFill/>
          <a:ln w="19050" cap="flat" cmpd="sng">
            <a:solidFill>
              <a:schemeClr val="lt1"/>
            </a:solidFill>
            <a:prstDash val="solid"/>
            <a:round/>
            <a:headEnd type="none" w="med" len="med"/>
            <a:tailEnd type="none" w="med" len="med"/>
          </a:ln>
        </p:spPr>
      </p:cxnSp>
      <p:cxnSp>
        <p:nvCxnSpPr>
          <p:cNvPr id="311" name="Google Shape;311;p46"/>
          <p:cNvCxnSpPr>
            <a:endCxn id="303" idx="1"/>
          </p:cNvCxnSpPr>
          <p:nvPr/>
        </p:nvCxnSpPr>
        <p:spPr>
          <a:xfrm rot="10800000" flipH="1">
            <a:off x="4850076" y="1908825"/>
            <a:ext cx="1745400" cy="357600"/>
          </a:xfrm>
          <a:prstGeom prst="bentConnector3">
            <a:avLst>
              <a:gd name="adj1" fmla="val 50000"/>
            </a:avLst>
          </a:prstGeom>
          <a:noFill/>
          <a:ln w="19050" cap="flat" cmpd="sng">
            <a:solidFill>
              <a:schemeClr val="lt1"/>
            </a:solidFill>
            <a:prstDash val="solid"/>
            <a:round/>
            <a:headEnd type="none" w="med" len="med"/>
            <a:tailEnd type="none" w="med" len="med"/>
          </a:ln>
        </p:spPr>
      </p:cxnSp>
      <p:pic>
        <p:nvPicPr>
          <p:cNvPr id="312" name="Google Shape;312;p46" title="Gráfico">
            <a:hlinkClick r:id="rId4"/>
          </p:cNvPr>
          <p:cNvPicPr preferRelativeResize="0"/>
          <p:nvPr/>
        </p:nvPicPr>
        <p:blipFill rotWithShape="1">
          <a:blip r:embed="rId5">
            <a:alphaModFix/>
          </a:blip>
          <a:srcRect l="12973" r="9338" b="9222"/>
          <a:stretch/>
        </p:blipFill>
        <p:spPr>
          <a:xfrm>
            <a:off x="3145013" y="1453425"/>
            <a:ext cx="2853999" cy="20618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7"/>
          <p:cNvSpPr txBox="1">
            <a:spLocks noGrp="1"/>
          </p:cNvSpPr>
          <p:nvPr>
            <p:ph type="title"/>
          </p:nvPr>
        </p:nvSpPr>
        <p:spPr>
          <a:xfrm>
            <a:off x="1284000" y="949506"/>
            <a:ext cx="6576000" cy="8283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150,000</a:t>
            </a:r>
            <a:endParaRPr/>
          </a:p>
        </p:txBody>
      </p:sp>
      <p:sp>
        <p:nvSpPr>
          <p:cNvPr id="318" name="Google Shape;318;p47"/>
          <p:cNvSpPr txBox="1">
            <a:spLocks noGrp="1"/>
          </p:cNvSpPr>
          <p:nvPr>
            <p:ph type="subTitle" idx="1"/>
          </p:nvPr>
        </p:nvSpPr>
        <p:spPr>
          <a:xfrm>
            <a:off x="2674450" y="1914282"/>
            <a:ext cx="3795000" cy="44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of them all</a:t>
            </a:r>
            <a:endParaRPr/>
          </a:p>
        </p:txBody>
      </p:sp>
      <p:sp>
        <p:nvSpPr>
          <p:cNvPr id="319" name="Google Shape;319;p47"/>
          <p:cNvSpPr txBox="1">
            <a:spLocks noGrp="1"/>
          </p:cNvSpPr>
          <p:nvPr>
            <p:ph type="title" idx="2"/>
          </p:nvPr>
        </p:nvSpPr>
        <p:spPr>
          <a:xfrm>
            <a:off x="693085" y="2790250"/>
            <a:ext cx="3598200" cy="8283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30,000</a:t>
            </a:r>
            <a:endParaRPr/>
          </a:p>
        </p:txBody>
      </p:sp>
      <p:sp>
        <p:nvSpPr>
          <p:cNvPr id="320" name="Google Shape;320;p47"/>
          <p:cNvSpPr txBox="1">
            <a:spLocks noGrp="1"/>
          </p:cNvSpPr>
          <p:nvPr>
            <p:ph type="subTitle" idx="3"/>
          </p:nvPr>
        </p:nvSpPr>
        <p:spPr>
          <a:xfrm>
            <a:off x="693100" y="3748801"/>
            <a:ext cx="3598200" cy="44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321" name="Google Shape;321;p47"/>
          <p:cNvSpPr txBox="1">
            <a:spLocks noGrp="1"/>
          </p:cNvSpPr>
          <p:nvPr>
            <p:ph type="title" idx="4"/>
          </p:nvPr>
        </p:nvSpPr>
        <p:spPr>
          <a:xfrm>
            <a:off x="4841535" y="2790250"/>
            <a:ext cx="3598200" cy="8283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6,000</a:t>
            </a:r>
            <a:endParaRPr/>
          </a:p>
        </p:txBody>
      </p:sp>
      <p:sp>
        <p:nvSpPr>
          <p:cNvPr id="322" name="Google Shape;322;p47"/>
          <p:cNvSpPr txBox="1">
            <a:spLocks noGrp="1"/>
          </p:cNvSpPr>
          <p:nvPr>
            <p:ph type="subTitle" idx="5"/>
          </p:nvPr>
        </p:nvSpPr>
        <p:spPr>
          <a:xfrm>
            <a:off x="4841550" y="3748801"/>
            <a:ext cx="3598200" cy="44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Earth is the third planet from the Sun and the only one that harbors life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50"/>
          <p:cNvSpPr txBox="1">
            <a:spLocks noGrp="1"/>
          </p:cNvSpPr>
          <p:nvPr>
            <p:ph type="subTitle" idx="3"/>
          </p:nvPr>
        </p:nvSpPr>
        <p:spPr>
          <a:xfrm>
            <a:off x="1290750" y="3119450"/>
            <a:ext cx="2907600" cy="71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 cold planet, not hot</a:t>
            </a:r>
            <a:endParaRPr/>
          </a:p>
        </p:txBody>
      </p:sp>
      <p:sp>
        <p:nvSpPr>
          <p:cNvPr id="339" name="Google Shape;339;p50"/>
          <p:cNvSpPr txBox="1">
            <a:spLocks noGrp="1"/>
          </p:cNvSpPr>
          <p:nvPr>
            <p:ph type="subTitle" idx="1"/>
          </p:nvPr>
        </p:nvSpPr>
        <p:spPr>
          <a:xfrm>
            <a:off x="1290750" y="2505425"/>
            <a:ext cx="29076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a:t>MARS</a:t>
            </a:r>
            <a:endParaRPr sz="2000">
              <a:latin typeface="Encode Sans Expanded ExtraBold"/>
              <a:ea typeface="Encode Sans Expanded ExtraBold"/>
              <a:cs typeface="Encode Sans Expanded ExtraBold"/>
              <a:sym typeface="Encode Sans Expanded ExtraBold"/>
            </a:endParaRPr>
          </a:p>
        </p:txBody>
      </p:sp>
      <p:sp>
        <p:nvSpPr>
          <p:cNvPr id="340" name="Google Shape;340;p50"/>
          <p:cNvSpPr txBox="1">
            <a:spLocks noGrp="1"/>
          </p:cNvSpPr>
          <p:nvPr>
            <p:ph type="subTitle" idx="2"/>
          </p:nvPr>
        </p:nvSpPr>
        <p:spPr>
          <a:xfrm>
            <a:off x="4945625" y="2505425"/>
            <a:ext cx="29076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a:t>VENUS</a:t>
            </a:r>
            <a:endParaRPr sz="2000">
              <a:latin typeface="Encode Sans Expanded ExtraBold"/>
              <a:ea typeface="Encode Sans Expanded ExtraBold"/>
              <a:cs typeface="Encode Sans Expanded ExtraBold"/>
              <a:sym typeface="Encode Sans Expanded ExtraBold"/>
            </a:endParaRPr>
          </a:p>
        </p:txBody>
      </p:sp>
      <p:sp>
        <p:nvSpPr>
          <p:cNvPr id="341" name="Google Shape;341;p50"/>
          <p:cNvSpPr txBox="1">
            <a:spLocks noGrp="1"/>
          </p:cNvSpPr>
          <p:nvPr>
            <p:ph type="subTitle" idx="4"/>
          </p:nvPr>
        </p:nvSpPr>
        <p:spPr>
          <a:xfrm>
            <a:off x="4945625" y="3119450"/>
            <a:ext cx="2907600" cy="71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a very toxic atmosphere</a:t>
            </a:r>
            <a:endParaRPr/>
          </a:p>
        </p:txBody>
      </p:sp>
      <p:grpSp>
        <p:nvGrpSpPr>
          <p:cNvPr id="342" name="Google Shape;342;p50"/>
          <p:cNvGrpSpPr/>
          <p:nvPr/>
        </p:nvGrpSpPr>
        <p:grpSpPr>
          <a:xfrm>
            <a:off x="2573459" y="2058427"/>
            <a:ext cx="342211" cy="372824"/>
            <a:chOff x="-40160700" y="2339625"/>
            <a:chExt cx="290650" cy="316650"/>
          </a:xfrm>
        </p:grpSpPr>
        <p:sp>
          <p:nvSpPr>
            <p:cNvPr id="343" name="Google Shape;343;p50"/>
            <p:cNvSpPr/>
            <p:nvPr/>
          </p:nvSpPr>
          <p:spPr>
            <a:xfrm>
              <a:off x="-40005525" y="2552600"/>
              <a:ext cx="70900" cy="62175"/>
            </a:xfrm>
            <a:custGeom>
              <a:avLst/>
              <a:gdLst/>
              <a:ahLst/>
              <a:cxnLst/>
              <a:rect l="l" t="t" r="r" b="b"/>
              <a:pathLst>
                <a:path w="2836" h="2487" extrusionOk="0">
                  <a:moveTo>
                    <a:pt x="1408" y="807"/>
                  </a:moveTo>
                  <a:cubicBezTo>
                    <a:pt x="1461" y="807"/>
                    <a:pt x="1518" y="817"/>
                    <a:pt x="1575" y="839"/>
                  </a:cubicBezTo>
                  <a:cubicBezTo>
                    <a:pt x="1733" y="902"/>
                    <a:pt x="1796" y="1028"/>
                    <a:pt x="1796" y="1248"/>
                  </a:cubicBezTo>
                  <a:cubicBezTo>
                    <a:pt x="1845" y="1496"/>
                    <a:pt x="1661" y="1666"/>
                    <a:pt x="1442" y="1666"/>
                  </a:cubicBezTo>
                  <a:cubicBezTo>
                    <a:pt x="1383" y="1666"/>
                    <a:pt x="1321" y="1653"/>
                    <a:pt x="1260" y="1626"/>
                  </a:cubicBezTo>
                  <a:cubicBezTo>
                    <a:pt x="1071" y="1563"/>
                    <a:pt x="945" y="1311"/>
                    <a:pt x="1008" y="1091"/>
                  </a:cubicBezTo>
                  <a:cubicBezTo>
                    <a:pt x="1081" y="921"/>
                    <a:pt x="1229" y="807"/>
                    <a:pt x="1408" y="807"/>
                  </a:cubicBezTo>
                  <a:close/>
                  <a:moveTo>
                    <a:pt x="1438" y="1"/>
                  </a:moveTo>
                  <a:cubicBezTo>
                    <a:pt x="1040" y="1"/>
                    <a:pt x="635" y="188"/>
                    <a:pt x="378" y="523"/>
                  </a:cubicBezTo>
                  <a:cubicBezTo>
                    <a:pt x="0" y="1091"/>
                    <a:pt x="158" y="1878"/>
                    <a:pt x="693" y="2256"/>
                  </a:cubicBezTo>
                  <a:cubicBezTo>
                    <a:pt x="909" y="2412"/>
                    <a:pt x="1158" y="2486"/>
                    <a:pt x="1405" y="2486"/>
                  </a:cubicBezTo>
                  <a:cubicBezTo>
                    <a:pt x="1806" y="2486"/>
                    <a:pt x="2204" y="2292"/>
                    <a:pt x="2457" y="1941"/>
                  </a:cubicBezTo>
                  <a:cubicBezTo>
                    <a:pt x="2836" y="1406"/>
                    <a:pt x="2678" y="618"/>
                    <a:pt x="2111" y="208"/>
                  </a:cubicBezTo>
                  <a:cubicBezTo>
                    <a:pt x="1911" y="67"/>
                    <a:pt x="1676" y="1"/>
                    <a:pt x="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50"/>
            <p:cNvSpPr/>
            <p:nvPr/>
          </p:nvSpPr>
          <p:spPr>
            <a:xfrm>
              <a:off x="-40039400" y="2605050"/>
              <a:ext cx="29150" cy="20500"/>
            </a:xfrm>
            <a:custGeom>
              <a:avLst/>
              <a:gdLst/>
              <a:ahLst/>
              <a:cxnLst/>
              <a:rect l="l" t="t" r="r" b="b"/>
              <a:pathLst>
                <a:path w="1166" h="820" extrusionOk="0">
                  <a:moveTo>
                    <a:pt x="725" y="1"/>
                  </a:moveTo>
                  <a:cubicBezTo>
                    <a:pt x="473" y="1"/>
                    <a:pt x="0" y="190"/>
                    <a:pt x="0" y="410"/>
                  </a:cubicBezTo>
                  <a:cubicBezTo>
                    <a:pt x="0" y="631"/>
                    <a:pt x="473" y="820"/>
                    <a:pt x="725" y="820"/>
                  </a:cubicBezTo>
                  <a:cubicBezTo>
                    <a:pt x="945" y="820"/>
                    <a:pt x="1166" y="631"/>
                    <a:pt x="1166" y="410"/>
                  </a:cubicBezTo>
                  <a:cubicBezTo>
                    <a:pt x="1103" y="158"/>
                    <a:pt x="914"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50"/>
            <p:cNvSpPr/>
            <p:nvPr/>
          </p:nvSpPr>
          <p:spPr>
            <a:xfrm>
              <a:off x="-40079575" y="2584575"/>
              <a:ext cx="19725" cy="19725"/>
            </a:xfrm>
            <a:custGeom>
              <a:avLst/>
              <a:gdLst/>
              <a:ahLst/>
              <a:cxnLst/>
              <a:rect l="l" t="t" r="r" b="b"/>
              <a:pathLst>
                <a:path w="789" h="789" extrusionOk="0">
                  <a:moveTo>
                    <a:pt x="410" y="1"/>
                  </a:moveTo>
                  <a:cubicBezTo>
                    <a:pt x="190" y="1"/>
                    <a:pt x="1" y="158"/>
                    <a:pt x="1" y="379"/>
                  </a:cubicBezTo>
                  <a:cubicBezTo>
                    <a:pt x="1" y="599"/>
                    <a:pt x="190" y="788"/>
                    <a:pt x="410" y="788"/>
                  </a:cubicBezTo>
                  <a:cubicBezTo>
                    <a:pt x="631" y="788"/>
                    <a:pt x="788" y="599"/>
                    <a:pt x="788" y="379"/>
                  </a:cubicBezTo>
                  <a:cubicBezTo>
                    <a:pt x="788" y="158"/>
                    <a:pt x="631" y="1"/>
                    <a:pt x="4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50"/>
            <p:cNvSpPr/>
            <p:nvPr/>
          </p:nvSpPr>
          <p:spPr>
            <a:xfrm>
              <a:off x="-40160700" y="2339625"/>
              <a:ext cx="290650" cy="316650"/>
            </a:xfrm>
            <a:custGeom>
              <a:avLst/>
              <a:gdLst/>
              <a:ahLst/>
              <a:cxnLst/>
              <a:rect l="l" t="t" r="r" b="b"/>
              <a:pathLst>
                <a:path w="11626" h="12666" extrusionOk="0">
                  <a:moveTo>
                    <a:pt x="7656" y="820"/>
                  </a:moveTo>
                  <a:cubicBezTo>
                    <a:pt x="7845" y="820"/>
                    <a:pt x="8003" y="946"/>
                    <a:pt x="8066" y="1072"/>
                  </a:cubicBezTo>
                  <a:cubicBezTo>
                    <a:pt x="8129" y="1355"/>
                    <a:pt x="7940" y="1639"/>
                    <a:pt x="7656" y="1639"/>
                  </a:cubicBezTo>
                  <a:lnTo>
                    <a:pt x="4065" y="1639"/>
                  </a:lnTo>
                  <a:cubicBezTo>
                    <a:pt x="3876" y="1639"/>
                    <a:pt x="3687" y="1450"/>
                    <a:pt x="3687" y="1261"/>
                  </a:cubicBezTo>
                  <a:cubicBezTo>
                    <a:pt x="3687" y="1009"/>
                    <a:pt x="3876" y="851"/>
                    <a:pt x="4065" y="820"/>
                  </a:cubicBezTo>
                  <a:close/>
                  <a:moveTo>
                    <a:pt x="7310" y="2458"/>
                  </a:moveTo>
                  <a:lnTo>
                    <a:pt x="7310" y="5860"/>
                  </a:lnTo>
                  <a:cubicBezTo>
                    <a:pt x="7310" y="6270"/>
                    <a:pt x="7467" y="6711"/>
                    <a:pt x="7656" y="7026"/>
                  </a:cubicBezTo>
                  <a:cubicBezTo>
                    <a:pt x="7026" y="7152"/>
                    <a:pt x="6396" y="7404"/>
                    <a:pt x="5797" y="7782"/>
                  </a:cubicBezTo>
                  <a:cubicBezTo>
                    <a:pt x="5146" y="8207"/>
                    <a:pt x="4241" y="8453"/>
                    <a:pt x="3401" y="8453"/>
                  </a:cubicBezTo>
                  <a:cubicBezTo>
                    <a:pt x="3306" y="8453"/>
                    <a:pt x="3212" y="8450"/>
                    <a:pt x="3120" y="8444"/>
                  </a:cubicBezTo>
                  <a:lnTo>
                    <a:pt x="4128" y="7026"/>
                  </a:lnTo>
                  <a:cubicBezTo>
                    <a:pt x="4380" y="6680"/>
                    <a:pt x="4537" y="6239"/>
                    <a:pt x="4537" y="5829"/>
                  </a:cubicBezTo>
                  <a:lnTo>
                    <a:pt x="4537" y="2458"/>
                  </a:lnTo>
                  <a:close/>
                  <a:moveTo>
                    <a:pt x="8192" y="7782"/>
                  </a:moveTo>
                  <a:cubicBezTo>
                    <a:pt x="10775" y="11500"/>
                    <a:pt x="10586" y="11216"/>
                    <a:pt x="10618" y="11279"/>
                  </a:cubicBezTo>
                  <a:cubicBezTo>
                    <a:pt x="10681" y="11563"/>
                    <a:pt x="10523" y="11846"/>
                    <a:pt x="10208" y="11846"/>
                  </a:cubicBezTo>
                  <a:lnTo>
                    <a:pt x="1576" y="11846"/>
                  </a:lnTo>
                  <a:cubicBezTo>
                    <a:pt x="1198" y="11846"/>
                    <a:pt x="1040" y="11437"/>
                    <a:pt x="1198" y="11216"/>
                  </a:cubicBezTo>
                  <a:lnTo>
                    <a:pt x="2584" y="9232"/>
                  </a:lnTo>
                  <a:cubicBezTo>
                    <a:pt x="2825" y="9263"/>
                    <a:pt x="3077" y="9280"/>
                    <a:pt x="3333" y="9280"/>
                  </a:cubicBezTo>
                  <a:cubicBezTo>
                    <a:pt x="4347" y="9280"/>
                    <a:pt x="5434" y="9022"/>
                    <a:pt x="6239" y="8444"/>
                  </a:cubicBezTo>
                  <a:cubicBezTo>
                    <a:pt x="6837" y="8066"/>
                    <a:pt x="7499" y="7814"/>
                    <a:pt x="8192" y="7782"/>
                  </a:cubicBezTo>
                  <a:close/>
                  <a:moveTo>
                    <a:pt x="4128" y="1"/>
                  </a:moveTo>
                  <a:cubicBezTo>
                    <a:pt x="3435" y="1"/>
                    <a:pt x="2899" y="536"/>
                    <a:pt x="2899" y="1261"/>
                  </a:cubicBezTo>
                  <a:cubicBezTo>
                    <a:pt x="2899" y="1765"/>
                    <a:pt x="3214" y="2237"/>
                    <a:pt x="3718" y="2426"/>
                  </a:cubicBezTo>
                  <a:lnTo>
                    <a:pt x="3718" y="5860"/>
                  </a:lnTo>
                  <a:cubicBezTo>
                    <a:pt x="3718" y="6081"/>
                    <a:pt x="3655" y="6365"/>
                    <a:pt x="3498" y="6554"/>
                  </a:cubicBezTo>
                  <a:lnTo>
                    <a:pt x="568" y="10744"/>
                  </a:lnTo>
                  <a:cubicBezTo>
                    <a:pt x="1" y="11563"/>
                    <a:pt x="568" y="12666"/>
                    <a:pt x="1607" y="12666"/>
                  </a:cubicBezTo>
                  <a:lnTo>
                    <a:pt x="10271" y="12666"/>
                  </a:lnTo>
                  <a:cubicBezTo>
                    <a:pt x="10555" y="12666"/>
                    <a:pt x="10870" y="12540"/>
                    <a:pt x="11090" y="12350"/>
                  </a:cubicBezTo>
                  <a:cubicBezTo>
                    <a:pt x="11531" y="11972"/>
                    <a:pt x="11626" y="11248"/>
                    <a:pt x="11248" y="10744"/>
                  </a:cubicBezTo>
                  <a:lnTo>
                    <a:pt x="8318" y="6554"/>
                  </a:lnTo>
                  <a:cubicBezTo>
                    <a:pt x="8160" y="6365"/>
                    <a:pt x="8097" y="6081"/>
                    <a:pt x="8097" y="5860"/>
                  </a:cubicBezTo>
                  <a:lnTo>
                    <a:pt x="8097" y="2426"/>
                  </a:lnTo>
                  <a:cubicBezTo>
                    <a:pt x="8570" y="2269"/>
                    <a:pt x="8916" y="1796"/>
                    <a:pt x="8916" y="1261"/>
                  </a:cubicBezTo>
                  <a:cubicBezTo>
                    <a:pt x="8916" y="568"/>
                    <a:pt x="8381" y="1"/>
                    <a:pt x="76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 name="Google Shape;347;p50"/>
          <p:cNvGrpSpPr/>
          <p:nvPr/>
        </p:nvGrpSpPr>
        <p:grpSpPr>
          <a:xfrm>
            <a:off x="6413738" y="2067902"/>
            <a:ext cx="360713" cy="353897"/>
            <a:chOff x="-26993200" y="1961775"/>
            <a:chExt cx="301675" cy="295975"/>
          </a:xfrm>
        </p:grpSpPr>
        <p:sp>
          <p:nvSpPr>
            <p:cNvPr id="348" name="Google Shape;348;p50"/>
            <p:cNvSpPr/>
            <p:nvPr/>
          </p:nvSpPr>
          <p:spPr>
            <a:xfrm>
              <a:off x="-26993200" y="1961775"/>
              <a:ext cx="301675" cy="295975"/>
            </a:xfrm>
            <a:custGeom>
              <a:avLst/>
              <a:gdLst/>
              <a:ahLst/>
              <a:cxnLst/>
              <a:rect l="l" t="t" r="r" b="b"/>
              <a:pathLst>
                <a:path w="12067" h="11839" extrusionOk="0">
                  <a:moveTo>
                    <a:pt x="8601" y="685"/>
                  </a:moveTo>
                  <a:cubicBezTo>
                    <a:pt x="8664" y="685"/>
                    <a:pt x="8790" y="717"/>
                    <a:pt x="8822" y="811"/>
                  </a:cubicBezTo>
                  <a:lnTo>
                    <a:pt x="11279" y="3237"/>
                  </a:lnTo>
                  <a:cubicBezTo>
                    <a:pt x="11342" y="3332"/>
                    <a:pt x="11374" y="3395"/>
                    <a:pt x="11374" y="3489"/>
                  </a:cubicBezTo>
                  <a:cubicBezTo>
                    <a:pt x="11374" y="3552"/>
                    <a:pt x="11342" y="3647"/>
                    <a:pt x="11279" y="3710"/>
                  </a:cubicBezTo>
                  <a:cubicBezTo>
                    <a:pt x="11216" y="3773"/>
                    <a:pt x="11122" y="3804"/>
                    <a:pt x="11031" y="3804"/>
                  </a:cubicBezTo>
                  <a:cubicBezTo>
                    <a:pt x="10941" y="3804"/>
                    <a:pt x="10854" y="3773"/>
                    <a:pt x="10807" y="3710"/>
                  </a:cubicBezTo>
                  <a:lnTo>
                    <a:pt x="8349" y="1284"/>
                  </a:lnTo>
                  <a:cubicBezTo>
                    <a:pt x="8286" y="1189"/>
                    <a:pt x="8223" y="1126"/>
                    <a:pt x="8223" y="1032"/>
                  </a:cubicBezTo>
                  <a:cubicBezTo>
                    <a:pt x="8223" y="969"/>
                    <a:pt x="8286" y="843"/>
                    <a:pt x="8349" y="811"/>
                  </a:cubicBezTo>
                  <a:cubicBezTo>
                    <a:pt x="8444" y="717"/>
                    <a:pt x="8507" y="685"/>
                    <a:pt x="8601" y="685"/>
                  </a:cubicBezTo>
                  <a:close/>
                  <a:moveTo>
                    <a:pt x="7971" y="2103"/>
                  </a:moveTo>
                  <a:lnTo>
                    <a:pt x="8759" y="2891"/>
                  </a:lnTo>
                  <a:lnTo>
                    <a:pt x="9925" y="4056"/>
                  </a:lnTo>
                  <a:lnTo>
                    <a:pt x="7058" y="6955"/>
                  </a:lnTo>
                  <a:cubicBezTo>
                    <a:pt x="6617" y="6545"/>
                    <a:pt x="5986" y="6356"/>
                    <a:pt x="5325" y="6356"/>
                  </a:cubicBezTo>
                  <a:lnTo>
                    <a:pt x="5293" y="6356"/>
                  </a:lnTo>
                  <a:cubicBezTo>
                    <a:pt x="5256" y="6359"/>
                    <a:pt x="5219" y="6360"/>
                    <a:pt x="5182" y="6360"/>
                  </a:cubicBezTo>
                  <a:cubicBezTo>
                    <a:pt x="4779" y="6360"/>
                    <a:pt x="4385" y="6206"/>
                    <a:pt x="4096" y="5947"/>
                  </a:cubicBezTo>
                  <a:lnTo>
                    <a:pt x="5136" y="4939"/>
                  </a:lnTo>
                  <a:lnTo>
                    <a:pt x="5356" y="5159"/>
                  </a:lnTo>
                  <a:cubicBezTo>
                    <a:pt x="5451" y="5254"/>
                    <a:pt x="5514" y="5285"/>
                    <a:pt x="5608" y="5285"/>
                  </a:cubicBezTo>
                  <a:cubicBezTo>
                    <a:pt x="5671" y="5285"/>
                    <a:pt x="5797" y="5254"/>
                    <a:pt x="5829" y="5159"/>
                  </a:cubicBezTo>
                  <a:cubicBezTo>
                    <a:pt x="5955" y="5065"/>
                    <a:pt x="5955" y="4813"/>
                    <a:pt x="5829" y="4687"/>
                  </a:cubicBezTo>
                  <a:lnTo>
                    <a:pt x="5608" y="4466"/>
                  </a:lnTo>
                  <a:lnTo>
                    <a:pt x="6081" y="3993"/>
                  </a:lnTo>
                  <a:lnTo>
                    <a:pt x="6302" y="4214"/>
                  </a:lnTo>
                  <a:cubicBezTo>
                    <a:pt x="6396" y="4308"/>
                    <a:pt x="6459" y="4340"/>
                    <a:pt x="6554" y="4340"/>
                  </a:cubicBezTo>
                  <a:cubicBezTo>
                    <a:pt x="6617" y="4340"/>
                    <a:pt x="6743" y="4308"/>
                    <a:pt x="6774" y="4214"/>
                  </a:cubicBezTo>
                  <a:cubicBezTo>
                    <a:pt x="6900" y="4119"/>
                    <a:pt x="6900" y="3867"/>
                    <a:pt x="6774" y="3741"/>
                  </a:cubicBezTo>
                  <a:lnTo>
                    <a:pt x="6554" y="3521"/>
                  </a:lnTo>
                  <a:lnTo>
                    <a:pt x="7026" y="3048"/>
                  </a:lnTo>
                  <a:lnTo>
                    <a:pt x="7247" y="3269"/>
                  </a:lnTo>
                  <a:cubicBezTo>
                    <a:pt x="7341" y="3363"/>
                    <a:pt x="7404" y="3395"/>
                    <a:pt x="7499" y="3395"/>
                  </a:cubicBezTo>
                  <a:cubicBezTo>
                    <a:pt x="7562" y="3395"/>
                    <a:pt x="7688" y="3363"/>
                    <a:pt x="7719" y="3269"/>
                  </a:cubicBezTo>
                  <a:cubicBezTo>
                    <a:pt x="7845" y="3174"/>
                    <a:pt x="7845" y="2922"/>
                    <a:pt x="7719" y="2796"/>
                  </a:cubicBezTo>
                  <a:lnTo>
                    <a:pt x="7499" y="2576"/>
                  </a:lnTo>
                  <a:lnTo>
                    <a:pt x="7971" y="2103"/>
                  </a:lnTo>
                  <a:close/>
                  <a:moveTo>
                    <a:pt x="3592" y="6482"/>
                  </a:moveTo>
                  <a:cubicBezTo>
                    <a:pt x="4038" y="6839"/>
                    <a:pt x="4596" y="7084"/>
                    <a:pt x="5213" y="7084"/>
                  </a:cubicBezTo>
                  <a:cubicBezTo>
                    <a:pt x="5250" y="7084"/>
                    <a:pt x="5288" y="7083"/>
                    <a:pt x="5325" y="7081"/>
                  </a:cubicBezTo>
                  <a:cubicBezTo>
                    <a:pt x="5797" y="7081"/>
                    <a:pt x="6239" y="7175"/>
                    <a:pt x="6554" y="7459"/>
                  </a:cubicBezTo>
                  <a:lnTo>
                    <a:pt x="3277" y="10735"/>
                  </a:lnTo>
                  <a:cubicBezTo>
                    <a:pt x="2993" y="11003"/>
                    <a:pt x="2639" y="11137"/>
                    <a:pt x="2285" y="11137"/>
                  </a:cubicBezTo>
                  <a:cubicBezTo>
                    <a:pt x="1930" y="11137"/>
                    <a:pt x="1576" y="11003"/>
                    <a:pt x="1292" y="10735"/>
                  </a:cubicBezTo>
                  <a:cubicBezTo>
                    <a:pt x="757" y="10168"/>
                    <a:pt x="757" y="9318"/>
                    <a:pt x="1292" y="8751"/>
                  </a:cubicBezTo>
                  <a:lnTo>
                    <a:pt x="3592" y="6482"/>
                  </a:lnTo>
                  <a:close/>
                  <a:moveTo>
                    <a:pt x="8582" y="0"/>
                  </a:moveTo>
                  <a:cubicBezTo>
                    <a:pt x="8318" y="0"/>
                    <a:pt x="8050" y="103"/>
                    <a:pt x="7845" y="307"/>
                  </a:cubicBezTo>
                  <a:cubicBezTo>
                    <a:pt x="7656" y="496"/>
                    <a:pt x="7530" y="780"/>
                    <a:pt x="7530" y="1032"/>
                  </a:cubicBezTo>
                  <a:cubicBezTo>
                    <a:pt x="7530" y="1189"/>
                    <a:pt x="7562" y="1347"/>
                    <a:pt x="7656" y="1473"/>
                  </a:cubicBezTo>
                  <a:lnTo>
                    <a:pt x="6869" y="2261"/>
                  </a:lnTo>
                  <a:lnTo>
                    <a:pt x="4884" y="4245"/>
                  </a:lnTo>
                  <a:lnTo>
                    <a:pt x="820" y="8278"/>
                  </a:lnTo>
                  <a:cubicBezTo>
                    <a:pt x="1" y="9097"/>
                    <a:pt x="1" y="10420"/>
                    <a:pt x="820" y="11240"/>
                  </a:cubicBezTo>
                  <a:cubicBezTo>
                    <a:pt x="1229" y="11649"/>
                    <a:pt x="1796" y="11838"/>
                    <a:pt x="2300" y="11838"/>
                  </a:cubicBezTo>
                  <a:cubicBezTo>
                    <a:pt x="2836" y="11838"/>
                    <a:pt x="3340" y="11649"/>
                    <a:pt x="3750" y="11240"/>
                  </a:cubicBezTo>
                  <a:lnTo>
                    <a:pt x="10555" y="4434"/>
                  </a:lnTo>
                  <a:cubicBezTo>
                    <a:pt x="10712" y="4497"/>
                    <a:pt x="10838" y="4560"/>
                    <a:pt x="10996" y="4560"/>
                  </a:cubicBezTo>
                  <a:cubicBezTo>
                    <a:pt x="11279" y="4560"/>
                    <a:pt x="11531" y="4434"/>
                    <a:pt x="11752" y="4245"/>
                  </a:cubicBezTo>
                  <a:cubicBezTo>
                    <a:pt x="11941" y="4025"/>
                    <a:pt x="12067" y="3773"/>
                    <a:pt x="12067" y="3489"/>
                  </a:cubicBezTo>
                  <a:cubicBezTo>
                    <a:pt x="12067" y="3206"/>
                    <a:pt x="11941" y="2922"/>
                    <a:pt x="11752" y="2733"/>
                  </a:cubicBezTo>
                  <a:lnTo>
                    <a:pt x="9294" y="307"/>
                  </a:lnTo>
                  <a:cubicBezTo>
                    <a:pt x="9105" y="103"/>
                    <a:pt x="8846" y="0"/>
                    <a:pt x="85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50"/>
            <p:cNvSpPr/>
            <p:nvPr/>
          </p:nvSpPr>
          <p:spPr>
            <a:xfrm>
              <a:off x="-26900250" y="2164775"/>
              <a:ext cx="17350" cy="18150"/>
            </a:xfrm>
            <a:custGeom>
              <a:avLst/>
              <a:gdLst/>
              <a:ahLst/>
              <a:cxnLst/>
              <a:rect l="l" t="t" r="r" b="b"/>
              <a:pathLst>
                <a:path w="694" h="726" extrusionOk="0">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50"/>
            <p:cNvSpPr/>
            <p:nvPr/>
          </p:nvSpPr>
          <p:spPr>
            <a:xfrm>
              <a:off x="-26938075" y="2177375"/>
              <a:ext cx="18150" cy="16575"/>
            </a:xfrm>
            <a:custGeom>
              <a:avLst/>
              <a:gdLst/>
              <a:ahLst/>
              <a:cxnLst/>
              <a:rect l="l" t="t" r="r" b="b"/>
              <a:pathLst>
                <a:path w="726" h="663" extrusionOk="0">
                  <a:moveTo>
                    <a:pt x="375" y="1"/>
                  </a:moveTo>
                  <a:cubicBezTo>
                    <a:pt x="292" y="1"/>
                    <a:pt x="206" y="32"/>
                    <a:pt x="127" y="95"/>
                  </a:cubicBezTo>
                  <a:cubicBezTo>
                    <a:pt x="1" y="221"/>
                    <a:pt x="1" y="442"/>
                    <a:pt x="127" y="568"/>
                  </a:cubicBezTo>
                  <a:cubicBezTo>
                    <a:pt x="190" y="631"/>
                    <a:pt x="277" y="662"/>
                    <a:pt x="363" y="662"/>
                  </a:cubicBezTo>
                  <a:cubicBezTo>
                    <a:pt x="450" y="662"/>
                    <a:pt x="536" y="631"/>
                    <a:pt x="599" y="568"/>
                  </a:cubicBezTo>
                  <a:cubicBezTo>
                    <a:pt x="725" y="442"/>
                    <a:pt x="725" y="221"/>
                    <a:pt x="599" y="95"/>
                  </a:cubicBezTo>
                  <a:cubicBezTo>
                    <a:pt x="536" y="32"/>
                    <a:pt x="458" y="1"/>
                    <a:pt x="3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1" name="Google Shape;351;p50"/>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LISTERIOSIS </a:t>
            </a:r>
            <a:r>
              <a:rPr lang="en">
                <a:solidFill>
                  <a:schemeClr val="dk2"/>
                </a:solidFill>
              </a:rPr>
              <a:t>DIAGNOSIS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51"/>
          <p:cNvSpPr txBox="1">
            <a:spLocks noGrp="1"/>
          </p:cNvSpPr>
          <p:nvPr>
            <p:ph type="title"/>
          </p:nvPr>
        </p:nvSpPr>
        <p:spPr>
          <a:xfrm>
            <a:off x="720000" y="2636938"/>
            <a:ext cx="2336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a:t>
            </a:r>
            <a:endParaRPr/>
          </a:p>
        </p:txBody>
      </p:sp>
      <p:sp>
        <p:nvSpPr>
          <p:cNvPr id="357" name="Google Shape;357;p51"/>
          <p:cNvSpPr txBox="1">
            <a:spLocks noGrp="1"/>
          </p:cNvSpPr>
          <p:nvPr>
            <p:ph type="subTitle" idx="1"/>
          </p:nvPr>
        </p:nvSpPr>
        <p:spPr>
          <a:xfrm>
            <a:off x="720000" y="3157133"/>
            <a:ext cx="2336400" cy="1146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entire Solar System</a:t>
            </a:r>
            <a:endParaRPr/>
          </a:p>
        </p:txBody>
      </p:sp>
      <p:sp>
        <p:nvSpPr>
          <p:cNvPr id="358" name="Google Shape;358;p51"/>
          <p:cNvSpPr txBox="1">
            <a:spLocks noGrp="1"/>
          </p:cNvSpPr>
          <p:nvPr>
            <p:ph type="title" idx="2"/>
          </p:nvPr>
        </p:nvSpPr>
        <p:spPr>
          <a:xfrm>
            <a:off x="3403800" y="2636938"/>
            <a:ext cx="2336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a:t>
            </a:r>
            <a:endParaRPr/>
          </a:p>
        </p:txBody>
      </p:sp>
      <p:sp>
        <p:nvSpPr>
          <p:cNvPr id="359" name="Google Shape;359;p51"/>
          <p:cNvSpPr txBox="1">
            <a:spLocks noGrp="1"/>
          </p:cNvSpPr>
          <p:nvPr>
            <p:ph type="subTitle" idx="3"/>
          </p:nvPr>
        </p:nvSpPr>
        <p:spPr>
          <a:xfrm>
            <a:off x="3403800" y="3157133"/>
            <a:ext cx="2336400" cy="1146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 It has a toxic atmosphere</a:t>
            </a:r>
            <a:endParaRPr/>
          </a:p>
        </p:txBody>
      </p:sp>
      <p:sp>
        <p:nvSpPr>
          <p:cNvPr id="360" name="Google Shape;360;p51"/>
          <p:cNvSpPr txBox="1">
            <a:spLocks noGrp="1"/>
          </p:cNvSpPr>
          <p:nvPr>
            <p:ph type="title" idx="4"/>
          </p:nvPr>
        </p:nvSpPr>
        <p:spPr>
          <a:xfrm>
            <a:off x="6087600" y="2636938"/>
            <a:ext cx="23364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a:t>
            </a:r>
            <a:endParaRPr/>
          </a:p>
        </p:txBody>
      </p:sp>
      <p:sp>
        <p:nvSpPr>
          <p:cNvPr id="361" name="Google Shape;361;p51"/>
          <p:cNvSpPr txBox="1">
            <a:spLocks noGrp="1"/>
          </p:cNvSpPr>
          <p:nvPr>
            <p:ph type="subTitle" idx="5"/>
          </p:nvPr>
        </p:nvSpPr>
        <p:spPr>
          <a:xfrm>
            <a:off x="6087600" y="3157133"/>
            <a:ext cx="2336400" cy="1146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362" name="Google Shape;362;p51"/>
          <p:cNvSpPr txBox="1">
            <a:spLocks noGrp="1"/>
          </p:cNvSpPr>
          <p:nvPr>
            <p:ph type="title" idx="6"/>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LISTERIOSIS </a:t>
            </a:r>
            <a:r>
              <a:rPr lang="en">
                <a:solidFill>
                  <a:schemeClr val="dk2"/>
                </a:solidFill>
              </a:rPr>
              <a:t>PREVENTION</a:t>
            </a:r>
            <a:endParaRPr>
              <a:solidFill>
                <a:schemeClr val="dk2"/>
              </a:solidFill>
            </a:endParaRPr>
          </a:p>
        </p:txBody>
      </p:sp>
      <p:grpSp>
        <p:nvGrpSpPr>
          <p:cNvPr id="363" name="Google Shape;363;p51"/>
          <p:cNvGrpSpPr/>
          <p:nvPr/>
        </p:nvGrpSpPr>
        <p:grpSpPr>
          <a:xfrm>
            <a:off x="1650035" y="1988619"/>
            <a:ext cx="476329" cy="476213"/>
            <a:chOff x="-21298675" y="2414425"/>
            <a:chExt cx="306400" cy="306325"/>
          </a:xfrm>
        </p:grpSpPr>
        <p:sp>
          <p:nvSpPr>
            <p:cNvPr id="364" name="Google Shape;364;p51"/>
            <p:cNvSpPr/>
            <p:nvPr/>
          </p:nvSpPr>
          <p:spPr>
            <a:xfrm>
              <a:off x="-21083650" y="2444575"/>
              <a:ext cx="20500" cy="18525"/>
            </a:xfrm>
            <a:custGeom>
              <a:avLst/>
              <a:gdLst/>
              <a:ahLst/>
              <a:cxnLst/>
              <a:rect l="l" t="t" r="r" b="b"/>
              <a:pathLst>
                <a:path w="820" h="741" extrusionOk="0">
                  <a:moveTo>
                    <a:pt x="410" y="1"/>
                  </a:moveTo>
                  <a:cubicBezTo>
                    <a:pt x="323" y="1"/>
                    <a:pt x="237" y="40"/>
                    <a:pt x="158" y="119"/>
                  </a:cubicBezTo>
                  <a:cubicBezTo>
                    <a:pt x="0" y="276"/>
                    <a:pt x="0" y="465"/>
                    <a:pt x="158" y="623"/>
                  </a:cubicBezTo>
                  <a:cubicBezTo>
                    <a:pt x="237" y="702"/>
                    <a:pt x="331" y="741"/>
                    <a:pt x="422" y="741"/>
                  </a:cubicBezTo>
                  <a:cubicBezTo>
                    <a:pt x="512" y="741"/>
                    <a:pt x="599" y="702"/>
                    <a:pt x="662" y="623"/>
                  </a:cubicBezTo>
                  <a:cubicBezTo>
                    <a:pt x="819" y="465"/>
                    <a:pt x="819" y="276"/>
                    <a:pt x="662" y="119"/>
                  </a:cubicBezTo>
                  <a:cubicBezTo>
                    <a:pt x="583" y="40"/>
                    <a:pt x="496" y="1"/>
                    <a:pt x="410" y="1"/>
                  </a:cubicBezTo>
                  <a:close/>
                </a:path>
              </a:pathLst>
            </a:cu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5" name="Google Shape;365;p51"/>
            <p:cNvSpPr/>
            <p:nvPr/>
          </p:nvSpPr>
          <p:spPr>
            <a:xfrm>
              <a:off x="-21298675" y="2414425"/>
              <a:ext cx="306400" cy="306325"/>
            </a:xfrm>
            <a:custGeom>
              <a:avLst/>
              <a:gdLst/>
              <a:ahLst/>
              <a:cxnLst/>
              <a:rect l="l" t="t" r="r" b="b"/>
              <a:pathLst>
                <a:path w="12256" h="12253" extrusionOk="0">
                  <a:moveTo>
                    <a:pt x="9420" y="695"/>
                  </a:moveTo>
                  <a:cubicBezTo>
                    <a:pt x="9704" y="695"/>
                    <a:pt x="9924" y="695"/>
                    <a:pt x="10176" y="726"/>
                  </a:cubicBezTo>
                  <a:cubicBezTo>
                    <a:pt x="10429" y="789"/>
                    <a:pt x="10555" y="1136"/>
                    <a:pt x="10365" y="1325"/>
                  </a:cubicBezTo>
                  <a:cubicBezTo>
                    <a:pt x="10208" y="1482"/>
                    <a:pt x="10208" y="1671"/>
                    <a:pt x="10365" y="1829"/>
                  </a:cubicBezTo>
                  <a:cubicBezTo>
                    <a:pt x="10444" y="1908"/>
                    <a:pt x="10531" y="1947"/>
                    <a:pt x="10618" y="1947"/>
                  </a:cubicBezTo>
                  <a:cubicBezTo>
                    <a:pt x="10704" y="1947"/>
                    <a:pt x="10791" y="1908"/>
                    <a:pt x="10870" y="1829"/>
                  </a:cubicBezTo>
                  <a:cubicBezTo>
                    <a:pt x="10942" y="1767"/>
                    <a:pt x="11027" y="1739"/>
                    <a:pt x="11111" y="1739"/>
                  </a:cubicBezTo>
                  <a:cubicBezTo>
                    <a:pt x="11283" y="1739"/>
                    <a:pt x="11447" y="1858"/>
                    <a:pt x="11468" y="2049"/>
                  </a:cubicBezTo>
                  <a:cubicBezTo>
                    <a:pt x="11594" y="2711"/>
                    <a:pt x="11563" y="3719"/>
                    <a:pt x="11248" y="4727"/>
                  </a:cubicBezTo>
                  <a:cubicBezTo>
                    <a:pt x="11060" y="4761"/>
                    <a:pt x="10872" y="4778"/>
                    <a:pt x="10684" y="4778"/>
                  </a:cubicBezTo>
                  <a:cubicBezTo>
                    <a:pt x="9833" y="4778"/>
                    <a:pt x="9006" y="4433"/>
                    <a:pt x="8412" y="3814"/>
                  </a:cubicBezTo>
                  <a:cubicBezTo>
                    <a:pt x="7656" y="3058"/>
                    <a:pt x="7341" y="1986"/>
                    <a:pt x="7499" y="978"/>
                  </a:cubicBezTo>
                  <a:cubicBezTo>
                    <a:pt x="8129" y="789"/>
                    <a:pt x="8822" y="695"/>
                    <a:pt x="9420" y="695"/>
                  </a:cubicBezTo>
                  <a:close/>
                  <a:moveTo>
                    <a:pt x="5102" y="1271"/>
                  </a:moveTo>
                  <a:cubicBezTo>
                    <a:pt x="5187" y="1271"/>
                    <a:pt x="5273" y="1278"/>
                    <a:pt x="5356" y="1293"/>
                  </a:cubicBezTo>
                  <a:cubicBezTo>
                    <a:pt x="5293" y="1356"/>
                    <a:pt x="5167" y="1451"/>
                    <a:pt x="5104" y="1514"/>
                  </a:cubicBezTo>
                  <a:cubicBezTo>
                    <a:pt x="4348" y="2270"/>
                    <a:pt x="3781" y="3373"/>
                    <a:pt x="3466" y="4822"/>
                  </a:cubicBezTo>
                  <a:cubicBezTo>
                    <a:pt x="3182" y="4475"/>
                    <a:pt x="3088" y="4034"/>
                    <a:pt x="3088" y="3562"/>
                  </a:cubicBezTo>
                  <a:cubicBezTo>
                    <a:pt x="3088" y="2900"/>
                    <a:pt x="3340" y="2270"/>
                    <a:pt x="3844" y="1797"/>
                  </a:cubicBezTo>
                  <a:cubicBezTo>
                    <a:pt x="4163" y="1478"/>
                    <a:pt x="4639" y="1271"/>
                    <a:pt x="5102" y="1271"/>
                  </a:cubicBezTo>
                  <a:close/>
                  <a:moveTo>
                    <a:pt x="6711" y="1293"/>
                  </a:moveTo>
                  <a:lnTo>
                    <a:pt x="6711" y="1293"/>
                  </a:lnTo>
                  <a:cubicBezTo>
                    <a:pt x="6616" y="2427"/>
                    <a:pt x="7026" y="3530"/>
                    <a:pt x="7845" y="4318"/>
                  </a:cubicBezTo>
                  <a:cubicBezTo>
                    <a:pt x="8562" y="5035"/>
                    <a:pt x="9540" y="5465"/>
                    <a:pt x="10565" y="5465"/>
                  </a:cubicBezTo>
                  <a:cubicBezTo>
                    <a:pt x="10666" y="5465"/>
                    <a:pt x="10768" y="5460"/>
                    <a:pt x="10870" y="5452"/>
                  </a:cubicBezTo>
                  <a:lnTo>
                    <a:pt x="10870" y="5452"/>
                  </a:lnTo>
                  <a:cubicBezTo>
                    <a:pt x="10681" y="5893"/>
                    <a:pt x="10429" y="6303"/>
                    <a:pt x="10082" y="6618"/>
                  </a:cubicBezTo>
                  <a:cubicBezTo>
                    <a:pt x="8444" y="8256"/>
                    <a:pt x="4852" y="8413"/>
                    <a:pt x="3749" y="8413"/>
                  </a:cubicBezTo>
                  <a:cubicBezTo>
                    <a:pt x="3749" y="7311"/>
                    <a:pt x="3907" y="3719"/>
                    <a:pt x="5545" y="2081"/>
                  </a:cubicBezTo>
                  <a:cubicBezTo>
                    <a:pt x="5860" y="1766"/>
                    <a:pt x="6270" y="1482"/>
                    <a:pt x="6711" y="1293"/>
                  </a:cubicBezTo>
                  <a:close/>
                  <a:moveTo>
                    <a:pt x="10838" y="6838"/>
                  </a:moveTo>
                  <a:cubicBezTo>
                    <a:pt x="10964" y="7405"/>
                    <a:pt x="10775" y="7941"/>
                    <a:pt x="10365" y="8382"/>
                  </a:cubicBezTo>
                  <a:cubicBezTo>
                    <a:pt x="9888" y="8860"/>
                    <a:pt x="9239" y="9101"/>
                    <a:pt x="8593" y="9101"/>
                  </a:cubicBezTo>
                  <a:cubicBezTo>
                    <a:pt x="8132" y="9101"/>
                    <a:pt x="7672" y="8978"/>
                    <a:pt x="7278" y="8728"/>
                  </a:cubicBezTo>
                  <a:cubicBezTo>
                    <a:pt x="8759" y="8382"/>
                    <a:pt x="9893" y="7878"/>
                    <a:pt x="10586" y="7122"/>
                  </a:cubicBezTo>
                  <a:cubicBezTo>
                    <a:pt x="10681" y="7027"/>
                    <a:pt x="10775" y="6933"/>
                    <a:pt x="10838" y="6838"/>
                  </a:cubicBezTo>
                  <a:close/>
                  <a:moveTo>
                    <a:pt x="1902" y="8486"/>
                  </a:moveTo>
                  <a:cubicBezTo>
                    <a:pt x="2355" y="8486"/>
                    <a:pt x="2810" y="8652"/>
                    <a:pt x="3151" y="9012"/>
                  </a:cubicBezTo>
                  <a:cubicBezTo>
                    <a:pt x="3718" y="9611"/>
                    <a:pt x="3812" y="10461"/>
                    <a:pt x="3466" y="11123"/>
                  </a:cubicBezTo>
                  <a:cubicBezTo>
                    <a:pt x="3151" y="10619"/>
                    <a:pt x="2804" y="10178"/>
                    <a:pt x="2426" y="9768"/>
                  </a:cubicBezTo>
                  <a:cubicBezTo>
                    <a:pt x="2017" y="9358"/>
                    <a:pt x="1544" y="9012"/>
                    <a:pt x="1040" y="8697"/>
                  </a:cubicBezTo>
                  <a:cubicBezTo>
                    <a:pt x="1304" y="8559"/>
                    <a:pt x="1603" y="8486"/>
                    <a:pt x="1902" y="8486"/>
                  </a:cubicBezTo>
                  <a:close/>
                  <a:moveTo>
                    <a:pt x="9468" y="0"/>
                  </a:moveTo>
                  <a:cubicBezTo>
                    <a:pt x="8905" y="0"/>
                    <a:pt x="8299" y="77"/>
                    <a:pt x="7719" y="222"/>
                  </a:cubicBezTo>
                  <a:cubicBezTo>
                    <a:pt x="7247" y="348"/>
                    <a:pt x="6711" y="537"/>
                    <a:pt x="6112" y="852"/>
                  </a:cubicBezTo>
                  <a:cubicBezTo>
                    <a:pt x="5784" y="699"/>
                    <a:pt x="5436" y="625"/>
                    <a:pt x="5090" y="625"/>
                  </a:cubicBezTo>
                  <a:cubicBezTo>
                    <a:pt x="4442" y="625"/>
                    <a:pt x="3802" y="884"/>
                    <a:pt x="3308" y="1356"/>
                  </a:cubicBezTo>
                  <a:cubicBezTo>
                    <a:pt x="2741" y="1955"/>
                    <a:pt x="2363" y="2774"/>
                    <a:pt x="2363" y="3656"/>
                  </a:cubicBezTo>
                  <a:cubicBezTo>
                    <a:pt x="2363" y="4475"/>
                    <a:pt x="2678" y="5263"/>
                    <a:pt x="3277" y="5893"/>
                  </a:cubicBezTo>
                  <a:cubicBezTo>
                    <a:pt x="3151" y="6649"/>
                    <a:pt x="3088" y="7405"/>
                    <a:pt x="3088" y="8130"/>
                  </a:cubicBezTo>
                  <a:cubicBezTo>
                    <a:pt x="2722" y="7947"/>
                    <a:pt x="2319" y="7854"/>
                    <a:pt x="1916" y="7854"/>
                  </a:cubicBezTo>
                  <a:cubicBezTo>
                    <a:pt x="1278" y="7854"/>
                    <a:pt x="641" y="8088"/>
                    <a:pt x="158" y="8571"/>
                  </a:cubicBezTo>
                  <a:cubicBezTo>
                    <a:pt x="0" y="8728"/>
                    <a:pt x="63" y="9043"/>
                    <a:pt x="252" y="9169"/>
                  </a:cubicBezTo>
                  <a:cubicBezTo>
                    <a:pt x="1481" y="9800"/>
                    <a:pt x="2489" y="10808"/>
                    <a:pt x="3119" y="12036"/>
                  </a:cubicBezTo>
                  <a:cubicBezTo>
                    <a:pt x="3191" y="12180"/>
                    <a:pt x="3315" y="12252"/>
                    <a:pt x="3443" y="12252"/>
                  </a:cubicBezTo>
                  <a:cubicBezTo>
                    <a:pt x="3539" y="12252"/>
                    <a:pt x="3637" y="12212"/>
                    <a:pt x="3718" y="12131"/>
                  </a:cubicBezTo>
                  <a:cubicBezTo>
                    <a:pt x="4506" y="11343"/>
                    <a:pt x="4663" y="10146"/>
                    <a:pt x="4159" y="9201"/>
                  </a:cubicBezTo>
                  <a:cubicBezTo>
                    <a:pt x="4884" y="9201"/>
                    <a:pt x="5671" y="9138"/>
                    <a:pt x="6396" y="9012"/>
                  </a:cubicBezTo>
                  <a:cubicBezTo>
                    <a:pt x="7026" y="9611"/>
                    <a:pt x="7814" y="9926"/>
                    <a:pt x="8633" y="9926"/>
                  </a:cubicBezTo>
                  <a:cubicBezTo>
                    <a:pt x="9452" y="9926"/>
                    <a:pt x="10271" y="9611"/>
                    <a:pt x="10933" y="8980"/>
                  </a:cubicBezTo>
                  <a:cubicBezTo>
                    <a:pt x="11657" y="8224"/>
                    <a:pt x="11878" y="7122"/>
                    <a:pt x="11437" y="6176"/>
                  </a:cubicBezTo>
                  <a:cubicBezTo>
                    <a:pt x="11752" y="5609"/>
                    <a:pt x="11941" y="5042"/>
                    <a:pt x="12067" y="4570"/>
                  </a:cubicBezTo>
                  <a:cubicBezTo>
                    <a:pt x="12224" y="3625"/>
                    <a:pt x="12256" y="2616"/>
                    <a:pt x="12130" y="1923"/>
                  </a:cubicBezTo>
                  <a:cubicBezTo>
                    <a:pt x="12067" y="1419"/>
                    <a:pt x="11626" y="1041"/>
                    <a:pt x="11153" y="1041"/>
                  </a:cubicBezTo>
                  <a:cubicBezTo>
                    <a:pt x="11122" y="537"/>
                    <a:pt x="10775" y="159"/>
                    <a:pt x="10302" y="65"/>
                  </a:cubicBezTo>
                  <a:cubicBezTo>
                    <a:pt x="10043" y="21"/>
                    <a:pt x="9761" y="0"/>
                    <a:pt x="9468" y="0"/>
                  </a:cubicBezTo>
                  <a:close/>
                </a:path>
              </a:pathLst>
            </a:cu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 name="Google Shape;366;p51"/>
            <p:cNvSpPr/>
            <p:nvPr/>
          </p:nvSpPr>
          <p:spPr>
            <a:xfrm>
              <a:off x="-21171875" y="2521375"/>
              <a:ext cx="73275" cy="66100"/>
            </a:xfrm>
            <a:custGeom>
              <a:avLst/>
              <a:gdLst/>
              <a:ahLst/>
              <a:cxnLst/>
              <a:rect l="l" t="t" r="r" b="b"/>
              <a:pathLst>
                <a:path w="2931" h="2644" extrusionOk="0">
                  <a:moveTo>
                    <a:pt x="1499" y="0"/>
                  </a:moveTo>
                  <a:cubicBezTo>
                    <a:pt x="1471" y="0"/>
                    <a:pt x="1444" y="3"/>
                    <a:pt x="1418" y="8"/>
                  </a:cubicBezTo>
                  <a:lnTo>
                    <a:pt x="1009" y="166"/>
                  </a:lnTo>
                  <a:cubicBezTo>
                    <a:pt x="253" y="386"/>
                    <a:pt x="1" y="1394"/>
                    <a:pt x="568" y="1930"/>
                  </a:cubicBezTo>
                  <a:lnTo>
                    <a:pt x="977" y="2340"/>
                  </a:lnTo>
                  <a:cubicBezTo>
                    <a:pt x="1182" y="2544"/>
                    <a:pt x="1451" y="2643"/>
                    <a:pt x="1720" y="2643"/>
                  </a:cubicBezTo>
                  <a:cubicBezTo>
                    <a:pt x="2154" y="2643"/>
                    <a:pt x="2586" y="2385"/>
                    <a:pt x="2742" y="1898"/>
                  </a:cubicBezTo>
                  <a:lnTo>
                    <a:pt x="2899" y="1457"/>
                  </a:lnTo>
                  <a:cubicBezTo>
                    <a:pt x="2931" y="1268"/>
                    <a:pt x="2805" y="1016"/>
                    <a:pt x="2616" y="985"/>
                  </a:cubicBezTo>
                  <a:cubicBezTo>
                    <a:pt x="2577" y="972"/>
                    <a:pt x="2537" y="966"/>
                    <a:pt x="2498" y="966"/>
                  </a:cubicBezTo>
                  <a:cubicBezTo>
                    <a:pt x="2344" y="966"/>
                    <a:pt x="2200" y="1061"/>
                    <a:pt x="2175" y="1237"/>
                  </a:cubicBezTo>
                  <a:lnTo>
                    <a:pt x="2017" y="1646"/>
                  </a:lnTo>
                  <a:cubicBezTo>
                    <a:pt x="1977" y="1806"/>
                    <a:pt x="1836" y="1890"/>
                    <a:pt x="1682" y="1890"/>
                  </a:cubicBezTo>
                  <a:cubicBezTo>
                    <a:pt x="1593" y="1890"/>
                    <a:pt x="1499" y="1862"/>
                    <a:pt x="1418" y="1804"/>
                  </a:cubicBezTo>
                  <a:lnTo>
                    <a:pt x="1040" y="1426"/>
                  </a:lnTo>
                  <a:cubicBezTo>
                    <a:pt x="851" y="1237"/>
                    <a:pt x="914" y="922"/>
                    <a:pt x="1198" y="827"/>
                  </a:cubicBezTo>
                  <a:lnTo>
                    <a:pt x="1639" y="670"/>
                  </a:lnTo>
                  <a:cubicBezTo>
                    <a:pt x="1828" y="607"/>
                    <a:pt x="1891" y="386"/>
                    <a:pt x="1859" y="229"/>
                  </a:cubicBezTo>
                  <a:cubicBezTo>
                    <a:pt x="1807" y="70"/>
                    <a:pt x="1643" y="0"/>
                    <a:pt x="1499" y="0"/>
                  </a:cubicBezTo>
                  <a:close/>
                </a:path>
              </a:pathLst>
            </a:cu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367" name="Google Shape;367;p51"/>
          <p:cNvGrpSpPr/>
          <p:nvPr/>
        </p:nvGrpSpPr>
        <p:grpSpPr>
          <a:xfrm>
            <a:off x="7075175" y="1993360"/>
            <a:ext cx="361250" cy="471471"/>
            <a:chOff x="-18258450" y="2809825"/>
            <a:chExt cx="232375" cy="303275"/>
          </a:xfrm>
        </p:grpSpPr>
        <p:sp>
          <p:nvSpPr>
            <p:cNvPr id="368" name="Google Shape;368;p51"/>
            <p:cNvSpPr/>
            <p:nvPr/>
          </p:nvSpPr>
          <p:spPr>
            <a:xfrm>
              <a:off x="-18177325" y="2908300"/>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51"/>
            <p:cNvSpPr/>
            <p:nvPr/>
          </p:nvSpPr>
          <p:spPr>
            <a:xfrm>
              <a:off x="-18123775" y="2908300"/>
              <a:ext cx="18150" cy="18125"/>
            </a:xfrm>
            <a:custGeom>
              <a:avLst/>
              <a:gdLst/>
              <a:ahLst/>
              <a:cxnLst/>
              <a:rect l="l" t="t" r="r" b="b"/>
              <a:pathLst>
                <a:path w="726" h="725" extrusionOk="0">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51"/>
            <p:cNvSpPr/>
            <p:nvPr/>
          </p:nvSpPr>
          <p:spPr>
            <a:xfrm>
              <a:off x="-18258450" y="2809825"/>
              <a:ext cx="232375" cy="303275"/>
            </a:xfrm>
            <a:custGeom>
              <a:avLst/>
              <a:gdLst/>
              <a:ahLst/>
              <a:cxnLst/>
              <a:rect l="l" t="t" r="r" b="b"/>
              <a:pathLst>
                <a:path w="9295" h="12131" extrusionOk="0">
                  <a:moveTo>
                    <a:pt x="4663" y="726"/>
                  </a:moveTo>
                  <a:cubicBezTo>
                    <a:pt x="5640" y="726"/>
                    <a:pt x="6617" y="1387"/>
                    <a:pt x="7373" y="2553"/>
                  </a:cubicBezTo>
                  <a:cubicBezTo>
                    <a:pt x="7121" y="2490"/>
                    <a:pt x="6459" y="2238"/>
                    <a:pt x="6175" y="2175"/>
                  </a:cubicBezTo>
                  <a:cubicBezTo>
                    <a:pt x="6144" y="2159"/>
                    <a:pt x="6097" y="2151"/>
                    <a:pt x="6049" y="2151"/>
                  </a:cubicBezTo>
                  <a:cubicBezTo>
                    <a:pt x="6002" y="2151"/>
                    <a:pt x="5955" y="2159"/>
                    <a:pt x="5923" y="2175"/>
                  </a:cubicBezTo>
                  <a:lnTo>
                    <a:pt x="4663" y="2805"/>
                  </a:lnTo>
                  <a:lnTo>
                    <a:pt x="3403" y="2175"/>
                  </a:lnTo>
                  <a:cubicBezTo>
                    <a:pt x="3356" y="2159"/>
                    <a:pt x="3301" y="2151"/>
                    <a:pt x="3249" y="2151"/>
                  </a:cubicBezTo>
                  <a:cubicBezTo>
                    <a:pt x="3198" y="2151"/>
                    <a:pt x="3151" y="2159"/>
                    <a:pt x="3120" y="2175"/>
                  </a:cubicBezTo>
                  <a:lnTo>
                    <a:pt x="1922" y="2553"/>
                  </a:lnTo>
                  <a:cubicBezTo>
                    <a:pt x="2710" y="1387"/>
                    <a:pt x="3718" y="726"/>
                    <a:pt x="4663" y="726"/>
                  </a:cubicBezTo>
                  <a:close/>
                  <a:moveTo>
                    <a:pt x="6144" y="2868"/>
                  </a:moveTo>
                  <a:lnTo>
                    <a:pt x="6617" y="3025"/>
                  </a:lnTo>
                  <a:cubicBezTo>
                    <a:pt x="7341" y="3908"/>
                    <a:pt x="7404" y="5168"/>
                    <a:pt x="6743" y="6081"/>
                  </a:cubicBezTo>
                  <a:lnTo>
                    <a:pt x="6112" y="6396"/>
                  </a:lnTo>
                  <a:lnTo>
                    <a:pt x="5041" y="5829"/>
                  </a:lnTo>
                  <a:lnTo>
                    <a:pt x="5041" y="5325"/>
                  </a:lnTo>
                  <a:cubicBezTo>
                    <a:pt x="5041" y="5136"/>
                    <a:pt x="4884" y="4979"/>
                    <a:pt x="4695" y="4979"/>
                  </a:cubicBezTo>
                  <a:cubicBezTo>
                    <a:pt x="4506" y="4979"/>
                    <a:pt x="4348" y="5136"/>
                    <a:pt x="4348" y="5325"/>
                  </a:cubicBezTo>
                  <a:lnTo>
                    <a:pt x="4348" y="5829"/>
                  </a:lnTo>
                  <a:lnTo>
                    <a:pt x="3277" y="6396"/>
                  </a:lnTo>
                  <a:lnTo>
                    <a:pt x="2647" y="6081"/>
                  </a:lnTo>
                  <a:cubicBezTo>
                    <a:pt x="1985" y="5136"/>
                    <a:pt x="2048" y="3908"/>
                    <a:pt x="2773" y="3025"/>
                  </a:cubicBezTo>
                  <a:lnTo>
                    <a:pt x="3246" y="2868"/>
                  </a:lnTo>
                  <a:lnTo>
                    <a:pt x="4537" y="3498"/>
                  </a:lnTo>
                  <a:cubicBezTo>
                    <a:pt x="4600" y="3530"/>
                    <a:pt x="4655" y="3545"/>
                    <a:pt x="4707" y="3545"/>
                  </a:cubicBezTo>
                  <a:cubicBezTo>
                    <a:pt x="4758" y="3545"/>
                    <a:pt x="4805" y="3530"/>
                    <a:pt x="4852" y="3498"/>
                  </a:cubicBezTo>
                  <a:lnTo>
                    <a:pt x="6144" y="2868"/>
                  </a:lnTo>
                  <a:close/>
                  <a:moveTo>
                    <a:pt x="7530" y="6459"/>
                  </a:moveTo>
                  <a:lnTo>
                    <a:pt x="8601" y="7027"/>
                  </a:lnTo>
                  <a:cubicBezTo>
                    <a:pt x="8507" y="9641"/>
                    <a:pt x="6932" y="11469"/>
                    <a:pt x="4663" y="11469"/>
                  </a:cubicBezTo>
                  <a:cubicBezTo>
                    <a:pt x="2363" y="11469"/>
                    <a:pt x="788" y="9704"/>
                    <a:pt x="725" y="7027"/>
                  </a:cubicBezTo>
                  <a:lnTo>
                    <a:pt x="1765" y="6459"/>
                  </a:lnTo>
                  <a:lnTo>
                    <a:pt x="2206" y="6648"/>
                  </a:lnTo>
                  <a:lnTo>
                    <a:pt x="3088" y="7090"/>
                  </a:lnTo>
                  <a:cubicBezTo>
                    <a:pt x="3135" y="7105"/>
                    <a:pt x="3190" y="7113"/>
                    <a:pt x="3246" y="7113"/>
                  </a:cubicBezTo>
                  <a:cubicBezTo>
                    <a:pt x="3301" y="7113"/>
                    <a:pt x="3356" y="7105"/>
                    <a:pt x="3403" y="7090"/>
                  </a:cubicBezTo>
                  <a:lnTo>
                    <a:pt x="4663" y="6459"/>
                  </a:lnTo>
                  <a:lnTo>
                    <a:pt x="5923" y="7090"/>
                  </a:lnTo>
                  <a:cubicBezTo>
                    <a:pt x="5971" y="7105"/>
                    <a:pt x="6026" y="7113"/>
                    <a:pt x="6081" y="7113"/>
                  </a:cubicBezTo>
                  <a:cubicBezTo>
                    <a:pt x="6136" y="7113"/>
                    <a:pt x="6191" y="7105"/>
                    <a:pt x="6238" y="7090"/>
                  </a:cubicBezTo>
                  <a:lnTo>
                    <a:pt x="7089" y="6648"/>
                  </a:lnTo>
                  <a:lnTo>
                    <a:pt x="7530" y="6459"/>
                  </a:lnTo>
                  <a:close/>
                  <a:moveTo>
                    <a:pt x="4663" y="1"/>
                  </a:moveTo>
                  <a:cubicBezTo>
                    <a:pt x="3214" y="1"/>
                    <a:pt x="1796" y="1135"/>
                    <a:pt x="883" y="3025"/>
                  </a:cubicBezTo>
                  <a:cubicBezTo>
                    <a:pt x="776" y="3265"/>
                    <a:pt x="939" y="3527"/>
                    <a:pt x="1163" y="3527"/>
                  </a:cubicBezTo>
                  <a:cubicBezTo>
                    <a:pt x="1205" y="3527"/>
                    <a:pt x="1248" y="3518"/>
                    <a:pt x="1292" y="3498"/>
                  </a:cubicBezTo>
                  <a:lnTo>
                    <a:pt x="1702" y="3403"/>
                  </a:lnTo>
                  <a:lnTo>
                    <a:pt x="1702" y="3403"/>
                  </a:lnTo>
                  <a:cubicBezTo>
                    <a:pt x="1387" y="4128"/>
                    <a:pt x="1355" y="4979"/>
                    <a:pt x="1607" y="5766"/>
                  </a:cubicBezTo>
                  <a:lnTo>
                    <a:pt x="221" y="6459"/>
                  </a:lnTo>
                  <a:cubicBezTo>
                    <a:pt x="95" y="6554"/>
                    <a:pt x="1" y="6648"/>
                    <a:pt x="1" y="6774"/>
                  </a:cubicBezTo>
                  <a:cubicBezTo>
                    <a:pt x="1" y="10209"/>
                    <a:pt x="2143" y="12130"/>
                    <a:pt x="4663" y="12130"/>
                  </a:cubicBezTo>
                  <a:cubicBezTo>
                    <a:pt x="7184" y="12130"/>
                    <a:pt x="9294" y="10177"/>
                    <a:pt x="9294" y="6774"/>
                  </a:cubicBezTo>
                  <a:cubicBezTo>
                    <a:pt x="9294" y="6648"/>
                    <a:pt x="9231" y="6554"/>
                    <a:pt x="9105" y="6459"/>
                  </a:cubicBezTo>
                  <a:lnTo>
                    <a:pt x="7688" y="5766"/>
                  </a:lnTo>
                  <a:cubicBezTo>
                    <a:pt x="7971" y="5010"/>
                    <a:pt x="7971" y="4191"/>
                    <a:pt x="7593" y="3403"/>
                  </a:cubicBezTo>
                  <a:lnTo>
                    <a:pt x="7593" y="3403"/>
                  </a:lnTo>
                  <a:lnTo>
                    <a:pt x="8003" y="3498"/>
                  </a:lnTo>
                  <a:cubicBezTo>
                    <a:pt x="8052" y="3518"/>
                    <a:pt x="8099" y="3527"/>
                    <a:pt x="8144" y="3527"/>
                  </a:cubicBezTo>
                  <a:cubicBezTo>
                    <a:pt x="8387" y="3527"/>
                    <a:pt x="8550" y="3265"/>
                    <a:pt x="8444" y="3025"/>
                  </a:cubicBezTo>
                  <a:cubicBezTo>
                    <a:pt x="7530" y="1135"/>
                    <a:pt x="6112" y="1"/>
                    <a:pt x="4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1" name="Google Shape;371;p51"/>
          <p:cNvGrpSpPr/>
          <p:nvPr/>
        </p:nvGrpSpPr>
        <p:grpSpPr>
          <a:xfrm>
            <a:off x="4335662" y="2022742"/>
            <a:ext cx="472676" cy="442089"/>
            <a:chOff x="-16066500" y="2060800"/>
            <a:chExt cx="304050" cy="284375"/>
          </a:xfrm>
        </p:grpSpPr>
        <p:sp>
          <p:nvSpPr>
            <p:cNvPr id="372" name="Google Shape;372;p51"/>
            <p:cNvSpPr/>
            <p:nvPr/>
          </p:nvSpPr>
          <p:spPr>
            <a:xfrm>
              <a:off x="-15978275" y="2203375"/>
              <a:ext cx="18125" cy="18125"/>
            </a:xfrm>
            <a:custGeom>
              <a:avLst/>
              <a:gdLst/>
              <a:ahLst/>
              <a:cxnLst/>
              <a:rect l="l" t="t" r="r" b="b"/>
              <a:pathLst>
                <a:path w="725" h="725" extrusionOk="0">
                  <a:moveTo>
                    <a:pt x="347" y="0"/>
                  </a:moveTo>
                  <a:cubicBezTo>
                    <a:pt x="158" y="0"/>
                    <a:pt x="0" y="158"/>
                    <a:pt x="0" y="347"/>
                  </a:cubicBezTo>
                  <a:cubicBezTo>
                    <a:pt x="0" y="567"/>
                    <a:pt x="158" y="725"/>
                    <a:pt x="347" y="725"/>
                  </a:cubicBezTo>
                  <a:cubicBezTo>
                    <a:pt x="567" y="725"/>
                    <a:pt x="725" y="567"/>
                    <a:pt x="725" y="347"/>
                  </a:cubicBezTo>
                  <a:cubicBezTo>
                    <a:pt x="725" y="158"/>
                    <a:pt x="567"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51"/>
            <p:cNvSpPr/>
            <p:nvPr/>
          </p:nvSpPr>
          <p:spPr>
            <a:xfrm>
              <a:off x="-15869575" y="2203375"/>
              <a:ext cx="17350" cy="18125"/>
            </a:xfrm>
            <a:custGeom>
              <a:avLst/>
              <a:gdLst/>
              <a:ahLst/>
              <a:cxnLst/>
              <a:rect l="l" t="t" r="r" b="b"/>
              <a:pathLst>
                <a:path w="694" h="725" extrusionOk="0">
                  <a:moveTo>
                    <a:pt x="347" y="0"/>
                  </a:moveTo>
                  <a:cubicBezTo>
                    <a:pt x="158" y="0"/>
                    <a:pt x="0" y="158"/>
                    <a:pt x="0" y="347"/>
                  </a:cubicBezTo>
                  <a:cubicBezTo>
                    <a:pt x="0" y="567"/>
                    <a:pt x="158" y="725"/>
                    <a:pt x="347" y="725"/>
                  </a:cubicBezTo>
                  <a:cubicBezTo>
                    <a:pt x="536" y="725"/>
                    <a:pt x="693" y="567"/>
                    <a:pt x="693" y="347"/>
                  </a:cubicBezTo>
                  <a:cubicBezTo>
                    <a:pt x="693"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51"/>
            <p:cNvSpPr/>
            <p:nvPr/>
          </p:nvSpPr>
          <p:spPr>
            <a:xfrm>
              <a:off x="-15954650" y="2186825"/>
              <a:ext cx="78775" cy="88250"/>
            </a:xfrm>
            <a:custGeom>
              <a:avLst/>
              <a:gdLst/>
              <a:ahLst/>
              <a:cxnLst/>
              <a:rect l="l" t="t" r="r" b="b"/>
              <a:pathLst>
                <a:path w="3151" h="3530" extrusionOk="0">
                  <a:moveTo>
                    <a:pt x="1607" y="662"/>
                  </a:moveTo>
                  <a:cubicBezTo>
                    <a:pt x="1891" y="662"/>
                    <a:pt x="2080" y="820"/>
                    <a:pt x="2174" y="1103"/>
                  </a:cubicBezTo>
                  <a:lnTo>
                    <a:pt x="2458" y="2111"/>
                  </a:lnTo>
                  <a:cubicBezTo>
                    <a:pt x="2489" y="2269"/>
                    <a:pt x="2458" y="2490"/>
                    <a:pt x="2332" y="2584"/>
                  </a:cubicBezTo>
                  <a:cubicBezTo>
                    <a:pt x="2206" y="2710"/>
                    <a:pt x="2048" y="2805"/>
                    <a:pt x="1891" y="2805"/>
                  </a:cubicBezTo>
                  <a:lnTo>
                    <a:pt x="1387" y="2805"/>
                  </a:lnTo>
                  <a:cubicBezTo>
                    <a:pt x="1229" y="2805"/>
                    <a:pt x="1072" y="2710"/>
                    <a:pt x="946" y="2584"/>
                  </a:cubicBezTo>
                  <a:cubicBezTo>
                    <a:pt x="788" y="2458"/>
                    <a:pt x="757" y="2269"/>
                    <a:pt x="788" y="2111"/>
                  </a:cubicBezTo>
                  <a:lnTo>
                    <a:pt x="1072" y="1103"/>
                  </a:lnTo>
                  <a:cubicBezTo>
                    <a:pt x="1135" y="851"/>
                    <a:pt x="1355" y="662"/>
                    <a:pt x="1607" y="662"/>
                  </a:cubicBezTo>
                  <a:close/>
                  <a:moveTo>
                    <a:pt x="1576" y="1"/>
                  </a:moveTo>
                  <a:cubicBezTo>
                    <a:pt x="977" y="1"/>
                    <a:pt x="473" y="379"/>
                    <a:pt x="347" y="946"/>
                  </a:cubicBezTo>
                  <a:lnTo>
                    <a:pt x="95" y="1954"/>
                  </a:lnTo>
                  <a:cubicBezTo>
                    <a:pt x="1" y="2364"/>
                    <a:pt x="95" y="2742"/>
                    <a:pt x="316" y="3057"/>
                  </a:cubicBezTo>
                  <a:cubicBezTo>
                    <a:pt x="599" y="3340"/>
                    <a:pt x="946" y="3529"/>
                    <a:pt x="1355" y="3529"/>
                  </a:cubicBezTo>
                  <a:lnTo>
                    <a:pt x="1859" y="3529"/>
                  </a:lnTo>
                  <a:cubicBezTo>
                    <a:pt x="2237" y="3529"/>
                    <a:pt x="2615" y="3340"/>
                    <a:pt x="2836" y="3057"/>
                  </a:cubicBezTo>
                  <a:cubicBezTo>
                    <a:pt x="3088" y="2742"/>
                    <a:pt x="3151" y="2364"/>
                    <a:pt x="3088" y="1954"/>
                  </a:cubicBezTo>
                  <a:lnTo>
                    <a:pt x="2804" y="946"/>
                  </a:lnTo>
                  <a:cubicBezTo>
                    <a:pt x="2647" y="379"/>
                    <a:pt x="2174" y="1"/>
                    <a:pt x="15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51"/>
            <p:cNvSpPr/>
            <p:nvPr/>
          </p:nvSpPr>
          <p:spPr>
            <a:xfrm>
              <a:off x="-16066500" y="2060800"/>
              <a:ext cx="304050" cy="284375"/>
            </a:xfrm>
            <a:custGeom>
              <a:avLst/>
              <a:gdLst/>
              <a:ahLst/>
              <a:cxnLst/>
              <a:rect l="l" t="t" r="r" b="b"/>
              <a:pathLst>
                <a:path w="12162" h="11375" extrusionOk="0">
                  <a:moveTo>
                    <a:pt x="9326" y="694"/>
                  </a:moveTo>
                  <a:cubicBezTo>
                    <a:pt x="10492" y="694"/>
                    <a:pt x="11437" y="1639"/>
                    <a:pt x="11437" y="2836"/>
                  </a:cubicBezTo>
                  <a:cubicBezTo>
                    <a:pt x="11437" y="2962"/>
                    <a:pt x="11437" y="3025"/>
                    <a:pt x="11406" y="3120"/>
                  </a:cubicBezTo>
                  <a:cubicBezTo>
                    <a:pt x="10996" y="2584"/>
                    <a:pt x="10334" y="2269"/>
                    <a:pt x="9673" y="2175"/>
                  </a:cubicBezTo>
                  <a:cubicBezTo>
                    <a:pt x="9649" y="2170"/>
                    <a:pt x="9625" y="2168"/>
                    <a:pt x="9602" y="2168"/>
                  </a:cubicBezTo>
                  <a:cubicBezTo>
                    <a:pt x="9302" y="2168"/>
                    <a:pt x="9153" y="2537"/>
                    <a:pt x="9358" y="2742"/>
                  </a:cubicBezTo>
                  <a:cubicBezTo>
                    <a:pt x="9767" y="3151"/>
                    <a:pt x="9988" y="3687"/>
                    <a:pt x="9988" y="4254"/>
                  </a:cubicBezTo>
                  <a:cubicBezTo>
                    <a:pt x="9988" y="4412"/>
                    <a:pt x="9988" y="4569"/>
                    <a:pt x="9956" y="4727"/>
                  </a:cubicBezTo>
                  <a:cubicBezTo>
                    <a:pt x="9484" y="3844"/>
                    <a:pt x="8759" y="3120"/>
                    <a:pt x="7909" y="2616"/>
                  </a:cubicBezTo>
                  <a:cubicBezTo>
                    <a:pt x="7657" y="2521"/>
                    <a:pt x="7468" y="2395"/>
                    <a:pt x="7247" y="2301"/>
                  </a:cubicBezTo>
                  <a:cubicBezTo>
                    <a:pt x="7468" y="1356"/>
                    <a:pt x="8287" y="694"/>
                    <a:pt x="9326" y="694"/>
                  </a:cubicBezTo>
                  <a:close/>
                  <a:moveTo>
                    <a:pt x="2836" y="757"/>
                  </a:moveTo>
                  <a:cubicBezTo>
                    <a:pt x="3813" y="757"/>
                    <a:pt x="4664" y="1419"/>
                    <a:pt x="4916" y="2364"/>
                  </a:cubicBezTo>
                  <a:cubicBezTo>
                    <a:pt x="3718" y="2742"/>
                    <a:pt x="2773" y="3687"/>
                    <a:pt x="2206" y="4758"/>
                  </a:cubicBezTo>
                  <a:cubicBezTo>
                    <a:pt x="2143" y="4601"/>
                    <a:pt x="2112" y="4443"/>
                    <a:pt x="2112" y="4286"/>
                  </a:cubicBezTo>
                  <a:cubicBezTo>
                    <a:pt x="2112" y="3750"/>
                    <a:pt x="2364" y="3183"/>
                    <a:pt x="2742" y="2773"/>
                  </a:cubicBezTo>
                  <a:cubicBezTo>
                    <a:pt x="2970" y="2574"/>
                    <a:pt x="2811" y="2193"/>
                    <a:pt x="2521" y="2193"/>
                  </a:cubicBezTo>
                  <a:cubicBezTo>
                    <a:pt x="2491" y="2193"/>
                    <a:pt x="2459" y="2197"/>
                    <a:pt x="2427" y="2206"/>
                  </a:cubicBezTo>
                  <a:cubicBezTo>
                    <a:pt x="1765" y="2269"/>
                    <a:pt x="1135" y="2616"/>
                    <a:pt x="694" y="3151"/>
                  </a:cubicBezTo>
                  <a:cubicBezTo>
                    <a:pt x="536" y="1891"/>
                    <a:pt x="1513" y="757"/>
                    <a:pt x="2836" y="757"/>
                  </a:cubicBezTo>
                  <a:close/>
                  <a:moveTo>
                    <a:pt x="6050" y="2836"/>
                  </a:moveTo>
                  <a:cubicBezTo>
                    <a:pt x="8224" y="2836"/>
                    <a:pt x="9988" y="5325"/>
                    <a:pt x="9988" y="7468"/>
                  </a:cubicBezTo>
                  <a:cubicBezTo>
                    <a:pt x="10019" y="9862"/>
                    <a:pt x="7909" y="10713"/>
                    <a:pt x="6050" y="10713"/>
                  </a:cubicBezTo>
                  <a:cubicBezTo>
                    <a:pt x="4254" y="10713"/>
                    <a:pt x="2112" y="9893"/>
                    <a:pt x="2112" y="7468"/>
                  </a:cubicBezTo>
                  <a:cubicBezTo>
                    <a:pt x="2112" y="5325"/>
                    <a:pt x="3876" y="2836"/>
                    <a:pt x="6050" y="2836"/>
                  </a:cubicBezTo>
                  <a:close/>
                  <a:moveTo>
                    <a:pt x="2836" y="1"/>
                  </a:moveTo>
                  <a:cubicBezTo>
                    <a:pt x="1261" y="1"/>
                    <a:pt x="1" y="1293"/>
                    <a:pt x="1" y="2836"/>
                  </a:cubicBezTo>
                  <a:cubicBezTo>
                    <a:pt x="1" y="3246"/>
                    <a:pt x="64" y="3655"/>
                    <a:pt x="253" y="4034"/>
                  </a:cubicBezTo>
                  <a:cubicBezTo>
                    <a:pt x="316" y="4175"/>
                    <a:pt x="450" y="4246"/>
                    <a:pt x="580" y="4246"/>
                  </a:cubicBezTo>
                  <a:cubicBezTo>
                    <a:pt x="710" y="4246"/>
                    <a:pt x="836" y="4175"/>
                    <a:pt x="883" y="4034"/>
                  </a:cubicBezTo>
                  <a:cubicBezTo>
                    <a:pt x="1040" y="3687"/>
                    <a:pt x="1293" y="3403"/>
                    <a:pt x="1608" y="3214"/>
                  </a:cubicBezTo>
                  <a:lnTo>
                    <a:pt x="1608" y="3214"/>
                  </a:lnTo>
                  <a:cubicBezTo>
                    <a:pt x="1482" y="3529"/>
                    <a:pt x="1419" y="3876"/>
                    <a:pt x="1419" y="4254"/>
                  </a:cubicBezTo>
                  <a:cubicBezTo>
                    <a:pt x="1419" y="4727"/>
                    <a:pt x="1513" y="5199"/>
                    <a:pt x="1765" y="5577"/>
                  </a:cubicBezTo>
                  <a:cubicBezTo>
                    <a:pt x="1513" y="6176"/>
                    <a:pt x="1419" y="6806"/>
                    <a:pt x="1419" y="7436"/>
                  </a:cubicBezTo>
                  <a:cubicBezTo>
                    <a:pt x="1419" y="9988"/>
                    <a:pt x="3498" y="11374"/>
                    <a:pt x="6050" y="11374"/>
                  </a:cubicBezTo>
                  <a:cubicBezTo>
                    <a:pt x="8665" y="11374"/>
                    <a:pt x="10713" y="9988"/>
                    <a:pt x="10713" y="7436"/>
                  </a:cubicBezTo>
                  <a:cubicBezTo>
                    <a:pt x="10713" y="6806"/>
                    <a:pt x="10586" y="6176"/>
                    <a:pt x="10334" y="5577"/>
                  </a:cubicBezTo>
                  <a:cubicBezTo>
                    <a:pt x="10586" y="5136"/>
                    <a:pt x="10713" y="4727"/>
                    <a:pt x="10713" y="4254"/>
                  </a:cubicBezTo>
                  <a:cubicBezTo>
                    <a:pt x="10713" y="3876"/>
                    <a:pt x="10618" y="3529"/>
                    <a:pt x="10492" y="3214"/>
                  </a:cubicBezTo>
                  <a:lnTo>
                    <a:pt x="10492" y="3214"/>
                  </a:lnTo>
                  <a:cubicBezTo>
                    <a:pt x="10776" y="3403"/>
                    <a:pt x="11028" y="3687"/>
                    <a:pt x="11217" y="4034"/>
                  </a:cubicBezTo>
                  <a:cubicBezTo>
                    <a:pt x="11280" y="4175"/>
                    <a:pt x="11406" y="4246"/>
                    <a:pt x="11532" y="4246"/>
                  </a:cubicBezTo>
                  <a:cubicBezTo>
                    <a:pt x="11658" y="4246"/>
                    <a:pt x="11784" y="4175"/>
                    <a:pt x="11847" y="4034"/>
                  </a:cubicBezTo>
                  <a:cubicBezTo>
                    <a:pt x="12036" y="3655"/>
                    <a:pt x="12130" y="3246"/>
                    <a:pt x="12130" y="2836"/>
                  </a:cubicBezTo>
                  <a:cubicBezTo>
                    <a:pt x="12162" y="1293"/>
                    <a:pt x="10870" y="1"/>
                    <a:pt x="9295" y="1"/>
                  </a:cubicBezTo>
                  <a:cubicBezTo>
                    <a:pt x="7940" y="1"/>
                    <a:pt x="6837" y="915"/>
                    <a:pt x="6522" y="2175"/>
                  </a:cubicBezTo>
                  <a:cubicBezTo>
                    <a:pt x="6365" y="2112"/>
                    <a:pt x="6207" y="2112"/>
                    <a:pt x="6050" y="2112"/>
                  </a:cubicBezTo>
                  <a:cubicBezTo>
                    <a:pt x="5892" y="2112"/>
                    <a:pt x="5735" y="2112"/>
                    <a:pt x="5577" y="2175"/>
                  </a:cubicBezTo>
                  <a:cubicBezTo>
                    <a:pt x="5262" y="915"/>
                    <a:pt x="4128" y="1"/>
                    <a:pt x="28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51"/>
            <p:cNvSpPr/>
            <p:nvPr/>
          </p:nvSpPr>
          <p:spPr>
            <a:xfrm>
              <a:off x="-15960175" y="2287225"/>
              <a:ext cx="91400" cy="24075"/>
            </a:xfrm>
            <a:custGeom>
              <a:avLst/>
              <a:gdLst/>
              <a:ahLst/>
              <a:cxnLst/>
              <a:rect l="l" t="t" r="r" b="b"/>
              <a:pathLst>
                <a:path w="3656" h="963" extrusionOk="0">
                  <a:moveTo>
                    <a:pt x="437" y="1"/>
                  </a:moveTo>
                  <a:cubicBezTo>
                    <a:pt x="284" y="1"/>
                    <a:pt x="142" y="114"/>
                    <a:pt x="64" y="269"/>
                  </a:cubicBezTo>
                  <a:cubicBezTo>
                    <a:pt x="1" y="458"/>
                    <a:pt x="96" y="647"/>
                    <a:pt x="316" y="742"/>
                  </a:cubicBezTo>
                  <a:cubicBezTo>
                    <a:pt x="852" y="931"/>
                    <a:pt x="1450" y="962"/>
                    <a:pt x="1828" y="962"/>
                  </a:cubicBezTo>
                  <a:cubicBezTo>
                    <a:pt x="2238" y="962"/>
                    <a:pt x="2836" y="931"/>
                    <a:pt x="3372" y="742"/>
                  </a:cubicBezTo>
                  <a:cubicBezTo>
                    <a:pt x="3593" y="647"/>
                    <a:pt x="3656" y="458"/>
                    <a:pt x="3624" y="269"/>
                  </a:cubicBezTo>
                  <a:cubicBezTo>
                    <a:pt x="3546" y="114"/>
                    <a:pt x="3383" y="1"/>
                    <a:pt x="3240" y="1"/>
                  </a:cubicBezTo>
                  <a:cubicBezTo>
                    <a:pt x="3209" y="1"/>
                    <a:pt x="3179" y="6"/>
                    <a:pt x="3151" y="17"/>
                  </a:cubicBezTo>
                  <a:cubicBezTo>
                    <a:pt x="2679" y="206"/>
                    <a:pt x="2143" y="238"/>
                    <a:pt x="1828" y="238"/>
                  </a:cubicBezTo>
                  <a:cubicBezTo>
                    <a:pt x="1482" y="238"/>
                    <a:pt x="1009" y="206"/>
                    <a:pt x="537" y="17"/>
                  </a:cubicBezTo>
                  <a:cubicBezTo>
                    <a:pt x="503" y="6"/>
                    <a:pt x="470" y="1"/>
                    <a:pt x="4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52"/>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LISTERIOSIS </a:t>
            </a:r>
            <a:r>
              <a:rPr lang="en">
                <a:solidFill>
                  <a:schemeClr val="dk2"/>
                </a:solidFill>
              </a:rPr>
              <a:t>TREATMENT</a:t>
            </a:r>
            <a:endParaRPr>
              <a:solidFill>
                <a:schemeClr val="dk2"/>
              </a:solidFill>
            </a:endParaRPr>
          </a:p>
        </p:txBody>
      </p:sp>
      <p:sp>
        <p:nvSpPr>
          <p:cNvPr id="382" name="Google Shape;382;p52"/>
          <p:cNvSpPr txBox="1"/>
          <p:nvPr/>
        </p:nvSpPr>
        <p:spPr>
          <a:xfrm>
            <a:off x="578350" y="3281325"/>
            <a:ext cx="2015700" cy="7671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a:solidFill>
                  <a:schemeClr val="lt1"/>
                </a:solidFill>
                <a:latin typeface="Inconsolata"/>
                <a:ea typeface="Inconsolata"/>
                <a:cs typeface="Inconsolata"/>
                <a:sym typeface="Inconsolata"/>
              </a:rPr>
              <a:t>Mercury is the closest planet to the Sun</a:t>
            </a:r>
            <a:endParaRPr>
              <a:solidFill>
                <a:schemeClr val="lt1"/>
              </a:solidFill>
              <a:latin typeface="Inconsolata"/>
              <a:ea typeface="Inconsolata"/>
              <a:cs typeface="Inconsolata"/>
              <a:sym typeface="Inconsolata"/>
            </a:endParaRPr>
          </a:p>
        </p:txBody>
      </p:sp>
      <p:sp>
        <p:nvSpPr>
          <p:cNvPr id="383" name="Google Shape;383;p52"/>
          <p:cNvSpPr txBox="1"/>
          <p:nvPr/>
        </p:nvSpPr>
        <p:spPr>
          <a:xfrm>
            <a:off x="4559419" y="3281325"/>
            <a:ext cx="2015700" cy="7671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a:solidFill>
                  <a:schemeClr val="lt1"/>
                </a:solidFill>
                <a:latin typeface="Inconsolata"/>
                <a:ea typeface="Inconsolata"/>
                <a:cs typeface="Inconsolata"/>
                <a:sym typeface="Inconsolata"/>
              </a:rPr>
              <a:t>Jupiter is the biggest planet of them all</a:t>
            </a:r>
            <a:endParaRPr>
              <a:solidFill>
                <a:schemeClr val="lt1"/>
              </a:solidFill>
              <a:latin typeface="Inconsolata"/>
              <a:ea typeface="Inconsolata"/>
              <a:cs typeface="Inconsolata"/>
              <a:sym typeface="Inconsolata"/>
            </a:endParaRPr>
          </a:p>
          <a:p>
            <a:pPr marL="0" lvl="0" indent="0" algn="ctr" rtl="0">
              <a:spcBef>
                <a:spcPts val="0"/>
              </a:spcBef>
              <a:spcAft>
                <a:spcPts val="0"/>
              </a:spcAft>
              <a:buNone/>
            </a:pPr>
            <a:endParaRPr>
              <a:solidFill>
                <a:schemeClr val="lt1"/>
              </a:solidFill>
              <a:latin typeface="Inconsolata"/>
              <a:ea typeface="Inconsolata"/>
              <a:cs typeface="Inconsolata"/>
              <a:sym typeface="Inconsolata"/>
            </a:endParaRPr>
          </a:p>
        </p:txBody>
      </p:sp>
      <p:sp>
        <p:nvSpPr>
          <p:cNvPr id="384" name="Google Shape;384;p52"/>
          <p:cNvSpPr txBox="1"/>
          <p:nvPr/>
        </p:nvSpPr>
        <p:spPr>
          <a:xfrm>
            <a:off x="2568884" y="3281325"/>
            <a:ext cx="2015700" cy="7671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a:solidFill>
                  <a:schemeClr val="lt1"/>
                </a:solidFill>
                <a:latin typeface="Inconsolata"/>
                <a:ea typeface="Inconsolata"/>
                <a:cs typeface="Inconsolata"/>
                <a:sym typeface="Inconsolata"/>
              </a:rPr>
              <a:t>Despite being red Mars is actually a cold place</a:t>
            </a:r>
            <a:endParaRPr>
              <a:solidFill>
                <a:schemeClr val="lt1"/>
              </a:solidFill>
              <a:latin typeface="Inconsolata"/>
              <a:ea typeface="Inconsolata"/>
              <a:cs typeface="Inconsolata"/>
              <a:sym typeface="Inconsolata"/>
            </a:endParaRPr>
          </a:p>
        </p:txBody>
      </p:sp>
      <p:sp>
        <p:nvSpPr>
          <p:cNvPr id="385" name="Google Shape;385;p52"/>
          <p:cNvSpPr txBox="1"/>
          <p:nvPr/>
        </p:nvSpPr>
        <p:spPr>
          <a:xfrm>
            <a:off x="6549953" y="3281325"/>
            <a:ext cx="2015700" cy="7671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a:solidFill>
                  <a:schemeClr val="lt1"/>
                </a:solidFill>
                <a:latin typeface="Inconsolata"/>
                <a:ea typeface="Inconsolata"/>
                <a:cs typeface="Inconsolata"/>
                <a:sym typeface="Inconsolata"/>
              </a:rPr>
              <a:t>Venus has a beautiful name and a toxic atmosphere</a:t>
            </a:r>
            <a:endParaRPr>
              <a:solidFill>
                <a:schemeClr val="lt1"/>
              </a:solidFill>
              <a:latin typeface="Inconsolata"/>
              <a:ea typeface="Inconsolata"/>
              <a:cs typeface="Inconsolata"/>
              <a:sym typeface="Inconsolata"/>
            </a:endParaRPr>
          </a:p>
          <a:p>
            <a:pPr marL="0" lvl="0" indent="0" algn="ctr" rtl="0">
              <a:lnSpc>
                <a:spcPct val="90000"/>
              </a:lnSpc>
              <a:spcBef>
                <a:spcPts val="0"/>
              </a:spcBef>
              <a:spcAft>
                <a:spcPts val="0"/>
              </a:spcAft>
              <a:buNone/>
            </a:pPr>
            <a:endParaRPr>
              <a:solidFill>
                <a:schemeClr val="lt1"/>
              </a:solidFill>
              <a:latin typeface="Inconsolata"/>
              <a:ea typeface="Inconsolata"/>
              <a:cs typeface="Inconsolata"/>
              <a:sym typeface="Inconsolata"/>
            </a:endParaRPr>
          </a:p>
        </p:txBody>
      </p:sp>
      <p:sp>
        <p:nvSpPr>
          <p:cNvPr id="386" name="Google Shape;386;p52"/>
          <p:cNvSpPr txBox="1"/>
          <p:nvPr/>
        </p:nvSpPr>
        <p:spPr>
          <a:xfrm>
            <a:off x="744700" y="2912175"/>
            <a:ext cx="1683000" cy="4290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sz="2000">
                <a:solidFill>
                  <a:schemeClr val="dk2"/>
                </a:solidFill>
                <a:latin typeface="Encode Sans Expanded ExtraBold"/>
                <a:ea typeface="Encode Sans Expanded ExtraBold"/>
                <a:cs typeface="Encode Sans Expanded ExtraBold"/>
                <a:sym typeface="Encode Sans Expanded ExtraBold"/>
              </a:rPr>
              <a:t>STEP 1</a:t>
            </a:r>
            <a:endParaRPr sz="2000">
              <a:solidFill>
                <a:schemeClr val="dk2"/>
              </a:solidFill>
              <a:latin typeface="Encode Sans Expanded ExtraBold"/>
              <a:ea typeface="Encode Sans Expanded ExtraBold"/>
              <a:cs typeface="Encode Sans Expanded ExtraBold"/>
              <a:sym typeface="Encode Sans Expanded ExtraBold"/>
            </a:endParaRPr>
          </a:p>
        </p:txBody>
      </p:sp>
      <p:sp>
        <p:nvSpPr>
          <p:cNvPr id="387" name="Google Shape;387;p52"/>
          <p:cNvSpPr txBox="1"/>
          <p:nvPr/>
        </p:nvSpPr>
        <p:spPr>
          <a:xfrm>
            <a:off x="2735237" y="2912175"/>
            <a:ext cx="1683000" cy="4290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sz="2000">
                <a:solidFill>
                  <a:schemeClr val="dk2"/>
                </a:solidFill>
                <a:latin typeface="Encode Sans Expanded ExtraBold"/>
                <a:ea typeface="Encode Sans Expanded ExtraBold"/>
                <a:cs typeface="Encode Sans Expanded ExtraBold"/>
                <a:sym typeface="Encode Sans Expanded ExtraBold"/>
              </a:rPr>
              <a:t>STEP 2</a:t>
            </a:r>
            <a:endParaRPr sz="2000">
              <a:solidFill>
                <a:schemeClr val="dk2"/>
              </a:solidFill>
              <a:latin typeface="Encode Sans Expanded ExtraBold"/>
              <a:ea typeface="Encode Sans Expanded ExtraBold"/>
              <a:cs typeface="Encode Sans Expanded ExtraBold"/>
              <a:sym typeface="Encode Sans Expanded ExtraBold"/>
            </a:endParaRPr>
          </a:p>
        </p:txBody>
      </p:sp>
      <p:sp>
        <p:nvSpPr>
          <p:cNvPr id="388" name="Google Shape;388;p52"/>
          <p:cNvSpPr txBox="1"/>
          <p:nvPr/>
        </p:nvSpPr>
        <p:spPr>
          <a:xfrm>
            <a:off x="6716312" y="2912175"/>
            <a:ext cx="1683000" cy="4290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sz="2000">
                <a:solidFill>
                  <a:schemeClr val="dk2"/>
                </a:solidFill>
                <a:latin typeface="Encode Sans Expanded ExtraBold"/>
                <a:ea typeface="Encode Sans Expanded ExtraBold"/>
                <a:cs typeface="Encode Sans Expanded ExtraBold"/>
                <a:sym typeface="Encode Sans Expanded ExtraBold"/>
              </a:rPr>
              <a:t>STEP 4</a:t>
            </a:r>
            <a:endParaRPr sz="2000">
              <a:solidFill>
                <a:schemeClr val="dk2"/>
              </a:solidFill>
              <a:latin typeface="Encode Sans Expanded ExtraBold"/>
              <a:ea typeface="Encode Sans Expanded ExtraBold"/>
              <a:cs typeface="Encode Sans Expanded ExtraBold"/>
              <a:sym typeface="Encode Sans Expanded ExtraBold"/>
            </a:endParaRPr>
          </a:p>
        </p:txBody>
      </p:sp>
      <p:sp>
        <p:nvSpPr>
          <p:cNvPr id="389" name="Google Shape;389;p52"/>
          <p:cNvSpPr txBox="1"/>
          <p:nvPr/>
        </p:nvSpPr>
        <p:spPr>
          <a:xfrm>
            <a:off x="4725775" y="2912175"/>
            <a:ext cx="1683000" cy="4290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sz="2000">
                <a:solidFill>
                  <a:schemeClr val="dk2"/>
                </a:solidFill>
                <a:latin typeface="Encode Sans Expanded ExtraBold"/>
                <a:ea typeface="Encode Sans Expanded ExtraBold"/>
                <a:cs typeface="Encode Sans Expanded ExtraBold"/>
                <a:sym typeface="Encode Sans Expanded ExtraBold"/>
              </a:rPr>
              <a:t>STEP 3</a:t>
            </a:r>
            <a:endParaRPr sz="2000">
              <a:solidFill>
                <a:schemeClr val="dk2"/>
              </a:solidFill>
              <a:latin typeface="Encode Sans Expanded ExtraBold"/>
              <a:ea typeface="Encode Sans Expanded ExtraBold"/>
              <a:cs typeface="Encode Sans Expanded ExtraBold"/>
              <a:sym typeface="Encode Sans Expanded ExtraBold"/>
            </a:endParaRPr>
          </a:p>
        </p:txBody>
      </p:sp>
      <p:cxnSp>
        <p:nvCxnSpPr>
          <p:cNvPr id="390" name="Google Shape;390;p52"/>
          <p:cNvCxnSpPr>
            <a:stCxn id="391" idx="4"/>
            <a:endCxn id="387" idx="0"/>
          </p:cNvCxnSpPr>
          <p:nvPr/>
        </p:nvCxnSpPr>
        <p:spPr>
          <a:xfrm>
            <a:off x="3576737" y="2618100"/>
            <a:ext cx="0" cy="294000"/>
          </a:xfrm>
          <a:prstGeom prst="straightConnector1">
            <a:avLst/>
          </a:prstGeom>
          <a:noFill/>
          <a:ln w="19050" cap="flat" cmpd="sng">
            <a:solidFill>
              <a:schemeClr val="lt1"/>
            </a:solidFill>
            <a:prstDash val="solid"/>
            <a:round/>
            <a:headEnd type="none" w="med" len="med"/>
            <a:tailEnd type="none" w="med" len="med"/>
          </a:ln>
        </p:spPr>
      </p:cxnSp>
      <p:cxnSp>
        <p:nvCxnSpPr>
          <p:cNvPr id="392" name="Google Shape;392;p52"/>
          <p:cNvCxnSpPr>
            <a:stCxn id="393" idx="4"/>
            <a:endCxn id="386" idx="0"/>
          </p:cNvCxnSpPr>
          <p:nvPr/>
        </p:nvCxnSpPr>
        <p:spPr>
          <a:xfrm>
            <a:off x="1586200" y="2618100"/>
            <a:ext cx="0" cy="294000"/>
          </a:xfrm>
          <a:prstGeom prst="straightConnector1">
            <a:avLst/>
          </a:prstGeom>
          <a:noFill/>
          <a:ln w="19050" cap="flat" cmpd="sng">
            <a:solidFill>
              <a:schemeClr val="lt1"/>
            </a:solidFill>
            <a:prstDash val="solid"/>
            <a:round/>
            <a:headEnd type="none" w="med" len="med"/>
            <a:tailEnd type="none" w="med" len="med"/>
          </a:ln>
        </p:spPr>
      </p:cxnSp>
      <p:cxnSp>
        <p:nvCxnSpPr>
          <p:cNvPr id="394" name="Google Shape;394;p52"/>
          <p:cNvCxnSpPr>
            <a:stCxn id="395" idx="4"/>
            <a:endCxn id="389" idx="0"/>
          </p:cNvCxnSpPr>
          <p:nvPr/>
        </p:nvCxnSpPr>
        <p:spPr>
          <a:xfrm>
            <a:off x="5567275" y="2618100"/>
            <a:ext cx="0" cy="294000"/>
          </a:xfrm>
          <a:prstGeom prst="straightConnector1">
            <a:avLst/>
          </a:prstGeom>
          <a:noFill/>
          <a:ln w="19050" cap="flat" cmpd="sng">
            <a:solidFill>
              <a:schemeClr val="lt1"/>
            </a:solidFill>
            <a:prstDash val="solid"/>
            <a:round/>
            <a:headEnd type="none" w="med" len="med"/>
            <a:tailEnd type="none" w="med" len="med"/>
          </a:ln>
        </p:spPr>
      </p:cxnSp>
      <p:cxnSp>
        <p:nvCxnSpPr>
          <p:cNvPr id="396" name="Google Shape;396;p52"/>
          <p:cNvCxnSpPr>
            <a:stCxn id="397" idx="4"/>
            <a:endCxn id="388" idx="0"/>
          </p:cNvCxnSpPr>
          <p:nvPr/>
        </p:nvCxnSpPr>
        <p:spPr>
          <a:xfrm>
            <a:off x="7557812" y="2618100"/>
            <a:ext cx="0" cy="294000"/>
          </a:xfrm>
          <a:prstGeom prst="straightConnector1">
            <a:avLst/>
          </a:prstGeom>
          <a:noFill/>
          <a:ln w="19050" cap="flat" cmpd="sng">
            <a:solidFill>
              <a:schemeClr val="lt1"/>
            </a:solidFill>
            <a:prstDash val="solid"/>
            <a:round/>
            <a:headEnd type="none" w="med" len="med"/>
            <a:tailEnd type="none" w="med" len="med"/>
          </a:ln>
        </p:spPr>
      </p:cxnSp>
      <p:sp>
        <p:nvSpPr>
          <p:cNvPr id="397" name="Google Shape;397;p52"/>
          <p:cNvSpPr/>
          <p:nvPr/>
        </p:nvSpPr>
        <p:spPr>
          <a:xfrm>
            <a:off x="7218212" y="1938900"/>
            <a:ext cx="679200" cy="679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52"/>
          <p:cNvSpPr/>
          <p:nvPr/>
        </p:nvSpPr>
        <p:spPr>
          <a:xfrm>
            <a:off x="5227675" y="1938900"/>
            <a:ext cx="679200" cy="679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52"/>
          <p:cNvSpPr/>
          <p:nvPr/>
        </p:nvSpPr>
        <p:spPr>
          <a:xfrm>
            <a:off x="1246600" y="1938900"/>
            <a:ext cx="679200" cy="679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2"/>
          <p:cNvSpPr/>
          <p:nvPr/>
        </p:nvSpPr>
        <p:spPr>
          <a:xfrm>
            <a:off x="3237137" y="1938900"/>
            <a:ext cx="679200" cy="6792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8" name="Google Shape;398;p52"/>
          <p:cNvCxnSpPr>
            <a:stCxn id="393" idx="6"/>
            <a:endCxn id="391" idx="2"/>
          </p:cNvCxnSpPr>
          <p:nvPr/>
        </p:nvCxnSpPr>
        <p:spPr>
          <a:xfrm>
            <a:off x="1925800" y="2278500"/>
            <a:ext cx="1311300" cy="0"/>
          </a:xfrm>
          <a:prstGeom prst="straightConnector1">
            <a:avLst/>
          </a:prstGeom>
          <a:noFill/>
          <a:ln w="19050" cap="flat" cmpd="sng">
            <a:solidFill>
              <a:schemeClr val="lt1"/>
            </a:solidFill>
            <a:prstDash val="solid"/>
            <a:round/>
            <a:headEnd type="none" w="med" len="med"/>
            <a:tailEnd type="none" w="med" len="med"/>
          </a:ln>
        </p:spPr>
      </p:cxnSp>
      <p:cxnSp>
        <p:nvCxnSpPr>
          <p:cNvPr id="399" name="Google Shape;399;p52"/>
          <p:cNvCxnSpPr>
            <a:stCxn id="391" idx="6"/>
            <a:endCxn id="395" idx="2"/>
          </p:cNvCxnSpPr>
          <p:nvPr/>
        </p:nvCxnSpPr>
        <p:spPr>
          <a:xfrm>
            <a:off x="3916337" y="2278500"/>
            <a:ext cx="1311300" cy="0"/>
          </a:xfrm>
          <a:prstGeom prst="straightConnector1">
            <a:avLst/>
          </a:prstGeom>
          <a:noFill/>
          <a:ln w="19050" cap="flat" cmpd="sng">
            <a:solidFill>
              <a:schemeClr val="lt1"/>
            </a:solidFill>
            <a:prstDash val="solid"/>
            <a:round/>
            <a:headEnd type="none" w="med" len="med"/>
            <a:tailEnd type="none" w="med" len="med"/>
          </a:ln>
        </p:spPr>
      </p:cxnSp>
      <p:cxnSp>
        <p:nvCxnSpPr>
          <p:cNvPr id="400" name="Google Shape;400;p52"/>
          <p:cNvCxnSpPr>
            <a:stCxn id="395" idx="6"/>
            <a:endCxn id="397" idx="2"/>
          </p:cNvCxnSpPr>
          <p:nvPr/>
        </p:nvCxnSpPr>
        <p:spPr>
          <a:xfrm>
            <a:off x="5906875" y="2278500"/>
            <a:ext cx="1311300" cy="0"/>
          </a:xfrm>
          <a:prstGeom prst="straightConnector1">
            <a:avLst/>
          </a:prstGeom>
          <a:noFill/>
          <a:ln w="19050" cap="flat" cmpd="sng">
            <a:solidFill>
              <a:schemeClr val="lt1"/>
            </a:solidFill>
            <a:prstDash val="solid"/>
            <a:round/>
            <a:headEnd type="none" w="med" len="med"/>
            <a:tailEnd type="none" w="med" len="med"/>
          </a:ln>
        </p:spPr>
      </p:cxnSp>
      <p:grpSp>
        <p:nvGrpSpPr>
          <p:cNvPr id="401" name="Google Shape;401;p52"/>
          <p:cNvGrpSpPr/>
          <p:nvPr/>
        </p:nvGrpSpPr>
        <p:grpSpPr>
          <a:xfrm>
            <a:off x="1441147" y="2101447"/>
            <a:ext cx="290107" cy="354107"/>
            <a:chOff x="-24683100" y="2340425"/>
            <a:chExt cx="242625" cy="296150"/>
          </a:xfrm>
        </p:grpSpPr>
        <p:sp>
          <p:nvSpPr>
            <p:cNvPr id="402" name="Google Shape;402;p52"/>
            <p:cNvSpPr/>
            <p:nvPr/>
          </p:nvSpPr>
          <p:spPr>
            <a:xfrm>
              <a:off x="-24683100" y="2392400"/>
              <a:ext cx="104000" cy="244175"/>
            </a:xfrm>
            <a:custGeom>
              <a:avLst/>
              <a:gdLst/>
              <a:ahLst/>
              <a:cxnLst/>
              <a:rect l="l" t="t" r="r" b="b"/>
              <a:pathLst>
                <a:path w="4160" h="9767" extrusionOk="0">
                  <a:moveTo>
                    <a:pt x="2080" y="725"/>
                  </a:moveTo>
                  <a:cubicBezTo>
                    <a:pt x="2836" y="725"/>
                    <a:pt x="3466" y="1324"/>
                    <a:pt x="3466" y="2080"/>
                  </a:cubicBezTo>
                  <a:lnTo>
                    <a:pt x="3466" y="4537"/>
                  </a:lnTo>
                  <a:lnTo>
                    <a:pt x="694" y="4537"/>
                  </a:lnTo>
                  <a:lnTo>
                    <a:pt x="694" y="2080"/>
                  </a:lnTo>
                  <a:cubicBezTo>
                    <a:pt x="694" y="1324"/>
                    <a:pt x="1324" y="725"/>
                    <a:pt x="2080" y="725"/>
                  </a:cubicBezTo>
                  <a:close/>
                  <a:moveTo>
                    <a:pt x="3466" y="5230"/>
                  </a:moveTo>
                  <a:lnTo>
                    <a:pt x="3466" y="7688"/>
                  </a:lnTo>
                  <a:cubicBezTo>
                    <a:pt x="3498" y="8475"/>
                    <a:pt x="2867" y="9074"/>
                    <a:pt x="2080" y="9074"/>
                  </a:cubicBezTo>
                  <a:cubicBezTo>
                    <a:pt x="1324" y="9074"/>
                    <a:pt x="694" y="8444"/>
                    <a:pt x="694" y="7688"/>
                  </a:cubicBezTo>
                  <a:lnTo>
                    <a:pt x="694" y="5230"/>
                  </a:lnTo>
                  <a:close/>
                  <a:moveTo>
                    <a:pt x="2080" y="0"/>
                  </a:moveTo>
                  <a:cubicBezTo>
                    <a:pt x="946" y="0"/>
                    <a:pt x="1" y="946"/>
                    <a:pt x="1" y="2080"/>
                  </a:cubicBezTo>
                  <a:lnTo>
                    <a:pt x="1" y="7688"/>
                  </a:lnTo>
                  <a:cubicBezTo>
                    <a:pt x="1" y="8822"/>
                    <a:pt x="946" y="9767"/>
                    <a:pt x="2080" y="9767"/>
                  </a:cubicBezTo>
                  <a:cubicBezTo>
                    <a:pt x="3214" y="9767"/>
                    <a:pt x="4159" y="8822"/>
                    <a:pt x="4159" y="7688"/>
                  </a:cubicBezTo>
                  <a:lnTo>
                    <a:pt x="4159" y="2080"/>
                  </a:lnTo>
                  <a:cubicBezTo>
                    <a:pt x="4159" y="946"/>
                    <a:pt x="3246" y="0"/>
                    <a:pt x="2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52"/>
            <p:cNvSpPr/>
            <p:nvPr/>
          </p:nvSpPr>
          <p:spPr>
            <a:xfrm>
              <a:off x="-24649225" y="2541250"/>
              <a:ext cx="26800" cy="60675"/>
            </a:xfrm>
            <a:custGeom>
              <a:avLst/>
              <a:gdLst/>
              <a:ahLst/>
              <a:cxnLst/>
              <a:rect l="l" t="t" r="r" b="b"/>
              <a:pathLst>
                <a:path w="1072" h="2427" extrusionOk="0">
                  <a:moveTo>
                    <a:pt x="378" y="1"/>
                  </a:moveTo>
                  <a:cubicBezTo>
                    <a:pt x="158" y="1"/>
                    <a:pt x="0" y="158"/>
                    <a:pt x="0" y="347"/>
                  </a:cubicBezTo>
                  <a:lnTo>
                    <a:pt x="0" y="1734"/>
                  </a:lnTo>
                  <a:cubicBezTo>
                    <a:pt x="0" y="2112"/>
                    <a:pt x="315" y="2427"/>
                    <a:pt x="725" y="2427"/>
                  </a:cubicBezTo>
                  <a:cubicBezTo>
                    <a:pt x="914" y="2427"/>
                    <a:pt x="1071" y="2269"/>
                    <a:pt x="1071" y="2080"/>
                  </a:cubicBezTo>
                  <a:cubicBezTo>
                    <a:pt x="1071" y="1891"/>
                    <a:pt x="914" y="1734"/>
                    <a:pt x="725" y="1734"/>
                  </a:cubicBezTo>
                  <a:lnTo>
                    <a:pt x="725" y="347"/>
                  </a:lnTo>
                  <a:cubicBezTo>
                    <a:pt x="725" y="158"/>
                    <a:pt x="567"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52"/>
            <p:cNvSpPr/>
            <p:nvPr/>
          </p:nvSpPr>
          <p:spPr>
            <a:xfrm>
              <a:off x="-24544475" y="2340425"/>
              <a:ext cx="104000" cy="244175"/>
            </a:xfrm>
            <a:custGeom>
              <a:avLst/>
              <a:gdLst/>
              <a:ahLst/>
              <a:cxnLst/>
              <a:rect l="l" t="t" r="r" b="b"/>
              <a:pathLst>
                <a:path w="4160" h="9767" extrusionOk="0">
                  <a:moveTo>
                    <a:pt x="2080" y="693"/>
                  </a:moveTo>
                  <a:cubicBezTo>
                    <a:pt x="2836" y="693"/>
                    <a:pt x="3466" y="1323"/>
                    <a:pt x="3466" y="2079"/>
                  </a:cubicBezTo>
                  <a:lnTo>
                    <a:pt x="3466" y="4537"/>
                  </a:lnTo>
                  <a:lnTo>
                    <a:pt x="694" y="4537"/>
                  </a:lnTo>
                  <a:lnTo>
                    <a:pt x="694" y="2079"/>
                  </a:lnTo>
                  <a:cubicBezTo>
                    <a:pt x="694" y="1323"/>
                    <a:pt x="1324" y="693"/>
                    <a:pt x="2080" y="693"/>
                  </a:cubicBezTo>
                  <a:close/>
                  <a:moveTo>
                    <a:pt x="3466" y="5261"/>
                  </a:moveTo>
                  <a:lnTo>
                    <a:pt x="3466" y="7719"/>
                  </a:lnTo>
                  <a:cubicBezTo>
                    <a:pt x="3497" y="8475"/>
                    <a:pt x="2867" y="9105"/>
                    <a:pt x="2080" y="9105"/>
                  </a:cubicBezTo>
                  <a:cubicBezTo>
                    <a:pt x="1324" y="9105"/>
                    <a:pt x="694" y="8475"/>
                    <a:pt x="694" y="7719"/>
                  </a:cubicBezTo>
                  <a:lnTo>
                    <a:pt x="694" y="5261"/>
                  </a:lnTo>
                  <a:close/>
                  <a:moveTo>
                    <a:pt x="2080" y="0"/>
                  </a:moveTo>
                  <a:cubicBezTo>
                    <a:pt x="946" y="0"/>
                    <a:pt x="0" y="945"/>
                    <a:pt x="0" y="2079"/>
                  </a:cubicBezTo>
                  <a:lnTo>
                    <a:pt x="0" y="7687"/>
                  </a:lnTo>
                  <a:cubicBezTo>
                    <a:pt x="0" y="8821"/>
                    <a:pt x="946" y="9767"/>
                    <a:pt x="2080" y="9767"/>
                  </a:cubicBezTo>
                  <a:cubicBezTo>
                    <a:pt x="3214" y="9767"/>
                    <a:pt x="4159" y="8821"/>
                    <a:pt x="4159" y="7687"/>
                  </a:cubicBezTo>
                  <a:lnTo>
                    <a:pt x="4159" y="2079"/>
                  </a:lnTo>
                  <a:cubicBezTo>
                    <a:pt x="4159" y="945"/>
                    <a:pt x="3277" y="0"/>
                    <a:pt x="2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2"/>
            <p:cNvSpPr/>
            <p:nvPr/>
          </p:nvSpPr>
          <p:spPr>
            <a:xfrm>
              <a:off x="-24501150" y="2375075"/>
              <a:ext cx="26800" cy="60675"/>
            </a:xfrm>
            <a:custGeom>
              <a:avLst/>
              <a:gdLst/>
              <a:ahLst/>
              <a:cxnLst/>
              <a:rect l="l" t="t" r="r" b="b"/>
              <a:pathLst>
                <a:path w="1072" h="2427" extrusionOk="0">
                  <a:moveTo>
                    <a:pt x="347" y="0"/>
                  </a:moveTo>
                  <a:cubicBezTo>
                    <a:pt x="158" y="0"/>
                    <a:pt x="0" y="158"/>
                    <a:pt x="0" y="347"/>
                  </a:cubicBezTo>
                  <a:cubicBezTo>
                    <a:pt x="32" y="536"/>
                    <a:pt x="189" y="693"/>
                    <a:pt x="347" y="693"/>
                  </a:cubicBezTo>
                  <a:lnTo>
                    <a:pt x="347" y="2080"/>
                  </a:lnTo>
                  <a:cubicBezTo>
                    <a:pt x="347" y="2269"/>
                    <a:pt x="504" y="2426"/>
                    <a:pt x="693" y="2426"/>
                  </a:cubicBezTo>
                  <a:cubicBezTo>
                    <a:pt x="914" y="2426"/>
                    <a:pt x="1071" y="2269"/>
                    <a:pt x="1071" y="2080"/>
                  </a:cubicBezTo>
                  <a:lnTo>
                    <a:pt x="1071" y="693"/>
                  </a:lnTo>
                  <a:cubicBezTo>
                    <a:pt x="1071" y="315"/>
                    <a:pt x="75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6" name="Google Shape;406;p52"/>
          <p:cNvSpPr/>
          <p:nvPr/>
        </p:nvSpPr>
        <p:spPr>
          <a:xfrm>
            <a:off x="7378861" y="2101551"/>
            <a:ext cx="357903" cy="353897"/>
          </a:xfrm>
          <a:custGeom>
            <a:avLst/>
            <a:gdLst/>
            <a:ahLst/>
            <a:cxnLst/>
            <a:rect l="l" t="t" r="r" b="b"/>
            <a:pathLst>
              <a:path w="11973" h="11839" extrusionOk="0">
                <a:moveTo>
                  <a:pt x="9322" y="655"/>
                </a:moveTo>
                <a:cubicBezTo>
                  <a:pt x="9413" y="655"/>
                  <a:pt x="9499" y="686"/>
                  <a:pt x="9547" y="749"/>
                </a:cubicBezTo>
                <a:lnTo>
                  <a:pt x="11027" y="2198"/>
                </a:lnTo>
                <a:cubicBezTo>
                  <a:pt x="11122" y="2324"/>
                  <a:pt x="11122" y="2545"/>
                  <a:pt x="11027" y="2671"/>
                </a:cubicBezTo>
                <a:cubicBezTo>
                  <a:pt x="10964" y="2718"/>
                  <a:pt x="10870" y="2742"/>
                  <a:pt x="10779" y="2742"/>
                </a:cubicBezTo>
                <a:cubicBezTo>
                  <a:pt x="10689" y="2742"/>
                  <a:pt x="10602" y="2718"/>
                  <a:pt x="10555" y="2671"/>
                </a:cubicBezTo>
                <a:lnTo>
                  <a:pt x="10303" y="2419"/>
                </a:lnTo>
                <a:lnTo>
                  <a:pt x="9074" y="1190"/>
                </a:lnTo>
                <a:cubicBezTo>
                  <a:pt x="8916" y="1096"/>
                  <a:pt x="8916" y="907"/>
                  <a:pt x="9074" y="749"/>
                </a:cubicBezTo>
                <a:cubicBezTo>
                  <a:pt x="9137" y="686"/>
                  <a:pt x="9232" y="655"/>
                  <a:pt x="9322" y="655"/>
                </a:cubicBezTo>
                <a:close/>
                <a:moveTo>
                  <a:pt x="9106" y="2230"/>
                </a:moveTo>
                <a:lnTo>
                  <a:pt x="9547" y="2702"/>
                </a:lnTo>
                <a:lnTo>
                  <a:pt x="9011" y="3270"/>
                </a:lnTo>
                <a:lnTo>
                  <a:pt x="8538" y="2797"/>
                </a:lnTo>
                <a:lnTo>
                  <a:pt x="9106" y="2230"/>
                </a:lnTo>
                <a:close/>
                <a:moveTo>
                  <a:pt x="6333" y="1694"/>
                </a:moveTo>
                <a:cubicBezTo>
                  <a:pt x="6396" y="1694"/>
                  <a:pt x="6522" y="1726"/>
                  <a:pt x="6554" y="1789"/>
                </a:cubicBezTo>
                <a:lnTo>
                  <a:pt x="8759" y="3994"/>
                </a:lnTo>
                <a:lnTo>
                  <a:pt x="9988" y="5223"/>
                </a:lnTo>
                <a:cubicBezTo>
                  <a:pt x="10082" y="5254"/>
                  <a:pt x="10114" y="5349"/>
                  <a:pt x="10114" y="5475"/>
                </a:cubicBezTo>
                <a:cubicBezTo>
                  <a:pt x="10114" y="5538"/>
                  <a:pt x="10082" y="5664"/>
                  <a:pt x="9988" y="5695"/>
                </a:cubicBezTo>
                <a:cubicBezTo>
                  <a:pt x="9925" y="5727"/>
                  <a:pt x="9830" y="5821"/>
                  <a:pt x="9767" y="5821"/>
                </a:cubicBezTo>
                <a:cubicBezTo>
                  <a:pt x="9673" y="5821"/>
                  <a:pt x="9547" y="5790"/>
                  <a:pt x="9515" y="5695"/>
                </a:cubicBezTo>
                <a:lnTo>
                  <a:pt x="6081" y="2261"/>
                </a:lnTo>
                <a:cubicBezTo>
                  <a:pt x="6018" y="2198"/>
                  <a:pt x="5987" y="2104"/>
                  <a:pt x="5987" y="2041"/>
                </a:cubicBezTo>
                <a:cubicBezTo>
                  <a:pt x="5987" y="1946"/>
                  <a:pt x="6018" y="1852"/>
                  <a:pt x="6081" y="1789"/>
                </a:cubicBezTo>
                <a:cubicBezTo>
                  <a:pt x="6176" y="1726"/>
                  <a:pt x="6239" y="1694"/>
                  <a:pt x="6333" y="1694"/>
                </a:cubicBezTo>
                <a:close/>
                <a:moveTo>
                  <a:pt x="6333" y="3459"/>
                </a:moveTo>
                <a:lnTo>
                  <a:pt x="8286" y="5412"/>
                </a:lnTo>
                <a:lnTo>
                  <a:pt x="7782" y="5947"/>
                </a:lnTo>
                <a:lnTo>
                  <a:pt x="7026" y="5191"/>
                </a:lnTo>
                <a:cubicBezTo>
                  <a:pt x="6979" y="5128"/>
                  <a:pt x="6892" y="5097"/>
                  <a:pt x="6802" y="5097"/>
                </a:cubicBezTo>
                <a:cubicBezTo>
                  <a:pt x="6711" y="5097"/>
                  <a:pt x="6617" y="5128"/>
                  <a:pt x="6554" y="5191"/>
                </a:cubicBezTo>
                <a:cubicBezTo>
                  <a:pt x="6459" y="5317"/>
                  <a:pt x="6459" y="5538"/>
                  <a:pt x="6554" y="5664"/>
                </a:cubicBezTo>
                <a:lnTo>
                  <a:pt x="7310" y="6420"/>
                </a:lnTo>
                <a:lnTo>
                  <a:pt x="6837" y="6893"/>
                </a:lnTo>
                <a:lnTo>
                  <a:pt x="4884" y="4908"/>
                </a:lnTo>
                <a:lnTo>
                  <a:pt x="6333" y="3459"/>
                </a:lnTo>
                <a:close/>
                <a:moveTo>
                  <a:pt x="4348" y="5506"/>
                </a:moveTo>
                <a:lnTo>
                  <a:pt x="6333" y="7460"/>
                </a:lnTo>
                <a:lnTo>
                  <a:pt x="5860" y="7932"/>
                </a:lnTo>
                <a:lnTo>
                  <a:pt x="5388" y="7460"/>
                </a:lnTo>
                <a:cubicBezTo>
                  <a:pt x="5325" y="7412"/>
                  <a:pt x="5238" y="7389"/>
                  <a:pt x="5152" y="7389"/>
                </a:cubicBezTo>
                <a:cubicBezTo>
                  <a:pt x="5065" y="7389"/>
                  <a:pt x="4978" y="7412"/>
                  <a:pt x="4915" y="7460"/>
                </a:cubicBezTo>
                <a:cubicBezTo>
                  <a:pt x="4789" y="7586"/>
                  <a:pt x="4789" y="7838"/>
                  <a:pt x="4915" y="7932"/>
                </a:cubicBezTo>
                <a:lnTo>
                  <a:pt x="5388" y="8405"/>
                </a:lnTo>
                <a:lnTo>
                  <a:pt x="5167" y="8657"/>
                </a:lnTo>
                <a:cubicBezTo>
                  <a:pt x="4915" y="8846"/>
                  <a:pt x="4632" y="8940"/>
                  <a:pt x="4360" y="8940"/>
                </a:cubicBezTo>
                <a:cubicBezTo>
                  <a:pt x="4088" y="8940"/>
                  <a:pt x="3828" y="8846"/>
                  <a:pt x="3624" y="8657"/>
                </a:cubicBezTo>
                <a:lnTo>
                  <a:pt x="3151" y="8184"/>
                </a:lnTo>
                <a:cubicBezTo>
                  <a:pt x="2742" y="7775"/>
                  <a:pt x="2742" y="7113"/>
                  <a:pt x="3151" y="6735"/>
                </a:cubicBezTo>
                <a:lnTo>
                  <a:pt x="4348" y="5506"/>
                </a:lnTo>
                <a:close/>
                <a:moveTo>
                  <a:pt x="2678" y="8657"/>
                </a:moveTo>
                <a:lnTo>
                  <a:pt x="3151" y="9129"/>
                </a:lnTo>
                <a:lnTo>
                  <a:pt x="2899" y="9350"/>
                </a:lnTo>
                <a:cubicBezTo>
                  <a:pt x="2836" y="9413"/>
                  <a:pt x="2749" y="9444"/>
                  <a:pt x="2663" y="9444"/>
                </a:cubicBezTo>
                <a:cubicBezTo>
                  <a:pt x="2576" y="9444"/>
                  <a:pt x="2489" y="9413"/>
                  <a:pt x="2426" y="9350"/>
                </a:cubicBezTo>
                <a:cubicBezTo>
                  <a:pt x="2300" y="9255"/>
                  <a:pt x="2300" y="9003"/>
                  <a:pt x="2426" y="8877"/>
                </a:cubicBezTo>
                <a:lnTo>
                  <a:pt x="2678" y="8657"/>
                </a:lnTo>
                <a:close/>
                <a:moveTo>
                  <a:pt x="9389" y="1"/>
                </a:moveTo>
                <a:cubicBezTo>
                  <a:pt x="9121" y="1"/>
                  <a:pt x="8853" y="103"/>
                  <a:pt x="8664" y="308"/>
                </a:cubicBezTo>
                <a:cubicBezTo>
                  <a:pt x="8255" y="686"/>
                  <a:pt x="8255" y="1379"/>
                  <a:pt x="8664" y="1757"/>
                </a:cubicBezTo>
                <a:lnTo>
                  <a:pt x="8097" y="2324"/>
                </a:lnTo>
                <a:lnTo>
                  <a:pt x="7121" y="1316"/>
                </a:lnTo>
                <a:cubicBezTo>
                  <a:pt x="6932" y="1127"/>
                  <a:pt x="6648" y="1001"/>
                  <a:pt x="6365" y="1001"/>
                </a:cubicBezTo>
                <a:cubicBezTo>
                  <a:pt x="6081" y="1001"/>
                  <a:pt x="5829" y="1127"/>
                  <a:pt x="5608" y="1316"/>
                </a:cubicBezTo>
                <a:cubicBezTo>
                  <a:pt x="5419" y="1537"/>
                  <a:pt x="5293" y="1789"/>
                  <a:pt x="5293" y="2072"/>
                </a:cubicBezTo>
                <a:cubicBezTo>
                  <a:pt x="5293" y="2356"/>
                  <a:pt x="5419" y="2639"/>
                  <a:pt x="5608" y="2828"/>
                </a:cubicBezTo>
                <a:lnTo>
                  <a:pt x="5860" y="3049"/>
                </a:lnTo>
                <a:lnTo>
                  <a:pt x="2678" y="6263"/>
                </a:lnTo>
                <a:cubicBezTo>
                  <a:pt x="2143" y="6767"/>
                  <a:pt x="2048" y="7460"/>
                  <a:pt x="2269" y="8090"/>
                </a:cubicBezTo>
                <a:lnTo>
                  <a:pt x="1922" y="8468"/>
                </a:lnTo>
                <a:cubicBezTo>
                  <a:pt x="1607" y="8783"/>
                  <a:pt x="1513" y="9255"/>
                  <a:pt x="1733" y="9634"/>
                </a:cubicBezTo>
                <a:lnTo>
                  <a:pt x="95" y="11240"/>
                </a:lnTo>
                <a:cubicBezTo>
                  <a:pt x="1" y="11366"/>
                  <a:pt x="1" y="11618"/>
                  <a:pt x="95" y="11713"/>
                </a:cubicBezTo>
                <a:cubicBezTo>
                  <a:pt x="190" y="11807"/>
                  <a:pt x="284" y="11839"/>
                  <a:pt x="347" y="11839"/>
                </a:cubicBezTo>
                <a:cubicBezTo>
                  <a:pt x="410" y="11839"/>
                  <a:pt x="536" y="11807"/>
                  <a:pt x="568" y="11713"/>
                </a:cubicBezTo>
                <a:lnTo>
                  <a:pt x="2206" y="10106"/>
                </a:lnTo>
                <a:cubicBezTo>
                  <a:pt x="2363" y="10201"/>
                  <a:pt x="2458" y="10232"/>
                  <a:pt x="2615" y="10232"/>
                </a:cubicBezTo>
                <a:cubicBezTo>
                  <a:pt x="2899" y="10232"/>
                  <a:pt x="3183" y="10106"/>
                  <a:pt x="3372" y="9917"/>
                </a:cubicBezTo>
                <a:lnTo>
                  <a:pt x="3718" y="9571"/>
                </a:lnTo>
                <a:cubicBezTo>
                  <a:pt x="3939" y="9634"/>
                  <a:pt x="4159" y="9665"/>
                  <a:pt x="4348" y="9665"/>
                </a:cubicBezTo>
                <a:cubicBezTo>
                  <a:pt x="4789" y="9665"/>
                  <a:pt x="5262" y="9508"/>
                  <a:pt x="5577" y="9161"/>
                </a:cubicBezTo>
                <a:lnTo>
                  <a:pt x="8759" y="5979"/>
                </a:lnTo>
                <a:lnTo>
                  <a:pt x="9011" y="6199"/>
                </a:lnTo>
                <a:cubicBezTo>
                  <a:pt x="9200" y="6420"/>
                  <a:pt x="9484" y="6515"/>
                  <a:pt x="9767" y="6515"/>
                </a:cubicBezTo>
                <a:cubicBezTo>
                  <a:pt x="10019" y="6515"/>
                  <a:pt x="10303" y="6420"/>
                  <a:pt x="10492" y="6199"/>
                </a:cubicBezTo>
                <a:cubicBezTo>
                  <a:pt x="10712" y="6010"/>
                  <a:pt x="10807" y="5727"/>
                  <a:pt x="10807" y="5475"/>
                </a:cubicBezTo>
                <a:cubicBezTo>
                  <a:pt x="10807" y="5191"/>
                  <a:pt x="10712" y="4908"/>
                  <a:pt x="10492" y="4719"/>
                </a:cubicBezTo>
                <a:lnTo>
                  <a:pt x="9515" y="3711"/>
                </a:lnTo>
                <a:lnTo>
                  <a:pt x="10082" y="3207"/>
                </a:lnTo>
                <a:cubicBezTo>
                  <a:pt x="10271" y="3427"/>
                  <a:pt x="10555" y="3522"/>
                  <a:pt x="10807" y="3522"/>
                </a:cubicBezTo>
                <a:cubicBezTo>
                  <a:pt x="11090" y="3522"/>
                  <a:pt x="11374" y="3427"/>
                  <a:pt x="11563" y="3207"/>
                </a:cubicBezTo>
                <a:cubicBezTo>
                  <a:pt x="11972" y="2828"/>
                  <a:pt x="11972" y="2167"/>
                  <a:pt x="11563" y="1757"/>
                </a:cubicBezTo>
                <a:lnTo>
                  <a:pt x="10114" y="308"/>
                </a:lnTo>
                <a:cubicBezTo>
                  <a:pt x="9925" y="103"/>
                  <a:pt x="9657" y="1"/>
                  <a:pt x="93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52"/>
          <p:cNvSpPr/>
          <p:nvPr/>
        </p:nvSpPr>
        <p:spPr>
          <a:xfrm>
            <a:off x="3399669" y="2101432"/>
            <a:ext cx="354136" cy="354136"/>
          </a:xfrm>
          <a:custGeom>
            <a:avLst/>
            <a:gdLst/>
            <a:ahLst/>
            <a:cxnLst/>
            <a:rect l="l" t="t" r="r" b="b"/>
            <a:pathLst>
              <a:path w="11847" h="11847" extrusionOk="0">
                <a:moveTo>
                  <a:pt x="5546" y="662"/>
                </a:moveTo>
                <a:lnTo>
                  <a:pt x="5546" y="2741"/>
                </a:lnTo>
                <a:lnTo>
                  <a:pt x="4821" y="2741"/>
                </a:lnTo>
                <a:lnTo>
                  <a:pt x="4821" y="1040"/>
                </a:lnTo>
                <a:cubicBezTo>
                  <a:pt x="4821" y="819"/>
                  <a:pt x="4979" y="662"/>
                  <a:pt x="5199" y="662"/>
                </a:cubicBezTo>
                <a:close/>
                <a:moveTo>
                  <a:pt x="6932" y="662"/>
                </a:moveTo>
                <a:lnTo>
                  <a:pt x="6932" y="2773"/>
                </a:lnTo>
                <a:lnTo>
                  <a:pt x="6207" y="2773"/>
                </a:lnTo>
                <a:lnTo>
                  <a:pt x="6207" y="662"/>
                </a:lnTo>
                <a:close/>
                <a:moveTo>
                  <a:pt x="8350" y="662"/>
                </a:moveTo>
                <a:lnTo>
                  <a:pt x="8350" y="2773"/>
                </a:lnTo>
                <a:lnTo>
                  <a:pt x="7625" y="2773"/>
                </a:lnTo>
                <a:lnTo>
                  <a:pt x="7625" y="662"/>
                </a:lnTo>
                <a:close/>
                <a:moveTo>
                  <a:pt x="9704" y="662"/>
                </a:moveTo>
                <a:lnTo>
                  <a:pt x="9704" y="2773"/>
                </a:lnTo>
                <a:lnTo>
                  <a:pt x="9011" y="2773"/>
                </a:lnTo>
                <a:lnTo>
                  <a:pt x="9011" y="662"/>
                </a:lnTo>
                <a:close/>
                <a:moveTo>
                  <a:pt x="10744" y="662"/>
                </a:moveTo>
                <a:cubicBezTo>
                  <a:pt x="10933" y="662"/>
                  <a:pt x="11090" y="819"/>
                  <a:pt x="11090" y="1040"/>
                </a:cubicBezTo>
                <a:lnTo>
                  <a:pt x="11090" y="2773"/>
                </a:lnTo>
                <a:lnTo>
                  <a:pt x="10397" y="2773"/>
                </a:lnTo>
                <a:lnTo>
                  <a:pt x="10397" y="662"/>
                </a:lnTo>
                <a:close/>
                <a:moveTo>
                  <a:pt x="6270" y="5577"/>
                </a:moveTo>
                <a:lnTo>
                  <a:pt x="6270" y="9074"/>
                </a:lnTo>
                <a:lnTo>
                  <a:pt x="5546" y="9074"/>
                </a:lnTo>
                <a:lnTo>
                  <a:pt x="5546" y="5577"/>
                </a:lnTo>
                <a:close/>
                <a:moveTo>
                  <a:pt x="10397" y="5640"/>
                </a:moveTo>
                <a:lnTo>
                  <a:pt x="10397" y="6270"/>
                </a:lnTo>
                <a:lnTo>
                  <a:pt x="9358" y="6270"/>
                </a:lnTo>
                <a:cubicBezTo>
                  <a:pt x="9169" y="6270"/>
                  <a:pt x="9011" y="6427"/>
                  <a:pt x="9011" y="6616"/>
                </a:cubicBezTo>
                <a:cubicBezTo>
                  <a:pt x="9011" y="6805"/>
                  <a:pt x="9169" y="6963"/>
                  <a:pt x="9358" y="6963"/>
                </a:cubicBezTo>
                <a:lnTo>
                  <a:pt x="10397" y="6963"/>
                </a:lnTo>
                <a:lnTo>
                  <a:pt x="10397" y="7688"/>
                </a:lnTo>
                <a:lnTo>
                  <a:pt x="9358" y="7688"/>
                </a:lnTo>
                <a:cubicBezTo>
                  <a:pt x="9169" y="7688"/>
                  <a:pt x="9011" y="7845"/>
                  <a:pt x="9011" y="8034"/>
                </a:cubicBezTo>
                <a:cubicBezTo>
                  <a:pt x="9011" y="8223"/>
                  <a:pt x="9169" y="8381"/>
                  <a:pt x="9358" y="8381"/>
                </a:cubicBezTo>
                <a:lnTo>
                  <a:pt x="10397" y="8381"/>
                </a:lnTo>
                <a:lnTo>
                  <a:pt x="10397" y="9105"/>
                </a:lnTo>
                <a:lnTo>
                  <a:pt x="8287" y="9105"/>
                </a:lnTo>
                <a:lnTo>
                  <a:pt x="8287" y="5640"/>
                </a:lnTo>
                <a:close/>
                <a:moveTo>
                  <a:pt x="2080" y="7688"/>
                </a:moveTo>
                <a:cubicBezTo>
                  <a:pt x="2301" y="7688"/>
                  <a:pt x="2521" y="7719"/>
                  <a:pt x="2710" y="7845"/>
                </a:cubicBezTo>
                <a:cubicBezTo>
                  <a:pt x="2427" y="7971"/>
                  <a:pt x="2206" y="8129"/>
                  <a:pt x="1954" y="8318"/>
                </a:cubicBezTo>
                <a:lnTo>
                  <a:pt x="1923" y="8349"/>
                </a:lnTo>
                <a:cubicBezTo>
                  <a:pt x="1576" y="8696"/>
                  <a:pt x="1355" y="9200"/>
                  <a:pt x="1355" y="9767"/>
                </a:cubicBezTo>
                <a:cubicBezTo>
                  <a:pt x="1355" y="9956"/>
                  <a:pt x="1418" y="10113"/>
                  <a:pt x="1450" y="10302"/>
                </a:cubicBezTo>
                <a:cubicBezTo>
                  <a:pt x="977" y="10050"/>
                  <a:pt x="694" y="9578"/>
                  <a:pt x="694" y="9074"/>
                </a:cubicBezTo>
                <a:cubicBezTo>
                  <a:pt x="694" y="8318"/>
                  <a:pt x="1324" y="7688"/>
                  <a:pt x="2080" y="7688"/>
                </a:cubicBezTo>
                <a:close/>
                <a:moveTo>
                  <a:pt x="3403" y="8318"/>
                </a:moveTo>
                <a:cubicBezTo>
                  <a:pt x="4191" y="8349"/>
                  <a:pt x="4821" y="8979"/>
                  <a:pt x="4821" y="9735"/>
                </a:cubicBezTo>
                <a:cubicBezTo>
                  <a:pt x="4821" y="9987"/>
                  <a:pt x="4758" y="10239"/>
                  <a:pt x="4600" y="10491"/>
                </a:cubicBezTo>
                <a:lnTo>
                  <a:pt x="2679" y="8538"/>
                </a:lnTo>
                <a:cubicBezTo>
                  <a:pt x="2868" y="8381"/>
                  <a:pt x="3151" y="8318"/>
                  <a:pt x="3403" y="8318"/>
                </a:cubicBezTo>
                <a:close/>
                <a:moveTo>
                  <a:pt x="2238" y="9074"/>
                </a:moveTo>
                <a:lnTo>
                  <a:pt x="4128" y="10964"/>
                </a:lnTo>
                <a:cubicBezTo>
                  <a:pt x="3939" y="11059"/>
                  <a:pt x="3687" y="11122"/>
                  <a:pt x="3466" y="11122"/>
                </a:cubicBezTo>
                <a:cubicBezTo>
                  <a:pt x="3448" y="11122"/>
                  <a:pt x="3430" y="11123"/>
                  <a:pt x="3412" y="11123"/>
                </a:cubicBezTo>
                <a:cubicBezTo>
                  <a:pt x="2680" y="11123"/>
                  <a:pt x="2080" y="10504"/>
                  <a:pt x="2080" y="9735"/>
                </a:cubicBezTo>
                <a:cubicBezTo>
                  <a:pt x="2080" y="9483"/>
                  <a:pt x="2143" y="9263"/>
                  <a:pt x="2238" y="9074"/>
                </a:cubicBezTo>
                <a:close/>
                <a:moveTo>
                  <a:pt x="10334" y="3466"/>
                </a:moveTo>
                <a:lnTo>
                  <a:pt x="10334" y="4884"/>
                </a:lnTo>
                <a:lnTo>
                  <a:pt x="7940" y="4884"/>
                </a:lnTo>
                <a:cubicBezTo>
                  <a:pt x="7751" y="4884"/>
                  <a:pt x="7593" y="5041"/>
                  <a:pt x="7593" y="5230"/>
                </a:cubicBezTo>
                <a:lnTo>
                  <a:pt x="7593" y="9420"/>
                </a:lnTo>
                <a:cubicBezTo>
                  <a:pt x="7593" y="9609"/>
                  <a:pt x="7751" y="9767"/>
                  <a:pt x="7940" y="9767"/>
                </a:cubicBezTo>
                <a:lnTo>
                  <a:pt x="10397" y="9767"/>
                </a:lnTo>
                <a:lnTo>
                  <a:pt x="10397" y="10806"/>
                </a:lnTo>
                <a:cubicBezTo>
                  <a:pt x="10397" y="10996"/>
                  <a:pt x="10240" y="11153"/>
                  <a:pt x="10019" y="11153"/>
                </a:cubicBezTo>
                <a:lnTo>
                  <a:pt x="5861" y="11153"/>
                </a:lnTo>
                <a:cubicBezTo>
                  <a:pt x="5672" y="11153"/>
                  <a:pt x="5514" y="10996"/>
                  <a:pt x="5514" y="10806"/>
                </a:cubicBezTo>
                <a:lnTo>
                  <a:pt x="5514" y="9767"/>
                </a:lnTo>
                <a:lnTo>
                  <a:pt x="6522" y="9767"/>
                </a:lnTo>
                <a:cubicBezTo>
                  <a:pt x="6711" y="9767"/>
                  <a:pt x="6869" y="9609"/>
                  <a:pt x="6869" y="9420"/>
                </a:cubicBezTo>
                <a:lnTo>
                  <a:pt x="6869" y="5230"/>
                </a:lnTo>
                <a:cubicBezTo>
                  <a:pt x="6869" y="5041"/>
                  <a:pt x="6711" y="4884"/>
                  <a:pt x="6522" y="4884"/>
                </a:cubicBezTo>
                <a:lnTo>
                  <a:pt x="5514" y="4884"/>
                </a:lnTo>
                <a:lnTo>
                  <a:pt x="5514" y="3466"/>
                </a:lnTo>
                <a:close/>
                <a:moveTo>
                  <a:pt x="5199" y="0"/>
                </a:moveTo>
                <a:cubicBezTo>
                  <a:pt x="4600" y="0"/>
                  <a:pt x="4159" y="473"/>
                  <a:pt x="4159" y="1040"/>
                </a:cubicBezTo>
                <a:lnTo>
                  <a:pt x="4159" y="3119"/>
                </a:lnTo>
                <a:cubicBezTo>
                  <a:pt x="4159" y="3308"/>
                  <a:pt x="4317" y="3466"/>
                  <a:pt x="4506" y="3466"/>
                </a:cubicBezTo>
                <a:lnTo>
                  <a:pt x="4884" y="3466"/>
                </a:lnTo>
                <a:lnTo>
                  <a:pt x="4884" y="8192"/>
                </a:lnTo>
                <a:cubicBezTo>
                  <a:pt x="4569" y="7908"/>
                  <a:pt x="4128" y="7719"/>
                  <a:pt x="3655" y="7688"/>
                </a:cubicBezTo>
                <a:cubicBezTo>
                  <a:pt x="3277" y="7246"/>
                  <a:pt x="2710" y="6963"/>
                  <a:pt x="2080" y="6963"/>
                </a:cubicBezTo>
                <a:cubicBezTo>
                  <a:pt x="946" y="6963"/>
                  <a:pt x="1" y="7908"/>
                  <a:pt x="1" y="9074"/>
                </a:cubicBezTo>
                <a:cubicBezTo>
                  <a:pt x="1" y="10176"/>
                  <a:pt x="820" y="11027"/>
                  <a:pt x="1923" y="11153"/>
                </a:cubicBezTo>
                <a:cubicBezTo>
                  <a:pt x="2332" y="11594"/>
                  <a:pt x="2868" y="11846"/>
                  <a:pt x="3498" y="11846"/>
                </a:cubicBezTo>
                <a:cubicBezTo>
                  <a:pt x="4065" y="11846"/>
                  <a:pt x="4506" y="11657"/>
                  <a:pt x="4916" y="11311"/>
                </a:cubicBezTo>
                <a:cubicBezTo>
                  <a:pt x="4916" y="11311"/>
                  <a:pt x="4979" y="11279"/>
                  <a:pt x="4979" y="11216"/>
                </a:cubicBezTo>
                <a:cubicBezTo>
                  <a:pt x="5136" y="11594"/>
                  <a:pt x="5514" y="11846"/>
                  <a:pt x="5924" y="11846"/>
                </a:cubicBezTo>
                <a:lnTo>
                  <a:pt x="10114" y="11846"/>
                </a:lnTo>
                <a:cubicBezTo>
                  <a:pt x="10712" y="11846"/>
                  <a:pt x="11122" y="11374"/>
                  <a:pt x="11122" y="10838"/>
                </a:cubicBezTo>
                <a:lnTo>
                  <a:pt x="11122" y="3497"/>
                </a:lnTo>
                <a:lnTo>
                  <a:pt x="11500" y="3497"/>
                </a:lnTo>
                <a:cubicBezTo>
                  <a:pt x="11689" y="3497"/>
                  <a:pt x="11847" y="3340"/>
                  <a:pt x="11847" y="3151"/>
                </a:cubicBezTo>
                <a:lnTo>
                  <a:pt x="11847" y="1072"/>
                </a:lnTo>
                <a:cubicBezTo>
                  <a:pt x="11752" y="441"/>
                  <a:pt x="11343" y="0"/>
                  <a:pt x="107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52"/>
          <p:cNvSpPr/>
          <p:nvPr/>
        </p:nvSpPr>
        <p:spPr>
          <a:xfrm>
            <a:off x="5389743" y="2101432"/>
            <a:ext cx="355063" cy="354136"/>
          </a:xfrm>
          <a:custGeom>
            <a:avLst/>
            <a:gdLst/>
            <a:ahLst/>
            <a:cxnLst/>
            <a:rect l="l" t="t" r="r" b="b"/>
            <a:pathLst>
              <a:path w="11878" h="11847" extrusionOk="0">
                <a:moveTo>
                  <a:pt x="10523" y="694"/>
                </a:moveTo>
                <a:cubicBezTo>
                  <a:pt x="10680" y="694"/>
                  <a:pt x="10901" y="788"/>
                  <a:pt x="10995" y="883"/>
                </a:cubicBezTo>
                <a:cubicBezTo>
                  <a:pt x="11121" y="1009"/>
                  <a:pt x="11184" y="1198"/>
                  <a:pt x="11184" y="1356"/>
                </a:cubicBezTo>
                <a:cubicBezTo>
                  <a:pt x="11184" y="1576"/>
                  <a:pt x="11121" y="1734"/>
                  <a:pt x="10995" y="1828"/>
                </a:cubicBezTo>
                <a:lnTo>
                  <a:pt x="9389" y="3466"/>
                </a:lnTo>
                <a:cubicBezTo>
                  <a:pt x="9105" y="3718"/>
                  <a:pt x="8948" y="4096"/>
                  <a:pt x="8916" y="4443"/>
                </a:cubicBezTo>
                <a:lnTo>
                  <a:pt x="7467" y="2994"/>
                </a:lnTo>
                <a:cubicBezTo>
                  <a:pt x="7813" y="2931"/>
                  <a:pt x="8160" y="2773"/>
                  <a:pt x="8444" y="2521"/>
                </a:cubicBezTo>
                <a:lnTo>
                  <a:pt x="10050" y="883"/>
                </a:lnTo>
                <a:cubicBezTo>
                  <a:pt x="10176" y="788"/>
                  <a:pt x="10365" y="694"/>
                  <a:pt x="10523" y="694"/>
                </a:cubicBezTo>
                <a:close/>
                <a:moveTo>
                  <a:pt x="5766" y="2427"/>
                </a:moveTo>
                <a:cubicBezTo>
                  <a:pt x="5860" y="2427"/>
                  <a:pt x="5955" y="2458"/>
                  <a:pt x="6018" y="2553"/>
                </a:cubicBezTo>
                <a:lnTo>
                  <a:pt x="9420" y="5987"/>
                </a:lnTo>
                <a:cubicBezTo>
                  <a:pt x="9515" y="6050"/>
                  <a:pt x="9546" y="6144"/>
                  <a:pt x="9546" y="6207"/>
                </a:cubicBezTo>
                <a:cubicBezTo>
                  <a:pt x="9452" y="6239"/>
                  <a:pt x="9452" y="6333"/>
                  <a:pt x="9389" y="6396"/>
                </a:cubicBezTo>
                <a:cubicBezTo>
                  <a:pt x="9326" y="6459"/>
                  <a:pt x="9239" y="6491"/>
                  <a:pt x="9152" y="6491"/>
                </a:cubicBezTo>
                <a:cubicBezTo>
                  <a:pt x="9066" y="6491"/>
                  <a:pt x="8979" y="6459"/>
                  <a:pt x="8916" y="6396"/>
                </a:cubicBezTo>
                <a:lnTo>
                  <a:pt x="8444" y="5924"/>
                </a:lnTo>
                <a:lnTo>
                  <a:pt x="6018" y="3498"/>
                </a:lnTo>
                <a:lnTo>
                  <a:pt x="5545" y="3025"/>
                </a:lnTo>
                <a:cubicBezTo>
                  <a:pt x="5419" y="2899"/>
                  <a:pt x="5419" y="2679"/>
                  <a:pt x="5545" y="2553"/>
                </a:cubicBezTo>
                <a:cubicBezTo>
                  <a:pt x="5608" y="2458"/>
                  <a:pt x="5703" y="2427"/>
                  <a:pt x="5766" y="2427"/>
                </a:cubicBezTo>
                <a:close/>
                <a:moveTo>
                  <a:pt x="5734" y="4159"/>
                </a:moveTo>
                <a:lnTo>
                  <a:pt x="7687" y="6144"/>
                </a:lnTo>
                <a:lnTo>
                  <a:pt x="7183" y="6648"/>
                </a:lnTo>
                <a:lnTo>
                  <a:pt x="6427" y="5892"/>
                </a:lnTo>
                <a:cubicBezTo>
                  <a:pt x="6364" y="5829"/>
                  <a:pt x="6278" y="5798"/>
                  <a:pt x="6191" y="5798"/>
                </a:cubicBezTo>
                <a:cubicBezTo>
                  <a:pt x="6104" y="5798"/>
                  <a:pt x="6018" y="5829"/>
                  <a:pt x="5955" y="5892"/>
                </a:cubicBezTo>
                <a:cubicBezTo>
                  <a:pt x="5829" y="6018"/>
                  <a:pt x="5829" y="6239"/>
                  <a:pt x="5955" y="6365"/>
                </a:cubicBezTo>
                <a:lnTo>
                  <a:pt x="6711" y="7121"/>
                </a:lnTo>
                <a:lnTo>
                  <a:pt x="6238" y="7593"/>
                </a:lnTo>
                <a:lnTo>
                  <a:pt x="4253" y="5609"/>
                </a:lnTo>
                <a:lnTo>
                  <a:pt x="5734" y="4159"/>
                </a:lnTo>
                <a:close/>
                <a:moveTo>
                  <a:pt x="3718" y="6176"/>
                </a:moveTo>
                <a:lnTo>
                  <a:pt x="5703" y="8129"/>
                </a:lnTo>
                <a:lnTo>
                  <a:pt x="5230" y="8602"/>
                </a:lnTo>
                <a:lnTo>
                  <a:pt x="4474" y="7877"/>
                </a:lnTo>
                <a:cubicBezTo>
                  <a:pt x="4411" y="7814"/>
                  <a:pt x="4324" y="7782"/>
                  <a:pt x="4238" y="7782"/>
                </a:cubicBezTo>
                <a:cubicBezTo>
                  <a:pt x="4151" y="7782"/>
                  <a:pt x="4064" y="7814"/>
                  <a:pt x="4001" y="7877"/>
                </a:cubicBezTo>
                <a:cubicBezTo>
                  <a:pt x="3875" y="7972"/>
                  <a:pt x="3875" y="8224"/>
                  <a:pt x="4001" y="8350"/>
                </a:cubicBezTo>
                <a:lnTo>
                  <a:pt x="4694" y="9043"/>
                </a:lnTo>
                <a:cubicBezTo>
                  <a:pt x="4537" y="9169"/>
                  <a:pt x="4379" y="9232"/>
                  <a:pt x="4190" y="9295"/>
                </a:cubicBezTo>
                <a:cubicBezTo>
                  <a:pt x="3119" y="9547"/>
                  <a:pt x="2332" y="9988"/>
                  <a:pt x="1733" y="10586"/>
                </a:cubicBezTo>
                <a:lnTo>
                  <a:pt x="1355" y="10964"/>
                </a:lnTo>
                <a:cubicBezTo>
                  <a:pt x="1292" y="11027"/>
                  <a:pt x="1205" y="11059"/>
                  <a:pt x="1119" y="11059"/>
                </a:cubicBezTo>
                <a:cubicBezTo>
                  <a:pt x="1032" y="11059"/>
                  <a:pt x="945" y="11027"/>
                  <a:pt x="882" y="10964"/>
                </a:cubicBezTo>
                <a:cubicBezTo>
                  <a:pt x="819" y="10901"/>
                  <a:pt x="756" y="10807"/>
                  <a:pt x="756" y="10744"/>
                </a:cubicBezTo>
                <a:cubicBezTo>
                  <a:pt x="756" y="10649"/>
                  <a:pt x="788" y="10555"/>
                  <a:pt x="882" y="10492"/>
                </a:cubicBezTo>
                <a:lnTo>
                  <a:pt x="1260" y="10114"/>
                </a:lnTo>
                <a:cubicBezTo>
                  <a:pt x="1859" y="9515"/>
                  <a:pt x="2300" y="8696"/>
                  <a:pt x="2584" y="7656"/>
                </a:cubicBezTo>
                <a:cubicBezTo>
                  <a:pt x="2647" y="7404"/>
                  <a:pt x="2804" y="7121"/>
                  <a:pt x="3025" y="6869"/>
                </a:cubicBezTo>
                <a:lnTo>
                  <a:pt x="3718" y="6176"/>
                </a:lnTo>
                <a:close/>
                <a:moveTo>
                  <a:pt x="10491" y="1"/>
                </a:moveTo>
                <a:cubicBezTo>
                  <a:pt x="10145" y="1"/>
                  <a:pt x="9767" y="158"/>
                  <a:pt x="9515" y="379"/>
                </a:cubicBezTo>
                <a:lnTo>
                  <a:pt x="7876" y="1986"/>
                </a:lnTo>
                <a:cubicBezTo>
                  <a:pt x="7687" y="2190"/>
                  <a:pt x="7428" y="2293"/>
                  <a:pt x="7164" y="2293"/>
                </a:cubicBezTo>
                <a:cubicBezTo>
                  <a:pt x="6900" y="2293"/>
                  <a:pt x="6632" y="2190"/>
                  <a:pt x="6427" y="1986"/>
                </a:cubicBezTo>
                <a:cubicBezTo>
                  <a:pt x="6238" y="1797"/>
                  <a:pt x="5978" y="1702"/>
                  <a:pt x="5714" y="1702"/>
                </a:cubicBezTo>
                <a:cubicBezTo>
                  <a:pt x="5451" y="1702"/>
                  <a:pt x="5183" y="1797"/>
                  <a:pt x="4978" y="1986"/>
                </a:cubicBezTo>
                <a:cubicBezTo>
                  <a:pt x="4600" y="2395"/>
                  <a:pt x="4600" y="3057"/>
                  <a:pt x="4978" y="3435"/>
                </a:cubicBezTo>
                <a:lnTo>
                  <a:pt x="5199" y="3687"/>
                </a:lnTo>
                <a:lnTo>
                  <a:pt x="3466" y="5420"/>
                </a:lnTo>
                <a:lnTo>
                  <a:pt x="2489" y="6396"/>
                </a:lnTo>
                <a:cubicBezTo>
                  <a:pt x="2174" y="6711"/>
                  <a:pt x="1985" y="7058"/>
                  <a:pt x="1859" y="7499"/>
                </a:cubicBezTo>
                <a:cubicBezTo>
                  <a:pt x="1638" y="8413"/>
                  <a:pt x="1229" y="9106"/>
                  <a:pt x="725" y="9641"/>
                </a:cubicBezTo>
                <a:lnTo>
                  <a:pt x="315" y="10019"/>
                </a:lnTo>
                <a:cubicBezTo>
                  <a:pt x="126" y="10240"/>
                  <a:pt x="0" y="10492"/>
                  <a:pt x="0" y="10775"/>
                </a:cubicBezTo>
                <a:cubicBezTo>
                  <a:pt x="0" y="11059"/>
                  <a:pt x="126" y="11343"/>
                  <a:pt x="315" y="11532"/>
                </a:cubicBezTo>
                <a:cubicBezTo>
                  <a:pt x="536" y="11721"/>
                  <a:pt x="788" y="11847"/>
                  <a:pt x="1071" y="11847"/>
                </a:cubicBezTo>
                <a:cubicBezTo>
                  <a:pt x="1355" y="11847"/>
                  <a:pt x="1638" y="11721"/>
                  <a:pt x="1828" y="11532"/>
                </a:cubicBezTo>
                <a:lnTo>
                  <a:pt x="2237" y="11122"/>
                </a:lnTo>
                <a:cubicBezTo>
                  <a:pt x="2741" y="10618"/>
                  <a:pt x="3434" y="10240"/>
                  <a:pt x="4348" y="9988"/>
                </a:cubicBezTo>
                <a:cubicBezTo>
                  <a:pt x="4757" y="9862"/>
                  <a:pt x="5136" y="9673"/>
                  <a:pt x="5419" y="9389"/>
                </a:cubicBezTo>
                <a:lnTo>
                  <a:pt x="6396" y="8413"/>
                </a:lnTo>
                <a:lnTo>
                  <a:pt x="7372" y="7436"/>
                </a:lnTo>
                <a:lnTo>
                  <a:pt x="8129" y="6680"/>
                </a:lnTo>
                <a:lnTo>
                  <a:pt x="8349" y="6932"/>
                </a:lnTo>
                <a:cubicBezTo>
                  <a:pt x="8570" y="7121"/>
                  <a:pt x="8822" y="7247"/>
                  <a:pt x="9105" y="7247"/>
                </a:cubicBezTo>
                <a:cubicBezTo>
                  <a:pt x="9389" y="7247"/>
                  <a:pt x="9672" y="7121"/>
                  <a:pt x="9861" y="6932"/>
                </a:cubicBezTo>
                <a:cubicBezTo>
                  <a:pt x="10050" y="6711"/>
                  <a:pt x="10176" y="6459"/>
                  <a:pt x="10176" y="6176"/>
                </a:cubicBezTo>
                <a:cubicBezTo>
                  <a:pt x="10176" y="5892"/>
                  <a:pt x="10050" y="5609"/>
                  <a:pt x="9861" y="5420"/>
                </a:cubicBezTo>
                <a:cubicBezTo>
                  <a:pt x="9672" y="5231"/>
                  <a:pt x="9546" y="4947"/>
                  <a:pt x="9546" y="4664"/>
                </a:cubicBezTo>
                <a:cubicBezTo>
                  <a:pt x="9546" y="4380"/>
                  <a:pt x="9672" y="4128"/>
                  <a:pt x="9861" y="3907"/>
                </a:cubicBezTo>
                <a:lnTo>
                  <a:pt x="11468" y="2364"/>
                </a:lnTo>
                <a:cubicBezTo>
                  <a:pt x="11752" y="2080"/>
                  <a:pt x="11878" y="1734"/>
                  <a:pt x="11878" y="1356"/>
                </a:cubicBezTo>
                <a:cubicBezTo>
                  <a:pt x="11878" y="1009"/>
                  <a:pt x="11720" y="662"/>
                  <a:pt x="11468" y="379"/>
                </a:cubicBezTo>
                <a:cubicBezTo>
                  <a:pt x="11184" y="95"/>
                  <a:pt x="10838" y="1"/>
                  <a:pt x="104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53"/>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2"/>
                </a:solidFill>
              </a:rPr>
              <a:t>RECOMMENDATIONS</a:t>
            </a:r>
            <a:endParaRPr>
              <a:solidFill>
                <a:schemeClr val="dk2"/>
              </a:solidFill>
            </a:endParaRPr>
          </a:p>
        </p:txBody>
      </p:sp>
      <p:sp>
        <p:nvSpPr>
          <p:cNvPr id="414" name="Google Shape;414;p53"/>
          <p:cNvSpPr txBox="1">
            <a:spLocks noGrp="1"/>
          </p:cNvSpPr>
          <p:nvPr>
            <p:ph type="subTitle" idx="1"/>
          </p:nvPr>
        </p:nvSpPr>
        <p:spPr>
          <a:xfrm>
            <a:off x="720000" y="1593525"/>
            <a:ext cx="7719900" cy="25845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Write a recommendation and description here</a:t>
            </a:r>
            <a:endParaRPr/>
          </a:p>
          <a:p>
            <a:pPr marL="457200" lvl="0" indent="-317500" algn="l" rtl="0">
              <a:spcBef>
                <a:spcPts val="0"/>
              </a:spcBef>
              <a:spcAft>
                <a:spcPts val="0"/>
              </a:spcAft>
              <a:buSzPts val="1400"/>
              <a:buChar char="●"/>
            </a:pPr>
            <a:r>
              <a:rPr lang="en"/>
              <a:t>Write a recommendation and description here</a:t>
            </a:r>
            <a:endParaRPr/>
          </a:p>
          <a:p>
            <a:pPr marL="457200" lvl="0" indent="-317500" algn="l" rtl="0">
              <a:spcBef>
                <a:spcPts val="0"/>
              </a:spcBef>
              <a:spcAft>
                <a:spcPts val="0"/>
              </a:spcAft>
              <a:buSzPts val="1400"/>
              <a:buChar char="●"/>
            </a:pPr>
            <a:r>
              <a:rPr lang="en"/>
              <a:t>Write a recommendation and description here</a:t>
            </a:r>
            <a:endParaRPr/>
          </a:p>
          <a:p>
            <a:pPr marL="457200" lvl="0" indent="-317500" algn="l" rtl="0">
              <a:spcBef>
                <a:spcPts val="0"/>
              </a:spcBef>
              <a:spcAft>
                <a:spcPts val="0"/>
              </a:spcAft>
              <a:buSzPts val="1400"/>
              <a:buChar char="●"/>
            </a:pPr>
            <a:r>
              <a:rPr lang="en"/>
              <a:t>Write a recommendation and description here</a:t>
            </a:r>
            <a:endParaRPr/>
          </a:p>
          <a:p>
            <a:pPr marL="457200" lvl="0" indent="-317500" algn="l" rtl="0">
              <a:spcBef>
                <a:spcPts val="0"/>
              </a:spcBef>
              <a:spcAft>
                <a:spcPts val="0"/>
              </a:spcAft>
              <a:buSzPts val="1400"/>
              <a:buChar char="●"/>
            </a:pPr>
            <a:r>
              <a:rPr lang="en"/>
              <a:t>Write a recommendation and description here</a:t>
            </a:r>
            <a:endParaRPr/>
          </a:p>
          <a:p>
            <a:pPr marL="457200" lvl="0" indent="-317500" algn="l" rtl="0">
              <a:spcBef>
                <a:spcPts val="0"/>
              </a:spcBef>
              <a:spcAft>
                <a:spcPts val="0"/>
              </a:spcAft>
              <a:buSzPts val="1400"/>
              <a:buChar char="●"/>
            </a:pPr>
            <a:r>
              <a:rPr lang="en"/>
              <a:t>Write a recommendation and description here</a:t>
            </a:r>
            <a:endParaRPr/>
          </a:p>
          <a:p>
            <a:pPr marL="457200" lvl="0" indent="-317500" algn="l" rtl="0">
              <a:spcBef>
                <a:spcPts val="0"/>
              </a:spcBef>
              <a:spcAft>
                <a:spcPts val="0"/>
              </a:spcAft>
              <a:buSzPts val="1400"/>
              <a:buChar char="●"/>
            </a:pPr>
            <a:r>
              <a:rPr lang="en"/>
              <a:t>Write a recommendation and description here</a:t>
            </a:r>
            <a:endParaRPr/>
          </a:p>
          <a:p>
            <a:pPr marL="457200" lvl="0" indent="-317500" algn="l" rtl="0">
              <a:spcBef>
                <a:spcPts val="0"/>
              </a:spcBef>
              <a:spcAft>
                <a:spcPts val="0"/>
              </a:spcAft>
              <a:buSzPts val="1400"/>
              <a:buChar char="●"/>
            </a:pPr>
            <a:r>
              <a:rPr lang="en"/>
              <a:t>Write a recommendation and description here</a:t>
            </a:r>
            <a:endParaRPr/>
          </a:p>
          <a:p>
            <a:pPr marL="457200" lvl="0" indent="-317500" algn="l" rtl="0">
              <a:spcBef>
                <a:spcPts val="0"/>
              </a:spcBef>
              <a:spcAft>
                <a:spcPts val="0"/>
              </a:spcAft>
              <a:buSzPts val="1400"/>
              <a:buChar char="●"/>
            </a:pPr>
            <a:r>
              <a:rPr lang="en"/>
              <a:t>Write a recommendation and description here</a:t>
            </a:r>
            <a:endParaRPr/>
          </a:p>
          <a:p>
            <a:pPr marL="457200" lvl="0" indent="-317500" algn="l" rtl="0">
              <a:spcBef>
                <a:spcPts val="0"/>
              </a:spcBef>
              <a:spcAft>
                <a:spcPts val="0"/>
              </a:spcAft>
              <a:buSzPts val="1400"/>
              <a:buChar char="●"/>
            </a:pPr>
            <a:r>
              <a:rPr lang="en"/>
              <a:t>Write a recommendation and description here</a:t>
            </a:r>
            <a:endParaRPr/>
          </a:p>
          <a:p>
            <a:pPr marL="457200" lvl="0" indent="-317500" algn="l" rtl="0">
              <a:spcBef>
                <a:spcPts val="0"/>
              </a:spcBef>
              <a:spcAft>
                <a:spcPts val="0"/>
              </a:spcAft>
              <a:buSzPts val="1400"/>
              <a:buChar char="●"/>
            </a:pPr>
            <a:r>
              <a:rPr lang="en"/>
              <a:t>Write a recommendation and description here</a:t>
            </a:r>
            <a:endParaRPr/>
          </a:p>
          <a:p>
            <a:pPr marL="457200" lvl="0" indent="-317500" algn="l" rtl="0">
              <a:spcBef>
                <a:spcPts val="0"/>
              </a:spcBef>
              <a:spcAft>
                <a:spcPts val="0"/>
              </a:spcAft>
              <a:buSzPts val="1400"/>
              <a:buChar char="●"/>
            </a:pPr>
            <a:r>
              <a:rPr lang="en"/>
              <a:t>Write a recommendation and description here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4"/>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LISTERIOSIS </a:t>
            </a:r>
            <a:r>
              <a:rPr lang="en">
                <a:solidFill>
                  <a:schemeClr val="dk2"/>
                </a:solidFill>
              </a:rPr>
              <a:t>PREVALENCE</a:t>
            </a:r>
            <a:endParaRPr>
              <a:solidFill>
                <a:schemeClr val="dk2"/>
              </a:solidFill>
            </a:endParaRPr>
          </a:p>
        </p:txBody>
      </p:sp>
      <p:grpSp>
        <p:nvGrpSpPr>
          <p:cNvPr id="420" name="Google Shape;420;p54"/>
          <p:cNvGrpSpPr/>
          <p:nvPr/>
        </p:nvGrpSpPr>
        <p:grpSpPr>
          <a:xfrm>
            <a:off x="719999" y="1671048"/>
            <a:ext cx="4469377" cy="2563891"/>
            <a:chOff x="233350" y="949250"/>
            <a:chExt cx="7137300" cy="3802300"/>
          </a:xfrm>
        </p:grpSpPr>
        <p:sp>
          <p:nvSpPr>
            <p:cNvPr id="421" name="Google Shape;421;p54"/>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54"/>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54"/>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54"/>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54"/>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54"/>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54"/>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54"/>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54"/>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54"/>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54"/>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54"/>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54"/>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54"/>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54"/>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54"/>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54"/>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54"/>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54"/>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54"/>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54"/>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54"/>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54"/>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54"/>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54"/>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54"/>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54"/>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54"/>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54"/>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54"/>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54"/>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54"/>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54"/>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54"/>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54"/>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54"/>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54"/>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54"/>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54"/>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54"/>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4"/>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54"/>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54"/>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54"/>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54"/>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54"/>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54"/>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54"/>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54"/>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54"/>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54"/>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2" name="Google Shape;472;p54"/>
          <p:cNvSpPr txBox="1"/>
          <p:nvPr/>
        </p:nvSpPr>
        <p:spPr>
          <a:xfrm>
            <a:off x="6316496" y="1844198"/>
            <a:ext cx="2004300" cy="64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latin typeface="Inconsolata"/>
                <a:ea typeface="Inconsolata"/>
                <a:cs typeface="Inconsolata"/>
                <a:sym typeface="Inconsolata"/>
              </a:rPr>
              <a:t>It’s the biggest planet of them all</a:t>
            </a:r>
            <a:endParaRPr>
              <a:solidFill>
                <a:schemeClr val="lt1"/>
              </a:solidFill>
              <a:latin typeface="Inconsolata"/>
              <a:ea typeface="Inconsolata"/>
              <a:cs typeface="Inconsolata"/>
              <a:sym typeface="Inconsolata"/>
            </a:endParaRPr>
          </a:p>
        </p:txBody>
      </p:sp>
      <p:sp>
        <p:nvSpPr>
          <p:cNvPr id="473" name="Google Shape;473;p54"/>
          <p:cNvSpPr txBox="1"/>
          <p:nvPr/>
        </p:nvSpPr>
        <p:spPr>
          <a:xfrm>
            <a:off x="6320996" y="3702740"/>
            <a:ext cx="1995300" cy="64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latin typeface="Inconsolata"/>
                <a:ea typeface="Inconsolata"/>
                <a:cs typeface="Inconsolata"/>
                <a:sym typeface="Inconsolata"/>
              </a:rPr>
              <a:t>Neptune is very far away from all of us</a:t>
            </a:r>
            <a:endParaRPr>
              <a:solidFill>
                <a:schemeClr val="lt1"/>
              </a:solidFill>
              <a:latin typeface="Inconsolata"/>
              <a:ea typeface="Inconsolata"/>
              <a:cs typeface="Inconsolata"/>
              <a:sym typeface="Inconsolata"/>
            </a:endParaRPr>
          </a:p>
        </p:txBody>
      </p:sp>
      <p:sp>
        <p:nvSpPr>
          <p:cNvPr id="474" name="Google Shape;474;p54"/>
          <p:cNvSpPr txBox="1"/>
          <p:nvPr/>
        </p:nvSpPr>
        <p:spPr>
          <a:xfrm>
            <a:off x="6316104" y="1461920"/>
            <a:ext cx="1817400" cy="39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lt1"/>
                </a:solidFill>
                <a:latin typeface="Encode Sans Expanded ExtraBold"/>
                <a:ea typeface="Encode Sans Expanded ExtraBold"/>
                <a:cs typeface="Encode Sans Expanded ExtraBold"/>
                <a:sym typeface="Encode Sans Expanded ExtraBold"/>
              </a:rPr>
              <a:t>JUPITER</a:t>
            </a:r>
            <a:endParaRPr sz="2000">
              <a:solidFill>
                <a:schemeClr val="lt1"/>
              </a:solidFill>
              <a:latin typeface="Encode Sans Expanded ExtraBold"/>
              <a:ea typeface="Encode Sans Expanded ExtraBold"/>
              <a:cs typeface="Encode Sans Expanded ExtraBold"/>
              <a:sym typeface="Encode Sans Expanded ExtraBold"/>
            </a:endParaRPr>
          </a:p>
        </p:txBody>
      </p:sp>
      <p:sp>
        <p:nvSpPr>
          <p:cNvPr id="475" name="Google Shape;475;p54"/>
          <p:cNvSpPr txBox="1"/>
          <p:nvPr/>
        </p:nvSpPr>
        <p:spPr>
          <a:xfrm>
            <a:off x="6316104" y="3328025"/>
            <a:ext cx="1817400" cy="39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lt1"/>
                </a:solidFill>
                <a:latin typeface="Encode Sans Expanded ExtraBold"/>
                <a:ea typeface="Encode Sans Expanded ExtraBold"/>
                <a:cs typeface="Encode Sans Expanded ExtraBold"/>
                <a:sym typeface="Encode Sans Expanded ExtraBold"/>
              </a:rPr>
              <a:t>NEPTUNE</a:t>
            </a:r>
            <a:endParaRPr sz="2000">
              <a:solidFill>
                <a:schemeClr val="lt1"/>
              </a:solidFill>
              <a:latin typeface="Encode Sans Expanded ExtraBold"/>
              <a:ea typeface="Encode Sans Expanded ExtraBold"/>
              <a:cs typeface="Encode Sans Expanded ExtraBold"/>
              <a:sym typeface="Encode Sans Expanded ExtraBold"/>
            </a:endParaRPr>
          </a:p>
        </p:txBody>
      </p:sp>
      <p:sp>
        <p:nvSpPr>
          <p:cNvPr id="476" name="Google Shape;476;p54"/>
          <p:cNvSpPr/>
          <p:nvPr/>
        </p:nvSpPr>
        <p:spPr>
          <a:xfrm>
            <a:off x="5830169" y="1552958"/>
            <a:ext cx="410400" cy="411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54"/>
          <p:cNvSpPr/>
          <p:nvPr/>
        </p:nvSpPr>
        <p:spPr>
          <a:xfrm>
            <a:off x="5830169" y="3415413"/>
            <a:ext cx="410400" cy="411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54"/>
          <p:cNvSpPr/>
          <p:nvPr/>
        </p:nvSpPr>
        <p:spPr>
          <a:xfrm>
            <a:off x="1172875" y="2439323"/>
            <a:ext cx="155400" cy="156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54"/>
          <p:cNvSpPr/>
          <p:nvPr/>
        </p:nvSpPr>
        <p:spPr>
          <a:xfrm>
            <a:off x="3031750" y="2028925"/>
            <a:ext cx="155400" cy="15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55"/>
          <p:cNvSpPr txBox="1">
            <a:spLocks noGrp="1"/>
          </p:cNvSpPr>
          <p:nvPr>
            <p:ph type="title"/>
          </p:nvPr>
        </p:nvSpPr>
        <p:spPr>
          <a:xfrm>
            <a:off x="720000" y="5974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THIS IS A </a:t>
            </a:r>
            <a:r>
              <a:rPr lang="en">
                <a:solidFill>
                  <a:schemeClr val="dk2"/>
                </a:solidFill>
              </a:rPr>
              <a:t>TABLE</a:t>
            </a:r>
            <a:endParaRPr>
              <a:solidFill>
                <a:schemeClr val="dk2"/>
              </a:solidFill>
            </a:endParaRPr>
          </a:p>
        </p:txBody>
      </p:sp>
      <p:graphicFrame>
        <p:nvGraphicFramePr>
          <p:cNvPr id="485" name="Google Shape;485;p55"/>
          <p:cNvGraphicFramePr/>
          <p:nvPr/>
        </p:nvGraphicFramePr>
        <p:xfrm>
          <a:off x="693100" y="1619250"/>
          <a:ext cx="3000000" cy="3000000"/>
        </p:xfrm>
        <a:graphic>
          <a:graphicData uri="http://schemas.openxmlformats.org/drawingml/2006/table">
            <a:tbl>
              <a:tblPr>
                <a:noFill/>
                <a:tableStyleId>{D70C0AFB-5CFE-4E6D-B413-A98C82A82247}</a:tableStyleId>
              </a:tblPr>
              <a:tblGrid>
                <a:gridCol w="1936675">
                  <a:extLst>
                    <a:ext uri="{9D8B030D-6E8A-4147-A177-3AD203B41FA5}">
                      <a16:colId xmlns:a16="http://schemas.microsoft.com/office/drawing/2014/main" val="20000"/>
                    </a:ext>
                  </a:extLst>
                </a:gridCol>
                <a:gridCol w="1936675">
                  <a:extLst>
                    <a:ext uri="{9D8B030D-6E8A-4147-A177-3AD203B41FA5}">
                      <a16:colId xmlns:a16="http://schemas.microsoft.com/office/drawing/2014/main" val="20001"/>
                    </a:ext>
                  </a:extLst>
                </a:gridCol>
                <a:gridCol w="1936675">
                  <a:extLst>
                    <a:ext uri="{9D8B030D-6E8A-4147-A177-3AD203B41FA5}">
                      <a16:colId xmlns:a16="http://schemas.microsoft.com/office/drawing/2014/main" val="20002"/>
                    </a:ext>
                  </a:extLst>
                </a:gridCol>
                <a:gridCol w="1936675">
                  <a:extLst>
                    <a:ext uri="{9D8B030D-6E8A-4147-A177-3AD203B41FA5}">
                      <a16:colId xmlns:a16="http://schemas.microsoft.com/office/drawing/2014/main" val="20003"/>
                    </a:ext>
                  </a:extLst>
                </a:gridCol>
              </a:tblGrid>
              <a:tr h="310750">
                <a:tc>
                  <a:txBody>
                    <a:bodyPr/>
                    <a:lstStyle/>
                    <a:p>
                      <a:pPr marL="0" lvl="0" indent="0" algn="ctr" rtl="0">
                        <a:spcBef>
                          <a:spcPts val="0"/>
                        </a:spcBef>
                        <a:spcAft>
                          <a:spcPts val="0"/>
                        </a:spcAft>
                        <a:buNone/>
                      </a:pPr>
                      <a:r>
                        <a:rPr lang="en" sz="1500">
                          <a:solidFill>
                            <a:schemeClr val="dk2"/>
                          </a:solidFill>
                          <a:latin typeface="Encode Sans Expanded ExtraBold"/>
                          <a:ea typeface="Encode Sans Expanded ExtraBold"/>
                          <a:cs typeface="Encode Sans Expanded ExtraBold"/>
                          <a:sym typeface="Encode Sans Expanded ExtraBold"/>
                        </a:rPr>
                        <a:t>PATIENT</a:t>
                      </a:r>
                      <a:endParaRPr sz="1500">
                        <a:solidFill>
                          <a:schemeClr val="dk2"/>
                        </a:solidFill>
                        <a:latin typeface="Encode Sans Expanded ExtraBold"/>
                        <a:ea typeface="Encode Sans Expanded ExtraBold"/>
                        <a:cs typeface="Encode Sans Expanded ExtraBold"/>
                        <a:sym typeface="Encode Sans Expanded ExtraBold"/>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500">
                          <a:solidFill>
                            <a:schemeClr val="dk2"/>
                          </a:solidFill>
                          <a:latin typeface="Encode Sans Expanded ExtraBold"/>
                          <a:ea typeface="Encode Sans Expanded ExtraBold"/>
                          <a:cs typeface="Encode Sans Expanded ExtraBold"/>
                          <a:sym typeface="Encode Sans Expanded ExtraBold"/>
                        </a:rPr>
                        <a:t>MEDICAL TESTS</a:t>
                      </a:r>
                      <a:endParaRPr sz="1500">
                        <a:solidFill>
                          <a:schemeClr val="dk2"/>
                        </a:solidFill>
                        <a:latin typeface="Encode Sans Expanded ExtraBold"/>
                        <a:ea typeface="Encode Sans Expanded ExtraBold"/>
                        <a:cs typeface="Encode Sans Expanded ExtraBold"/>
                        <a:sym typeface="Encode Sans Expanded ExtraBold"/>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500">
                          <a:solidFill>
                            <a:schemeClr val="dk2"/>
                          </a:solidFill>
                          <a:latin typeface="Encode Sans Expanded ExtraBold"/>
                          <a:ea typeface="Encode Sans Expanded ExtraBold"/>
                          <a:cs typeface="Encode Sans Expanded ExtraBold"/>
                          <a:sym typeface="Encode Sans Expanded ExtraBold"/>
                        </a:rPr>
                        <a:t>TREATMENT</a:t>
                      </a:r>
                      <a:endParaRPr sz="1500">
                        <a:solidFill>
                          <a:schemeClr val="dk2"/>
                        </a:solidFill>
                        <a:latin typeface="Encode Sans Expanded ExtraBold"/>
                        <a:ea typeface="Encode Sans Expanded ExtraBold"/>
                        <a:cs typeface="Encode Sans Expanded ExtraBold"/>
                        <a:sym typeface="Encode Sans Expanded ExtraBold"/>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500">
                          <a:solidFill>
                            <a:schemeClr val="dk2"/>
                          </a:solidFill>
                          <a:latin typeface="Encode Sans Expanded ExtraBold"/>
                          <a:ea typeface="Encode Sans Expanded ExtraBold"/>
                          <a:cs typeface="Encode Sans Expanded ExtraBold"/>
                          <a:sym typeface="Encode Sans Expanded ExtraBold"/>
                        </a:rPr>
                        <a:t>TRACING</a:t>
                      </a:r>
                      <a:endParaRPr sz="1500">
                        <a:solidFill>
                          <a:schemeClr val="dk2"/>
                        </a:solidFill>
                        <a:latin typeface="Encode Sans Expanded ExtraBold"/>
                        <a:ea typeface="Encode Sans Expanded ExtraBold"/>
                        <a:cs typeface="Encode Sans Expanded ExtraBold"/>
                        <a:sym typeface="Encode Sans Expanded ExtraBold"/>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599500">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Asymptomatic</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No</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No</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Mercury is a very small planet</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599500">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No risk factors</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Yes</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No</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Despite being red, Mars is cold</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599500">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Mild risk factors</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Yes</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Yes</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Jupiter is a very big planet</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599500">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High risk factors</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No</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a:solidFill>
                            <a:schemeClr val="lt1"/>
                          </a:solidFill>
                          <a:latin typeface="Inconsolata"/>
                          <a:ea typeface="Inconsolata"/>
                          <a:cs typeface="Inconsolata"/>
                          <a:sym typeface="Inconsolata"/>
                        </a:rPr>
                        <a:t>Ampi IV</a:t>
                      </a:r>
                      <a:endParaRPr>
                        <a:solidFill>
                          <a:schemeClr val="lt1"/>
                        </a:solidFill>
                        <a:latin typeface="Inconsolata"/>
                        <a:ea typeface="Inconsolata"/>
                        <a:cs typeface="Inconsolata"/>
                        <a:sym typeface="Inconsolata"/>
                      </a:endParaRPr>
                    </a:p>
                    <a:p>
                      <a:pPr marL="0" lvl="0" indent="0" algn="ctr" rtl="0">
                        <a:spcBef>
                          <a:spcPts val="0"/>
                        </a:spcBef>
                        <a:spcAft>
                          <a:spcPts val="0"/>
                        </a:spcAft>
                        <a:buNone/>
                      </a:pPr>
                      <a:r>
                        <a:rPr lang="en">
                          <a:solidFill>
                            <a:schemeClr val="lt1"/>
                          </a:solidFill>
                          <a:latin typeface="Inconsolata"/>
                          <a:ea typeface="Inconsolata"/>
                          <a:cs typeface="Inconsolata"/>
                          <a:sym typeface="Inconsolata"/>
                        </a:rPr>
                        <a:t>2g/6h+- genta</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lt1"/>
                          </a:solidFill>
                          <a:latin typeface="Inconsolata"/>
                          <a:ea typeface="Inconsolata"/>
                          <a:cs typeface="Inconsolata"/>
                          <a:sym typeface="Inconsolata"/>
                        </a:rPr>
                        <a:t>Venus has a very toxic atmosphere</a:t>
                      </a:r>
                      <a:endParaRPr>
                        <a:solidFill>
                          <a:schemeClr val="lt1"/>
                        </a:solidFill>
                        <a:latin typeface="Inconsolata"/>
                        <a:ea typeface="Inconsolata"/>
                        <a:cs typeface="Inconsolata"/>
                        <a:sym typeface="Inconsolat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56"/>
          <p:cNvSpPr txBox="1">
            <a:spLocks noGrp="1"/>
          </p:cNvSpPr>
          <p:nvPr>
            <p:ph type="title"/>
          </p:nvPr>
        </p:nvSpPr>
        <p:spPr>
          <a:xfrm>
            <a:off x="693075" y="1598775"/>
            <a:ext cx="39513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CONCLUSIONS</a:t>
            </a:r>
            <a:endParaRPr/>
          </a:p>
        </p:txBody>
      </p:sp>
      <p:sp>
        <p:nvSpPr>
          <p:cNvPr id="491" name="Google Shape;491;p56"/>
          <p:cNvSpPr txBox="1">
            <a:spLocks noGrp="1"/>
          </p:cNvSpPr>
          <p:nvPr>
            <p:ph type="body" idx="1"/>
          </p:nvPr>
        </p:nvSpPr>
        <p:spPr>
          <a:xfrm>
            <a:off x="693075" y="2182150"/>
            <a:ext cx="4120200" cy="133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 It was named after the Roman god of the skies and lightning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58"/>
          <p:cNvSpPr txBox="1">
            <a:spLocks noGrp="1"/>
          </p:cNvSpPr>
          <p:nvPr>
            <p:ph type="body" idx="1"/>
          </p:nvPr>
        </p:nvSpPr>
        <p:spPr>
          <a:xfrm>
            <a:off x="693075" y="2182150"/>
            <a:ext cx="3322200" cy="133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sp>
        <p:nvSpPr>
          <p:cNvPr id="511" name="Google Shape;511;p58"/>
          <p:cNvSpPr txBox="1">
            <a:spLocks noGrp="1"/>
          </p:cNvSpPr>
          <p:nvPr>
            <p:ph type="title"/>
          </p:nvPr>
        </p:nvSpPr>
        <p:spPr>
          <a:xfrm>
            <a:off x="693075" y="1598775"/>
            <a:ext cx="3751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MOCKUP</a:t>
            </a:r>
            <a:endParaRPr/>
          </a:p>
        </p:txBody>
      </p:sp>
      <p:grpSp>
        <p:nvGrpSpPr>
          <p:cNvPr id="512" name="Google Shape;512;p58"/>
          <p:cNvGrpSpPr/>
          <p:nvPr/>
        </p:nvGrpSpPr>
        <p:grpSpPr>
          <a:xfrm>
            <a:off x="4444475" y="1170125"/>
            <a:ext cx="3571200" cy="2931500"/>
            <a:chOff x="4572600" y="1047375"/>
            <a:chExt cx="3571200" cy="2931500"/>
          </a:xfrm>
        </p:grpSpPr>
        <p:sp>
          <p:nvSpPr>
            <p:cNvPr id="513" name="Google Shape;513;p58"/>
            <p:cNvSpPr/>
            <p:nvPr/>
          </p:nvSpPr>
          <p:spPr>
            <a:xfrm>
              <a:off x="5778750" y="3201137"/>
              <a:ext cx="1158900" cy="761100"/>
            </a:xfrm>
            <a:prstGeom prst="trapezoid">
              <a:avLst>
                <a:gd name="adj" fmla="val 76133"/>
              </a:avLst>
            </a:prstGeom>
            <a:solidFill>
              <a:schemeClr val="accen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8"/>
            <p:cNvSpPr/>
            <p:nvPr/>
          </p:nvSpPr>
          <p:spPr>
            <a:xfrm>
              <a:off x="4572600" y="1047375"/>
              <a:ext cx="3571200" cy="2421300"/>
            </a:xfrm>
            <a:prstGeom prst="roundRect">
              <a:avLst>
                <a:gd name="adj" fmla="val 5690"/>
              </a:avLst>
            </a:prstGeom>
            <a:solidFill>
              <a:schemeClr val="accen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58"/>
            <p:cNvSpPr/>
            <p:nvPr/>
          </p:nvSpPr>
          <p:spPr>
            <a:xfrm>
              <a:off x="5713500" y="3884975"/>
              <a:ext cx="1289400" cy="93900"/>
            </a:xfrm>
            <a:prstGeom prst="roundRect">
              <a:avLst>
                <a:gd name="adj" fmla="val 50000"/>
              </a:avLst>
            </a:prstGeom>
            <a:solidFill>
              <a:schemeClr val="accen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16" name="Google Shape;516;p58"/>
          <p:cNvPicPr preferRelativeResize="0"/>
          <p:nvPr/>
        </p:nvPicPr>
        <p:blipFill rotWithShape="1">
          <a:blip r:embed="rId3">
            <a:alphaModFix/>
          </a:blip>
          <a:srcRect l="2892" r="2892"/>
          <a:stretch/>
        </p:blipFill>
        <p:spPr>
          <a:xfrm>
            <a:off x="4650296" y="1437487"/>
            <a:ext cx="3159600" cy="1886400"/>
          </a:xfrm>
          <a:prstGeom prst="roundRect">
            <a:avLst>
              <a:gd name="adj" fmla="val 3451"/>
            </a:avLst>
          </a:prstGeom>
          <a:noFill/>
          <a:ln w="28575" cap="flat" cmpd="sng">
            <a:solidFill>
              <a:schemeClr val="dk2"/>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59"/>
          <p:cNvSpPr txBox="1">
            <a:spLocks noGrp="1"/>
          </p:cNvSpPr>
          <p:nvPr>
            <p:ph type="title"/>
          </p:nvPr>
        </p:nvSpPr>
        <p:spPr>
          <a:xfrm>
            <a:off x="1120975" y="1359425"/>
            <a:ext cx="54741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REFERENCES</a:t>
            </a:r>
            <a:endParaRPr/>
          </a:p>
        </p:txBody>
      </p:sp>
      <p:sp>
        <p:nvSpPr>
          <p:cNvPr id="522" name="Google Shape;522;p59"/>
          <p:cNvSpPr txBox="1">
            <a:spLocks noGrp="1"/>
          </p:cNvSpPr>
          <p:nvPr>
            <p:ph type="subTitle" idx="1"/>
          </p:nvPr>
        </p:nvSpPr>
        <p:spPr>
          <a:xfrm>
            <a:off x="1120975" y="2143450"/>
            <a:ext cx="5242500" cy="2248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AUTHOR (YEAR). </a:t>
            </a:r>
            <a:r>
              <a:rPr lang="en" i="1"/>
              <a:t>Title of the publication</a:t>
            </a:r>
            <a:r>
              <a:rPr lang="en"/>
              <a:t>. Publisher</a:t>
            </a:r>
            <a:endParaRPr/>
          </a:p>
          <a:p>
            <a:pPr marL="457200" lvl="0" indent="-317500" algn="l" rtl="0">
              <a:spcBef>
                <a:spcPts val="0"/>
              </a:spcBef>
              <a:spcAft>
                <a:spcPts val="0"/>
              </a:spcAft>
              <a:buSzPts val="1400"/>
              <a:buChar char="●"/>
            </a:pPr>
            <a:r>
              <a:rPr lang="en"/>
              <a:t>AUTHOR (YEAR). </a:t>
            </a:r>
            <a:r>
              <a:rPr lang="en" i="1"/>
              <a:t>Title of the publication</a:t>
            </a:r>
            <a:r>
              <a:rPr lang="en"/>
              <a:t>. Publisher</a:t>
            </a:r>
            <a:endParaRPr/>
          </a:p>
          <a:p>
            <a:pPr marL="457200" lvl="0" indent="-317500" algn="l" rtl="0">
              <a:spcBef>
                <a:spcPts val="0"/>
              </a:spcBef>
              <a:spcAft>
                <a:spcPts val="0"/>
              </a:spcAft>
              <a:buSzPts val="1400"/>
              <a:buChar char="●"/>
            </a:pPr>
            <a:r>
              <a:rPr lang="en"/>
              <a:t>AUTHOR (YEAR). </a:t>
            </a:r>
            <a:r>
              <a:rPr lang="en" i="1"/>
              <a:t>Title of the publication</a:t>
            </a:r>
            <a:r>
              <a:rPr lang="en"/>
              <a:t>. Publisher</a:t>
            </a:r>
            <a:endParaRPr/>
          </a:p>
          <a:p>
            <a:pPr marL="457200" lvl="0" indent="-317500" algn="l" rtl="0">
              <a:spcBef>
                <a:spcPts val="0"/>
              </a:spcBef>
              <a:spcAft>
                <a:spcPts val="0"/>
              </a:spcAft>
              <a:buSzPts val="1400"/>
              <a:buChar char="●"/>
            </a:pPr>
            <a:r>
              <a:rPr lang="en"/>
              <a:t>AUTHOR (YEAR). </a:t>
            </a:r>
            <a:r>
              <a:rPr lang="en" i="1"/>
              <a:t>Title of the publication</a:t>
            </a:r>
            <a:r>
              <a:rPr lang="en"/>
              <a:t>. Publisher</a:t>
            </a:r>
            <a:endParaRPr/>
          </a:p>
          <a:p>
            <a:pPr marL="457200" lvl="0" indent="-317500" algn="l" rtl="0">
              <a:spcBef>
                <a:spcPts val="0"/>
              </a:spcBef>
              <a:spcAft>
                <a:spcPts val="0"/>
              </a:spcAft>
              <a:buSzPts val="1400"/>
              <a:buChar char="●"/>
            </a:pPr>
            <a:r>
              <a:rPr lang="en"/>
              <a:t>AUTHOR (YEAR). </a:t>
            </a:r>
            <a:r>
              <a:rPr lang="en" i="1"/>
              <a:t>Title of the publication</a:t>
            </a:r>
            <a:r>
              <a:rPr lang="en"/>
              <a:t>. Publisher</a:t>
            </a:r>
            <a:endParaRPr/>
          </a:p>
          <a:p>
            <a:pPr marL="457200" lvl="0" indent="-317500" algn="l" rtl="0">
              <a:spcBef>
                <a:spcPts val="0"/>
              </a:spcBef>
              <a:spcAft>
                <a:spcPts val="0"/>
              </a:spcAft>
              <a:buSzPts val="1400"/>
              <a:buChar char="●"/>
            </a:pPr>
            <a:r>
              <a:rPr lang="en"/>
              <a:t>AUTHOR (YEAR). </a:t>
            </a:r>
            <a:r>
              <a:rPr lang="en" i="1"/>
              <a:t>Title of the publication</a:t>
            </a:r>
            <a:r>
              <a:rPr lang="en"/>
              <a:t>. Publisher</a:t>
            </a:r>
            <a:endParaRPr/>
          </a:p>
          <a:p>
            <a:pPr marL="457200" lvl="0" indent="-317500" algn="l" rtl="0">
              <a:spcBef>
                <a:spcPts val="0"/>
              </a:spcBef>
              <a:spcAft>
                <a:spcPts val="0"/>
              </a:spcAft>
              <a:buSzPts val="1400"/>
              <a:buChar char="●"/>
            </a:pPr>
            <a:r>
              <a:rPr lang="en"/>
              <a:t>AUTHOR (YEAR). </a:t>
            </a:r>
            <a:r>
              <a:rPr lang="en" i="1"/>
              <a:t>Title of the publication</a:t>
            </a:r>
            <a:r>
              <a:rPr lang="en"/>
              <a:t>. Publisher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0"/>
          <p:cNvSpPr txBox="1">
            <a:spLocks noGrp="1"/>
          </p:cNvSpPr>
          <p:nvPr>
            <p:ph type="ctrTitle"/>
          </p:nvPr>
        </p:nvSpPr>
        <p:spPr>
          <a:xfrm>
            <a:off x="2429950" y="669825"/>
            <a:ext cx="4284000" cy="99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2"/>
                </a:solidFill>
              </a:rPr>
              <a:t>THANKS!</a:t>
            </a:r>
            <a:endParaRPr>
              <a:solidFill>
                <a:schemeClr val="dk2"/>
              </a:solidFill>
            </a:endParaRPr>
          </a:p>
        </p:txBody>
      </p:sp>
      <p:sp>
        <p:nvSpPr>
          <p:cNvPr id="528" name="Google Shape;528;p60"/>
          <p:cNvSpPr txBox="1">
            <a:spLocks noGrp="1"/>
          </p:cNvSpPr>
          <p:nvPr>
            <p:ph type="subTitle" idx="1"/>
          </p:nvPr>
        </p:nvSpPr>
        <p:spPr>
          <a:xfrm>
            <a:off x="2425075" y="1543999"/>
            <a:ext cx="4293900" cy="126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en"/>
              <a:t>Do you have any questions?</a:t>
            </a:r>
            <a:endParaRPr/>
          </a:p>
          <a:p>
            <a:pPr marL="0" lvl="0" indent="0" algn="ctr" rtl="0">
              <a:spcBef>
                <a:spcPts val="0"/>
              </a:spcBef>
              <a:spcAft>
                <a:spcPts val="0"/>
              </a:spcAft>
              <a:buClr>
                <a:schemeClr val="lt1"/>
              </a:buClr>
              <a:buSzPts val="1100"/>
              <a:buFont typeface="Arial"/>
              <a:buNone/>
            </a:pPr>
            <a:endParaRPr/>
          </a:p>
          <a:p>
            <a:pPr marL="0" lvl="0" indent="0" algn="ctr" rtl="0">
              <a:spcBef>
                <a:spcPts val="0"/>
              </a:spcBef>
              <a:spcAft>
                <a:spcPts val="0"/>
              </a:spcAft>
              <a:buClr>
                <a:schemeClr val="lt1"/>
              </a:buClr>
              <a:buSzPts val="1100"/>
              <a:buFont typeface="Arial"/>
              <a:buNone/>
            </a:pPr>
            <a:r>
              <a:rPr lang="en"/>
              <a:t>youremail@freepik.com </a:t>
            </a:r>
            <a:endParaRPr/>
          </a:p>
          <a:p>
            <a:pPr marL="0" lvl="0" indent="0" algn="ctr" rtl="0">
              <a:spcBef>
                <a:spcPts val="0"/>
              </a:spcBef>
              <a:spcAft>
                <a:spcPts val="0"/>
              </a:spcAft>
              <a:buClr>
                <a:schemeClr val="lt1"/>
              </a:buClr>
              <a:buSzPts val="1100"/>
              <a:buFont typeface="Arial"/>
              <a:buNone/>
            </a:pPr>
            <a:r>
              <a:rPr lang="en"/>
              <a:t>+91  620 421 838 </a:t>
            </a:r>
            <a:endParaRPr/>
          </a:p>
          <a:p>
            <a:pPr marL="0" lvl="0" indent="0" algn="ctr" rtl="0">
              <a:spcBef>
                <a:spcPts val="0"/>
              </a:spcBef>
              <a:spcAft>
                <a:spcPts val="0"/>
              </a:spcAft>
              <a:buNone/>
            </a:pPr>
            <a:r>
              <a:rPr lang="en"/>
              <a:t>yourwebsite.com</a:t>
            </a:r>
            <a:endParaRPr/>
          </a:p>
        </p:txBody>
      </p:sp>
      <p:sp>
        <p:nvSpPr>
          <p:cNvPr id="529" name="Google Shape;529;p60"/>
          <p:cNvSpPr txBox="1"/>
          <p:nvPr/>
        </p:nvSpPr>
        <p:spPr>
          <a:xfrm>
            <a:off x="2835175" y="4023200"/>
            <a:ext cx="3473700" cy="4347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a:solidFill>
                  <a:schemeClr val="lt1"/>
                </a:solidFill>
                <a:latin typeface="Inconsolata"/>
                <a:ea typeface="Inconsolata"/>
                <a:cs typeface="Inconsolata"/>
                <a:sym typeface="Inconsolata"/>
              </a:rPr>
              <a:t>Please keep this slide for attribution</a:t>
            </a:r>
            <a:endParaRPr sz="1200">
              <a:solidFill>
                <a:schemeClr val="lt1"/>
              </a:solidFill>
              <a:latin typeface="Inconsolata"/>
              <a:ea typeface="Inconsolata"/>
              <a:cs typeface="Inconsolata"/>
              <a:sym typeface="Inconsolata"/>
            </a:endParaRPr>
          </a:p>
        </p:txBody>
      </p:sp>
      <p:sp>
        <p:nvSpPr>
          <p:cNvPr id="530" name="Google Shape;530;p60"/>
          <p:cNvSpPr/>
          <p:nvPr/>
        </p:nvSpPr>
        <p:spPr>
          <a:xfrm>
            <a:off x="3418201" y="2962635"/>
            <a:ext cx="407383" cy="407383"/>
          </a:xfrm>
          <a:custGeom>
            <a:avLst/>
            <a:gdLst/>
            <a:ahLst/>
            <a:cxnLst/>
            <a:rect l="l" t="t" r="r" b="b"/>
            <a:pathLst>
              <a:path w="19982" h="19982" extrusionOk="0">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1" name="Google Shape;531;p60"/>
          <p:cNvGrpSpPr/>
          <p:nvPr/>
        </p:nvGrpSpPr>
        <p:grpSpPr>
          <a:xfrm>
            <a:off x="4054339" y="2962631"/>
            <a:ext cx="407432" cy="407391"/>
            <a:chOff x="812101" y="2571761"/>
            <a:chExt cx="417066" cy="417024"/>
          </a:xfrm>
        </p:grpSpPr>
        <p:sp>
          <p:nvSpPr>
            <p:cNvPr id="532" name="Google Shape;532;p60"/>
            <p:cNvSpPr/>
            <p:nvPr/>
          </p:nvSpPr>
          <p:spPr>
            <a:xfrm>
              <a:off x="935084" y="2694744"/>
              <a:ext cx="171071" cy="171071"/>
            </a:xfrm>
            <a:custGeom>
              <a:avLst/>
              <a:gdLst/>
              <a:ahLst/>
              <a:cxnLst/>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60"/>
            <p:cNvSpPr/>
            <p:nvPr/>
          </p:nvSpPr>
          <p:spPr>
            <a:xfrm>
              <a:off x="860977" y="2620616"/>
              <a:ext cx="319311" cy="319290"/>
            </a:xfrm>
            <a:custGeom>
              <a:avLst/>
              <a:gdLst/>
              <a:ahLst/>
              <a:cxnLst/>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60"/>
            <p:cNvSpPr/>
            <p:nvPr/>
          </p:nvSpPr>
          <p:spPr>
            <a:xfrm>
              <a:off x="812101" y="2571761"/>
              <a:ext cx="417066" cy="417024"/>
            </a:xfrm>
            <a:custGeom>
              <a:avLst/>
              <a:gdLst/>
              <a:ahLst/>
              <a:cxnLst/>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60"/>
            <p:cNvSpPr/>
            <p:nvPr/>
          </p:nvSpPr>
          <p:spPr>
            <a:xfrm>
              <a:off x="1081712" y="2670306"/>
              <a:ext cx="48878" cy="48898"/>
            </a:xfrm>
            <a:custGeom>
              <a:avLst/>
              <a:gdLst/>
              <a:ahLst/>
              <a:cxnLst/>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6" name="Google Shape;536;p60"/>
          <p:cNvGrpSpPr/>
          <p:nvPr/>
        </p:nvGrpSpPr>
        <p:grpSpPr>
          <a:xfrm>
            <a:off x="4690525" y="2962631"/>
            <a:ext cx="407391" cy="407391"/>
            <a:chOff x="1323129" y="2571761"/>
            <a:chExt cx="417024" cy="417024"/>
          </a:xfrm>
        </p:grpSpPr>
        <p:sp>
          <p:nvSpPr>
            <p:cNvPr id="537" name="Google Shape;537;p60"/>
            <p:cNvSpPr/>
            <p:nvPr/>
          </p:nvSpPr>
          <p:spPr>
            <a:xfrm>
              <a:off x="1385007" y="2719183"/>
              <a:ext cx="73337" cy="219907"/>
            </a:xfrm>
            <a:custGeom>
              <a:avLst/>
              <a:gdLst/>
              <a:ahLst/>
              <a:cxnLst/>
              <a:rect l="l" t="t" r="r" b="b"/>
              <a:pathLst>
                <a:path w="3514" h="10537" extrusionOk="0">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60"/>
            <p:cNvSpPr/>
            <p:nvPr/>
          </p:nvSpPr>
          <p:spPr>
            <a:xfrm>
              <a:off x="1385007" y="2621430"/>
              <a:ext cx="73337" cy="73337"/>
            </a:xfrm>
            <a:custGeom>
              <a:avLst/>
              <a:gdLst/>
              <a:ahLst/>
              <a:cxnLst/>
              <a:rect l="l" t="t" r="r" b="b"/>
              <a:pathLst>
                <a:path w="3514" h="3514" extrusionOk="0">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60"/>
            <p:cNvSpPr/>
            <p:nvPr/>
          </p:nvSpPr>
          <p:spPr>
            <a:xfrm>
              <a:off x="1482759" y="2718786"/>
              <a:ext cx="195510" cy="220304"/>
            </a:xfrm>
            <a:custGeom>
              <a:avLst/>
              <a:gdLst/>
              <a:ahLst/>
              <a:cxnLst/>
              <a:rect l="l" t="t" r="r" b="b"/>
              <a:pathLst>
                <a:path w="9368" h="10556" extrusionOk="0">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60"/>
            <p:cNvSpPr/>
            <p:nvPr/>
          </p:nvSpPr>
          <p:spPr>
            <a:xfrm>
              <a:off x="1323129" y="2571761"/>
              <a:ext cx="417024" cy="417024"/>
            </a:xfrm>
            <a:custGeom>
              <a:avLst/>
              <a:gdLst/>
              <a:ahLst/>
              <a:cxnLst/>
              <a:rect l="l" t="t" r="r" b="b"/>
              <a:pathLst>
                <a:path w="19982" h="19982" extrusionOk="0">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1" name="Google Shape;541;p60"/>
          <p:cNvGrpSpPr/>
          <p:nvPr/>
        </p:nvGrpSpPr>
        <p:grpSpPr>
          <a:xfrm>
            <a:off x="5326670" y="2966738"/>
            <a:ext cx="399178" cy="399178"/>
            <a:chOff x="2038375" y="3798025"/>
            <a:chExt cx="841792" cy="841792"/>
          </a:xfrm>
        </p:grpSpPr>
        <p:sp>
          <p:nvSpPr>
            <p:cNvPr id="542" name="Google Shape;542;p60"/>
            <p:cNvSpPr/>
            <p:nvPr/>
          </p:nvSpPr>
          <p:spPr>
            <a:xfrm>
              <a:off x="2186646" y="3907135"/>
              <a:ext cx="545341" cy="623694"/>
            </a:xfrm>
            <a:custGeom>
              <a:avLst/>
              <a:gdLst/>
              <a:ahLst/>
              <a:cxnLst/>
              <a:rect l="l" t="t" r="r" b="b"/>
              <a:pathLst>
                <a:path w="182541" h="208768" extrusionOk="0">
                  <a:moveTo>
                    <a:pt x="124804" y="12232"/>
                  </a:moveTo>
                  <a:cubicBezTo>
                    <a:pt x="127609" y="36012"/>
                    <a:pt x="146529" y="54932"/>
                    <a:pt x="170308" y="57737"/>
                  </a:cubicBezTo>
                  <a:lnTo>
                    <a:pt x="170308" y="78353"/>
                  </a:lnTo>
                  <a:cubicBezTo>
                    <a:pt x="157261" y="77276"/>
                    <a:pt x="144865" y="72710"/>
                    <a:pt x="134166" y="65011"/>
                  </a:cubicBezTo>
                  <a:cubicBezTo>
                    <a:pt x="133084" y="64247"/>
                    <a:pt x="131821" y="63855"/>
                    <a:pt x="130560" y="63855"/>
                  </a:cubicBezTo>
                  <a:cubicBezTo>
                    <a:pt x="129615" y="63855"/>
                    <a:pt x="128671" y="64075"/>
                    <a:pt x="127805" y="64522"/>
                  </a:cubicBezTo>
                  <a:cubicBezTo>
                    <a:pt x="125750" y="65566"/>
                    <a:pt x="124478" y="67686"/>
                    <a:pt x="124478" y="69970"/>
                  </a:cubicBezTo>
                  <a:lnTo>
                    <a:pt x="124478" y="140429"/>
                  </a:lnTo>
                  <a:cubicBezTo>
                    <a:pt x="124478" y="171352"/>
                    <a:pt x="99295" y="196535"/>
                    <a:pt x="68339" y="196535"/>
                  </a:cubicBezTo>
                  <a:cubicBezTo>
                    <a:pt x="37383" y="196535"/>
                    <a:pt x="12233" y="171352"/>
                    <a:pt x="12233" y="140429"/>
                  </a:cubicBezTo>
                  <a:cubicBezTo>
                    <a:pt x="12233" y="111527"/>
                    <a:pt x="34153" y="87682"/>
                    <a:pt x="62239" y="84616"/>
                  </a:cubicBezTo>
                  <a:lnTo>
                    <a:pt x="62239" y="105330"/>
                  </a:lnTo>
                  <a:cubicBezTo>
                    <a:pt x="45505" y="108265"/>
                    <a:pt x="32751" y="122879"/>
                    <a:pt x="32751" y="140429"/>
                  </a:cubicBezTo>
                  <a:cubicBezTo>
                    <a:pt x="32751" y="160033"/>
                    <a:pt x="48702" y="176017"/>
                    <a:pt x="68339" y="176017"/>
                  </a:cubicBezTo>
                  <a:cubicBezTo>
                    <a:pt x="87976" y="176017"/>
                    <a:pt x="103927" y="160033"/>
                    <a:pt x="103927" y="140429"/>
                  </a:cubicBezTo>
                  <a:lnTo>
                    <a:pt x="103927" y="12232"/>
                  </a:lnTo>
                  <a:close/>
                  <a:moveTo>
                    <a:pt x="97827" y="0"/>
                  </a:moveTo>
                  <a:cubicBezTo>
                    <a:pt x="94435" y="0"/>
                    <a:pt x="91695" y="2740"/>
                    <a:pt x="91695" y="6133"/>
                  </a:cubicBezTo>
                  <a:lnTo>
                    <a:pt x="91695" y="140429"/>
                  </a:lnTo>
                  <a:cubicBezTo>
                    <a:pt x="91695" y="153313"/>
                    <a:pt x="81224" y="163784"/>
                    <a:pt x="68339" y="163784"/>
                  </a:cubicBezTo>
                  <a:cubicBezTo>
                    <a:pt x="55454" y="163784"/>
                    <a:pt x="44983" y="153313"/>
                    <a:pt x="44983" y="140429"/>
                  </a:cubicBezTo>
                  <a:cubicBezTo>
                    <a:pt x="44983" y="127544"/>
                    <a:pt x="55454" y="117040"/>
                    <a:pt x="68339" y="117040"/>
                  </a:cubicBezTo>
                  <a:cubicBezTo>
                    <a:pt x="71731" y="117040"/>
                    <a:pt x="74471" y="114300"/>
                    <a:pt x="74471" y="110940"/>
                  </a:cubicBezTo>
                  <a:lnTo>
                    <a:pt x="74471" y="78190"/>
                  </a:lnTo>
                  <a:cubicBezTo>
                    <a:pt x="74471" y="74797"/>
                    <a:pt x="71731" y="72057"/>
                    <a:pt x="68339" y="72057"/>
                  </a:cubicBezTo>
                  <a:cubicBezTo>
                    <a:pt x="30663" y="72057"/>
                    <a:pt x="0" y="102720"/>
                    <a:pt x="0" y="140429"/>
                  </a:cubicBezTo>
                  <a:cubicBezTo>
                    <a:pt x="0" y="178104"/>
                    <a:pt x="30663" y="208767"/>
                    <a:pt x="68339" y="208767"/>
                  </a:cubicBezTo>
                  <a:cubicBezTo>
                    <a:pt x="106047" y="208767"/>
                    <a:pt x="136710" y="178104"/>
                    <a:pt x="136710" y="140429"/>
                  </a:cubicBezTo>
                  <a:lnTo>
                    <a:pt x="136710" y="80963"/>
                  </a:lnTo>
                  <a:cubicBezTo>
                    <a:pt x="148877" y="87454"/>
                    <a:pt x="162414" y="90846"/>
                    <a:pt x="176441" y="90846"/>
                  </a:cubicBezTo>
                  <a:cubicBezTo>
                    <a:pt x="179801" y="90846"/>
                    <a:pt x="182541" y="88106"/>
                    <a:pt x="182541" y="84746"/>
                  </a:cubicBezTo>
                  <a:lnTo>
                    <a:pt x="182541" y="51963"/>
                  </a:lnTo>
                  <a:cubicBezTo>
                    <a:pt x="182541" y="48604"/>
                    <a:pt x="179801" y="45864"/>
                    <a:pt x="176441" y="45864"/>
                  </a:cubicBezTo>
                  <a:cubicBezTo>
                    <a:pt x="154520" y="45864"/>
                    <a:pt x="136710" y="28020"/>
                    <a:pt x="136710" y="6133"/>
                  </a:cubicBezTo>
                  <a:cubicBezTo>
                    <a:pt x="136710" y="2740"/>
                    <a:pt x="133970" y="0"/>
                    <a:pt x="1305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60"/>
            <p:cNvSpPr/>
            <p:nvPr/>
          </p:nvSpPr>
          <p:spPr>
            <a:xfrm>
              <a:off x="2038375" y="3798025"/>
              <a:ext cx="841792" cy="841792"/>
            </a:xfrm>
            <a:custGeom>
              <a:avLst/>
              <a:gdLst/>
              <a:ahLst/>
              <a:cxnLst/>
              <a:rect l="l" t="t" r="r" b="b"/>
              <a:pathLst>
                <a:path w="19982" h="19982" extrusionOk="0">
                  <a:moveTo>
                    <a:pt x="17017" y="1172"/>
                  </a:moveTo>
                  <a:cubicBezTo>
                    <a:pt x="17990" y="1172"/>
                    <a:pt x="18812" y="1975"/>
                    <a:pt x="18812" y="2927"/>
                  </a:cubicBezTo>
                  <a:lnTo>
                    <a:pt x="18812" y="17017"/>
                  </a:lnTo>
                  <a:cubicBezTo>
                    <a:pt x="18812" y="17990"/>
                    <a:pt x="17990" y="18811"/>
                    <a:pt x="17017" y="18811"/>
                  </a:cubicBezTo>
                  <a:lnTo>
                    <a:pt x="2966" y="18811"/>
                  </a:lnTo>
                  <a:cubicBezTo>
                    <a:pt x="1993" y="18811"/>
                    <a:pt x="1172" y="17990"/>
                    <a:pt x="1172" y="17017"/>
                  </a:cubicBezTo>
                  <a:lnTo>
                    <a:pt x="1172" y="2927"/>
                  </a:lnTo>
                  <a:cubicBezTo>
                    <a:pt x="1172" y="1975"/>
                    <a:pt x="1993" y="1172"/>
                    <a:pt x="2966" y="1172"/>
                  </a:cubicBezTo>
                  <a:close/>
                  <a:moveTo>
                    <a:pt x="2966" y="1"/>
                  </a:moveTo>
                  <a:cubicBezTo>
                    <a:pt x="1349" y="1"/>
                    <a:pt x="1" y="1310"/>
                    <a:pt x="1" y="2927"/>
                  </a:cubicBezTo>
                  <a:lnTo>
                    <a:pt x="1" y="17015"/>
                  </a:lnTo>
                  <a:cubicBezTo>
                    <a:pt x="1" y="18636"/>
                    <a:pt x="1349" y="19982"/>
                    <a:pt x="2966" y="19982"/>
                  </a:cubicBezTo>
                  <a:lnTo>
                    <a:pt x="17017" y="19982"/>
                  </a:lnTo>
                  <a:cubicBezTo>
                    <a:pt x="18635" y="19982"/>
                    <a:pt x="19982" y="18634"/>
                    <a:pt x="19982" y="17015"/>
                  </a:cubicBezTo>
                  <a:lnTo>
                    <a:pt x="19982" y="2927"/>
                  </a:lnTo>
                  <a:cubicBezTo>
                    <a:pt x="19982" y="1310"/>
                    <a:pt x="18635" y="1"/>
                    <a:pt x="170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Listeriosis disease by Slidesgo">
  <a:themeElements>
    <a:clrScheme name="Simple Light">
      <a:dk1>
        <a:srgbClr val="000000"/>
      </a:dk1>
      <a:lt1>
        <a:srgbClr val="FFFFFF"/>
      </a:lt1>
      <a:dk2>
        <a:srgbClr val="DDFF70"/>
      </a:dk2>
      <a:lt2>
        <a:srgbClr val="FFFFFF"/>
      </a:lt2>
      <a:accent1>
        <a:srgbClr val="019758"/>
      </a:accent1>
      <a:accent2>
        <a:srgbClr val="FFFFFF"/>
      </a:accent2>
      <a:accent3>
        <a:srgbClr val="FFFFFF"/>
      </a:accent3>
      <a:accent4>
        <a:srgbClr val="FFFFFF"/>
      </a:accent4>
      <a:accent5>
        <a:srgbClr val="FFFFFF"/>
      </a:accent5>
      <a:accent6>
        <a:srgbClr val="FFFFFF"/>
      </a:accent6>
      <a:hlink>
        <a:srgbClr val="DDFF7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1150</Words>
  <Application>Microsoft Office PowerPoint</Application>
  <PresentationFormat>Экран (16:9)</PresentationFormat>
  <Paragraphs>174</Paragraphs>
  <Slides>23</Slides>
  <Notes>23</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23</vt:i4>
      </vt:variant>
    </vt:vector>
  </HeadingPairs>
  <TitlesOfParts>
    <vt:vector size="28" baseType="lpstr">
      <vt:lpstr>Josefin Sans</vt:lpstr>
      <vt:lpstr>Inconsolata</vt:lpstr>
      <vt:lpstr>Encode Sans Expanded ExtraBold</vt:lpstr>
      <vt:lpstr>Arial</vt:lpstr>
      <vt:lpstr>Listeriosis disease by Slidesgo</vt:lpstr>
      <vt:lpstr>LISTERIOSIS DISEASE</vt:lpstr>
      <vt:lpstr>CONTENTS OF THIS TEMPLATE</vt:lpstr>
      <vt:lpstr>ABOUT THE DISEASE</vt:lpstr>
      <vt:lpstr>ABOUT THE DISEASE</vt:lpstr>
      <vt:lpstr>— SOMEONE FAMOUS</vt:lpstr>
      <vt:lpstr>INTRODUCTION</vt:lpstr>
      <vt:lpstr>THREE FACTS ABOUT LISTERIOSIS</vt:lpstr>
      <vt:lpstr>CONCEPT AND TYPOLOGY</vt:lpstr>
      <vt:lpstr>AWESOME WORDS</vt:lpstr>
      <vt:lpstr>LISTERIA’S PATHOLOGY</vt:lpstr>
      <vt:lpstr>MUSCLE PAIN</vt:lpstr>
      <vt:lpstr>RISKS FACTORS</vt:lpstr>
      <vt:lpstr>150,000</vt:lpstr>
      <vt:lpstr>LISTERIOSIS DIAGNOSIS</vt:lpstr>
      <vt:lpstr>MERCURY</vt:lpstr>
      <vt:lpstr>LISTERIOSIS TREATMENT</vt:lpstr>
      <vt:lpstr>RECOMMENDATIONS</vt:lpstr>
      <vt:lpstr>LISTERIOSIS PREVALENCE</vt:lpstr>
      <vt:lpstr>THIS IS A TABLE</vt:lpstr>
      <vt:lpstr>CONCLUSIONS</vt:lpstr>
      <vt:lpstr>MOCKUP</vt:lpstr>
      <vt:lpstr>REFERENCES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LISTERIOSIS DISEASE</dc:title>
  <cp:lastModifiedBy>я</cp:lastModifiedBy>
  <cp:revision>1</cp:revision>
  <dcterms:modified xsi:type="dcterms:W3CDTF">2026-02-19T06:31:14Z</dcterms:modified>
</cp:coreProperties>
</file>